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701" r:id="rId2"/>
    <p:sldMasterId id="2147483753" r:id="rId3"/>
  </p:sldMasterIdLst>
  <p:notesMasterIdLst>
    <p:notesMasterId r:id="rId47"/>
  </p:notesMasterIdLst>
  <p:sldIdLst>
    <p:sldId id="926" r:id="rId4"/>
    <p:sldId id="324" r:id="rId5"/>
    <p:sldId id="912" r:id="rId6"/>
    <p:sldId id="333" r:id="rId7"/>
    <p:sldId id="557" r:id="rId8"/>
    <p:sldId id="325" r:id="rId9"/>
    <p:sldId id="919" r:id="rId10"/>
    <p:sldId id="920" r:id="rId11"/>
    <p:sldId id="332" r:id="rId12"/>
    <p:sldId id="273" r:id="rId13"/>
    <p:sldId id="917" r:id="rId14"/>
    <p:sldId id="319" r:id="rId15"/>
    <p:sldId id="929" r:id="rId16"/>
    <p:sldId id="371" r:id="rId17"/>
    <p:sldId id="915" r:id="rId18"/>
    <p:sldId id="372" r:id="rId19"/>
    <p:sldId id="374" r:id="rId20"/>
    <p:sldId id="375" r:id="rId21"/>
    <p:sldId id="376" r:id="rId22"/>
    <p:sldId id="377" r:id="rId23"/>
    <p:sldId id="378" r:id="rId24"/>
    <p:sldId id="379" r:id="rId25"/>
    <p:sldId id="380" r:id="rId26"/>
    <p:sldId id="921" r:id="rId27"/>
    <p:sldId id="289" r:id="rId28"/>
    <p:sldId id="928" r:id="rId29"/>
    <p:sldId id="549" r:id="rId30"/>
    <p:sldId id="556" r:id="rId31"/>
    <p:sldId id="322" r:id="rId32"/>
    <p:sldId id="911" r:id="rId33"/>
    <p:sldId id="923" r:id="rId34"/>
    <p:sldId id="922" r:id="rId35"/>
    <p:sldId id="550" r:id="rId36"/>
    <p:sldId id="336" r:id="rId37"/>
    <p:sldId id="925" r:id="rId38"/>
    <p:sldId id="445" r:id="rId39"/>
    <p:sldId id="305" r:id="rId40"/>
    <p:sldId id="447" r:id="rId41"/>
    <p:sldId id="278" r:id="rId42"/>
    <p:sldId id="282" r:id="rId43"/>
    <p:sldId id="279" r:id="rId44"/>
    <p:sldId id="316" r:id="rId45"/>
    <p:sldId id="315" r:id="rId46"/>
  </p:sldIdLst>
  <p:sldSz cx="12192000" cy="6858000"/>
  <p:notesSz cx="6858000" cy="9144000"/>
  <p:defaultTextStyle>
    <a:defPPr>
      <a:defRPr lang="fr-CA"/>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4A9FCE-62AE-4758-AA28-24392A12C5C3}" v="5" dt="2026-08-16T18:36:08.271"/>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557" autoAdjust="0"/>
  </p:normalViewPr>
  <p:slideViewPr>
    <p:cSldViewPr>
      <p:cViewPr varScale="1">
        <p:scale>
          <a:sx n="59" d="100"/>
          <a:sy n="59" d="100"/>
        </p:scale>
        <p:origin x="940" y="52"/>
      </p:cViewPr>
      <p:guideLst>
        <p:guide orient="horz" pos="2160"/>
        <p:guide pos="3840"/>
      </p:guideLst>
    </p:cSldViewPr>
  </p:slideViewPr>
  <p:notesTextViewPr>
    <p:cViewPr>
      <p:scale>
        <a:sx n="1" d="1"/>
        <a:sy n="1" d="1"/>
      </p:scale>
      <p:origin x="0" y="0"/>
    </p:cViewPr>
  </p:notesTextViewPr>
  <p:sorterViewPr>
    <p:cViewPr>
      <p:scale>
        <a:sx n="100" d="100"/>
        <a:sy n="100" d="100"/>
      </p:scale>
      <p:origin x="0" y="-4110"/>
    </p:cViewPr>
  </p:sorterViewPr>
  <p:notesViewPr>
    <p:cSldViewPr>
      <p:cViewPr varScale="1">
        <p:scale>
          <a:sx n="49" d="100"/>
          <a:sy n="49" d="100"/>
        </p:scale>
        <p:origin x="2740" y="4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microsoft.com/office/2015/10/relationships/revisionInfo" Target="revisionInfo.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microsoft.com/office/2016/11/relationships/changesInfo" Target="changesInfos/changesInfo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élanie Caron-Harris" userId="784ba18a-e74f-420c-a966-05b1322e4383" providerId="ADAL" clId="{2D819EB9-7307-4A86-A40F-5F1833D42680}"/>
    <pc:docChg chg="custSel modSld">
      <pc:chgData name="Mélanie Caron-Harris" userId="784ba18a-e74f-420c-a966-05b1322e4383" providerId="ADAL" clId="{2D819EB9-7307-4A86-A40F-5F1833D42680}" dt="2026-08-16T18:39:44.479" v="85" actId="20577"/>
      <pc:docMkLst>
        <pc:docMk/>
      </pc:docMkLst>
      <pc:sldChg chg="modSp mod">
        <pc:chgData name="Mélanie Caron-Harris" userId="784ba18a-e74f-420c-a966-05b1322e4383" providerId="ADAL" clId="{2D819EB9-7307-4A86-A40F-5F1833D42680}" dt="2026-08-16T18:39:44.479" v="85" actId="20577"/>
        <pc:sldMkLst>
          <pc:docMk/>
          <pc:sldMk cId="3045641221" sldId="315"/>
        </pc:sldMkLst>
        <pc:spChg chg="mod">
          <ac:chgData name="Mélanie Caron-Harris" userId="784ba18a-e74f-420c-a966-05b1322e4383" providerId="ADAL" clId="{2D819EB9-7307-4A86-A40F-5F1833D42680}" dt="2026-08-16T18:39:44.479" v="85" actId="20577"/>
          <ac:spMkLst>
            <pc:docMk/>
            <pc:sldMk cId="3045641221" sldId="315"/>
            <ac:spMk id="3" creationId="{00000000-0000-0000-0000-000000000000}"/>
          </ac:spMkLst>
        </pc:spChg>
      </pc:sldChg>
      <pc:sldChg chg="modSp mod">
        <pc:chgData name="Mélanie Caron-Harris" userId="784ba18a-e74f-420c-a966-05b1322e4383" providerId="ADAL" clId="{2D819EB9-7307-4A86-A40F-5F1833D42680}" dt="2026-08-16T18:33:10.792" v="18" actId="20577"/>
        <pc:sldMkLst>
          <pc:docMk/>
          <pc:sldMk cId="3362887353" sldId="324"/>
        </pc:sldMkLst>
        <pc:graphicFrameChg chg="mod modGraphic">
          <ac:chgData name="Mélanie Caron-Harris" userId="784ba18a-e74f-420c-a966-05b1322e4383" providerId="ADAL" clId="{2D819EB9-7307-4A86-A40F-5F1833D42680}" dt="2026-08-16T18:33:10.792" v="18" actId="20577"/>
          <ac:graphicFrameMkLst>
            <pc:docMk/>
            <pc:sldMk cId="3362887353" sldId="324"/>
            <ac:graphicFrameMk id="6" creationId="{20D13614-AAA6-4459-3FF9-30CE9CBE7BC1}"/>
          </ac:graphicFrameMkLst>
        </pc:graphicFrameChg>
      </pc:sldChg>
      <pc:sldChg chg="delSp modSp mod">
        <pc:chgData name="Mélanie Caron-Harris" userId="784ba18a-e74f-420c-a966-05b1322e4383" providerId="ADAL" clId="{2D819EB9-7307-4A86-A40F-5F1833D42680}" dt="2026-08-16T18:36:59.099" v="58" actId="1076"/>
        <pc:sldMkLst>
          <pc:docMk/>
          <pc:sldMk cId="1676094377" sldId="549"/>
        </pc:sldMkLst>
        <pc:spChg chg="mod">
          <ac:chgData name="Mélanie Caron-Harris" userId="784ba18a-e74f-420c-a966-05b1322e4383" providerId="ADAL" clId="{2D819EB9-7307-4A86-A40F-5F1833D42680}" dt="2026-08-16T18:36:54.570" v="56" actId="27636"/>
          <ac:spMkLst>
            <pc:docMk/>
            <pc:sldMk cId="1676094377" sldId="549"/>
            <ac:spMk id="3" creationId="{00000000-0000-0000-0000-000000000000}"/>
          </ac:spMkLst>
        </pc:spChg>
        <pc:picChg chg="mod">
          <ac:chgData name="Mélanie Caron-Harris" userId="784ba18a-e74f-420c-a966-05b1322e4383" providerId="ADAL" clId="{2D819EB9-7307-4A86-A40F-5F1833D42680}" dt="2026-08-16T18:36:59.099" v="58" actId="1076"/>
          <ac:picMkLst>
            <pc:docMk/>
            <pc:sldMk cId="1676094377" sldId="549"/>
            <ac:picMk id="9218" creationId="{6659587E-6BBC-F849-8976-2587E1B9A63A}"/>
          </ac:picMkLst>
        </pc:picChg>
        <pc:picChg chg="del">
          <ac:chgData name="Mélanie Caron-Harris" userId="784ba18a-e74f-420c-a966-05b1322e4383" providerId="ADAL" clId="{2D819EB9-7307-4A86-A40F-5F1833D42680}" dt="2026-08-16T18:36:04.859" v="25" actId="21"/>
          <ac:picMkLst>
            <pc:docMk/>
            <pc:sldMk cId="1676094377" sldId="549"/>
            <ac:picMk id="9220" creationId="{0AAF4F77-CED0-A49C-1DDE-19B0DC29ED9B}"/>
          </ac:picMkLst>
        </pc:picChg>
      </pc:sldChg>
      <pc:sldChg chg="modSp mod">
        <pc:chgData name="Mélanie Caron-Harris" userId="784ba18a-e74f-420c-a966-05b1322e4383" providerId="ADAL" clId="{2D819EB9-7307-4A86-A40F-5F1833D42680}" dt="2026-08-16T18:37:11.702" v="69" actId="20577"/>
        <pc:sldMkLst>
          <pc:docMk/>
          <pc:sldMk cId="3124016023" sldId="556"/>
        </pc:sldMkLst>
        <pc:spChg chg="mod">
          <ac:chgData name="Mélanie Caron-Harris" userId="784ba18a-e74f-420c-a966-05b1322e4383" providerId="ADAL" clId="{2D819EB9-7307-4A86-A40F-5F1833D42680}" dt="2026-08-16T18:37:11.702" v="69" actId="20577"/>
          <ac:spMkLst>
            <pc:docMk/>
            <pc:sldMk cId="3124016023" sldId="556"/>
            <ac:spMk id="3" creationId="{00000000-0000-0000-0000-000000000000}"/>
          </ac:spMkLst>
        </pc:spChg>
      </pc:sldChg>
      <pc:sldChg chg="modSp mod">
        <pc:chgData name="Mélanie Caron-Harris" userId="784ba18a-e74f-420c-a966-05b1322e4383" providerId="ADAL" clId="{2D819EB9-7307-4A86-A40F-5F1833D42680}" dt="2026-08-16T18:33:47.507" v="24" actId="1035"/>
        <pc:sldMkLst>
          <pc:docMk/>
          <pc:sldMk cId="3665911333" sldId="912"/>
        </pc:sldMkLst>
        <pc:spChg chg="mod">
          <ac:chgData name="Mélanie Caron-Harris" userId="784ba18a-e74f-420c-a966-05b1322e4383" providerId="ADAL" clId="{2D819EB9-7307-4A86-A40F-5F1833D42680}" dt="2026-08-16T18:33:47.507" v="24" actId="1035"/>
          <ac:spMkLst>
            <pc:docMk/>
            <pc:sldMk cId="3665911333" sldId="912"/>
            <ac:spMk id="10" creationId="{F9D9D9FE-8F45-276C-BF7B-5086957610AF}"/>
          </ac:spMkLst>
        </pc:spChg>
      </pc:sldChg>
      <pc:sldChg chg="addSp modSp mod">
        <pc:chgData name="Mélanie Caron-Harris" userId="784ba18a-e74f-420c-a966-05b1322e4383" providerId="ADAL" clId="{2D819EB9-7307-4A86-A40F-5F1833D42680}" dt="2026-08-16T18:36:33.444" v="51" actId="20577"/>
        <pc:sldMkLst>
          <pc:docMk/>
          <pc:sldMk cId="1776828958" sldId="928"/>
        </pc:sldMkLst>
        <pc:spChg chg="mod">
          <ac:chgData name="Mélanie Caron-Harris" userId="784ba18a-e74f-420c-a966-05b1322e4383" providerId="ADAL" clId="{2D819EB9-7307-4A86-A40F-5F1833D42680}" dt="2026-08-16T18:36:33.444" v="51" actId="20577"/>
          <ac:spMkLst>
            <pc:docMk/>
            <pc:sldMk cId="1776828958" sldId="928"/>
            <ac:spMk id="3" creationId="{00000000-0000-0000-0000-000000000000}"/>
          </ac:spMkLst>
        </pc:spChg>
        <pc:picChg chg="add mod">
          <ac:chgData name="Mélanie Caron-Harris" userId="784ba18a-e74f-420c-a966-05b1322e4383" providerId="ADAL" clId="{2D819EB9-7307-4A86-A40F-5F1833D42680}" dt="2026-08-16T18:36:08.270" v="27" actId="1076"/>
          <ac:picMkLst>
            <pc:docMk/>
            <pc:sldMk cId="1776828958" sldId="928"/>
            <ac:picMk id="9220" creationId="{0AAF4F77-CED0-A49C-1DDE-19B0DC29ED9B}"/>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00125842\Documents\Documents\Teaching\Basic%20Corporate%20Finance%2010200A\class%201%20intro\Cours%20actuel\Simple%20and%20compound%20interes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00125842\Documents\Documents\Teaching\Basic%20Corporate%20Finance%2010200A\class%201%20intro\Cours%20actuel\Simple%20and%20compound%20interest.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80" b="0" i="0" u="none" strike="noStrike" kern="1200" cap="none" spc="20" baseline="0">
                <a:solidFill>
                  <a:schemeClr val="tx1"/>
                </a:solidFill>
                <a:latin typeface="+mn-lt"/>
                <a:ea typeface="+mn-ea"/>
                <a:cs typeface="+mn-cs"/>
              </a:defRPr>
            </a:pPr>
            <a:r>
              <a:rPr lang="fr-CA"/>
              <a:t>Intérêt simple et composé</a:t>
            </a:r>
          </a:p>
        </c:rich>
      </c:tx>
      <c:layout>
        <c:manualLayout>
          <c:xMode val="edge"/>
          <c:yMode val="edge"/>
          <c:x val="0.31076639632633413"/>
          <c:y val="3.3455137838039752E-2"/>
        </c:manualLayout>
      </c:layout>
      <c:overlay val="0"/>
      <c:spPr>
        <a:noFill/>
        <a:ln>
          <a:noFill/>
        </a:ln>
        <a:effectLst/>
      </c:spPr>
      <c:txPr>
        <a:bodyPr rot="0" spcFirstLastPara="1" vertOverflow="ellipsis" vert="horz" wrap="square" anchor="ctr" anchorCtr="1"/>
        <a:lstStyle/>
        <a:p>
          <a:pPr>
            <a:defRPr sz="1680" b="0" i="0" u="none" strike="noStrike" kern="1200" cap="none" spc="20" baseline="0">
              <a:solidFill>
                <a:schemeClr val="tx1"/>
              </a:solidFill>
              <a:latin typeface="+mn-lt"/>
              <a:ea typeface="+mn-ea"/>
              <a:cs typeface="+mn-cs"/>
            </a:defRPr>
          </a:pPr>
          <a:endParaRPr lang="fr-FR"/>
        </a:p>
      </c:txPr>
    </c:title>
    <c:autoTitleDeleted val="0"/>
    <c:plotArea>
      <c:layout/>
      <c:barChart>
        <c:barDir val="col"/>
        <c:grouping val="stacked"/>
        <c:varyColors val="0"/>
        <c:ser>
          <c:idx val="0"/>
          <c:order val="0"/>
          <c:tx>
            <c:v>Capital 100</c:v>
          </c:tx>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invertIfNegative val="0"/>
          <c:dLbls>
            <c:delete val="1"/>
          </c:dLbls>
          <c:val>
            <c:numRef>
              <c:f>Sheet1!$G$4:$G$117</c:f>
              <c:numCache>
                <c:formatCode>General</c:formatCode>
                <c:ptCount val="114"/>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100</c:v>
                </c:pt>
                <c:pt idx="24">
                  <c:v>100</c:v>
                </c:pt>
                <c:pt idx="25">
                  <c:v>100</c:v>
                </c:pt>
                <c:pt idx="26">
                  <c:v>100</c:v>
                </c:pt>
                <c:pt idx="27">
                  <c:v>100</c:v>
                </c:pt>
                <c:pt idx="28">
                  <c:v>100</c:v>
                </c:pt>
                <c:pt idx="29">
                  <c:v>100</c:v>
                </c:pt>
                <c:pt idx="30">
                  <c:v>100</c:v>
                </c:pt>
                <c:pt idx="31">
                  <c:v>100</c:v>
                </c:pt>
                <c:pt idx="32">
                  <c:v>100</c:v>
                </c:pt>
                <c:pt idx="33">
                  <c:v>100</c:v>
                </c:pt>
                <c:pt idx="34">
                  <c:v>100</c:v>
                </c:pt>
                <c:pt idx="35">
                  <c:v>100</c:v>
                </c:pt>
                <c:pt idx="36">
                  <c:v>100</c:v>
                </c:pt>
                <c:pt idx="37">
                  <c:v>100</c:v>
                </c:pt>
                <c:pt idx="38">
                  <c:v>100</c:v>
                </c:pt>
                <c:pt idx="39">
                  <c:v>100</c:v>
                </c:pt>
                <c:pt idx="40">
                  <c:v>100</c:v>
                </c:pt>
                <c:pt idx="41">
                  <c:v>100</c:v>
                </c:pt>
                <c:pt idx="42">
                  <c:v>100</c:v>
                </c:pt>
                <c:pt idx="43">
                  <c:v>100</c:v>
                </c:pt>
                <c:pt idx="44">
                  <c:v>100</c:v>
                </c:pt>
                <c:pt idx="45">
                  <c:v>100</c:v>
                </c:pt>
                <c:pt idx="46">
                  <c:v>100</c:v>
                </c:pt>
                <c:pt idx="47">
                  <c:v>100</c:v>
                </c:pt>
                <c:pt idx="48">
                  <c:v>100</c:v>
                </c:pt>
                <c:pt idx="49">
                  <c:v>100</c:v>
                </c:pt>
                <c:pt idx="50">
                  <c:v>100</c:v>
                </c:pt>
                <c:pt idx="51">
                  <c:v>100</c:v>
                </c:pt>
                <c:pt idx="52">
                  <c:v>100</c:v>
                </c:pt>
                <c:pt idx="53">
                  <c:v>100</c:v>
                </c:pt>
                <c:pt idx="54">
                  <c:v>100</c:v>
                </c:pt>
                <c:pt idx="55">
                  <c:v>100</c:v>
                </c:pt>
                <c:pt idx="56">
                  <c:v>100</c:v>
                </c:pt>
                <c:pt idx="57">
                  <c:v>100</c:v>
                </c:pt>
                <c:pt idx="58">
                  <c:v>100</c:v>
                </c:pt>
                <c:pt idx="59">
                  <c:v>100</c:v>
                </c:pt>
                <c:pt idx="60">
                  <c:v>100</c:v>
                </c:pt>
                <c:pt idx="61">
                  <c:v>100</c:v>
                </c:pt>
                <c:pt idx="62">
                  <c:v>100</c:v>
                </c:pt>
                <c:pt idx="63">
                  <c:v>100</c:v>
                </c:pt>
                <c:pt idx="64">
                  <c:v>100</c:v>
                </c:pt>
                <c:pt idx="65">
                  <c:v>100</c:v>
                </c:pt>
                <c:pt idx="66">
                  <c:v>100</c:v>
                </c:pt>
                <c:pt idx="67">
                  <c:v>100</c:v>
                </c:pt>
                <c:pt idx="68">
                  <c:v>100</c:v>
                </c:pt>
                <c:pt idx="69">
                  <c:v>100</c:v>
                </c:pt>
                <c:pt idx="70">
                  <c:v>100</c:v>
                </c:pt>
                <c:pt idx="71">
                  <c:v>100</c:v>
                </c:pt>
                <c:pt idx="72">
                  <c:v>100</c:v>
                </c:pt>
                <c:pt idx="73">
                  <c:v>100</c:v>
                </c:pt>
                <c:pt idx="74">
                  <c:v>100</c:v>
                </c:pt>
                <c:pt idx="75">
                  <c:v>100</c:v>
                </c:pt>
                <c:pt idx="76">
                  <c:v>100</c:v>
                </c:pt>
                <c:pt idx="77">
                  <c:v>100</c:v>
                </c:pt>
                <c:pt idx="78">
                  <c:v>100</c:v>
                </c:pt>
                <c:pt idx="79">
                  <c:v>100</c:v>
                </c:pt>
                <c:pt idx="80">
                  <c:v>100</c:v>
                </c:pt>
                <c:pt idx="81">
                  <c:v>100</c:v>
                </c:pt>
                <c:pt idx="82">
                  <c:v>100</c:v>
                </c:pt>
                <c:pt idx="83">
                  <c:v>100</c:v>
                </c:pt>
                <c:pt idx="84">
                  <c:v>100</c:v>
                </c:pt>
                <c:pt idx="85">
                  <c:v>100</c:v>
                </c:pt>
                <c:pt idx="86">
                  <c:v>100</c:v>
                </c:pt>
                <c:pt idx="87">
                  <c:v>100</c:v>
                </c:pt>
                <c:pt idx="88">
                  <c:v>100</c:v>
                </c:pt>
                <c:pt idx="89">
                  <c:v>100</c:v>
                </c:pt>
                <c:pt idx="90">
                  <c:v>100</c:v>
                </c:pt>
                <c:pt idx="91">
                  <c:v>100</c:v>
                </c:pt>
                <c:pt idx="92">
                  <c:v>100</c:v>
                </c:pt>
                <c:pt idx="93">
                  <c:v>100</c:v>
                </c:pt>
                <c:pt idx="94">
                  <c:v>100</c:v>
                </c:pt>
                <c:pt idx="95">
                  <c:v>100</c:v>
                </c:pt>
                <c:pt idx="96">
                  <c:v>100</c:v>
                </c:pt>
                <c:pt idx="97">
                  <c:v>100</c:v>
                </c:pt>
                <c:pt idx="98">
                  <c:v>100</c:v>
                </c:pt>
                <c:pt idx="99">
                  <c:v>100</c:v>
                </c:pt>
                <c:pt idx="100">
                  <c:v>100</c:v>
                </c:pt>
                <c:pt idx="101">
                  <c:v>100</c:v>
                </c:pt>
                <c:pt idx="102">
                  <c:v>100</c:v>
                </c:pt>
                <c:pt idx="103">
                  <c:v>100</c:v>
                </c:pt>
                <c:pt idx="104">
                  <c:v>100</c:v>
                </c:pt>
                <c:pt idx="105">
                  <c:v>100</c:v>
                </c:pt>
                <c:pt idx="106">
                  <c:v>100</c:v>
                </c:pt>
                <c:pt idx="107">
                  <c:v>100</c:v>
                </c:pt>
                <c:pt idx="108">
                  <c:v>100</c:v>
                </c:pt>
                <c:pt idx="109">
                  <c:v>100</c:v>
                </c:pt>
                <c:pt idx="110">
                  <c:v>100</c:v>
                </c:pt>
                <c:pt idx="111">
                  <c:v>100</c:v>
                </c:pt>
                <c:pt idx="112">
                  <c:v>100</c:v>
                </c:pt>
                <c:pt idx="113">
                  <c:v>100</c:v>
                </c:pt>
              </c:numCache>
            </c:numRef>
          </c:val>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0-23C0-4D9C-A8A4-2EF96B013F84}"/>
            </c:ext>
          </c:extLst>
        </c:ser>
        <c:ser>
          <c:idx val="1"/>
          <c:order val="1"/>
          <c:tx>
            <c:v>Intérêts simples uniquement</c:v>
          </c:tx>
          <c:spPr>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9525" cap="flat" cmpd="sng" algn="ctr">
              <a:solidFill>
                <a:schemeClr val="accent2">
                  <a:shade val="95000"/>
                </a:schemeClr>
              </a:solidFill>
              <a:round/>
            </a:ln>
            <a:effectLst/>
          </c:spPr>
          <c:invertIfNegative val="0"/>
          <c:dLbls>
            <c:delete val="1"/>
          </c:dLbls>
          <c:val>
            <c:numRef>
              <c:f>Sheet1!$J$4:$J$117</c:f>
              <c:numCache>
                <c:formatCode>General</c:formatCode>
                <c:ptCount val="114"/>
                <c:pt idx="0">
                  <c:v>5</c:v>
                </c:pt>
                <c:pt idx="1">
                  <c:v>10</c:v>
                </c:pt>
                <c:pt idx="2">
                  <c:v>15</c:v>
                </c:pt>
                <c:pt idx="3">
                  <c:v>20</c:v>
                </c:pt>
                <c:pt idx="4">
                  <c:v>25</c:v>
                </c:pt>
                <c:pt idx="5">
                  <c:v>30</c:v>
                </c:pt>
                <c:pt idx="6">
                  <c:v>35</c:v>
                </c:pt>
                <c:pt idx="7">
                  <c:v>40</c:v>
                </c:pt>
                <c:pt idx="8">
                  <c:v>45</c:v>
                </c:pt>
                <c:pt idx="9">
                  <c:v>50</c:v>
                </c:pt>
                <c:pt idx="10">
                  <c:v>55</c:v>
                </c:pt>
                <c:pt idx="11">
                  <c:v>60</c:v>
                </c:pt>
                <c:pt idx="12">
                  <c:v>65</c:v>
                </c:pt>
                <c:pt idx="13">
                  <c:v>70</c:v>
                </c:pt>
                <c:pt idx="14">
                  <c:v>75</c:v>
                </c:pt>
                <c:pt idx="15">
                  <c:v>80</c:v>
                </c:pt>
                <c:pt idx="16">
                  <c:v>85</c:v>
                </c:pt>
                <c:pt idx="17">
                  <c:v>90</c:v>
                </c:pt>
                <c:pt idx="18">
                  <c:v>95</c:v>
                </c:pt>
                <c:pt idx="19">
                  <c:v>100</c:v>
                </c:pt>
                <c:pt idx="20">
                  <c:v>105</c:v>
                </c:pt>
                <c:pt idx="21">
                  <c:v>110</c:v>
                </c:pt>
                <c:pt idx="22">
                  <c:v>115</c:v>
                </c:pt>
                <c:pt idx="23">
                  <c:v>120</c:v>
                </c:pt>
                <c:pt idx="24">
                  <c:v>125</c:v>
                </c:pt>
                <c:pt idx="25">
                  <c:v>130</c:v>
                </c:pt>
                <c:pt idx="26">
                  <c:v>135</c:v>
                </c:pt>
                <c:pt idx="27">
                  <c:v>140</c:v>
                </c:pt>
                <c:pt idx="28">
                  <c:v>145</c:v>
                </c:pt>
                <c:pt idx="29">
                  <c:v>150</c:v>
                </c:pt>
                <c:pt idx="30">
                  <c:v>155</c:v>
                </c:pt>
                <c:pt idx="31">
                  <c:v>160</c:v>
                </c:pt>
                <c:pt idx="32">
                  <c:v>165</c:v>
                </c:pt>
                <c:pt idx="33">
                  <c:v>170</c:v>
                </c:pt>
                <c:pt idx="34">
                  <c:v>175</c:v>
                </c:pt>
                <c:pt idx="35">
                  <c:v>180</c:v>
                </c:pt>
                <c:pt idx="36">
                  <c:v>185</c:v>
                </c:pt>
                <c:pt idx="37">
                  <c:v>190</c:v>
                </c:pt>
                <c:pt idx="38">
                  <c:v>195</c:v>
                </c:pt>
                <c:pt idx="39">
                  <c:v>200</c:v>
                </c:pt>
                <c:pt idx="40">
                  <c:v>205</c:v>
                </c:pt>
                <c:pt idx="41">
                  <c:v>210</c:v>
                </c:pt>
                <c:pt idx="42">
                  <c:v>215</c:v>
                </c:pt>
                <c:pt idx="43">
                  <c:v>220</c:v>
                </c:pt>
                <c:pt idx="44">
                  <c:v>225</c:v>
                </c:pt>
                <c:pt idx="45">
                  <c:v>230</c:v>
                </c:pt>
                <c:pt idx="46">
                  <c:v>235</c:v>
                </c:pt>
                <c:pt idx="47">
                  <c:v>240</c:v>
                </c:pt>
                <c:pt idx="48">
                  <c:v>245</c:v>
                </c:pt>
                <c:pt idx="49">
                  <c:v>250</c:v>
                </c:pt>
                <c:pt idx="50">
                  <c:v>255</c:v>
                </c:pt>
                <c:pt idx="51">
                  <c:v>260</c:v>
                </c:pt>
                <c:pt idx="52">
                  <c:v>265</c:v>
                </c:pt>
                <c:pt idx="53">
                  <c:v>270</c:v>
                </c:pt>
                <c:pt idx="54">
                  <c:v>275</c:v>
                </c:pt>
                <c:pt idx="55">
                  <c:v>280</c:v>
                </c:pt>
                <c:pt idx="56">
                  <c:v>285</c:v>
                </c:pt>
                <c:pt idx="57">
                  <c:v>290</c:v>
                </c:pt>
                <c:pt idx="58">
                  <c:v>295</c:v>
                </c:pt>
                <c:pt idx="59">
                  <c:v>300</c:v>
                </c:pt>
                <c:pt idx="60">
                  <c:v>305</c:v>
                </c:pt>
                <c:pt idx="61">
                  <c:v>310</c:v>
                </c:pt>
                <c:pt idx="62">
                  <c:v>315</c:v>
                </c:pt>
                <c:pt idx="63">
                  <c:v>320</c:v>
                </c:pt>
                <c:pt idx="64">
                  <c:v>325</c:v>
                </c:pt>
                <c:pt idx="65">
                  <c:v>330</c:v>
                </c:pt>
                <c:pt idx="66">
                  <c:v>335</c:v>
                </c:pt>
                <c:pt idx="67">
                  <c:v>340</c:v>
                </c:pt>
                <c:pt idx="68">
                  <c:v>345</c:v>
                </c:pt>
                <c:pt idx="69">
                  <c:v>350</c:v>
                </c:pt>
                <c:pt idx="70">
                  <c:v>355</c:v>
                </c:pt>
                <c:pt idx="71">
                  <c:v>360</c:v>
                </c:pt>
                <c:pt idx="72">
                  <c:v>365</c:v>
                </c:pt>
                <c:pt idx="73">
                  <c:v>370</c:v>
                </c:pt>
                <c:pt idx="74">
                  <c:v>375</c:v>
                </c:pt>
                <c:pt idx="75">
                  <c:v>380</c:v>
                </c:pt>
                <c:pt idx="76">
                  <c:v>385</c:v>
                </c:pt>
                <c:pt idx="77">
                  <c:v>390</c:v>
                </c:pt>
                <c:pt idx="78">
                  <c:v>395</c:v>
                </c:pt>
                <c:pt idx="79">
                  <c:v>400</c:v>
                </c:pt>
                <c:pt idx="80">
                  <c:v>405</c:v>
                </c:pt>
                <c:pt idx="81">
                  <c:v>410</c:v>
                </c:pt>
                <c:pt idx="82">
                  <c:v>415</c:v>
                </c:pt>
                <c:pt idx="83">
                  <c:v>420</c:v>
                </c:pt>
                <c:pt idx="84">
                  <c:v>425</c:v>
                </c:pt>
                <c:pt idx="85">
                  <c:v>430</c:v>
                </c:pt>
                <c:pt idx="86">
                  <c:v>435</c:v>
                </c:pt>
                <c:pt idx="87">
                  <c:v>440</c:v>
                </c:pt>
                <c:pt idx="88">
                  <c:v>445</c:v>
                </c:pt>
                <c:pt idx="89">
                  <c:v>450</c:v>
                </c:pt>
                <c:pt idx="90">
                  <c:v>455</c:v>
                </c:pt>
                <c:pt idx="91">
                  <c:v>460</c:v>
                </c:pt>
                <c:pt idx="92">
                  <c:v>465</c:v>
                </c:pt>
                <c:pt idx="93">
                  <c:v>470</c:v>
                </c:pt>
                <c:pt idx="94">
                  <c:v>475</c:v>
                </c:pt>
                <c:pt idx="95">
                  <c:v>480</c:v>
                </c:pt>
                <c:pt idx="96">
                  <c:v>485</c:v>
                </c:pt>
                <c:pt idx="97">
                  <c:v>490</c:v>
                </c:pt>
                <c:pt idx="98">
                  <c:v>495</c:v>
                </c:pt>
                <c:pt idx="99">
                  <c:v>500</c:v>
                </c:pt>
                <c:pt idx="100">
                  <c:v>505</c:v>
                </c:pt>
                <c:pt idx="101">
                  <c:v>510</c:v>
                </c:pt>
                <c:pt idx="102">
                  <c:v>515</c:v>
                </c:pt>
                <c:pt idx="103">
                  <c:v>520</c:v>
                </c:pt>
                <c:pt idx="104">
                  <c:v>525</c:v>
                </c:pt>
                <c:pt idx="105">
                  <c:v>530</c:v>
                </c:pt>
                <c:pt idx="106">
                  <c:v>535</c:v>
                </c:pt>
                <c:pt idx="107">
                  <c:v>540</c:v>
                </c:pt>
                <c:pt idx="108">
                  <c:v>545</c:v>
                </c:pt>
                <c:pt idx="109">
                  <c:v>550</c:v>
                </c:pt>
                <c:pt idx="110">
                  <c:v>555</c:v>
                </c:pt>
                <c:pt idx="111">
                  <c:v>560</c:v>
                </c:pt>
                <c:pt idx="112">
                  <c:v>565</c:v>
                </c:pt>
                <c:pt idx="113">
                  <c:v>570</c:v>
                </c:pt>
              </c:numCache>
            </c:numRef>
          </c:val>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1-23C0-4D9C-A8A4-2EF96B013F84}"/>
            </c:ext>
          </c:extLst>
        </c:ser>
        <c:ser>
          <c:idx val="2"/>
          <c:order val="2"/>
          <c:tx>
            <c:v>Gain supplémentaire grâce à la capitalisation</c:v>
          </c:tx>
          <c:spPr>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9525" cap="flat" cmpd="sng" algn="ctr">
              <a:solidFill>
                <a:schemeClr val="accent3">
                  <a:shade val="95000"/>
                </a:schemeClr>
              </a:solidFill>
              <a:round/>
            </a:ln>
            <a:effectLst/>
          </c:spPr>
          <c:invertIfNegative val="0"/>
          <c:dLbls>
            <c:delete val="1"/>
          </c:dLbls>
          <c:val>
            <c:numRef>
              <c:f>Sheet1!$O$4:$O$117</c:f>
              <c:numCache>
                <c:formatCode>General</c:formatCode>
                <c:ptCount val="114"/>
                <c:pt idx="0">
                  <c:v>0</c:v>
                </c:pt>
                <c:pt idx="1">
                  <c:v>0.25</c:v>
                </c:pt>
                <c:pt idx="2">
                  <c:v>0.75</c:v>
                </c:pt>
                <c:pt idx="3">
                  <c:v>1.5</c:v>
                </c:pt>
                <c:pt idx="4">
                  <c:v>2.5</c:v>
                </c:pt>
                <c:pt idx="5">
                  <c:v>3.75</c:v>
                </c:pt>
                <c:pt idx="6">
                  <c:v>5.25</c:v>
                </c:pt>
                <c:pt idx="7">
                  <c:v>7</c:v>
                </c:pt>
                <c:pt idx="8">
                  <c:v>9</c:v>
                </c:pt>
                <c:pt idx="9">
                  <c:v>11.25</c:v>
                </c:pt>
                <c:pt idx="10">
                  <c:v>13.75</c:v>
                </c:pt>
                <c:pt idx="11">
                  <c:v>16.5</c:v>
                </c:pt>
                <c:pt idx="12">
                  <c:v>19.5</c:v>
                </c:pt>
                <c:pt idx="13">
                  <c:v>22.75</c:v>
                </c:pt>
                <c:pt idx="14">
                  <c:v>26.25</c:v>
                </c:pt>
                <c:pt idx="15">
                  <c:v>30</c:v>
                </c:pt>
                <c:pt idx="16">
                  <c:v>34</c:v>
                </c:pt>
                <c:pt idx="17">
                  <c:v>38.25</c:v>
                </c:pt>
                <c:pt idx="18">
                  <c:v>42.75</c:v>
                </c:pt>
                <c:pt idx="19">
                  <c:v>47.5</c:v>
                </c:pt>
                <c:pt idx="20">
                  <c:v>52.5</c:v>
                </c:pt>
                <c:pt idx="21">
                  <c:v>57.75</c:v>
                </c:pt>
                <c:pt idx="22">
                  <c:v>63.25</c:v>
                </c:pt>
                <c:pt idx="23">
                  <c:v>69</c:v>
                </c:pt>
                <c:pt idx="24">
                  <c:v>75</c:v>
                </c:pt>
                <c:pt idx="25">
                  <c:v>81.25</c:v>
                </c:pt>
                <c:pt idx="26">
                  <c:v>87.75</c:v>
                </c:pt>
                <c:pt idx="27">
                  <c:v>94.5</c:v>
                </c:pt>
                <c:pt idx="28">
                  <c:v>101.5</c:v>
                </c:pt>
                <c:pt idx="29">
                  <c:v>108.75</c:v>
                </c:pt>
                <c:pt idx="30">
                  <c:v>116.25</c:v>
                </c:pt>
                <c:pt idx="31">
                  <c:v>124</c:v>
                </c:pt>
                <c:pt idx="32">
                  <c:v>132</c:v>
                </c:pt>
                <c:pt idx="33">
                  <c:v>140.25</c:v>
                </c:pt>
                <c:pt idx="34">
                  <c:v>148.75</c:v>
                </c:pt>
                <c:pt idx="35">
                  <c:v>157.5</c:v>
                </c:pt>
                <c:pt idx="36">
                  <c:v>166.5</c:v>
                </c:pt>
                <c:pt idx="37">
                  <c:v>175.75</c:v>
                </c:pt>
                <c:pt idx="38">
                  <c:v>185.25</c:v>
                </c:pt>
                <c:pt idx="39">
                  <c:v>195</c:v>
                </c:pt>
                <c:pt idx="40">
                  <c:v>205</c:v>
                </c:pt>
                <c:pt idx="41">
                  <c:v>215.25</c:v>
                </c:pt>
                <c:pt idx="42">
                  <c:v>225.75</c:v>
                </c:pt>
                <c:pt idx="43">
                  <c:v>236.5</c:v>
                </c:pt>
                <c:pt idx="44">
                  <c:v>247.5</c:v>
                </c:pt>
                <c:pt idx="45">
                  <c:v>258.75</c:v>
                </c:pt>
                <c:pt idx="46">
                  <c:v>270.25</c:v>
                </c:pt>
                <c:pt idx="47">
                  <c:v>282</c:v>
                </c:pt>
                <c:pt idx="48">
                  <c:v>294</c:v>
                </c:pt>
                <c:pt idx="49">
                  <c:v>306.25</c:v>
                </c:pt>
                <c:pt idx="50">
                  <c:v>318.75</c:v>
                </c:pt>
                <c:pt idx="51">
                  <c:v>331.5</c:v>
                </c:pt>
                <c:pt idx="52">
                  <c:v>344.5</c:v>
                </c:pt>
                <c:pt idx="53">
                  <c:v>357.75</c:v>
                </c:pt>
                <c:pt idx="54">
                  <c:v>371.25</c:v>
                </c:pt>
                <c:pt idx="55">
                  <c:v>385</c:v>
                </c:pt>
                <c:pt idx="56">
                  <c:v>399</c:v>
                </c:pt>
                <c:pt idx="57">
                  <c:v>413.25</c:v>
                </c:pt>
                <c:pt idx="58">
                  <c:v>427.75</c:v>
                </c:pt>
                <c:pt idx="59">
                  <c:v>442.5</c:v>
                </c:pt>
                <c:pt idx="60">
                  <c:v>457.5</c:v>
                </c:pt>
                <c:pt idx="61">
                  <c:v>472.75</c:v>
                </c:pt>
                <c:pt idx="62">
                  <c:v>488.25</c:v>
                </c:pt>
                <c:pt idx="63">
                  <c:v>504</c:v>
                </c:pt>
                <c:pt idx="64">
                  <c:v>520</c:v>
                </c:pt>
                <c:pt idx="65">
                  <c:v>536.25</c:v>
                </c:pt>
                <c:pt idx="66">
                  <c:v>552.75</c:v>
                </c:pt>
                <c:pt idx="67">
                  <c:v>569.5</c:v>
                </c:pt>
                <c:pt idx="68">
                  <c:v>586.5</c:v>
                </c:pt>
                <c:pt idx="69">
                  <c:v>603.75</c:v>
                </c:pt>
                <c:pt idx="70">
                  <c:v>621.25</c:v>
                </c:pt>
                <c:pt idx="71">
                  <c:v>639</c:v>
                </c:pt>
                <c:pt idx="72">
                  <c:v>657</c:v>
                </c:pt>
                <c:pt idx="73">
                  <c:v>675.25</c:v>
                </c:pt>
                <c:pt idx="74">
                  <c:v>693.75</c:v>
                </c:pt>
                <c:pt idx="75">
                  <c:v>712.5</c:v>
                </c:pt>
                <c:pt idx="76">
                  <c:v>731.5</c:v>
                </c:pt>
                <c:pt idx="77">
                  <c:v>750.75</c:v>
                </c:pt>
                <c:pt idx="78">
                  <c:v>770.25</c:v>
                </c:pt>
                <c:pt idx="79">
                  <c:v>790</c:v>
                </c:pt>
                <c:pt idx="80">
                  <c:v>810</c:v>
                </c:pt>
                <c:pt idx="81">
                  <c:v>830.25</c:v>
                </c:pt>
                <c:pt idx="82">
                  <c:v>850.75</c:v>
                </c:pt>
                <c:pt idx="83">
                  <c:v>871.5</c:v>
                </c:pt>
                <c:pt idx="84">
                  <c:v>892.5</c:v>
                </c:pt>
                <c:pt idx="85">
                  <c:v>913.75</c:v>
                </c:pt>
                <c:pt idx="86">
                  <c:v>935.25</c:v>
                </c:pt>
                <c:pt idx="87">
                  <c:v>957</c:v>
                </c:pt>
                <c:pt idx="88">
                  <c:v>979</c:v>
                </c:pt>
                <c:pt idx="89">
                  <c:v>1001.25</c:v>
                </c:pt>
                <c:pt idx="90">
                  <c:v>1023.75</c:v>
                </c:pt>
                <c:pt idx="91">
                  <c:v>1046.5</c:v>
                </c:pt>
                <c:pt idx="92">
                  <c:v>1069.5</c:v>
                </c:pt>
                <c:pt idx="93">
                  <c:v>1092.75</c:v>
                </c:pt>
                <c:pt idx="94">
                  <c:v>1116.25</c:v>
                </c:pt>
                <c:pt idx="95">
                  <c:v>1140</c:v>
                </c:pt>
                <c:pt idx="96">
                  <c:v>1164</c:v>
                </c:pt>
                <c:pt idx="97">
                  <c:v>1188.25</c:v>
                </c:pt>
                <c:pt idx="98">
                  <c:v>1212.75</c:v>
                </c:pt>
                <c:pt idx="99">
                  <c:v>1237.5</c:v>
                </c:pt>
                <c:pt idx="100">
                  <c:v>1262.5</c:v>
                </c:pt>
                <c:pt idx="101">
                  <c:v>1287.75</c:v>
                </c:pt>
                <c:pt idx="102">
                  <c:v>1313.25</c:v>
                </c:pt>
                <c:pt idx="103">
                  <c:v>1339</c:v>
                </c:pt>
                <c:pt idx="104">
                  <c:v>1365</c:v>
                </c:pt>
                <c:pt idx="105">
                  <c:v>1391.25</c:v>
                </c:pt>
                <c:pt idx="106">
                  <c:v>1417.75</c:v>
                </c:pt>
                <c:pt idx="107">
                  <c:v>1444.5</c:v>
                </c:pt>
                <c:pt idx="108">
                  <c:v>1471.5</c:v>
                </c:pt>
                <c:pt idx="109">
                  <c:v>1498.75</c:v>
                </c:pt>
                <c:pt idx="110">
                  <c:v>1526.25</c:v>
                </c:pt>
                <c:pt idx="111">
                  <c:v>1554</c:v>
                </c:pt>
                <c:pt idx="112">
                  <c:v>1582</c:v>
                </c:pt>
                <c:pt idx="113">
                  <c:v>1610.25</c:v>
                </c:pt>
              </c:numCache>
            </c:numRef>
          </c:val>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2-23C0-4D9C-A8A4-2EF96B013F84}"/>
            </c:ext>
          </c:extLst>
        </c:ser>
        <c:dLbls>
          <c:dLblPos val="ctr"/>
          <c:showLegendKey val="0"/>
          <c:showVal val="1"/>
          <c:showCatName val="0"/>
          <c:showSerName val="0"/>
          <c:showPercent val="0"/>
          <c:showBubbleSize val="0"/>
        </c:dLbls>
        <c:gapWidth val="150"/>
        <c:overlap val="100"/>
        <c:axId val="2085144991"/>
        <c:axId val="2085144511"/>
      </c:barChart>
      <c:catAx>
        <c:axId val="2085144991"/>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fr-FR"/>
          </a:p>
        </c:txPr>
        <c:crossAx val="2085144511"/>
        <c:crosses val="autoZero"/>
        <c:auto val="1"/>
        <c:lblAlgn val="ctr"/>
        <c:lblOffset val="100"/>
        <c:noMultiLvlLbl val="0"/>
      </c:catAx>
      <c:valAx>
        <c:axId val="208514451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fr-FR"/>
          </a:p>
        </c:txPr>
        <c:crossAx val="2085144991"/>
        <c:crosses val="autoZero"/>
        <c:crossBetween val="between"/>
      </c:valAx>
      <c:spPr>
        <a:noFill/>
        <a:ln>
          <a:noFill/>
        </a:ln>
        <a:effectLst/>
      </c:spPr>
    </c:plotArea>
    <c:legend>
      <c:legendPos val="b"/>
      <c:layout>
        <c:manualLayout>
          <c:xMode val="edge"/>
          <c:yMode val="edge"/>
          <c:x val="1.3376428682135436E-3"/>
          <c:y val="0.85024610313473659"/>
          <c:w val="0.99514731559319203"/>
          <c:h val="0.14487086001621399"/>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fr-FR"/>
        </a:p>
      </c:txPr>
    </c:legend>
    <c:plotVisOnly val="1"/>
    <c:dispBlanksAs val="gap"/>
    <c:showDLblsOverMax val="0"/>
    <c:extLst xmlns:mc="http://schemas.openxmlformats.org/markup-compatibility/2006" xmlns:c14="http://schemas.microsoft.com/office/drawing/2007/8/2/chart" xmlns:c16="http://schemas.microsoft.com/office/drawing/2014/chart" xmlns:c16r3="http://schemas.microsoft.com/office/drawing/2017/03/char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400">
          <a:solidFill>
            <a:schemeClr val="tx1"/>
          </a:solidFill>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80" b="0" i="0" u="none" strike="noStrike" kern="1200" spc="0" baseline="0">
                <a:solidFill>
                  <a:schemeClr val="tx1">
                    <a:lumMod val="65000"/>
                    <a:lumOff val="35000"/>
                  </a:schemeClr>
                </a:solidFill>
                <a:latin typeface="+mn-lt"/>
                <a:ea typeface="+mn-ea"/>
                <a:cs typeface="+mn-cs"/>
              </a:defRPr>
            </a:pPr>
            <a:r>
              <a:rPr lang="fr-CA"/>
              <a:t>Montant accumulé à la fin de chaque année</a:t>
            </a:r>
          </a:p>
        </c:rich>
      </c:tx>
      <c:overlay val="0"/>
      <c:spPr>
        <a:noFill/>
        <a:ln>
          <a:noFill/>
        </a:ln>
        <a:effectLst/>
      </c:spPr>
      <c:txPr>
        <a:bodyPr rot="0" spcFirstLastPara="1" vertOverflow="ellipsis" vert="horz" wrap="square" anchor="ctr" anchorCtr="1"/>
        <a:lstStyle/>
        <a:p>
          <a:pPr>
            <a:defRPr sz="1680" b="0" i="0" u="none" strike="noStrike" kern="1200" spc="0" baseline="0">
              <a:solidFill>
                <a:schemeClr val="tx1">
                  <a:lumMod val="65000"/>
                  <a:lumOff val="35000"/>
                </a:schemeClr>
              </a:solidFill>
              <a:latin typeface="+mn-lt"/>
              <a:ea typeface="+mn-ea"/>
              <a:cs typeface="+mn-cs"/>
            </a:defRPr>
          </a:pPr>
          <a:endParaRPr lang="fr-CA"/>
        </a:p>
      </c:txPr>
    </c:title>
    <c:autoTitleDeleted val="0"/>
    <c:plotArea>
      <c:layout/>
      <c:lineChart>
        <c:grouping val="standard"/>
        <c:varyColors val="0"/>
        <c:ser>
          <c:idx val="0"/>
          <c:order val="0"/>
          <c:tx>
            <c:strRef>
              <c:f>Sheet1!$I$2</c:f>
              <c:strCache>
                <c:ptCount val="1"/>
                <c:pt idx="0">
                  <c:v>Intérêt simple</c:v>
                </c:pt>
              </c:strCache>
            </c:strRef>
          </c:tx>
          <c:spPr>
            <a:ln w="28575" cap="rnd">
              <a:solidFill>
                <a:schemeClr val="accent1"/>
              </a:solidFill>
              <a:round/>
            </a:ln>
            <a:effectLst/>
          </c:spPr>
          <c:marker>
            <c:symbol val="none"/>
          </c:marker>
          <c:val>
            <c:numRef>
              <c:f>Sheet1!$K$4:$K$113</c:f>
              <c:numCache>
                <c:formatCode>General</c:formatCode>
                <c:ptCount val="110"/>
                <c:pt idx="0">
                  <c:v>105</c:v>
                </c:pt>
                <c:pt idx="1">
                  <c:v>110</c:v>
                </c:pt>
                <c:pt idx="2">
                  <c:v>115</c:v>
                </c:pt>
                <c:pt idx="3">
                  <c:v>120</c:v>
                </c:pt>
                <c:pt idx="4">
                  <c:v>125</c:v>
                </c:pt>
                <c:pt idx="5">
                  <c:v>130</c:v>
                </c:pt>
                <c:pt idx="6">
                  <c:v>135</c:v>
                </c:pt>
                <c:pt idx="7">
                  <c:v>140</c:v>
                </c:pt>
                <c:pt idx="8">
                  <c:v>145</c:v>
                </c:pt>
                <c:pt idx="9">
                  <c:v>150</c:v>
                </c:pt>
                <c:pt idx="10">
                  <c:v>155</c:v>
                </c:pt>
                <c:pt idx="11">
                  <c:v>160</c:v>
                </c:pt>
                <c:pt idx="12">
                  <c:v>165</c:v>
                </c:pt>
                <c:pt idx="13">
                  <c:v>170</c:v>
                </c:pt>
                <c:pt idx="14">
                  <c:v>175</c:v>
                </c:pt>
                <c:pt idx="15">
                  <c:v>180</c:v>
                </c:pt>
                <c:pt idx="16">
                  <c:v>185</c:v>
                </c:pt>
                <c:pt idx="17">
                  <c:v>190</c:v>
                </c:pt>
                <c:pt idx="18">
                  <c:v>195</c:v>
                </c:pt>
                <c:pt idx="19">
                  <c:v>200</c:v>
                </c:pt>
                <c:pt idx="20">
                  <c:v>205</c:v>
                </c:pt>
                <c:pt idx="21">
                  <c:v>210</c:v>
                </c:pt>
                <c:pt idx="22">
                  <c:v>215</c:v>
                </c:pt>
                <c:pt idx="23">
                  <c:v>220</c:v>
                </c:pt>
                <c:pt idx="24">
                  <c:v>225</c:v>
                </c:pt>
                <c:pt idx="25">
                  <c:v>230</c:v>
                </c:pt>
                <c:pt idx="26">
                  <c:v>235</c:v>
                </c:pt>
                <c:pt idx="27">
                  <c:v>240</c:v>
                </c:pt>
                <c:pt idx="28">
                  <c:v>245</c:v>
                </c:pt>
                <c:pt idx="29">
                  <c:v>250</c:v>
                </c:pt>
                <c:pt idx="30">
                  <c:v>255</c:v>
                </c:pt>
                <c:pt idx="31">
                  <c:v>260</c:v>
                </c:pt>
                <c:pt idx="32">
                  <c:v>265</c:v>
                </c:pt>
                <c:pt idx="33">
                  <c:v>270</c:v>
                </c:pt>
                <c:pt idx="34">
                  <c:v>275</c:v>
                </c:pt>
                <c:pt idx="35">
                  <c:v>280</c:v>
                </c:pt>
                <c:pt idx="36">
                  <c:v>285</c:v>
                </c:pt>
                <c:pt idx="37">
                  <c:v>290</c:v>
                </c:pt>
                <c:pt idx="38">
                  <c:v>295</c:v>
                </c:pt>
                <c:pt idx="39">
                  <c:v>300</c:v>
                </c:pt>
                <c:pt idx="40">
                  <c:v>305</c:v>
                </c:pt>
                <c:pt idx="41">
                  <c:v>310</c:v>
                </c:pt>
                <c:pt idx="42">
                  <c:v>315</c:v>
                </c:pt>
                <c:pt idx="43">
                  <c:v>320</c:v>
                </c:pt>
                <c:pt idx="44">
                  <c:v>325</c:v>
                </c:pt>
                <c:pt idx="45">
                  <c:v>330</c:v>
                </c:pt>
                <c:pt idx="46">
                  <c:v>335</c:v>
                </c:pt>
                <c:pt idx="47">
                  <c:v>340</c:v>
                </c:pt>
                <c:pt idx="48">
                  <c:v>345</c:v>
                </c:pt>
                <c:pt idx="49">
                  <c:v>350</c:v>
                </c:pt>
                <c:pt idx="50">
                  <c:v>355</c:v>
                </c:pt>
                <c:pt idx="51">
                  <c:v>360</c:v>
                </c:pt>
                <c:pt idx="52">
                  <c:v>365</c:v>
                </c:pt>
                <c:pt idx="53">
                  <c:v>370</c:v>
                </c:pt>
                <c:pt idx="54">
                  <c:v>375</c:v>
                </c:pt>
                <c:pt idx="55">
                  <c:v>380</c:v>
                </c:pt>
                <c:pt idx="56">
                  <c:v>385</c:v>
                </c:pt>
                <c:pt idx="57">
                  <c:v>390</c:v>
                </c:pt>
                <c:pt idx="58">
                  <c:v>395</c:v>
                </c:pt>
                <c:pt idx="59">
                  <c:v>400</c:v>
                </c:pt>
                <c:pt idx="60">
                  <c:v>405</c:v>
                </c:pt>
                <c:pt idx="61">
                  <c:v>410</c:v>
                </c:pt>
                <c:pt idx="62">
                  <c:v>415</c:v>
                </c:pt>
                <c:pt idx="63">
                  <c:v>420</c:v>
                </c:pt>
                <c:pt idx="64">
                  <c:v>425</c:v>
                </c:pt>
                <c:pt idx="65">
                  <c:v>430</c:v>
                </c:pt>
                <c:pt idx="66">
                  <c:v>435</c:v>
                </c:pt>
                <c:pt idx="67">
                  <c:v>440</c:v>
                </c:pt>
                <c:pt idx="68">
                  <c:v>445</c:v>
                </c:pt>
                <c:pt idx="69">
                  <c:v>450</c:v>
                </c:pt>
                <c:pt idx="70">
                  <c:v>455</c:v>
                </c:pt>
                <c:pt idx="71">
                  <c:v>460</c:v>
                </c:pt>
                <c:pt idx="72">
                  <c:v>465</c:v>
                </c:pt>
                <c:pt idx="73">
                  <c:v>470</c:v>
                </c:pt>
                <c:pt idx="74">
                  <c:v>475</c:v>
                </c:pt>
                <c:pt idx="75">
                  <c:v>480</c:v>
                </c:pt>
                <c:pt idx="76">
                  <c:v>485</c:v>
                </c:pt>
                <c:pt idx="77">
                  <c:v>490</c:v>
                </c:pt>
                <c:pt idx="78">
                  <c:v>495</c:v>
                </c:pt>
                <c:pt idx="79">
                  <c:v>500</c:v>
                </c:pt>
                <c:pt idx="80">
                  <c:v>505</c:v>
                </c:pt>
                <c:pt idx="81">
                  <c:v>510</c:v>
                </c:pt>
                <c:pt idx="82">
                  <c:v>515</c:v>
                </c:pt>
                <c:pt idx="83">
                  <c:v>520</c:v>
                </c:pt>
                <c:pt idx="84">
                  <c:v>525</c:v>
                </c:pt>
                <c:pt idx="85">
                  <c:v>530</c:v>
                </c:pt>
                <c:pt idx="86">
                  <c:v>535</c:v>
                </c:pt>
                <c:pt idx="87">
                  <c:v>540</c:v>
                </c:pt>
                <c:pt idx="88">
                  <c:v>545</c:v>
                </c:pt>
                <c:pt idx="89">
                  <c:v>550</c:v>
                </c:pt>
                <c:pt idx="90">
                  <c:v>555</c:v>
                </c:pt>
                <c:pt idx="91">
                  <c:v>560</c:v>
                </c:pt>
                <c:pt idx="92">
                  <c:v>565</c:v>
                </c:pt>
                <c:pt idx="93">
                  <c:v>570</c:v>
                </c:pt>
                <c:pt idx="94">
                  <c:v>575</c:v>
                </c:pt>
                <c:pt idx="95">
                  <c:v>580</c:v>
                </c:pt>
                <c:pt idx="96">
                  <c:v>585</c:v>
                </c:pt>
                <c:pt idx="97">
                  <c:v>590</c:v>
                </c:pt>
                <c:pt idx="98">
                  <c:v>595</c:v>
                </c:pt>
                <c:pt idx="99">
                  <c:v>600</c:v>
                </c:pt>
                <c:pt idx="100">
                  <c:v>605</c:v>
                </c:pt>
                <c:pt idx="101">
                  <c:v>610</c:v>
                </c:pt>
                <c:pt idx="102">
                  <c:v>615</c:v>
                </c:pt>
                <c:pt idx="103">
                  <c:v>620</c:v>
                </c:pt>
                <c:pt idx="104">
                  <c:v>625</c:v>
                </c:pt>
                <c:pt idx="105">
                  <c:v>630</c:v>
                </c:pt>
                <c:pt idx="106">
                  <c:v>635</c:v>
                </c:pt>
                <c:pt idx="107">
                  <c:v>640</c:v>
                </c:pt>
                <c:pt idx="108">
                  <c:v>645</c:v>
                </c:pt>
                <c:pt idx="109">
                  <c:v>650</c:v>
                </c:pt>
              </c:numCache>
            </c:numRef>
          </c:val>
          <c:smooth val="0"/>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0-B2AD-4566-B7A8-DD3BE215A438}"/>
            </c:ext>
          </c:extLst>
        </c:ser>
        <c:ser>
          <c:idx val="1"/>
          <c:order val="1"/>
          <c:tx>
            <c:strRef>
              <c:f>Sheet1!$L$2</c:f>
              <c:strCache>
                <c:ptCount val="1"/>
                <c:pt idx="0">
                  <c:v>Intérêt composé</c:v>
                </c:pt>
              </c:strCache>
            </c:strRef>
          </c:tx>
          <c:spPr>
            <a:ln w="28575" cap="rnd">
              <a:solidFill>
                <a:schemeClr val="accent2"/>
              </a:solidFill>
              <a:round/>
            </a:ln>
            <a:effectLst/>
          </c:spPr>
          <c:marker>
            <c:symbol val="none"/>
          </c:marker>
          <c:val>
            <c:numRef>
              <c:f>Sheet1!$N$4:$N$113</c:f>
              <c:numCache>
                <c:formatCode>General</c:formatCode>
                <c:ptCount val="110"/>
                <c:pt idx="0">
                  <c:v>105</c:v>
                </c:pt>
                <c:pt idx="1">
                  <c:v>110.25</c:v>
                </c:pt>
                <c:pt idx="2">
                  <c:v>115.75</c:v>
                </c:pt>
                <c:pt idx="3">
                  <c:v>121.5</c:v>
                </c:pt>
                <c:pt idx="4">
                  <c:v>127.5</c:v>
                </c:pt>
                <c:pt idx="5">
                  <c:v>133.75</c:v>
                </c:pt>
                <c:pt idx="6">
                  <c:v>140.25</c:v>
                </c:pt>
                <c:pt idx="7">
                  <c:v>147</c:v>
                </c:pt>
                <c:pt idx="8">
                  <c:v>154</c:v>
                </c:pt>
                <c:pt idx="9">
                  <c:v>161.25</c:v>
                </c:pt>
                <c:pt idx="10">
                  <c:v>168.75</c:v>
                </c:pt>
                <c:pt idx="11">
                  <c:v>176.5</c:v>
                </c:pt>
                <c:pt idx="12">
                  <c:v>184.5</c:v>
                </c:pt>
                <c:pt idx="13">
                  <c:v>192.75</c:v>
                </c:pt>
                <c:pt idx="14">
                  <c:v>201.25</c:v>
                </c:pt>
                <c:pt idx="15">
                  <c:v>210</c:v>
                </c:pt>
                <c:pt idx="16">
                  <c:v>219</c:v>
                </c:pt>
                <c:pt idx="17">
                  <c:v>228.25</c:v>
                </c:pt>
                <c:pt idx="18">
                  <c:v>237.75</c:v>
                </c:pt>
                <c:pt idx="19">
                  <c:v>247.5</c:v>
                </c:pt>
                <c:pt idx="20">
                  <c:v>257.5</c:v>
                </c:pt>
                <c:pt idx="21">
                  <c:v>267.75</c:v>
                </c:pt>
                <c:pt idx="22">
                  <c:v>278.25</c:v>
                </c:pt>
                <c:pt idx="23">
                  <c:v>289</c:v>
                </c:pt>
                <c:pt idx="24">
                  <c:v>300</c:v>
                </c:pt>
                <c:pt idx="25">
                  <c:v>311.25</c:v>
                </c:pt>
                <c:pt idx="26">
                  <c:v>322.75</c:v>
                </c:pt>
                <c:pt idx="27">
                  <c:v>334.5</c:v>
                </c:pt>
                <c:pt idx="28">
                  <c:v>346.5</c:v>
                </c:pt>
                <c:pt idx="29">
                  <c:v>358.75</c:v>
                </c:pt>
                <c:pt idx="30">
                  <c:v>371.25</c:v>
                </c:pt>
                <c:pt idx="31">
                  <c:v>384</c:v>
                </c:pt>
                <c:pt idx="32">
                  <c:v>397</c:v>
                </c:pt>
                <c:pt idx="33">
                  <c:v>410.25</c:v>
                </c:pt>
                <c:pt idx="34">
                  <c:v>423.75</c:v>
                </c:pt>
                <c:pt idx="35">
                  <c:v>437.5</c:v>
                </c:pt>
                <c:pt idx="36">
                  <c:v>451.5</c:v>
                </c:pt>
                <c:pt idx="37">
                  <c:v>465.75</c:v>
                </c:pt>
                <c:pt idx="38">
                  <c:v>480.25</c:v>
                </c:pt>
                <c:pt idx="39">
                  <c:v>495</c:v>
                </c:pt>
                <c:pt idx="40">
                  <c:v>510</c:v>
                </c:pt>
                <c:pt idx="41">
                  <c:v>525.25</c:v>
                </c:pt>
                <c:pt idx="42">
                  <c:v>540.75</c:v>
                </c:pt>
                <c:pt idx="43">
                  <c:v>556.5</c:v>
                </c:pt>
                <c:pt idx="44">
                  <c:v>572.5</c:v>
                </c:pt>
                <c:pt idx="45">
                  <c:v>588.75</c:v>
                </c:pt>
                <c:pt idx="46">
                  <c:v>605.25</c:v>
                </c:pt>
                <c:pt idx="47">
                  <c:v>622</c:v>
                </c:pt>
                <c:pt idx="48">
                  <c:v>639</c:v>
                </c:pt>
                <c:pt idx="49">
                  <c:v>656.25</c:v>
                </c:pt>
                <c:pt idx="50">
                  <c:v>673.75</c:v>
                </c:pt>
                <c:pt idx="51">
                  <c:v>691.5</c:v>
                </c:pt>
                <c:pt idx="52">
                  <c:v>709.5</c:v>
                </c:pt>
                <c:pt idx="53">
                  <c:v>727.75</c:v>
                </c:pt>
                <c:pt idx="54">
                  <c:v>746.25</c:v>
                </c:pt>
                <c:pt idx="55">
                  <c:v>765</c:v>
                </c:pt>
                <c:pt idx="56">
                  <c:v>784</c:v>
                </c:pt>
                <c:pt idx="57">
                  <c:v>803.25</c:v>
                </c:pt>
                <c:pt idx="58">
                  <c:v>822.75</c:v>
                </c:pt>
                <c:pt idx="59">
                  <c:v>842.5</c:v>
                </c:pt>
                <c:pt idx="60">
                  <c:v>862.5</c:v>
                </c:pt>
                <c:pt idx="61">
                  <c:v>882.75</c:v>
                </c:pt>
                <c:pt idx="62">
                  <c:v>903.25</c:v>
                </c:pt>
                <c:pt idx="63">
                  <c:v>924</c:v>
                </c:pt>
                <c:pt idx="64">
                  <c:v>945</c:v>
                </c:pt>
                <c:pt idx="65">
                  <c:v>966.25</c:v>
                </c:pt>
                <c:pt idx="66">
                  <c:v>987.75</c:v>
                </c:pt>
                <c:pt idx="67">
                  <c:v>1009.5</c:v>
                </c:pt>
                <c:pt idx="68">
                  <c:v>1031.5</c:v>
                </c:pt>
                <c:pt idx="69">
                  <c:v>1053.75</c:v>
                </c:pt>
                <c:pt idx="70">
                  <c:v>1076.25</c:v>
                </c:pt>
                <c:pt idx="71">
                  <c:v>1099</c:v>
                </c:pt>
                <c:pt idx="72">
                  <c:v>1122</c:v>
                </c:pt>
                <c:pt idx="73">
                  <c:v>1145.25</c:v>
                </c:pt>
                <c:pt idx="74">
                  <c:v>1168.75</c:v>
                </c:pt>
                <c:pt idx="75">
                  <c:v>1192.5</c:v>
                </c:pt>
                <c:pt idx="76">
                  <c:v>1216.5</c:v>
                </c:pt>
                <c:pt idx="77">
                  <c:v>1240.75</c:v>
                </c:pt>
                <c:pt idx="78">
                  <c:v>1265.25</c:v>
                </c:pt>
                <c:pt idx="79">
                  <c:v>1290</c:v>
                </c:pt>
                <c:pt idx="80">
                  <c:v>1315</c:v>
                </c:pt>
                <c:pt idx="81">
                  <c:v>1340.25</c:v>
                </c:pt>
                <c:pt idx="82">
                  <c:v>1365.75</c:v>
                </c:pt>
                <c:pt idx="83">
                  <c:v>1391.5</c:v>
                </c:pt>
                <c:pt idx="84">
                  <c:v>1417.5</c:v>
                </c:pt>
                <c:pt idx="85">
                  <c:v>1443.75</c:v>
                </c:pt>
                <c:pt idx="86">
                  <c:v>1470.25</c:v>
                </c:pt>
                <c:pt idx="87">
                  <c:v>1497</c:v>
                </c:pt>
                <c:pt idx="88">
                  <c:v>1524</c:v>
                </c:pt>
                <c:pt idx="89">
                  <c:v>1551.25</c:v>
                </c:pt>
                <c:pt idx="90">
                  <c:v>1578.75</c:v>
                </c:pt>
                <c:pt idx="91">
                  <c:v>1606.5</c:v>
                </c:pt>
                <c:pt idx="92">
                  <c:v>1634.5</c:v>
                </c:pt>
                <c:pt idx="93">
                  <c:v>1662.75</c:v>
                </c:pt>
                <c:pt idx="94">
                  <c:v>1691.25</c:v>
                </c:pt>
                <c:pt idx="95">
                  <c:v>1720</c:v>
                </c:pt>
                <c:pt idx="96">
                  <c:v>1749</c:v>
                </c:pt>
                <c:pt idx="97">
                  <c:v>1778.25</c:v>
                </c:pt>
                <c:pt idx="98">
                  <c:v>1807.75</c:v>
                </c:pt>
                <c:pt idx="99">
                  <c:v>1837.5</c:v>
                </c:pt>
                <c:pt idx="100">
                  <c:v>1867.5</c:v>
                </c:pt>
                <c:pt idx="101">
                  <c:v>1897.75</c:v>
                </c:pt>
                <c:pt idx="102">
                  <c:v>1928.25</c:v>
                </c:pt>
                <c:pt idx="103">
                  <c:v>1959</c:v>
                </c:pt>
                <c:pt idx="104">
                  <c:v>1990</c:v>
                </c:pt>
                <c:pt idx="105">
                  <c:v>2021.25</c:v>
                </c:pt>
                <c:pt idx="106">
                  <c:v>2052.75</c:v>
                </c:pt>
                <c:pt idx="107">
                  <c:v>2084.5</c:v>
                </c:pt>
                <c:pt idx="108">
                  <c:v>2116.5</c:v>
                </c:pt>
                <c:pt idx="109">
                  <c:v>2148.75</c:v>
                </c:pt>
              </c:numCache>
            </c:numRef>
          </c:val>
          <c:smooth val="0"/>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1-B2AD-4566-B7A8-DD3BE215A438}"/>
            </c:ext>
          </c:extLst>
        </c:ser>
        <c:dLbls>
          <c:showLegendKey val="0"/>
          <c:showVal val="0"/>
          <c:showCatName val="0"/>
          <c:showSerName val="0"/>
          <c:showPercent val="0"/>
          <c:showBubbleSize val="0"/>
        </c:dLbls>
        <c:smooth val="0"/>
        <c:axId val="1977932639"/>
        <c:axId val="1977926879"/>
      </c:lineChart>
      <c:catAx>
        <c:axId val="19779326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fr-FR"/>
          </a:p>
        </c:txPr>
        <c:crossAx val="1977926879"/>
        <c:crosses val="autoZero"/>
        <c:auto val="1"/>
        <c:lblAlgn val="ctr"/>
        <c:lblOffset val="100"/>
        <c:noMultiLvlLbl val="0"/>
      </c:catAx>
      <c:valAx>
        <c:axId val="19779268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fr-FR"/>
          </a:p>
        </c:txPr>
        <c:crossAx val="197793263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extLst xmlns:mc="http://schemas.openxmlformats.org/markup-compatibility/2006" xmlns:c14="http://schemas.microsoft.com/office/drawing/2007/8/2/chart" xmlns:c16="http://schemas.microsoft.com/office/drawing/2014/chart" xmlns:c16r3="http://schemas.microsoft.com/office/drawing/2017/03/char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400"/>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01">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svg"/><Relationship Id="rId1" Type="http://schemas.openxmlformats.org/officeDocument/2006/relationships/hyperlink" Target="mailto:melanie.2.caron@hec.ca" TargetMode="Externa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diagrams/_rels/data3.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svg"/><Relationship Id="rId1" Type="http://schemas.openxmlformats.org/officeDocument/2006/relationships/image" Target="../media/image3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hyperlink" Target="mailto:melanie.2.caron@hec.ca" TargetMode="External"/><Relationship Id="rId1" Type="http://schemas.openxmlformats.org/officeDocument/2006/relationships/image" Target="../media/image5.svg"/><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diagrams/_rels/drawing3.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svg"/><Relationship Id="rId1" Type="http://schemas.openxmlformats.org/officeDocument/2006/relationships/image" Target="../media/image36.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BAC173F-B049-44E5-AB86-EBD5EAA805B1}" type="doc">
      <dgm:prSet loTypeId="urn:microsoft.com/office/officeart/2018/2/layout/IconVerticalSolidList" loCatId="icon" qsTypeId="urn:microsoft.com/office/officeart/2005/8/quickstyle/simple5" qsCatId="simple" csTypeId="urn:microsoft.com/office/officeart/2005/8/colors/colorful1" csCatId="colorful" phldr="1"/>
      <dgm:spPr/>
      <dgm:t>
        <a:bodyPr/>
        <a:lstStyle/>
        <a:p>
          <a:endParaRPr lang="en-US"/>
        </a:p>
      </dgm:t>
    </dgm:pt>
    <dgm:pt modelId="{6816EED1-AD56-41F0-ADE1-34FFBB070148}">
      <dgm:prSet custT="1"/>
      <dgm:spPr/>
      <dgm:t>
        <a:bodyPr/>
        <a:lstStyle/>
        <a:p>
          <a:pPr>
            <a:lnSpc>
              <a:spcPct val="100000"/>
            </a:lnSpc>
          </a:pPr>
          <a:r>
            <a:rPr lang="fr-CA" sz="1800" dirty="0"/>
            <a:t>Enseignante : Mélanie Harris **** </a:t>
          </a:r>
          <a:r>
            <a:rPr lang="fr-CA" sz="1800" dirty="0">
              <a:hlinkClick xmlns:r="http://schemas.openxmlformats.org/officeDocument/2006/relationships" r:id="rId1"/>
            </a:rPr>
            <a:t>melanie.2.caron@hec.ca </a:t>
          </a:r>
          <a:r>
            <a:rPr lang="fr-CA" sz="1800" dirty="0"/>
            <a:t>****</a:t>
          </a:r>
          <a:endParaRPr lang="en-US" sz="1800" dirty="0"/>
        </a:p>
      </dgm:t>
    </dgm:pt>
    <dgm:pt modelId="{CE0D0ABD-6F16-4C9D-81B0-12B20FE9FA2A}" type="parTrans" cxnId="{A5E22956-AD54-4E5A-80C5-8CAF1D2C2959}">
      <dgm:prSet/>
      <dgm:spPr/>
      <dgm:t>
        <a:bodyPr/>
        <a:lstStyle/>
        <a:p>
          <a:endParaRPr lang="en-US" sz="2000"/>
        </a:p>
      </dgm:t>
    </dgm:pt>
    <dgm:pt modelId="{E7120FAB-A592-4814-BECA-F5BF25457842}" type="sibTrans" cxnId="{A5E22956-AD54-4E5A-80C5-8CAF1D2C2959}">
      <dgm:prSet/>
      <dgm:spPr/>
      <dgm:t>
        <a:bodyPr/>
        <a:lstStyle/>
        <a:p>
          <a:endParaRPr lang="en-US" sz="2000"/>
        </a:p>
      </dgm:t>
    </dgm:pt>
    <dgm:pt modelId="{E37DD781-2D4B-47FC-AE73-49985AD3884D}">
      <dgm:prSet custT="1"/>
      <dgm:spPr/>
      <dgm:t>
        <a:bodyPr/>
        <a:lstStyle/>
        <a:p>
          <a:pPr>
            <a:lnSpc>
              <a:spcPct val="100000"/>
            </a:lnSpc>
          </a:pPr>
          <a:r>
            <a:rPr lang="fr-CA" sz="1800" dirty="0" err="1"/>
            <a:t>Calculatrice</a:t>
          </a:r>
          <a:r>
            <a:rPr lang="fr-CA" sz="1800" dirty="0"/>
            <a:t> financière </a:t>
          </a:r>
          <a:r>
            <a:rPr lang="fr-CA" sz="1800" dirty="0" err="1"/>
            <a:t>requise </a:t>
          </a:r>
          <a:r>
            <a:rPr lang="fr-CA" sz="1800" dirty="0"/>
            <a:t>: TEXAS BAII+</a:t>
          </a:r>
          <a:endParaRPr lang="en-US" sz="1800" dirty="0"/>
        </a:p>
      </dgm:t>
    </dgm:pt>
    <dgm:pt modelId="{2499AB47-45D7-4EE4-8663-69C29074A413}" type="parTrans" cxnId="{F4672657-0312-4C23-80ED-F1FBD5BC02E5}">
      <dgm:prSet/>
      <dgm:spPr/>
      <dgm:t>
        <a:bodyPr/>
        <a:lstStyle/>
        <a:p>
          <a:endParaRPr lang="en-US" sz="2000"/>
        </a:p>
      </dgm:t>
    </dgm:pt>
    <dgm:pt modelId="{5717C7D6-7ECA-4DA2-9DE6-986C9E4EA309}" type="sibTrans" cxnId="{F4672657-0312-4C23-80ED-F1FBD5BC02E5}">
      <dgm:prSet/>
      <dgm:spPr/>
      <dgm:t>
        <a:bodyPr/>
        <a:lstStyle/>
        <a:p>
          <a:endParaRPr lang="en-US" sz="2000"/>
        </a:p>
      </dgm:t>
    </dgm:pt>
    <dgm:pt modelId="{1597A83C-A02C-4877-97E8-4D3BF9347D6E}">
      <dgm:prSet custT="1"/>
      <dgm:spPr/>
      <dgm:t>
        <a:bodyPr/>
        <a:lstStyle/>
        <a:p>
          <a:pPr>
            <a:lnSpc>
              <a:spcPct val="100000"/>
            </a:lnSpc>
          </a:pPr>
          <a:r>
            <a:rPr lang="fr-CA" sz="1800" dirty="0"/>
            <a:t>Manuel requis : Gestion financière 4</a:t>
          </a:r>
          <a:r>
            <a:rPr lang="fr-CA" sz="1800" baseline="30000" dirty="0"/>
            <a:t>e</a:t>
          </a:r>
          <a:r>
            <a:rPr lang="fr-CA" sz="1800" dirty="0"/>
            <a:t> ou 5</a:t>
          </a:r>
          <a:r>
            <a:rPr lang="fr-CA" sz="1800" baseline="30000" dirty="0"/>
            <a:t>e</a:t>
          </a:r>
          <a:r>
            <a:rPr lang="fr-CA" sz="1800" dirty="0"/>
            <a:t> édition</a:t>
          </a:r>
          <a:endParaRPr lang="en-US" sz="1800" dirty="0"/>
        </a:p>
      </dgm:t>
    </dgm:pt>
    <dgm:pt modelId="{2846604A-8FED-4DD0-A4B5-8395BB5CA5D1}" type="parTrans" cxnId="{70AFCC28-07DB-4CC4-975B-3E39F42D01C8}">
      <dgm:prSet/>
      <dgm:spPr/>
      <dgm:t>
        <a:bodyPr/>
        <a:lstStyle/>
        <a:p>
          <a:endParaRPr lang="en-US" sz="2000"/>
        </a:p>
      </dgm:t>
    </dgm:pt>
    <dgm:pt modelId="{E1F2E9D2-9F3A-4961-9F07-22813467EFC6}" type="sibTrans" cxnId="{70AFCC28-07DB-4CC4-975B-3E39F42D01C8}">
      <dgm:prSet/>
      <dgm:spPr/>
      <dgm:t>
        <a:bodyPr/>
        <a:lstStyle/>
        <a:p>
          <a:endParaRPr lang="en-US" sz="2000"/>
        </a:p>
      </dgm:t>
    </dgm:pt>
    <dgm:pt modelId="{970D5EB4-7238-4A99-889E-409C73B61CC3}">
      <dgm:prSet custT="1"/>
      <dgm:spPr/>
      <dgm:t>
        <a:bodyPr/>
        <a:lstStyle/>
        <a:p>
          <a:pPr>
            <a:lnSpc>
              <a:spcPct val="100000"/>
            </a:lnSpc>
          </a:pPr>
          <a:r>
            <a:rPr lang="fr-CA" sz="1800" b="1"/>
            <a:t>Évaluations : </a:t>
          </a:r>
          <a:endParaRPr lang="en-US" sz="1800"/>
        </a:p>
      </dgm:t>
    </dgm:pt>
    <dgm:pt modelId="{AE542316-6BEA-4F7D-B31C-EB2B4B7515F2}" type="parTrans" cxnId="{C091EAA7-1FF5-4CE7-AE69-46826DCA10C8}">
      <dgm:prSet/>
      <dgm:spPr/>
      <dgm:t>
        <a:bodyPr/>
        <a:lstStyle/>
        <a:p>
          <a:endParaRPr lang="en-US" sz="2000"/>
        </a:p>
      </dgm:t>
    </dgm:pt>
    <dgm:pt modelId="{7BF9CAEF-70C7-40E4-A2E0-D2DCA5BC7145}" type="sibTrans" cxnId="{C091EAA7-1FF5-4CE7-AE69-46826DCA10C8}">
      <dgm:prSet/>
      <dgm:spPr/>
      <dgm:t>
        <a:bodyPr/>
        <a:lstStyle/>
        <a:p>
          <a:endParaRPr lang="en-US" sz="2000"/>
        </a:p>
      </dgm:t>
    </dgm:pt>
    <dgm:pt modelId="{8DDAE329-0C2D-425C-8F37-461F9E3A945A}">
      <dgm:prSet custT="1"/>
      <dgm:spPr/>
      <dgm:t>
        <a:bodyPr/>
        <a:lstStyle/>
        <a:p>
          <a:pPr>
            <a:lnSpc>
              <a:spcPct val="100000"/>
            </a:lnSpc>
          </a:pPr>
          <a:r>
            <a:rPr lang="en-CA" sz="1800" b="1" dirty="0"/>
            <a:t>2 quiz en classe : </a:t>
          </a:r>
          <a:r>
            <a:rPr lang="en-CA" sz="1800" dirty="0"/>
            <a:t>total = 20 %</a:t>
          </a:r>
          <a:endParaRPr lang="en-US" sz="1800" dirty="0"/>
        </a:p>
      </dgm:t>
    </dgm:pt>
    <dgm:pt modelId="{601CC773-5AD6-4EF1-B878-20B912415D72}" type="parTrans" cxnId="{0C2F8AEA-4C35-44E3-9258-6ECE82D0E3EC}">
      <dgm:prSet/>
      <dgm:spPr/>
      <dgm:t>
        <a:bodyPr/>
        <a:lstStyle/>
        <a:p>
          <a:endParaRPr lang="en-US" sz="2000"/>
        </a:p>
      </dgm:t>
    </dgm:pt>
    <dgm:pt modelId="{AD93228C-F09B-41BB-BD48-1FE0451B2225}" type="sibTrans" cxnId="{0C2F8AEA-4C35-44E3-9258-6ECE82D0E3EC}">
      <dgm:prSet/>
      <dgm:spPr/>
      <dgm:t>
        <a:bodyPr/>
        <a:lstStyle/>
        <a:p>
          <a:endParaRPr lang="en-US" sz="2000"/>
        </a:p>
      </dgm:t>
    </dgm:pt>
    <dgm:pt modelId="{D2847AF8-736C-4217-915A-71F76B7B8DCC}">
      <dgm:prSet custT="1"/>
      <dgm:spPr/>
      <dgm:t>
        <a:bodyPr/>
        <a:lstStyle/>
        <a:p>
          <a:pPr>
            <a:lnSpc>
              <a:spcPct val="100000"/>
            </a:lnSpc>
          </a:pPr>
          <a:r>
            <a:rPr lang="en-CA" sz="1600" dirty="0"/>
            <a:t>Le premier quiz aura lieu </a:t>
          </a:r>
          <a:r>
            <a:rPr lang="en-CA" sz="1600" dirty="0" err="1"/>
            <a:t>lors</a:t>
          </a:r>
          <a:r>
            <a:rPr lang="en-CA" sz="1600" dirty="0"/>
            <a:t> de </a:t>
          </a:r>
          <a:r>
            <a:rPr lang="en-CA" sz="1600" b="1" dirty="0"/>
            <a:t>la session n° 5 </a:t>
          </a:r>
          <a:r>
            <a:rPr lang="en-CA" sz="1600" dirty="0"/>
            <a:t>et le second </a:t>
          </a:r>
          <a:r>
            <a:rPr lang="en-CA" sz="1600" dirty="0" err="1"/>
            <a:t>lors</a:t>
          </a:r>
          <a:r>
            <a:rPr lang="en-CA" sz="1600" dirty="0"/>
            <a:t> de </a:t>
          </a:r>
          <a:r>
            <a:rPr lang="en-CA" sz="1600" b="1" dirty="0"/>
            <a:t>la session n° 11.</a:t>
          </a:r>
          <a:endParaRPr lang="en-US" sz="1600" dirty="0"/>
        </a:p>
      </dgm:t>
    </dgm:pt>
    <dgm:pt modelId="{CE8DB7C3-453D-4745-94C2-89F3644FF40B}" type="parTrans" cxnId="{DDCE0643-393F-4DB7-BBE1-358E6EED7CB2}">
      <dgm:prSet/>
      <dgm:spPr/>
      <dgm:t>
        <a:bodyPr/>
        <a:lstStyle/>
        <a:p>
          <a:endParaRPr lang="en-US" sz="2000"/>
        </a:p>
      </dgm:t>
    </dgm:pt>
    <dgm:pt modelId="{8835481E-20E1-4668-A1C7-D97D83D0BB79}" type="sibTrans" cxnId="{DDCE0643-393F-4DB7-BBE1-358E6EED7CB2}">
      <dgm:prSet/>
      <dgm:spPr/>
      <dgm:t>
        <a:bodyPr/>
        <a:lstStyle/>
        <a:p>
          <a:endParaRPr lang="en-US" sz="2000"/>
        </a:p>
      </dgm:t>
    </dgm:pt>
    <dgm:pt modelId="{F0CF8AC2-1C23-4123-A061-7357842A25F5}">
      <dgm:prSet custT="1"/>
      <dgm:spPr/>
      <dgm:t>
        <a:bodyPr/>
        <a:lstStyle/>
        <a:p>
          <a:pPr>
            <a:lnSpc>
              <a:spcPct val="100000"/>
            </a:lnSpc>
          </a:pPr>
          <a:r>
            <a:rPr lang="en-CA" sz="1800" b="1"/>
            <a:t>Examen de mi-semestre </a:t>
          </a:r>
          <a:r>
            <a:rPr lang="en-CA" sz="1800"/>
            <a:t>- 40 %</a:t>
          </a:r>
          <a:endParaRPr lang="en-US" sz="1800"/>
        </a:p>
      </dgm:t>
    </dgm:pt>
    <dgm:pt modelId="{5B9E8F6F-9390-4E7E-8F16-A13ADE5F6326}" type="parTrans" cxnId="{BB803A6C-440D-4D27-BA82-7B6A04A8FACD}">
      <dgm:prSet/>
      <dgm:spPr/>
      <dgm:t>
        <a:bodyPr/>
        <a:lstStyle/>
        <a:p>
          <a:endParaRPr lang="en-US" sz="2000"/>
        </a:p>
      </dgm:t>
    </dgm:pt>
    <dgm:pt modelId="{4336887C-9D36-4270-A2AD-56D9E2A25A1B}" type="sibTrans" cxnId="{BB803A6C-440D-4D27-BA82-7B6A04A8FACD}">
      <dgm:prSet/>
      <dgm:spPr/>
      <dgm:t>
        <a:bodyPr/>
        <a:lstStyle/>
        <a:p>
          <a:endParaRPr lang="en-US" sz="2000"/>
        </a:p>
      </dgm:t>
    </dgm:pt>
    <dgm:pt modelId="{4D8C95D4-43AB-4BE2-97B9-F57B06803824}">
      <dgm:prSet custT="1"/>
      <dgm:spPr/>
      <dgm:t>
        <a:bodyPr/>
        <a:lstStyle/>
        <a:p>
          <a:pPr>
            <a:lnSpc>
              <a:spcPct val="100000"/>
            </a:lnSpc>
          </a:pPr>
          <a:r>
            <a:rPr lang="en-CA" sz="1800" b="1"/>
            <a:t>Examen final -</a:t>
          </a:r>
          <a:r>
            <a:rPr lang="en-CA" sz="1800"/>
            <a:t> 40 %</a:t>
          </a:r>
          <a:endParaRPr lang="en-US" sz="1800"/>
        </a:p>
      </dgm:t>
    </dgm:pt>
    <dgm:pt modelId="{BB458BBA-D19B-44D9-B21E-BE237F1BD300}" type="parTrans" cxnId="{4A73823C-A17D-40CB-AE03-8671F06A0B7A}">
      <dgm:prSet/>
      <dgm:spPr/>
      <dgm:t>
        <a:bodyPr/>
        <a:lstStyle/>
        <a:p>
          <a:endParaRPr lang="en-US" sz="2000"/>
        </a:p>
      </dgm:t>
    </dgm:pt>
    <dgm:pt modelId="{C2772DDD-EE39-42FA-88DA-722C3E10234A}" type="sibTrans" cxnId="{4A73823C-A17D-40CB-AE03-8671F06A0B7A}">
      <dgm:prSet/>
      <dgm:spPr/>
      <dgm:t>
        <a:bodyPr/>
        <a:lstStyle/>
        <a:p>
          <a:endParaRPr lang="en-US" sz="2000"/>
        </a:p>
      </dgm:t>
    </dgm:pt>
    <dgm:pt modelId="{065F9136-C083-45C0-9F87-15749E863097}">
      <dgm:prSet custT="1"/>
      <dgm:spPr/>
      <dgm:t>
        <a:bodyPr/>
        <a:lstStyle/>
        <a:p>
          <a:pPr>
            <a:lnSpc>
              <a:spcPct val="100000"/>
            </a:lnSpc>
          </a:pPr>
          <a:r>
            <a:rPr lang="en-GB" sz="1600" dirty="0"/>
            <a:t>Examen à livre fermé. Une feuille de formules sera fournie.</a:t>
          </a:r>
          <a:endParaRPr lang="en-US" sz="1600" dirty="0"/>
        </a:p>
      </dgm:t>
    </dgm:pt>
    <dgm:pt modelId="{0B9DDC99-6268-4D02-96DB-A999D490EA4A}" type="parTrans" cxnId="{0A0964FC-3A43-47EB-93B4-B576FE2F1101}">
      <dgm:prSet/>
      <dgm:spPr/>
      <dgm:t>
        <a:bodyPr/>
        <a:lstStyle/>
        <a:p>
          <a:endParaRPr lang="en-US" sz="2000"/>
        </a:p>
      </dgm:t>
    </dgm:pt>
    <dgm:pt modelId="{5FB2BA91-50DA-4EDE-8BCB-CDE92E1B0440}" type="sibTrans" cxnId="{0A0964FC-3A43-47EB-93B4-B576FE2F1101}">
      <dgm:prSet/>
      <dgm:spPr/>
      <dgm:t>
        <a:bodyPr/>
        <a:lstStyle/>
        <a:p>
          <a:endParaRPr lang="en-US" sz="2000"/>
        </a:p>
      </dgm:t>
    </dgm:pt>
    <dgm:pt modelId="{F909FFB1-BEFC-4E71-A066-E5926261B9DF}" type="pres">
      <dgm:prSet presAssocID="{BBAC173F-B049-44E5-AB86-EBD5EAA805B1}" presName="root" presStyleCnt="0">
        <dgm:presLayoutVars>
          <dgm:dir/>
          <dgm:resizeHandles val="exact"/>
        </dgm:presLayoutVars>
      </dgm:prSet>
      <dgm:spPr/>
    </dgm:pt>
    <dgm:pt modelId="{F3DA0FA2-4438-43BE-ADDC-0FC018487654}" type="pres">
      <dgm:prSet presAssocID="{6816EED1-AD56-41F0-ADE1-34FFBB070148}" presName="compNode" presStyleCnt="0"/>
      <dgm:spPr/>
    </dgm:pt>
    <dgm:pt modelId="{35254620-A206-40EB-B6C5-80049180D982}" type="pres">
      <dgm:prSet presAssocID="{6816EED1-AD56-41F0-ADE1-34FFBB070148}" presName="bgRect" presStyleLbl="bgShp" presStyleIdx="0" presStyleCnt="7"/>
      <dgm:spPr/>
    </dgm:pt>
    <dgm:pt modelId="{8D574177-3C91-4A34-8CF9-64C982576BD3}" type="pres">
      <dgm:prSet presAssocID="{6816EED1-AD56-41F0-ADE1-34FFBB070148}"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iploma Roll"/>
        </a:ext>
      </dgm:extLst>
    </dgm:pt>
    <dgm:pt modelId="{6AB6E157-D39A-4F4F-92C1-7746EA6BCDB9}" type="pres">
      <dgm:prSet presAssocID="{6816EED1-AD56-41F0-ADE1-34FFBB070148}" presName="spaceRect" presStyleCnt="0"/>
      <dgm:spPr/>
    </dgm:pt>
    <dgm:pt modelId="{E5C2D2EF-2486-4CCF-BDC3-85F5DBF5E9B7}" type="pres">
      <dgm:prSet presAssocID="{6816EED1-AD56-41F0-ADE1-34FFBB070148}" presName="parTx" presStyleLbl="revTx" presStyleIdx="0" presStyleCnt="9">
        <dgm:presLayoutVars>
          <dgm:chMax val="0"/>
          <dgm:chPref val="0"/>
        </dgm:presLayoutVars>
      </dgm:prSet>
      <dgm:spPr/>
    </dgm:pt>
    <dgm:pt modelId="{FA07CC90-283B-49C5-9833-18D5ED6F49D3}" type="pres">
      <dgm:prSet presAssocID="{E7120FAB-A592-4814-BECA-F5BF25457842}" presName="sibTrans" presStyleCnt="0"/>
      <dgm:spPr/>
    </dgm:pt>
    <dgm:pt modelId="{EF239E0D-6290-41CE-BADD-84E91051A9EF}" type="pres">
      <dgm:prSet presAssocID="{E37DD781-2D4B-47FC-AE73-49985AD3884D}" presName="compNode" presStyleCnt="0"/>
      <dgm:spPr/>
    </dgm:pt>
    <dgm:pt modelId="{5605CB43-5C2C-4DD9-81C1-F6521125CFD5}" type="pres">
      <dgm:prSet presAssocID="{E37DD781-2D4B-47FC-AE73-49985AD3884D}" presName="bgRect" presStyleLbl="bgShp" presStyleIdx="1" presStyleCnt="7"/>
      <dgm:spPr/>
    </dgm:pt>
    <dgm:pt modelId="{B48BCE66-F720-4763-BFC1-B13E031DAA41}" type="pres">
      <dgm:prSet presAssocID="{E37DD781-2D4B-47FC-AE73-49985AD3884D}"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Calculator"/>
        </a:ext>
      </dgm:extLst>
    </dgm:pt>
    <dgm:pt modelId="{33B27991-7EB9-4D39-8A9D-EA952029C3C5}" type="pres">
      <dgm:prSet presAssocID="{E37DD781-2D4B-47FC-AE73-49985AD3884D}" presName="spaceRect" presStyleCnt="0"/>
      <dgm:spPr/>
    </dgm:pt>
    <dgm:pt modelId="{49BAEFF8-E542-4C10-9AA6-0891E4E8ACE3}" type="pres">
      <dgm:prSet presAssocID="{E37DD781-2D4B-47FC-AE73-49985AD3884D}" presName="parTx" presStyleLbl="revTx" presStyleIdx="1" presStyleCnt="9">
        <dgm:presLayoutVars>
          <dgm:chMax val="0"/>
          <dgm:chPref val="0"/>
        </dgm:presLayoutVars>
      </dgm:prSet>
      <dgm:spPr/>
    </dgm:pt>
    <dgm:pt modelId="{D54374B1-ED16-49CD-9872-165843708A2D}" type="pres">
      <dgm:prSet presAssocID="{5717C7D6-7ECA-4DA2-9DE6-986C9E4EA309}" presName="sibTrans" presStyleCnt="0"/>
      <dgm:spPr/>
    </dgm:pt>
    <dgm:pt modelId="{3C99B095-2F00-4514-B763-F773D0A9DF72}" type="pres">
      <dgm:prSet presAssocID="{1597A83C-A02C-4877-97E8-4D3BF9347D6E}" presName="compNode" presStyleCnt="0"/>
      <dgm:spPr/>
    </dgm:pt>
    <dgm:pt modelId="{C4821254-7EC1-482B-A44A-75ACAFF4562F}" type="pres">
      <dgm:prSet presAssocID="{1597A83C-A02C-4877-97E8-4D3BF9347D6E}" presName="bgRect" presStyleLbl="bgShp" presStyleIdx="2" presStyleCnt="7"/>
      <dgm:spPr/>
    </dgm:pt>
    <dgm:pt modelId="{FDDAEB60-667A-414E-B66C-4D12B1ECB0C6}" type="pres">
      <dgm:prSet presAssocID="{1597A83C-A02C-4877-97E8-4D3BF9347D6E}"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nk"/>
        </a:ext>
      </dgm:extLst>
    </dgm:pt>
    <dgm:pt modelId="{E92F8418-1249-4130-8B42-A45FEC12342E}" type="pres">
      <dgm:prSet presAssocID="{1597A83C-A02C-4877-97E8-4D3BF9347D6E}" presName="spaceRect" presStyleCnt="0"/>
      <dgm:spPr/>
    </dgm:pt>
    <dgm:pt modelId="{AF1BE5D9-F4A0-47B0-99B4-1629E0E6B73D}" type="pres">
      <dgm:prSet presAssocID="{1597A83C-A02C-4877-97E8-4D3BF9347D6E}" presName="parTx" presStyleLbl="revTx" presStyleIdx="2" presStyleCnt="9">
        <dgm:presLayoutVars>
          <dgm:chMax val="0"/>
          <dgm:chPref val="0"/>
        </dgm:presLayoutVars>
      </dgm:prSet>
      <dgm:spPr/>
    </dgm:pt>
    <dgm:pt modelId="{672CC7FB-981A-4B4C-80E1-963D88262938}" type="pres">
      <dgm:prSet presAssocID="{E1F2E9D2-9F3A-4961-9F07-22813467EFC6}" presName="sibTrans" presStyleCnt="0"/>
      <dgm:spPr/>
    </dgm:pt>
    <dgm:pt modelId="{BB5E3F4E-4C45-43FE-B3B4-9CDE1F1BDCCF}" type="pres">
      <dgm:prSet presAssocID="{970D5EB4-7238-4A99-889E-409C73B61CC3}" presName="compNode" presStyleCnt="0"/>
      <dgm:spPr/>
    </dgm:pt>
    <dgm:pt modelId="{02068891-E593-4FB0-B3B1-36268430C655}" type="pres">
      <dgm:prSet presAssocID="{970D5EB4-7238-4A99-889E-409C73B61CC3}" presName="bgRect" presStyleLbl="bgShp" presStyleIdx="3" presStyleCnt="7"/>
      <dgm:spPr/>
    </dgm:pt>
    <dgm:pt modelId="{8F1F5570-CF68-4B7A-8455-391E6801556E}" type="pres">
      <dgm:prSet presAssocID="{970D5EB4-7238-4A99-889E-409C73B61CC3}"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Check List"/>
        </a:ext>
      </dgm:extLst>
    </dgm:pt>
    <dgm:pt modelId="{8A58AC7C-CADC-4C3D-8481-574B36E0CDD5}" type="pres">
      <dgm:prSet presAssocID="{970D5EB4-7238-4A99-889E-409C73B61CC3}" presName="spaceRect" presStyleCnt="0"/>
      <dgm:spPr/>
    </dgm:pt>
    <dgm:pt modelId="{8BC4F028-10EC-4330-9CD6-5D090D7633CB}" type="pres">
      <dgm:prSet presAssocID="{970D5EB4-7238-4A99-889E-409C73B61CC3}" presName="parTx" presStyleLbl="revTx" presStyleIdx="3" presStyleCnt="9">
        <dgm:presLayoutVars>
          <dgm:chMax val="0"/>
          <dgm:chPref val="0"/>
        </dgm:presLayoutVars>
      </dgm:prSet>
      <dgm:spPr/>
    </dgm:pt>
    <dgm:pt modelId="{4CE3FD82-D1FA-4C94-BCF6-C7AFD3C4C242}" type="pres">
      <dgm:prSet presAssocID="{7BF9CAEF-70C7-40E4-A2E0-D2DCA5BC7145}" presName="sibTrans" presStyleCnt="0"/>
      <dgm:spPr/>
    </dgm:pt>
    <dgm:pt modelId="{905BAE20-C8EC-46E6-8C47-709B4B9A8260}" type="pres">
      <dgm:prSet presAssocID="{8DDAE329-0C2D-425C-8F37-461F9E3A945A}" presName="compNode" presStyleCnt="0"/>
      <dgm:spPr/>
    </dgm:pt>
    <dgm:pt modelId="{C4026884-B0B4-4927-A2A1-9C2D00F2A06D}" type="pres">
      <dgm:prSet presAssocID="{8DDAE329-0C2D-425C-8F37-461F9E3A945A}" presName="bgRect" presStyleLbl="bgShp" presStyleIdx="4" presStyleCnt="7"/>
      <dgm:spPr/>
    </dgm:pt>
    <dgm:pt modelId="{CD2F1FFB-FA00-42B3-94A3-307BDBD97554}" type="pres">
      <dgm:prSet presAssocID="{8DDAE329-0C2D-425C-8F37-461F9E3A945A}"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ead with Gears"/>
        </a:ext>
      </dgm:extLst>
    </dgm:pt>
    <dgm:pt modelId="{EA7F4B55-0A91-4842-B2AA-4AE159B5A1E4}" type="pres">
      <dgm:prSet presAssocID="{8DDAE329-0C2D-425C-8F37-461F9E3A945A}" presName="spaceRect" presStyleCnt="0"/>
      <dgm:spPr/>
    </dgm:pt>
    <dgm:pt modelId="{CECC7A0E-31A2-4E42-B473-BF3F61D720A9}" type="pres">
      <dgm:prSet presAssocID="{8DDAE329-0C2D-425C-8F37-461F9E3A945A}" presName="parTx" presStyleLbl="revTx" presStyleIdx="4" presStyleCnt="9">
        <dgm:presLayoutVars>
          <dgm:chMax val="0"/>
          <dgm:chPref val="0"/>
        </dgm:presLayoutVars>
      </dgm:prSet>
      <dgm:spPr/>
    </dgm:pt>
    <dgm:pt modelId="{A8CEFDFA-3459-48E1-89B4-C58BCB4C7DAB}" type="pres">
      <dgm:prSet presAssocID="{8DDAE329-0C2D-425C-8F37-461F9E3A945A}" presName="desTx" presStyleLbl="revTx" presStyleIdx="5" presStyleCnt="9">
        <dgm:presLayoutVars/>
      </dgm:prSet>
      <dgm:spPr/>
    </dgm:pt>
    <dgm:pt modelId="{84C23D24-F41A-479C-86E3-35D2A3DABF68}" type="pres">
      <dgm:prSet presAssocID="{AD93228C-F09B-41BB-BD48-1FE0451B2225}" presName="sibTrans" presStyleCnt="0"/>
      <dgm:spPr/>
    </dgm:pt>
    <dgm:pt modelId="{627A4115-4692-4535-812B-7C18E9E02E44}" type="pres">
      <dgm:prSet presAssocID="{F0CF8AC2-1C23-4123-A061-7357842A25F5}" presName="compNode" presStyleCnt="0"/>
      <dgm:spPr/>
    </dgm:pt>
    <dgm:pt modelId="{EF6DBAF8-ECE6-4626-8D51-4ECF946E5D65}" type="pres">
      <dgm:prSet presAssocID="{F0CF8AC2-1C23-4123-A061-7357842A25F5}" presName="bgRect" presStyleLbl="bgShp" presStyleIdx="5" presStyleCnt="7"/>
      <dgm:spPr/>
    </dgm:pt>
    <dgm:pt modelId="{0F7F1FD1-8465-4FEA-B6DD-D252FF1181B8}" type="pres">
      <dgm:prSet presAssocID="{F0CF8AC2-1C23-4123-A061-7357842A25F5}"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Balloons"/>
        </a:ext>
      </dgm:extLst>
    </dgm:pt>
    <dgm:pt modelId="{1BA32F2D-5A29-4A77-B4A8-766009932395}" type="pres">
      <dgm:prSet presAssocID="{F0CF8AC2-1C23-4123-A061-7357842A25F5}" presName="spaceRect" presStyleCnt="0"/>
      <dgm:spPr/>
    </dgm:pt>
    <dgm:pt modelId="{94262751-3ED6-45CC-8867-67315A77C5DE}" type="pres">
      <dgm:prSet presAssocID="{F0CF8AC2-1C23-4123-A061-7357842A25F5}" presName="parTx" presStyleLbl="revTx" presStyleIdx="6" presStyleCnt="9">
        <dgm:presLayoutVars>
          <dgm:chMax val="0"/>
          <dgm:chPref val="0"/>
        </dgm:presLayoutVars>
      </dgm:prSet>
      <dgm:spPr/>
    </dgm:pt>
    <dgm:pt modelId="{F4ADE69B-DE06-44D9-9015-EABC730629DD}" type="pres">
      <dgm:prSet presAssocID="{4336887C-9D36-4270-A2AD-56D9E2A25A1B}" presName="sibTrans" presStyleCnt="0"/>
      <dgm:spPr/>
    </dgm:pt>
    <dgm:pt modelId="{18E6D92F-B440-4E42-AC9B-F4594360270E}" type="pres">
      <dgm:prSet presAssocID="{4D8C95D4-43AB-4BE2-97B9-F57B06803824}" presName="compNode" presStyleCnt="0"/>
      <dgm:spPr/>
    </dgm:pt>
    <dgm:pt modelId="{CDE17601-C0E6-4CEE-873F-E9901D4E70AA}" type="pres">
      <dgm:prSet presAssocID="{4D8C95D4-43AB-4BE2-97B9-F57B06803824}" presName="bgRect" presStyleLbl="bgShp" presStyleIdx="6" presStyleCnt="7"/>
      <dgm:spPr/>
    </dgm:pt>
    <dgm:pt modelId="{120B3B4C-4361-463D-B1BA-4E38D053085B}" type="pres">
      <dgm:prSet presAssocID="{4D8C95D4-43AB-4BE2-97B9-F57B06803824}"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Document"/>
        </a:ext>
      </dgm:extLst>
    </dgm:pt>
    <dgm:pt modelId="{0FEF4EC8-ECBB-4682-AC10-A0B0F87395DE}" type="pres">
      <dgm:prSet presAssocID="{4D8C95D4-43AB-4BE2-97B9-F57B06803824}" presName="spaceRect" presStyleCnt="0"/>
      <dgm:spPr/>
    </dgm:pt>
    <dgm:pt modelId="{D25E327C-957B-4F5C-96A3-862C1F23736E}" type="pres">
      <dgm:prSet presAssocID="{4D8C95D4-43AB-4BE2-97B9-F57B06803824}" presName="parTx" presStyleLbl="revTx" presStyleIdx="7" presStyleCnt="9">
        <dgm:presLayoutVars>
          <dgm:chMax val="0"/>
          <dgm:chPref val="0"/>
        </dgm:presLayoutVars>
      </dgm:prSet>
      <dgm:spPr/>
    </dgm:pt>
    <dgm:pt modelId="{973F4D5F-9B0F-456A-97DF-220967D923D2}" type="pres">
      <dgm:prSet presAssocID="{4D8C95D4-43AB-4BE2-97B9-F57B06803824}" presName="desTx" presStyleLbl="revTx" presStyleIdx="8" presStyleCnt="9" custLinFactY="-28620" custLinFactNeighborX="1707" custLinFactNeighborY="-100000">
        <dgm:presLayoutVars/>
      </dgm:prSet>
      <dgm:spPr/>
    </dgm:pt>
  </dgm:ptLst>
  <dgm:cxnLst>
    <dgm:cxn modelId="{F83FE81A-9A7A-40CD-BBB4-B0B94B7A7D5C}" type="presOf" srcId="{970D5EB4-7238-4A99-889E-409C73B61CC3}" destId="{8BC4F028-10EC-4330-9CD6-5D090D7633CB}" srcOrd="0" destOrd="0" presId="urn:microsoft.com/office/officeart/2018/2/layout/IconVerticalSolidList"/>
    <dgm:cxn modelId="{AFD40621-4CF2-498A-A152-0C487D64AEC6}" type="presOf" srcId="{E37DD781-2D4B-47FC-AE73-49985AD3884D}" destId="{49BAEFF8-E542-4C10-9AA6-0891E4E8ACE3}" srcOrd="0" destOrd="0" presId="urn:microsoft.com/office/officeart/2018/2/layout/IconVerticalSolidList"/>
    <dgm:cxn modelId="{B9A6FE24-AE3D-4B53-AE1B-A8AD9DB11D55}" type="presOf" srcId="{065F9136-C083-45C0-9F87-15749E863097}" destId="{973F4D5F-9B0F-456A-97DF-220967D923D2}" srcOrd="0" destOrd="0" presId="urn:microsoft.com/office/officeart/2018/2/layout/IconVerticalSolidList"/>
    <dgm:cxn modelId="{70AFCC28-07DB-4CC4-975B-3E39F42D01C8}" srcId="{BBAC173F-B049-44E5-AB86-EBD5EAA805B1}" destId="{1597A83C-A02C-4877-97E8-4D3BF9347D6E}" srcOrd="2" destOrd="0" parTransId="{2846604A-8FED-4DD0-A4B5-8395BB5CA5D1}" sibTransId="{E1F2E9D2-9F3A-4961-9F07-22813467EFC6}"/>
    <dgm:cxn modelId="{EAC0013B-4295-498B-B31A-12231E3E3FE3}" type="presOf" srcId="{1597A83C-A02C-4877-97E8-4D3BF9347D6E}" destId="{AF1BE5D9-F4A0-47B0-99B4-1629E0E6B73D}" srcOrd="0" destOrd="0" presId="urn:microsoft.com/office/officeart/2018/2/layout/IconVerticalSolidList"/>
    <dgm:cxn modelId="{4A73823C-A17D-40CB-AE03-8671F06A0B7A}" srcId="{BBAC173F-B049-44E5-AB86-EBD5EAA805B1}" destId="{4D8C95D4-43AB-4BE2-97B9-F57B06803824}" srcOrd="6" destOrd="0" parTransId="{BB458BBA-D19B-44D9-B21E-BE237F1BD300}" sibTransId="{C2772DDD-EE39-42FA-88DA-722C3E10234A}"/>
    <dgm:cxn modelId="{DDCE0643-393F-4DB7-BBE1-358E6EED7CB2}" srcId="{8DDAE329-0C2D-425C-8F37-461F9E3A945A}" destId="{D2847AF8-736C-4217-915A-71F76B7B8DCC}" srcOrd="0" destOrd="0" parTransId="{CE8DB7C3-453D-4745-94C2-89F3644FF40B}" sibTransId="{8835481E-20E1-4668-A1C7-D97D83D0BB79}"/>
    <dgm:cxn modelId="{DB59E367-2CD7-481C-99AE-C0C09E6CC3BF}" type="presOf" srcId="{D2847AF8-736C-4217-915A-71F76B7B8DCC}" destId="{A8CEFDFA-3459-48E1-89B4-C58BCB4C7DAB}" srcOrd="0" destOrd="0" presId="urn:microsoft.com/office/officeart/2018/2/layout/IconVerticalSolidList"/>
    <dgm:cxn modelId="{B53C3269-6494-4380-8CD9-C6200C938DC8}" type="presOf" srcId="{BBAC173F-B049-44E5-AB86-EBD5EAA805B1}" destId="{F909FFB1-BEFC-4E71-A066-E5926261B9DF}" srcOrd="0" destOrd="0" presId="urn:microsoft.com/office/officeart/2018/2/layout/IconVerticalSolidList"/>
    <dgm:cxn modelId="{BB803A6C-440D-4D27-BA82-7B6A04A8FACD}" srcId="{BBAC173F-B049-44E5-AB86-EBD5EAA805B1}" destId="{F0CF8AC2-1C23-4123-A061-7357842A25F5}" srcOrd="5" destOrd="0" parTransId="{5B9E8F6F-9390-4E7E-8F16-A13ADE5F6326}" sibTransId="{4336887C-9D36-4270-A2AD-56D9E2A25A1B}"/>
    <dgm:cxn modelId="{CCDA956F-8DA4-46AA-A3BA-73F657E99C27}" type="presOf" srcId="{6816EED1-AD56-41F0-ADE1-34FFBB070148}" destId="{E5C2D2EF-2486-4CCF-BDC3-85F5DBF5E9B7}" srcOrd="0" destOrd="0" presId="urn:microsoft.com/office/officeart/2018/2/layout/IconVerticalSolidList"/>
    <dgm:cxn modelId="{A5E22956-AD54-4E5A-80C5-8CAF1D2C2959}" srcId="{BBAC173F-B049-44E5-AB86-EBD5EAA805B1}" destId="{6816EED1-AD56-41F0-ADE1-34FFBB070148}" srcOrd="0" destOrd="0" parTransId="{CE0D0ABD-6F16-4C9D-81B0-12B20FE9FA2A}" sibTransId="{E7120FAB-A592-4814-BECA-F5BF25457842}"/>
    <dgm:cxn modelId="{F4672657-0312-4C23-80ED-F1FBD5BC02E5}" srcId="{BBAC173F-B049-44E5-AB86-EBD5EAA805B1}" destId="{E37DD781-2D4B-47FC-AE73-49985AD3884D}" srcOrd="1" destOrd="0" parTransId="{2499AB47-45D7-4EE4-8663-69C29074A413}" sibTransId="{5717C7D6-7ECA-4DA2-9DE6-986C9E4EA309}"/>
    <dgm:cxn modelId="{61D06F96-FE83-4B70-ADE5-46445ED443BE}" type="presOf" srcId="{8DDAE329-0C2D-425C-8F37-461F9E3A945A}" destId="{CECC7A0E-31A2-4E42-B473-BF3F61D720A9}" srcOrd="0" destOrd="0" presId="urn:microsoft.com/office/officeart/2018/2/layout/IconVerticalSolidList"/>
    <dgm:cxn modelId="{C091EAA7-1FF5-4CE7-AE69-46826DCA10C8}" srcId="{BBAC173F-B049-44E5-AB86-EBD5EAA805B1}" destId="{970D5EB4-7238-4A99-889E-409C73B61CC3}" srcOrd="3" destOrd="0" parTransId="{AE542316-6BEA-4F7D-B31C-EB2B4B7515F2}" sibTransId="{7BF9CAEF-70C7-40E4-A2E0-D2DCA5BC7145}"/>
    <dgm:cxn modelId="{786923C1-FD22-4A32-ABC5-82505FFF181C}" type="presOf" srcId="{4D8C95D4-43AB-4BE2-97B9-F57B06803824}" destId="{D25E327C-957B-4F5C-96A3-862C1F23736E}" srcOrd="0" destOrd="0" presId="urn:microsoft.com/office/officeart/2018/2/layout/IconVerticalSolidList"/>
    <dgm:cxn modelId="{551478D6-3378-4250-AF0A-9F0358C1EEF7}" type="presOf" srcId="{F0CF8AC2-1C23-4123-A061-7357842A25F5}" destId="{94262751-3ED6-45CC-8867-67315A77C5DE}" srcOrd="0" destOrd="0" presId="urn:microsoft.com/office/officeart/2018/2/layout/IconVerticalSolidList"/>
    <dgm:cxn modelId="{0C2F8AEA-4C35-44E3-9258-6ECE82D0E3EC}" srcId="{BBAC173F-B049-44E5-AB86-EBD5EAA805B1}" destId="{8DDAE329-0C2D-425C-8F37-461F9E3A945A}" srcOrd="4" destOrd="0" parTransId="{601CC773-5AD6-4EF1-B878-20B912415D72}" sibTransId="{AD93228C-F09B-41BB-BD48-1FE0451B2225}"/>
    <dgm:cxn modelId="{0A0964FC-3A43-47EB-93B4-B576FE2F1101}" srcId="{4D8C95D4-43AB-4BE2-97B9-F57B06803824}" destId="{065F9136-C083-45C0-9F87-15749E863097}" srcOrd="0" destOrd="0" parTransId="{0B9DDC99-6268-4D02-96DB-A999D490EA4A}" sibTransId="{5FB2BA91-50DA-4EDE-8BCB-CDE92E1B0440}"/>
    <dgm:cxn modelId="{9C107C40-A7A7-466A-8C13-5738F1085743}" type="presParOf" srcId="{F909FFB1-BEFC-4E71-A066-E5926261B9DF}" destId="{F3DA0FA2-4438-43BE-ADDC-0FC018487654}" srcOrd="0" destOrd="0" presId="urn:microsoft.com/office/officeart/2018/2/layout/IconVerticalSolidList"/>
    <dgm:cxn modelId="{C44E3F3B-D295-4A3B-9CFE-C0A356D27C22}" type="presParOf" srcId="{F3DA0FA2-4438-43BE-ADDC-0FC018487654}" destId="{35254620-A206-40EB-B6C5-80049180D982}" srcOrd="0" destOrd="0" presId="urn:microsoft.com/office/officeart/2018/2/layout/IconVerticalSolidList"/>
    <dgm:cxn modelId="{3572D341-E97E-4149-9B49-DA3993609891}" type="presParOf" srcId="{F3DA0FA2-4438-43BE-ADDC-0FC018487654}" destId="{8D574177-3C91-4A34-8CF9-64C982576BD3}" srcOrd="1" destOrd="0" presId="urn:microsoft.com/office/officeart/2018/2/layout/IconVerticalSolidList"/>
    <dgm:cxn modelId="{2E1E91CC-3829-4CA6-8E8A-B5600E75BE79}" type="presParOf" srcId="{F3DA0FA2-4438-43BE-ADDC-0FC018487654}" destId="{6AB6E157-D39A-4F4F-92C1-7746EA6BCDB9}" srcOrd="2" destOrd="0" presId="urn:microsoft.com/office/officeart/2018/2/layout/IconVerticalSolidList"/>
    <dgm:cxn modelId="{A8C87C22-480D-4181-ABCB-52C812450B19}" type="presParOf" srcId="{F3DA0FA2-4438-43BE-ADDC-0FC018487654}" destId="{E5C2D2EF-2486-4CCF-BDC3-85F5DBF5E9B7}" srcOrd="3" destOrd="0" presId="urn:microsoft.com/office/officeart/2018/2/layout/IconVerticalSolidList"/>
    <dgm:cxn modelId="{4CDECAA3-2842-41FE-9FB1-318361D06267}" type="presParOf" srcId="{F909FFB1-BEFC-4E71-A066-E5926261B9DF}" destId="{FA07CC90-283B-49C5-9833-18D5ED6F49D3}" srcOrd="1" destOrd="0" presId="urn:microsoft.com/office/officeart/2018/2/layout/IconVerticalSolidList"/>
    <dgm:cxn modelId="{BB566031-ABAC-44E8-ADC7-E8068C6E8C3E}" type="presParOf" srcId="{F909FFB1-BEFC-4E71-A066-E5926261B9DF}" destId="{EF239E0D-6290-41CE-BADD-84E91051A9EF}" srcOrd="2" destOrd="0" presId="urn:microsoft.com/office/officeart/2018/2/layout/IconVerticalSolidList"/>
    <dgm:cxn modelId="{2C8CB82C-5B5C-45A1-9011-0D4EBED07B2B}" type="presParOf" srcId="{EF239E0D-6290-41CE-BADD-84E91051A9EF}" destId="{5605CB43-5C2C-4DD9-81C1-F6521125CFD5}" srcOrd="0" destOrd="0" presId="urn:microsoft.com/office/officeart/2018/2/layout/IconVerticalSolidList"/>
    <dgm:cxn modelId="{A7B4F661-5448-4342-83D9-7309A952162D}" type="presParOf" srcId="{EF239E0D-6290-41CE-BADD-84E91051A9EF}" destId="{B48BCE66-F720-4763-BFC1-B13E031DAA41}" srcOrd="1" destOrd="0" presId="urn:microsoft.com/office/officeart/2018/2/layout/IconVerticalSolidList"/>
    <dgm:cxn modelId="{A6156433-0B33-452F-B4CC-A502174B0C77}" type="presParOf" srcId="{EF239E0D-6290-41CE-BADD-84E91051A9EF}" destId="{33B27991-7EB9-4D39-8A9D-EA952029C3C5}" srcOrd="2" destOrd="0" presId="urn:microsoft.com/office/officeart/2018/2/layout/IconVerticalSolidList"/>
    <dgm:cxn modelId="{6D0330D1-5408-4536-8309-6631995C61AF}" type="presParOf" srcId="{EF239E0D-6290-41CE-BADD-84E91051A9EF}" destId="{49BAEFF8-E542-4C10-9AA6-0891E4E8ACE3}" srcOrd="3" destOrd="0" presId="urn:microsoft.com/office/officeart/2018/2/layout/IconVerticalSolidList"/>
    <dgm:cxn modelId="{2064EA9C-633B-41D3-AAFE-92FE5B131B67}" type="presParOf" srcId="{F909FFB1-BEFC-4E71-A066-E5926261B9DF}" destId="{D54374B1-ED16-49CD-9872-165843708A2D}" srcOrd="3" destOrd="0" presId="urn:microsoft.com/office/officeart/2018/2/layout/IconVerticalSolidList"/>
    <dgm:cxn modelId="{329DFA31-03E4-4CB7-8642-9FABD6D8B62A}" type="presParOf" srcId="{F909FFB1-BEFC-4E71-A066-E5926261B9DF}" destId="{3C99B095-2F00-4514-B763-F773D0A9DF72}" srcOrd="4" destOrd="0" presId="urn:microsoft.com/office/officeart/2018/2/layout/IconVerticalSolidList"/>
    <dgm:cxn modelId="{DCB79D94-BABB-46AD-89A2-9D97654EBDAA}" type="presParOf" srcId="{3C99B095-2F00-4514-B763-F773D0A9DF72}" destId="{C4821254-7EC1-482B-A44A-75ACAFF4562F}" srcOrd="0" destOrd="0" presId="urn:microsoft.com/office/officeart/2018/2/layout/IconVerticalSolidList"/>
    <dgm:cxn modelId="{9294082A-A53B-4BD6-A056-06BF197E7CC6}" type="presParOf" srcId="{3C99B095-2F00-4514-B763-F773D0A9DF72}" destId="{FDDAEB60-667A-414E-B66C-4D12B1ECB0C6}" srcOrd="1" destOrd="0" presId="urn:microsoft.com/office/officeart/2018/2/layout/IconVerticalSolidList"/>
    <dgm:cxn modelId="{FA9AB8C8-4F5E-4722-97A7-6871EF61CD2C}" type="presParOf" srcId="{3C99B095-2F00-4514-B763-F773D0A9DF72}" destId="{E92F8418-1249-4130-8B42-A45FEC12342E}" srcOrd="2" destOrd="0" presId="urn:microsoft.com/office/officeart/2018/2/layout/IconVerticalSolidList"/>
    <dgm:cxn modelId="{00DEF102-66A3-448C-A3FC-21953EFDA288}" type="presParOf" srcId="{3C99B095-2F00-4514-B763-F773D0A9DF72}" destId="{AF1BE5D9-F4A0-47B0-99B4-1629E0E6B73D}" srcOrd="3" destOrd="0" presId="urn:microsoft.com/office/officeart/2018/2/layout/IconVerticalSolidList"/>
    <dgm:cxn modelId="{42A852FE-8CFF-4681-8F48-814D1B2410B8}" type="presParOf" srcId="{F909FFB1-BEFC-4E71-A066-E5926261B9DF}" destId="{672CC7FB-981A-4B4C-80E1-963D88262938}" srcOrd="5" destOrd="0" presId="urn:microsoft.com/office/officeart/2018/2/layout/IconVerticalSolidList"/>
    <dgm:cxn modelId="{547449F1-F47C-48C2-AC29-5A8F12DBAFB2}" type="presParOf" srcId="{F909FFB1-BEFC-4E71-A066-E5926261B9DF}" destId="{BB5E3F4E-4C45-43FE-B3B4-9CDE1F1BDCCF}" srcOrd="6" destOrd="0" presId="urn:microsoft.com/office/officeart/2018/2/layout/IconVerticalSolidList"/>
    <dgm:cxn modelId="{FD4D850E-7ACC-4770-8A71-C5E14D3373D5}" type="presParOf" srcId="{BB5E3F4E-4C45-43FE-B3B4-9CDE1F1BDCCF}" destId="{02068891-E593-4FB0-B3B1-36268430C655}" srcOrd="0" destOrd="0" presId="urn:microsoft.com/office/officeart/2018/2/layout/IconVerticalSolidList"/>
    <dgm:cxn modelId="{AF260D7C-3C05-46A4-93A2-C7A5CD5EF59F}" type="presParOf" srcId="{BB5E3F4E-4C45-43FE-B3B4-9CDE1F1BDCCF}" destId="{8F1F5570-CF68-4B7A-8455-391E6801556E}" srcOrd="1" destOrd="0" presId="urn:microsoft.com/office/officeart/2018/2/layout/IconVerticalSolidList"/>
    <dgm:cxn modelId="{15EBD157-FB49-4A44-92D8-255B54435B7A}" type="presParOf" srcId="{BB5E3F4E-4C45-43FE-B3B4-9CDE1F1BDCCF}" destId="{8A58AC7C-CADC-4C3D-8481-574B36E0CDD5}" srcOrd="2" destOrd="0" presId="urn:microsoft.com/office/officeart/2018/2/layout/IconVerticalSolidList"/>
    <dgm:cxn modelId="{C5357B00-8129-4313-BEDC-CA1AD5C2AC49}" type="presParOf" srcId="{BB5E3F4E-4C45-43FE-B3B4-9CDE1F1BDCCF}" destId="{8BC4F028-10EC-4330-9CD6-5D090D7633CB}" srcOrd="3" destOrd="0" presId="urn:microsoft.com/office/officeart/2018/2/layout/IconVerticalSolidList"/>
    <dgm:cxn modelId="{061EB6D3-BC3D-493A-8FA2-472589747BE6}" type="presParOf" srcId="{F909FFB1-BEFC-4E71-A066-E5926261B9DF}" destId="{4CE3FD82-D1FA-4C94-BCF6-C7AFD3C4C242}" srcOrd="7" destOrd="0" presId="urn:microsoft.com/office/officeart/2018/2/layout/IconVerticalSolidList"/>
    <dgm:cxn modelId="{946185C2-D130-4211-B496-900598C7FF80}" type="presParOf" srcId="{F909FFB1-BEFC-4E71-A066-E5926261B9DF}" destId="{905BAE20-C8EC-46E6-8C47-709B4B9A8260}" srcOrd="8" destOrd="0" presId="urn:microsoft.com/office/officeart/2018/2/layout/IconVerticalSolidList"/>
    <dgm:cxn modelId="{FE6045BD-5E5B-4C41-A19E-CDA24D6A0D2B}" type="presParOf" srcId="{905BAE20-C8EC-46E6-8C47-709B4B9A8260}" destId="{C4026884-B0B4-4927-A2A1-9C2D00F2A06D}" srcOrd="0" destOrd="0" presId="urn:microsoft.com/office/officeart/2018/2/layout/IconVerticalSolidList"/>
    <dgm:cxn modelId="{07986B34-7485-48FC-9E6E-822360611E18}" type="presParOf" srcId="{905BAE20-C8EC-46E6-8C47-709B4B9A8260}" destId="{CD2F1FFB-FA00-42B3-94A3-307BDBD97554}" srcOrd="1" destOrd="0" presId="urn:microsoft.com/office/officeart/2018/2/layout/IconVerticalSolidList"/>
    <dgm:cxn modelId="{71FC0E3B-D947-4534-88B7-4D19D66A25A8}" type="presParOf" srcId="{905BAE20-C8EC-46E6-8C47-709B4B9A8260}" destId="{EA7F4B55-0A91-4842-B2AA-4AE159B5A1E4}" srcOrd="2" destOrd="0" presId="urn:microsoft.com/office/officeart/2018/2/layout/IconVerticalSolidList"/>
    <dgm:cxn modelId="{13C20485-F391-4580-AF88-B9C6B9281DB6}" type="presParOf" srcId="{905BAE20-C8EC-46E6-8C47-709B4B9A8260}" destId="{CECC7A0E-31A2-4E42-B473-BF3F61D720A9}" srcOrd="3" destOrd="0" presId="urn:microsoft.com/office/officeart/2018/2/layout/IconVerticalSolidList"/>
    <dgm:cxn modelId="{E4948E7B-1D16-4EDF-9539-FC1F8033C753}" type="presParOf" srcId="{905BAE20-C8EC-46E6-8C47-709B4B9A8260}" destId="{A8CEFDFA-3459-48E1-89B4-C58BCB4C7DAB}" srcOrd="4" destOrd="0" presId="urn:microsoft.com/office/officeart/2018/2/layout/IconVerticalSolidList"/>
    <dgm:cxn modelId="{ECC91CB7-4C5E-4A0E-8792-C3141844DCCA}" type="presParOf" srcId="{F909FFB1-BEFC-4E71-A066-E5926261B9DF}" destId="{84C23D24-F41A-479C-86E3-35D2A3DABF68}" srcOrd="9" destOrd="0" presId="urn:microsoft.com/office/officeart/2018/2/layout/IconVerticalSolidList"/>
    <dgm:cxn modelId="{F856CAC3-10E2-4985-9097-8FBAE29D41F4}" type="presParOf" srcId="{F909FFB1-BEFC-4E71-A066-E5926261B9DF}" destId="{627A4115-4692-4535-812B-7C18E9E02E44}" srcOrd="10" destOrd="0" presId="urn:microsoft.com/office/officeart/2018/2/layout/IconVerticalSolidList"/>
    <dgm:cxn modelId="{01CA41E7-8F5A-4DC3-A947-0E75C4F2D844}" type="presParOf" srcId="{627A4115-4692-4535-812B-7C18E9E02E44}" destId="{EF6DBAF8-ECE6-4626-8D51-4ECF946E5D65}" srcOrd="0" destOrd="0" presId="urn:microsoft.com/office/officeart/2018/2/layout/IconVerticalSolidList"/>
    <dgm:cxn modelId="{56318C23-5063-4450-94A3-380CBBB1D74F}" type="presParOf" srcId="{627A4115-4692-4535-812B-7C18E9E02E44}" destId="{0F7F1FD1-8465-4FEA-B6DD-D252FF1181B8}" srcOrd="1" destOrd="0" presId="urn:microsoft.com/office/officeart/2018/2/layout/IconVerticalSolidList"/>
    <dgm:cxn modelId="{C134E044-11E0-4F3D-AF04-1A39854EBDEA}" type="presParOf" srcId="{627A4115-4692-4535-812B-7C18E9E02E44}" destId="{1BA32F2D-5A29-4A77-B4A8-766009932395}" srcOrd="2" destOrd="0" presId="urn:microsoft.com/office/officeart/2018/2/layout/IconVerticalSolidList"/>
    <dgm:cxn modelId="{AFBB2429-FE65-43A5-A4A2-F07B67F1CB64}" type="presParOf" srcId="{627A4115-4692-4535-812B-7C18E9E02E44}" destId="{94262751-3ED6-45CC-8867-67315A77C5DE}" srcOrd="3" destOrd="0" presId="urn:microsoft.com/office/officeart/2018/2/layout/IconVerticalSolidList"/>
    <dgm:cxn modelId="{34F6CE31-8BB6-40E8-8C1C-AAC63A0C38C1}" type="presParOf" srcId="{F909FFB1-BEFC-4E71-A066-E5926261B9DF}" destId="{F4ADE69B-DE06-44D9-9015-EABC730629DD}" srcOrd="11" destOrd="0" presId="urn:microsoft.com/office/officeart/2018/2/layout/IconVerticalSolidList"/>
    <dgm:cxn modelId="{F1AB2B96-4122-409B-AF22-C0402B53DD83}" type="presParOf" srcId="{F909FFB1-BEFC-4E71-A066-E5926261B9DF}" destId="{18E6D92F-B440-4E42-AC9B-F4594360270E}" srcOrd="12" destOrd="0" presId="urn:microsoft.com/office/officeart/2018/2/layout/IconVerticalSolidList"/>
    <dgm:cxn modelId="{2D8441FD-7822-41FF-9688-81ABADB60757}" type="presParOf" srcId="{18E6D92F-B440-4E42-AC9B-F4594360270E}" destId="{CDE17601-C0E6-4CEE-873F-E9901D4E70AA}" srcOrd="0" destOrd="0" presId="urn:microsoft.com/office/officeart/2018/2/layout/IconVerticalSolidList"/>
    <dgm:cxn modelId="{61F8C327-8393-47FD-BECB-D2009AAD2AD8}" type="presParOf" srcId="{18E6D92F-B440-4E42-AC9B-F4594360270E}" destId="{120B3B4C-4361-463D-B1BA-4E38D053085B}" srcOrd="1" destOrd="0" presId="urn:microsoft.com/office/officeart/2018/2/layout/IconVerticalSolidList"/>
    <dgm:cxn modelId="{7E2978DF-EEA4-4387-84D9-B4F98C5A2272}" type="presParOf" srcId="{18E6D92F-B440-4E42-AC9B-F4594360270E}" destId="{0FEF4EC8-ECBB-4682-AC10-A0B0F87395DE}" srcOrd="2" destOrd="0" presId="urn:microsoft.com/office/officeart/2018/2/layout/IconVerticalSolidList"/>
    <dgm:cxn modelId="{A96064C2-6D7B-41DC-A925-B742E14C4565}" type="presParOf" srcId="{18E6D92F-B440-4E42-AC9B-F4594360270E}" destId="{D25E327C-957B-4F5C-96A3-862C1F23736E}" srcOrd="3" destOrd="0" presId="urn:microsoft.com/office/officeart/2018/2/layout/IconVerticalSolidList"/>
    <dgm:cxn modelId="{C0A9129A-8525-41A2-A5BD-B2602A0DD757}" type="presParOf" srcId="{18E6D92F-B440-4E42-AC9B-F4594360270E}" destId="{973F4D5F-9B0F-456A-97DF-220967D923D2}" srcOrd="4" destOrd="0" presId="urn:microsoft.com/office/officeart/2018/2/layout/IconVerticalSolidList"/>
  </dgm:cxnLst>
  <dgm:bg>
    <a:solidFill>
      <a:schemeClr val="tx2">
        <a:lumMod val="20000"/>
        <a:lumOff val="80000"/>
      </a:schemeClr>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C3A713C-F08F-4B2B-AA2B-1F1D442A106E}" type="doc">
      <dgm:prSet loTypeId="urn:microsoft.com/office/officeart/2005/8/layout/venn3" loCatId="relationship" qsTypeId="urn:microsoft.com/office/officeart/2005/8/quickstyle/simple2" qsCatId="simple" csTypeId="urn:microsoft.com/office/officeart/2005/8/colors/accent1_1" csCatId="accent1" phldr="1"/>
      <dgm:spPr/>
      <dgm:t>
        <a:bodyPr/>
        <a:lstStyle/>
        <a:p>
          <a:endParaRPr lang="fr-CA"/>
        </a:p>
      </dgm:t>
    </dgm:pt>
    <dgm:pt modelId="{8A7F74CB-9A93-419A-ACF1-B97E4E229AD8}">
      <dgm:prSet phldrT="[Texte]" custT="1"/>
      <dgm:spPr>
        <a:solidFill>
          <a:schemeClr val="bg2">
            <a:alpha val="50000"/>
          </a:schemeClr>
        </a:solidFill>
      </dgm:spPr>
      <dgm:t>
        <a:bodyPr/>
        <a:lstStyle/>
        <a:p>
          <a:r>
            <a:rPr lang="fr-CA" sz="2000" b="1" dirty="0">
              <a:latin typeface="+mj-lt"/>
            </a:rPr>
            <a:t>Environnement </a:t>
          </a:r>
        </a:p>
        <a:p>
          <a:r>
            <a:rPr lang="fr-CA" sz="2000" b="1" dirty="0">
              <a:latin typeface="+mj-lt"/>
            </a:rPr>
            <a:t>Durabilité</a:t>
          </a:r>
        </a:p>
        <a:p>
          <a:r>
            <a:rPr kumimoji="0" lang="en-US" altLang="fr-FR" sz="1400" b="0" i="0" u="none" strike="noStrike" cap="none" normalizeH="0" baseline="0" dirty="0">
              <a:ln>
                <a:noFill/>
              </a:ln>
              <a:effectLst/>
            </a:rPr>
            <a:t>Impact des </a:t>
          </a:r>
          <a:r>
            <a:rPr kumimoji="0" lang="en-US" altLang="fr-FR" sz="1400" b="0" i="0" u="none" strike="noStrike" cap="none" normalizeH="0" baseline="0" dirty="0" err="1">
              <a:ln>
                <a:noFill/>
              </a:ln>
              <a:effectLst/>
            </a:rPr>
            <a:t>entreprises</a:t>
          </a:r>
          <a:r>
            <a:rPr kumimoji="0" lang="en-US" altLang="fr-FR" sz="1400" b="0" i="0" u="none" strike="noStrike" cap="none" normalizeH="0" baseline="0" dirty="0">
              <a:ln>
                <a:noFill/>
              </a:ln>
              <a:effectLst/>
            </a:rPr>
            <a:t> sur </a:t>
          </a:r>
          <a:r>
            <a:rPr kumimoji="0" lang="en-US" altLang="fr-FR" sz="1400" b="0" i="0" u="none" strike="noStrike" cap="none" normalizeH="0" baseline="0" dirty="0" err="1">
              <a:ln>
                <a:noFill/>
              </a:ln>
              <a:effectLst/>
            </a:rPr>
            <a:t>l'environnement</a:t>
          </a:r>
          <a:r>
            <a:rPr kumimoji="0" lang="en-US" altLang="fr-FR" sz="1400" b="0" i="0" u="none" strike="noStrike" cap="none" normalizeH="0" baseline="0" dirty="0">
              <a:ln>
                <a:noFill/>
              </a:ln>
              <a:effectLst/>
            </a:rPr>
            <a:t>, par </a:t>
          </a:r>
          <a:r>
            <a:rPr kumimoji="0" lang="en-US" altLang="fr-FR" sz="1400" b="0" i="0" u="none" strike="noStrike" cap="none" normalizeH="0" baseline="0" dirty="0" err="1">
              <a:ln>
                <a:noFill/>
              </a:ln>
              <a:effectLst/>
            </a:rPr>
            <a:t>exemple</a:t>
          </a:r>
          <a:r>
            <a:rPr kumimoji="0" lang="en-US" altLang="fr-FR" sz="1400" b="0" i="0" u="none" strike="noStrike" cap="none" normalizeH="0" baseline="0" dirty="0">
              <a:ln>
                <a:noFill/>
              </a:ln>
              <a:effectLst/>
            </a:rPr>
            <a:t>, </a:t>
          </a:r>
          <a:r>
            <a:rPr kumimoji="0" lang="en-US" altLang="fr-FR" sz="1400" b="0" i="0" u="none" strike="noStrike" cap="none" normalizeH="0" baseline="0" dirty="0" err="1">
              <a:ln>
                <a:noFill/>
              </a:ln>
              <a:effectLst/>
            </a:rPr>
            <a:t>émissions</a:t>
          </a:r>
          <a:r>
            <a:rPr kumimoji="0" lang="en-US" altLang="fr-FR" sz="1400" b="0" i="0" u="none" strike="noStrike" cap="none" normalizeH="0" baseline="0" dirty="0">
              <a:ln>
                <a:noFill/>
              </a:ln>
              <a:effectLst/>
            </a:rPr>
            <a:t> de CO2, gestion des </a:t>
          </a:r>
          <a:r>
            <a:rPr kumimoji="0" lang="en-US" altLang="fr-FR" sz="1400" b="0" i="0" u="none" strike="noStrike" cap="none" normalizeH="0" baseline="0" dirty="0" err="1">
              <a:ln>
                <a:noFill/>
              </a:ln>
              <a:effectLst/>
            </a:rPr>
            <a:t>déchets</a:t>
          </a:r>
          <a:r>
            <a:rPr kumimoji="0" lang="en-US" altLang="fr-FR" sz="1400" b="0" i="0" u="none" strike="noStrike" cap="none" normalizeH="0" baseline="0" dirty="0">
              <a:ln>
                <a:noFill/>
              </a:ln>
              <a:effectLst/>
            </a:rPr>
            <a:t>, </a:t>
          </a:r>
          <a:r>
            <a:rPr kumimoji="0" lang="en-US" altLang="fr-FR" sz="1400" b="0" i="0" u="none" strike="noStrike" cap="none" normalizeH="0" baseline="0" dirty="0" err="1">
              <a:ln>
                <a:noFill/>
              </a:ln>
              <a:effectLst/>
            </a:rPr>
            <a:t>utilisation</a:t>
          </a:r>
          <a:r>
            <a:rPr kumimoji="0" lang="en-US" altLang="fr-FR" sz="1400" b="0" i="0" u="none" strike="noStrike" cap="none" normalizeH="0" baseline="0" dirty="0">
              <a:ln>
                <a:noFill/>
              </a:ln>
              <a:effectLst/>
            </a:rPr>
            <a:t> des </a:t>
          </a:r>
          <a:r>
            <a:rPr kumimoji="0" lang="en-US" altLang="fr-FR" sz="1400" b="0" i="0" u="none" strike="noStrike" cap="none" normalizeH="0" baseline="0" dirty="0" err="1">
              <a:ln>
                <a:noFill/>
              </a:ln>
              <a:effectLst/>
            </a:rPr>
            <a:t>ressources</a:t>
          </a:r>
          <a:r>
            <a:rPr kumimoji="0" lang="en-US" altLang="fr-FR" sz="1400" b="0" i="0" u="none" strike="noStrike" cap="none" normalizeH="0" baseline="0" dirty="0">
              <a:ln>
                <a:noFill/>
              </a:ln>
              <a:effectLst/>
            </a:rPr>
            <a:t> </a:t>
          </a:r>
          <a:r>
            <a:rPr kumimoji="0" lang="en-US" altLang="fr-FR" sz="1400" b="0" i="0" u="none" strike="noStrike" cap="none" normalizeH="0" baseline="0" dirty="0" err="1">
              <a:ln>
                <a:noFill/>
              </a:ln>
              <a:effectLst/>
            </a:rPr>
            <a:t>naturelles</a:t>
          </a:r>
          <a:r>
            <a:rPr kumimoji="0" lang="en-US" altLang="fr-FR" sz="1400" b="0" i="0" u="none" strike="noStrike" cap="none" normalizeH="0" baseline="0" dirty="0">
              <a:ln>
                <a:noFill/>
              </a:ln>
              <a:effectLst/>
            </a:rPr>
            <a:t>.</a:t>
          </a:r>
        </a:p>
        <a:p>
          <a:pPr>
            <a:buSzTx/>
            <a:buNone/>
          </a:pPr>
          <a:r>
            <a:rPr lang="en-US" altLang="fr-FR" sz="1400" u="sng" dirty="0" err="1">
              <a:solidFill>
                <a:srgbClr val="FF0000"/>
              </a:solidFill>
              <a:latin typeface="Ink Free" panose="03080402000500000000" pitchFamily="66" charset="0"/>
            </a:rPr>
            <a:t>Exemples</a:t>
          </a:r>
          <a:r>
            <a:rPr lang="en-US" altLang="fr-FR" sz="1400" u="sng" dirty="0">
              <a:solidFill>
                <a:srgbClr val="FF0000"/>
              </a:solidFill>
              <a:latin typeface="Ink Free" panose="03080402000500000000" pitchFamily="66" charset="0"/>
            </a:rPr>
            <a:t>: </a:t>
          </a:r>
          <a:r>
            <a:rPr lang="en-US" sz="1400" u="sng" dirty="0" err="1">
              <a:solidFill>
                <a:srgbClr val="FF0000"/>
              </a:solidFill>
              <a:latin typeface="Ink Free" panose="03080402000500000000" pitchFamily="66" charset="0"/>
            </a:rPr>
            <a:t>Utilisation</a:t>
          </a:r>
          <a:r>
            <a:rPr lang="en-US" sz="1400" u="sng" dirty="0">
              <a:solidFill>
                <a:srgbClr val="FF0000"/>
              </a:solidFill>
              <a:latin typeface="Ink Free" panose="03080402000500000000" pitchFamily="66" charset="0"/>
            </a:rPr>
            <a:t> </a:t>
          </a:r>
          <a:r>
            <a:rPr lang="en-US" sz="1400" u="sng" dirty="0" err="1">
              <a:solidFill>
                <a:srgbClr val="FF0000"/>
              </a:solidFill>
              <a:latin typeface="Ink Free" panose="03080402000500000000" pitchFamily="66" charset="0"/>
            </a:rPr>
            <a:t>d'énergie</a:t>
          </a:r>
          <a:r>
            <a:rPr lang="en-US" sz="1400" u="sng" dirty="0">
              <a:solidFill>
                <a:srgbClr val="FF0000"/>
              </a:solidFill>
              <a:latin typeface="Ink Free" panose="03080402000500000000" pitchFamily="66" charset="0"/>
            </a:rPr>
            <a:t> </a:t>
          </a:r>
          <a:r>
            <a:rPr lang="en-US" sz="1400" u="sng" dirty="0" err="1">
              <a:solidFill>
                <a:srgbClr val="FF0000"/>
              </a:solidFill>
              <a:latin typeface="Ink Free" panose="03080402000500000000" pitchFamily="66" charset="0"/>
            </a:rPr>
            <a:t>renouvelable</a:t>
          </a:r>
          <a:r>
            <a:rPr lang="en-US" sz="1400" u="sng" dirty="0">
              <a:solidFill>
                <a:srgbClr val="FF0000"/>
              </a:solidFill>
              <a:latin typeface="Ink Free" panose="03080402000500000000" pitchFamily="66" charset="0"/>
            </a:rPr>
            <a:t>, </a:t>
          </a:r>
          <a:r>
            <a:rPr lang="en-US" sz="1400" u="sng" dirty="0" err="1">
              <a:solidFill>
                <a:srgbClr val="FF0000"/>
              </a:solidFill>
              <a:latin typeface="Ink Free" panose="03080402000500000000" pitchFamily="66" charset="0"/>
            </a:rPr>
            <a:t>réduction</a:t>
          </a:r>
          <a:r>
            <a:rPr lang="en-US" sz="1400" u="sng" dirty="0">
              <a:solidFill>
                <a:srgbClr val="FF0000"/>
              </a:solidFill>
              <a:latin typeface="Ink Free" panose="03080402000500000000" pitchFamily="66" charset="0"/>
            </a:rPr>
            <a:t> des </a:t>
          </a:r>
          <a:r>
            <a:rPr lang="en-US" sz="1400" u="sng" dirty="0" err="1">
              <a:solidFill>
                <a:srgbClr val="FF0000"/>
              </a:solidFill>
              <a:latin typeface="Ink Free" panose="03080402000500000000" pitchFamily="66" charset="0"/>
            </a:rPr>
            <a:t>émissions</a:t>
          </a:r>
          <a:r>
            <a:rPr lang="en-US" sz="1400" u="sng" dirty="0">
              <a:solidFill>
                <a:srgbClr val="FF0000"/>
              </a:solidFill>
              <a:latin typeface="Ink Free" panose="03080402000500000000" pitchFamily="66" charset="0"/>
            </a:rPr>
            <a:t> de </a:t>
          </a:r>
          <a:r>
            <a:rPr lang="en-US" sz="1400" u="sng" dirty="0" err="1">
              <a:solidFill>
                <a:srgbClr val="FF0000"/>
              </a:solidFill>
              <a:latin typeface="Ink Free" panose="03080402000500000000" pitchFamily="66" charset="0"/>
            </a:rPr>
            <a:t>carbone</a:t>
          </a:r>
          <a:r>
            <a:rPr lang="en-US" sz="1400" u="sng" dirty="0">
              <a:solidFill>
                <a:srgbClr val="FF0000"/>
              </a:solidFill>
              <a:latin typeface="Ink Free" panose="03080402000500000000" pitchFamily="66" charset="0"/>
            </a:rPr>
            <a:t>.</a:t>
          </a:r>
          <a:endParaRPr lang="fr-CA" sz="1600" dirty="0">
            <a:latin typeface="+mj-lt"/>
          </a:endParaRPr>
        </a:p>
      </dgm:t>
    </dgm:pt>
    <dgm:pt modelId="{B0AFC968-528F-4CD7-9E10-3C026956F172}" type="parTrans" cxnId="{2B687E7D-1D32-4F10-8D8E-08E306B1E6B2}">
      <dgm:prSet/>
      <dgm:spPr/>
      <dgm:t>
        <a:bodyPr/>
        <a:lstStyle/>
        <a:p>
          <a:endParaRPr lang="fr-CA">
            <a:latin typeface="+mj-lt"/>
          </a:endParaRPr>
        </a:p>
      </dgm:t>
    </dgm:pt>
    <dgm:pt modelId="{9C3DBC84-F00B-4DB4-8B58-C126D6C09B72}" type="sibTrans" cxnId="{2B687E7D-1D32-4F10-8D8E-08E306B1E6B2}">
      <dgm:prSet/>
      <dgm:spPr/>
      <dgm:t>
        <a:bodyPr/>
        <a:lstStyle/>
        <a:p>
          <a:endParaRPr lang="fr-CA">
            <a:latin typeface="+mj-lt"/>
          </a:endParaRPr>
        </a:p>
      </dgm:t>
    </dgm:pt>
    <dgm:pt modelId="{200ED9CD-E6D0-48E5-B7F1-59468855DACD}">
      <dgm:prSet phldrT="[Texte]" custT="1"/>
      <dgm:spPr>
        <a:solidFill>
          <a:schemeClr val="accent2">
            <a:lumMod val="20000"/>
            <a:lumOff val="80000"/>
            <a:alpha val="50000"/>
          </a:schemeClr>
        </a:solidFill>
      </dgm:spPr>
      <dgm:t>
        <a:bodyPr/>
        <a:lstStyle/>
        <a:p>
          <a:r>
            <a:rPr lang="fr-CA" sz="2000" b="1" dirty="0">
              <a:latin typeface="+mj-lt"/>
            </a:rPr>
            <a:t>Questions sociales</a:t>
          </a:r>
        </a:p>
        <a:p>
          <a:endParaRPr lang="fr-CA" sz="200" b="1" dirty="0">
            <a:latin typeface="+mj-lt"/>
          </a:endParaRPr>
        </a:p>
        <a:p>
          <a:r>
            <a:rPr kumimoji="0" lang="en-US" altLang="fr-FR" sz="1800" b="0" i="0" u="none" strike="noStrike" cap="none" normalizeH="0" baseline="0" dirty="0">
              <a:ln>
                <a:noFill/>
              </a:ln>
              <a:effectLst/>
            </a:rPr>
            <a:t>Pratiques </a:t>
          </a:r>
          <a:r>
            <a:rPr kumimoji="0" lang="en-US" altLang="fr-FR" sz="1800" b="0" i="0" u="none" strike="noStrike" cap="none" normalizeH="0" baseline="0" dirty="0" err="1">
              <a:ln>
                <a:noFill/>
              </a:ln>
              <a:effectLst/>
            </a:rPr>
            <a:t>en</a:t>
          </a:r>
          <a:r>
            <a:rPr kumimoji="0" lang="en-US" altLang="fr-FR" sz="1800" b="0" i="0" u="none" strike="noStrike" cap="none" normalizeH="0" baseline="0" dirty="0">
              <a:ln>
                <a:noFill/>
              </a:ln>
              <a:effectLst/>
            </a:rPr>
            <a:t> matière de travail, droits de </a:t>
          </a:r>
          <a:r>
            <a:rPr kumimoji="0" lang="en-US" altLang="fr-FR" sz="1800" b="0" i="0" u="none" strike="noStrike" cap="none" normalizeH="0" baseline="0" dirty="0" err="1">
              <a:ln>
                <a:noFill/>
              </a:ln>
              <a:effectLst/>
            </a:rPr>
            <a:t>l'homme</a:t>
          </a:r>
          <a:r>
            <a:rPr kumimoji="0" lang="en-US" altLang="fr-FR" sz="1800" b="0" i="0" u="none" strike="noStrike" cap="none" normalizeH="0" baseline="0" dirty="0">
              <a:ln>
                <a:noFill/>
              </a:ln>
              <a:effectLst/>
            </a:rPr>
            <a:t>, engagement </a:t>
          </a:r>
          <a:r>
            <a:rPr kumimoji="0" lang="en-US" altLang="fr-FR" sz="1800" b="0" i="0" u="none" strike="noStrike" cap="none" normalizeH="0" baseline="0" dirty="0" err="1">
              <a:ln>
                <a:noFill/>
              </a:ln>
              <a:effectLst/>
            </a:rPr>
            <a:t>communautaire</a:t>
          </a:r>
          <a:r>
            <a:rPr kumimoji="0" lang="en-US" altLang="fr-FR" sz="1800" b="0" i="0" u="none" strike="noStrike" cap="none" normalizeH="0" baseline="0" dirty="0">
              <a:ln>
                <a:noFill/>
              </a:ln>
              <a:effectLst/>
            </a:rPr>
            <a:t>, </a:t>
          </a:r>
          <a:r>
            <a:rPr kumimoji="0" lang="en-US" altLang="fr-FR" sz="1800" b="0" i="0" u="none" strike="noStrike" cap="none" normalizeH="0" baseline="0" dirty="0" err="1">
              <a:ln>
                <a:noFill/>
              </a:ln>
              <a:effectLst/>
            </a:rPr>
            <a:t>diversité</a:t>
          </a:r>
          <a:r>
            <a:rPr kumimoji="0" lang="en-US" altLang="fr-FR" sz="1800" b="0" i="0" u="none" strike="noStrike" cap="none" normalizeH="0" baseline="0" dirty="0">
              <a:ln>
                <a:noFill/>
              </a:ln>
              <a:effectLst/>
            </a:rPr>
            <a:t> et inclusion.</a:t>
          </a:r>
        </a:p>
        <a:p>
          <a:pPr>
            <a:buSzTx/>
            <a:buNone/>
          </a:pPr>
          <a:r>
            <a:rPr lang="en-US" altLang="fr-FR" sz="1800" u="sng" dirty="0" err="1">
              <a:solidFill>
                <a:srgbClr val="FF0000"/>
              </a:solidFill>
              <a:latin typeface="Ink Free" panose="03080402000500000000" pitchFamily="66" charset="0"/>
            </a:rPr>
            <a:t>Exemples</a:t>
          </a:r>
          <a:r>
            <a:rPr lang="en-US" altLang="fr-FR" sz="1800" u="sng" dirty="0">
              <a:solidFill>
                <a:srgbClr val="FF0000"/>
              </a:solidFill>
              <a:latin typeface="Ink Free" panose="03080402000500000000" pitchFamily="66" charset="0"/>
            </a:rPr>
            <a:t>: </a:t>
          </a:r>
          <a:r>
            <a:rPr lang="en-US" sz="1800" u="sng" dirty="0">
              <a:solidFill>
                <a:srgbClr val="FF0000"/>
              </a:solidFill>
              <a:latin typeface="Ink Free" panose="03080402000500000000" pitchFamily="66" charset="0"/>
            </a:rPr>
            <a:t>Initiatives de </a:t>
          </a:r>
          <a:r>
            <a:rPr lang="en-US" sz="1800" u="sng" dirty="0" err="1">
              <a:solidFill>
                <a:srgbClr val="FF0000"/>
              </a:solidFill>
              <a:latin typeface="Ink Free" panose="03080402000500000000" pitchFamily="66" charset="0"/>
            </a:rPr>
            <a:t>diversité</a:t>
          </a:r>
          <a:r>
            <a:rPr lang="en-US" sz="1800" u="sng" dirty="0">
              <a:solidFill>
                <a:srgbClr val="FF0000"/>
              </a:solidFill>
              <a:latin typeface="Ink Free" panose="03080402000500000000" pitchFamily="66" charset="0"/>
            </a:rPr>
            <a:t> et inclusion, </a:t>
          </a:r>
          <a:r>
            <a:rPr lang="en-US" sz="1800" u="sng" dirty="0" err="1">
              <a:solidFill>
                <a:srgbClr val="FF0000"/>
              </a:solidFill>
              <a:latin typeface="Ink Free" panose="03080402000500000000" pitchFamily="66" charset="0"/>
            </a:rPr>
            <a:t>programmes</a:t>
          </a:r>
          <a:r>
            <a:rPr lang="en-US" sz="1800" u="sng" dirty="0">
              <a:solidFill>
                <a:srgbClr val="FF0000"/>
              </a:solidFill>
              <a:latin typeface="Ink Free" panose="03080402000500000000" pitchFamily="66" charset="0"/>
            </a:rPr>
            <a:t> de bien-</a:t>
          </a:r>
          <a:r>
            <a:rPr lang="en-US" sz="1800" u="sng" dirty="0" err="1">
              <a:solidFill>
                <a:srgbClr val="FF0000"/>
              </a:solidFill>
              <a:latin typeface="Ink Free" panose="03080402000500000000" pitchFamily="66" charset="0"/>
            </a:rPr>
            <a:t>être</a:t>
          </a:r>
          <a:r>
            <a:rPr lang="en-US" sz="1800" u="sng" dirty="0">
              <a:solidFill>
                <a:srgbClr val="FF0000"/>
              </a:solidFill>
              <a:latin typeface="Ink Free" panose="03080402000500000000" pitchFamily="66" charset="0"/>
            </a:rPr>
            <a:t> pour les </a:t>
          </a:r>
          <a:r>
            <a:rPr lang="en-US" sz="1800" u="sng" dirty="0" err="1">
              <a:solidFill>
                <a:srgbClr val="FF0000"/>
              </a:solidFill>
              <a:latin typeface="Ink Free" panose="03080402000500000000" pitchFamily="66" charset="0"/>
            </a:rPr>
            <a:t>employés</a:t>
          </a:r>
          <a:r>
            <a:rPr lang="en-US" sz="1800" u="sng" dirty="0">
              <a:solidFill>
                <a:srgbClr val="FF0000"/>
              </a:solidFill>
              <a:latin typeface="Ink Free" panose="03080402000500000000" pitchFamily="66" charset="0"/>
            </a:rPr>
            <a:t>.</a:t>
          </a:r>
          <a:endParaRPr lang="fr-CA" sz="1800" dirty="0">
            <a:latin typeface="+mj-lt"/>
          </a:endParaRPr>
        </a:p>
      </dgm:t>
    </dgm:pt>
    <dgm:pt modelId="{070580DF-AA3D-480C-9E1D-FA84B12B3B21}" type="parTrans" cxnId="{6F2DBF08-5153-4DC4-85F7-1292C4FE06BF}">
      <dgm:prSet/>
      <dgm:spPr/>
      <dgm:t>
        <a:bodyPr/>
        <a:lstStyle/>
        <a:p>
          <a:endParaRPr lang="fr-CA">
            <a:latin typeface="+mj-lt"/>
          </a:endParaRPr>
        </a:p>
      </dgm:t>
    </dgm:pt>
    <dgm:pt modelId="{4AA4E022-7440-4EC1-B36B-A2ED8FB01C40}" type="sibTrans" cxnId="{6F2DBF08-5153-4DC4-85F7-1292C4FE06BF}">
      <dgm:prSet/>
      <dgm:spPr/>
      <dgm:t>
        <a:bodyPr/>
        <a:lstStyle/>
        <a:p>
          <a:endParaRPr lang="fr-CA">
            <a:latin typeface="+mj-lt"/>
          </a:endParaRPr>
        </a:p>
      </dgm:t>
    </dgm:pt>
    <dgm:pt modelId="{6ED3AD81-0BB9-404F-A736-AA23BE44CA99}">
      <dgm:prSet phldrT="[Texte]" custT="1"/>
      <dgm:spPr>
        <a:solidFill>
          <a:schemeClr val="accent4">
            <a:lumMod val="20000"/>
            <a:lumOff val="80000"/>
            <a:alpha val="50000"/>
          </a:schemeClr>
        </a:solidFill>
      </dgm:spPr>
      <dgm:t>
        <a:bodyPr/>
        <a:lstStyle/>
        <a:p>
          <a:r>
            <a:rPr lang="fr-CA" sz="2000" b="1" dirty="0">
              <a:latin typeface="+mj-lt"/>
            </a:rPr>
            <a:t>Questions de gouvernance</a:t>
          </a:r>
        </a:p>
        <a:p>
          <a:endParaRPr lang="fr-CA" sz="100" dirty="0">
            <a:latin typeface="+mj-lt"/>
          </a:endParaRPr>
        </a:p>
        <a:p>
          <a:r>
            <a:rPr kumimoji="0" lang="en-US" altLang="fr-FR" sz="1800" b="0" i="0" u="none" strike="noStrike" cap="none" normalizeH="0" baseline="0" dirty="0">
              <a:ln>
                <a:noFill/>
              </a:ln>
              <a:effectLst/>
            </a:rPr>
            <a:t>Structure de gestion de </a:t>
          </a:r>
          <a:r>
            <a:rPr kumimoji="0" lang="en-US" altLang="fr-FR" sz="1800" b="0" i="0" u="none" strike="noStrike" cap="none" normalizeH="0" baseline="0" dirty="0" err="1">
              <a:ln>
                <a:noFill/>
              </a:ln>
              <a:effectLst/>
            </a:rPr>
            <a:t>l'entreprise</a:t>
          </a:r>
          <a:r>
            <a:rPr kumimoji="0" lang="en-US" altLang="fr-FR" sz="1800" b="0" i="0" u="none" strike="noStrike" cap="none" normalizeH="0" baseline="0" dirty="0">
              <a:ln>
                <a:noFill/>
              </a:ln>
              <a:effectLst/>
            </a:rPr>
            <a:t>, transparence, </a:t>
          </a:r>
          <a:r>
            <a:rPr kumimoji="0" lang="en-US" altLang="fr-FR" sz="1800" b="0" i="0" u="none" strike="noStrike" cap="none" normalizeH="0" baseline="0" dirty="0" err="1">
              <a:ln>
                <a:noFill/>
              </a:ln>
              <a:effectLst/>
            </a:rPr>
            <a:t>éthique</a:t>
          </a:r>
          <a:r>
            <a:rPr kumimoji="0" lang="en-US" altLang="fr-FR" sz="1800" b="0" i="0" u="none" strike="noStrike" cap="none" normalizeH="0" baseline="0" dirty="0">
              <a:ln>
                <a:noFill/>
              </a:ln>
              <a:effectLst/>
            </a:rPr>
            <a:t> des affaires, gestion des </a:t>
          </a:r>
          <a:r>
            <a:rPr kumimoji="0" lang="en-US" altLang="fr-FR" sz="1800" b="0" i="0" u="none" strike="noStrike" cap="none" normalizeH="0" baseline="0" dirty="0" err="1">
              <a:ln>
                <a:noFill/>
              </a:ln>
              <a:effectLst/>
            </a:rPr>
            <a:t>risques</a:t>
          </a:r>
          <a:r>
            <a:rPr kumimoji="0" lang="en-US" altLang="fr-FR" sz="1800" b="0" i="0" u="none" strike="noStrike" cap="none" normalizeH="0" baseline="0" dirty="0">
              <a:ln>
                <a:noFill/>
              </a:ln>
              <a:effectLst/>
            </a:rPr>
            <a:t>. </a:t>
          </a:r>
        </a:p>
        <a:p>
          <a:pPr>
            <a:buSzTx/>
            <a:buNone/>
          </a:pPr>
          <a:r>
            <a:rPr lang="en-US" altLang="fr-FR" sz="1800" u="sng" dirty="0" err="1">
              <a:solidFill>
                <a:srgbClr val="FF0000"/>
              </a:solidFill>
              <a:latin typeface="Ink Free" panose="03080402000500000000" pitchFamily="66" charset="0"/>
            </a:rPr>
            <a:t>Exemple</a:t>
          </a:r>
          <a:r>
            <a:rPr lang="en-US" altLang="fr-FR" sz="1800" u="sng" dirty="0">
              <a:solidFill>
                <a:srgbClr val="FF0000"/>
              </a:solidFill>
              <a:latin typeface="Ink Free" panose="03080402000500000000" pitchFamily="66" charset="0"/>
            </a:rPr>
            <a:t>: </a:t>
          </a:r>
          <a:r>
            <a:rPr lang="en-US" sz="1800" u="sng" dirty="0">
              <a:solidFill>
                <a:srgbClr val="FF0000"/>
              </a:solidFill>
              <a:latin typeface="Ink Free" panose="03080402000500000000" pitchFamily="66" charset="0"/>
            </a:rPr>
            <a:t>Transparence dans les rapports financiers, politiques de </a:t>
          </a:r>
          <a:r>
            <a:rPr lang="en-US" sz="1800" u="sng" dirty="0" err="1">
              <a:solidFill>
                <a:srgbClr val="FF0000"/>
              </a:solidFill>
              <a:latin typeface="Ink Free" panose="03080402000500000000" pitchFamily="66" charset="0"/>
            </a:rPr>
            <a:t>lutte</a:t>
          </a:r>
          <a:r>
            <a:rPr lang="en-US" sz="1800" u="sng" dirty="0">
              <a:solidFill>
                <a:srgbClr val="FF0000"/>
              </a:solidFill>
              <a:latin typeface="Ink Free" panose="03080402000500000000" pitchFamily="66" charset="0"/>
            </a:rPr>
            <a:t> </a:t>
          </a:r>
          <a:r>
            <a:rPr lang="en-US" sz="1800" u="sng" dirty="0" err="1">
              <a:solidFill>
                <a:srgbClr val="FF0000"/>
              </a:solidFill>
              <a:latin typeface="Ink Free" panose="03080402000500000000" pitchFamily="66" charset="0"/>
            </a:rPr>
            <a:t>contre</a:t>
          </a:r>
          <a:r>
            <a:rPr lang="en-US" sz="1800" u="sng" dirty="0">
              <a:solidFill>
                <a:srgbClr val="FF0000"/>
              </a:solidFill>
              <a:latin typeface="Ink Free" panose="03080402000500000000" pitchFamily="66" charset="0"/>
            </a:rPr>
            <a:t> la corruption.</a:t>
          </a:r>
          <a:endParaRPr lang="fr-CA" sz="1800" dirty="0">
            <a:latin typeface="+mj-lt"/>
          </a:endParaRPr>
        </a:p>
      </dgm:t>
    </dgm:pt>
    <dgm:pt modelId="{4EFF68D3-2FCA-4D2C-AA4E-E4A2F1ACB160}" type="parTrans" cxnId="{FB614783-7C4E-4BBA-83B3-71C23160A901}">
      <dgm:prSet/>
      <dgm:spPr/>
      <dgm:t>
        <a:bodyPr/>
        <a:lstStyle/>
        <a:p>
          <a:endParaRPr lang="fr-CA">
            <a:latin typeface="+mj-lt"/>
          </a:endParaRPr>
        </a:p>
      </dgm:t>
    </dgm:pt>
    <dgm:pt modelId="{0D43C472-2A01-4B16-BDFF-CA69B5DA43CA}" type="sibTrans" cxnId="{FB614783-7C4E-4BBA-83B3-71C23160A901}">
      <dgm:prSet/>
      <dgm:spPr/>
      <dgm:t>
        <a:bodyPr/>
        <a:lstStyle/>
        <a:p>
          <a:endParaRPr lang="fr-CA">
            <a:latin typeface="+mj-lt"/>
          </a:endParaRPr>
        </a:p>
      </dgm:t>
    </dgm:pt>
    <dgm:pt modelId="{33DF16CB-9931-4C1E-BD11-6D0E716A5F5B}" type="pres">
      <dgm:prSet presAssocID="{0C3A713C-F08F-4B2B-AA2B-1F1D442A106E}" presName="Name0" presStyleCnt="0">
        <dgm:presLayoutVars>
          <dgm:dir/>
          <dgm:resizeHandles val="exact"/>
        </dgm:presLayoutVars>
      </dgm:prSet>
      <dgm:spPr/>
    </dgm:pt>
    <dgm:pt modelId="{70B8FA49-A98D-4944-900D-1B3648318173}" type="pres">
      <dgm:prSet presAssocID="{8A7F74CB-9A93-419A-ACF1-B97E4E229AD8}" presName="Name5" presStyleLbl="vennNode1" presStyleIdx="0" presStyleCnt="3" custScaleX="91800" custScaleY="75463" custLinFactNeighborX="3899" custLinFactNeighborY="-164">
        <dgm:presLayoutVars>
          <dgm:bulletEnabled val="1"/>
        </dgm:presLayoutVars>
      </dgm:prSet>
      <dgm:spPr/>
    </dgm:pt>
    <dgm:pt modelId="{61EE7D81-9F2C-4D69-929A-8FBCF0276770}" type="pres">
      <dgm:prSet presAssocID="{9C3DBC84-F00B-4DB4-8B58-C126D6C09B72}" presName="space" presStyleCnt="0"/>
      <dgm:spPr/>
    </dgm:pt>
    <dgm:pt modelId="{D1BF8D77-2E0A-472F-AC14-9A4D4B4BED49}" type="pres">
      <dgm:prSet presAssocID="{200ED9CD-E6D0-48E5-B7F1-59468855DACD}" presName="Name5" presStyleLbl="vennNode1" presStyleIdx="1" presStyleCnt="3" custScaleY="76356" custLinFactNeighborX="2176" custLinFactNeighborY="25">
        <dgm:presLayoutVars>
          <dgm:bulletEnabled val="1"/>
        </dgm:presLayoutVars>
      </dgm:prSet>
      <dgm:spPr/>
    </dgm:pt>
    <dgm:pt modelId="{16B4A5D4-874D-4F62-B1C6-AFD45296C470}" type="pres">
      <dgm:prSet presAssocID="{4AA4E022-7440-4EC1-B36B-A2ED8FB01C40}" presName="space" presStyleCnt="0"/>
      <dgm:spPr/>
    </dgm:pt>
    <dgm:pt modelId="{DC7749B9-539E-47D3-8588-0A81C9100379}" type="pres">
      <dgm:prSet presAssocID="{6ED3AD81-0BB9-404F-A736-AA23BE44CA99}" presName="Name5" presStyleLbl="vennNode1" presStyleIdx="2" presStyleCnt="3" custScaleY="79109">
        <dgm:presLayoutVars>
          <dgm:bulletEnabled val="1"/>
        </dgm:presLayoutVars>
      </dgm:prSet>
      <dgm:spPr/>
    </dgm:pt>
  </dgm:ptLst>
  <dgm:cxnLst>
    <dgm:cxn modelId="{6F2DBF08-5153-4DC4-85F7-1292C4FE06BF}" srcId="{0C3A713C-F08F-4B2B-AA2B-1F1D442A106E}" destId="{200ED9CD-E6D0-48E5-B7F1-59468855DACD}" srcOrd="1" destOrd="0" parTransId="{070580DF-AA3D-480C-9E1D-FA84B12B3B21}" sibTransId="{4AA4E022-7440-4EC1-B36B-A2ED8FB01C40}"/>
    <dgm:cxn modelId="{A195B728-D0DB-4441-9329-B7D3E60019D0}" type="presOf" srcId="{200ED9CD-E6D0-48E5-B7F1-59468855DACD}" destId="{D1BF8D77-2E0A-472F-AC14-9A4D4B4BED49}" srcOrd="0" destOrd="0" presId="urn:microsoft.com/office/officeart/2005/8/layout/venn3"/>
    <dgm:cxn modelId="{2A964B4E-610F-423C-AEA8-B79143C54411}" type="presOf" srcId="{6ED3AD81-0BB9-404F-A736-AA23BE44CA99}" destId="{DC7749B9-539E-47D3-8588-0A81C9100379}" srcOrd="0" destOrd="0" presId="urn:microsoft.com/office/officeart/2005/8/layout/venn3"/>
    <dgm:cxn modelId="{4691A653-6A4D-416F-AB86-64D49EF3F313}" type="presOf" srcId="{0C3A713C-F08F-4B2B-AA2B-1F1D442A106E}" destId="{33DF16CB-9931-4C1E-BD11-6D0E716A5F5B}" srcOrd="0" destOrd="0" presId="urn:microsoft.com/office/officeart/2005/8/layout/venn3"/>
    <dgm:cxn modelId="{2B687E7D-1D32-4F10-8D8E-08E306B1E6B2}" srcId="{0C3A713C-F08F-4B2B-AA2B-1F1D442A106E}" destId="{8A7F74CB-9A93-419A-ACF1-B97E4E229AD8}" srcOrd="0" destOrd="0" parTransId="{B0AFC968-528F-4CD7-9E10-3C026956F172}" sibTransId="{9C3DBC84-F00B-4DB4-8B58-C126D6C09B72}"/>
    <dgm:cxn modelId="{FB614783-7C4E-4BBA-83B3-71C23160A901}" srcId="{0C3A713C-F08F-4B2B-AA2B-1F1D442A106E}" destId="{6ED3AD81-0BB9-404F-A736-AA23BE44CA99}" srcOrd="2" destOrd="0" parTransId="{4EFF68D3-2FCA-4D2C-AA4E-E4A2F1ACB160}" sibTransId="{0D43C472-2A01-4B16-BDFF-CA69B5DA43CA}"/>
    <dgm:cxn modelId="{8D474CBD-F6D3-44CC-9C8C-2FF2DB58BE46}" type="presOf" srcId="{8A7F74CB-9A93-419A-ACF1-B97E4E229AD8}" destId="{70B8FA49-A98D-4944-900D-1B3648318173}" srcOrd="0" destOrd="0" presId="urn:microsoft.com/office/officeart/2005/8/layout/venn3"/>
    <dgm:cxn modelId="{21CAF046-18F7-4F2B-965A-7C85C27EBCD5}" type="presParOf" srcId="{33DF16CB-9931-4C1E-BD11-6D0E716A5F5B}" destId="{70B8FA49-A98D-4944-900D-1B3648318173}" srcOrd="0" destOrd="0" presId="urn:microsoft.com/office/officeart/2005/8/layout/venn3"/>
    <dgm:cxn modelId="{0114795B-1813-475F-8E91-3EEA2D04B5D4}" type="presParOf" srcId="{33DF16CB-9931-4C1E-BD11-6D0E716A5F5B}" destId="{61EE7D81-9F2C-4D69-929A-8FBCF0276770}" srcOrd="1" destOrd="0" presId="urn:microsoft.com/office/officeart/2005/8/layout/venn3"/>
    <dgm:cxn modelId="{FCC84C7E-072C-45E0-B41E-BCC495AC3190}" type="presParOf" srcId="{33DF16CB-9931-4C1E-BD11-6D0E716A5F5B}" destId="{D1BF8D77-2E0A-472F-AC14-9A4D4B4BED49}" srcOrd="2" destOrd="0" presId="urn:microsoft.com/office/officeart/2005/8/layout/venn3"/>
    <dgm:cxn modelId="{B6CA4BC9-EF82-4093-AE3B-0D923AD57E32}" type="presParOf" srcId="{33DF16CB-9931-4C1E-BD11-6D0E716A5F5B}" destId="{16B4A5D4-874D-4F62-B1C6-AFD45296C470}" srcOrd="3" destOrd="0" presId="urn:microsoft.com/office/officeart/2005/8/layout/venn3"/>
    <dgm:cxn modelId="{4A25BED3-61B2-4E81-8799-4304AB9B56EE}" type="presParOf" srcId="{33DF16CB-9931-4C1E-BD11-6D0E716A5F5B}" destId="{DC7749B9-539E-47D3-8588-0A81C9100379}" srcOrd="4" destOrd="0" presId="urn:microsoft.com/office/officeart/2005/8/layout/ven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24B879D-479C-4223-A056-CC60301B5E1B}" type="doc">
      <dgm:prSet loTypeId="urn:microsoft.com/office/officeart/2018/5/layout/CenteredIconLabelDescriptionList" loCatId="icon" qsTypeId="urn:microsoft.com/office/officeart/2005/8/quickstyle/simple1" qsCatId="simple" csTypeId="urn:microsoft.com/office/officeart/2005/8/colors/colorful2" csCatId="colorful" phldr="1"/>
      <dgm:spPr/>
      <dgm:t>
        <a:bodyPr/>
        <a:lstStyle/>
        <a:p>
          <a:endParaRPr lang="en-US"/>
        </a:p>
      </dgm:t>
    </dgm:pt>
    <dgm:pt modelId="{43A43CA6-9A17-4D66-96B2-E0E4E90D1178}">
      <dgm:prSet/>
      <dgm:spPr/>
      <dgm:t>
        <a:bodyPr/>
        <a:lstStyle/>
        <a:p>
          <a:pPr>
            <a:lnSpc>
              <a:spcPct val="100000"/>
            </a:lnSpc>
            <a:defRPr b="1"/>
          </a:pPr>
          <a:r>
            <a:rPr lang="fr-CA"/>
            <a:t>Finance verte</a:t>
          </a:r>
          <a:endParaRPr lang="en-US"/>
        </a:p>
      </dgm:t>
    </dgm:pt>
    <dgm:pt modelId="{A27B29C0-A200-4FCB-B470-22B8D51C8299}" type="parTrans" cxnId="{0FB64B9C-2619-4751-A8B5-481ABD7F7FCC}">
      <dgm:prSet/>
      <dgm:spPr/>
      <dgm:t>
        <a:bodyPr/>
        <a:lstStyle/>
        <a:p>
          <a:endParaRPr lang="en-US"/>
        </a:p>
      </dgm:t>
    </dgm:pt>
    <dgm:pt modelId="{B40F0DA5-9374-4ECD-96A2-3DB381360032}" type="sibTrans" cxnId="{0FB64B9C-2619-4751-A8B5-481ABD7F7FCC}">
      <dgm:prSet/>
      <dgm:spPr/>
      <dgm:t>
        <a:bodyPr/>
        <a:lstStyle/>
        <a:p>
          <a:endParaRPr lang="en-US"/>
        </a:p>
      </dgm:t>
    </dgm:pt>
    <dgm:pt modelId="{A2EBE08F-8182-49D2-9D93-B973737D5E53}">
      <dgm:prSet custT="1"/>
      <dgm:spPr/>
      <dgm:t>
        <a:bodyPr/>
        <a:lstStyle/>
        <a:p>
          <a:pPr>
            <a:lnSpc>
              <a:spcPct val="100000"/>
            </a:lnSpc>
          </a:pPr>
          <a:r>
            <a:rPr lang="fr-CA" sz="2000" dirty="0">
              <a:latin typeface="+mn-lt"/>
            </a:rPr>
            <a:t>Pratiques financières </a:t>
          </a:r>
          <a:r>
            <a:rPr lang="fr-CA" sz="2000" dirty="0" err="1">
              <a:latin typeface="+mn-lt"/>
            </a:rPr>
            <a:t>ayant </a:t>
          </a:r>
          <a:r>
            <a:rPr lang="fr-CA" sz="2000" dirty="0">
              <a:latin typeface="+mn-lt"/>
            </a:rPr>
            <a:t>pour objectif commun de </a:t>
          </a:r>
          <a:r>
            <a:rPr lang="fr-CA" sz="2000" b="1" dirty="0" err="1">
              <a:latin typeface="+mn-lt"/>
            </a:rPr>
            <a:t>maximiser la richesse </a:t>
          </a:r>
          <a:r>
            <a:rPr lang="fr-CA" sz="2000" b="1" dirty="0">
              <a:latin typeface="+mn-lt"/>
            </a:rPr>
            <a:t>tout en </a:t>
          </a:r>
          <a:r>
            <a:rPr lang="fr-CA" sz="2000" b="1" dirty="0" err="1">
              <a:latin typeface="+mn-lt"/>
            </a:rPr>
            <a:t>respectant l'environnement</a:t>
          </a:r>
          <a:endParaRPr lang="en-US" sz="2000" b="1" dirty="0">
            <a:latin typeface="+mn-lt"/>
          </a:endParaRPr>
        </a:p>
      </dgm:t>
    </dgm:pt>
    <dgm:pt modelId="{AD558CEF-DD5D-4A6B-AF5D-9A38C2AB4EF5}" type="parTrans" cxnId="{3DFAD497-7B4E-4297-AAF4-531B1CFDBA52}">
      <dgm:prSet/>
      <dgm:spPr/>
      <dgm:t>
        <a:bodyPr/>
        <a:lstStyle/>
        <a:p>
          <a:endParaRPr lang="en-US"/>
        </a:p>
      </dgm:t>
    </dgm:pt>
    <dgm:pt modelId="{BD65BA46-A676-4A7D-AF07-C2B1CE4277C9}" type="sibTrans" cxnId="{3DFAD497-7B4E-4297-AAF4-531B1CFDBA52}">
      <dgm:prSet/>
      <dgm:spPr/>
      <dgm:t>
        <a:bodyPr/>
        <a:lstStyle/>
        <a:p>
          <a:endParaRPr lang="en-US"/>
        </a:p>
      </dgm:t>
    </dgm:pt>
    <dgm:pt modelId="{FE1C45E5-4E50-4D74-81F1-0ED08A0CF482}">
      <dgm:prSet/>
      <dgm:spPr/>
      <dgm:t>
        <a:bodyPr/>
        <a:lstStyle/>
        <a:p>
          <a:pPr>
            <a:lnSpc>
              <a:spcPct val="100000"/>
            </a:lnSpc>
            <a:defRPr b="1"/>
          </a:pPr>
          <a:r>
            <a:rPr lang="fr-CA"/>
            <a:t>Finance responsable</a:t>
          </a:r>
          <a:endParaRPr lang="en-US"/>
        </a:p>
      </dgm:t>
    </dgm:pt>
    <dgm:pt modelId="{E5145C1C-69C0-47FB-8E65-2C92D6FD40A1}" type="parTrans" cxnId="{9D9A8287-9253-4FD7-84F4-48D2F03FE81C}">
      <dgm:prSet/>
      <dgm:spPr/>
      <dgm:t>
        <a:bodyPr/>
        <a:lstStyle/>
        <a:p>
          <a:endParaRPr lang="en-US"/>
        </a:p>
      </dgm:t>
    </dgm:pt>
    <dgm:pt modelId="{F01B52DE-F376-4064-8D47-2682B0D8C07C}" type="sibTrans" cxnId="{9D9A8287-9253-4FD7-84F4-48D2F03FE81C}">
      <dgm:prSet/>
      <dgm:spPr/>
      <dgm:t>
        <a:bodyPr/>
        <a:lstStyle/>
        <a:p>
          <a:endParaRPr lang="en-US"/>
        </a:p>
      </dgm:t>
    </dgm:pt>
    <dgm:pt modelId="{49FEDE60-DD53-43CD-9E70-F9B059605CF4}">
      <dgm:prSet custT="1"/>
      <dgm:spPr/>
      <dgm:t>
        <a:bodyPr spcFirstLastPara="0" vert="horz" wrap="square" lIns="95036" tIns="95036" rIns="95036" bIns="95036" numCol="1" spcCol="1270" anchor="ctr" anchorCtr="0"/>
        <a:lstStyle/>
        <a:p>
          <a:pPr>
            <a:lnSpc>
              <a:spcPct val="100000"/>
            </a:lnSpc>
          </a:pPr>
          <a:r>
            <a:rPr lang="fr-CA" sz="2000" kern="1200" dirty="0">
              <a:latin typeface="+mn-lt"/>
              <a:ea typeface="+mn-ea"/>
              <a:cs typeface="+mn-cs"/>
            </a:rPr>
            <a:t>Pratiques </a:t>
          </a:r>
          <a:r>
            <a:rPr lang="fr-CA" sz="2000" kern="1200" dirty="0" err="1">
              <a:latin typeface="+mn-lt"/>
              <a:ea typeface="+mn-ea"/>
              <a:cs typeface="+mn-cs"/>
            </a:rPr>
            <a:t>financières visant à maximiser la richesse</a:t>
          </a:r>
          <a:r>
            <a:rPr lang="fr-CA" sz="2000" kern="1200" dirty="0">
              <a:latin typeface="+mn-lt"/>
              <a:ea typeface="+mn-ea"/>
              <a:cs typeface="+mn-cs"/>
            </a:rPr>
            <a:t>, </a:t>
          </a:r>
          <a:r>
            <a:rPr lang="fr-CA" sz="2000" b="1" kern="1200" dirty="0" err="1">
              <a:latin typeface="+mn-lt"/>
              <a:ea typeface="+mn-ea"/>
              <a:cs typeface="+mn-cs"/>
            </a:rPr>
            <a:t>en rejetant les investissements </a:t>
          </a:r>
          <a:r>
            <a:rPr lang="fr-CA" sz="2000" kern="1200" dirty="0" err="1">
              <a:latin typeface="+mn-lt"/>
              <a:ea typeface="+mn-ea"/>
              <a:cs typeface="+mn-cs"/>
            </a:rPr>
            <a:t>associés à des projets qui </a:t>
          </a:r>
          <a:r>
            <a:rPr lang="fr-CA" sz="2000" kern="1200" dirty="0">
              <a:latin typeface="+mn-lt"/>
              <a:ea typeface="+mn-ea"/>
              <a:cs typeface="+mn-cs"/>
            </a:rPr>
            <a:t>ne sont pas </a:t>
          </a:r>
          <a:r>
            <a:rPr lang="fr-CA" sz="2000" kern="1200" dirty="0" err="1">
              <a:latin typeface="+mn-lt"/>
              <a:ea typeface="+mn-ea"/>
              <a:cs typeface="+mn-cs"/>
            </a:rPr>
            <a:t>socialement responsables </a:t>
          </a:r>
          <a:r>
            <a:rPr lang="fr-CA" sz="2000" kern="1200" dirty="0">
              <a:latin typeface="+mn-lt"/>
              <a:ea typeface="+mn-ea"/>
              <a:cs typeface="+mn-cs"/>
            </a:rPr>
            <a:t>(</a:t>
          </a:r>
          <a:r>
            <a:rPr lang="fr-CA" sz="2000" kern="1200" dirty="0" err="1">
              <a:latin typeface="+mn-lt"/>
              <a:ea typeface="+mn-ea"/>
              <a:cs typeface="+mn-cs"/>
            </a:rPr>
            <a:t>tabac</a:t>
          </a:r>
          <a:r>
            <a:rPr lang="fr-CA" sz="2000" kern="1200" dirty="0">
              <a:latin typeface="+mn-lt"/>
              <a:ea typeface="+mn-ea"/>
              <a:cs typeface="+mn-cs"/>
            </a:rPr>
            <a:t>, </a:t>
          </a:r>
          <a:r>
            <a:rPr lang="fr-CA" sz="2000" kern="1200" dirty="0" err="1">
              <a:latin typeface="+mn-lt"/>
              <a:ea typeface="+mn-ea"/>
              <a:cs typeface="+mn-cs"/>
            </a:rPr>
            <a:t>armes</a:t>
          </a:r>
          <a:r>
            <a:rPr lang="fr-CA" sz="2000" kern="1200" dirty="0">
              <a:latin typeface="+mn-lt"/>
              <a:ea typeface="+mn-ea"/>
              <a:cs typeface="+mn-cs"/>
            </a:rPr>
            <a:t>, etc.).</a:t>
          </a:r>
          <a:endParaRPr lang="en-US" sz="2000" kern="1200" dirty="0">
            <a:latin typeface="+mn-lt"/>
            <a:ea typeface="+mn-ea"/>
            <a:cs typeface="+mn-cs"/>
          </a:endParaRPr>
        </a:p>
      </dgm:t>
    </dgm:pt>
    <dgm:pt modelId="{CB83A7B8-FE64-48E8-8867-ED2AE37B4E2F}" type="parTrans" cxnId="{1F14C6F4-9686-4291-B422-C15D1BF477F9}">
      <dgm:prSet/>
      <dgm:spPr/>
      <dgm:t>
        <a:bodyPr/>
        <a:lstStyle/>
        <a:p>
          <a:endParaRPr lang="en-US"/>
        </a:p>
      </dgm:t>
    </dgm:pt>
    <dgm:pt modelId="{CBA5F44B-0645-4C5B-AF28-06D73C42E5E1}" type="sibTrans" cxnId="{1F14C6F4-9686-4291-B422-C15D1BF477F9}">
      <dgm:prSet/>
      <dgm:spPr/>
      <dgm:t>
        <a:bodyPr/>
        <a:lstStyle/>
        <a:p>
          <a:endParaRPr lang="en-US"/>
        </a:p>
      </dgm:t>
    </dgm:pt>
    <dgm:pt modelId="{1054A5D0-20CB-44EF-A549-882D4B662080}">
      <dgm:prSet/>
      <dgm:spPr/>
      <dgm:t>
        <a:bodyPr/>
        <a:lstStyle/>
        <a:p>
          <a:pPr>
            <a:lnSpc>
              <a:spcPct val="100000"/>
            </a:lnSpc>
            <a:defRPr b="1"/>
          </a:pPr>
          <a:r>
            <a:rPr lang="fr-CA"/>
            <a:t>Finance durable</a:t>
          </a:r>
          <a:endParaRPr lang="en-US"/>
        </a:p>
      </dgm:t>
    </dgm:pt>
    <dgm:pt modelId="{E5CA0382-8254-48ED-9CA5-7BA37F17B2B6}" type="parTrans" cxnId="{2498AB23-9DE4-45DD-BDE9-B6CFBE39AA1B}">
      <dgm:prSet/>
      <dgm:spPr/>
      <dgm:t>
        <a:bodyPr/>
        <a:lstStyle/>
        <a:p>
          <a:endParaRPr lang="en-US"/>
        </a:p>
      </dgm:t>
    </dgm:pt>
    <dgm:pt modelId="{41BC04BC-7BA4-4B1B-B203-DD02EE743B17}" type="sibTrans" cxnId="{2498AB23-9DE4-45DD-BDE9-B6CFBE39AA1B}">
      <dgm:prSet/>
      <dgm:spPr/>
      <dgm:t>
        <a:bodyPr/>
        <a:lstStyle/>
        <a:p>
          <a:endParaRPr lang="en-US"/>
        </a:p>
      </dgm:t>
    </dgm:pt>
    <dgm:pt modelId="{1BE99A7A-3630-4F42-B681-DD84840AA594}">
      <dgm:prSet custT="1"/>
      <dgm:spPr/>
      <dgm:t>
        <a:bodyPr spcFirstLastPara="0" vert="horz" wrap="square" lIns="95036" tIns="95036" rIns="95036" bIns="95036" numCol="1" spcCol="1270" anchor="ctr" anchorCtr="0"/>
        <a:lstStyle/>
        <a:p>
          <a:pPr>
            <a:lnSpc>
              <a:spcPct val="100000"/>
            </a:lnSpc>
          </a:pPr>
          <a:r>
            <a:rPr lang="fr-CA" sz="2000" kern="1200" dirty="0">
              <a:latin typeface="+mn-lt"/>
              <a:ea typeface="+mn-ea"/>
              <a:cs typeface="+mn-cs"/>
            </a:rPr>
            <a:t>Pratiques financières </a:t>
          </a:r>
          <a:r>
            <a:rPr lang="fr-CA" sz="2000" kern="1200" dirty="0" err="1">
              <a:latin typeface="+mn-lt"/>
              <a:ea typeface="+mn-ea"/>
              <a:cs typeface="+mn-cs"/>
            </a:rPr>
            <a:t>fondées </a:t>
          </a:r>
          <a:r>
            <a:rPr lang="fr-CA" sz="2000" kern="1200" dirty="0">
              <a:latin typeface="+mn-lt"/>
              <a:ea typeface="+mn-ea"/>
              <a:cs typeface="+mn-cs"/>
            </a:rPr>
            <a:t>sur le respect des </a:t>
          </a:r>
          <a:r>
            <a:rPr lang="fr-CA" sz="2000" kern="1200" dirty="0" err="1">
              <a:latin typeface="+mn-lt"/>
              <a:ea typeface="+mn-ea"/>
              <a:cs typeface="+mn-cs"/>
            </a:rPr>
            <a:t>principes</a:t>
          </a:r>
          <a:r>
            <a:rPr lang="fr-CA" sz="2000" kern="1200" dirty="0">
              <a:latin typeface="+mn-lt"/>
              <a:ea typeface="+mn-ea"/>
              <a:cs typeface="+mn-cs"/>
            </a:rPr>
            <a:t> ESG et </a:t>
          </a:r>
          <a:r>
            <a:rPr lang="fr-CA" sz="2000" kern="1200" dirty="0" err="1">
              <a:latin typeface="+mn-lt"/>
              <a:ea typeface="+mn-ea"/>
              <a:cs typeface="+mn-cs"/>
            </a:rPr>
            <a:t>qui considèrent </a:t>
          </a:r>
          <a:r>
            <a:rPr lang="fr-CA" sz="2000" kern="1200" dirty="0">
              <a:latin typeface="+mn-lt"/>
              <a:ea typeface="+mn-ea"/>
              <a:cs typeface="+mn-cs"/>
            </a:rPr>
            <a:t>l'ESG comme une </a:t>
          </a:r>
          <a:r>
            <a:rPr lang="fr-CA" sz="2000" kern="1200" dirty="0" err="1">
              <a:latin typeface="+mn-lt"/>
              <a:ea typeface="+mn-ea"/>
              <a:cs typeface="+mn-cs"/>
            </a:rPr>
            <a:t>opportunité d'investissement</a:t>
          </a:r>
          <a:r>
            <a:rPr lang="fr-CA" sz="2000" kern="1200" dirty="0">
              <a:latin typeface="+mn-lt"/>
              <a:ea typeface="+mn-ea"/>
              <a:cs typeface="+mn-cs"/>
            </a:rPr>
            <a:t>.</a:t>
          </a:r>
          <a:endParaRPr lang="en-US" sz="2000" kern="1200" dirty="0">
            <a:latin typeface="+mn-lt"/>
            <a:ea typeface="+mn-ea"/>
            <a:cs typeface="+mn-cs"/>
          </a:endParaRPr>
        </a:p>
      </dgm:t>
    </dgm:pt>
    <dgm:pt modelId="{09925FEE-7252-49B7-8ABB-7B863AD21DFD}" type="parTrans" cxnId="{5A6ADCBC-AD28-4FEE-A385-3788FE7154D9}">
      <dgm:prSet/>
      <dgm:spPr/>
      <dgm:t>
        <a:bodyPr/>
        <a:lstStyle/>
        <a:p>
          <a:endParaRPr lang="en-US"/>
        </a:p>
      </dgm:t>
    </dgm:pt>
    <dgm:pt modelId="{47920B39-B3AB-438F-8818-AA71DFD33CD1}" type="sibTrans" cxnId="{5A6ADCBC-AD28-4FEE-A385-3788FE7154D9}">
      <dgm:prSet/>
      <dgm:spPr/>
      <dgm:t>
        <a:bodyPr/>
        <a:lstStyle/>
        <a:p>
          <a:endParaRPr lang="en-US"/>
        </a:p>
      </dgm:t>
    </dgm:pt>
    <dgm:pt modelId="{5447A830-1449-435B-8418-D1F39F793324}" type="pres">
      <dgm:prSet presAssocID="{A24B879D-479C-4223-A056-CC60301B5E1B}" presName="root" presStyleCnt="0">
        <dgm:presLayoutVars>
          <dgm:dir/>
          <dgm:resizeHandles val="exact"/>
        </dgm:presLayoutVars>
      </dgm:prSet>
      <dgm:spPr/>
    </dgm:pt>
    <dgm:pt modelId="{45D74310-D88C-46BF-9988-D383E2C2787D}" type="pres">
      <dgm:prSet presAssocID="{43A43CA6-9A17-4D66-96B2-E0E4E90D1178}" presName="compNode" presStyleCnt="0"/>
      <dgm:spPr/>
    </dgm:pt>
    <dgm:pt modelId="{2387E375-4941-49C6-BD4C-441C17E24193}" type="pres">
      <dgm:prSet presAssocID="{43A43CA6-9A17-4D66-96B2-E0E4E90D1178}"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eciduous tree"/>
        </a:ext>
      </dgm:extLst>
    </dgm:pt>
    <dgm:pt modelId="{ED923AA7-B19F-4A76-BB7A-FAA92A4BB4ED}" type="pres">
      <dgm:prSet presAssocID="{43A43CA6-9A17-4D66-96B2-E0E4E90D1178}" presName="iconSpace" presStyleCnt="0"/>
      <dgm:spPr/>
    </dgm:pt>
    <dgm:pt modelId="{B2CE3C90-5916-4343-82CC-7817D1EF4A75}" type="pres">
      <dgm:prSet presAssocID="{43A43CA6-9A17-4D66-96B2-E0E4E90D1178}" presName="parTx" presStyleLbl="revTx" presStyleIdx="0" presStyleCnt="6">
        <dgm:presLayoutVars>
          <dgm:chMax val="0"/>
          <dgm:chPref val="0"/>
        </dgm:presLayoutVars>
      </dgm:prSet>
      <dgm:spPr/>
    </dgm:pt>
    <dgm:pt modelId="{4F8B640B-C9BB-4654-B8C8-BC7CA317C14D}" type="pres">
      <dgm:prSet presAssocID="{43A43CA6-9A17-4D66-96B2-E0E4E90D1178}" presName="txSpace" presStyleCnt="0"/>
      <dgm:spPr/>
    </dgm:pt>
    <dgm:pt modelId="{4C77A4DD-D7F9-4AFA-9077-31F972CE77C8}" type="pres">
      <dgm:prSet presAssocID="{43A43CA6-9A17-4D66-96B2-E0E4E90D1178}" presName="desTx" presStyleLbl="revTx" presStyleIdx="1" presStyleCnt="6">
        <dgm:presLayoutVars/>
      </dgm:prSet>
      <dgm:spPr/>
    </dgm:pt>
    <dgm:pt modelId="{940831B7-415E-42DB-8263-88AF01627BF2}" type="pres">
      <dgm:prSet presAssocID="{B40F0DA5-9374-4ECD-96A2-3DB381360032}" presName="sibTrans" presStyleCnt="0"/>
      <dgm:spPr/>
    </dgm:pt>
    <dgm:pt modelId="{57DA2E81-E253-4276-BA07-1A4D3BC26B93}" type="pres">
      <dgm:prSet presAssocID="{FE1C45E5-4E50-4D74-81F1-0ED08A0CF482}" presName="compNode" presStyleCnt="0"/>
      <dgm:spPr/>
    </dgm:pt>
    <dgm:pt modelId="{F5FBC03F-B024-40E5-8E43-DEDFFECA9172}" type="pres">
      <dgm:prSet presAssocID="{FE1C45E5-4E50-4D74-81F1-0ED08A0CF482}"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moking"/>
        </a:ext>
      </dgm:extLst>
    </dgm:pt>
    <dgm:pt modelId="{E5D47462-6690-41A0-A115-57554130654A}" type="pres">
      <dgm:prSet presAssocID="{FE1C45E5-4E50-4D74-81F1-0ED08A0CF482}" presName="iconSpace" presStyleCnt="0"/>
      <dgm:spPr/>
    </dgm:pt>
    <dgm:pt modelId="{866E23A3-4DE3-47A6-933D-745AEB4C6820}" type="pres">
      <dgm:prSet presAssocID="{FE1C45E5-4E50-4D74-81F1-0ED08A0CF482}" presName="parTx" presStyleLbl="revTx" presStyleIdx="2" presStyleCnt="6">
        <dgm:presLayoutVars>
          <dgm:chMax val="0"/>
          <dgm:chPref val="0"/>
        </dgm:presLayoutVars>
      </dgm:prSet>
      <dgm:spPr/>
    </dgm:pt>
    <dgm:pt modelId="{C5501A2A-7E99-49FC-8D2B-7DC60E60095B}" type="pres">
      <dgm:prSet presAssocID="{FE1C45E5-4E50-4D74-81F1-0ED08A0CF482}" presName="txSpace" presStyleCnt="0"/>
      <dgm:spPr/>
    </dgm:pt>
    <dgm:pt modelId="{27F88F5D-B90C-4E04-B0F4-DFFA912F282D}" type="pres">
      <dgm:prSet presAssocID="{FE1C45E5-4E50-4D74-81F1-0ED08A0CF482}" presName="desTx" presStyleLbl="revTx" presStyleIdx="3" presStyleCnt="6">
        <dgm:presLayoutVars/>
      </dgm:prSet>
      <dgm:spPr/>
    </dgm:pt>
    <dgm:pt modelId="{C606C100-8217-4BA4-B874-1CCE6248BC33}" type="pres">
      <dgm:prSet presAssocID="{F01B52DE-F376-4064-8D47-2682B0D8C07C}" presName="sibTrans" presStyleCnt="0"/>
      <dgm:spPr/>
    </dgm:pt>
    <dgm:pt modelId="{FF55A4A6-D9FD-485D-8CF3-76C4AFBDA761}" type="pres">
      <dgm:prSet presAssocID="{1054A5D0-20CB-44EF-A549-882D4B662080}" presName="compNode" presStyleCnt="0"/>
      <dgm:spPr/>
    </dgm:pt>
    <dgm:pt modelId="{3E44698E-42E5-478A-8C95-B63E526D2615}" type="pres">
      <dgm:prSet presAssocID="{1054A5D0-20CB-44EF-A549-882D4B662080}"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Business Growth"/>
        </a:ext>
      </dgm:extLst>
    </dgm:pt>
    <dgm:pt modelId="{C8711566-1940-4492-A29C-3240AAA67D33}" type="pres">
      <dgm:prSet presAssocID="{1054A5D0-20CB-44EF-A549-882D4B662080}" presName="iconSpace" presStyleCnt="0"/>
      <dgm:spPr/>
    </dgm:pt>
    <dgm:pt modelId="{E580B13E-E18B-4B12-9153-49441400B025}" type="pres">
      <dgm:prSet presAssocID="{1054A5D0-20CB-44EF-A549-882D4B662080}" presName="parTx" presStyleLbl="revTx" presStyleIdx="4" presStyleCnt="6">
        <dgm:presLayoutVars>
          <dgm:chMax val="0"/>
          <dgm:chPref val="0"/>
        </dgm:presLayoutVars>
      </dgm:prSet>
      <dgm:spPr/>
    </dgm:pt>
    <dgm:pt modelId="{12FDE14E-2AB0-4099-8A86-C15D5AAA8E99}" type="pres">
      <dgm:prSet presAssocID="{1054A5D0-20CB-44EF-A549-882D4B662080}" presName="txSpace" presStyleCnt="0"/>
      <dgm:spPr/>
    </dgm:pt>
    <dgm:pt modelId="{313AA9B7-62DD-4FB9-A4CB-A81E3DD86A31}" type="pres">
      <dgm:prSet presAssocID="{1054A5D0-20CB-44EF-A549-882D4B662080}" presName="desTx" presStyleLbl="revTx" presStyleIdx="5" presStyleCnt="6" custLinFactNeighborX="1401" custLinFactNeighborY="-14468">
        <dgm:presLayoutVars/>
      </dgm:prSet>
      <dgm:spPr/>
    </dgm:pt>
  </dgm:ptLst>
  <dgm:cxnLst>
    <dgm:cxn modelId="{6315210A-9FB9-4168-9A18-A1C5843A69D3}" type="presOf" srcId="{A2EBE08F-8182-49D2-9D93-B973737D5E53}" destId="{4C77A4DD-D7F9-4AFA-9077-31F972CE77C8}" srcOrd="0" destOrd="0" presId="urn:microsoft.com/office/officeart/2018/5/layout/CenteredIconLabelDescriptionList"/>
    <dgm:cxn modelId="{6EB54B23-5101-45B7-8F87-83202215E10A}" type="presOf" srcId="{1054A5D0-20CB-44EF-A549-882D4B662080}" destId="{E580B13E-E18B-4B12-9153-49441400B025}" srcOrd="0" destOrd="0" presId="urn:microsoft.com/office/officeart/2018/5/layout/CenteredIconLabelDescriptionList"/>
    <dgm:cxn modelId="{2498AB23-9DE4-45DD-BDE9-B6CFBE39AA1B}" srcId="{A24B879D-479C-4223-A056-CC60301B5E1B}" destId="{1054A5D0-20CB-44EF-A549-882D4B662080}" srcOrd="2" destOrd="0" parTransId="{E5CA0382-8254-48ED-9CA5-7BA37F17B2B6}" sibTransId="{41BC04BC-7BA4-4B1B-B203-DD02EE743B17}"/>
    <dgm:cxn modelId="{30C7EA2F-D132-4EB7-A29D-7D7FF41A236C}" type="presOf" srcId="{1BE99A7A-3630-4F42-B681-DD84840AA594}" destId="{313AA9B7-62DD-4FB9-A4CB-A81E3DD86A31}" srcOrd="0" destOrd="0" presId="urn:microsoft.com/office/officeart/2018/5/layout/CenteredIconLabelDescriptionList"/>
    <dgm:cxn modelId="{E03C5364-2099-4C82-B95F-939FBE7EBA00}" type="presOf" srcId="{FE1C45E5-4E50-4D74-81F1-0ED08A0CF482}" destId="{866E23A3-4DE3-47A6-933D-745AEB4C6820}" srcOrd="0" destOrd="0" presId="urn:microsoft.com/office/officeart/2018/5/layout/CenteredIconLabelDescriptionList"/>
    <dgm:cxn modelId="{9D9A8287-9253-4FD7-84F4-48D2F03FE81C}" srcId="{A24B879D-479C-4223-A056-CC60301B5E1B}" destId="{FE1C45E5-4E50-4D74-81F1-0ED08A0CF482}" srcOrd="1" destOrd="0" parTransId="{E5145C1C-69C0-47FB-8E65-2C92D6FD40A1}" sibTransId="{F01B52DE-F376-4064-8D47-2682B0D8C07C}"/>
    <dgm:cxn modelId="{3DFAD497-7B4E-4297-AAF4-531B1CFDBA52}" srcId="{43A43CA6-9A17-4D66-96B2-E0E4E90D1178}" destId="{A2EBE08F-8182-49D2-9D93-B973737D5E53}" srcOrd="0" destOrd="0" parTransId="{AD558CEF-DD5D-4A6B-AF5D-9A38C2AB4EF5}" sibTransId="{BD65BA46-A676-4A7D-AF07-C2B1CE4277C9}"/>
    <dgm:cxn modelId="{0FB64B9C-2619-4751-A8B5-481ABD7F7FCC}" srcId="{A24B879D-479C-4223-A056-CC60301B5E1B}" destId="{43A43CA6-9A17-4D66-96B2-E0E4E90D1178}" srcOrd="0" destOrd="0" parTransId="{A27B29C0-A200-4FCB-B470-22B8D51C8299}" sibTransId="{B40F0DA5-9374-4ECD-96A2-3DB381360032}"/>
    <dgm:cxn modelId="{1D8741A5-7610-4BD9-A8D4-DFC4B33E7019}" type="presOf" srcId="{A24B879D-479C-4223-A056-CC60301B5E1B}" destId="{5447A830-1449-435B-8418-D1F39F793324}" srcOrd="0" destOrd="0" presId="urn:microsoft.com/office/officeart/2018/5/layout/CenteredIconLabelDescriptionList"/>
    <dgm:cxn modelId="{C8E9E8B8-925D-4E6F-8DB1-BAAF090B30E2}" type="presOf" srcId="{49FEDE60-DD53-43CD-9E70-F9B059605CF4}" destId="{27F88F5D-B90C-4E04-B0F4-DFFA912F282D}" srcOrd="0" destOrd="0" presId="urn:microsoft.com/office/officeart/2018/5/layout/CenteredIconLabelDescriptionList"/>
    <dgm:cxn modelId="{5A6ADCBC-AD28-4FEE-A385-3788FE7154D9}" srcId="{1054A5D0-20CB-44EF-A549-882D4B662080}" destId="{1BE99A7A-3630-4F42-B681-DD84840AA594}" srcOrd="0" destOrd="0" parTransId="{09925FEE-7252-49B7-8ABB-7B863AD21DFD}" sibTransId="{47920B39-B3AB-438F-8818-AA71DFD33CD1}"/>
    <dgm:cxn modelId="{D461CAD6-5D4D-4655-A59B-11FFC161A6D3}" type="presOf" srcId="{43A43CA6-9A17-4D66-96B2-E0E4E90D1178}" destId="{B2CE3C90-5916-4343-82CC-7817D1EF4A75}" srcOrd="0" destOrd="0" presId="urn:microsoft.com/office/officeart/2018/5/layout/CenteredIconLabelDescriptionList"/>
    <dgm:cxn modelId="{1F14C6F4-9686-4291-B422-C15D1BF477F9}" srcId="{FE1C45E5-4E50-4D74-81F1-0ED08A0CF482}" destId="{49FEDE60-DD53-43CD-9E70-F9B059605CF4}" srcOrd="0" destOrd="0" parTransId="{CB83A7B8-FE64-48E8-8867-ED2AE37B4E2F}" sibTransId="{CBA5F44B-0645-4C5B-AF28-06D73C42E5E1}"/>
    <dgm:cxn modelId="{4B84FD35-1337-4531-8442-45B2A95DFDD9}" type="presParOf" srcId="{5447A830-1449-435B-8418-D1F39F793324}" destId="{45D74310-D88C-46BF-9988-D383E2C2787D}" srcOrd="0" destOrd="0" presId="urn:microsoft.com/office/officeart/2018/5/layout/CenteredIconLabelDescriptionList"/>
    <dgm:cxn modelId="{627DAE16-E348-48B6-B8F8-3A36146A54E4}" type="presParOf" srcId="{45D74310-D88C-46BF-9988-D383E2C2787D}" destId="{2387E375-4941-49C6-BD4C-441C17E24193}" srcOrd="0" destOrd="0" presId="urn:microsoft.com/office/officeart/2018/5/layout/CenteredIconLabelDescriptionList"/>
    <dgm:cxn modelId="{46494E61-3776-4D9D-BF23-0749F31F1A12}" type="presParOf" srcId="{45D74310-D88C-46BF-9988-D383E2C2787D}" destId="{ED923AA7-B19F-4A76-BB7A-FAA92A4BB4ED}" srcOrd="1" destOrd="0" presId="urn:microsoft.com/office/officeart/2018/5/layout/CenteredIconLabelDescriptionList"/>
    <dgm:cxn modelId="{EDE742C2-17CD-4199-9610-CA4732E5AEF4}" type="presParOf" srcId="{45D74310-D88C-46BF-9988-D383E2C2787D}" destId="{B2CE3C90-5916-4343-82CC-7817D1EF4A75}" srcOrd="2" destOrd="0" presId="urn:microsoft.com/office/officeart/2018/5/layout/CenteredIconLabelDescriptionList"/>
    <dgm:cxn modelId="{B5838756-AD1A-48A8-9B12-573CD61FEEAD}" type="presParOf" srcId="{45D74310-D88C-46BF-9988-D383E2C2787D}" destId="{4F8B640B-C9BB-4654-B8C8-BC7CA317C14D}" srcOrd="3" destOrd="0" presId="urn:microsoft.com/office/officeart/2018/5/layout/CenteredIconLabelDescriptionList"/>
    <dgm:cxn modelId="{5BEC96EC-79A1-4F06-AEC2-2B3E627931E4}" type="presParOf" srcId="{45D74310-D88C-46BF-9988-D383E2C2787D}" destId="{4C77A4DD-D7F9-4AFA-9077-31F972CE77C8}" srcOrd="4" destOrd="0" presId="urn:microsoft.com/office/officeart/2018/5/layout/CenteredIconLabelDescriptionList"/>
    <dgm:cxn modelId="{B1A853B4-472A-4E74-84A8-A2BAF8F89A8F}" type="presParOf" srcId="{5447A830-1449-435B-8418-D1F39F793324}" destId="{940831B7-415E-42DB-8263-88AF01627BF2}" srcOrd="1" destOrd="0" presId="urn:microsoft.com/office/officeart/2018/5/layout/CenteredIconLabelDescriptionList"/>
    <dgm:cxn modelId="{2A8EDD39-56ED-4C51-9D9E-378201749BD7}" type="presParOf" srcId="{5447A830-1449-435B-8418-D1F39F793324}" destId="{57DA2E81-E253-4276-BA07-1A4D3BC26B93}" srcOrd="2" destOrd="0" presId="urn:microsoft.com/office/officeart/2018/5/layout/CenteredIconLabelDescriptionList"/>
    <dgm:cxn modelId="{51F2281D-AB0F-4960-9D0A-947A0259781F}" type="presParOf" srcId="{57DA2E81-E253-4276-BA07-1A4D3BC26B93}" destId="{F5FBC03F-B024-40E5-8E43-DEDFFECA9172}" srcOrd="0" destOrd="0" presId="urn:microsoft.com/office/officeart/2018/5/layout/CenteredIconLabelDescriptionList"/>
    <dgm:cxn modelId="{A260DFFA-D41E-4C79-B250-BEF17B4121AD}" type="presParOf" srcId="{57DA2E81-E253-4276-BA07-1A4D3BC26B93}" destId="{E5D47462-6690-41A0-A115-57554130654A}" srcOrd="1" destOrd="0" presId="urn:microsoft.com/office/officeart/2018/5/layout/CenteredIconLabelDescriptionList"/>
    <dgm:cxn modelId="{260CE9D6-EC28-4A76-A465-3CC4A310AE19}" type="presParOf" srcId="{57DA2E81-E253-4276-BA07-1A4D3BC26B93}" destId="{866E23A3-4DE3-47A6-933D-745AEB4C6820}" srcOrd="2" destOrd="0" presId="urn:microsoft.com/office/officeart/2018/5/layout/CenteredIconLabelDescriptionList"/>
    <dgm:cxn modelId="{2D07FCAB-D949-4F19-946A-6A7F86DB96EF}" type="presParOf" srcId="{57DA2E81-E253-4276-BA07-1A4D3BC26B93}" destId="{C5501A2A-7E99-49FC-8D2B-7DC60E60095B}" srcOrd="3" destOrd="0" presId="urn:microsoft.com/office/officeart/2018/5/layout/CenteredIconLabelDescriptionList"/>
    <dgm:cxn modelId="{17733023-4D2A-45FD-87E6-789009FAAD73}" type="presParOf" srcId="{57DA2E81-E253-4276-BA07-1A4D3BC26B93}" destId="{27F88F5D-B90C-4E04-B0F4-DFFA912F282D}" srcOrd="4" destOrd="0" presId="urn:microsoft.com/office/officeart/2018/5/layout/CenteredIconLabelDescriptionList"/>
    <dgm:cxn modelId="{F4FD4570-4F79-4942-8E67-B34388BA99A3}" type="presParOf" srcId="{5447A830-1449-435B-8418-D1F39F793324}" destId="{C606C100-8217-4BA4-B874-1CCE6248BC33}" srcOrd="3" destOrd="0" presId="urn:microsoft.com/office/officeart/2018/5/layout/CenteredIconLabelDescriptionList"/>
    <dgm:cxn modelId="{D64D4393-35E8-4B8D-93DA-EA70E310595B}" type="presParOf" srcId="{5447A830-1449-435B-8418-D1F39F793324}" destId="{FF55A4A6-D9FD-485D-8CF3-76C4AFBDA761}" srcOrd="4" destOrd="0" presId="urn:microsoft.com/office/officeart/2018/5/layout/CenteredIconLabelDescriptionList"/>
    <dgm:cxn modelId="{8DA618B8-5F6B-4581-A3DA-B174FAA722F0}" type="presParOf" srcId="{FF55A4A6-D9FD-485D-8CF3-76C4AFBDA761}" destId="{3E44698E-42E5-478A-8C95-B63E526D2615}" srcOrd="0" destOrd="0" presId="urn:microsoft.com/office/officeart/2018/5/layout/CenteredIconLabelDescriptionList"/>
    <dgm:cxn modelId="{F723C290-F0F5-40F8-B2FE-CF46360BC4A5}" type="presParOf" srcId="{FF55A4A6-D9FD-485D-8CF3-76C4AFBDA761}" destId="{C8711566-1940-4492-A29C-3240AAA67D33}" srcOrd="1" destOrd="0" presId="urn:microsoft.com/office/officeart/2018/5/layout/CenteredIconLabelDescriptionList"/>
    <dgm:cxn modelId="{0D04FA9F-BD82-4CAE-910C-C488FF2CCED1}" type="presParOf" srcId="{FF55A4A6-D9FD-485D-8CF3-76C4AFBDA761}" destId="{E580B13E-E18B-4B12-9153-49441400B025}" srcOrd="2" destOrd="0" presId="urn:microsoft.com/office/officeart/2018/5/layout/CenteredIconLabelDescriptionList"/>
    <dgm:cxn modelId="{97C617BC-DAF8-4F01-B7AB-297A736DEBA2}" type="presParOf" srcId="{FF55A4A6-D9FD-485D-8CF3-76C4AFBDA761}" destId="{12FDE14E-2AB0-4099-8A86-C15D5AAA8E99}" srcOrd="3" destOrd="0" presId="urn:microsoft.com/office/officeart/2018/5/layout/CenteredIconLabelDescriptionList"/>
    <dgm:cxn modelId="{4B918192-B1E0-4234-A51F-8F08B814E618}" type="presParOf" srcId="{FF55A4A6-D9FD-485D-8CF3-76C4AFBDA761}" destId="{313AA9B7-62DD-4FB9-A4CB-A81E3DD86A31}"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64B65F0-33AA-4997-868C-E13E489DB296}" type="doc">
      <dgm:prSet loTypeId="urn:microsoft.com/office/officeart/2005/8/layout/hierarchy1" loCatId="hierarchy" qsTypeId="urn:microsoft.com/office/officeart/2005/8/quickstyle/simple3" qsCatId="simple" csTypeId="urn:microsoft.com/office/officeart/2005/8/colors/colorful1" csCatId="colorful" phldr="1"/>
      <dgm:spPr/>
      <dgm:t>
        <a:bodyPr/>
        <a:lstStyle/>
        <a:p>
          <a:endParaRPr lang="en-US"/>
        </a:p>
      </dgm:t>
    </dgm:pt>
    <dgm:pt modelId="{6E287B95-BEC1-4E02-974A-AD7183A10DA6}">
      <dgm:prSet custT="1"/>
      <dgm:spPr/>
      <dgm:t>
        <a:bodyPr/>
        <a:lstStyle/>
        <a:p>
          <a:r>
            <a:rPr lang="fr-CA" sz="2800" dirty="0"/>
            <a:t>Obligation </a:t>
          </a:r>
          <a:r>
            <a:rPr lang="fr-CA" sz="2800" dirty="0" err="1"/>
            <a:t>de divulgation volontaire</a:t>
          </a:r>
          <a:endParaRPr lang="en-US" sz="2800" dirty="0"/>
        </a:p>
      </dgm:t>
    </dgm:pt>
    <dgm:pt modelId="{016A787B-3A79-4D82-AF2F-F8ECC58903DF}" type="parTrans" cxnId="{3E2C0A9F-A003-4E43-B5B7-39797E70A016}">
      <dgm:prSet/>
      <dgm:spPr/>
      <dgm:t>
        <a:bodyPr/>
        <a:lstStyle/>
        <a:p>
          <a:endParaRPr lang="en-US"/>
        </a:p>
      </dgm:t>
    </dgm:pt>
    <dgm:pt modelId="{B46C6FF8-F252-4519-A754-37D724C7C24A}" type="sibTrans" cxnId="{3E2C0A9F-A003-4E43-B5B7-39797E70A016}">
      <dgm:prSet/>
      <dgm:spPr/>
      <dgm:t>
        <a:bodyPr/>
        <a:lstStyle/>
        <a:p>
          <a:endParaRPr lang="en-US"/>
        </a:p>
      </dgm:t>
    </dgm:pt>
    <dgm:pt modelId="{8C8ED0B7-165C-42E6-8A48-711743B0F03E}">
      <dgm:prSet custT="1"/>
      <dgm:spPr/>
      <dgm:t>
        <a:bodyPr/>
        <a:lstStyle/>
        <a:p>
          <a:r>
            <a:rPr lang="fr-CA" sz="2800" dirty="0" err="1"/>
            <a:t>Lettres de </a:t>
          </a:r>
          <a:r>
            <a:rPr lang="fr-CA" sz="2800" dirty="0"/>
            <a:t>Fink sur le greenwashing</a:t>
          </a:r>
          <a:endParaRPr lang="en-US" sz="2800" dirty="0"/>
        </a:p>
      </dgm:t>
    </dgm:pt>
    <dgm:pt modelId="{5B529DBE-4DF6-46D1-AB64-453BC18DB44C}" type="parTrans" cxnId="{C39C5390-BAEF-4B30-891B-5BB7E32CA1C9}">
      <dgm:prSet/>
      <dgm:spPr/>
      <dgm:t>
        <a:bodyPr/>
        <a:lstStyle/>
        <a:p>
          <a:endParaRPr lang="en-US"/>
        </a:p>
      </dgm:t>
    </dgm:pt>
    <dgm:pt modelId="{174E0B9B-2543-4ED4-B9B9-2D3C82E8D4F6}" type="sibTrans" cxnId="{C39C5390-BAEF-4B30-891B-5BB7E32CA1C9}">
      <dgm:prSet/>
      <dgm:spPr/>
      <dgm:t>
        <a:bodyPr/>
        <a:lstStyle/>
        <a:p>
          <a:endParaRPr lang="en-US"/>
        </a:p>
      </dgm:t>
    </dgm:pt>
    <dgm:pt modelId="{3B24F887-4900-4367-9A40-933170218322}" type="pres">
      <dgm:prSet presAssocID="{164B65F0-33AA-4997-868C-E13E489DB296}" presName="hierChild1" presStyleCnt="0">
        <dgm:presLayoutVars>
          <dgm:chPref val="1"/>
          <dgm:dir/>
          <dgm:animOne val="branch"/>
          <dgm:animLvl val="lvl"/>
          <dgm:resizeHandles/>
        </dgm:presLayoutVars>
      </dgm:prSet>
      <dgm:spPr/>
    </dgm:pt>
    <dgm:pt modelId="{72049169-FEE0-4A1F-8235-73FB7CF258EB}" type="pres">
      <dgm:prSet presAssocID="{6E287B95-BEC1-4E02-974A-AD7183A10DA6}" presName="hierRoot1" presStyleCnt="0"/>
      <dgm:spPr/>
    </dgm:pt>
    <dgm:pt modelId="{0A80538D-A90F-45FE-AEBE-8DA7631D784F}" type="pres">
      <dgm:prSet presAssocID="{6E287B95-BEC1-4E02-974A-AD7183A10DA6}" presName="composite" presStyleCnt="0"/>
      <dgm:spPr/>
    </dgm:pt>
    <dgm:pt modelId="{3B19DCF6-74C1-42DB-B2D3-2FC0AEC40334}" type="pres">
      <dgm:prSet presAssocID="{6E287B95-BEC1-4E02-974A-AD7183A10DA6}" presName="background" presStyleLbl="node0" presStyleIdx="0" presStyleCnt="2"/>
      <dgm:spPr/>
    </dgm:pt>
    <dgm:pt modelId="{991EB3D5-D689-4E51-836C-1223344EDC77}" type="pres">
      <dgm:prSet presAssocID="{6E287B95-BEC1-4E02-974A-AD7183A10DA6}" presName="text" presStyleLbl="fgAcc0" presStyleIdx="0" presStyleCnt="2">
        <dgm:presLayoutVars>
          <dgm:chPref val="3"/>
        </dgm:presLayoutVars>
      </dgm:prSet>
      <dgm:spPr/>
    </dgm:pt>
    <dgm:pt modelId="{F3099811-BEB1-4F21-B995-4E0C0EF9DE76}" type="pres">
      <dgm:prSet presAssocID="{6E287B95-BEC1-4E02-974A-AD7183A10DA6}" presName="hierChild2" presStyleCnt="0"/>
      <dgm:spPr/>
    </dgm:pt>
    <dgm:pt modelId="{F8B94449-ED41-4A7D-B3FC-7549594F0684}" type="pres">
      <dgm:prSet presAssocID="{8C8ED0B7-165C-42E6-8A48-711743B0F03E}" presName="hierRoot1" presStyleCnt="0"/>
      <dgm:spPr/>
    </dgm:pt>
    <dgm:pt modelId="{217AC8D9-E231-47E0-BBB4-527C9E020269}" type="pres">
      <dgm:prSet presAssocID="{8C8ED0B7-165C-42E6-8A48-711743B0F03E}" presName="composite" presStyleCnt="0"/>
      <dgm:spPr/>
    </dgm:pt>
    <dgm:pt modelId="{361FEBDB-4960-46C1-AE6E-E18783252BDB}" type="pres">
      <dgm:prSet presAssocID="{8C8ED0B7-165C-42E6-8A48-711743B0F03E}" presName="background" presStyleLbl="node0" presStyleIdx="1" presStyleCnt="2"/>
      <dgm:spPr>
        <a:solidFill>
          <a:schemeClr val="accent2">
            <a:lumMod val="60000"/>
            <a:lumOff val="40000"/>
          </a:schemeClr>
        </a:solidFill>
      </dgm:spPr>
    </dgm:pt>
    <dgm:pt modelId="{B0FA3584-3508-4AB7-BAC7-8C2DCACBDBF4}" type="pres">
      <dgm:prSet presAssocID="{8C8ED0B7-165C-42E6-8A48-711743B0F03E}" presName="text" presStyleLbl="fgAcc0" presStyleIdx="1" presStyleCnt="2">
        <dgm:presLayoutVars>
          <dgm:chPref val="3"/>
        </dgm:presLayoutVars>
      </dgm:prSet>
      <dgm:spPr/>
    </dgm:pt>
    <dgm:pt modelId="{FE650C1B-68A0-4E74-8CB4-947AAC21BC68}" type="pres">
      <dgm:prSet presAssocID="{8C8ED0B7-165C-42E6-8A48-711743B0F03E}" presName="hierChild2" presStyleCnt="0"/>
      <dgm:spPr/>
    </dgm:pt>
  </dgm:ptLst>
  <dgm:cxnLst>
    <dgm:cxn modelId="{67B26313-B2D5-403F-9E0C-D0BDF471B9D9}" type="presOf" srcId="{164B65F0-33AA-4997-868C-E13E489DB296}" destId="{3B24F887-4900-4367-9A40-933170218322}" srcOrd="0" destOrd="0" presId="urn:microsoft.com/office/officeart/2005/8/layout/hierarchy1"/>
    <dgm:cxn modelId="{C39C5390-BAEF-4B30-891B-5BB7E32CA1C9}" srcId="{164B65F0-33AA-4997-868C-E13E489DB296}" destId="{8C8ED0B7-165C-42E6-8A48-711743B0F03E}" srcOrd="1" destOrd="0" parTransId="{5B529DBE-4DF6-46D1-AB64-453BC18DB44C}" sibTransId="{174E0B9B-2543-4ED4-B9B9-2D3C82E8D4F6}"/>
    <dgm:cxn modelId="{3E2C0A9F-A003-4E43-B5B7-39797E70A016}" srcId="{164B65F0-33AA-4997-868C-E13E489DB296}" destId="{6E287B95-BEC1-4E02-974A-AD7183A10DA6}" srcOrd="0" destOrd="0" parTransId="{016A787B-3A79-4D82-AF2F-F8ECC58903DF}" sibTransId="{B46C6FF8-F252-4519-A754-37D724C7C24A}"/>
    <dgm:cxn modelId="{851CCDF7-4D9F-4C0A-98B8-7DAC0EBB05CB}" type="presOf" srcId="{8C8ED0B7-165C-42E6-8A48-711743B0F03E}" destId="{B0FA3584-3508-4AB7-BAC7-8C2DCACBDBF4}" srcOrd="0" destOrd="0" presId="urn:microsoft.com/office/officeart/2005/8/layout/hierarchy1"/>
    <dgm:cxn modelId="{46E4C5FC-DECA-41E5-805B-98B9692C6B95}" type="presOf" srcId="{6E287B95-BEC1-4E02-974A-AD7183A10DA6}" destId="{991EB3D5-D689-4E51-836C-1223344EDC77}" srcOrd="0" destOrd="0" presId="urn:microsoft.com/office/officeart/2005/8/layout/hierarchy1"/>
    <dgm:cxn modelId="{D7E78E1B-A841-427D-82FE-F235CCC97E3D}" type="presParOf" srcId="{3B24F887-4900-4367-9A40-933170218322}" destId="{72049169-FEE0-4A1F-8235-73FB7CF258EB}" srcOrd="0" destOrd="0" presId="urn:microsoft.com/office/officeart/2005/8/layout/hierarchy1"/>
    <dgm:cxn modelId="{6BED5D7D-92C6-4C54-A48F-E11703E6294F}" type="presParOf" srcId="{72049169-FEE0-4A1F-8235-73FB7CF258EB}" destId="{0A80538D-A90F-45FE-AEBE-8DA7631D784F}" srcOrd="0" destOrd="0" presId="urn:microsoft.com/office/officeart/2005/8/layout/hierarchy1"/>
    <dgm:cxn modelId="{CFFD9AD8-55F2-4634-BE58-7704FF987BD1}" type="presParOf" srcId="{0A80538D-A90F-45FE-AEBE-8DA7631D784F}" destId="{3B19DCF6-74C1-42DB-B2D3-2FC0AEC40334}" srcOrd="0" destOrd="0" presId="urn:microsoft.com/office/officeart/2005/8/layout/hierarchy1"/>
    <dgm:cxn modelId="{A1BB3F8F-4B78-477E-BFDF-C2D1B7AF75F0}" type="presParOf" srcId="{0A80538D-A90F-45FE-AEBE-8DA7631D784F}" destId="{991EB3D5-D689-4E51-836C-1223344EDC77}" srcOrd="1" destOrd="0" presId="urn:microsoft.com/office/officeart/2005/8/layout/hierarchy1"/>
    <dgm:cxn modelId="{EEBE8122-D688-4F7F-A510-1B2A6A7214E2}" type="presParOf" srcId="{72049169-FEE0-4A1F-8235-73FB7CF258EB}" destId="{F3099811-BEB1-4F21-B995-4E0C0EF9DE76}" srcOrd="1" destOrd="0" presId="urn:microsoft.com/office/officeart/2005/8/layout/hierarchy1"/>
    <dgm:cxn modelId="{FAD9CD20-6536-437D-B091-2E139EB721C9}" type="presParOf" srcId="{3B24F887-4900-4367-9A40-933170218322}" destId="{F8B94449-ED41-4A7D-B3FC-7549594F0684}" srcOrd="1" destOrd="0" presId="urn:microsoft.com/office/officeart/2005/8/layout/hierarchy1"/>
    <dgm:cxn modelId="{1574A136-695E-4E22-8546-57FEE61159EB}" type="presParOf" srcId="{F8B94449-ED41-4A7D-B3FC-7549594F0684}" destId="{217AC8D9-E231-47E0-BBB4-527C9E020269}" srcOrd="0" destOrd="0" presId="urn:microsoft.com/office/officeart/2005/8/layout/hierarchy1"/>
    <dgm:cxn modelId="{708D268C-F740-48C0-9831-E6437495BA0E}" type="presParOf" srcId="{217AC8D9-E231-47E0-BBB4-527C9E020269}" destId="{361FEBDB-4960-46C1-AE6E-E18783252BDB}" srcOrd="0" destOrd="0" presId="urn:microsoft.com/office/officeart/2005/8/layout/hierarchy1"/>
    <dgm:cxn modelId="{A74C4167-8730-40A2-A20B-8A2F739FC61B}" type="presParOf" srcId="{217AC8D9-E231-47E0-BBB4-527C9E020269}" destId="{B0FA3584-3508-4AB7-BAC7-8C2DCACBDBF4}" srcOrd="1" destOrd="0" presId="urn:microsoft.com/office/officeart/2005/8/layout/hierarchy1"/>
    <dgm:cxn modelId="{AE2367D4-F866-411C-AC9F-069BABDEB64B}" type="presParOf" srcId="{F8B94449-ED41-4A7D-B3FC-7549594F0684}" destId="{FE650C1B-68A0-4E74-8CB4-947AAC21BC68}"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254620-A206-40EB-B6C5-80049180D982}">
      <dsp:nvSpPr>
        <dsp:cNvPr id="0" name=""/>
        <dsp:cNvSpPr/>
      </dsp:nvSpPr>
      <dsp:spPr>
        <a:xfrm>
          <a:off x="0" y="2688"/>
          <a:ext cx="9598840" cy="550693"/>
        </a:xfrm>
        <a:prstGeom prst="roundRect">
          <a:avLst>
            <a:gd name="adj" fmla="val 10000"/>
          </a:avLst>
        </a:prstGeom>
        <a:solidFill>
          <a:schemeClr val="accent2">
            <a:tint val="40000"/>
            <a:hueOff val="0"/>
            <a:satOff val="0"/>
            <a:lumOff val="0"/>
            <a:alphaOff val="0"/>
          </a:schemeClr>
        </a:solidFill>
        <a:ln>
          <a:noFill/>
        </a:ln>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accent2">
              <a:tint val="40000"/>
              <a:hueOff val="0"/>
              <a:satOff val="0"/>
              <a:lumOff val="0"/>
              <a:alphaOff val="0"/>
              <a:shade val="70000"/>
              <a:satMod val="105000"/>
            </a:schemeClr>
          </a:contourClr>
        </a:sp3d>
      </dsp:spPr>
      <dsp:style>
        <a:lnRef idx="0">
          <a:scrgbClr r="0" g="0" b="0"/>
        </a:lnRef>
        <a:fillRef idx="1">
          <a:scrgbClr r="0" g="0" b="0"/>
        </a:fillRef>
        <a:effectRef idx="2">
          <a:scrgbClr r="0" g="0" b="0"/>
        </a:effectRef>
        <a:fontRef idx="minor"/>
      </dsp:style>
    </dsp:sp>
    <dsp:sp modelId="{8D574177-3C91-4A34-8CF9-64C982576BD3}">
      <dsp:nvSpPr>
        <dsp:cNvPr id="0" name=""/>
        <dsp:cNvSpPr/>
      </dsp:nvSpPr>
      <dsp:spPr>
        <a:xfrm>
          <a:off x="166584" y="126594"/>
          <a:ext cx="302881" cy="30288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accent2">
              <a:hueOff val="0"/>
              <a:satOff val="0"/>
              <a:lumOff val="0"/>
              <a:alphaOff val="0"/>
            </a:schemeClr>
          </a:contourClr>
        </a:sp3d>
      </dsp:spPr>
      <dsp:style>
        <a:lnRef idx="0">
          <a:scrgbClr r="0" g="0" b="0"/>
        </a:lnRef>
        <a:fillRef idx="3">
          <a:scrgbClr r="0" g="0" b="0"/>
        </a:fillRef>
        <a:effectRef idx="3">
          <a:scrgbClr r="0" g="0" b="0"/>
        </a:effectRef>
        <a:fontRef idx="minor">
          <a:schemeClr val="lt1"/>
        </a:fontRef>
      </dsp:style>
    </dsp:sp>
    <dsp:sp modelId="{E5C2D2EF-2486-4CCF-BDC3-85F5DBF5E9B7}">
      <dsp:nvSpPr>
        <dsp:cNvPr id="0" name=""/>
        <dsp:cNvSpPr/>
      </dsp:nvSpPr>
      <dsp:spPr>
        <a:xfrm>
          <a:off x="636051" y="2688"/>
          <a:ext cx="8962167" cy="550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282" tIns="58282" rIns="58282" bIns="58282" numCol="1" spcCol="1270" anchor="ctr" anchorCtr="0">
          <a:noAutofit/>
        </a:bodyPr>
        <a:lstStyle/>
        <a:p>
          <a:pPr marL="0" lvl="0" indent="0" algn="l" defTabSz="800100">
            <a:lnSpc>
              <a:spcPct val="100000"/>
            </a:lnSpc>
            <a:spcBef>
              <a:spcPct val="0"/>
            </a:spcBef>
            <a:spcAft>
              <a:spcPct val="35000"/>
            </a:spcAft>
            <a:buNone/>
          </a:pPr>
          <a:r>
            <a:rPr lang="fr-CA" sz="1800" kern="1200" dirty="0"/>
            <a:t>Enseignante : Mélanie Harris **** </a:t>
          </a:r>
          <a:r>
            <a:rPr lang="fr-CA" sz="1800" kern="1200" dirty="0">
              <a:hlinkClick xmlns:r="http://schemas.openxmlformats.org/officeDocument/2006/relationships" r:id="rId2"/>
            </a:rPr>
            <a:t>melanie.2.caron@hec.ca </a:t>
          </a:r>
          <a:r>
            <a:rPr lang="fr-CA" sz="1800" kern="1200" dirty="0"/>
            <a:t>****</a:t>
          </a:r>
          <a:endParaRPr lang="en-US" sz="1800" kern="1200" dirty="0"/>
        </a:p>
      </dsp:txBody>
      <dsp:txXfrm>
        <a:off x="636051" y="2688"/>
        <a:ext cx="8962167" cy="550693"/>
      </dsp:txXfrm>
    </dsp:sp>
    <dsp:sp modelId="{5605CB43-5C2C-4DD9-81C1-F6521125CFD5}">
      <dsp:nvSpPr>
        <dsp:cNvPr id="0" name=""/>
        <dsp:cNvSpPr/>
      </dsp:nvSpPr>
      <dsp:spPr>
        <a:xfrm>
          <a:off x="0" y="691055"/>
          <a:ext cx="9598840" cy="550693"/>
        </a:xfrm>
        <a:prstGeom prst="roundRect">
          <a:avLst>
            <a:gd name="adj" fmla="val 10000"/>
          </a:avLst>
        </a:prstGeom>
        <a:solidFill>
          <a:schemeClr val="accent2">
            <a:tint val="40000"/>
            <a:hueOff val="0"/>
            <a:satOff val="0"/>
            <a:lumOff val="0"/>
            <a:alphaOff val="0"/>
          </a:schemeClr>
        </a:solidFill>
        <a:ln>
          <a:noFill/>
        </a:ln>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accent2">
              <a:tint val="40000"/>
              <a:hueOff val="0"/>
              <a:satOff val="0"/>
              <a:lumOff val="0"/>
              <a:alphaOff val="0"/>
              <a:shade val="70000"/>
              <a:satMod val="105000"/>
            </a:schemeClr>
          </a:contourClr>
        </a:sp3d>
      </dsp:spPr>
      <dsp:style>
        <a:lnRef idx="0">
          <a:scrgbClr r="0" g="0" b="0"/>
        </a:lnRef>
        <a:fillRef idx="1">
          <a:scrgbClr r="0" g="0" b="0"/>
        </a:fillRef>
        <a:effectRef idx="2">
          <a:scrgbClr r="0" g="0" b="0"/>
        </a:effectRef>
        <a:fontRef idx="minor"/>
      </dsp:style>
    </dsp:sp>
    <dsp:sp modelId="{B48BCE66-F720-4763-BFC1-B13E031DAA41}">
      <dsp:nvSpPr>
        <dsp:cNvPr id="0" name=""/>
        <dsp:cNvSpPr/>
      </dsp:nvSpPr>
      <dsp:spPr>
        <a:xfrm>
          <a:off x="166584" y="814961"/>
          <a:ext cx="302881" cy="30288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accent3">
              <a:hueOff val="0"/>
              <a:satOff val="0"/>
              <a:lumOff val="0"/>
              <a:alphaOff val="0"/>
            </a:schemeClr>
          </a:contourClr>
        </a:sp3d>
      </dsp:spPr>
      <dsp:style>
        <a:lnRef idx="0">
          <a:scrgbClr r="0" g="0" b="0"/>
        </a:lnRef>
        <a:fillRef idx="3">
          <a:scrgbClr r="0" g="0" b="0"/>
        </a:fillRef>
        <a:effectRef idx="3">
          <a:scrgbClr r="0" g="0" b="0"/>
        </a:effectRef>
        <a:fontRef idx="minor">
          <a:schemeClr val="lt1"/>
        </a:fontRef>
      </dsp:style>
    </dsp:sp>
    <dsp:sp modelId="{49BAEFF8-E542-4C10-9AA6-0891E4E8ACE3}">
      <dsp:nvSpPr>
        <dsp:cNvPr id="0" name=""/>
        <dsp:cNvSpPr/>
      </dsp:nvSpPr>
      <dsp:spPr>
        <a:xfrm>
          <a:off x="636051" y="691055"/>
          <a:ext cx="8962167" cy="550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282" tIns="58282" rIns="58282" bIns="58282" numCol="1" spcCol="1270" anchor="ctr" anchorCtr="0">
          <a:noAutofit/>
        </a:bodyPr>
        <a:lstStyle/>
        <a:p>
          <a:pPr marL="0" lvl="0" indent="0" algn="l" defTabSz="800100">
            <a:lnSpc>
              <a:spcPct val="100000"/>
            </a:lnSpc>
            <a:spcBef>
              <a:spcPct val="0"/>
            </a:spcBef>
            <a:spcAft>
              <a:spcPct val="35000"/>
            </a:spcAft>
            <a:buNone/>
          </a:pPr>
          <a:r>
            <a:rPr lang="fr-CA" sz="1800" kern="1200" dirty="0" err="1"/>
            <a:t>Calculatrice</a:t>
          </a:r>
          <a:r>
            <a:rPr lang="fr-CA" sz="1800" kern="1200" dirty="0"/>
            <a:t> financière </a:t>
          </a:r>
          <a:r>
            <a:rPr lang="fr-CA" sz="1800" kern="1200" dirty="0" err="1"/>
            <a:t>requise </a:t>
          </a:r>
          <a:r>
            <a:rPr lang="fr-CA" sz="1800" kern="1200" dirty="0"/>
            <a:t>: TEXAS BAII+</a:t>
          </a:r>
          <a:endParaRPr lang="en-US" sz="1800" kern="1200" dirty="0"/>
        </a:p>
      </dsp:txBody>
      <dsp:txXfrm>
        <a:off x="636051" y="691055"/>
        <a:ext cx="8962167" cy="550693"/>
      </dsp:txXfrm>
    </dsp:sp>
    <dsp:sp modelId="{C4821254-7EC1-482B-A44A-75ACAFF4562F}">
      <dsp:nvSpPr>
        <dsp:cNvPr id="0" name=""/>
        <dsp:cNvSpPr/>
      </dsp:nvSpPr>
      <dsp:spPr>
        <a:xfrm>
          <a:off x="0" y="1379422"/>
          <a:ext cx="9598840" cy="550693"/>
        </a:xfrm>
        <a:prstGeom prst="roundRect">
          <a:avLst>
            <a:gd name="adj" fmla="val 10000"/>
          </a:avLst>
        </a:prstGeom>
        <a:solidFill>
          <a:schemeClr val="accent2">
            <a:tint val="40000"/>
            <a:hueOff val="0"/>
            <a:satOff val="0"/>
            <a:lumOff val="0"/>
            <a:alphaOff val="0"/>
          </a:schemeClr>
        </a:solidFill>
        <a:ln>
          <a:noFill/>
        </a:ln>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accent2">
              <a:tint val="40000"/>
              <a:hueOff val="0"/>
              <a:satOff val="0"/>
              <a:lumOff val="0"/>
              <a:alphaOff val="0"/>
              <a:shade val="70000"/>
              <a:satMod val="105000"/>
            </a:schemeClr>
          </a:contourClr>
        </a:sp3d>
      </dsp:spPr>
      <dsp:style>
        <a:lnRef idx="0">
          <a:scrgbClr r="0" g="0" b="0"/>
        </a:lnRef>
        <a:fillRef idx="1">
          <a:scrgbClr r="0" g="0" b="0"/>
        </a:fillRef>
        <a:effectRef idx="2">
          <a:scrgbClr r="0" g="0" b="0"/>
        </a:effectRef>
        <a:fontRef idx="minor"/>
      </dsp:style>
    </dsp:sp>
    <dsp:sp modelId="{FDDAEB60-667A-414E-B66C-4D12B1ECB0C6}">
      <dsp:nvSpPr>
        <dsp:cNvPr id="0" name=""/>
        <dsp:cNvSpPr/>
      </dsp:nvSpPr>
      <dsp:spPr>
        <a:xfrm>
          <a:off x="166584" y="1503328"/>
          <a:ext cx="302881" cy="30288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accent4">
              <a:hueOff val="0"/>
              <a:satOff val="0"/>
              <a:lumOff val="0"/>
              <a:alphaOff val="0"/>
            </a:schemeClr>
          </a:contourClr>
        </a:sp3d>
      </dsp:spPr>
      <dsp:style>
        <a:lnRef idx="0">
          <a:scrgbClr r="0" g="0" b="0"/>
        </a:lnRef>
        <a:fillRef idx="3">
          <a:scrgbClr r="0" g="0" b="0"/>
        </a:fillRef>
        <a:effectRef idx="3">
          <a:scrgbClr r="0" g="0" b="0"/>
        </a:effectRef>
        <a:fontRef idx="minor">
          <a:schemeClr val="lt1"/>
        </a:fontRef>
      </dsp:style>
    </dsp:sp>
    <dsp:sp modelId="{AF1BE5D9-F4A0-47B0-99B4-1629E0E6B73D}">
      <dsp:nvSpPr>
        <dsp:cNvPr id="0" name=""/>
        <dsp:cNvSpPr/>
      </dsp:nvSpPr>
      <dsp:spPr>
        <a:xfrm>
          <a:off x="636051" y="1379422"/>
          <a:ext cx="8962167" cy="550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282" tIns="58282" rIns="58282" bIns="58282" numCol="1" spcCol="1270" anchor="ctr" anchorCtr="0">
          <a:noAutofit/>
        </a:bodyPr>
        <a:lstStyle/>
        <a:p>
          <a:pPr marL="0" lvl="0" indent="0" algn="l" defTabSz="800100">
            <a:lnSpc>
              <a:spcPct val="100000"/>
            </a:lnSpc>
            <a:spcBef>
              <a:spcPct val="0"/>
            </a:spcBef>
            <a:spcAft>
              <a:spcPct val="35000"/>
            </a:spcAft>
            <a:buNone/>
          </a:pPr>
          <a:r>
            <a:rPr lang="fr-CA" sz="1800" kern="1200" dirty="0"/>
            <a:t>Manuel requis : Gestion financière 4</a:t>
          </a:r>
          <a:r>
            <a:rPr lang="fr-CA" sz="1800" kern="1200" baseline="30000" dirty="0"/>
            <a:t>e</a:t>
          </a:r>
          <a:r>
            <a:rPr lang="fr-CA" sz="1800" kern="1200" dirty="0"/>
            <a:t> ou 5</a:t>
          </a:r>
          <a:r>
            <a:rPr lang="fr-CA" sz="1800" kern="1200" baseline="30000" dirty="0"/>
            <a:t>e</a:t>
          </a:r>
          <a:r>
            <a:rPr lang="fr-CA" sz="1800" kern="1200" dirty="0"/>
            <a:t> édition</a:t>
          </a:r>
          <a:endParaRPr lang="en-US" sz="1800" kern="1200" dirty="0"/>
        </a:p>
      </dsp:txBody>
      <dsp:txXfrm>
        <a:off x="636051" y="1379422"/>
        <a:ext cx="8962167" cy="550693"/>
      </dsp:txXfrm>
    </dsp:sp>
    <dsp:sp modelId="{02068891-E593-4FB0-B3B1-36268430C655}">
      <dsp:nvSpPr>
        <dsp:cNvPr id="0" name=""/>
        <dsp:cNvSpPr/>
      </dsp:nvSpPr>
      <dsp:spPr>
        <a:xfrm>
          <a:off x="0" y="2067789"/>
          <a:ext cx="9598840" cy="550693"/>
        </a:xfrm>
        <a:prstGeom prst="roundRect">
          <a:avLst>
            <a:gd name="adj" fmla="val 10000"/>
          </a:avLst>
        </a:prstGeom>
        <a:solidFill>
          <a:schemeClr val="accent2">
            <a:tint val="40000"/>
            <a:hueOff val="0"/>
            <a:satOff val="0"/>
            <a:lumOff val="0"/>
            <a:alphaOff val="0"/>
          </a:schemeClr>
        </a:solidFill>
        <a:ln>
          <a:noFill/>
        </a:ln>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accent2">
              <a:tint val="40000"/>
              <a:hueOff val="0"/>
              <a:satOff val="0"/>
              <a:lumOff val="0"/>
              <a:alphaOff val="0"/>
              <a:shade val="70000"/>
              <a:satMod val="105000"/>
            </a:schemeClr>
          </a:contourClr>
        </a:sp3d>
      </dsp:spPr>
      <dsp:style>
        <a:lnRef idx="0">
          <a:scrgbClr r="0" g="0" b="0"/>
        </a:lnRef>
        <a:fillRef idx="1">
          <a:scrgbClr r="0" g="0" b="0"/>
        </a:fillRef>
        <a:effectRef idx="2">
          <a:scrgbClr r="0" g="0" b="0"/>
        </a:effectRef>
        <a:fontRef idx="minor"/>
      </dsp:style>
    </dsp:sp>
    <dsp:sp modelId="{8F1F5570-CF68-4B7A-8455-391E6801556E}">
      <dsp:nvSpPr>
        <dsp:cNvPr id="0" name=""/>
        <dsp:cNvSpPr/>
      </dsp:nvSpPr>
      <dsp:spPr>
        <a:xfrm>
          <a:off x="166584" y="2191695"/>
          <a:ext cx="302881" cy="30288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accent5">
              <a:hueOff val="0"/>
              <a:satOff val="0"/>
              <a:lumOff val="0"/>
              <a:alphaOff val="0"/>
            </a:schemeClr>
          </a:contourClr>
        </a:sp3d>
      </dsp:spPr>
      <dsp:style>
        <a:lnRef idx="0">
          <a:scrgbClr r="0" g="0" b="0"/>
        </a:lnRef>
        <a:fillRef idx="3">
          <a:scrgbClr r="0" g="0" b="0"/>
        </a:fillRef>
        <a:effectRef idx="3">
          <a:scrgbClr r="0" g="0" b="0"/>
        </a:effectRef>
        <a:fontRef idx="minor">
          <a:schemeClr val="lt1"/>
        </a:fontRef>
      </dsp:style>
    </dsp:sp>
    <dsp:sp modelId="{8BC4F028-10EC-4330-9CD6-5D090D7633CB}">
      <dsp:nvSpPr>
        <dsp:cNvPr id="0" name=""/>
        <dsp:cNvSpPr/>
      </dsp:nvSpPr>
      <dsp:spPr>
        <a:xfrm>
          <a:off x="636051" y="2067789"/>
          <a:ext cx="8962167" cy="550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282" tIns="58282" rIns="58282" bIns="58282" numCol="1" spcCol="1270" anchor="ctr" anchorCtr="0">
          <a:noAutofit/>
        </a:bodyPr>
        <a:lstStyle/>
        <a:p>
          <a:pPr marL="0" lvl="0" indent="0" algn="l" defTabSz="800100">
            <a:lnSpc>
              <a:spcPct val="100000"/>
            </a:lnSpc>
            <a:spcBef>
              <a:spcPct val="0"/>
            </a:spcBef>
            <a:spcAft>
              <a:spcPct val="35000"/>
            </a:spcAft>
            <a:buNone/>
          </a:pPr>
          <a:r>
            <a:rPr lang="fr-CA" sz="1800" b="1" kern="1200"/>
            <a:t>Évaluations : </a:t>
          </a:r>
          <a:endParaRPr lang="en-US" sz="1800" kern="1200"/>
        </a:p>
      </dsp:txBody>
      <dsp:txXfrm>
        <a:off x="636051" y="2067789"/>
        <a:ext cx="8962167" cy="550693"/>
      </dsp:txXfrm>
    </dsp:sp>
    <dsp:sp modelId="{C4026884-B0B4-4927-A2A1-9C2D00F2A06D}">
      <dsp:nvSpPr>
        <dsp:cNvPr id="0" name=""/>
        <dsp:cNvSpPr/>
      </dsp:nvSpPr>
      <dsp:spPr>
        <a:xfrm>
          <a:off x="0" y="2756156"/>
          <a:ext cx="9598840" cy="550693"/>
        </a:xfrm>
        <a:prstGeom prst="roundRect">
          <a:avLst>
            <a:gd name="adj" fmla="val 10000"/>
          </a:avLst>
        </a:prstGeom>
        <a:solidFill>
          <a:schemeClr val="accent2">
            <a:tint val="40000"/>
            <a:hueOff val="0"/>
            <a:satOff val="0"/>
            <a:lumOff val="0"/>
            <a:alphaOff val="0"/>
          </a:schemeClr>
        </a:solidFill>
        <a:ln>
          <a:noFill/>
        </a:ln>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accent2">
              <a:tint val="40000"/>
              <a:hueOff val="0"/>
              <a:satOff val="0"/>
              <a:lumOff val="0"/>
              <a:alphaOff val="0"/>
              <a:shade val="70000"/>
              <a:satMod val="105000"/>
            </a:schemeClr>
          </a:contourClr>
        </a:sp3d>
      </dsp:spPr>
      <dsp:style>
        <a:lnRef idx="0">
          <a:scrgbClr r="0" g="0" b="0"/>
        </a:lnRef>
        <a:fillRef idx="1">
          <a:scrgbClr r="0" g="0" b="0"/>
        </a:fillRef>
        <a:effectRef idx="2">
          <a:scrgbClr r="0" g="0" b="0"/>
        </a:effectRef>
        <a:fontRef idx="minor"/>
      </dsp:style>
    </dsp:sp>
    <dsp:sp modelId="{CD2F1FFB-FA00-42B3-94A3-307BDBD97554}">
      <dsp:nvSpPr>
        <dsp:cNvPr id="0" name=""/>
        <dsp:cNvSpPr/>
      </dsp:nvSpPr>
      <dsp:spPr>
        <a:xfrm>
          <a:off x="166584" y="2880062"/>
          <a:ext cx="302881" cy="30288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accent6">
              <a:hueOff val="0"/>
              <a:satOff val="0"/>
              <a:lumOff val="0"/>
              <a:alphaOff val="0"/>
            </a:schemeClr>
          </a:contourClr>
        </a:sp3d>
      </dsp:spPr>
      <dsp:style>
        <a:lnRef idx="0">
          <a:scrgbClr r="0" g="0" b="0"/>
        </a:lnRef>
        <a:fillRef idx="3">
          <a:scrgbClr r="0" g="0" b="0"/>
        </a:fillRef>
        <a:effectRef idx="3">
          <a:scrgbClr r="0" g="0" b="0"/>
        </a:effectRef>
        <a:fontRef idx="minor">
          <a:schemeClr val="lt1"/>
        </a:fontRef>
      </dsp:style>
    </dsp:sp>
    <dsp:sp modelId="{CECC7A0E-31A2-4E42-B473-BF3F61D720A9}">
      <dsp:nvSpPr>
        <dsp:cNvPr id="0" name=""/>
        <dsp:cNvSpPr/>
      </dsp:nvSpPr>
      <dsp:spPr>
        <a:xfrm>
          <a:off x="636051" y="2756156"/>
          <a:ext cx="4319478" cy="550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282" tIns="58282" rIns="58282" bIns="58282" numCol="1" spcCol="1270" anchor="ctr" anchorCtr="0">
          <a:noAutofit/>
        </a:bodyPr>
        <a:lstStyle/>
        <a:p>
          <a:pPr marL="0" lvl="0" indent="0" algn="l" defTabSz="800100">
            <a:lnSpc>
              <a:spcPct val="100000"/>
            </a:lnSpc>
            <a:spcBef>
              <a:spcPct val="0"/>
            </a:spcBef>
            <a:spcAft>
              <a:spcPct val="35000"/>
            </a:spcAft>
            <a:buNone/>
          </a:pPr>
          <a:r>
            <a:rPr lang="en-CA" sz="1800" b="1" kern="1200" dirty="0"/>
            <a:t>2 quiz en classe : </a:t>
          </a:r>
          <a:r>
            <a:rPr lang="en-CA" sz="1800" kern="1200" dirty="0"/>
            <a:t>total = 20 %</a:t>
          </a:r>
          <a:endParaRPr lang="en-US" sz="1800" kern="1200" dirty="0"/>
        </a:p>
      </dsp:txBody>
      <dsp:txXfrm>
        <a:off x="636051" y="2756156"/>
        <a:ext cx="4319478" cy="550693"/>
      </dsp:txXfrm>
    </dsp:sp>
    <dsp:sp modelId="{A8CEFDFA-3459-48E1-89B4-C58BCB4C7DAB}">
      <dsp:nvSpPr>
        <dsp:cNvPr id="0" name=""/>
        <dsp:cNvSpPr/>
      </dsp:nvSpPr>
      <dsp:spPr>
        <a:xfrm>
          <a:off x="4955529" y="2756156"/>
          <a:ext cx="4642689" cy="550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282" tIns="58282" rIns="58282" bIns="58282" numCol="1" spcCol="1270" anchor="ctr" anchorCtr="0">
          <a:noAutofit/>
        </a:bodyPr>
        <a:lstStyle/>
        <a:p>
          <a:pPr marL="0" lvl="0" indent="0" algn="l" defTabSz="711200">
            <a:lnSpc>
              <a:spcPct val="100000"/>
            </a:lnSpc>
            <a:spcBef>
              <a:spcPct val="0"/>
            </a:spcBef>
            <a:spcAft>
              <a:spcPct val="35000"/>
            </a:spcAft>
            <a:buNone/>
          </a:pPr>
          <a:r>
            <a:rPr lang="en-CA" sz="1600" kern="1200" dirty="0"/>
            <a:t>Le premier quiz aura lieu </a:t>
          </a:r>
          <a:r>
            <a:rPr lang="en-CA" sz="1600" kern="1200" dirty="0" err="1"/>
            <a:t>lors</a:t>
          </a:r>
          <a:r>
            <a:rPr lang="en-CA" sz="1600" kern="1200" dirty="0"/>
            <a:t> de </a:t>
          </a:r>
          <a:r>
            <a:rPr lang="en-CA" sz="1600" b="1" kern="1200" dirty="0"/>
            <a:t>la session n° 5 </a:t>
          </a:r>
          <a:r>
            <a:rPr lang="en-CA" sz="1600" kern="1200" dirty="0"/>
            <a:t>et le second </a:t>
          </a:r>
          <a:r>
            <a:rPr lang="en-CA" sz="1600" kern="1200" dirty="0" err="1"/>
            <a:t>lors</a:t>
          </a:r>
          <a:r>
            <a:rPr lang="en-CA" sz="1600" kern="1200" dirty="0"/>
            <a:t> de </a:t>
          </a:r>
          <a:r>
            <a:rPr lang="en-CA" sz="1600" b="1" kern="1200" dirty="0"/>
            <a:t>la session n° 11.</a:t>
          </a:r>
          <a:endParaRPr lang="en-US" sz="1600" kern="1200" dirty="0"/>
        </a:p>
      </dsp:txBody>
      <dsp:txXfrm>
        <a:off x="4955529" y="2756156"/>
        <a:ext cx="4642689" cy="550693"/>
      </dsp:txXfrm>
    </dsp:sp>
    <dsp:sp modelId="{EF6DBAF8-ECE6-4626-8D51-4ECF946E5D65}">
      <dsp:nvSpPr>
        <dsp:cNvPr id="0" name=""/>
        <dsp:cNvSpPr/>
      </dsp:nvSpPr>
      <dsp:spPr>
        <a:xfrm>
          <a:off x="0" y="3444523"/>
          <a:ext cx="9598840" cy="550693"/>
        </a:xfrm>
        <a:prstGeom prst="roundRect">
          <a:avLst>
            <a:gd name="adj" fmla="val 10000"/>
          </a:avLst>
        </a:prstGeom>
        <a:solidFill>
          <a:schemeClr val="accent2">
            <a:tint val="40000"/>
            <a:hueOff val="0"/>
            <a:satOff val="0"/>
            <a:lumOff val="0"/>
            <a:alphaOff val="0"/>
          </a:schemeClr>
        </a:solidFill>
        <a:ln>
          <a:noFill/>
        </a:ln>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accent2">
              <a:tint val="40000"/>
              <a:hueOff val="0"/>
              <a:satOff val="0"/>
              <a:lumOff val="0"/>
              <a:alphaOff val="0"/>
              <a:shade val="70000"/>
              <a:satMod val="105000"/>
            </a:schemeClr>
          </a:contourClr>
        </a:sp3d>
      </dsp:spPr>
      <dsp:style>
        <a:lnRef idx="0">
          <a:scrgbClr r="0" g="0" b="0"/>
        </a:lnRef>
        <a:fillRef idx="1">
          <a:scrgbClr r="0" g="0" b="0"/>
        </a:fillRef>
        <a:effectRef idx="2">
          <a:scrgbClr r="0" g="0" b="0"/>
        </a:effectRef>
        <a:fontRef idx="minor"/>
      </dsp:style>
    </dsp:sp>
    <dsp:sp modelId="{0F7F1FD1-8465-4FEA-B6DD-D252FF1181B8}">
      <dsp:nvSpPr>
        <dsp:cNvPr id="0" name=""/>
        <dsp:cNvSpPr/>
      </dsp:nvSpPr>
      <dsp:spPr>
        <a:xfrm>
          <a:off x="166584" y="3568429"/>
          <a:ext cx="302881" cy="30288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accent2">
              <a:hueOff val="0"/>
              <a:satOff val="0"/>
              <a:lumOff val="0"/>
              <a:alphaOff val="0"/>
            </a:schemeClr>
          </a:contourClr>
        </a:sp3d>
      </dsp:spPr>
      <dsp:style>
        <a:lnRef idx="0">
          <a:scrgbClr r="0" g="0" b="0"/>
        </a:lnRef>
        <a:fillRef idx="3">
          <a:scrgbClr r="0" g="0" b="0"/>
        </a:fillRef>
        <a:effectRef idx="3">
          <a:scrgbClr r="0" g="0" b="0"/>
        </a:effectRef>
        <a:fontRef idx="minor">
          <a:schemeClr val="lt1"/>
        </a:fontRef>
      </dsp:style>
    </dsp:sp>
    <dsp:sp modelId="{94262751-3ED6-45CC-8867-67315A77C5DE}">
      <dsp:nvSpPr>
        <dsp:cNvPr id="0" name=""/>
        <dsp:cNvSpPr/>
      </dsp:nvSpPr>
      <dsp:spPr>
        <a:xfrm>
          <a:off x="636051" y="3444523"/>
          <a:ext cx="8962167" cy="550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282" tIns="58282" rIns="58282" bIns="58282" numCol="1" spcCol="1270" anchor="ctr" anchorCtr="0">
          <a:noAutofit/>
        </a:bodyPr>
        <a:lstStyle/>
        <a:p>
          <a:pPr marL="0" lvl="0" indent="0" algn="l" defTabSz="800100">
            <a:lnSpc>
              <a:spcPct val="100000"/>
            </a:lnSpc>
            <a:spcBef>
              <a:spcPct val="0"/>
            </a:spcBef>
            <a:spcAft>
              <a:spcPct val="35000"/>
            </a:spcAft>
            <a:buNone/>
          </a:pPr>
          <a:r>
            <a:rPr lang="en-CA" sz="1800" b="1" kern="1200"/>
            <a:t>Examen de mi-semestre </a:t>
          </a:r>
          <a:r>
            <a:rPr lang="en-CA" sz="1800" kern="1200"/>
            <a:t>- 40 %</a:t>
          </a:r>
          <a:endParaRPr lang="en-US" sz="1800" kern="1200"/>
        </a:p>
      </dsp:txBody>
      <dsp:txXfrm>
        <a:off x="636051" y="3444523"/>
        <a:ext cx="8962167" cy="550693"/>
      </dsp:txXfrm>
    </dsp:sp>
    <dsp:sp modelId="{CDE17601-C0E6-4CEE-873F-E9901D4E70AA}">
      <dsp:nvSpPr>
        <dsp:cNvPr id="0" name=""/>
        <dsp:cNvSpPr/>
      </dsp:nvSpPr>
      <dsp:spPr>
        <a:xfrm>
          <a:off x="0" y="4132890"/>
          <a:ext cx="9598840" cy="550693"/>
        </a:xfrm>
        <a:prstGeom prst="roundRect">
          <a:avLst>
            <a:gd name="adj" fmla="val 10000"/>
          </a:avLst>
        </a:prstGeom>
        <a:solidFill>
          <a:schemeClr val="accent2">
            <a:tint val="40000"/>
            <a:hueOff val="0"/>
            <a:satOff val="0"/>
            <a:lumOff val="0"/>
            <a:alphaOff val="0"/>
          </a:schemeClr>
        </a:solidFill>
        <a:ln>
          <a:noFill/>
        </a:ln>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accent2">
              <a:tint val="40000"/>
              <a:hueOff val="0"/>
              <a:satOff val="0"/>
              <a:lumOff val="0"/>
              <a:alphaOff val="0"/>
              <a:shade val="70000"/>
              <a:satMod val="105000"/>
            </a:schemeClr>
          </a:contourClr>
        </a:sp3d>
      </dsp:spPr>
      <dsp:style>
        <a:lnRef idx="0">
          <a:scrgbClr r="0" g="0" b="0"/>
        </a:lnRef>
        <a:fillRef idx="1">
          <a:scrgbClr r="0" g="0" b="0"/>
        </a:fillRef>
        <a:effectRef idx="2">
          <a:scrgbClr r="0" g="0" b="0"/>
        </a:effectRef>
        <a:fontRef idx="minor"/>
      </dsp:style>
    </dsp:sp>
    <dsp:sp modelId="{120B3B4C-4361-463D-B1BA-4E38D053085B}">
      <dsp:nvSpPr>
        <dsp:cNvPr id="0" name=""/>
        <dsp:cNvSpPr/>
      </dsp:nvSpPr>
      <dsp:spPr>
        <a:xfrm>
          <a:off x="166584" y="4256796"/>
          <a:ext cx="302881" cy="30288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accent3">
              <a:hueOff val="0"/>
              <a:satOff val="0"/>
              <a:lumOff val="0"/>
              <a:alphaOff val="0"/>
            </a:schemeClr>
          </a:contourClr>
        </a:sp3d>
      </dsp:spPr>
      <dsp:style>
        <a:lnRef idx="0">
          <a:scrgbClr r="0" g="0" b="0"/>
        </a:lnRef>
        <a:fillRef idx="3">
          <a:scrgbClr r="0" g="0" b="0"/>
        </a:fillRef>
        <a:effectRef idx="3">
          <a:scrgbClr r="0" g="0" b="0"/>
        </a:effectRef>
        <a:fontRef idx="minor">
          <a:schemeClr val="lt1"/>
        </a:fontRef>
      </dsp:style>
    </dsp:sp>
    <dsp:sp modelId="{D25E327C-957B-4F5C-96A3-862C1F23736E}">
      <dsp:nvSpPr>
        <dsp:cNvPr id="0" name=""/>
        <dsp:cNvSpPr/>
      </dsp:nvSpPr>
      <dsp:spPr>
        <a:xfrm>
          <a:off x="636051" y="4132890"/>
          <a:ext cx="4319478" cy="550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282" tIns="58282" rIns="58282" bIns="58282" numCol="1" spcCol="1270" anchor="ctr" anchorCtr="0">
          <a:noAutofit/>
        </a:bodyPr>
        <a:lstStyle/>
        <a:p>
          <a:pPr marL="0" lvl="0" indent="0" algn="l" defTabSz="800100">
            <a:lnSpc>
              <a:spcPct val="100000"/>
            </a:lnSpc>
            <a:spcBef>
              <a:spcPct val="0"/>
            </a:spcBef>
            <a:spcAft>
              <a:spcPct val="35000"/>
            </a:spcAft>
            <a:buNone/>
          </a:pPr>
          <a:r>
            <a:rPr lang="en-CA" sz="1800" b="1" kern="1200"/>
            <a:t>Examen final -</a:t>
          </a:r>
          <a:r>
            <a:rPr lang="en-CA" sz="1800" kern="1200"/>
            <a:t> 40 %</a:t>
          </a:r>
          <a:endParaRPr lang="en-US" sz="1800" kern="1200"/>
        </a:p>
      </dsp:txBody>
      <dsp:txXfrm>
        <a:off x="636051" y="4132890"/>
        <a:ext cx="4319478" cy="550693"/>
      </dsp:txXfrm>
    </dsp:sp>
    <dsp:sp modelId="{973F4D5F-9B0F-456A-97DF-220967D923D2}">
      <dsp:nvSpPr>
        <dsp:cNvPr id="0" name=""/>
        <dsp:cNvSpPr/>
      </dsp:nvSpPr>
      <dsp:spPr>
        <a:xfrm>
          <a:off x="4956150" y="3424588"/>
          <a:ext cx="4642689" cy="550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282" tIns="58282" rIns="58282" bIns="58282" numCol="1" spcCol="1270" anchor="ctr" anchorCtr="0">
          <a:noAutofit/>
        </a:bodyPr>
        <a:lstStyle/>
        <a:p>
          <a:pPr marL="0" lvl="0" indent="0" algn="l" defTabSz="711200">
            <a:lnSpc>
              <a:spcPct val="100000"/>
            </a:lnSpc>
            <a:spcBef>
              <a:spcPct val="0"/>
            </a:spcBef>
            <a:spcAft>
              <a:spcPct val="35000"/>
            </a:spcAft>
            <a:buNone/>
          </a:pPr>
          <a:r>
            <a:rPr lang="en-GB" sz="1600" kern="1200" dirty="0"/>
            <a:t>Examen à livre fermé. Une feuille de formules sera fournie.</a:t>
          </a:r>
          <a:endParaRPr lang="en-US" sz="1600" kern="1200" dirty="0"/>
        </a:p>
      </dsp:txBody>
      <dsp:txXfrm>
        <a:off x="4956150" y="3424588"/>
        <a:ext cx="4642689" cy="55069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B8FA49-A98D-4944-900D-1B3648318173}">
      <dsp:nvSpPr>
        <dsp:cNvPr id="0" name=""/>
        <dsp:cNvSpPr/>
      </dsp:nvSpPr>
      <dsp:spPr>
        <a:xfrm>
          <a:off x="38101" y="687606"/>
          <a:ext cx="4198595" cy="3451400"/>
        </a:xfrm>
        <a:prstGeom prst="ellipse">
          <a:avLst/>
        </a:prstGeom>
        <a:solidFill>
          <a:schemeClr val="bg2">
            <a:alpha val="50000"/>
          </a:schemeClr>
        </a:solidFill>
        <a:ln w="20000" cap="flat" cmpd="sng" algn="ctr">
          <a:solidFill>
            <a:schemeClr val="accent1">
              <a:shade val="80000"/>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251702" tIns="25400" rIns="251702" bIns="25400" numCol="1" spcCol="1270" anchor="ctr" anchorCtr="0">
          <a:noAutofit/>
        </a:bodyPr>
        <a:lstStyle/>
        <a:p>
          <a:pPr marL="0" lvl="0" indent="0" algn="ctr" defTabSz="889000">
            <a:lnSpc>
              <a:spcPct val="90000"/>
            </a:lnSpc>
            <a:spcBef>
              <a:spcPct val="0"/>
            </a:spcBef>
            <a:spcAft>
              <a:spcPct val="35000"/>
            </a:spcAft>
            <a:buNone/>
          </a:pPr>
          <a:r>
            <a:rPr lang="fr-CA" sz="2000" b="1" kern="1200" dirty="0">
              <a:latin typeface="+mj-lt"/>
            </a:rPr>
            <a:t>Environnement </a:t>
          </a:r>
        </a:p>
        <a:p>
          <a:pPr marL="0" lvl="0" indent="0" algn="ctr" defTabSz="889000">
            <a:lnSpc>
              <a:spcPct val="90000"/>
            </a:lnSpc>
            <a:spcBef>
              <a:spcPct val="0"/>
            </a:spcBef>
            <a:spcAft>
              <a:spcPct val="35000"/>
            </a:spcAft>
            <a:buNone/>
          </a:pPr>
          <a:r>
            <a:rPr lang="fr-CA" sz="2000" b="1" kern="1200" dirty="0">
              <a:latin typeface="+mj-lt"/>
            </a:rPr>
            <a:t>Durabilité</a:t>
          </a:r>
        </a:p>
        <a:p>
          <a:pPr marL="0" lvl="0" indent="0" algn="ctr" defTabSz="889000">
            <a:lnSpc>
              <a:spcPct val="90000"/>
            </a:lnSpc>
            <a:spcBef>
              <a:spcPct val="0"/>
            </a:spcBef>
            <a:spcAft>
              <a:spcPct val="35000"/>
            </a:spcAft>
            <a:buNone/>
          </a:pPr>
          <a:r>
            <a:rPr kumimoji="0" lang="en-US" altLang="fr-FR" sz="1400" b="0" i="0" u="none" strike="noStrike" kern="1200" cap="none" normalizeH="0" baseline="0" dirty="0">
              <a:ln>
                <a:noFill/>
              </a:ln>
              <a:effectLst/>
            </a:rPr>
            <a:t>Impact des </a:t>
          </a:r>
          <a:r>
            <a:rPr kumimoji="0" lang="en-US" altLang="fr-FR" sz="1400" b="0" i="0" u="none" strike="noStrike" kern="1200" cap="none" normalizeH="0" baseline="0" dirty="0" err="1">
              <a:ln>
                <a:noFill/>
              </a:ln>
              <a:effectLst/>
            </a:rPr>
            <a:t>entreprises</a:t>
          </a:r>
          <a:r>
            <a:rPr kumimoji="0" lang="en-US" altLang="fr-FR" sz="1400" b="0" i="0" u="none" strike="noStrike" kern="1200" cap="none" normalizeH="0" baseline="0" dirty="0">
              <a:ln>
                <a:noFill/>
              </a:ln>
              <a:effectLst/>
            </a:rPr>
            <a:t> sur </a:t>
          </a:r>
          <a:r>
            <a:rPr kumimoji="0" lang="en-US" altLang="fr-FR" sz="1400" b="0" i="0" u="none" strike="noStrike" kern="1200" cap="none" normalizeH="0" baseline="0" dirty="0" err="1">
              <a:ln>
                <a:noFill/>
              </a:ln>
              <a:effectLst/>
            </a:rPr>
            <a:t>l'environnement</a:t>
          </a:r>
          <a:r>
            <a:rPr kumimoji="0" lang="en-US" altLang="fr-FR" sz="1400" b="0" i="0" u="none" strike="noStrike" kern="1200" cap="none" normalizeH="0" baseline="0" dirty="0">
              <a:ln>
                <a:noFill/>
              </a:ln>
              <a:effectLst/>
            </a:rPr>
            <a:t>, par </a:t>
          </a:r>
          <a:r>
            <a:rPr kumimoji="0" lang="en-US" altLang="fr-FR" sz="1400" b="0" i="0" u="none" strike="noStrike" kern="1200" cap="none" normalizeH="0" baseline="0" dirty="0" err="1">
              <a:ln>
                <a:noFill/>
              </a:ln>
              <a:effectLst/>
            </a:rPr>
            <a:t>exemple</a:t>
          </a:r>
          <a:r>
            <a:rPr kumimoji="0" lang="en-US" altLang="fr-FR" sz="1400" b="0" i="0" u="none" strike="noStrike" kern="1200" cap="none" normalizeH="0" baseline="0" dirty="0">
              <a:ln>
                <a:noFill/>
              </a:ln>
              <a:effectLst/>
            </a:rPr>
            <a:t>, </a:t>
          </a:r>
          <a:r>
            <a:rPr kumimoji="0" lang="en-US" altLang="fr-FR" sz="1400" b="0" i="0" u="none" strike="noStrike" kern="1200" cap="none" normalizeH="0" baseline="0" dirty="0" err="1">
              <a:ln>
                <a:noFill/>
              </a:ln>
              <a:effectLst/>
            </a:rPr>
            <a:t>émissions</a:t>
          </a:r>
          <a:r>
            <a:rPr kumimoji="0" lang="en-US" altLang="fr-FR" sz="1400" b="0" i="0" u="none" strike="noStrike" kern="1200" cap="none" normalizeH="0" baseline="0" dirty="0">
              <a:ln>
                <a:noFill/>
              </a:ln>
              <a:effectLst/>
            </a:rPr>
            <a:t> de CO2, gestion des </a:t>
          </a:r>
          <a:r>
            <a:rPr kumimoji="0" lang="en-US" altLang="fr-FR" sz="1400" b="0" i="0" u="none" strike="noStrike" kern="1200" cap="none" normalizeH="0" baseline="0" dirty="0" err="1">
              <a:ln>
                <a:noFill/>
              </a:ln>
              <a:effectLst/>
            </a:rPr>
            <a:t>déchets</a:t>
          </a:r>
          <a:r>
            <a:rPr kumimoji="0" lang="en-US" altLang="fr-FR" sz="1400" b="0" i="0" u="none" strike="noStrike" kern="1200" cap="none" normalizeH="0" baseline="0" dirty="0">
              <a:ln>
                <a:noFill/>
              </a:ln>
              <a:effectLst/>
            </a:rPr>
            <a:t>, </a:t>
          </a:r>
          <a:r>
            <a:rPr kumimoji="0" lang="en-US" altLang="fr-FR" sz="1400" b="0" i="0" u="none" strike="noStrike" kern="1200" cap="none" normalizeH="0" baseline="0" dirty="0" err="1">
              <a:ln>
                <a:noFill/>
              </a:ln>
              <a:effectLst/>
            </a:rPr>
            <a:t>utilisation</a:t>
          </a:r>
          <a:r>
            <a:rPr kumimoji="0" lang="en-US" altLang="fr-FR" sz="1400" b="0" i="0" u="none" strike="noStrike" kern="1200" cap="none" normalizeH="0" baseline="0" dirty="0">
              <a:ln>
                <a:noFill/>
              </a:ln>
              <a:effectLst/>
            </a:rPr>
            <a:t> des </a:t>
          </a:r>
          <a:r>
            <a:rPr kumimoji="0" lang="en-US" altLang="fr-FR" sz="1400" b="0" i="0" u="none" strike="noStrike" kern="1200" cap="none" normalizeH="0" baseline="0" dirty="0" err="1">
              <a:ln>
                <a:noFill/>
              </a:ln>
              <a:effectLst/>
            </a:rPr>
            <a:t>ressources</a:t>
          </a:r>
          <a:r>
            <a:rPr kumimoji="0" lang="en-US" altLang="fr-FR" sz="1400" b="0" i="0" u="none" strike="noStrike" kern="1200" cap="none" normalizeH="0" baseline="0" dirty="0">
              <a:ln>
                <a:noFill/>
              </a:ln>
              <a:effectLst/>
            </a:rPr>
            <a:t> </a:t>
          </a:r>
          <a:r>
            <a:rPr kumimoji="0" lang="en-US" altLang="fr-FR" sz="1400" b="0" i="0" u="none" strike="noStrike" kern="1200" cap="none" normalizeH="0" baseline="0" dirty="0" err="1">
              <a:ln>
                <a:noFill/>
              </a:ln>
              <a:effectLst/>
            </a:rPr>
            <a:t>naturelles</a:t>
          </a:r>
          <a:r>
            <a:rPr kumimoji="0" lang="en-US" altLang="fr-FR" sz="1400" b="0" i="0" u="none" strike="noStrike" kern="1200" cap="none" normalizeH="0" baseline="0" dirty="0">
              <a:ln>
                <a:noFill/>
              </a:ln>
              <a:effectLst/>
            </a:rPr>
            <a:t>.</a:t>
          </a:r>
        </a:p>
        <a:p>
          <a:pPr marL="0" lvl="0" indent="0" algn="ctr" defTabSz="889000">
            <a:lnSpc>
              <a:spcPct val="90000"/>
            </a:lnSpc>
            <a:spcBef>
              <a:spcPct val="0"/>
            </a:spcBef>
            <a:spcAft>
              <a:spcPct val="35000"/>
            </a:spcAft>
            <a:buSzTx/>
            <a:buNone/>
          </a:pPr>
          <a:r>
            <a:rPr lang="en-US" altLang="fr-FR" sz="1400" u="sng" kern="1200" dirty="0" err="1">
              <a:solidFill>
                <a:srgbClr val="FF0000"/>
              </a:solidFill>
              <a:latin typeface="Ink Free" panose="03080402000500000000" pitchFamily="66" charset="0"/>
            </a:rPr>
            <a:t>Exemples</a:t>
          </a:r>
          <a:r>
            <a:rPr lang="en-US" altLang="fr-FR" sz="1400" u="sng" kern="1200" dirty="0">
              <a:solidFill>
                <a:srgbClr val="FF0000"/>
              </a:solidFill>
              <a:latin typeface="Ink Free" panose="03080402000500000000" pitchFamily="66" charset="0"/>
            </a:rPr>
            <a:t>: </a:t>
          </a:r>
          <a:r>
            <a:rPr lang="en-US" sz="1400" u="sng" kern="1200" dirty="0" err="1">
              <a:solidFill>
                <a:srgbClr val="FF0000"/>
              </a:solidFill>
              <a:latin typeface="Ink Free" panose="03080402000500000000" pitchFamily="66" charset="0"/>
            </a:rPr>
            <a:t>Utilisation</a:t>
          </a:r>
          <a:r>
            <a:rPr lang="en-US" sz="1400" u="sng" kern="1200" dirty="0">
              <a:solidFill>
                <a:srgbClr val="FF0000"/>
              </a:solidFill>
              <a:latin typeface="Ink Free" panose="03080402000500000000" pitchFamily="66" charset="0"/>
            </a:rPr>
            <a:t> </a:t>
          </a:r>
          <a:r>
            <a:rPr lang="en-US" sz="1400" u="sng" kern="1200" dirty="0" err="1">
              <a:solidFill>
                <a:srgbClr val="FF0000"/>
              </a:solidFill>
              <a:latin typeface="Ink Free" panose="03080402000500000000" pitchFamily="66" charset="0"/>
            </a:rPr>
            <a:t>d'énergie</a:t>
          </a:r>
          <a:r>
            <a:rPr lang="en-US" sz="1400" u="sng" kern="1200" dirty="0">
              <a:solidFill>
                <a:srgbClr val="FF0000"/>
              </a:solidFill>
              <a:latin typeface="Ink Free" panose="03080402000500000000" pitchFamily="66" charset="0"/>
            </a:rPr>
            <a:t> </a:t>
          </a:r>
          <a:r>
            <a:rPr lang="en-US" sz="1400" u="sng" kern="1200" dirty="0" err="1">
              <a:solidFill>
                <a:srgbClr val="FF0000"/>
              </a:solidFill>
              <a:latin typeface="Ink Free" panose="03080402000500000000" pitchFamily="66" charset="0"/>
            </a:rPr>
            <a:t>renouvelable</a:t>
          </a:r>
          <a:r>
            <a:rPr lang="en-US" sz="1400" u="sng" kern="1200" dirty="0">
              <a:solidFill>
                <a:srgbClr val="FF0000"/>
              </a:solidFill>
              <a:latin typeface="Ink Free" panose="03080402000500000000" pitchFamily="66" charset="0"/>
            </a:rPr>
            <a:t>, </a:t>
          </a:r>
          <a:r>
            <a:rPr lang="en-US" sz="1400" u="sng" kern="1200" dirty="0" err="1">
              <a:solidFill>
                <a:srgbClr val="FF0000"/>
              </a:solidFill>
              <a:latin typeface="Ink Free" panose="03080402000500000000" pitchFamily="66" charset="0"/>
            </a:rPr>
            <a:t>réduction</a:t>
          </a:r>
          <a:r>
            <a:rPr lang="en-US" sz="1400" u="sng" kern="1200" dirty="0">
              <a:solidFill>
                <a:srgbClr val="FF0000"/>
              </a:solidFill>
              <a:latin typeface="Ink Free" panose="03080402000500000000" pitchFamily="66" charset="0"/>
            </a:rPr>
            <a:t> des </a:t>
          </a:r>
          <a:r>
            <a:rPr lang="en-US" sz="1400" u="sng" kern="1200" dirty="0" err="1">
              <a:solidFill>
                <a:srgbClr val="FF0000"/>
              </a:solidFill>
              <a:latin typeface="Ink Free" panose="03080402000500000000" pitchFamily="66" charset="0"/>
            </a:rPr>
            <a:t>émissions</a:t>
          </a:r>
          <a:r>
            <a:rPr lang="en-US" sz="1400" u="sng" kern="1200" dirty="0">
              <a:solidFill>
                <a:srgbClr val="FF0000"/>
              </a:solidFill>
              <a:latin typeface="Ink Free" panose="03080402000500000000" pitchFamily="66" charset="0"/>
            </a:rPr>
            <a:t> de </a:t>
          </a:r>
          <a:r>
            <a:rPr lang="en-US" sz="1400" u="sng" kern="1200" dirty="0" err="1">
              <a:solidFill>
                <a:srgbClr val="FF0000"/>
              </a:solidFill>
              <a:latin typeface="Ink Free" panose="03080402000500000000" pitchFamily="66" charset="0"/>
            </a:rPr>
            <a:t>carbone</a:t>
          </a:r>
          <a:r>
            <a:rPr lang="en-US" sz="1400" u="sng" kern="1200" dirty="0">
              <a:solidFill>
                <a:srgbClr val="FF0000"/>
              </a:solidFill>
              <a:latin typeface="Ink Free" panose="03080402000500000000" pitchFamily="66" charset="0"/>
            </a:rPr>
            <a:t>.</a:t>
          </a:r>
          <a:endParaRPr lang="fr-CA" sz="1600" kern="1200" dirty="0">
            <a:latin typeface="+mj-lt"/>
          </a:endParaRPr>
        </a:p>
      </dsp:txBody>
      <dsp:txXfrm>
        <a:off x="652971" y="1193052"/>
        <a:ext cx="2968855" cy="2440508"/>
      </dsp:txXfrm>
    </dsp:sp>
    <dsp:sp modelId="{D1BF8D77-2E0A-472F-AC14-9A4D4B4BED49}">
      <dsp:nvSpPr>
        <dsp:cNvPr id="0" name=""/>
        <dsp:cNvSpPr/>
      </dsp:nvSpPr>
      <dsp:spPr>
        <a:xfrm>
          <a:off x="3306208" y="675829"/>
          <a:ext cx="4573633" cy="3492243"/>
        </a:xfrm>
        <a:prstGeom prst="ellipse">
          <a:avLst/>
        </a:prstGeom>
        <a:solidFill>
          <a:schemeClr val="accent2">
            <a:lumMod val="20000"/>
            <a:lumOff val="80000"/>
            <a:alpha val="50000"/>
          </a:schemeClr>
        </a:solidFill>
        <a:ln w="20000" cap="flat" cmpd="sng" algn="ctr">
          <a:solidFill>
            <a:schemeClr val="accent1">
              <a:shade val="80000"/>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251702" tIns="25400" rIns="251702" bIns="25400" numCol="1" spcCol="1270" anchor="ctr" anchorCtr="0">
          <a:noAutofit/>
        </a:bodyPr>
        <a:lstStyle/>
        <a:p>
          <a:pPr marL="0" lvl="0" indent="0" algn="ctr" defTabSz="889000">
            <a:lnSpc>
              <a:spcPct val="90000"/>
            </a:lnSpc>
            <a:spcBef>
              <a:spcPct val="0"/>
            </a:spcBef>
            <a:spcAft>
              <a:spcPct val="35000"/>
            </a:spcAft>
            <a:buNone/>
          </a:pPr>
          <a:r>
            <a:rPr lang="fr-CA" sz="2000" b="1" kern="1200" dirty="0">
              <a:latin typeface="+mj-lt"/>
            </a:rPr>
            <a:t>Questions sociales</a:t>
          </a:r>
        </a:p>
        <a:p>
          <a:pPr marL="0" lvl="0" indent="0" algn="ctr" defTabSz="889000">
            <a:lnSpc>
              <a:spcPct val="90000"/>
            </a:lnSpc>
            <a:spcBef>
              <a:spcPct val="0"/>
            </a:spcBef>
            <a:spcAft>
              <a:spcPct val="35000"/>
            </a:spcAft>
            <a:buNone/>
          </a:pPr>
          <a:endParaRPr lang="fr-CA" sz="200" b="1" kern="1200" dirty="0">
            <a:latin typeface="+mj-lt"/>
          </a:endParaRPr>
        </a:p>
        <a:p>
          <a:pPr marL="0" lvl="0" indent="0" algn="ctr" defTabSz="889000">
            <a:lnSpc>
              <a:spcPct val="90000"/>
            </a:lnSpc>
            <a:spcBef>
              <a:spcPct val="0"/>
            </a:spcBef>
            <a:spcAft>
              <a:spcPct val="35000"/>
            </a:spcAft>
            <a:buNone/>
          </a:pPr>
          <a:r>
            <a:rPr kumimoji="0" lang="en-US" altLang="fr-FR" sz="1800" b="0" i="0" u="none" strike="noStrike" kern="1200" cap="none" normalizeH="0" baseline="0" dirty="0">
              <a:ln>
                <a:noFill/>
              </a:ln>
              <a:effectLst/>
            </a:rPr>
            <a:t>Pratiques </a:t>
          </a:r>
          <a:r>
            <a:rPr kumimoji="0" lang="en-US" altLang="fr-FR" sz="1800" b="0" i="0" u="none" strike="noStrike" kern="1200" cap="none" normalizeH="0" baseline="0" dirty="0" err="1">
              <a:ln>
                <a:noFill/>
              </a:ln>
              <a:effectLst/>
            </a:rPr>
            <a:t>en</a:t>
          </a:r>
          <a:r>
            <a:rPr kumimoji="0" lang="en-US" altLang="fr-FR" sz="1800" b="0" i="0" u="none" strike="noStrike" kern="1200" cap="none" normalizeH="0" baseline="0" dirty="0">
              <a:ln>
                <a:noFill/>
              </a:ln>
              <a:effectLst/>
            </a:rPr>
            <a:t> matière de travail, droits de </a:t>
          </a:r>
          <a:r>
            <a:rPr kumimoji="0" lang="en-US" altLang="fr-FR" sz="1800" b="0" i="0" u="none" strike="noStrike" kern="1200" cap="none" normalizeH="0" baseline="0" dirty="0" err="1">
              <a:ln>
                <a:noFill/>
              </a:ln>
              <a:effectLst/>
            </a:rPr>
            <a:t>l'homme</a:t>
          </a:r>
          <a:r>
            <a:rPr kumimoji="0" lang="en-US" altLang="fr-FR" sz="1800" b="0" i="0" u="none" strike="noStrike" kern="1200" cap="none" normalizeH="0" baseline="0" dirty="0">
              <a:ln>
                <a:noFill/>
              </a:ln>
              <a:effectLst/>
            </a:rPr>
            <a:t>, engagement </a:t>
          </a:r>
          <a:r>
            <a:rPr kumimoji="0" lang="en-US" altLang="fr-FR" sz="1800" b="0" i="0" u="none" strike="noStrike" kern="1200" cap="none" normalizeH="0" baseline="0" dirty="0" err="1">
              <a:ln>
                <a:noFill/>
              </a:ln>
              <a:effectLst/>
            </a:rPr>
            <a:t>communautaire</a:t>
          </a:r>
          <a:r>
            <a:rPr kumimoji="0" lang="en-US" altLang="fr-FR" sz="1800" b="0" i="0" u="none" strike="noStrike" kern="1200" cap="none" normalizeH="0" baseline="0" dirty="0">
              <a:ln>
                <a:noFill/>
              </a:ln>
              <a:effectLst/>
            </a:rPr>
            <a:t>, </a:t>
          </a:r>
          <a:r>
            <a:rPr kumimoji="0" lang="en-US" altLang="fr-FR" sz="1800" b="0" i="0" u="none" strike="noStrike" kern="1200" cap="none" normalizeH="0" baseline="0" dirty="0" err="1">
              <a:ln>
                <a:noFill/>
              </a:ln>
              <a:effectLst/>
            </a:rPr>
            <a:t>diversité</a:t>
          </a:r>
          <a:r>
            <a:rPr kumimoji="0" lang="en-US" altLang="fr-FR" sz="1800" b="0" i="0" u="none" strike="noStrike" kern="1200" cap="none" normalizeH="0" baseline="0" dirty="0">
              <a:ln>
                <a:noFill/>
              </a:ln>
              <a:effectLst/>
            </a:rPr>
            <a:t> et inclusion.</a:t>
          </a:r>
        </a:p>
        <a:p>
          <a:pPr marL="0" lvl="0" indent="0" algn="ctr" defTabSz="889000">
            <a:lnSpc>
              <a:spcPct val="90000"/>
            </a:lnSpc>
            <a:spcBef>
              <a:spcPct val="0"/>
            </a:spcBef>
            <a:spcAft>
              <a:spcPct val="35000"/>
            </a:spcAft>
            <a:buSzTx/>
            <a:buNone/>
          </a:pPr>
          <a:r>
            <a:rPr lang="en-US" altLang="fr-FR" sz="1800" u="sng" kern="1200" dirty="0" err="1">
              <a:solidFill>
                <a:srgbClr val="FF0000"/>
              </a:solidFill>
              <a:latin typeface="Ink Free" panose="03080402000500000000" pitchFamily="66" charset="0"/>
            </a:rPr>
            <a:t>Exemples</a:t>
          </a:r>
          <a:r>
            <a:rPr lang="en-US" altLang="fr-FR" sz="1800" u="sng" kern="1200" dirty="0">
              <a:solidFill>
                <a:srgbClr val="FF0000"/>
              </a:solidFill>
              <a:latin typeface="Ink Free" panose="03080402000500000000" pitchFamily="66" charset="0"/>
            </a:rPr>
            <a:t>: </a:t>
          </a:r>
          <a:r>
            <a:rPr lang="en-US" sz="1800" u="sng" kern="1200" dirty="0">
              <a:solidFill>
                <a:srgbClr val="FF0000"/>
              </a:solidFill>
              <a:latin typeface="Ink Free" panose="03080402000500000000" pitchFamily="66" charset="0"/>
            </a:rPr>
            <a:t>Initiatives de </a:t>
          </a:r>
          <a:r>
            <a:rPr lang="en-US" sz="1800" u="sng" kern="1200" dirty="0" err="1">
              <a:solidFill>
                <a:srgbClr val="FF0000"/>
              </a:solidFill>
              <a:latin typeface="Ink Free" panose="03080402000500000000" pitchFamily="66" charset="0"/>
            </a:rPr>
            <a:t>diversité</a:t>
          </a:r>
          <a:r>
            <a:rPr lang="en-US" sz="1800" u="sng" kern="1200" dirty="0">
              <a:solidFill>
                <a:srgbClr val="FF0000"/>
              </a:solidFill>
              <a:latin typeface="Ink Free" panose="03080402000500000000" pitchFamily="66" charset="0"/>
            </a:rPr>
            <a:t> et inclusion, </a:t>
          </a:r>
          <a:r>
            <a:rPr lang="en-US" sz="1800" u="sng" kern="1200" dirty="0" err="1">
              <a:solidFill>
                <a:srgbClr val="FF0000"/>
              </a:solidFill>
              <a:latin typeface="Ink Free" panose="03080402000500000000" pitchFamily="66" charset="0"/>
            </a:rPr>
            <a:t>programmes</a:t>
          </a:r>
          <a:r>
            <a:rPr lang="en-US" sz="1800" u="sng" kern="1200" dirty="0">
              <a:solidFill>
                <a:srgbClr val="FF0000"/>
              </a:solidFill>
              <a:latin typeface="Ink Free" panose="03080402000500000000" pitchFamily="66" charset="0"/>
            </a:rPr>
            <a:t> de bien-</a:t>
          </a:r>
          <a:r>
            <a:rPr lang="en-US" sz="1800" u="sng" kern="1200" dirty="0" err="1">
              <a:solidFill>
                <a:srgbClr val="FF0000"/>
              </a:solidFill>
              <a:latin typeface="Ink Free" panose="03080402000500000000" pitchFamily="66" charset="0"/>
            </a:rPr>
            <a:t>être</a:t>
          </a:r>
          <a:r>
            <a:rPr lang="en-US" sz="1800" u="sng" kern="1200" dirty="0">
              <a:solidFill>
                <a:srgbClr val="FF0000"/>
              </a:solidFill>
              <a:latin typeface="Ink Free" panose="03080402000500000000" pitchFamily="66" charset="0"/>
            </a:rPr>
            <a:t> pour les </a:t>
          </a:r>
          <a:r>
            <a:rPr lang="en-US" sz="1800" u="sng" kern="1200" dirty="0" err="1">
              <a:solidFill>
                <a:srgbClr val="FF0000"/>
              </a:solidFill>
              <a:latin typeface="Ink Free" panose="03080402000500000000" pitchFamily="66" charset="0"/>
            </a:rPr>
            <a:t>employés</a:t>
          </a:r>
          <a:r>
            <a:rPr lang="en-US" sz="1800" u="sng" kern="1200" dirty="0">
              <a:solidFill>
                <a:srgbClr val="FF0000"/>
              </a:solidFill>
              <a:latin typeface="Ink Free" panose="03080402000500000000" pitchFamily="66" charset="0"/>
            </a:rPr>
            <a:t>.</a:t>
          </a:r>
          <a:endParaRPr lang="fr-CA" sz="1800" kern="1200" dirty="0">
            <a:latin typeface="+mj-lt"/>
          </a:endParaRPr>
        </a:p>
      </dsp:txBody>
      <dsp:txXfrm>
        <a:off x="3976001" y="1187256"/>
        <a:ext cx="3234047" cy="2469389"/>
      </dsp:txXfrm>
    </dsp:sp>
    <dsp:sp modelId="{DC7749B9-539E-47D3-8588-0A81C9100379}">
      <dsp:nvSpPr>
        <dsp:cNvPr id="0" name=""/>
        <dsp:cNvSpPr/>
      </dsp:nvSpPr>
      <dsp:spPr>
        <a:xfrm>
          <a:off x="6945210" y="611730"/>
          <a:ext cx="4573633" cy="3618155"/>
        </a:xfrm>
        <a:prstGeom prst="ellipse">
          <a:avLst/>
        </a:prstGeom>
        <a:solidFill>
          <a:schemeClr val="accent4">
            <a:lumMod val="20000"/>
            <a:lumOff val="80000"/>
            <a:alpha val="50000"/>
          </a:schemeClr>
        </a:solidFill>
        <a:ln w="20000" cap="flat" cmpd="sng" algn="ctr">
          <a:solidFill>
            <a:schemeClr val="accent1">
              <a:shade val="80000"/>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251702" tIns="25400" rIns="251702" bIns="25400" numCol="1" spcCol="1270" anchor="ctr" anchorCtr="0">
          <a:noAutofit/>
        </a:bodyPr>
        <a:lstStyle/>
        <a:p>
          <a:pPr marL="0" lvl="0" indent="0" algn="ctr" defTabSz="889000">
            <a:lnSpc>
              <a:spcPct val="90000"/>
            </a:lnSpc>
            <a:spcBef>
              <a:spcPct val="0"/>
            </a:spcBef>
            <a:spcAft>
              <a:spcPct val="35000"/>
            </a:spcAft>
            <a:buNone/>
          </a:pPr>
          <a:r>
            <a:rPr lang="fr-CA" sz="2000" b="1" kern="1200" dirty="0">
              <a:latin typeface="+mj-lt"/>
            </a:rPr>
            <a:t>Questions de gouvernance</a:t>
          </a:r>
        </a:p>
        <a:p>
          <a:pPr marL="0" lvl="0" indent="0" algn="ctr" defTabSz="889000">
            <a:lnSpc>
              <a:spcPct val="90000"/>
            </a:lnSpc>
            <a:spcBef>
              <a:spcPct val="0"/>
            </a:spcBef>
            <a:spcAft>
              <a:spcPct val="35000"/>
            </a:spcAft>
            <a:buNone/>
          </a:pPr>
          <a:endParaRPr lang="fr-CA" sz="100" kern="1200" dirty="0">
            <a:latin typeface="+mj-lt"/>
          </a:endParaRPr>
        </a:p>
        <a:p>
          <a:pPr marL="0" lvl="0" indent="0" algn="ctr" defTabSz="889000">
            <a:lnSpc>
              <a:spcPct val="90000"/>
            </a:lnSpc>
            <a:spcBef>
              <a:spcPct val="0"/>
            </a:spcBef>
            <a:spcAft>
              <a:spcPct val="35000"/>
            </a:spcAft>
            <a:buNone/>
          </a:pPr>
          <a:r>
            <a:rPr kumimoji="0" lang="en-US" altLang="fr-FR" sz="1800" b="0" i="0" u="none" strike="noStrike" kern="1200" cap="none" normalizeH="0" baseline="0" dirty="0">
              <a:ln>
                <a:noFill/>
              </a:ln>
              <a:effectLst/>
            </a:rPr>
            <a:t>Structure de gestion de </a:t>
          </a:r>
          <a:r>
            <a:rPr kumimoji="0" lang="en-US" altLang="fr-FR" sz="1800" b="0" i="0" u="none" strike="noStrike" kern="1200" cap="none" normalizeH="0" baseline="0" dirty="0" err="1">
              <a:ln>
                <a:noFill/>
              </a:ln>
              <a:effectLst/>
            </a:rPr>
            <a:t>l'entreprise</a:t>
          </a:r>
          <a:r>
            <a:rPr kumimoji="0" lang="en-US" altLang="fr-FR" sz="1800" b="0" i="0" u="none" strike="noStrike" kern="1200" cap="none" normalizeH="0" baseline="0" dirty="0">
              <a:ln>
                <a:noFill/>
              </a:ln>
              <a:effectLst/>
            </a:rPr>
            <a:t>, transparence, </a:t>
          </a:r>
          <a:r>
            <a:rPr kumimoji="0" lang="en-US" altLang="fr-FR" sz="1800" b="0" i="0" u="none" strike="noStrike" kern="1200" cap="none" normalizeH="0" baseline="0" dirty="0" err="1">
              <a:ln>
                <a:noFill/>
              </a:ln>
              <a:effectLst/>
            </a:rPr>
            <a:t>éthique</a:t>
          </a:r>
          <a:r>
            <a:rPr kumimoji="0" lang="en-US" altLang="fr-FR" sz="1800" b="0" i="0" u="none" strike="noStrike" kern="1200" cap="none" normalizeH="0" baseline="0" dirty="0">
              <a:ln>
                <a:noFill/>
              </a:ln>
              <a:effectLst/>
            </a:rPr>
            <a:t> des affaires, gestion des </a:t>
          </a:r>
          <a:r>
            <a:rPr kumimoji="0" lang="en-US" altLang="fr-FR" sz="1800" b="0" i="0" u="none" strike="noStrike" kern="1200" cap="none" normalizeH="0" baseline="0" dirty="0" err="1">
              <a:ln>
                <a:noFill/>
              </a:ln>
              <a:effectLst/>
            </a:rPr>
            <a:t>risques</a:t>
          </a:r>
          <a:r>
            <a:rPr kumimoji="0" lang="en-US" altLang="fr-FR" sz="1800" b="0" i="0" u="none" strike="noStrike" kern="1200" cap="none" normalizeH="0" baseline="0" dirty="0">
              <a:ln>
                <a:noFill/>
              </a:ln>
              <a:effectLst/>
            </a:rPr>
            <a:t>. </a:t>
          </a:r>
        </a:p>
        <a:p>
          <a:pPr marL="0" lvl="0" indent="0" algn="ctr" defTabSz="889000">
            <a:lnSpc>
              <a:spcPct val="90000"/>
            </a:lnSpc>
            <a:spcBef>
              <a:spcPct val="0"/>
            </a:spcBef>
            <a:spcAft>
              <a:spcPct val="35000"/>
            </a:spcAft>
            <a:buSzTx/>
            <a:buNone/>
          </a:pPr>
          <a:r>
            <a:rPr lang="en-US" altLang="fr-FR" sz="1800" u="sng" kern="1200" dirty="0" err="1">
              <a:solidFill>
                <a:srgbClr val="FF0000"/>
              </a:solidFill>
              <a:latin typeface="Ink Free" panose="03080402000500000000" pitchFamily="66" charset="0"/>
            </a:rPr>
            <a:t>Exemple</a:t>
          </a:r>
          <a:r>
            <a:rPr lang="en-US" altLang="fr-FR" sz="1800" u="sng" kern="1200" dirty="0">
              <a:solidFill>
                <a:srgbClr val="FF0000"/>
              </a:solidFill>
              <a:latin typeface="Ink Free" panose="03080402000500000000" pitchFamily="66" charset="0"/>
            </a:rPr>
            <a:t>: </a:t>
          </a:r>
          <a:r>
            <a:rPr lang="en-US" sz="1800" u="sng" kern="1200" dirty="0">
              <a:solidFill>
                <a:srgbClr val="FF0000"/>
              </a:solidFill>
              <a:latin typeface="Ink Free" panose="03080402000500000000" pitchFamily="66" charset="0"/>
            </a:rPr>
            <a:t>Transparence dans les rapports financiers, politiques de </a:t>
          </a:r>
          <a:r>
            <a:rPr lang="en-US" sz="1800" u="sng" kern="1200" dirty="0" err="1">
              <a:solidFill>
                <a:srgbClr val="FF0000"/>
              </a:solidFill>
              <a:latin typeface="Ink Free" panose="03080402000500000000" pitchFamily="66" charset="0"/>
            </a:rPr>
            <a:t>lutte</a:t>
          </a:r>
          <a:r>
            <a:rPr lang="en-US" sz="1800" u="sng" kern="1200" dirty="0">
              <a:solidFill>
                <a:srgbClr val="FF0000"/>
              </a:solidFill>
              <a:latin typeface="Ink Free" panose="03080402000500000000" pitchFamily="66" charset="0"/>
            </a:rPr>
            <a:t> </a:t>
          </a:r>
          <a:r>
            <a:rPr lang="en-US" sz="1800" u="sng" kern="1200" dirty="0" err="1">
              <a:solidFill>
                <a:srgbClr val="FF0000"/>
              </a:solidFill>
              <a:latin typeface="Ink Free" panose="03080402000500000000" pitchFamily="66" charset="0"/>
            </a:rPr>
            <a:t>contre</a:t>
          </a:r>
          <a:r>
            <a:rPr lang="en-US" sz="1800" u="sng" kern="1200" dirty="0">
              <a:solidFill>
                <a:srgbClr val="FF0000"/>
              </a:solidFill>
              <a:latin typeface="Ink Free" panose="03080402000500000000" pitchFamily="66" charset="0"/>
            </a:rPr>
            <a:t> la corruption.</a:t>
          </a:r>
          <a:endParaRPr lang="fr-CA" sz="1800" kern="1200" dirty="0">
            <a:latin typeface="+mj-lt"/>
          </a:endParaRPr>
        </a:p>
      </dsp:txBody>
      <dsp:txXfrm>
        <a:off x="7615003" y="1141597"/>
        <a:ext cx="3234047" cy="255842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87E375-4941-49C6-BD4C-441C17E24193}">
      <dsp:nvSpPr>
        <dsp:cNvPr id="0" name=""/>
        <dsp:cNvSpPr/>
      </dsp:nvSpPr>
      <dsp:spPr>
        <a:xfrm>
          <a:off x="1134014" y="99540"/>
          <a:ext cx="1218164" cy="121816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sp>
    <dsp:sp modelId="{B2CE3C90-5916-4343-82CC-7817D1EF4A75}">
      <dsp:nvSpPr>
        <dsp:cNvPr id="0" name=""/>
        <dsp:cNvSpPr/>
      </dsp:nvSpPr>
      <dsp:spPr>
        <a:xfrm>
          <a:off x="2862" y="1499408"/>
          <a:ext cx="3480468" cy="522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100000"/>
            </a:lnSpc>
            <a:spcBef>
              <a:spcPct val="0"/>
            </a:spcBef>
            <a:spcAft>
              <a:spcPct val="35000"/>
            </a:spcAft>
            <a:buNone/>
            <a:defRPr b="1"/>
          </a:pPr>
          <a:r>
            <a:rPr lang="fr-CA" sz="2500" kern="1200"/>
            <a:t>Finance verte</a:t>
          </a:r>
          <a:endParaRPr lang="en-US" sz="2500" kern="1200"/>
        </a:p>
      </dsp:txBody>
      <dsp:txXfrm>
        <a:off x="2862" y="1499408"/>
        <a:ext cx="3480468" cy="522070"/>
      </dsp:txXfrm>
    </dsp:sp>
    <dsp:sp modelId="{4C77A4DD-D7F9-4AFA-9077-31F972CE77C8}">
      <dsp:nvSpPr>
        <dsp:cNvPr id="0" name=""/>
        <dsp:cNvSpPr/>
      </dsp:nvSpPr>
      <dsp:spPr>
        <a:xfrm>
          <a:off x="2862" y="2105992"/>
          <a:ext cx="3480468" cy="22192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fr-CA" sz="2000" kern="1200" dirty="0">
              <a:latin typeface="+mn-lt"/>
            </a:rPr>
            <a:t>Pratiques financières </a:t>
          </a:r>
          <a:r>
            <a:rPr lang="fr-CA" sz="2000" kern="1200" dirty="0" err="1">
              <a:latin typeface="+mn-lt"/>
            </a:rPr>
            <a:t>ayant </a:t>
          </a:r>
          <a:r>
            <a:rPr lang="fr-CA" sz="2000" kern="1200" dirty="0">
              <a:latin typeface="+mn-lt"/>
            </a:rPr>
            <a:t>pour objectif commun de </a:t>
          </a:r>
          <a:r>
            <a:rPr lang="fr-CA" sz="2000" b="1" kern="1200" dirty="0" err="1">
              <a:latin typeface="+mn-lt"/>
            </a:rPr>
            <a:t>maximiser la richesse </a:t>
          </a:r>
          <a:r>
            <a:rPr lang="fr-CA" sz="2000" b="1" kern="1200" dirty="0">
              <a:latin typeface="+mn-lt"/>
            </a:rPr>
            <a:t>tout en </a:t>
          </a:r>
          <a:r>
            <a:rPr lang="fr-CA" sz="2000" b="1" kern="1200" dirty="0" err="1">
              <a:latin typeface="+mn-lt"/>
            </a:rPr>
            <a:t>respectant l'environnement</a:t>
          </a:r>
          <a:endParaRPr lang="en-US" sz="2000" b="1" kern="1200" dirty="0">
            <a:latin typeface="+mn-lt"/>
          </a:endParaRPr>
        </a:p>
      </dsp:txBody>
      <dsp:txXfrm>
        <a:off x="2862" y="2105992"/>
        <a:ext cx="3480468" cy="2219232"/>
      </dsp:txXfrm>
    </dsp:sp>
    <dsp:sp modelId="{F5FBC03F-B024-40E5-8E43-DEDFFECA9172}">
      <dsp:nvSpPr>
        <dsp:cNvPr id="0" name=""/>
        <dsp:cNvSpPr/>
      </dsp:nvSpPr>
      <dsp:spPr>
        <a:xfrm>
          <a:off x="5223565" y="99540"/>
          <a:ext cx="1218164" cy="121816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sp>
    <dsp:sp modelId="{866E23A3-4DE3-47A6-933D-745AEB4C6820}">
      <dsp:nvSpPr>
        <dsp:cNvPr id="0" name=""/>
        <dsp:cNvSpPr/>
      </dsp:nvSpPr>
      <dsp:spPr>
        <a:xfrm>
          <a:off x="4092413" y="1499408"/>
          <a:ext cx="3480468" cy="522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100000"/>
            </a:lnSpc>
            <a:spcBef>
              <a:spcPct val="0"/>
            </a:spcBef>
            <a:spcAft>
              <a:spcPct val="35000"/>
            </a:spcAft>
            <a:buNone/>
            <a:defRPr b="1"/>
          </a:pPr>
          <a:r>
            <a:rPr lang="fr-CA" sz="2500" kern="1200"/>
            <a:t>Finance responsable</a:t>
          </a:r>
          <a:endParaRPr lang="en-US" sz="2500" kern="1200"/>
        </a:p>
      </dsp:txBody>
      <dsp:txXfrm>
        <a:off x="4092413" y="1499408"/>
        <a:ext cx="3480468" cy="522070"/>
      </dsp:txXfrm>
    </dsp:sp>
    <dsp:sp modelId="{27F88F5D-B90C-4E04-B0F4-DFFA912F282D}">
      <dsp:nvSpPr>
        <dsp:cNvPr id="0" name=""/>
        <dsp:cNvSpPr/>
      </dsp:nvSpPr>
      <dsp:spPr>
        <a:xfrm>
          <a:off x="4092413" y="2105992"/>
          <a:ext cx="3480468" cy="22192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036" tIns="95036" rIns="95036" bIns="95036" numCol="1" spcCol="1270" anchor="ctr" anchorCtr="0">
          <a:noAutofit/>
        </a:bodyPr>
        <a:lstStyle/>
        <a:p>
          <a:pPr marL="0" lvl="0" indent="0" algn="ctr" defTabSz="889000">
            <a:lnSpc>
              <a:spcPct val="100000"/>
            </a:lnSpc>
            <a:spcBef>
              <a:spcPct val="0"/>
            </a:spcBef>
            <a:spcAft>
              <a:spcPct val="35000"/>
            </a:spcAft>
            <a:buNone/>
          </a:pPr>
          <a:r>
            <a:rPr lang="fr-CA" sz="2000" kern="1200" dirty="0">
              <a:latin typeface="+mn-lt"/>
              <a:ea typeface="+mn-ea"/>
              <a:cs typeface="+mn-cs"/>
            </a:rPr>
            <a:t>Pratiques </a:t>
          </a:r>
          <a:r>
            <a:rPr lang="fr-CA" sz="2000" kern="1200" dirty="0" err="1">
              <a:latin typeface="+mn-lt"/>
              <a:ea typeface="+mn-ea"/>
              <a:cs typeface="+mn-cs"/>
            </a:rPr>
            <a:t>financières visant à maximiser la richesse</a:t>
          </a:r>
          <a:r>
            <a:rPr lang="fr-CA" sz="2000" kern="1200" dirty="0">
              <a:latin typeface="+mn-lt"/>
              <a:ea typeface="+mn-ea"/>
              <a:cs typeface="+mn-cs"/>
            </a:rPr>
            <a:t>, </a:t>
          </a:r>
          <a:r>
            <a:rPr lang="fr-CA" sz="2000" b="1" kern="1200" dirty="0" err="1">
              <a:latin typeface="+mn-lt"/>
              <a:ea typeface="+mn-ea"/>
              <a:cs typeface="+mn-cs"/>
            </a:rPr>
            <a:t>en rejetant les investissements </a:t>
          </a:r>
          <a:r>
            <a:rPr lang="fr-CA" sz="2000" kern="1200" dirty="0" err="1">
              <a:latin typeface="+mn-lt"/>
              <a:ea typeface="+mn-ea"/>
              <a:cs typeface="+mn-cs"/>
            </a:rPr>
            <a:t>associés à des projets qui </a:t>
          </a:r>
          <a:r>
            <a:rPr lang="fr-CA" sz="2000" kern="1200" dirty="0">
              <a:latin typeface="+mn-lt"/>
              <a:ea typeface="+mn-ea"/>
              <a:cs typeface="+mn-cs"/>
            </a:rPr>
            <a:t>ne sont pas </a:t>
          </a:r>
          <a:r>
            <a:rPr lang="fr-CA" sz="2000" kern="1200" dirty="0" err="1">
              <a:latin typeface="+mn-lt"/>
              <a:ea typeface="+mn-ea"/>
              <a:cs typeface="+mn-cs"/>
            </a:rPr>
            <a:t>socialement responsables </a:t>
          </a:r>
          <a:r>
            <a:rPr lang="fr-CA" sz="2000" kern="1200" dirty="0">
              <a:latin typeface="+mn-lt"/>
              <a:ea typeface="+mn-ea"/>
              <a:cs typeface="+mn-cs"/>
            </a:rPr>
            <a:t>(</a:t>
          </a:r>
          <a:r>
            <a:rPr lang="fr-CA" sz="2000" kern="1200" dirty="0" err="1">
              <a:latin typeface="+mn-lt"/>
              <a:ea typeface="+mn-ea"/>
              <a:cs typeface="+mn-cs"/>
            </a:rPr>
            <a:t>tabac</a:t>
          </a:r>
          <a:r>
            <a:rPr lang="fr-CA" sz="2000" kern="1200" dirty="0">
              <a:latin typeface="+mn-lt"/>
              <a:ea typeface="+mn-ea"/>
              <a:cs typeface="+mn-cs"/>
            </a:rPr>
            <a:t>, </a:t>
          </a:r>
          <a:r>
            <a:rPr lang="fr-CA" sz="2000" kern="1200" dirty="0" err="1">
              <a:latin typeface="+mn-lt"/>
              <a:ea typeface="+mn-ea"/>
              <a:cs typeface="+mn-cs"/>
            </a:rPr>
            <a:t>armes</a:t>
          </a:r>
          <a:r>
            <a:rPr lang="fr-CA" sz="2000" kern="1200" dirty="0">
              <a:latin typeface="+mn-lt"/>
              <a:ea typeface="+mn-ea"/>
              <a:cs typeface="+mn-cs"/>
            </a:rPr>
            <a:t>, etc.).</a:t>
          </a:r>
          <a:endParaRPr lang="en-US" sz="2000" kern="1200" dirty="0">
            <a:latin typeface="+mn-lt"/>
            <a:ea typeface="+mn-ea"/>
            <a:cs typeface="+mn-cs"/>
          </a:endParaRPr>
        </a:p>
      </dsp:txBody>
      <dsp:txXfrm>
        <a:off x="4092413" y="2105992"/>
        <a:ext cx="3480468" cy="2219232"/>
      </dsp:txXfrm>
    </dsp:sp>
    <dsp:sp modelId="{3E44698E-42E5-478A-8C95-B63E526D2615}">
      <dsp:nvSpPr>
        <dsp:cNvPr id="0" name=""/>
        <dsp:cNvSpPr/>
      </dsp:nvSpPr>
      <dsp:spPr>
        <a:xfrm>
          <a:off x="9313116" y="99540"/>
          <a:ext cx="1218164" cy="121816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1429" cap="flat" cmpd="sng" algn="ctr">
          <a:solidFill>
            <a:schemeClr val="lt1">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sp>
    <dsp:sp modelId="{E580B13E-E18B-4B12-9153-49441400B025}">
      <dsp:nvSpPr>
        <dsp:cNvPr id="0" name=""/>
        <dsp:cNvSpPr/>
      </dsp:nvSpPr>
      <dsp:spPr>
        <a:xfrm>
          <a:off x="8181963" y="1499408"/>
          <a:ext cx="3480468" cy="522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100000"/>
            </a:lnSpc>
            <a:spcBef>
              <a:spcPct val="0"/>
            </a:spcBef>
            <a:spcAft>
              <a:spcPct val="35000"/>
            </a:spcAft>
            <a:buNone/>
            <a:defRPr b="1"/>
          </a:pPr>
          <a:r>
            <a:rPr lang="fr-CA" sz="2500" kern="1200"/>
            <a:t>Finance durable</a:t>
          </a:r>
          <a:endParaRPr lang="en-US" sz="2500" kern="1200"/>
        </a:p>
      </dsp:txBody>
      <dsp:txXfrm>
        <a:off x="8181963" y="1499408"/>
        <a:ext cx="3480468" cy="522070"/>
      </dsp:txXfrm>
    </dsp:sp>
    <dsp:sp modelId="{313AA9B7-62DD-4FB9-A4CB-A81E3DD86A31}">
      <dsp:nvSpPr>
        <dsp:cNvPr id="0" name=""/>
        <dsp:cNvSpPr/>
      </dsp:nvSpPr>
      <dsp:spPr>
        <a:xfrm>
          <a:off x="8184826" y="1784914"/>
          <a:ext cx="3480468" cy="22192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036" tIns="95036" rIns="95036" bIns="95036" numCol="1" spcCol="1270" anchor="ctr" anchorCtr="0">
          <a:noAutofit/>
        </a:bodyPr>
        <a:lstStyle/>
        <a:p>
          <a:pPr marL="0" lvl="0" indent="0" algn="ctr" defTabSz="889000">
            <a:lnSpc>
              <a:spcPct val="100000"/>
            </a:lnSpc>
            <a:spcBef>
              <a:spcPct val="0"/>
            </a:spcBef>
            <a:spcAft>
              <a:spcPct val="35000"/>
            </a:spcAft>
            <a:buNone/>
          </a:pPr>
          <a:r>
            <a:rPr lang="fr-CA" sz="2000" kern="1200" dirty="0">
              <a:latin typeface="+mn-lt"/>
              <a:ea typeface="+mn-ea"/>
              <a:cs typeface="+mn-cs"/>
            </a:rPr>
            <a:t>Pratiques financières </a:t>
          </a:r>
          <a:r>
            <a:rPr lang="fr-CA" sz="2000" kern="1200" dirty="0" err="1">
              <a:latin typeface="+mn-lt"/>
              <a:ea typeface="+mn-ea"/>
              <a:cs typeface="+mn-cs"/>
            </a:rPr>
            <a:t>fondées </a:t>
          </a:r>
          <a:r>
            <a:rPr lang="fr-CA" sz="2000" kern="1200" dirty="0">
              <a:latin typeface="+mn-lt"/>
              <a:ea typeface="+mn-ea"/>
              <a:cs typeface="+mn-cs"/>
            </a:rPr>
            <a:t>sur le respect des </a:t>
          </a:r>
          <a:r>
            <a:rPr lang="fr-CA" sz="2000" kern="1200" dirty="0" err="1">
              <a:latin typeface="+mn-lt"/>
              <a:ea typeface="+mn-ea"/>
              <a:cs typeface="+mn-cs"/>
            </a:rPr>
            <a:t>principes</a:t>
          </a:r>
          <a:r>
            <a:rPr lang="fr-CA" sz="2000" kern="1200" dirty="0">
              <a:latin typeface="+mn-lt"/>
              <a:ea typeface="+mn-ea"/>
              <a:cs typeface="+mn-cs"/>
            </a:rPr>
            <a:t> ESG et </a:t>
          </a:r>
          <a:r>
            <a:rPr lang="fr-CA" sz="2000" kern="1200" dirty="0" err="1">
              <a:latin typeface="+mn-lt"/>
              <a:ea typeface="+mn-ea"/>
              <a:cs typeface="+mn-cs"/>
            </a:rPr>
            <a:t>qui considèrent </a:t>
          </a:r>
          <a:r>
            <a:rPr lang="fr-CA" sz="2000" kern="1200" dirty="0">
              <a:latin typeface="+mn-lt"/>
              <a:ea typeface="+mn-ea"/>
              <a:cs typeface="+mn-cs"/>
            </a:rPr>
            <a:t>l'ESG comme une </a:t>
          </a:r>
          <a:r>
            <a:rPr lang="fr-CA" sz="2000" kern="1200" dirty="0" err="1">
              <a:latin typeface="+mn-lt"/>
              <a:ea typeface="+mn-ea"/>
              <a:cs typeface="+mn-cs"/>
            </a:rPr>
            <a:t>opportunité d'investissement</a:t>
          </a:r>
          <a:r>
            <a:rPr lang="fr-CA" sz="2000" kern="1200" dirty="0">
              <a:latin typeface="+mn-lt"/>
              <a:ea typeface="+mn-ea"/>
              <a:cs typeface="+mn-cs"/>
            </a:rPr>
            <a:t>.</a:t>
          </a:r>
          <a:endParaRPr lang="en-US" sz="2000" kern="1200" dirty="0">
            <a:latin typeface="+mn-lt"/>
            <a:ea typeface="+mn-ea"/>
            <a:cs typeface="+mn-cs"/>
          </a:endParaRPr>
        </a:p>
      </dsp:txBody>
      <dsp:txXfrm>
        <a:off x="8184826" y="1784914"/>
        <a:ext cx="3480468" cy="221923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19DCF6-74C1-42DB-B2D3-2FC0AEC40334}">
      <dsp:nvSpPr>
        <dsp:cNvPr id="0" name=""/>
        <dsp:cNvSpPr/>
      </dsp:nvSpPr>
      <dsp:spPr>
        <a:xfrm>
          <a:off x="962" y="380513"/>
          <a:ext cx="3379189" cy="2145785"/>
        </a:xfrm>
        <a:prstGeom prst="roundRect">
          <a:avLst>
            <a:gd name="adj" fmla="val 10000"/>
          </a:avLst>
        </a:prstGeom>
        <a:solidFill>
          <a:schemeClr val="accent1">
            <a:hueOff val="0"/>
            <a:satOff val="0"/>
            <a:lumOff val="0"/>
            <a:alphaOff val="0"/>
          </a:schemeClr>
        </a:solidFill>
        <a:ln>
          <a:noFill/>
        </a:ln>
        <a:effectLst>
          <a:outerShdw blurRad="50800" dist="25400" dir="5400000"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991EB3D5-D689-4E51-836C-1223344EDC77}">
      <dsp:nvSpPr>
        <dsp:cNvPr id="0" name=""/>
        <dsp:cNvSpPr/>
      </dsp:nvSpPr>
      <dsp:spPr>
        <a:xfrm>
          <a:off x="376428" y="737205"/>
          <a:ext cx="3379189" cy="2145785"/>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fr-CA" sz="2800" kern="1200" dirty="0"/>
            <a:t>Obligation </a:t>
          </a:r>
          <a:r>
            <a:rPr lang="fr-CA" sz="2800" kern="1200" dirty="0" err="1"/>
            <a:t>de divulgation volontaire</a:t>
          </a:r>
          <a:endParaRPr lang="en-US" sz="2800" kern="1200" dirty="0"/>
        </a:p>
      </dsp:txBody>
      <dsp:txXfrm>
        <a:off x="439276" y="800053"/>
        <a:ext cx="3253493" cy="2020089"/>
      </dsp:txXfrm>
    </dsp:sp>
    <dsp:sp modelId="{361FEBDB-4960-46C1-AE6E-E18783252BDB}">
      <dsp:nvSpPr>
        <dsp:cNvPr id="0" name=""/>
        <dsp:cNvSpPr/>
      </dsp:nvSpPr>
      <dsp:spPr>
        <a:xfrm>
          <a:off x="4131082" y="380513"/>
          <a:ext cx="3379189" cy="2145785"/>
        </a:xfrm>
        <a:prstGeom prst="roundRect">
          <a:avLst>
            <a:gd name="adj" fmla="val 10000"/>
          </a:avLst>
        </a:prstGeom>
        <a:solidFill>
          <a:schemeClr val="accent2">
            <a:lumMod val="60000"/>
            <a:lumOff val="40000"/>
          </a:schemeClr>
        </a:solidFill>
        <a:ln>
          <a:noFill/>
        </a:ln>
        <a:effectLst>
          <a:outerShdw blurRad="50800" dist="25400" dir="5400000"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B0FA3584-3508-4AB7-BAC7-8C2DCACBDBF4}">
      <dsp:nvSpPr>
        <dsp:cNvPr id="0" name=""/>
        <dsp:cNvSpPr/>
      </dsp:nvSpPr>
      <dsp:spPr>
        <a:xfrm>
          <a:off x="4506548" y="737205"/>
          <a:ext cx="3379189" cy="2145785"/>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fr-CA" sz="2800" kern="1200" dirty="0" err="1"/>
            <a:t>Lettres de </a:t>
          </a:r>
          <a:r>
            <a:rPr lang="fr-CA" sz="2800" kern="1200" dirty="0"/>
            <a:t>Fink sur le greenwashing</a:t>
          </a:r>
          <a:endParaRPr lang="en-US" sz="2800" kern="1200" dirty="0"/>
        </a:p>
      </dsp:txBody>
      <dsp:txXfrm>
        <a:off x="4569396" y="800053"/>
        <a:ext cx="3253493" cy="202008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B8A0AC-86E4-4B2F-88A9-DB1919766A00}" type="datetimeFigureOut">
              <a:rPr lang="fr-CA" smtClean="0"/>
              <a:t>2026-08-16</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801DF5-6BF2-4047-8DA5-606EE14CB4DE}" type="slidenum">
              <a:rPr lang="fr-CA" smtClean="0"/>
              <a:t>‹#›</a:t>
            </a:fld>
            <a:endParaRPr lang="fr-CA"/>
          </a:p>
        </p:txBody>
      </p:sp>
    </p:spTree>
    <p:extLst>
      <p:ext uri="{BB962C8B-B14F-4D97-AF65-F5344CB8AC3E}">
        <p14:creationId xmlns:p14="http://schemas.microsoft.com/office/powerpoint/2010/main" val="385954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fr-CA" strike="noStrike"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15E59A1-C51A-4F4A-86C8-22A0EC8DAD15}" type="slidenum">
              <a:rPr kumimoji="0" lang="fr-CA"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fr-CA"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285677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F801DF5-6BF2-4047-8DA5-606EE14CB4DE}" type="slidenum">
              <a:rPr lang="fr-CA" smtClean="0"/>
              <a:t>2</a:t>
            </a:fld>
            <a:endParaRPr lang="fr-CA"/>
          </a:p>
        </p:txBody>
      </p:sp>
    </p:spTree>
    <p:extLst>
      <p:ext uri="{BB962C8B-B14F-4D97-AF65-F5344CB8AC3E}">
        <p14:creationId xmlns:p14="http://schemas.microsoft.com/office/powerpoint/2010/main" val="4857923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F801DF5-6BF2-4047-8DA5-606EE14CB4DE}" type="slidenum">
              <a:rPr lang="fr-CA" smtClean="0"/>
              <a:t>4</a:t>
            </a:fld>
            <a:endParaRPr lang="fr-CA"/>
          </a:p>
        </p:txBody>
      </p:sp>
    </p:spTree>
    <p:extLst>
      <p:ext uri="{BB962C8B-B14F-4D97-AF65-F5344CB8AC3E}">
        <p14:creationId xmlns:p14="http://schemas.microsoft.com/office/powerpoint/2010/main" val="34780446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F801DF5-6BF2-4047-8DA5-606EE14CB4DE}" type="slidenum">
              <a:rPr lang="fr-CA" smtClean="0"/>
              <a:t>6</a:t>
            </a:fld>
            <a:endParaRPr lang="fr-CA"/>
          </a:p>
        </p:txBody>
      </p:sp>
    </p:spTree>
    <p:extLst>
      <p:ext uri="{BB962C8B-B14F-4D97-AF65-F5344CB8AC3E}">
        <p14:creationId xmlns:p14="http://schemas.microsoft.com/office/powerpoint/2010/main" val="18611425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F801DF5-6BF2-4047-8DA5-606EE14CB4DE}" type="slidenum">
              <a:rPr lang="fr-CA" smtClean="0"/>
              <a:t>7</a:t>
            </a:fld>
            <a:endParaRPr lang="fr-CA"/>
          </a:p>
        </p:txBody>
      </p:sp>
    </p:spTree>
    <p:extLst>
      <p:ext uri="{BB962C8B-B14F-4D97-AF65-F5344CB8AC3E}">
        <p14:creationId xmlns:p14="http://schemas.microsoft.com/office/powerpoint/2010/main" val="2046890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F801DF5-6BF2-4047-8DA5-606EE14CB4DE}" type="slidenum">
              <a:rPr lang="fr-CA" smtClean="0"/>
              <a:t>8</a:t>
            </a:fld>
            <a:endParaRPr lang="fr-CA"/>
          </a:p>
        </p:txBody>
      </p:sp>
    </p:spTree>
    <p:extLst>
      <p:ext uri="{BB962C8B-B14F-4D97-AF65-F5344CB8AC3E}">
        <p14:creationId xmlns:p14="http://schemas.microsoft.com/office/powerpoint/2010/main" val="10981316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F801DF5-6BF2-4047-8DA5-606EE14CB4DE}" type="slidenum">
              <a:rPr lang="fr-CA" smtClean="0"/>
              <a:t>9</a:t>
            </a:fld>
            <a:endParaRPr lang="fr-CA"/>
          </a:p>
        </p:txBody>
      </p:sp>
    </p:spTree>
    <p:extLst>
      <p:ext uri="{BB962C8B-B14F-4D97-AF65-F5344CB8AC3E}">
        <p14:creationId xmlns:p14="http://schemas.microsoft.com/office/powerpoint/2010/main" val="31764329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fld id="{6F801DF5-6BF2-4047-8DA5-606EE14CB4DE}" type="slidenum">
              <a:rPr lang="fr-CA" smtClean="0"/>
              <a:t>10</a:t>
            </a:fld>
            <a:endParaRPr lang="fr-CA"/>
          </a:p>
        </p:txBody>
      </p:sp>
    </p:spTree>
    <p:extLst>
      <p:ext uri="{BB962C8B-B14F-4D97-AF65-F5344CB8AC3E}">
        <p14:creationId xmlns:p14="http://schemas.microsoft.com/office/powerpoint/2010/main" val="8373197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dirty="0"/>
          </a:p>
        </p:txBody>
      </p:sp>
      <p:sp>
        <p:nvSpPr>
          <p:cNvPr id="4" name="Slide Number Placeholder 3"/>
          <p:cNvSpPr>
            <a:spLocks noGrp="1"/>
          </p:cNvSpPr>
          <p:nvPr>
            <p:ph type="sldNum" sz="quarter" idx="5"/>
          </p:nvPr>
        </p:nvSpPr>
        <p:spPr/>
        <p:txBody>
          <a:bodyPr/>
          <a:lstStyle/>
          <a:p>
            <a:fld id="{6F801DF5-6BF2-4047-8DA5-606EE14CB4DE}" type="slidenum">
              <a:rPr lang="fr-CA" smtClean="0"/>
              <a:t>11</a:t>
            </a:fld>
            <a:endParaRPr lang="fr-CA"/>
          </a:p>
        </p:txBody>
      </p:sp>
    </p:spTree>
    <p:extLst>
      <p:ext uri="{BB962C8B-B14F-4D97-AF65-F5344CB8AC3E}">
        <p14:creationId xmlns:p14="http://schemas.microsoft.com/office/powerpoint/2010/main" val="31522271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dirty="0"/>
          </a:p>
        </p:txBody>
      </p:sp>
      <p:sp>
        <p:nvSpPr>
          <p:cNvPr id="4" name="Slide Number Placeholder 3"/>
          <p:cNvSpPr>
            <a:spLocks noGrp="1"/>
          </p:cNvSpPr>
          <p:nvPr>
            <p:ph type="sldNum" sz="quarter" idx="5"/>
          </p:nvPr>
        </p:nvSpPr>
        <p:spPr/>
        <p:txBody>
          <a:bodyPr/>
          <a:lstStyle/>
          <a:p>
            <a:fld id="{6F801DF5-6BF2-4047-8DA5-606EE14CB4DE}" type="slidenum">
              <a:rPr lang="fr-CA" smtClean="0"/>
              <a:t>12</a:t>
            </a:fld>
            <a:endParaRPr lang="fr-CA"/>
          </a:p>
        </p:txBody>
      </p:sp>
    </p:spTree>
    <p:extLst>
      <p:ext uri="{BB962C8B-B14F-4D97-AF65-F5344CB8AC3E}">
        <p14:creationId xmlns:p14="http://schemas.microsoft.com/office/powerpoint/2010/main" val="8526953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E60F2-4806-49E4-3CE6-44D794C2B5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812ACC-4F82-75B7-3132-8DD195156A2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EE568A6-DEF7-5E64-A783-C00024C1E33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dirty="0"/>
          </a:p>
        </p:txBody>
      </p:sp>
      <p:sp>
        <p:nvSpPr>
          <p:cNvPr id="4" name="Slide Number Placeholder 3">
            <a:extLst>
              <a:ext uri="{FF2B5EF4-FFF2-40B4-BE49-F238E27FC236}">
                <a16:creationId xmlns:a16="http://schemas.microsoft.com/office/drawing/2014/main" id="{2B42FBE9-F8A3-FC73-EFAE-07F3AF90A294}"/>
              </a:ext>
            </a:extLst>
          </p:cNvPr>
          <p:cNvSpPr>
            <a:spLocks noGrp="1"/>
          </p:cNvSpPr>
          <p:nvPr>
            <p:ph type="sldNum" sz="quarter" idx="5"/>
          </p:nvPr>
        </p:nvSpPr>
        <p:spPr/>
        <p:txBody>
          <a:bodyPr/>
          <a:lstStyle/>
          <a:p>
            <a:fld id="{6F801DF5-6BF2-4047-8DA5-606EE14CB4DE}" type="slidenum">
              <a:rPr lang="fr-CA" smtClean="0"/>
              <a:t>13</a:t>
            </a:fld>
            <a:endParaRPr lang="fr-CA"/>
          </a:p>
        </p:txBody>
      </p:sp>
    </p:spTree>
    <p:extLst>
      <p:ext uri="{BB962C8B-B14F-4D97-AF65-F5344CB8AC3E}">
        <p14:creationId xmlns:p14="http://schemas.microsoft.com/office/powerpoint/2010/main" val="37094321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fld id="{6F801DF5-6BF2-4047-8DA5-606EE14CB4DE}" type="slidenum">
              <a:rPr lang="fr-CA" smtClean="0"/>
              <a:t>14</a:t>
            </a:fld>
            <a:endParaRPr lang="fr-CA"/>
          </a:p>
        </p:txBody>
      </p:sp>
    </p:spTree>
    <p:extLst>
      <p:ext uri="{BB962C8B-B14F-4D97-AF65-F5344CB8AC3E}">
        <p14:creationId xmlns:p14="http://schemas.microsoft.com/office/powerpoint/2010/main" val="29062949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fld id="{6F801DF5-6BF2-4047-8DA5-606EE14CB4DE}" type="slidenum">
              <a:rPr lang="fr-CA" smtClean="0"/>
              <a:t>15</a:t>
            </a:fld>
            <a:endParaRPr lang="fr-CA"/>
          </a:p>
        </p:txBody>
      </p:sp>
    </p:spTree>
    <p:extLst>
      <p:ext uri="{BB962C8B-B14F-4D97-AF65-F5344CB8AC3E}">
        <p14:creationId xmlns:p14="http://schemas.microsoft.com/office/powerpoint/2010/main" val="33923109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801DF5-6BF2-4047-8DA5-606EE14CB4DE}"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t>16</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91974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fld id="{6F801DF5-6BF2-4047-8DA5-606EE14CB4DE}" type="slidenum">
              <a:rPr lang="fr-CA" smtClean="0"/>
              <a:t>17</a:t>
            </a:fld>
            <a:endParaRPr lang="fr-CA"/>
          </a:p>
        </p:txBody>
      </p:sp>
    </p:spTree>
    <p:extLst>
      <p:ext uri="{BB962C8B-B14F-4D97-AF65-F5344CB8AC3E}">
        <p14:creationId xmlns:p14="http://schemas.microsoft.com/office/powerpoint/2010/main" val="15689351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801DF5-6BF2-4047-8DA5-606EE14CB4DE}"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t>18</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71179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fld id="{6F801DF5-6BF2-4047-8DA5-606EE14CB4DE}" type="slidenum">
              <a:rPr lang="fr-CA" smtClean="0"/>
              <a:t>19</a:t>
            </a:fld>
            <a:endParaRPr lang="fr-CA"/>
          </a:p>
        </p:txBody>
      </p:sp>
    </p:spTree>
    <p:extLst>
      <p:ext uri="{BB962C8B-B14F-4D97-AF65-F5344CB8AC3E}">
        <p14:creationId xmlns:p14="http://schemas.microsoft.com/office/powerpoint/2010/main" val="13576915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801DF5-6BF2-4047-8DA5-606EE14CB4DE}"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t>20</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37541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801DF5-6BF2-4047-8DA5-606EE14CB4DE}"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t>21</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7928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fld id="{6F801DF5-6BF2-4047-8DA5-606EE14CB4DE}" type="slidenum">
              <a:rPr lang="fr-CA" smtClean="0"/>
              <a:t>22</a:t>
            </a:fld>
            <a:endParaRPr lang="fr-CA"/>
          </a:p>
        </p:txBody>
      </p:sp>
    </p:spTree>
    <p:extLst>
      <p:ext uri="{BB962C8B-B14F-4D97-AF65-F5344CB8AC3E}">
        <p14:creationId xmlns:p14="http://schemas.microsoft.com/office/powerpoint/2010/main" val="27256428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fld id="{6F801DF5-6BF2-4047-8DA5-606EE14CB4DE}" type="slidenum">
              <a:rPr lang="fr-CA" smtClean="0"/>
              <a:t>24</a:t>
            </a:fld>
            <a:endParaRPr lang="fr-CA"/>
          </a:p>
        </p:txBody>
      </p:sp>
    </p:spTree>
    <p:extLst>
      <p:ext uri="{BB962C8B-B14F-4D97-AF65-F5344CB8AC3E}">
        <p14:creationId xmlns:p14="http://schemas.microsoft.com/office/powerpoint/2010/main" val="16989130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E2E725E8-11D5-4443-A417-59BA7505F19C}"/>
              </a:ext>
            </a:extLst>
          </p:cNvPr>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200"/>
              <a:t>1.</a:t>
            </a:r>
            <a:fld id="{E26BF721-03C2-4809-8108-879EDC88C71B}" type="slidenum">
              <a:rPr lang="en-US" altLang="en-US" sz="1200"/>
              <a:t>25</a:t>
            </a:fld>
            <a:endParaRPr lang="en-US" altLang="en-US" sz="1200"/>
          </a:p>
        </p:txBody>
      </p:sp>
      <p:sp>
        <p:nvSpPr>
          <p:cNvPr id="33795" name="Rectangle 2">
            <a:extLst>
              <a:ext uri="{FF2B5EF4-FFF2-40B4-BE49-F238E27FC236}">
                <a16:creationId xmlns:a16="http://schemas.microsoft.com/office/drawing/2014/main" id="{B7B5719A-338C-4586-B460-945DF838E56F}"/>
              </a:ext>
            </a:extLst>
          </p:cNvPr>
          <p:cNvSpPr>
            <a:spLocks noGrp="1" noRot="1" noChangeAspect="1" noChangeArrowheads="1" noTextEdit="1"/>
          </p:cNvSpPr>
          <p:nvPr>
            <p:ph type="sldImg"/>
          </p:nvPr>
        </p:nvSpPr>
        <p:spPr>
          <a:xfrm>
            <a:off x="685800" y="1143000"/>
            <a:ext cx="5486400" cy="3086100"/>
          </a:xfrm>
          <a:ln/>
        </p:spPr>
      </p:sp>
      <p:sp>
        <p:nvSpPr>
          <p:cNvPr id="33796" name="Rectangle 3">
            <a:extLst>
              <a:ext uri="{FF2B5EF4-FFF2-40B4-BE49-F238E27FC236}">
                <a16:creationId xmlns:a16="http://schemas.microsoft.com/office/drawing/2014/main" id="{7DA38355-2F67-4BF2-BB72-70930DBAF640}"/>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en-US" altLang="en-US" dirty="0"/>
          </a:p>
        </p:txBody>
      </p:sp>
    </p:spTree>
    <p:extLst>
      <p:ext uri="{BB962C8B-B14F-4D97-AF65-F5344CB8AC3E}">
        <p14:creationId xmlns:p14="http://schemas.microsoft.com/office/powerpoint/2010/main" val="24936972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F436627-F8D8-47A6-A674-75CD294D5548}" type="slidenum">
              <a:rPr lang="fr-CA" smtClean="0"/>
              <a:t>26</a:t>
            </a:fld>
            <a:endParaRPr lang="fr-CA"/>
          </a:p>
        </p:txBody>
      </p:sp>
    </p:spTree>
    <p:extLst>
      <p:ext uri="{BB962C8B-B14F-4D97-AF65-F5344CB8AC3E}">
        <p14:creationId xmlns:p14="http://schemas.microsoft.com/office/powerpoint/2010/main" val="10123048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F436627-F8D8-47A6-A674-75CD294D5548}" type="slidenum">
              <a:rPr lang="fr-CA" smtClean="0"/>
              <a:t>27</a:t>
            </a:fld>
            <a:endParaRPr lang="fr-CA"/>
          </a:p>
        </p:txBody>
      </p:sp>
    </p:spTree>
    <p:extLst>
      <p:ext uri="{BB962C8B-B14F-4D97-AF65-F5344CB8AC3E}">
        <p14:creationId xmlns:p14="http://schemas.microsoft.com/office/powerpoint/2010/main" val="38257929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fld id="{6F801DF5-6BF2-4047-8DA5-606EE14CB4DE}" type="slidenum">
              <a:rPr lang="fr-CA" smtClean="0"/>
              <a:t>28</a:t>
            </a:fld>
            <a:endParaRPr lang="fr-CA"/>
          </a:p>
        </p:txBody>
      </p:sp>
    </p:spTree>
    <p:extLst>
      <p:ext uri="{BB962C8B-B14F-4D97-AF65-F5344CB8AC3E}">
        <p14:creationId xmlns:p14="http://schemas.microsoft.com/office/powerpoint/2010/main" val="33702866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fld id="{6F801DF5-6BF2-4047-8DA5-606EE14CB4DE}" type="slidenum">
              <a:rPr lang="fr-CA" smtClean="0"/>
              <a:t>29</a:t>
            </a:fld>
            <a:endParaRPr lang="fr-CA"/>
          </a:p>
        </p:txBody>
      </p:sp>
    </p:spTree>
    <p:extLst>
      <p:ext uri="{BB962C8B-B14F-4D97-AF65-F5344CB8AC3E}">
        <p14:creationId xmlns:p14="http://schemas.microsoft.com/office/powerpoint/2010/main" val="33702866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fld id="{6F801DF5-6BF2-4047-8DA5-606EE14CB4DE}" type="slidenum">
              <a:rPr lang="fr-CA" smtClean="0"/>
              <a:t>30</a:t>
            </a:fld>
            <a:endParaRPr lang="fr-CA"/>
          </a:p>
        </p:txBody>
      </p:sp>
    </p:spTree>
    <p:extLst>
      <p:ext uri="{BB962C8B-B14F-4D97-AF65-F5344CB8AC3E}">
        <p14:creationId xmlns:p14="http://schemas.microsoft.com/office/powerpoint/2010/main" val="22669729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fld id="{6F801DF5-6BF2-4047-8DA5-606EE14CB4DE}" type="slidenum">
              <a:rPr lang="fr-CA" smtClean="0"/>
              <a:t>31</a:t>
            </a:fld>
            <a:endParaRPr lang="fr-CA"/>
          </a:p>
        </p:txBody>
      </p:sp>
    </p:spTree>
    <p:extLst>
      <p:ext uri="{BB962C8B-B14F-4D97-AF65-F5344CB8AC3E}">
        <p14:creationId xmlns:p14="http://schemas.microsoft.com/office/powerpoint/2010/main" val="21155874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fld id="{6F801DF5-6BF2-4047-8DA5-606EE14CB4DE}" type="slidenum">
              <a:rPr lang="fr-CA" smtClean="0"/>
              <a:t>32</a:t>
            </a:fld>
            <a:endParaRPr lang="fr-CA"/>
          </a:p>
        </p:txBody>
      </p:sp>
    </p:spTree>
    <p:extLst>
      <p:ext uri="{BB962C8B-B14F-4D97-AF65-F5344CB8AC3E}">
        <p14:creationId xmlns:p14="http://schemas.microsoft.com/office/powerpoint/2010/main" val="30548714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22B112CA-9FCC-4049-8A1B-80D2DF235A1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200"/>
              <a:t>4.</a:t>
            </a:r>
            <a:fld id="{4B03E93D-ACE9-4A71-9172-3C721AA5F171}" type="slidenum">
              <a:rPr lang="en-US" altLang="en-US" sz="1200"/>
              <a:t>36</a:t>
            </a:fld>
            <a:endParaRPr lang="en-US" altLang="en-US" sz="1200"/>
          </a:p>
        </p:txBody>
      </p:sp>
      <p:sp>
        <p:nvSpPr>
          <p:cNvPr id="16387" name="Rectangle 2">
            <a:extLst>
              <a:ext uri="{FF2B5EF4-FFF2-40B4-BE49-F238E27FC236}">
                <a16:creationId xmlns:a16="http://schemas.microsoft.com/office/drawing/2014/main" id="{9CE6E807-7A09-42C7-8D13-28100ED628EA}"/>
              </a:ext>
            </a:extLst>
          </p:cNvPr>
          <p:cNvSpPr>
            <a:spLocks noGrp="1" noRot="1" noChangeAspect="1" noChangeArrowheads="1" noTextEdit="1"/>
          </p:cNvSpPr>
          <p:nvPr>
            <p:ph type="sldImg"/>
          </p:nvPr>
        </p:nvSpPr>
        <p:spPr>
          <a:xfrm>
            <a:off x="685800" y="1143000"/>
            <a:ext cx="5486400" cy="3086100"/>
          </a:xfrm>
          <a:ln/>
        </p:spPr>
      </p:sp>
      <p:sp>
        <p:nvSpPr>
          <p:cNvPr id="16388" name="Rectangle 3">
            <a:extLst>
              <a:ext uri="{FF2B5EF4-FFF2-40B4-BE49-F238E27FC236}">
                <a16:creationId xmlns:a16="http://schemas.microsoft.com/office/drawing/2014/main" id="{4AF2F93F-575A-4653-8186-34C30224250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fld id="{CF436627-F8D8-47A6-A674-75CD294D5548}" type="slidenum">
              <a:rPr lang="fr-CA" smtClean="0"/>
              <a:t>37</a:t>
            </a:fld>
            <a:endParaRPr lang="fr-CA"/>
          </a:p>
        </p:txBody>
      </p:sp>
    </p:spTree>
    <p:extLst>
      <p:ext uri="{BB962C8B-B14F-4D97-AF65-F5344CB8AC3E}">
        <p14:creationId xmlns:p14="http://schemas.microsoft.com/office/powerpoint/2010/main" val="15221425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F0C56C5D-E6F5-4185-81B4-E217FF41A46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200"/>
              <a:t>4.</a:t>
            </a:r>
            <a:fld id="{0CCBDFC2-260A-4969-9F24-722E15A6205F}" type="slidenum">
              <a:rPr lang="en-US" altLang="en-US" sz="1200" smtClean="0"/>
              <a:t>38</a:t>
            </a:fld>
            <a:endParaRPr lang="en-US" altLang="en-US" sz="1200"/>
          </a:p>
        </p:txBody>
      </p:sp>
      <p:sp>
        <p:nvSpPr>
          <p:cNvPr id="20483" name="Rectangle 2">
            <a:extLst>
              <a:ext uri="{FF2B5EF4-FFF2-40B4-BE49-F238E27FC236}">
                <a16:creationId xmlns:a16="http://schemas.microsoft.com/office/drawing/2014/main" id="{7571B541-0F31-458C-BE47-4BCE7991FC36}"/>
              </a:ext>
            </a:extLst>
          </p:cNvPr>
          <p:cNvSpPr>
            <a:spLocks noGrp="1" noRot="1" noChangeAspect="1" noChangeArrowheads="1" noTextEdit="1"/>
          </p:cNvSpPr>
          <p:nvPr>
            <p:ph type="sldImg"/>
          </p:nvPr>
        </p:nvSpPr>
        <p:spPr>
          <a:xfrm>
            <a:off x="685800" y="1143000"/>
            <a:ext cx="5486400" cy="3086100"/>
          </a:xfrm>
          <a:ln/>
        </p:spPr>
      </p:sp>
      <p:sp>
        <p:nvSpPr>
          <p:cNvPr id="20484" name="Rectangle 3">
            <a:extLst>
              <a:ext uri="{FF2B5EF4-FFF2-40B4-BE49-F238E27FC236}">
                <a16:creationId xmlns:a16="http://schemas.microsoft.com/office/drawing/2014/main" id="{53085231-B78D-481C-AA86-884E9E8629C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lnSpc>
                <a:spcPct val="90000"/>
              </a:lnSpc>
            </a:pPr>
            <a:endParaRPr lang="en-US" altLang="en-US" sz="1000"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dirty="0"/>
          </a:p>
        </p:txBody>
      </p:sp>
      <p:sp>
        <p:nvSpPr>
          <p:cNvPr id="4" name="Slide Number Placeholder 3"/>
          <p:cNvSpPr>
            <a:spLocks noGrp="1"/>
          </p:cNvSpPr>
          <p:nvPr>
            <p:ph type="sldNum" sz="quarter" idx="5"/>
          </p:nvPr>
        </p:nvSpPr>
        <p:spPr/>
        <p:txBody>
          <a:bodyPr/>
          <a:lstStyle/>
          <a:p>
            <a:fld id="{CF436627-F8D8-47A6-A674-75CD294D5548}" type="slidenum">
              <a:rPr lang="fr-CA" smtClean="0"/>
              <a:t>39</a:t>
            </a:fld>
            <a:endParaRPr lang="fr-CA"/>
          </a:p>
        </p:txBody>
      </p:sp>
    </p:spTree>
    <p:extLst>
      <p:ext uri="{BB962C8B-B14F-4D97-AF65-F5344CB8AC3E}">
        <p14:creationId xmlns:p14="http://schemas.microsoft.com/office/powerpoint/2010/main" val="581730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fld id="{CF436627-F8D8-47A6-A674-75CD294D5548}" type="slidenum">
              <a:rPr lang="fr-CA" smtClean="0"/>
              <a:t>40</a:t>
            </a:fld>
            <a:endParaRPr lang="fr-CA"/>
          </a:p>
        </p:txBody>
      </p:sp>
    </p:spTree>
    <p:extLst>
      <p:ext uri="{BB962C8B-B14F-4D97-AF65-F5344CB8AC3E}">
        <p14:creationId xmlns:p14="http://schemas.microsoft.com/office/powerpoint/2010/main" val="37578022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fld id="{CF436627-F8D8-47A6-A674-75CD294D5548}" type="slidenum">
              <a:rPr lang="fr-CA" smtClean="0"/>
              <a:t>41</a:t>
            </a:fld>
            <a:endParaRPr lang="fr-CA"/>
          </a:p>
        </p:txBody>
      </p:sp>
    </p:spTree>
    <p:extLst>
      <p:ext uri="{BB962C8B-B14F-4D97-AF65-F5344CB8AC3E}">
        <p14:creationId xmlns:p14="http://schemas.microsoft.com/office/powerpoint/2010/main" val="38908245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fld id="{CF436627-F8D8-47A6-A674-75CD294D5548}" type="slidenum">
              <a:rPr lang="fr-CA" smtClean="0"/>
              <a:t>42</a:t>
            </a:fld>
            <a:endParaRPr lang="fr-CA"/>
          </a:p>
        </p:txBody>
      </p:sp>
    </p:spTree>
    <p:extLst>
      <p:ext uri="{BB962C8B-B14F-4D97-AF65-F5344CB8AC3E}">
        <p14:creationId xmlns:p14="http://schemas.microsoft.com/office/powerpoint/2010/main" val="38821913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6F801DF5-6BF2-4047-8DA5-606EE14CB4DE}" type="slidenum">
              <a:rPr lang="fr-CA" smtClean="0"/>
              <a:t>43</a:t>
            </a:fld>
            <a:endParaRPr lang="fr-CA"/>
          </a:p>
        </p:txBody>
      </p:sp>
    </p:spTree>
    <p:extLst>
      <p:ext uri="{BB962C8B-B14F-4D97-AF65-F5344CB8AC3E}">
        <p14:creationId xmlns:p14="http://schemas.microsoft.com/office/powerpoint/2010/main" val="39535151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9" name="Rectangle 18"/>
          <p:cNvSpPr>
            <a:spLocks noChangeArrowheads="1"/>
          </p:cNvSpPr>
          <p:nvPr/>
        </p:nvSpPr>
        <p:spPr bwMode="white">
          <a:xfrm>
            <a:off x="11988800" y="3048"/>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6" name="Rectangle 15"/>
          <p:cNvSpPr>
            <a:spLocks noChangeArrowheads="1"/>
          </p:cNvSpPr>
          <p:nvPr/>
        </p:nvSpPr>
        <p:spPr bwMode="white">
          <a:xfrm>
            <a:off x="0" y="0"/>
            <a:ext cx="12192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2" name="Rectangle 11"/>
          <p:cNvSpPr>
            <a:spLocks noChangeArrowheads="1"/>
          </p:cNvSpPr>
          <p:nvPr/>
        </p:nvSpPr>
        <p:spPr bwMode="auto">
          <a:xfrm>
            <a:off x="195072" y="6391659"/>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9" name="Sous-titre 8"/>
          <p:cNvSpPr>
            <a:spLocks noGrp="1"/>
          </p:cNvSpPr>
          <p:nvPr>
            <p:ph type="subTitle" idx="1"/>
          </p:nvPr>
        </p:nvSpPr>
        <p:spPr>
          <a:xfrm>
            <a:off x="1828800" y="2819400"/>
            <a:ext cx="8534400" cy="1752600"/>
          </a:xfrm>
        </p:spPr>
        <p:txBody>
          <a:bodyPr/>
          <a:lstStyle>
            <a:lvl1pPr marL="0" indent="0" algn="ctr">
              <a:buNone/>
              <a:defRPr sz="1333" b="1" cap="all" spc="208" baseline="0">
                <a:solidFill>
                  <a:schemeClr val="tx2"/>
                </a:solidFill>
              </a:defRPr>
            </a:lvl1pPr>
            <a:lvl2pPr marL="380985" indent="0" algn="ctr">
              <a:buNone/>
            </a:lvl2pPr>
            <a:lvl3pPr marL="761970" indent="0" algn="ctr">
              <a:buNone/>
            </a:lvl3pPr>
            <a:lvl4pPr marL="1142954" indent="0" algn="ctr">
              <a:buNone/>
            </a:lvl4pPr>
            <a:lvl5pPr marL="1523939" indent="0" algn="ctr">
              <a:buNone/>
            </a:lvl5pPr>
            <a:lvl6pPr marL="1904924" indent="0" algn="ctr">
              <a:buNone/>
            </a:lvl6pPr>
            <a:lvl7pPr marL="2285909" indent="0" algn="ctr">
              <a:buNone/>
            </a:lvl7pPr>
            <a:lvl8pPr marL="2666893" indent="0" algn="ctr">
              <a:buNone/>
            </a:lvl8pPr>
            <a:lvl9pPr marL="3047878" indent="0" algn="ctr">
              <a:buNone/>
            </a:lvl9pPr>
          </a:lstStyle>
          <a:p>
            <a:r>
              <a:rPr kumimoji="0" lang="en-US"/>
              <a:t>Click to edit Master subtitle style</a:t>
            </a:r>
          </a:p>
        </p:txBody>
      </p:sp>
      <p:sp>
        <p:nvSpPr>
          <p:cNvPr id="28" name="Espace réservé de la date 27"/>
          <p:cNvSpPr>
            <a:spLocks noGrp="1"/>
          </p:cNvSpPr>
          <p:nvPr>
            <p:ph type="dt" sz="half" idx="10"/>
          </p:nvPr>
        </p:nvSpPr>
        <p:spPr/>
        <p:txBody>
          <a:bodyPr/>
          <a:lstStyle/>
          <a:p>
            <a:endParaRPr lang="fr-CA"/>
          </a:p>
        </p:txBody>
      </p:sp>
      <p:sp>
        <p:nvSpPr>
          <p:cNvPr id="17" name="Espace réservé du pied de page 16"/>
          <p:cNvSpPr>
            <a:spLocks noGrp="1"/>
          </p:cNvSpPr>
          <p:nvPr>
            <p:ph type="ftr" sz="quarter" idx="11"/>
          </p:nvPr>
        </p:nvSpPr>
        <p:spPr/>
        <p:txBody>
          <a:bodyPr/>
          <a:lstStyle/>
          <a:p>
            <a:endParaRPr lang="fr-CA"/>
          </a:p>
        </p:txBody>
      </p:sp>
      <p:sp>
        <p:nvSpPr>
          <p:cNvPr id="7" name="Connecteur droit 6"/>
          <p:cNvSpPr>
            <a:spLocks noChangeShapeType="1"/>
          </p:cNvSpPr>
          <p:nvPr/>
        </p:nvSpPr>
        <p:spPr bwMode="auto">
          <a:xfrm>
            <a:off x="207264" y="2420112"/>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0" name="Rectangle 9"/>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76200" tIns="38100" rIns="76200" bIns="38100" anchor="ctr" compatLnSpc="1"/>
          <a:lstStyle/>
          <a:p>
            <a:endParaRPr lang="en-US" sz="1800" dirty="0">
              <a:solidFill>
                <a:prstClr val="black"/>
              </a:solidFill>
            </a:endParaRPr>
          </a:p>
        </p:txBody>
      </p:sp>
      <p:sp>
        <p:nvSpPr>
          <p:cNvPr id="13" name="Ellipse 12"/>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14" name="Ellipse 13"/>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29" name="Espace réservé du numéro de diapositive 28"/>
          <p:cNvSpPr>
            <a:spLocks noGrp="1"/>
          </p:cNvSpPr>
          <p:nvPr>
            <p:ph type="sldNum" sz="quarter" idx="12"/>
          </p:nvPr>
        </p:nvSpPr>
        <p:spPr>
          <a:xfrm>
            <a:off x="5791200" y="2199452"/>
            <a:ext cx="609600" cy="441325"/>
          </a:xfrm>
        </p:spPr>
        <p:txBody>
          <a:bodyPr/>
          <a:lstStyle>
            <a:lvl1pPr>
              <a:defRPr>
                <a:solidFill>
                  <a:schemeClr val="accent3">
                    <a:shade val="75000"/>
                  </a:schemeClr>
                </a:solidFill>
              </a:defRPr>
            </a:lvl1pPr>
          </a:lstStyle>
          <a:p>
            <a:fld id="{EA019D1F-2BC9-41FA-953B-C3256200C508}" type="slidenum">
              <a:rPr lang="fr-CA" smtClean="0">
                <a:solidFill>
                  <a:srgbClr val="8CADAE">
                    <a:shade val="75000"/>
                  </a:srgbClr>
                </a:solidFill>
              </a:rPr>
              <a:pPr/>
              <a:t>‹#›</a:t>
            </a:fld>
            <a:endParaRPr lang="fr-CA">
              <a:solidFill>
                <a:srgbClr val="8CADAE">
                  <a:shade val="75000"/>
                </a:srgbClr>
              </a:solidFill>
            </a:endParaRPr>
          </a:p>
        </p:txBody>
      </p:sp>
      <p:sp>
        <p:nvSpPr>
          <p:cNvPr id="8" name="Titre 7"/>
          <p:cNvSpPr>
            <a:spLocks noGrp="1"/>
          </p:cNvSpPr>
          <p:nvPr>
            <p:ph type="ctrTitle"/>
          </p:nvPr>
        </p:nvSpPr>
        <p:spPr>
          <a:xfrm>
            <a:off x="914400" y="381000"/>
            <a:ext cx="10363200" cy="1752600"/>
          </a:xfrm>
        </p:spPr>
        <p:txBody>
          <a:bodyPr anchor="b"/>
          <a:lstStyle>
            <a:lvl1pPr>
              <a:defRPr sz="3500">
                <a:solidFill>
                  <a:schemeClr val="accent1"/>
                </a:solidFill>
              </a:defRPr>
            </a:lvl1pPr>
          </a:lstStyle>
          <a:p>
            <a:r>
              <a:rPr kumimoji="0" lang="en-US"/>
              <a:t>Click to edit Master title style</a:t>
            </a:r>
          </a:p>
        </p:txBody>
      </p:sp>
    </p:spTree>
    <p:extLst>
      <p:ext uri="{BB962C8B-B14F-4D97-AF65-F5344CB8AC3E}">
        <p14:creationId xmlns:p14="http://schemas.microsoft.com/office/powerpoint/2010/main" val="212842431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Espace réservé de la date 3"/>
          <p:cNvSpPr>
            <a:spLocks noGrp="1"/>
          </p:cNvSpPr>
          <p:nvPr>
            <p:ph type="dt" sz="half" idx="10"/>
          </p:nvPr>
        </p:nvSpPr>
        <p:spPr/>
        <p:txBody>
          <a:bodyPr/>
          <a:lstStyle/>
          <a:p>
            <a:pPr>
              <a:defRPr/>
            </a:pPr>
            <a:endParaRPr lang="fr-CA" dirty="0"/>
          </a:p>
        </p:txBody>
      </p:sp>
      <p:sp>
        <p:nvSpPr>
          <p:cNvPr id="5" name="Espace réservé du pied de page 4"/>
          <p:cNvSpPr>
            <a:spLocks noGrp="1"/>
          </p:cNvSpPr>
          <p:nvPr>
            <p:ph type="ftr" sz="quarter" idx="11"/>
          </p:nvPr>
        </p:nvSpPr>
        <p:spPr/>
        <p:txBody>
          <a:bodyPr/>
          <a:lstStyle/>
          <a:p>
            <a:pPr>
              <a:defRPr/>
            </a:pPr>
            <a:endParaRPr lang="fr-CA" dirty="0"/>
          </a:p>
        </p:txBody>
      </p:sp>
      <p:sp>
        <p:nvSpPr>
          <p:cNvPr id="6" name="Espace réservé du numéro de diapositive 5"/>
          <p:cNvSpPr>
            <a:spLocks noGrp="1"/>
          </p:cNvSpPr>
          <p:nvPr>
            <p:ph type="sldNum" sz="quarter" idx="12"/>
          </p:nvPr>
        </p:nvSpPr>
        <p:spPr>
          <a:xfrm>
            <a:off x="5815584" y="1026374"/>
            <a:ext cx="609600" cy="441325"/>
          </a:xfrm>
        </p:spPr>
        <p:txBody>
          <a:bodyPr/>
          <a:lstStyle/>
          <a:p>
            <a:fld id="{EA019D1F-2BC9-41FA-953B-C3256200C508}" type="slidenum">
              <a:rPr lang="fr-CA" smtClean="0">
                <a:solidFill>
                  <a:srgbClr val="8CADAE">
                    <a:shade val="75000"/>
                  </a:srgbClr>
                </a:solidFill>
              </a:rPr>
              <a:pPr/>
              <a:t>‹#›</a:t>
            </a:fld>
            <a:endParaRPr lang="fr-CA" dirty="0">
              <a:solidFill>
                <a:srgbClr val="8CADAE">
                  <a:shade val="75000"/>
                </a:srgbClr>
              </a:solidFill>
            </a:endParaRPr>
          </a:p>
        </p:txBody>
      </p:sp>
      <p:sp>
        <p:nvSpPr>
          <p:cNvPr id="8" name="Espace réservé du contenu 7"/>
          <p:cNvSpPr>
            <a:spLocks noGrp="1"/>
          </p:cNvSpPr>
          <p:nvPr>
            <p:ph sz="quarter" idx="1"/>
          </p:nvPr>
        </p:nvSpPr>
        <p:spPr>
          <a:xfrm>
            <a:off x="402336" y="1527048"/>
            <a:ext cx="1133856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8435489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6" name="Rectangle 15"/>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8" name="Rectangle 17"/>
          <p:cNvSpPr>
            <a:spLocks noChangeArrowheads="1"/>
          </p:cNvSpPr>
          <p:nvPr/>
        </p:nvSpPr>
        <p:spPr bwMode="white">
          <a:xfrm>
            <a:off x="11988800" y="1905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9" name="Rectangle 18"/>
          <p:cNvSpPr>
            <a:spLocks noChangeArrowheads="1"/>
          </p:cNvSpPr>
          <p:nvPr/>
        </p:nvSpPr>
        <p:spPr bwMode="white">
          <a:xfrm>
            <a:off x="203200" y="2286000"/>
            <a:ext cx="11777472"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2" name="Rectangle 11"/>
          <p:cNvSpPr>
            <a:spLocks noChangeArrowheads="1"/>
          </p:cNvSpPr>
          <p:nvPr/>
        </p:nvSpPr>
        <p:spPr bwMode="auto">
          <a:xfrm>
            <a:off x="207264" y="142352"/>
            <a:ext cx="11777472"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3" name="Espace réservé du texte 2"/>
          <p:cNvSpPr>
            <a:spLocks noGrp="1"/>
          </p:cNvSpPr>
          <p:nvPr>
            <p:ph type="body" idx="1"/>
          </p:nvPr>
        </p:nvSpPr>
        <p:spPr>
          <a:xfrm>
            <a:off x="1824568" y="2743200"/>
            <a:ext cx="8640232" cy="1673225"/>
          </a:xfrm>
        </p:spPr>
        <p:txBody>
          <a:bodyPr anchor="t"/>
          <a:lstStyle>
            <a:lvl1pPr marL="0" indent="0" algn="ctr">
              <a:buNone/>
              <a:defRPr sz="1333" b="1" cap="all" spc="208" baseline="0">
                <a:solidFill>
                  <a:schemeClr val="tx2"/>
                </a:solidFill>
              </a:defRPr>
            </a:lvl1pPr>
            <a:lvl2pPr>
              <a:buNone/>
              <a:defRPr sz="1500">
                <a:solidFill>
                  <a:schemeClr val="tx1">
                    <a:tint val="75000"/>
                  </a:schemeClr>
                </a:solidFill>
              </a:defRPr>
            </a:lvl2pPr>
            <a:lvl3pPr>
              <a:buNone/>
              <a:defRPr sz="1333">
                <a:solidFill>
                  <a:schemeClr val="tx1">
                    <a:tint val="75000"/>
                  </a:schemeClr>
                </a:solidFill>
              </a:defRPr>
            </a:lvl3pPr>
            <a:lvl4pPr>
              <a:buNone/>
              <a:defRPr sz="1167">
                <a:solidFill>
                  <a:schemeClr val="tx1">
                    <a:tint val="75000"/>
                  </a:schemeClr>
                </a:solidFill>
              </a:defRPr>
            </a:lvl4pPr>
            <a:lvl5pPr>
              <a:buNone/>
              <a:defRPr sz="1167">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95072" y="6391659"/>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4" name="Rectangle 13"/>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76200" tIns="38100" rIns="76200" bIns="38100" anchor="ctr" compatLnSpc="1"/>
          <a:lstStyle/>
          <a:p>
            <a:endParaRPr lang="en-US" sz="1800" dirty="0">
              <a:solidFill>
                <a:prstClr val="black"/>
              </a:solidFill>
            </a:endParaRPr>
          </a:p>
        </p:txBody>
      </p:sp>
      <p:sp>
        <p:nvSpPr>
          <p:cNvPr id="5" name="Espace réservé du pied de page 4"/>
          <p:cNvSpPr>
            <a:spLocks noGrp="1"/>
          </p:cNvSpPr>
          <p:nvPr>
            <p:ph type="ftr" sz="quarter" idx="11"/>
          </p:nvPr>
        </p:nvSpPr>
        <p:spPr/>
        <p:txBody>
          <a:bodyPr/>
          <a:lstStyle/>
          <a:p>
            <a:endParaRPr lang="fr-CA"/>
          </a:p>
        </p:txBody>
      </p:sp>
      <p:sp>
        <p:nvSpPr>
          <p:cNvPr id="4" name="Espace réservé de la date 3"/>
          <p:cNvSpPr>
            <a:spLocks noGrp="1"/>
          </p:cNvSpPr>
          <p:nvPr>
            <p:ph type="dt" sz="half" idx="10"/>
          </p:nvPr>
        </p:nvSpPr>
        <p:spPr/>
        <p:txBody>
          <a:bodyPr/>
          <a:lstStyle/>
          <a:p>
            <a:endParaRPr lang="fr-CA"/>
          </a:p>
        </p:txBody>
      </p:sp>
      <p:sp>
        <p:nvSpPr>
          <p:cNvPr id="8" name="Connecteur droit 7"/>
          <p:cNvSpPr>
            <a:spLocks noChangeShapeType="1"/>
          </p:cNvSpPr>
          <p:nvPr/>
        </p:nvSpPr>
        <p:spPr bwMode="auto">
          <a:xfrm>
            <a:off x="203200" y="2438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0" name="Ellipse 9"/>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11" name="Ellipse 10"/>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6" name="Espace réservé du numéro de diapositive 5"/>
          <p:cNvSpPr>
            <a:spLocks noGrp="1"/>
          </p:cNvSpPr>
          <p:nvPr>
            <p:ph type="sldNum" sz="quarter" idx="12"/>
          </p:nvPr>
        </p:nvSpPr>
        <p:spPr>
          <a:xfrm>
            <a:off x="5791200" y="2199452"/>
            <a:ext cx="609600" cy="441325"/>
          </a:xfrm>
        </p:spPr>
        <p:txBody>
          <a:bodyPr/>
          <a:lstStyle>
            <a:lvl1pPr>
              <a:defRPr>
                <a:solidFill>
                  <a:schemeClr val="accent3">
                    <a:shade val="75000"/>
                  </a:schemeClr>
                </a:solidFill>
              </a:defRPr>
            </a:lvl1pPr>
          </a:lstStyle>
          <a:p>
            <a:fld id="{EA019D1F-2BC9-41FA-953B-C3256200C508}" type="slidenum">
              <a:rPr lang="fr-CA" smtClean="0">
                <a:solidFill>
                  <a:srgbClr val="8CADAE">
                    <a:shade val="75000"/>
                  </a:srgbClr>
                </a:solidFill>
              </a:rPr>
              <a:pPr/>
              <a:t>‹#›</a:t>
            </a:fld>
            <a:endParaRPr lang="fr-CA">
              <a:solidFill>
                <a:srgbClr val="8CADAE">
                  <a:shade val="75000"/>
                </a:srgbClr>
              </a:solidFill>
            </a:endParaRPr>
          </a:p>
        </p:txBody>
      </p:sp>
      <p:sp>
        <p:nvSpPr>
          <p:cNvPr id="2" name="Titre 1"/>
          <p:cNvSpPr>
            <a:spLocks noGrp="1"/>
          </p:cNvSpPr>
          <p:nvPr>
            <p:ph type="title"/>
          </p:nvPr>
        </p:nvSpPr>
        <p:spPr>
          <a:xfrm>
            <a:off x="963084" y="533400"/>
            <a:ext cx="10363200" cy="1524000"/>
          </a:xfrm>
        </p:spPr>
        <p:txBody>
          <a:bodyPr anchor="b"/>
          <a:lstStyle>
            <a:lvl1pPr algn="ctr">
              <a:buNone/>
              <a:defRPr sz="3500" b="0" cap="none" baseline="0">
                <a:solidFill>
                  <a:srgbClr val="FFFFFF"/>
                </a:solidFill>
              </a:defRPr>
            </a:lvl1pPr>
          </a:lstStyle>
          <a:p>
            <a:r>
              <a:rPr kumimoji="0" lang="en-US"/>
              <a:t>Click to edit Master title style</a:t>
            </a:r>
          </a:p>
        </p:txBody>
      </p:sp>
    </p:spTree>
    <p:extLst>
      <p:ext uri="{BB962C8B-B14F-4D97-AF65-F5344CB8AC3E}">
        <p14:creationId xmlns:p14="http://schemas.microsoft.com/office/powerpoint/2010/main" val="215561285"/>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02336" y="228600"/>
            <a:ext cx="11379200" cy="758952"/>
          </a:xfrm>
        </p:spPr>
        <p:txBody>
          <a:bodyPr/>
          <a:lstStyle/>
          <a:p>
            <a:r>
              <a:rPr kumimoji="0" lang="en-US"/>
              <a:t>Click to edit Master title style</a:t>
            </a:r>
          </a:p>
        </p:txBody>
      </p:sp>
      <p:sp>
        <p:nvSpPr>
          <p:cNvPr id="5" name="Espace réservé de la date 4"/>
          <p:cNvSpPr>
            <a:spLocks noGrp="1"/>
          </p:cNvSpPr>
          <p:nvPr>
            <p:ph type="dt" sz="half" idx="10"/>
          </p:nvPr>
        </p:nvSpPr>
        <p:spPr>
          <a:xfrm>
            <a:off x="7721600" y="6409944"/>
            <a:ext cx="4059936" cy="365760"/>
          </a:xfrm>
        </p:spPr>
        <p:txBody>
          <a:bodyPr/>
          <a:lstStyle/>
          <a:p>
            <a:pPr>
              <a:defRPr/>
            </a:pPr>
            <a:endParaRPr lang="fr-CA" dirty="0"/>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EA019D1F-2BC9-41FA-953B-C3256200C508}" type="slidenum">
              <a:rPr lang="fr-CA" smtClean="0">
                <a:solidFill>
                  <a:srgbClr val="8CADAE">
                    <a:shade val="75000"/>
                  </a:srgbClr>
                </a:solidFill>
              </a:rPr>
              <a:pPr/>
              <a:t>‹#›</a:t>
            </a:fld>
            <a:endParaRPr lang="fr-CA">
              <a:solidFill>
                <a:srgbClr val="8CADAE">
                  <a:shade val="75000"/>
                </a:srgbClr>
              </a:solidFill>
            </a:endParaRPr>
          </a:p>
        </p:txBody>
      </p:sp>
      <p:sp>
        <p:nvSpPr>
          <p:cNvPr id="8" name="Connecteur droit 7"/>
          <p:cNvSpPr>
            <a:spLocks noChangeShapeType="1"/>
          </p:cNvSpPr>
          <p:nvPr/>
        </p:nvSpPr>
        <p:spPr bwMode="auto">
          <a:xfrm flipV="1">
            <a:off x="6084110" y="1575653"/>
            <a:ext cx="11895" cy="4819558"/>
          </a:xfrm>
          <a:prstGeom prst="line">
            <a:avLst/>
          </a:prstGeom>
          <a:noFill/>
          <a:ln w="9525" cap="flat" cmpd="sng" algn="ctr">
            <a:solidFill>
              <a:schemeClr val="tx2"/>
            </a:solidFill>
            <a:prstDash val="sysDash"/>
            <a:round/>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0" name="Espace réservé du contenu 9"/>
          <p:cNvSpPr>
            <a:spLocks noGrp="1"/>
          </p:cNvSpPr>
          <p:nvPr>
            <p:ph sz="half" idx="1"/>
          </p:nvPr>
        </p:nvSpPr>
        <p:spPr>
          <a:xfrm>
            <a:off x="402336" y="1371600"/>
            <a:ext cx="5384800" cy="4681728"/>
          </a:xfrm>
        </p:spPr>
        <p:txBody>
          <a:bodyPr/>
          <a:lstStyle>
            <a:lvl1pPr>
              <a:defRPr sz="2083"/>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Espace réservé du contenu 11"/>
          <p:cNvSpPr>
            <a:spLocks noGrp="1"/>
          </p:cNvSpPr>
          <p:nvPr>
            <p:ph sz="half" idx="2"/>
          </p:nvPr>
        </p:nvSpPr>
        <p:spPr>
          <a:xfrm>
            <a:off x="6400800" y="1371600"/>
            <a:ext cx="5384800" cy="4681728"/>
          </a:xfrm>
        </p:spPr>
        <p:txBody>
          <a:bodyPr/>
          <a:lstStyle>
            <a:lvl1pPr>
              <a:defRPr sz="2083"/>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073860063"/>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Connecteur droit 9"/>
          <p:cNvSpPr>
            <a:spLocks noChangeShapeType="1"/>
          </p:cNvSpPr>
          <p:nvPr/>
        </p:nvSpPr>
        <p:spPr bwMode="auto">
          <a:xfrm flipV="1">
            <a:off x="6096000" y="2200276"/>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20" name="Rectangle 19"/>
          <p:cNvSpPr>
            <a:spLocks noChangeArrowheads="1"/>
          </p:cNvSpPr>
          <p:nvPr/>
        </p:nvSpPr>
        <p:spPr bwMode="white">
          <a:xfrm>
            <a:off x="0" y="0"/>
            <a:ext cx="12192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21" name="Rectangle 20"/>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22" name="Rectangle 21"/>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1" name="Rectangle 10"/>
          <p:cNvSpPr/>
          <p:nvPr/>
        </p:nvSpPr>
        <p:spPr>
          <a:xfrm>
            <a:off x="203200" y="1371600"/>
            <a:ext cx="11777472"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13" name="Rectangle 12"/>
          <p:cNvSpPr>
            <a:spLocks noChangeArrowheads="1"/>
          </p:cNvSpPr>
          <p:nvPr/>
        </p:nvSpPr>
        <p:spPr bwMode="auto">
          <a:xfrm>
            <a:off x="194564" y="6391656"/>
            <a:ext cx="11777472"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3" name="Espace réservé du texte 2"/>
          <p:cNvSpPr>
            <a:spLocks noGrp="1"/>
          </p:cNvSpPr>
          <p:nvPr>
            <p:ph type="body" idx="1"/>
          </p:nvPr>
        </p:nvSpPr>
        <p:spPr>
          <a:xfrm>
            <a:off x="402336" y="1524000"/>
            <a:ext cx="5386917"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1833" b="1" dirty="0" smtClean="0">
                <a:solidFill>
                  <a:srgbClr val="FFFFFF"/>
                </a:solidFill>
              </a:defRPr>
            </a:lvl1pPr>
            <a:lvl2pPr>
              <a:buNone/>
              <a:defRPr sz="1667" b="1"/>
            </a:lvl2pPr>
            <a:lvl3pPr>
              <a:buNone/>
              <a:defRPr sz="1500" b="1"/>
            </a:lvl3pPr>
            <a:lvl4pPr>
              <a:buNone/>
              <a:defRPr sz="1333" b="1"/>
            </a:lvl4pPr>
            <a:lvl5pPr>
              <a:buNone/>
              <a:defRPr sz="1333" b="1"/>
            </a:lvl5pPr>
          </a:lstStyle>
          <a:p>
            <a:pPr lvl="0" eaLnBrk="1" latinLnBrk="0" hangingPunct="1"/>
            <a:r>
              <a:rPr kumimoji="0" lang="en-US"/>
              <a:t>Click to edit Master text styles</a:t>
            </a:r>
          </a:p>
        </p:txBody>
      </p:sp>
      <p:sp>
        <p:nvSpPr>
          <p:cNvPr id="4" name="Espace réservé du texte 3"/>
          <p:cNvSpPr>
            <a:spLocks noGrp="1"/>
          </p:cNvSpPr>
          <p:nvPr>
            <p:ph type="body" sz="half" idx="3"/>
          </p:nvPr>
        </p:nvSpPr>
        <p:spPr>
          <a:xfrm>
            <a:off x="6388444" y="1524000"/>
            <a:ext cx="5389033"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1833" b="1"/>
            </a:lvl1pPr>
            <a:lvl2pPr>
              <a:buNone/>
              <a:defRPr sz="1667" b="1"/>
            </a:lvl2pPr>
            <a:lvl3pPr>
              <a:buNone/>
              <a:defRPr sz="1500" b="1"/>
            </a:lvl3pPr>
            <a:lvl4pPr>
              <a:buNone/>
              <a:defRPr sz="1333" b="1"/>
            </a:lvl4pPr>
            <a:lvl5pPr>
              <a:buNone/>
              <a:defRPr sz="1333" b="1"/>
            </a:lvl5pPr>
          </a:lstStyle>
          <a:p>
            <a:pPr lvl="0" eaLnBrk="1" latinLnBrk="0" hangingPunct="1"/>
            <a:r>
              <a:rPr kumimoji="0" lang="en-US"/>
              <a:t>Click to edit Master text styles</a:t>
            </a:r>
          </a:p>
        </p:txBody>
      </p:sp>
      <p:sp>
        <p:nvSpPr>
          <p:cNvPr id="7" name="Espace réservé de la date 6"/>
          <p:cNvSpPr>
            <a:spLocks noGrp="1"/>
          </p:cNvSpPr>
          <p:nvPr>
            <p:ph type="dt" sz="half" idx="10"/>
          </p:nvPr>
        </p:nvSpPr>
        <p:spPr/>
        <p:txBody>
          <a:bodyPr/>
          <a:lstStyle/>
          <a:p>
            <a:endParaRPr lang="fr-CA"/>
          </a:p>
        </p:txBody>
      </p:sp>
      <p:sp>
        <p:nvSpPr>
          <p:cNvPr id="8" name="Espace réservé du pied de page 7"/>
          <p:cNvSpPr>
            <a:spLocks noGrp="1"/>
          </p:cNvSpPr>
          <p:nvPr>
            <p:ph type="ftr" sz="quarter" idx="11"/>
          </p:nvPr>
        </p:nvSpPr>
        <p:spPr>
          <a:xfrm>
            <a:off x="406400" y="6409944"/>
            <a:ext cx="4775200" cy="365760"/>
          </a:xfrm>
        </p:spPr>
        <p:txBody>
          <a:bodyPr/>
          <a:lstStyle/>
          <a:p>
            <a:endParaRPr lang="fr-CA"/>
          </a:p>
        </p:txBody>
      </p:sp>
      <p:sp>
        <p:nvSpPr>
          <p:cNvPr id="15" name="Connecteur droit 14"/>
          <p:cNvSpPr>
            <a:spLocks noChangeShapeType="1"/>
          </p:cNvSpPr>
          <p:nvPr/>
        </p:nvSpPr>
        <p:spPr bwMode="auto">
          <a:xfrm>
            <a:off x="203200" y="128016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8" name="Rectangle 1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76200" tIns="38100" rIns="76200" bIns="38100" anchor="ctr" compatLnSpc="1"/>
          <a:lstStyle/>
          <a:p>
            <a:endParaRPr lang="en-US" sz="1800" dirty="0">
              <a:solidFill>
                <a:prstClr val="black"/>
              </a:solidFill>
            </a:endParaRPr>
          </a:p>
        </p:txBody>
      </p:sp>
      <p:sp>
        <p:nvSpPr>
          <p:cNvPr id="24" name="Espace réservé du contenu 23"/>
          <p:cNvSpPr>
            <a:spLocks noGrp="1"/>
          </p:cNvSpPr>
          <p:nvPr>
            <p:ph sz="quarter" idx="2"/>
          </p:nvPr>
        </p:nvSpPr>
        <p:spPr>
          <a:xfrm>
            <a:off x="402336" y="2471384"/>
            <a:ext cx="5388864" cy="381840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Espace réservé du contenu 25"/>
          <p:cNvSpPr>
            <a:spLocks noGrp="1"/>
          </p:cNvSpPr>
          <p:nvPr>
            <p:ph sz="quarter" idx="4"/>
          </p:nvPr>
        </p:nvSpPr>
        <p:spPr>
          <a:xfrm>
            <a:off x="6400800" y="2471383"/>
            <a:ext cx="5384800" cy="382219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Ellipse 24"/>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27" name="Ellipse 26"/>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9" name="Espace réservé du numéro de diapositive 8"/>
          <p:cNvSpPr>
            <a:spLocks noGrp="1"/>
          </p:cNvSpPr>
          <p:nvPr>
            <p:ph type="sldNum" sz="quarter" idx="12"/>
          </p:nvPr>
        </p:nvSpPr>
        <p:spPr>
          <a:xfrm>
            <a:off x="5791200" y="1042418"/>
            <a:ext cx="609600" cy="441325"/>
          </a:xfrm>
        </p:spPr>
        <p:txBody>
          <a:bodyPr/>
          <a:lstStyle>
            <a:lvl1pPr algn="ctr">
              <a:defRPr/>
            </a:lvl1pPr>
          </a:lstStyle>
          <a:p>
            <a:fld id="{EA019D1F-2BC9-41FA-953B-C3256200C508}" type="slidenum">
              <a:rPr lang="fr-CA" smtClean="0">
                <a:solidFill>
                  <a:srgbClr val="8CADAE">
                    <a:shade val="75000"/>
                  </a:srgbClr>
                </a:solidFill>
              </a:rPr>
              <a:pPr/>
              <a:t>‹#›</a:t>
            </a:fld>
            <a:endParaRPr lang="fr-CA">
              <a:solidFill>
                <a:srgbClr val="8CADAE">
                  <a:shade val="75000"/>
                </a:srgbClr>
              </a:solidFill>
            </a:endParaRPr>
          </a:p>
        </p:txBody>
      </p:sp>
      <p:sp>
        <p:nvSpPr>
          <p:cNvPr id="23" name="Titre 22"/>
          <p:cNvSpPr>
            <a:spLocks noGrp="1"/>
          </p:cNvSpPr>
          <p:nvPr>
            <p:ph type="title"/>
          </p:nvPr>
        </p:nvSpPr>
        <p:spPr/>
        <p:txBody>
          <a:bodyPr rtlCol="0" anchor="b" anchorCtr="0"/>
          <a:lstStyle/>
          <a:p>
            <a:r>
              <a:rPr kumimoji="0" lang="en-US"/>
              <a:t>Click to edit Master title style</a:t>
            </a:r>
          </a:p>
        </p:txBody>
      </p:sp>
    </p:spTree>
    <p:extLst>
      <p:ext uri="{BB962C8B-B14F-4D97-AF65-F5344CB8AC3E}">
        <p14:creationId xmlns:p14="http://schemas.microsoft.com/office/powerpoint/2010/main" val="1193142245"/>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en-US"/>
              <a:t>Click to edit Master title style</a:t>
            </a:r>
          </a:p>
        </p:txBody>
      </p:sp>
      <p:sp>
        <p:nvSpPr>
          <p:cNvPr id="3" name="Espace réservé de la date 2"/>
          <p:cNvSpPr>
            <a:spLocks noGrp="1"/>
          </p:cNvSpPr>
          <p:nvPr>
            <p:ph type="dt" sz="half" idx="10"/>
          </p:nvPr>
        </p:nvSpPr>
        <p:spPr/>
        <p:txBody>
          <a:bodyPr/>
          <a:lstStyle/>
          <a:p>
            <a:pPr>
              <a:defRPr/>
            </a:pPr>
            <a:endParaRPr lang="fr-CA" dirty="0"/>
          </a:p>
        </p:txBody>
      </p:sp>
      <p:sp>
        <p:nvSpPr>
          <p:cNvPr id="4" name="Espace réservé du pied de page 3"/>
          <p:cNvSpPr>
            <a:spLocks noGrp="1"/>
          </p:cNvSpPr>
          <p:nvPr>
            <p:ph type="ftr" sz="quarter" idx="11"/>
          </p:nvPr>
        </p:nvSpPr>
        <p:spPr/>
        <p:txBody>
          <a:bodyPr/>
          <a:lstStyle/>
          <a:p>
            <a:endParaRPr lang="fr-CA"/>
          </a:p>
        </p:txBody>
      </p:sp>
      <p:sp>
        <p:nvSpPr>
          <p:cNvPr id="5" name="Espace réservé du numéro de diapositive 4"/>
          <p:cNvSpPr>
            <a:spLocks noGrp="1"/>
          </p:cNvSpPr>
          <p:nvPr>
            <p:ph type="sldNum" sz="quarter" idx="12"/>
          </p:nvPr>
        </p:nvSpPr>
        <p:spPr>
          <a:xfrm>
            <a:off x="5791200" y="1036022"/>
            <a:ext cx="609600" cy="441325"/>
          </a:xfrm>
        </p:spPr>
        <p:txBody>
          <a:bodyPr/>
          <a:lstStyle/>
          <a:p>
            <a:fld id="{EA019D1F-2BC9-41FA-953B-C3256200C508}" type="slidenum">
              <a:rPr lang="fr-CA" smtClean="0">
                <a:solidFill>
                  <a:srgbClr val="8CADAE">
                    <a:shade val="75000"/>
                  </a:srgbClr>
                </a:solidFill>
              </a:rPr>
              <a:pPr/>
              <a:t>‹#›</a:t>
            </a:fld>
            <a:endParaRPr lang="fr-CA">
              <a:solidFill>
                <a:srgbClr val="8CADAE">
                  <a:shade val="75000"/>
                </a:srgbClr>
              </a:solidFill>
            </a:endParaRPr>
          </a:p>
        </p:txBody>
      </p:sp>
    </p:spTree>
    <p:extLst>
      <p:ext uri="{BB962C8B-B14F-4D97-AF65-F5344CB8AC3E}">
        <p14:creationId xmlns:p14="http://schemas.microsoft.com/office/powerpoint/2010/main" val="2397313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8" name="Rectangle 7"/>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0" name="Rectangle 9"/>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9" name="Rectangle 8"/>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5" name="Rectangle 4"/>
          <p:cNvSpPr>
            <a:spLocks noChangeArrowheads="1"/>
          </p:cNvSpPr>
          <p:nvPr/>
        </p:nvSpPr>
        <p:spPr bwMode="auto">
          <a:xfrm>
            <a:off x="195072" y="6391659"/>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6" name="Rectangle 5"/>
          <p:cNvSpPr>
            <a:spLocks noChangeArrowheads="1"/>
          </p:cNvSpPr>
          <p:nvPr/>
        </p:nvSpPr>
        <p:spPr bwMode="auto">
          <a:xfrm>
            <a:off x="203200" y="158496"/>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76200" tIns="38100" rIns="76200" bIns="38100" anchor="ctr" compatLnSpc="1"/>
          <a:lstStyle/>
          <a:p>
            <a:endParaRPr lang="en-US" sz="1800" dirty="0">
              <a:solidFill>
                <a:prstClr val="black"/>
              </a:solidFill>
            </a:endParaRPr>
          </a:p>
        </p:txBody>
      </p:sp>
      <p:sp>
        <p:nvSpPr>
          <p:cNvPr id="2" name="Espace réservé de la date 1"/>
          <p:cNvSpPr>
            <a:spLocks noGrp="1"/>
          </p:cNvSpPr>
          <p:nvPr>
            <p:ph type="dt" sz="half" idx="10"/>
          </p:nvPr>
        </p:nvSpPr>
        <p:spPr/>
        <p:txBody>
          <a:bodyPr/>
          <a:lstStyle/>
          <a:p>
            <a:endParaRPr lang="fr-CA" dirty="0"/>
          </a:p>
        </p:txBody>
      </p:sp>
      <p:sp>
        <p:nvSpPr>
          <p:cNvPr id="3" name="Espace réservé du pied de page 2"/>
          <p:cNvSpPr>
            <a:spLocks noGrp="1"/>
          </p:cNvSpPr>
          <p:nvPr>
            <p:ph type="ftr" sz="quarter" idx="11"/>
          </p:nvPr>
        </p:nvSpPr>
        <p:spPr/>
        <p:txBody>
          <a:bodyPr/>
          <a:lstStyle/>
          <a:p>
            <a:endParaRPr lang="fr-CA"/>
          </a:p>
        </p:txBody>
      </p:sp>
      <p:sp>
        <p:nvSpPr>
          <p:cNvPr id="4" name="Espace réservé du numéro de diapositive 3"/>
          <p:cNvSpPr>
            <a:spLocks noGrp="1"/>
          </p:cNvSpPr>
          <p:nvPr>
            <p:ph type="sldNum" sz="quarter" idx="12"/>
          </p:nvPr>
        </p:nvSpPr>
        <p:spPr>
          <a:xfrm>
            <a:off x="5689600" y="6324600"/>
            <a:ext cx="812800" cy="441324"/>
          </a:xfrm>
        </p:spPr>
        <p:txBody>
          <a:bodyPr/>
          <a:lstStyle>
            <a:lvl1pPr>
              <a:defRPr>
                <a:solidFill>
                  <a:srgbClr val="FFFFFF"/>
                </a:solidFill>
              </a:defRPr>
            </a:lvl1pPr>
          </a:lstStyle>
          <a:p>
            <a:fld id="{EA019D1F-2BC9-41FA-953B-C3256200C508}" type="slidenum">
              <a:rPr lang="fr-CA" smtClean="0"/>
              <a:pPr/>
              <a:t>‹#›</a:t>
            </a:fld>
            <a:endParaRPr lang="fr-CA"/>
          </a:p>
        </p:txBody>
      </p:sp>
    </p:spTree>
    <p:extLst>
      <p:ext uri="{BB962C8B-B14F-4D97-AF65-F5344CB8AC3E}">
        <p14:creationId xmlns:p14="http://schemas.microsoft.com/office/powerpoint/2010/main" val="23923548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19" name="Rectangle 18"/>
          <p:cNvSpPr>
            <a:spLocks noChangeArrowheads="1"/>
          </p:cNvSpPr>
          <p:nvPr/>
        </p:nvSpPr>
        <p:spPr bwMode="auto">
          <a:xfrm>
            <a:off x="203200" y="152400"/>
            <a:ext cx="11777472"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8" name="Rectangle 17"/>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6" name="Rectangle 15"/>
          <p:cNvSpPr>
            <a:spLocks noChangeArrowheads="1"/>
          </p:cNvSpPr>
          <p:nvPr/>
        </p:nvSpPr>
        <p:spPr bwMode="white">
          <a:xfrm>
            <a:off x="0" y="0"/>
            <a:ext cx="12192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3" name="Rectangle 12"/>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2" name="Titre 1"/>
          <p:cNvSpPr>
            <a:spLocks noGrp="1"/>
          </p:cNvSpPr>
          <p:nvPr>
            <p:ph type="title"/>
          </p:nvPr>
        </p:nvSpPr>
        <p:spPr>
          <a:xfrm>
            <a:off x="508000" y="914400"/>
            <a:ext cx="3149600" cy="990600"/>
          </a:xfrm>
        </p:spPr>
        <p:txBody>
          <a:bodyPr anchor="b">
            <a:noAutofit/>
          </a:bodyPr>
          <a:lstStyle>
            <a:lvl1pPr algn="l">
              <a:buNone/>
              <a:defRPr sz="1833" b="1">
                <a:solidFill>
                  <a:srgbClr val="FFFFFF"/>
                </a:solidFill>
              </a:defRPr>
            </a:lvl1pPr>
          </a:lstStyle>
          <a:p>
            <a:r>
              <a:rPr kumimoji="0" lang="en-US"/>
              <a:t>Click to edit Master title style</a:t>
            </a:r>
          </a:p>
        </p:txBody>
      </p:sp>
      <p:sp>
        <p:nvSpPr>
          <p:cNvPr id="3" name="Espace réservé du texte 2"/>
          <p:cNvSpPr>
            <a:spLocks noGrp="1"/>
          </p:cNvSpPr>
          <p:nvPr>
            <p:ph type="body" idx="2"/>
          </p:nvPr>
        </p:nvSpPr>
        <p:spPr>
          <a:xfrm>
            <a:off x="508000" y="1981201"/>
            <a:ext cx="3149600" cy="4144963"/>
          </a:xfrm>
        </p:spPr>
        <p:txBody>
          <a:bodyPr/>
          <a:lstStyle>
            <a:lvl1pPr marL="0" indent="0">
              <a:spcAft>
                <a:spcPts val="833"/>
              </a:spcAft>
              <a:buNone/>
              <a:defRPr sz="1333">
                <a:solidFill>
                  <a:srgbClr val="FFFFFF"/>
                </a:solidFill>
              </a:defRPr>
            </a:lvl1pPr>
            <a:lvl2pPr>
              <a:buNone/>
              <a:defRPr sz="1000"/>
            </a:lvl2pPr>
            <a:lvl3pPr>
              <a:buNone/>
              <a:defRPr sz="833"/>
            </a:lvl3pPr>
            <a:lvl4pPr>
              <a:buNone/>
              <a:defRPr sz="750"/>
            </a:lvl4pPr>
            <a:lvl5pPr>
              <a:buNone/>
              <a:defRPr sz="75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76200" tIns="38100" rIns="76200" bIns="38100" anchor="ctr" compatLnSpc="1"/>
          <a:lstStyle/>
          <a:p>
            <a:endParaRPr lang="en-US" sz="1800" dirty="0">
              <a:solidFill>
                <a:prstClr val="black"/>
              </a:solidFill>
            </a:endParaRPr>
          </a:p>
        </p:txBody>
      </p:sp>
      <p:sp>
        <p:nvSpPr>
          <p:cNvPr id="9" name="Connecteur droit 8"/>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20" name="Espace réservé du contenu 19"/>
          <p:cNvSpPr>
            <a:spLocks noGrp="1"/>
          </p:cNvSpPr>
          <p:nvPr>
            <p:ph sz="quarter" idx="1"/>
          </p:nvPr>
        </p:nvSpPr>
        <p:spPr>
          <a:xfrm>
            <a:off x="4165600" y="685800"/>
            <a:ext cx="7518400" cy="5410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Ellipse 9"/>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11" name="Ellipse 10"/>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7" name="Espace réservé du numéro de diapositive 6"/>
          <p:cNvSpPr>
            <a:spLocks noGrp="1"/>
          </p:cNvSpPr>
          <p:nvPr>
            <p:ph type="sldNum" sz="quarter" idx="12"/>
          </p:nvPr>
        </p:nvSpPr>
        <p:spPr>
          <a:xfrm>
            <a:off x="1828800" y="312740"/>
            <a:ext cx="609600" cy="441325"/>
          </a:xfrm>
        </p:spPr>
        <p:txBody>
          <a:bodyPr/>
          <a:lstStyle>
            <a:lvl1pPr>
              <a:defRPr>
                <a:solidFill>
                  <a:schemeClr val="accent3">
                    <a:shade val="75000"/>
                  </a:schemeClr>
                </a:solidFill>
              </a:defRPr>
            </a:lvl1pPr>
          </a:lstStyle>
          <a:p>
            <a:fld id="{EA019D1F-2BC9-41FA-953B-C3256200C508}" type="slidenum">
              <a:rPr lang="fr-CA" smtClean="0">
                <a:solidFill>
                  <a:srgbClr val="8CADAE">
                    <a:shade val="75000"/>
                  </a:srgbClr>
                </a:solidFill>
              </a:rPr>
              <a:pPr/>
              <a:t>‹#›</a:t>
            </a:fld>
            <a:endParaRPr lang="fr-CA">
              <a:solidFill>
                <a:srgbClr val="8CADAE">
                  <a:shade val="75000"/>
                </a:srgbClr>
              </a:solidFill>
            </a:endParaRPr>
          </a:p>
        </p:txBody>
      </p:sp>
      <p:sp>
        <p:nvSpPr>
          <p:cNvPr id="21" name="Rectangle 20"/>
          <p:cNvSpPr>
            <a:spLocks noChangeArrowheads="1"/>
          </p:cNvSpPr>
          <p:nvPr/>
        </p:nvSpPr>
        <p:spPr bwMode="auto">
          <a:xfrm>
            <a:off x="199136" y="6388388"/>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5" name="Espace réservé de la date 4"/>
          <p:cNvSpPr>
            <a:spLocks noGrp="1"/>
          </p:cNvSpPr>
          <p:nvPr>
            <p:ph type="dt" sz="half" idx="10"/>
          </p:nvPr>
        </p:nvSpPr>
        <p:spPr/>
        <p:txBody>
          <a:bodyPr/>
          <a:lstStyle/>
          <a:p>
            <a:endParaRPr lang="fr-CA" dirty="0"/>
          </a:p>
        </p:txBody>
      </p:sp>
      <p:sp>
        <p:nvSpPr>
          <p:cNvPr id="6" name="Espace réservé du pied de page 5"/>
          <p:cNvSpPr>
            <a:spLocks noGrp="1"/>
          </p:cNvSpPr>
          <p:nvPr>
            <p:ph type="ftr" sz="quarter" idx="11"/>
          </p:nvPr>
        </p:nvSpPr>
        <p:spPr>
          <a:xfrm>
            <a:off x="402336" y="6410848"/>
            <a:ext cx="4511040" cy="365760"/>
          </a:xfrm>
        </p:spPr>
        <p:txBody>
          <a:bodyPr/>
          <a:lstStyle/>
          <a:p>
            <a:endParaRPr lang="fr-CA"/>
          </a:p>
        </p:txBody>
      </p:sp>
    </p:spTree>
    <p:extLst>
      <p:ext uri="{BB962C8B-B14F-4D97-AF65-F5344CB8AC3E}">
        <p14:creationId xmlns:p14="http://schemas.microsoft.com/office/powerpoint/2010/main" val="75280661"/>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1" name="Connecteur droit 20"/>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6" name="Rectangle 15"/>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7" name="Rectangle 16"/>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dirty="0">
              <a:solidFill>
                <a:prstClr val="black"/>
              </a:solidFill>
            </a:endParaRPr>
          </a:p>
        </p:txBody>
      </p:sp>
      <p:sp>
        <p:nvSpPr>
          <p:cNvPr id="20" name="Rectangle 19"/>
          <p:cNvSpPr>
            <a:spLocks noChangeArrowheads="1"/>
          </p:cNvSpPr>
          <p:nvPr/>
        </p:nvSpPr>
        <p:spPr bwMode="auto">
          <a:xfrm>
            <a:off x="203200" y="152400"/>
            <a:ext cx="11777472"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8" name="Rectangle 7"/>
          <p:cNvSpPr/>
          <p:nvPr/>
        </p:nvSpPr>
        <p:spPr>
          <a:xfrm>
            <a:off x="203200" y="609600"/>
            <a:ext cx="3657600" cy="5867400"/>
          </a:xfrm>
          <a:prstGeom prst="rect">
            <a:avLst/>
          </a:prstGeom>
          <a:solidFill>
            <a:schemeClr val="accent1">
              <a:lumMod val="60000"/>
              <a:lumOff val="40000"/>
            </a:schemeClr>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15" name="Rectangle 14"/>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76200" tIns="38100" rIns="76200" bIns="38100" anchor="ctr" compatLnSpc="1"/>
          <a:lstStyle/>
          <a:p>
            <a:endParaRPr lang="en-US" sz="1800" dirty="0">
              <a:solidFill>
                <a:prstClr val="black"/>
              </a:solidFill>
            </a:endParaRPr>
          </a:p>
        </p:txBody>
      </p:sp>
      <p:sp>
        <p:nvSpPr>
          <p:cNvPr id="12" name="Ellipse 11"/>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13" name="Ellipse 12"/>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7" name="Espace réservé du numéro de diapositive 6"/>
          <p:cNvSpPr>
            <a:spLocks noGrp="1"/>
          </p:cNvSpPr>
          <p:nvPr>
            <p:ph type="sldNum" sz="quarter" idx="12"/>
          </p:nvPr>
        </p:nvSpPr>
        <p:spPr>
          <a:xfrm>
            <a:off x="1828800" y="312740"/>
            <a:ext cx="609600" cy="441325"/>
          </a:xfrm>
        </p:spPr>
        <p:txBody>
          <a:bodyPr/>
          <a:lstStyle/>
          <a:p>
            <a:fld id="{EA019D1F-2BC9-41FA-953B-C3256200C508}" type="slidenum">
              <a:rPr lang="fr-CA" smtClean="0">
                <a:solidFill>
                  <a:srgbClr val="8CADAE">
                    <a:shade val="75000"/>
                  </a:srgbClr>
                </a:solidFill>
              </a:rPr>
              <a:pPr/>
              <a:t>‹#›</a:t>
            </a:fld>
            <a:endParaRPr lang="fr-CA">
              <a:solidFill>
                <a:srgbClr val="8CADAE">
                  <a:shade val="75000"/>
                </a:srgbClr>
              </a:solidFill>
            </a:endParaRPr>
          </a:p>
        </p:txBody>
      </p:sp>
      <p:sp>
        <p:nvSpPr>
          <p:cNvPr id="2" name="Titre 1"/>
          <p:cNvSpPr>
            <a:spLocks noGrp="1"/>
          </p:cNvSpPr>
          <p:nvPr>
            <p:ph type="title"/>
          </p:nvPr>
        </p:nvSpPr>
        <p:spPr>
          <a:xfrm>
            <a:off x="4000500" y="5029200"/>
            <a:ext cx="7823200" cy="1219200"/>
          </a:xfrm>
        </p:spPr>
        <p:txBody>
          <a:bodyPr anchor="t">
            <a:noAutofit/>
          </a:bodyPr>
          <a:lstStyle>
            <a:lvl1pPr algn="l">
              <a:buNone/>
              <a:defRPr sz="2000" b="1">
                <a:solidFill>
                  <a:schemeClr val="tx2"/>
                </a:solidFill>
              </a:defRPr>
            </a:lvl1pPr>
          </a:lstStyle>
          <a:p>
            <a:r>
              <a:rPr kumimoji="0" lang="en-US"/>
              <a:t>Click to edit Master title style</a:t>
            </a:r>
          </a:p>
        </p:txBody>
      </p:sp>
      <p:sp>
        <p:nvSpPr>
          <p:cNvPr id="3" name="Espace réservé pour une image  2"/>
          <p:cNvSpPr>
            <a:spLocks noGrp="1"/>
          </p:cNvSpPr>
          <p:nvPr>
            <p:ph type="pic" idx="1"/>
          </p:nvPr>
        </p:nvSpPr>
        <p:spPr>
          <a:xfrm>
            <a:off x="4000500" y="609600"/>
            <a:ext cx="7823200" cy="4267200"/>
          </a:xfrm>
        </p:spPr>
        <p:txBody>
          <a:bodyPr/>
          <a:lstStyle>
            <a:lvl1pPr marL="0" indent="0">
              <a:buNone/>
              <a:defRPr sz="2667"/>
            </a:lvl1pPr>
          </a:lstStyle>
          <a:p>
            <a:r>
              <a:rPr kumimoji="0" lang="en-US"/>
              <a:t>Click icon to add picture</a:t>
            </a:r>
            <a:endParaRPr kumimoji="0" lang="en-US" dirty="0"/>
          </a:p>
        </p:txBody>
      </p:sp>
      <p:sp>
        <p:nvSpPr>
          <p:cNvPr id="4" name="Espace réservé du texte 3"/>
          <p:cNvSpPr>
            <a:spLocks noGrp="1"/>
          </p:cNvSpPr>
          <p:nvPr>
            <p:ph type="body" sz="half" idx="2"/>
          </p:nvPr>
        </p:nvSpPr>
        <p:spPr>
          <a:xfrm>
            <a:off x="508000" y="990600"/>
            <a:ext cx="3251200" cy="5257800"/>
          </a:xfrm>
        </p:spPr>
        <p:txBody>
          <a:bodyPr/>
          <a:lstStyle>
            <a:lvl1pPr marL="0" indent="0">
              <a:spcAft>
                <a:spcPts val="833"/>
              </a:spcAft>
              <a:buFontTx/>
              <a:buNone/>
              <a:defRPr sz="1333">
                <a:solidFill>
                  <a:srgbClr val="FFFFFF"/>
                </a:solidFill>
              </a:defRPr>
            </a:lvl1pPr>
            <a:lvl2pPr>
              <a:defRPr sz="1000"/>
            </a:lvl2pPr>
            <a:lvl3pPr>
              <a:defRPr sz="833"/>
            </a:lvl3pPr>
            <a:lvl4pPr>
              <a:defRPr sz="750"/>
            </a:lvl4pPr>
            <a:lvl5pPr>
              <a:defRPr sz="750"/>
            </a:lvl5pPr>
          </a:lstStyle>
          <a:p>
            <a:pPr lvl="0" eaLnBrk="1" latinLnBrk="0" hangingPunct="1"/>
            <a:r>
              <a:rPr kumimoji="0" lang="en-US"/>
              <a:t>Click to edit Master text styles</a:t>
            </a:r>
          </a:p>
        </p:txBody>
      </p:sp>
      <p:sp>
        <p:nvSpPr>
          <p:cNvPr id="22" name="Rectangle 21"/>
          <p:cNvSpPr>
            <a:spLocks noChangeArrowheads="1"/>
          </p:cNvSpPr>
          <p:nvPr/>
        </p:nvSpPr>
        <p:spPr bwMode="auto">
          <a:xfrm>
            <a:off x="199136" y="6388388"/>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5" name="Espace réservé de la date 4"/>
          <p:cNvSpPr>
            <a:spLocks noGrp="1"/>
          </p:cNvSpPr>
          <p:nvPr>
            <p:ph type="dt" sz="half" idx="10"/>
          </p:nvPr>
        </p:nvSpPr>
        <p:spPr>
          <a:xfrm>
            <a:off x="7717536" y="6404984"/>
            <a:ext cx="4059936" cy="365760"/>
          </a:xfrm>
        </p:spPr>
        <p:txBody>
          <a:bodyPr/>
          <a:lstStyle/>
          <a:p>
            <a:endParaRPr lang="fr-CA"/>
          </a:p>
        </p:txBody>
      </p:sp>
      <p:sp>
        <p:nvSpPr>
          <p:cNvPr id="6" name="Espace réservé du pied de page 5"/>
          <p:cNvSpPr>
            <a:spLocks noGrp="1"/>
          </p:cNvSpPr>
          <p:nvPr>
            <p:ph type="ftr" sz="quarter" idx="11"/>
          </p:nvPr>
        </p:nvSpPr>
        <p:spPr>
          <a:xfrm>
            <a:off x="402336" y="6410848"/>
            <a:ext cx="4779264" cy="365760"/>
          </a:xfrm>
        </p:spPr>
        <p:txBody>
          <a:bodyPr/>
          <a:lstStyle/>
          <a:p>
            <a:endParaRPr lang="fr-CA"/>
          </a:p>
        </p:txBody>
      </p:sp>
    </p:spTree>
    <p:extLst>
      <p:ext uri="{BB962C8B-B14F-4D97-AF65-F5344CB8AC3E}">
        <p14:creationId xmlns:p14="http://schemas.microsoft.com/office/powerpoint/2010/main" val="468797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en-US"/>
              <a:t>Click to edit Master title style</a:t>
            </a:r>
          </a:p>
        </p:txBody>
      </p:sp>
      <p:sp>
        <p:nvSpPr>
          <p:cNvPr id="3" name="Espace réservé du texte vertical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Espace réservé de la date 3"/>
          <p:cNvSpPr>
            <a:spLocks noGrp="1"/>
          </p:cNvSpPr>
          <p:nvPr>
            <p:ph type="dt" sz="half" idx="10"/>
          </p:nvPr>
        </p:nvSpPr>
        <p:spPr/>
        <p:txBody>
          <a:bodyPr/>
          <a:lstStyle/>
          <a:p>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EA019D1F-2BC9-41FA-953B-C3256200C508}" type="slidenum">
              <a:rPr lang="fr-CA" smtClean="0">
                <a:solidFill>
                  <a:srgbClr val="8CADAE">
                    <a:shade val="75000"/>
                  </a:srgbClr>
                </a:solidFill>
              </a:rPr>
              <a:pPr/>
              <a:t>‹#›</a:t>
            </a:fld>
            <a:endParaRPr lang="fr-CA">
              <a:solidFill>
                <a:srgbClr val="8CADAE">
                  <a:shade val="75000"/>
                </a:srgbClr>
              </a:solidFill>
            </a:endParaRPr>
          </a:p>
        </p:txBody>
      </p:sp>
    </p:spTree>
    <p:extLst>
      <p:ext uri="{BB962C8B-B14F-4D97-AF65-F5344CB8AC3E}">
        <p14:creationId xmlns:p14="http://schemas.microsoft.com/office/powerpoint/2010/main" val="4187671006"/>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8" name="Rectangle 7"/>
          <p:cNvSpPr>
            <a:spLocks noChangeArrowheads="1"/>
          </p:cNvSpPr>
          <p:nvPr/>
        </p:nvSpPr>
        <p:spPr bwMode="white">
          <a:xfrm>
            <a:off x="9347200" y="0"/>
            <a:ext cx="28448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9" name="Rectangle 8"/>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0" name="Rectangle 9"/>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1" name="Rectangle 10"/>
          <p:cNvSpPr>
            <a:spLocks noChangeArrowheads="1"/>
          </p:cNvSpPr>
          <p:nvPr/>
        </p:nvSpPr>
        <p:spPr bwMode="auto">
          <a:xfrm>
            <a:off x="195072" y="6391659"/>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2" name="Rectangle 11"/>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76200" tIns="38100" rIns="76200" bIns="38100" anchor="ctr" compatLnSpc="1"/>
          <a:lstStyle/>
          <a:p>
            <a:endParaRPr lang="en-US" sz="1800" dirty="0">
              <a:solidFill>
                <a:prstClr val="black"/>
              </a:solidFill>
            </a:endParaRPr>
          </a:p>
        </p:txBody>
      </p:sp>
      <p:sp>
        <p:nvSpPr>
          <p:cNvPr id="13" name="Connecteur droit 12"/>
          <p:cNvSpPr>
            <a:spLocks noChangeShapeType="1"/>
          </p:cNvSpPr>
          <p:nvPr/>
        </p:nvSpPr>
        <p:spPr bwMode="auto">
          <a:xfrm rot="5400000">
            <a:off x="6403340"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4" name="Ellipse 13"/>
          <p:cNvSpPr/>
          <p:nvPr/>
        </p:nvSpPr>
        <p:spPr>
          <a:xfrm>
            <a:off x="9119616" y="2925763"/>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15" name="Ellipse 14"/>
          <p:cNvSpPr/>
          <p:nvPr/>
        </p:nvSpPr>
        <p:spPr>
          <a:xfrm>
            <a:off x="9245600" y="3020251"/>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6" name="Espace réservé du numéro de diapositive 5"/>
          <p:cNvSpPr>
            <a:spLocks noGrp="1"/>
          </p:cNvSpPr>
          <p:nvPr>
            <p:ph type="sldNum" sz="quarter" idx="12"/>
          </p:nvPr>
        </p:nvSpPr>
        <p:spPr>
          <a:xfrm>
            <a:off x="9221216" y="3009903"/>
            <a:ext cx="609600" cy="441325"/>
          </a:xfrm>
        </p:spPr>
        <p:txBody>
          <a:bodyPr/>
          <a:lstStyle/>
          <a:p>
            <a:fld id="{EA019D1F-2BC9-41FA-953B-C3256200C508}" type="slidenum">
              <a:rPr lang="fr-CA" smtClean="0">
                <a:solidFill>
                  <a:srgbClr val="8CADAE">
                    <a:shade val="75000"/>
                  </a:srgbClr>
                </a:solidFill>
              </a:rPr>
              <a:pPr/>
              <a:t>‹#›</a:t>
            </a:fld>
            <a:endParaRPr lang="fr-CA">
              <a:solidFill>
                <a:srgbClr val="8CADAE">
                  <a:shade val="75000"/>
                </a:srgbClr>
              </a:solidFill>
            </a:endParaRPr>
          </a:p>
        </p:txBody>
      </p:sp>
      <p:sp>
        <p:nvSpPr>
          <p:cNvPr id="3" name="Espace réservé du texte vertical 2"/>
          <p:cNvSpPr>
            <a:spLocks noGrp="1"/>
          </p:cNvSpPr>
          <p:nvPr>
            <p:ph type="body" orient="vert" idx="1"/>
          </p:nvPr>
        </p:nvSpPr>
        <p:spPr>
          <a:xfrm>
            <a:off x="406400" y="304800"/>
            <a:ext cx="8737600" cy="582136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Espace réservé de la date 3"/>
          <p:cNvSpPr>
            <a:spLocks noGrp="1"/>
          </p:cNvSpPr>
          <p:nvPr>
            <p:ph type="dt" sz="half" idx="10"/>
          </p:nvPr>
        </p:nvSpPr>
        <p:spPr/>
        <p:txBody>
          <a:bodyPr/>
          <a:lstStyle/>
          <a:p>
            <a:endParaRPr lang="fr-CA"/>
          </a:p>
        </p:txBody>
      </p:sp>
      <p:sp>
        <p:nvSpPr>
          <p:cNvPr id="5" name="Espace réservé du pied de page 4"/>
          <p:cNvSpPr>
            <a:spLocks noGrp="1"/>
          </p:cNvSpPr>
          <p:nvPr>
            <p:ph type="ftr" sz="quarter" idx="11"/>
          </p:nvPr>
        </p:nvSpPr>
        <p:spPr/>
        <p:txBody>
          <a:bodyPr/>
          <a:lstStyle/>
          <a:p>
            <a:endParaRPr lang="fr-CA"/>
          </a:p>
        </p:txBody>
      </p:sp>
      <p:sp>
        <p:nvSpPr>
          <p:cNvPr id="2" name="Titre vertical 1"/>
          <p:cNvSpPr>
            <a:spLocks noGrp="1"/>
          </p:cNvSpPr>
          <p:nvPr>
            <p:ph type="title" orient="vert"/>
          </p:nvPr>
        </p:nvSpPr>
        <p:spPr>
          <a:xfrm>
            <a:off x="9855200" y="304803"/>
            <a:ext cx="1930400" cy="5851525"/>
          </a:xfrm>
        </p:spPr>
        <p:txBody>
          <a:bodyPr vert="eaVert"/>
          <a:lstStyle/>
          <a:p>
            <a:r>
              <a:rPr kumimoji="0" lang="en-US"/>
              <a:t>Click to edit Master title style</a:t>
            </a:r>
          </a:p>
        </p:txBody>
      </p:sp>
    </p:spTree>
    <p:extLst>
      <p:ext uri="{BB962C8B-B14F-4D97-AF65-F5344CB8AC3E}">
        <p14:creationId xmlns:p14="http://schemas.microsoft.com/office/powerpoint/2010/main" val="3471880731"/>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lvl1pPr>
              <a:defRPr sz="2800">
                <a:solidFill>
                  <a:srgbClr val="002060"/>
                </a:solidFill>
              </a:defRPr>
            </a:lvl1pPr>
          </a:lstStyle>
          <a:p>
            <a:r>
              <a:rPr kumimoji="0" lang="en-US" dirty="0"/>
              <a:t>Click to edit Master title style</a:t>
            </a:r>
          </a:p>
        </p:txBody>
      </p:sp>
      <p:sp>
        <p:nvSpPr>
          <p:cNvPr id="6" name="Espace réservé du numéro de diapositive 5"/>
          <p:cNvSpPr>
            <a:spLocks noGrp="1"/>
          </p:cNvSpPr>
          <p:nvPr>
            <p:ph type="sldNum" sz="quarter" idx="12"/>
          </p:nvPr>
        </p:nvSpPr>
        <p:spPr>
          <a:xfrm>
            <a:off x="5815584" y="1026379"/>
            <a:ext cx="609600" cy="441325"/>
          </a:xfrm>
        </p:spPr>
        <p:txBody>
          <a:bodyPr/>
          <a:lstStyle>
            <a:lvl1pPr>
              <a:defRPr sz="1200"/>
            </a:lvl1pPr>
          </a:lstStyle>
          <a:p>
            <a:pPr>
              <a:defRPr/>
            </a:pPr>
            <a:fld id="{07D78C65-EB30-EA4B-B3AF-ED56473E9FBA}" type="slidenum">
              <a:rPr lang="fr-CA" smtClean="0"/>
              <a:pPr>
                <a:defRPr/>
              </a:pPr>
              <a:t>‹#›</a:t>
            </a:fld>
            <a:endParaRPr lang="fr-CA" dirty="0"/>
          </a:p>
        </p:txBody>
      </p:sp>
      <p:sp>
        <p:nvSpPr>
          <p:cNvPr id="8" name="Espace réservé du contenu 7"/>
          <p:cNvSpPr>
            <a:spLocks noGrp="1"/>
          </p:cNvSpPr>
          <p:nvPr>
            <p:ph sz="quarter" idx="1"/>
          </p:nvPr>
        </p:nvSpPr>
        <p:spPr>
          <a:xfrm>
            <a:off x="402336" y="1527048"/>
            <a:ext cx="1133856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67332667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19" name="Rectangle 18"/>
          <p:cNvSpPr>
            <a:spLocks noChangeArrowheads="1"/>
          </p:cNvSpPr>
          <p:nvPr/>
        </p:nvSpPr>
        <p:spPr bwMode="auto">
          <a:xfrm>
            <a:off x="203200" y="152400"/>
            <a:ext cx="11777472"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68580" tIns="34290" rIns="68580" bIns="34290" anchor="ctr" compatLnSpc="1"/>
          <a:lstStyle/>
          <a:p>
            <a:endParaRPr lang="en-US" sz="1350">
              <a:solidFill>
                <a:prstClr val="black"/>
              </a:solidFill>
            </a:endParaRPr>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68580" tIns="34290" rIns="68580" bIns="34290" anchor="ctr" compatLnSpc="1"/>
          <a:lstStyle/>
          <a:p>
            <a:endParaRPr lang="en-US" sz="1350">
              <a:solidFill>
                <a:prstClr val="black"/>
              </a:solidFill>
            </a:endParaRPr>
          </a:p>
        </p:txBody>
      </p:sp>
      <p:sp>
        <p:nvSpPr>
          <p:cNvPr id="18" name="Rectangle 17"/>
          <p:cNvSpPr>
            <a:spLocks noChangeArrowheads="1"/>
          </p:cNvSpPr>
          <p:nvPr/>
        </p:nvSpPr>
        <p:spPr bwMode="white">
          <a:xfrm>
            <a:off x="11988803"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68580" tIns="34290" rIns="68580" bIns="34290" anchor="ctr" compatLnSpc="1"/>
          <a:lstStyle/>
          <a:p>
            <a:endParaRPr lang="en-US" sz="1350">
              <a:solidFill>
                <a:prstClr val="black"/>
              </a:solidFill>
            </a:endParaRPr>
          </a:p>
        </p:txBody>
      </p:sp>
      <p:sp>
        <p:nvSpPr>
          <p:cNvPr id="16" name="Rectangle 15"/>
          <p:cNvSpPr>
            <a:spLocks noChangeArrowheads="1"/>
          </p:cNvSpPr>
          <p:nvPr/>
        </p:nvSpPr>
        <p:spPr bwMode="white">
          <a:xfrm>
            <a:off x="0" y="0"/>
            <a:ext cx="12192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68580" tIns="34290" rIns="68580" bIns="34290" anchor="ctr" compatLnSpc="1"/>
          <a:lstStyle/>
          <a:p>
            <a:endParaRPr lang="en-US" sz="1350">
              <a:solidFill>
                <a:prstClr val="black"/>
              </a:solidFill>
            </a:endParaRPr>
          </a:p>
        </p:txBody>
      </p:sp>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68580" tIns="34290" rIns="68580" bIns="34290" anchor="ctr" compatLnSpc="1"/>
          <a:lstStyle/>
          <a:p>
            <a:endParaRPr lang="en-US" sz="1350">
              <a:solidFill>
                <a:prstClr val="black"/>
              </a:solidFill>
            </a:endParaRPr>
          </a:p>
        </p:txBody>
      </p:sp>
      <p:sp>
        <p:nvSpPr>
          <p:cNvPr id="13" name="Rectangle 12"/>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350">
              <a:solidFill>
                <a:prstClr val="white"/>
              </a:solidFill>
            </a:endParaRPr>
          </a:p>
        </p:txBody>
      </p:sp>
      <p:sp>
        <p:nvSpPr>
          <p:cNvPr id="2" name="Titre 1"/>
          <p:cNvSpPr>
            <a:spLocks noGrp="1"/>
          </p:cNvSpPr>
          <p:nvPr>
            <p:ph type="title"/>
          </p:nvPr>
        </p:nvSpPr>
        <p:spPr>
          <a:xfrm>
            <a:off x="508000" y="914400"/>
            <a:ext cx="3149600" cy="990600"/>
          </a:xfrm>
        </p:spPr>
        <p:txBody>
          <a:bodyPr anchor="b">
            <a:noAutofit/>
          </a:bodyPr>
          <a:lstStyle>
            <a:lvl1pPr algn="l">
              <a:buNone/>
              <a:defRPr sz="1650" b="1">
                <a:solidFill>
                  <a:srgbClr val="FFFFFF"/>
                </a:solidFill>
              </a:defRPr>
            </a:lvl1pPr>
          </a:lstStyle>
          <a:p>
            <a:r>
              <a:rPr kumimoji="0" lang="en-US"/>
              <a:t>Click to edit Master title style</a:t>
            </a:r>
          </a:p>
        </p:txBody>
      </p:sp>
      <p:sp>
        <p:nvSpPr>
          <p:cNvPr id="3" name="Espace réservé du texte 2"/>
          <p:cNvSpPr>
            <a:spLocks noGrp="1"/>
          </p:cNvSpPr>
          <p:nvPr>
            <p:ph type="body" idx="2"/>
          </p:nvPr>
        </p:nvSpPr>
        <p:spPr>
          <a:xfrm>
            <a:off x="508000" y="1981201"/>
            <a:ext cx="3149600" cy="4144963"/>
          </a:xfrm>
        </p:spPr>
        <p:txBody>
          <a:bodyPr/>
          <a:lstStyle>
            <a:lvl1pPr marL="0" indent="0">
              <a:spcAft>
                <a:spcPts val="750"/>
              </a:spcAft>
              <a:buNone/>
              <a:defRPr sz="1200">
                <a:solidFill>
                  <a:srgbClr val="FFFFFF"/>
                </a:solidFill>
              </a:defRPr>
            </a:lvl1pPr>
            <a:lvl2pPr>
              <a:buNone/>
              <a:defRPr sz="900"/>
            </a:lvl2pPr>
            <a:lvl3pPr>
              <a:buNone/>
              <a:defRPr sz="750"/>
            </a:lvl3pPr>
            <a:lvl4pPr>
              <a:buNone/>
              <a:defRPr sz="676"/>
            </a:lvl4pPr>
            <a:lvl5pPr>
              <a:buNone/>
              <a:defRPr sz="676"/>
            </a:lvl5pPr>
          </a:lstStyle>
          <a:p>
            <a:pPr lvl="0" eaLnBrk="1" latinLnBrk="0" hangingPunct="1"/>
            <a:r>
              <a:rPr kumimoji="0" lang="en-US"/>
              <a:t>Click to edit Master text styles</a:t>
            </a:r>
          </a:p>
        </p:txBody>
      </p:sp>
      <p:sp>
        <p:nvSpPr>
          <p:cNvPr id="8" name="Rectangle 7"/>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68580" tIns="34290" rIns="68580" bIns="34290" anchor="ctr" compatLnSpc="1"/>
          <a:lstStyle/>
          <a:p>
            <a:endParaRPr lang="en-US" sz="1350" dirty="0">
              <a:solidFill>
                <a:prstClr val="black"/>
              </a:solidFill>
            </a:endParaRPr>
          </a:p>
        </p:txBody>
      </p:sp>
      <p:sp>
        <p:nvSpPr>
          <p:cNvPr id="9" name="Connecteur droit 8"/>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68580" tIns="34290" rIns="68580" bIns="34290" anchor="ctr" compatLnSpc="1"/>
          <a:lstStyle/>
          <a:p>
            <a:endParaRPr lang="en-US" sz="1350">
              <a:solidFill>
                <a:prstClr val="black"/>
              </a:solidFill>
            </a:endParaRPr>
          </a:p>
        </p:txBody>
      </p:sp>
      <p:sp>
        <p:nvSpPr>
          <p:cNvPr id="20" name="Espace réservé du contenu 19"/>
          <p:cNvSpPr>
            <a:spLocks noGrp="1"/>
          </p:cNvSpPr>
          <p:nvPr>
            <p:ph sz="quarter" idx="1"/>
          </p:nvPr>
        </p:nvSpPr>
        <p:spPr>
          <a:xfrm>
            <a:off x="4165604" y="685800"/>
            <a:ext cx="7518400" cy="5410200"/>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10" name="Ellipse 9"/>
          <p:cNvSpPr/>
          <p:nvPr/>
        </p:nvSpPr>
        <p:spPr>
          <a:xfrm>
            <a:off x="1727204"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350">
              <a:solidFill>
                <a:prstClr val="white"/>
              </a:solidFill>
            </a:endParaRPr>
          </a:p>
        </p:txBody>
      </p:sp>
      <p:sp>
        <p:nvSpPr>
          <p:cNvPr id="11" name="Ellipse 10"/>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350">
              <a:solidFill>
                <a:prstClr val="white"/>
              </a:solidFill>
            </a:endParaRPr>
          </a:p>
        </p:txBody>
      </p:sp>
      <p:sp>
        <p:nvSpPr>
          <p:cNvPr id="7" name="Espace réservé du numéro de diapositive 6"/>
          <p:cNvSpPr>
            <a:spLocks noGrp="1"/>
          </p:cNvSpPr>
          <p:nvPr>
            <p:ph type="sldNum" sz="quarter" idx="12"/>
          </p:nvPr>
        </p:nvSpPr>
        <p:spPr>
          <a:xfrm>
            <a:off x="1828800" y="312741"/>
            <a:ext cx="609600" cy="441325"/>
          </a:xfrm>
        </p:spPr>
        <p:txBody>
          <a:bodyPr/>
          <a:lstStyle>
            <a:lvl1pPr>
              <a:defRPr>
                <a:solidFill>
                  <a:schemeClr val="tx1"/>
                </a:solidFill>
              </a:defRPr>
            </a:lvl1pPr>
          </a:lstStyle>
          <a:p>
            <a:fld id="{C60443A9-7CF2-4AF6-A108-271190AEB83F}" type="slidenum">
              <a:rPr lang="fr-CA" smtClean="0"/>
              <a:pPr/>
              <a:t>‹#›</a:t>
            </a:fld>
            <a:endParaRPr lang="fr-CA" dirty="0"/>
          </a:p>
        </p:txBody>
      </p:sp>
      <p:sp>
        <p:nvSpPr>
          <p:cNvPr id="21" name="Rectangle 20"/>
          <p:cNvSpPr>
            <a:spLocks noChangeArrowheads="1"/>
          </p:cNvSpPr>
          <p:nvPr/>
        </p:nvSpPr>
        <p:spPr bwMode="auto">
          <a:xfrm>
            <a:off x="199136" y="6388396"/>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68580" tIns="34290" rIns="68580" bIns="34290" anchor="ctr" compatLnSpc="1"/>
          <a:lstStyle/>
          <a:p>
            <a:endParaRPr lang="en-US" sz="1350">
              <a:solidFill>
                <a:prstClr val="black"/>
              </a:solidFill>
            </a:endParaRPr>
          </a:p>
        </p:txBody>
      </p:sp>
      <p:sp>
        <p:nvSpPr>
          <p:cNvPr id="5" name="Espace réservé de la date 4"/>
          <p:cNvSpPr>
            <a:spLocks noGrp="1"/>
          </p:cNvSpPr>
          <p:nvPr>
            <p:ph type="dt" sz="half" idx="10"/>
          </p:nvPr>
        </p:nvSpPr>
        <p:spPr/>
        <p:txBody>
          <a:bodyPr/>
          <a:lstStyle/>
          <a:p>
            <a:endParaRPr lang="fr-CA"/>
          </a:p>
        </p:txBody>
      </p:sp>
      <p:sp>
        <p:nvSpPr>
          <p:cNvPr id="6" name="Espace réservé du pied de page 5"/>
          <p:cNvSpPr>
            <a:spLocks noGrp="1"/>
          </p:cNvSpPr>
          <p:nvPr>
            <p:ph type="ftr" sz="quarter" idx="11"/>
          </p:nvPr>
        </p:nvSpPr>
        <p:spPr>
          <a:xfrm>
            <a:off x="402336" y="6410848"/>
            <a:ext cx="4511040" cy="365760"/>
          </a:xfrm>
        </p:spPr>
        <p:txBody>
          <a:bodyPr/>
          <a:lstStyle/>
          <a:p>
            <a:endParaRPr lang="fr-CA"/>
          </a:p>
        </p:txBody>
      </p:sp>
    </p:spTree>
    <p:extLst>
      <p:ext uri="{BB962C8B-B14F-4D97-AF65-F5344CB8AC3E}">
        <p14:creationId xmlns:p14="http://schemas.microsoft.com/office/powerpoint/2010/main" val="63818506"/>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02336" y="228600"/>
            <a:ext cx="11379200" cy="758952"/>
          </a:xfrm>
        </p:spPr>
        <p:txBody>
          <a:bodyPr/>
          <a:lstStyle/>
          <a:p>
            <a:r>
              <a:rPr kumimoji="0" lang="en-US"/>
              <a:t>Click to edit Master title style</a:t>
            </a:r>
          </a:p>
        </p:txBody>
      </p:sp>
      <p:sp>
        <p:nvSpPr>
          <p:cNvPr id="5" name="Espace réservé de la date 4"/>
          <p:cNvSpPr>
            <a:spLocks noGrp="1"/>
          </p:cNvSpPr>
          <p:nvPr>
            <p:ph type="dt" sz="half" idx="10"/>
          </p:nvPr>
        </p:nvSpPr>
        <p:spPr>
          <a:xfrm>
            <a:off x="7721600" y="6409944"/>
            <a:ext cx="4059936" cy="365760"/>
          </a:xfrm>
        </p:spPr>
        <p:txBody>
          <a:bodyPr/>
          <a:lstStyle/>
          <a:p>
            <a:pPr>
              <a:defRPr/>
            </a:pPr>
            <a:endParaRPr lang="fr-CA" dirty="0"/>
          </a:p>
        </p:txBody>
      </p:sp>
      <p:sp>
        <p:nvSpPr>
          <p:cNvPr id="6" name="Espace réservé du pied de page 5"/>
          <p:cNvSpPr>
            <a:spLocks noGrp="1"/>
          </p:cNvSpPr>
          <p:nvPr>
            <p:ph type="ftr" sz="quarter" idx="11"/>
          </p:nvPr>
        </p:nvSpPr>
        <p:spPr/>
        <p:txBody>
          <a:bodyPr/>
          <a:lstStyle/>
          <a:p>
            <a:pPr>
              <a:defRPr/>
            </a:pPr>
            <a:endParaRPr lang="fr-CA" dirty="0"/>
          </a:p>
        </p:txBody>
      </p:sp>
      <p:sp>
        <p:nvSpPr>
          <p:cNvPr id="7" name="Espace réservé du numéro de diapositive 6"/>
          <p:cNvSpPr>
            <a:spLocks noGrp="1"/>
          </p:cNvSpPr>
          <p:nvPr>
            <p:ph type="sldNum" sz="quarter" idx="12"/>
          </p:nvPr>
        </p:nvSpPr>
        <p:spPr/>
        <p:txBody>
          <a:bodyPr/>
          <a:lstStyle/>
          <a:p>
            <a:pPr>
              <a:defRPr/>
            </a:pPr>
            <a:fld id="{48F0BD8F-A75F-44D8-942F-F1E8634EA224}" type="slidenum">
              <a:rPr lang="fr-CA" smtClean="0"/>
              <a:pPr>
                <a:defRPr/>
              </a:pPr>
              <a:t>‹#›</a:t>
            </a:fld>
            <a:endParaRPr lang="fr-CA" dirty="0"/>
          </a:p>
        </p:txBody>
      </p:sp>
      <p:sp>
        <p:nvSpPr>
          <p:cNvPr id="10" name="Espace réservé du contenu 9"/>
          <p:cNvSpPr>
            <a:spLocks noGrp="1"/>
          </p:cNvSpPr>
          <p:nvPr>
            <p:ph sz="half" idx="1"/>
          </p:nvPr>
        </p:nvSpPr>
        <p:spPr>
          <a:xfrm>
            <a:off x="402336" y="1371600"/>
            <a:ext cx="5384800" cy="4681728"/>
          </a:xfrm>
        </p:spPr>
        <p:txBody>
          <a:bodyPr/>
          <a:lstStyle>
            <a:lvl1pPr>
              <a:defRPr sz="2083" b="0">
                <a:latin typeface="Amasis MT Pro Light" panose="02040304050005020304" pitchFamily="18" charset="0"/>
              </a:defRPr>
            </a:lvl1pPr>
            <a:lvl2pPr>
              <a:defRPr b="0">
                <a:latin typeface="Amasis MT Pro Light" panose="02040304050005020304" pitchFamily="18" charset="0"/>
              </a:defRPr>
            </a:lvl2pPr>
            <a:lvl3pPr>
              <a:defRPr b="0">
                <a:latin typeface="Amasis MT Pro Light" panose="02040304050005020304" pitchFamily="18" charset="0"/>
              </a:defRPr>
            </a:lvl3pPr>
            <a:lvl4pPr>
              <a:defRPr b="0">
                <a:latin typeface="Amasis MT Pro Light" panose="02040304050005020304" pitchFamily="18" charset="0"/>
              </a:defRPr>
            </a:lvl4pPr>
            <a:lvl5pPr>
              <a:defRPr b="0">
                <a:latin typeface="Amasis MT Pro Light" panose="02040304050005020304" pitchFamily="18" charset="0"/>
              </a:defRPr>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12" name="Espace réservé du contenu 11"/>
          <p:cNvSpPr>
            <a:spLocks noGrp="1"/>
          </p:cNvSpPr>
          <p:nvPr>
            <p:ph sz="half" idx="2"/>
          </p:nvPr>
        </p:nvSpPr>
        <p:spPr>
          <a:xfrm>
            <a:off x="6400800" y="1371600"/>
            <a:ext cx="5384800" cy="4681728"/>
          </a:xfrm>
        </p:spPr>
        <p:txBody>
          <a:bodyPr/>
          <a:lstStyle>
            <a:lvl1pPr>
              <a:defRPr sz="2083">
                <a:latin typeface="Amasis MT Pro Light" panose="02040304050005020304" pitchFamily="18" charset="0"/>
              </a:defRPr>
            </a:lvl1pPr>
            <a:lvl2pPr>
              <a:defRPr>
                <a:latin typeface="Amasis MT Pro Light" panose="02040304050005020304" pitchFamily="18" charset="0"/>
              </a:defRPr>
            </a:lvl2pPr>
            <a:lvl3pPr>
              <a:defRPr>
                <a:latin typeface="Amasis MT Pro Light" panose="02040304050005020304" pitchFamily="18" charset="0"/>
              </a:defRPr>
            </a:lvl3pPr>
            <a:lvl4pPr>
              <a:defRPr>
                <a:latin typeface="Amasis MT Pro Light" panose="02040304050005020304" pitchFamily="18" charset="0"/>
              </a:defRPr>
            </a:lvl4pPr>
            <a:lvl5pPr>
              <a:defRPr>
                <a:latin typeface="Amasis MT Pro Light" panose="02040304050005020304" pitchFamily="18" charset="0"/>
              </a:defRPr>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Tree>
    <p:extLst>
      <p:ext uri="{BB962C8B-B14F-4D97-AF65-F5344CB8AC3E}">
        <p14:creationId xmlns:p14="http://schemas.microsoft.com/office/powerpoint/2010/main" val="538313141"/>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solidFill>
                  <a:schemeClr val="accent3">
                    <a:shade val="75000"/>
                  </a:schemeClr>
                </a:solidFill>
              </a:defRPr>
            </a:lvl1pPr>
          </a:lstStyle>
          <a:p>
            <a:r>
              <a:rPr kumimoji="0" lang="en-US" dirty="0"/>
              <a:t>Click to edit Master title style</a:t>
            </a:r>
          </a:p>
        </p:txBody>
      </p:sp>
      <p:sp>
        <p:nvSpPr>
          <p:cNvPr id="6" name="Espace réservé du numéro de diapositive 5"/>
          <p:cNvSpPr>
            <a:spLocks noGrp="1"/>
          </p:cNvSpPr>
          <p:nvPr>
            <p:ph type="sldNum" sz="quarter" idx="12"/>
          </p:nvPr>
        </p:nvSpPr>
        <p:spPr>
          <a:xfrm>
            <a:off x="5787139" y="1036639"/>
            <a:ext cx="609600" cy="441325"/>
          </a:xfrm>
        </p:spPr>
        <p:txBody>
          <a:bodyPr>
            <a:noAutofit/>
          </a:bodyPr>
          <a:lstStyle>
            <a:lvl1pPr>
              <a:defRPr sz="1260">
                <a:solidFill>
                  <a:schemeClr val="tx1"/>
                </a:solidFill>
                <a:latin typeface="+mj-lt"/>
              </a:defRPr>
            </a:lvl1pPr>
          </a:lstStyle>
          <a:p>
            <a:pPr>
              <a:defRPr/>
            </a:pPr>
            <a:fld id="{07D78C65-EB30-EA4B-B3AF-ED56473E9FBA}" type="slidenum">
              <a:rPr lang="fr-CA" smtClean="0"/>
              <a:pPr>
                <a:defRPr/>
              </a:pPr>
              <a:t>‹#›</a:t>
            </a:fld>
            <a:endParaRPr lang="fr-CA" dirty="0"/>
          </a:p>
        </p:txBody>
      </p:sp>
      <p:sp>
        <p:nvSpPr>
          <p:cNvPr id="8" name="Espace réservé du contenu 7"/>
          <p:cNvSpPr>
            <a:spLocks noGrp="1"/>
          </p:cNvSpPr>
          <p:nvPr>
            <p:ph sz="quarter" idx="1"/>
          </p:nvPr>
        </p:nvSpPr>
        <p:spPr>
          <a:xfrm>
            <a:off x="402336" y="1527048"/>
            <a:ext cx="1133856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75823411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19" name="Rectangle 18"/>
          <p:cNvSpPr>
            <a:spLocks noChangeArrowheads="1"/>
          </p:cNvSpPr>
          <p:nvPr/>
        </p:nvSpPr>
        <p:spPr bwMode="auto">
          <a:xfrm>
            <a:off x="203200" y="152400"/>
            <a:ext cx="11777472"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51435" tIns="25718" rIns="51435" bIns="25718" anchor="ctr" compatLnSpc="1"/>
          <a:lstStyle/>
          <a:p>
            <a:endParaRPr lang="en-US" sz="1013">
              <a:solidFill>
                <a:prstClr val="black"/>
              </a:solidFill>
            </a:endParaRPr>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51435" tIns="25718" rIns="51435" bIns="25718" anchor="ctr" compatLnSpc="1"/>
          <a:lstStyle/>
          <a:p>
            <a:endParaRPr lang="en-US" sz="1013">
              <a:solidFill>
                <a:prstClr val="black"/>
              </a:solidFill>
            </a:endParaRPr>
          </a:p>
        </p:txBody>
      </p:sp>
      <p:sp>
        <p:nvSpPr>
          <p:cNvPr id="18" name="Rectangle 17"/>
          <p:cNvSpPr>
            <a:spLocks noChangeArrowheads="1"/>
          </p:cNvSpPr>
          <p:nvPr/>
        </p:nvSpPr>
        <p:spPr bwMode="white">
          <a:xfrm>
            <a:off x="11988803"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51435" tIns="25718" rIns="51435" bIns="25718" anchor="ctr" compatLnSpc="1"/>
          <a:lstStyle/>
          <a:p>
            <a:endParaRPr lang="en-US" sz="1013">
              <a:solidFill>
                <a:prstClr val="black"/>
              </a:solidFill>
            </a:endParaRPr>
          </a:p>
        </p:txBody>
      </p:sp>
      <p:sp>
        <p:nvSpPr>
          <p:cNvPr id="16" name="Rectangle 15"/>
          <p:cNvSpPr>
            <a:spLocks noChangeArrowheads="1"/>
          </p:cNvSpPr>
          <p:nvPr/>
        </p:nvSpPr>
        <p:spPr bwMode="white">
          <a:xfrm>
            <a:off x="0" y="0"/>
            <a:ext cx="12192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51435" tIns="25718" rIns="51435" bIns="25718" anchor="ctr" compatLnSpc="1"/>
          <a:lstStyle/>
          <a:p>
            <a:endParaRPr lang="en-US" sz="1013">
              <a:solidFill>
                <a:prstClr val="black"/>
              </a:solidFill>
            </a:endParaRPr>
          </a:p>
        </p:txBody>
      </p:sp>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51435" tIns="25718" rIns="51435" bIns="25718" anchor="ctr" compatLnSpc="1"/>
          <a:lstStyle/>
          <a:p>
            <a:endParaRPr lang="en-US" sz="1013">
              <a:solidFill>
                <a:prstClr val="black"/>
              </a:solidFill>
            </a:endParaRPr>
          </a:p>
        </p:txBody>
      </p:sp>
      <p:sp>
        <p:nvSpPr>
          <p:cNvPr id="13" name="Rectangle 12"/>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013">
              <a:solidFill>
                <a:prstClr val="white"/>
              </a:solidFill>
            </a:endParaRPr>
          </a:p>
        </p:txBody>
      </p:sp>
      <p:sp>
        <p:nvSpPr>
          <p:cNvPr id="2" name="Titre 1"/>
          <p:cNvSpPr>
            <a:spLocks noGrp="1"/>
          </p:cNvSpPr>
          <p:nvPr>
            <p:ph type="title"/>
          </p:nvPr>
        </p:nvSpPr>
        <p:spPr>
          <a:xfrm>
            <a:off x="508000" y="914400"/>
            <a:ext cx="3149600" cy="990600"/>
          </a:xfrm>
        </p:spPr>
        <p:txBody>
          <a:bodyPr anchor="b">
            <a:noAutofit/>
          </a:bodyPr>
          <a:lstStyle>
            <a:lvl1pPr algn="l">
              <a:buNone/>
              <a:defRPr sz="1238" b="1">
                <a:solidFill>
                  <a:srgbClr val="FFFFFF"/>
                </a:solidFill>
              </a:defRPr>
            </a:lvl1pPr>
          </a:lstStyle>
          <a:p>
            <a:r>
              <a:rPr kumimoji="0" lang="en-US"/>
              <a:t>Click to edit Master title style</a:t>
            </a:r>
          </a:p>
        </p:txBody>
      </p:sp>
      <p:sp>
        <p:nvSpPr>
          <p:cNvPr id="3" name="Espace réservé du texte 2"/>
          <p:cNvSpPr>
            <a:spLocks noGrp="1"/>
          </p:cNvSpPr>
          <p:nvPr>
            <p:ph type="body" idx="2"/>
          </p:nvPr>
        </p:nvSpPr>
        <p:spPr>
          <a:xfrm>
            <a:off x="508000" y="1981201"/>
            <a:ext cx="3149600" cy="4144963"/>
          </a:xfrm>
        </p:spPr>
        <p:txBody>
          <a:bodyPr/>
          <a:lstStyle>
            <a:lvl1pPr marL="0" indent="0">
              <a:spcAft>
                <a:spcPts val="563"/>
              </a:spcAft>
              <a:buNone/>
              <a:defRPr sz="900">
                <a:solidFill>
                  <a:srgbClr val="FFFFFF"/>
                </a:solidFill>
              </a:defRPr>
            </a:lvl1pPr>
            <a:lvl2pPr>
              <a:buNone/>
              <a:defRPr sz="675"/>
            </a:lvl2pPr>
            <a:lvl3pPr>
              <a:buNone/>
              <a:defRPr sz="563"/>
            </a:lvl3pPr>
            <a:lvl4pPr>
              <a:buNone/>
              <a:defRPr sz="507"/>
            </a:lvl4pPr>
            <a:lvl5pPr>
              <a:buNone/>
              <a:defRPr sz="507"/>
            </a:lvl5pPr>
          </a:lstStyle>
          <a:p>
            <a:pPr lvl="0" eaLnBrk="1" latinLnBrk="0" hangingPunct="1"/>
            <a:r>
              <a:rPr kumimoji="0" lang="en-US"/>
              <a:t>Click to edit Master text styles</a:t>
            </a:r>
          </a:p>
        </p:txBody>
      </p:sp>
      <p:sp>
        <p:nvSpPr>
          <p:cNvPr id="8" name="Rectangle 7"/>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51435" tIns="25718" rIns="51435" bIns="25718" anchor="ctr" compatLnSpc="1"/>
          <a:lstStyle/>
          <a:p>
            <a:endParaRPr lang="en-US" sz="1013" dirty="0">
              <a:solidFill>
                <a:prstClr val="black"/>
              </a:solidFill>
            </a:endParaRPr>
          </a:p>
        </p:txBody>
      </p:sp>
      <p:sp>
        <p:nvSpPr>
          <p:cNvPr id="9" name="Connecteur droit 8"/>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51435" tIns="25718" rIns="51435" bIns="25718" anchor="ctr" compatLnSpc="1"/>
          <a:lstStyle/>
          <a:p>
            <a:endParaRPr lang="en-US" sz="1013">
              <a:solidFill>
                <a:prstClr val="black"/>
              </a:solidFill>
            </a:endParaRPr>
          </a:p>
        </p:txBody>
      </p:sp>
      <p:sp>
        <p:nvSpPr>
          <p:cNvPr id="20" name="Espace réservé du contenu 19"/>
          <p:cNvSpPr>
            <a:spLocks noGrp="1"/>
          </p:cNvSpPr>
          <p:nvPr>
            <p:ph sz="quarter" idx="1"/>
          </p:nvPr>
        </p:nvSpPr>
        <p:spPr>
          <a:xfrm>
            <a:off x="4165605" y="685800"/>
            <a:ext cx="7518400" cy="5410200"/>
          </a:xfrm>
        </p:spPr>
        <p:txBody>
          <a:bodyPr/>
          <a:lstStyle>
            <a:lvl1pPr>
              <a:defRPr>
                <a:latin typeface="Amasis MT Pro Light" panose="02040304050005020304" pitchFamily="18" charset="0"/>
              </a:defRPr>
            </a:lvl1pPr>
            <a:lvl2pPr>
              <a:defRPr>
                <a:latin typeface="Amasis MT Pro Light" panose="02040304050005020304" pitchFamily="18" charset="0"/>
              </a:defRPr>
            </a:lvl2pPr>
            <a:lvl3pPr>
              <a:defRPr>
                <a:latin typeface="Amasis MT Pro Light" panose="02040304050005020304" pitchFamily="18" charset="0"/>
              </a:defRPr>
            </a:lvl3pPr>
            <a:lvl4pPr>
              <a:defRPr>
                <a:latin typeface="Amasis MT Pro Light" panose="02040304050005020304" pitchFamily="18" charset="0"/>
              </a:defRPr>
            </a:lvl4pPr>
            <a:lvl5pPr>
              <a:defRPr>
                <a:latin typeface="Amasis MT Pro Light" panose="02040304050005020304" pitchFamily="18" charset="0"/>
              </a:defRPr>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10" name="Ellipse 9"/>
          <p:cNvSpPr/>
          <p:nvPr/>
        </p:nvSpPr>
        <p:spPr>
          <a:xfrm>
            <a:off x="1727205"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013">
              <a:solidFill>
                <a:prstClr val="white"/>
              </a:solidFill>
            </a:endParaRPr>
          </a:p>
        </p:txBody>
      </p:sp>
      <p:sp>
        <p:nvSpPr>
          <p:cNvPr id="11" name="Ellipse 10"/>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013">
              <a:solidFill>
                <a:prstClr val="white"/>
              </a:solidFill>
            </a:endParaRPr>
          </a:p>
        </p:txBody>
      </p:sp>
      <p:sp>
        <p:nvSpPr>
          <p:cNvPr id="7" name="Espace réservé du numéro de diapositive 6"/>
          <p:cNvSpPr>
            <a:spLocks noGrp="1"/>
          </p:cNvSpPr>
          <p:nvPr>
            <p:ph type="sldNum" sz="quarter" idx="12"/>
          </p:nvPr>
        </p:nvSpPr>
        <p:spPr>
          <a:xfrm>
            <a:off x="1828800" y="312743"/>
            <a:ext cx="609600" cy="441325"/>
          </a:xfrm>
        </p:spPr>
        <p:txBody>
          <a:bodyPr/>
          <a:lstStyle>
            <a:lvl1pPr>
              <a:defRPr>
                <a:solidFill>
                  <a:schemeClr val="tx1"/>
                </a:solidFill>
              </a:defRPr>
            </a:lvl1pPr>
          </a:lstStyle>
          <a:p>
            <a:fld id="{C60443A9-7CF2-4AF6-A108-271190AEB83F}" type="slidenum">
              <a:rPr lang="fr-CA" smtClean="0"/>
              <a:pPr/>
              <a:t>‹#›</a:t>
            </a:fld>
            <a:endParaRPr lang="fr-CA" dirty="0"/>
          </a:p>
        </p:txBody>
      </p:sp>
      <p:sp>
        <p:nvSpPr>
          <p:cNvPr id="21" name="Rectangle 20"/>
          <p:cNvSpPr>
            <a:spLocks noChangeArrowheads="1"/>
          </p:cNvSpPr>
          <p:nvPr/>
        </p:nvSpPr>
        <p:spPr bwMode="auto">
          <a:xfrm>
            <a:off x="199136" y="6388398"/>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51435" tIns="25718" rIns="51435" bIns="25718" anchor="ctr" compatLnSpc="1"/>
          <a:lstStyle/>
          <a:p>
            <a:endParaRPr lang="en-US" sz="1013">
              <a:solidFill>
                <a:prstClr val="black"/>
              </a:solidFill>
            </a:endParaRPr>
          </a:p>
        </p:txBody>
      </p:sp>
      <p:sp>
        <p:nvSpPr>
          <p:cNvPr id="5" name="Espace réservé de la date 4"/>
          <p:cNvSpPr>
            <a:spLocks noGrp="1"/>
          </p:cNvSpPr>
          <p:nvPr>
            <p:ph type="dt" sz="half" idx="10"/>
          </p:nvPr>
        </p:nvSpPr>
        <p:spPr/>
        <p:txBody>
          <a:bodyPr/>
          <a:lstStyle/>
          <a:p>
            <a:endParaRPr lang="fr-CA"/>
          </a:p>
        </p:txBody>
      </p:sp>
      <p:sp>
        <p:nvSpPr>
          <p:cNvPr id="6" name="Espace réservé du pied de page 5"/>
          <p:cNvSpPr>
            <a:spLocks noGrp="1"/>
          </p:cNvSpPr>
          <p:nvPr>
            <p:ph type="ftr" sz="quarter" idx="11"/>
          </p:nvPr>
        </p:nvSpPr>
        <p:spPr>
          <a:xfrm>
            <a:off x="402336" y="6410848"/>
            <a:ext cx="4511040" cy="365760"/>
          </a:xfrm>
        </p:spPr>
        <p:txBody>
          <a:bodyPr/>
          <a:lstStyle/>
          <a:p>
            <a:endParaRPr lang="fr-CA"/>
          </a:p>
        </p:txBody>
      </p:sp>
    </p:spTree>
    <p:extLst>
      <p:ext uri="{BB962C8B-B14F-4D97-AF65-F5344CB8AC3E}">
        <p14:creationId xmlns:p14="http://schemas.microsoft.com/office/powerpoint/2010/main" val="2909661271"/>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711201" y="76200"/>
            <a:ext cx="11176000" cy="1219200"/>
          </a:xfrm>
        </p:spPr>
        <p:txBody>
          <a:bodyPr/>
          <a:lstStyle/>
          <a:p>
            <a:r>
              <a:rPr lang="en-US" dirty="0"/>
              <a:t>Click to edit Master title style</a:t>
            </a:r>
          </a:p>
        </p:txBody>
      </p:sp>
      <p:sp>
        <p:nvSpPr>
          <p:cNvPr id="3" name="Text Placeholder 2"/>
          <p:cNvSpPr>
            <a:spLocks noGrp="1"/>
          </p:cNvSpPr>
          <p:nvPr>
            <p:ph type="body" sz="half" idx="1"/>
          </p:nvPr>
        </p:nvSpPr>
        <p:spPr>
          <a:xfrm>
            <a:off x="812800" y="1447800"/>
            <a:ext cx="110744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12800" y="4000500"/>
            <a:ext cx="110744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AA9B1C82-ADAF-4800-B737-740A63359D6B}"/>
              </a:ext>
            </a:extLst>
          </p:cNvPr>
          <p:cNvSpPr>
            <a:spLocks noGrp="1" noChangeArrowheads="1"/>
          </p:cNvSpPr>
          <p:nvPr>
            <p:ph type="sldNum" sz="quarter" idx="10"/>
          </p:nvPr>
        </p:nvSpPr>
        <p:spPr/>
        <p:txBody>
          <a:bodyPr/>
          <a:lstStyle>
            <a:lvl1pPr>
              <a:defRPr/>
            </a:lvl1pPr>
          </a:lstStyle>
          <a:p>
            <a:r>
              <a:rPr lang="en-US" altLang="en-US"/>
              <a:t>13-</a:t>
            </a:r>
            <a:fld id="{630DAC8A-692F-45EA-A35C-B8DA7A27D637}" type="slidenum">
              <a:rPr lang="en-US" altLang="en-US"/>
              <a:pPr/>
              <a:t>‹#›</a:t>
            </a:fld>
            <a:endParaRPr lang="en-US" altLang="en-US"/>
          </a:p>
        </p:txBody>
      </p:sp>
    </p:spTree>
    <p:extLst>
      <p:ext uri="{BB962C8B-B14F-4D97-AF65-F5344CB8AC3E}">
        <p14:creationId xmlns:p14="http://schemas.microsoft.com/office/powerpoint/2010/main" val="38363403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Obj" preserve="1">
  <p:cSld name="Titre. Text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7"/>
            <a:ext cx="10972800" cy="1143000"/>
          </a:xfrm>
        </p:spPr>
        <p:txBody>
          <a:bodyPr/>
          <a:lstStyle/>
          <a:p>
            <a:r>
              <a:rPr lang="en-US"/>
              <a:t>Click to edit Master title style</a:t>
            </a:r>
            <a:endParaRPr lang="fr-CA"/>
          </a:p>
        </p:txBody>
      </p:sp>
      <p:sp>
        <p:nvSpPr>
          <p:cNvPr id="3" name="Espace réservé du texte 2"/>
          <p:cNvSpPr>
            <a:spLocks noGrp="1"/>
          </p:cNvSpPr>
          <p:nvPr>
            <p:ph type="body" sz="half" idx="1"/>
          </p:nvPr>
        </p:nvSpPr>
        <p:spPr>
          <a:xfrm>
            <a:off x="609600" y="1600202"/>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Espace réservé du contenu 3"/>
          <p:cNvSpPr>
            <a:spLocks noGrp="1"/>
          </p:cNvSpPr>
          <p:nvPr>
            <p:ph sz="half" idx="2"/>
          </p:nvPr>
        </p:nvSpPr>
        <p:spPr>
          <a:xfrm>
            <a:off x="6197601" y="1600202"/>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5" name="Espace réservé de la date 4"/>
          <p:cNvSpPr>
            <a:spLocks noGrp="1"/>
          </p:cNvSpPr>
          <p:nvPr>
            <p:ph type="dt" sz="half" idx="10"/>
          </p:nvPr>
        </p:nvSpPr>
        <p:spPr>
          <a:xfrm>
            <a:off x="609601" y="6245227"/>
            <a:ext cx="2844800" cy="476251"/>
          </a:xfrm>
        </p:spPr>
        <p:txBody>
          <a:bodyPr/>
          <a:lstStyle>
            <a:lvl1pPr>
              <a:defRPr/>
            </a:lvl1pPr>
          </a:lstStyle>
          <a:p>
            <a:fld id="{1ACE85D3-DC3F-45F0-91C0-1F5069DED0DD}" type="datetime1">
              <a:rPr lang="fr-CA" smtClean="0"/>
              <a:t>2026-08-16</a:t>
            </a:fld>
            <a:endParaRPr lang="fr-CA"/>
          </a:p>
        </p:txBody>
      </p:sp>
      <p:sp>
        <p:nvSpPr>
          <p:cNvPr id="6" name="Espace réservé du pied de page 5"/>
          <p:cNvSpPr>
            <a:spLocks noGrp="1"/>
          </p:cNvSpPr>
          <p:nvPr>
            <p:ph type="ftr" sz="quarter" idx="11"/>
          </p:nvPr>
        </p:nvSpPr>
        <p:spPr>
          <a:xfrm>
            <a:off x="4165601" y="6245227"/>
            <a:ext cx="3860800" cy="476251"/>
          </a:xfrm>
        </p:spPr>
        <p:txBody>
          <a:bodyPr/>
          <a:lstStyle>
            <a:lvl1pPr>
              <a:defRPr/>
            </a:lvl1pPr>
          </a:lstStyle>
          <a:p>
            <a:endParaRPr lang="fr-CA"/>
          </a:p>
        </p:txBody>
      </p:sp>
      <p:sp>
        <p:nvSpPr>
          <p:cNvPr id="7" name="Espace réservé du numéro de diapositive 6"/>
          <p:cNvSpPr>
            <a:spLocks noGrp="1"/>
          </p:cNvSpPr>
          <p:nvPr>
            <p:ph type="sldNum" sz="quarter" idx="12"/>
          </p:nvPr>
        </p:nvSpPr>
        <p:spPr>
          <a:xfrm>
            <a:off x="8737600" y="6245227"/>
            <a:ext cx="2844800" cy="476251"/>
          </a:xfrm>
        </p:spPr>
        <p:txBody>
          <a:bodyPr/>
          <a:lstStyle>
            <a:lvl1pPr>
              <a:defRPr/>
            </a:lvl1pPr>
          </a:lstStyle>
          <a:p>
            <a:fld id="{4DF64075-4FE8-4212-AA8D-27F93E0C3606}" type="slidenum">
              <a:rPr lang="fr-CA"/>
              <a:pPr/>
              <a:t>‹#›</a:t>
            </a:fld>
            <a:endParaRPr lang="fr-CA"/>
          </a:p>
        </p:txBody>
      </p:sp>
    </p:spTree>
    <p:extLst>
      <p:ext uri="{BB962C8B-B14F-4D97-AF65-F5344CB8AC3E}">
        <p14:creationId xmlns:p14="http://schemas.microsoft.com/office/powerpoint/2010/main" val="32866215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51435" tIns="25718" rIns="51435" bIns="25718" anchor="ctr" compatLnSpc="1"/>
          <a:lstStyle/>
          <a:p>
            <a:endParaRPr lang="en-US" sz="1013">
              <a:solidFill>
                <a:prstClr val="black"/>
              </a:solidFill>
            </a:endParaRPr>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51435" tIns="25718" rIns="51435" bIns="25718" anchor="ctr" compatLnSpc="1"/>
          <a:lstStyle/>
          <a:p>
            <a:endParaRPr lang="en-US" sz="1013">
              <a:solidFill>
                <a:prstClr val="black"/>
              </a:solidFill>
            </a:endParaRPr>
          </a:p>
        </p:txBody>
      </p:sp>
      <p:sp>
        <p:nvSpPr>
          <p:cNvPr id="16" name="Rectangle 15"/>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51435" tIns="25718" rIns="51435" bIns="25718" anchor="ctr" compatLnSpc="1"/>
          <a:lstStyle/>
          <a:p>
            <a:endParaRPr lang="en-US" sz="1013">
              <a:solidFill>
                <a:prstClr val="black"/>
              </a:solidFill>
            </a:endParaRPr>
          </a:p>
        </p:txBody>
      </p:sp>
      <p:sp>
        <p:nvSpPr>
          <p:cNvPr id="18" name="Rectangle 17"/>
          <p:cNvSpPr>
            <a:spLocks noChangeArrowheads="1"/>
          </p:cNvSpPr>
          <p:nvPr/>
        </p:nvSpPr>
        <p:spPr bwMode="white">
          <a:xfrm>
            <a:off x="11988803" y="1905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51435" tIns="25718" rIns="51435" bIns="25718" anchor="ctr" compatLnSpc="1"/>
          <a:lstStyle/>
          <a:p>
            <a:endParaRPr lang="en-US" sz="1013">
              <a:solidFill>
                <a:prstClr val="black"/>
              </a:solidFill>
            </a:endParaRPr>
          </a:p>
        </p:txBody>
      </p:sp>
      <p:sp>
        <p:nvSpPr>
          <p:cNvPr id="19" name="Rectangle 18"/>
          <p:cNvSpPr>
            <a:spLocks noChangeArrowheads="1"/>
          </p:cNvSpPr>
          <p:nvPr/>
        </p:nvSpPr>
        <p:spPr bwMode="white">
          <a:xfrm>
            <a:off x="203200" y="2286000"/>
            <a:ext cx="11777472"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51435" tIns="25718" rIns="51435" bIns="25718" anchor="ctr" compatLnSpc="1"/>
          <a:lstStyle/>
          <a:p>
            <a:endParaRPr lang="en-US" sz="1013">
              <a:solidFill>
                <a:prstClr val="black"/>
              </a:solidFill>
            </a:endParaRPr>
          </a:p>
        </p:txBody>
      </p:sp>
      <p:sp>
        <p:nvSpPr>
          <p:cNvPr id="12" name="Rectangle 11"/>
          <p:cNvSpPr>
            <a:spLocks noChangeArrowheads="1"/>
          </p:cNvSpPr>
          <p:nvPr/>
        </p:nvSpPr>
        <p:spPr bwMode="auto">
          <a:xfrm>
            <a:off x="207264" y="142352"/>
            <a:ext cx="11777472" cy="2139696"/>
          </a:xfrm>
          <a:prstGeom prst="rect">
            <a:avLst/>
          </a:prstGeom>
          <a:solidFill>
            <a:schemeClr val="bg1">
              <a:lumMod val="65000"/>
            </a:schemeClr>
          </a:solidFill>
          <a:ln w="9525" cap="flat" cmpd="sng" algn="ctr">
            <a:noFill/>
            <a:prstDash val="solid"/>
            <a:miter lim="800000"/>
            <a:headEnd type="none" w="med" len="med"/>
            <a:tailEnd type="none" w="med" len="med"/>
          </a:ln>
          <a:effectLst/>
        </p:spPr>
        <p:txBody>
          <a:bodyPr vert="horz" wrap="none" lIns="51435" tIns="25718" rIns="51435" bIns="25718" anchor="ctr" compatLnSpc="1"/>
          <a:lstStyle/>
          <a:p>
            <a:endParaRPr lang="en-US" sz="1013">
              <a:solidFill>
                <a:prstClr val="black"/>
              </a:solidFill>
            </a:endParaRPr>
          </a:p>
        </p:txBody>
      </p:sp>
      <p:sp>
        <p:nvSpPr>
          <p:cNvPr id="3" name="Espace réservé du texte 2"/>
          <p:cNvSpPr>
            <a:spLocks noGrp="1"/>
          </p:cNvSpPr>
          <p:nvPr>
            <p:ph type="body" idx="1"/>
          </p:nvPr>
        </p:nvSpPr>
        <p:spPr>
          <a:xfrm>
            <a:off x="1824575" y="2743200"/>
            <a:ext cx="8640232" cy="1673225"/>
          </a:xfrm>
        </p:spPr>
        <p:txBody>
          <a:bodyPr anchor="t"/>
          <a:lstStyle>
            <a:lvl1pPr marL="0" indent="0" algn="ctr">
              <a:buNone/>
              <a:defRPr sz="900" b="1" cap="all" spc="140" baseline="0">
                <a:solidFill>
                  <a:schemeClr val="tx2"/>
                </a:solidFill>
              </a:defRPr>
            </a:lvl1pPr>
            <a:lvl2pPr>
              <a:buNone/>
              <a:defRPr sz="1013">
                <a:solidFill>
                  <a:schemeClr val="tx1">
                    <a:tint val="75000"/>
                  </a:schemeClr>
                </a:solidFill>
              </a:defRPr>
            </a:lvl2pPr>
            <a:lvl3pPr>
              <a:buNone/>
              <a:defRPr sz="900">
                <a:solidFill>
                  <a:schemeClr val="tx1">
                    <a:tint val="75000"/>
                  </a:schemeClr>
                </a:solidFill>
              </a:defRPr>
            </a:lvl3pPr>
            <a:lvl4pPr>
              <a:buNone/>
              <a:defRPr sz="788">
                <a:solidFill>
                  <a:schemeClr val="tx1">
                    <a:tint val="75000"/>
                  </a:schemeClr>
                </a:solidFill>
              </a:defRPr>
            </a:lvl4pPr>
            <a:lvl5pPr>
              <a:buNone/>
              <a:defRPr sz="788">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95072" y="6391670"/>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51435" tIns="25718" rIns="51435" bIns="25718" anchor="ctr" compatLnSpc="1"/>
          <a:lstStyle/>
          <a:p>
            <a:endParaRPr lang="en-US" sz="1013">
              <a:solidFill>
                <a:prstClr val="black"/>
              </a:solidFill>
            </a:endParaRPr>
          </a:p>
        </p:txBody>
      </p:sp>
      <p:sp>
        <p:nvSpPr>
          <p:cNvPr id="14" name="Rectangle 13"/>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51435" tIns="25718" rIns="51435" bIns="25718" anchor="ctr" compatLnSpc="1"/>
          <a:lstStyle/>
          <a:p>
            <a:endParaRPr lang="en-US" sz="1013" dirty="0">
              <a:solidFill>
                <a:prstClr val="black"/>
              </a:solidFill>
            </a:endParaRPr>
          </a:p>
        </p:txBody>
      </p:sp>
      <p:sp>
        <p:nvSpPr>
          <p:cNvPr id="5" name="Espace réservé du pied de page 4"/>
          <p:cNvSpPr>
            <a:spLocks noGrp="1"/>
          </p:cNvSpPr>
          <p:nvPr>
            <p:ph type="ftr" sz="quarter" idx="11"/>
          </p:nvPr>
        </p:nvSpPr>
        <p:spPr/>
        <p:txBody>
          <a:bodyPr/>
          <a:lstStyle/>
          <a:p>
            <a:endParaRPr lang="fr-CA"/>
          </a:p>
        </p:txBody>
      </p:sp>
      <p:sp>
        <p:nvSpPr>
          <p:cNvPr id="4" name="Espace réservé de la date 3"/>
          <p:cNvSpPr>
            <a:spLocks noGrp="1"/>
          </p:cNvSpPr>
          <p:nvPr>
            <p:ph type="dt" sz="half" idx="10"/>
          </p:nvPr>
        </p:nvSpPr>
        <p:spPr/>
        <p:txBody>
          <a:bodyPr/>
          <a:lstStyle/>
          <a:p>
            <a:endParaRPr lang="fr-CA"/>
          </a:p>
        </p:txBody>
      </p:sp>
      <p:sp>
        <p:nvSpPr>
          <p:cNvPr id="8" name="Connecteur droit 7"/>
          <p:cNvSpPr>
            <a:spLocks noChangeShapeType="1"/>
          </p:cNvSpPr>
          <p:nvPr/>
        </p:nvSpPr>
        <p:spPr bwMode="auto">
          <a:xfrm>
            <a:off x="203200" y="2438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51435" tIns="25718" rIns="51435" bIns="25718" anchor="ctr" compatLnSpc="1"/>
          <a:lstStyle/>
          <a:p>
            <a:endParaRPr lang="en-US" sz="1013">
              <a:solidFill>
                <a:prstClr val="black"/>
              </a:solidFill>
            </a:endParaRPr>
          </a:p>
        </p:txBody>
      </p:sp>
      <p:sp>
        <p:nvSpPr>
          <p:cNvPr id="10" name="Ellipse 9"/>
          <p:cNvSpPr/>
          <p:nvPr/>
        </p:nvSpPr>
        <p:spPr>
          <a:xfrm>
            <a:off x="5689604"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013">
              <a:solidFill>
                <a:prstClr val="white"/>
              </a:solidFill>
            </a:endParaRPr>
          </a:p>
        </p:txBody>
      </p:sp>
      <p:sp>
        <p:nvSpPr>
          <p:cNvPr id="11" name="Ellipse 10"/>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013">
              <a:solidFill>
                <a:prstClr val="white"/>
              </a:solidFill>
            </a:endParaRPr>
          </a:p>
        </p:txBody>
      </p:sp>
      <p:sp>
        <p:nvSpPr>
          <p:cNvPr id="6" name="Espace réservé du numéro de diapositive 5"/>
          <p:cNvSpPr>
            <a:spLocks noGrp="1"/>
          </p:cNvSpPr>
          <p:nvPr>
            <p:ph type="sldNum" sz="quarter" idx="12"/>
          </p:nvPr>
        </p:nvSpPr>
        <p:spPr>
          <a:xfrm>
            <a:off x="5791200" y="2199461"/>
            <a:ext cx="609600" cy="441325"/>
          </a:xfrm>
        </p:spPr>
        <p:txBody>
          <a:bodyPr/>
          <a:lstStyle>
            <a:lvl1pPr>
              <a:defRPr>
                <a:solidFill>
                  <a:schemeClr val="tx1"/>
                </a:solidFill>
              </a:defRPr>
            </a:lvl1pPr>
          </a:lstStyle>
          <a:p>
            <a:fld id="{E7797711-19F7-489A-B9FE-21143DCBA2BB}" type="slidenum">
              <a:rPr lang="fr-CA" smtClean="0"/>
              <a:pPr/>
              <a:t>‹#›</a:t>
            </a:fld>
            <a:endParaRPr lang="fr-CA" dirty="0"/>
          </a:p>
        </p:txBody>
      </p:sp>
      <p:sp>
        <p:nvSpPr>
          <p:cNvPr id="2" name="Titre 1"/>
          <p:cNvSpPr>
            <a:spLocks noGrp="1"/>
          </p:cNvSpPr>
          <p:nvPr>
            <p:ph type="title"/>
          </p:nvPr>
        </p:nvSpPr>
        <p:spPr>
          <a:xfrm>
            <a:off x="963085" y="533400"/>
            <a:ext cx="10363200" cy="1524000"/>
          </a:xfrm>
        </p:spPr>
        <p:txBody>
          <a:bodyPr anchor="b"/>
          <a:lstStyle>
            <a:lvl1pPr algn="ctr">
              <a:buNone/>
              <a:defRPr sz="2363" b="0" cap="none" baseline="0">
                <a:solidFill>
                  <a:srgbClr val="FFFFFF"/>
                </a:solidFill>
              </a:defRPr>
            </a:lvl1pPr>
          </a:lstStyle>
          <a:p>
            <a:r>
              <a:rPr kumimoji="0" lang="en-US"/>
              <a:t>Click to edit Master title style</a:t>
            </a:r>
          </a:p>
        </p:txBody>
      </p:sp>
    </p:spTree>
    <p:extLst>
      <p:ext uri="{BB962C8B-B14F-4D97-AF65-F5344CB8AC3E}">
        <p14:creationId xmlns:p14="http://schemas.microsoft.com/office/powerpoint/2010/main" val="3860928086"/>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cSld name="Deux contenus">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402339" y="228600"/>
            <a:ext cx="11379200" cy="758952"/>
          </a:xfrm>
        </p:spPr>
        <p:txBody>
          <a:bodyPr/>
          <a:lstStyle/>
          <a:p>
            <a:r>
              <a:rPr kumimoji="0" lang="fr-FR"/>
              <a:t>Modifiez le style du titre</a:t>
            </a:r>
            <a:endParaRPr kumimoji="0" lang="en-US"/>
          </a:p>
        </p:txBody>
      </p:sp>
      <p:sp>
        <p:nvSpPr>
          <p:cNvPr id="5" name="Espace réservé de la date 4"/>
          <p:cNvSpPr>
            <a:spLocks noGrp="1"/>
          </p:cNvSpPr>
          <p:nvPr>
            <p:ph type="dt" sz="half" idx="10"/>
          </p:nvPr>
        </p:nvSpPr>
        <p:spPr>
          <a:xfrm>
            <a:off x="7721600" y="6409944"/>
            <a:ext cx="4059936" cy="365760"/>
          </a:xfrm>
        </p:spPr>
        <p:txBody>
          <a:bodyPr/>
          <a:lstStyle/>
          <a:p>
            <a:fld id="{5A0EAEEB-3E8A-40A3-AB11-03CA23E73CA1}" type="datetime1">
              <a:rPr lang="fr-CA" smtClean="0"/>
              <a:t>2026-08-16</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lvl1pPr>
              <a:defRPr>
                <a:solidFill>
                  <a:schemeClr val="tx1"/>
                </a:solidFill>
              </a:defRPr>
            </a:lvl1pPr>
          </a:lstStyle>
          <a:p>
            <a:fld id="{B3983902-ABD2-4CA9-BB77-601D6C75F434}" type="slidenum">
              <a:rPr lang="fr-CA" smtClean="0"/>
              <a:pPr/>
              <a:t>‹#›</a:t>
            </a:fld>
            <a:endParaRPr lang="fr-CA" dirty="0"/>
          </a:p>
        </p:txBody>
      </p:sp>
      <p:sp>
        <p:nvSpPr>
          <p:cNvPr id="10" name="Espace réservé du contenu 9"/>
          <p:cNvSpPr>
            <a:spLocks noGrp="1"/>
          </p:cNvSpPr>
          <p:nvPr>
            <p:ph sz="half" idx="1"/>
          </p:nvPr>
        </p:nvSpPr>
        <p:spPr>
          <a:xfrm>
            <a:off x="402336" y="1371600"/>
            <a:ext cx="5384800" cy="4681728"/>
          </a:xfrm>
        </p:spPr>
        <p:txBody>
          <a:bodyPr/>
          <a:lstStyle>
            <a:lvl1pPr>
              <a:defRPr sz="1688"/>
            </a:lvl1pPr>
          </a:lstStyle>
          <a:p>
            <a:pPr lvl="0" eaLnBrk="1" latinLnBrk="0" hangingPunct="1"/>
            <a:r>
              <a:rPr lang="fr-FR" dirty="0"/>
              <a:t>Modifiez les styles du texte du masque</a:t>
            </a:r>
          </a:p>
          <a:p>
            <a:pPr lvl="1" eaLnBrk="1" latinLnBrk="0" hangingPunct="1"/>
            <a:r>
              <a:rPr lang="fr-FR" dirty="0"/>
              <a:t>Deuxième niveau</a:t>
            </a:r>
          </a:p>
          <a:p>
            <a:pPr lvl="2" eaLnBrk="1" latinLnBrk="0" hangingPunct="1"/>
            <a:r>
              <a:rPr lang="fr-FR" dirty="0"/>
              <a:t>Troisième niveau</a:t>
            </a:r>
          </a:p>
          <a:p>
            <a:pPr lvl="3" eaLnBrk="1" latinLnBrk="0" hangingPunct="1"/>
            <a:r>
              <a:rPr lang="fr-FR" dirty="0"/>
              <a:t>Quatrième niveau</a:t>
            </a:r>
          </a:p>
          <a:p>
            <a:pPr lvl="4" eaLnBrk="1" latinLnBrk="0" hangingPunct="1"/>
            <a:r>
              <a:rPr lang="fr-FR" dirty="0"/>
              <a:t>Cinquième niveau</a:t>
            </a:r>
            <a:endParaRPr kumimoji="0" lang="en-US" dirty="0"/>
          </a:p>
        </p:txBody>
      </p:sp>
      <p:sp>
        <p:nvSpPr>
          <p:cNvPr id="12" name="Espace réservé du contenu 11"/>
          <p:cNvSpPr>
            <a:spLocks noGrp="1"/>
          </p:cNvSpPr>
          <p:nvPr>
            <p:ph sz="half" idx="2"/>
          </p:nvPr>
        </p:nvSpPr>
        <p:spPr>
          <a:xfrm>
            <a:off x="6400800" y="1371600"/>
            <a:ext cx="5384800" cy="4681728"/>
          </a:xfrm>
        </p:spPr>
        <p:txBody>
          <a:bodyPr/>
          <a:lstStyle>
            <a:lvl1pPr>
              <a:defRPr sz="1688"/>
            </a:lvl1pPr>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extLst>
      <p:ext uri="{BB962C8B-B14F-4D97-AF65-F5344CB8AC3E}">
        <p14:creationId xmlns:p14="http://schemas.microsoft.com/office/powerpoint/2010/main" val="316560946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pPr>
              <a:defRPr/>
            </a:pPr>
            <a:endParaRPr lang="fr-CA" dirty="0"/>
          </a:p>
        </p:txBody>
      </p:sp>
      <p:sp>
        <p:nvSpPr>
          <p:cNvPr id="3" name="Espace réservé du pied de page 2"/>
          <p:cNvSpPr>
            <a:spLocks noGrp="1"/>
          </p:cNvSpPr>
          <p:nvPr>
            <p:ph type="ftr" sz="quarter" idx="11"/>
          </p:nvPr>
        </p:nvSpPr>
        <p:spPr/>
        <p:txBody>
          <a:bodyPr/>
          <a:lstStyle/>
          <a:p>
            <a:pPr>
              <a:defRPr/>
            </a:pPr>
            <a:endParaRPr lang="fr-CA" dirty="0"/>
          </a:p>
        </p:txBody>
      </p:sp>
      <p:sp>
        <p:nvSpPr>
          <p:cNvPr id="4" name="Espace réservé du numéro de diapositive 3"/>
          <p:cNvSpPr>
            <a:spLocks noGrp="1"/>
          </p:cNvSpPr>
          <p:nvPr>
            <p:ph type="sldNum" sz="quarter" idx="12"/>
          </p:nvPr>
        </p:nvSpPr>
        <p:spPr>
          <a:xfrm>
            <a:off x="5689601" y="6324600"/>
            <a:ext cx="812800" cy="441324"/>
          </a:xfrm>
        </p:spPr>
        <p:txBody>
          <a:bodyPr/>
          <a:lstStyle>
            <a:lvl1pPr>
              <a:defRPr>
                <a:solidFill>
                  <a:srgbClr val="FFFFFF"/>
                </a:solidFill>
              </a:defRPr>
            </a:lvl1pPr>
          </a:lstStyle>
          <a:p>
            <a:pPr>
              <a:defRPr/>
            </a:pPr>
            <a:fld id="{30E58A79-823B-415C-B96A-0DA0927A0E78}" type="slidenum">
              <a:rPr lang="fr-CA" smtClean="0"/>
              <a:pPr>
                <a:defRPr/>
              </a:pPr>
              <a:t>‹#›</a:t>
            </a:fld>
            <a:endParaRPr lang="fr-CA" dirty="0"/>
          </a:p>
        </p:txBody>
      </p:sp>
    </p:spTree>
    <p:extLst>
      <p:ext uri="{BB962C8B-B14F-4D97-AF65-F5344CB8AC3E}">
        <p14:creationId xmlns:p14="http://schemas.microsoft.com/office/powerpoint/2010/main" val="17241933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woTxTwoObj">
  <p:cSld name="Comparaison">
    <p:bg>
      <p:bgRef idx="1001">
        <a:schemeClr val="bg2"/>
      </p:bgRef>
    </p:bg>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402339" y="1524000"/>
            <a:ext cx="5386919"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1485" b="1" dirty="0" smtClean="0">
                <a:solidFill>
                  <a:srgbClr val="FFFFFF"/>
                </a:solidFill>
              </a:defRPr>
            </a:lvl1pPr>
            <a:lvl2pPr>
              <a:buNone/>
              <a:defRPr sz="1350" b="1"/>
            </a:lvl2pPr>
            <a:lvl3pPr>
              <a:buNone/>
              <a:defRPr sz="1215" b="1"/>
            </a:lvl3pPr>
            <a:lvl4pPr>
              <a:buNone/>
              <a:defRPr sz="1080" b="1"/>
            </a:lvl4pPr>
            <a:lvl5pPr>
              <a:buNone/>
              <a:defRPr sz="1080" b="1"/>
            </a:lvl5pPr>
          </a:lstStyle>
          <a:p>
            <a:pPr lvl="0" eaLnBrk="1" latinLnBrk="0" hangingPunct="1"/>
            <a:r>
              <a:rPr kumimoji="0" lang="fr-FR"/>
              <a:t>Modifiez les styles du texte du masque</a:t>
            </a:r>
          </a:p>
        </p:txBody>
      </p:sp>
      <p:sp>
        <p:nvSpPr>
          <p:cNvPr id="4" name="Espace réservé du texte 3"/>
          <p:cNvSpPr>
            <a:spLocks noGrp="1"/>
          </p:cNvSpPr>
          <p:nvPr>
            <p:ph type="body" sz="half" idx="3"/>
          </p:nvPr>
        </p:nvSpPr>
        <p:spPr>
          <a:xfrm>
            <a:off x="6388445" y="1524000"/>
            <a:ext cx="5389033"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1485" b="1"/>
            </a:lvl1pPr>
            <a:lvl2pPr>
              <a:buNone/>
              <a:defRPr sz="1350" b="1"/>
            </a:lvl2pPr>
            <a:lvl3pPr>
              <a:buNone/>
              <a:defRPr sz="1215" b="1"/>
            </a:lvl3pPr>
            <a:lvl4pPr>
              <a:buNone/>
              <a:defRPr sz="1080" b="1"/>
            </a:lvl4pPr>
            <a:lvl5pPr>
              <a:buNone/>
              <a:defRPr sz="1080" b="1"/>
            </a:lvl5pPr>
          </a:lstStyle>
          <a:p>
            <a:pPr lvl="0" eaLnBrk="1" latinLnBrk="0" hangingPunct="1"/>
            <a:r>
              <a:rPr kumimoji="0" lang="fr-FR"/>
              <a:t>Modifiez les styles du texte du masque</a:t>
            </a:r>
          </a:p>
        </p:txBody>
      </p:sp>
      <p:sp>
        <p:nvSpPr>
          <p:cNvPr id="7" name="Espace réservé de la date 6"/>
          <p:cNvSpPr>
            <a:spLocks noGrp="1"/>
          </p:cNvSpPr>
          <p:nvPr>
            <p:ph type="dt" sz="half" idx="10"/>
          </p:nvPr>
        </p:nvSpPr>
        <p:spPr/>
        <p:txBody>
          <a:bodyPr/>
          <a:lstStyle/>
          <a:p>
            <a:fld id="{569D7785-CC48-4AA0-8D4D-D438F01E5233}" type="datetime1">
              <a:rPr lang="fr-CA" smtClean="0"/>
              <a:t>2026-08-16</a:t>
            </a:fld>
            <a:endParaRPr lang="fr-CA"/>
          </a:p>
        </p:txBody>
      </p:sp>
      <p:sp>
        <p:nvSpPr>
          <p:cNvPr id="8" name="Espace réservé du pied de page 7"/>
          <p:cNvSpPr>
            <a:spLocks noGrp="1"/>
          </p:cNvSpPr>
          <p:nvPr>
            <p:ph type="ftr" sz="quarter" idx="11"/>
          </p:nvPr>
        </p:nvSpPr>
        <p:spPr>
          <a:xfrm>
            <a:off x="406403" y="6409944"/>
            <a:ext cx="4775200" cy="365760"/>
          </a:xfrm>
        </p:spPr>
        <p:txBody>
          <a:bodyPr/>
          <a:lstStyle/>
          <a:p>
            <a:endParaRPr lang="fr-CA"/>
          </a:p>
        </p:txBody>
      </p:sp>
      <p:sp>
        <p:nvSpPr>
          <p:cNvPr id="24" name="Espace réservé du contenu 23"/>
          <p:cNvSpPr>
            <a:spLocks noGrp="1"/>
          </p:cNvSpPr>
          <p:nvPr>
            <p:ph sz="quarter" idx="2"/>
          </p:nvPr>
        </p:nvSpPr>
        <p:spPr>
          <a:xfrm>
            <a:off x="402336" y="2471387"/>
            <a:ext cx="5388864" cy="3818404"/>
          </a:xfrm>
        </p:spPr>
        <p:txBody>
          <a:bodyPr/>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26" name="Espace réservé du contenu 25"/>
          <p:cNvSpPr>
            <a:spLocks noGrp="1"/>
          </p:cNvSpPr>
          <p:nvPr>
            <p:ph sz="quarter" idx="4"/>
          </p:nvPr>
        </p:nvSpPr>
        <p:spPr>
          <a:xfrm>
            <a:off x="6400800" y="2471383"/>
            <a:ext cx="5384800" cy="3822192"/>
          </a:xfrm>
        </p:spPr>
        <p:txBody>
          <a:bodyPr/>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9" name="Espace réservé du numéro de diapositive 8"/>
          <p:cNvSpPr>
            <a:spLocks noGrp="1"/>
          </p:cNvSpPr>
          <p:nvPr>
            <p:ph type="sldNum" sz="quarter" idx="12"/>
          </p:nvPr>
        </p:nvSpPr>
        <p:spPr>
          <a:xfrm>
            <a:off x="5791200" y="1042423"/>
            <a:ext cx="609600" cy="441325"/>
          </a:xfrm>
        </p:spPr>
        <p:txBody>
          <a:bodyPr/>
          <a:lstStyle>
            <a:lvl1pPr algn="ctr">
              <a:defRPr>
                <a:solidFill>
                  <a:schemeClr val="tx1"/>
                </a:solidFill>
              </a:defRPr>
            </a:lvl1pPr>
          </a:lstStyle>
          <a:p>
            <a:fld id="{B3983902-ABD2-4CA9-BB77-601D6C75F434}" type="slidenum">
              <a:rPr lang="fr-CA" smtClean="0"/>
              <a:pPr/>
              <a:t>‹#›</a:t>
            </a:fld>
            <a:endParaRPr lang="fr-CA" dirty="0"/>
          </a:p>
        </p:txBody>
      </p:sp>
      <p:sp>
        <p:nvSpPr>
          <p:cNvPr id="23" name="Titre 22"/>
          <p:cNvSpPr>
            <a:spLocks noGrp="1"/>
          </p:cNvSpPr>
          <p:nvPr>
            <p:ph type="title"/>
          </p:nvPr>
        </p:nvSpPr>
        <p:spPr/>
        <p:txBody>
          <a:bodyPr rtlCol="0" anchor="b" anchorCtr="0"/>
          <a:lstStyle/>
          <a:p>
            <a:r>
              <a:rPr kumimoji="0" lang="fr-FR"/>
              <a:t>Modifiez le style du titre</a:t>
            </a:r>
            <a:endParaRPr kumimoji="0" lang="en-US"/>
          </a:p>
        </p:txBody>
      </p:sp>
    </p:spTree>
    <p:extLst>
      <p:ext uri="{BB962C8B-B14F-4D97-AF65-F5344CB8AC3E}">
        <p14:creationId xmlns:p14="http://schemas.microsoft.com/office/powerpoint/2010/main" val="129452142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6" name="Rectangle 15"/>
          <p:cNvSpPr>
            <a:spLocks noChangeArrowheads="1"/>
          </p:cNvSpPr>
          <p:nvPr/>
        </p:nvSpPr>
        <p:spPr bwMode="white">
          <a:xfrm>
            <a:off x="0" y="0"/>
            <a:ext cx="12192000" cy="13933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9" name="Rectangle 18"/>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9" name="Rectangle 8"/>
          <p:cNvSpPr>
            <a:spLocks noChangeArrowheads="1"/>
          </p:cNvSpPr>
          <p:nvPr/>
        </p:nvSpPr>
        <p:spPr bwMode="auto">
          <a:xfrm>
            <a:off x="199136" y="6388388"/>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4" name="Espace réservé de la date 13"/>
          <p:cNvSpPr>
            <a:spLocks noGrp="1"/>
          </p:cNvSpPr>
          <p:nvPr>
            <p:ph type="dt" sz="half" idx="2"/>
          </p:nvPr>
        </p:nvSpPr>
        <p:spPr>
          <a:xfrm>
            <a:off x="7721600" y="6404984"/>
            <a:ext cx="4059936" cy="365760"/>
          </a:xfrm>
          <a:prstGeom prst="rect">
            <a:avLst/>
          </a:prstGeom>
        </p:spPr>
        <p:txBody>
          <a:bodyPr vert="horz"/>
          <a:lstStyle>
            <a:lvl1pPr algn="r" eaLnBrk="1" latinLnBrk="0" hangingPunct="1">
              <a:defRPr kumimoji="0" sz="1167">
                <a:solidFill>
                  <a:srgbClr val="FFFFFF"/>
                </a:solidFill>
              </a:defRPr>
            </a:lvl1pPr>
          </a:lstStyle>
          <a:p>
            <a:endParaRPr lang="fr-CA"/>
          </a:p>
        </p:txBody>
      </p:sp>
      <p:sp>
        <p:nvSpPr>
          <p:cNvPr id="3" name="Espace réservé du pied de page 2"/>
          <p:cNvSpPr>
            <a:spLocks noGrp="1"/>
          </p:cNvSpPr>
          <p:nvPr>
            <p:ph type="ftr" sz="quarter" idx="3"/>
          </p:nvPr>
        </p:nvSpPr>
        <p:spPr>
          <a:xfrm>
            <a:off x="406400" y="6410848"/>
            <a:ext cx="4775200" cy="365760"/>
          </a:xfrm>
          <a:prstGeom prst="rect">
            <a:avLst/>
          </a:prstGeom>
        </p:spPr>
        <p:txBody>
          <a:bodyPr vert="horz"/>
          <a:lstStyle>
            <a:lvl1pPr algn="l" eaLnBrk="1" latinLnBrk="0" hangingPunct="1">
              <a:defRPr kumimoji="0" sz="1000">
                <a:solidFill>
                  <a:srgbClr val="FFFFFF"/>
                </a:solidFill>
              </a:defRPr>
            </a:lvl1pPr>
          </a:lstStyle>
          <a:p>
            <a:endParaRPr lang="fr-CA"/>
          </a:p>
        </p:txBody>
      </p:sp>
      <p:sp>
        <p:nvSpPr>
          <p:cNvPr id="8" name="Rectangle 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76200" tIns="38100" rIns="76200" bIns="38100" anchor="ctr" compatLnSpc="1"/>
          <a:lstStyle/>
          <a:p>
            <a:endParaRPr lang="en-US" sz="1800" dirty="0">
              <a:solidFill>
                <a:prstClr val="black"/>
              </a:solidFill>
            </a:endParaRPr>
          </a:p>
        </p:txBody>
      </p:sp>
      <p:sp>
        <p:nvSpPr>
          <p:cNvPr id="10" name="Connecteur droit 9"/>
          <p:cNvSpPr>
            <a:spLocks noChangeShapeType="1"/>
          </p:cNvSpPr>
          <p:nvPr/>
        </p:nvSpPr>
        <p:spPr bwMode="auto">
          <a:xfrm>
            <a:off x="203200" y="1276744"/>
            <a:ext cx="1177747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76200" tIns="38100" rIns="76200" bIns="38100" anchor="ctr" compatLnSpc="1"/>
          <a:lstStyle/>
          <a:p>
            <a:endParaRPr lang="en-US" sz="1800">
              <a:solidFill>
                <a:prstClr val="black"/>
              </a:solidFill>
            </a:endParaRPr>
          </a:p>
        </p:txBody>
      </p:sp>
      <p:sp>
        <p:nvSpPr>
          <p:cNvPr id="12" name="Ellipse 11"/>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15" name="Ellipse 14"/>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23" name="Espace réservé du numéro de diapositive 22"/>
          <p:cNvSpPr>
            <a:spLocks noGrp="1"/>
          </p:cNvSpPr>
          <p:nvPr>
            <p:ph type="sldNum" sz="quarter" idx="4"/>
          </p:nvPr>
        </p:nvSpPr>
        <p:spPr>
          <a:xfrm>
            <a:off x="5791200" y="1040176"/>
            <a:ext cx="609600" cy="441325"/>
          </a:xfrm>
          <a:prstGeom prst="rect">
            <a:avLst/>
          </a:prstGeom>
        </p:spPr>
        <p:txBody>
          <a:bodyPr vert="horz" lIns="45720" rIns="45720" anchor="ctr">
            <a:normAutofit/>
          </a:bodyPr>
          <a:lstStyle>
            <a:lvl1pPr algn="ctr" eaLnBrk="1" latinLnBrk="0" hangingPunct="1">
              <a:defRPr kumimoji="0" sz="1333">
                <a:solidFill>
                  <a:schemeClr val="accent3">
                    <a:shade val="75000"/>
                  </a:schemeClr>
                </a:solidFill>
              </a:defRPr>
            </a:lvl1pPr>
          </a:lstStyle>
          <a:p>
            <a:fld id="{EA019D1F-2BC9-41FA-953B-C3256200C508}" type="slidenum">
              <a:rPr lang="fr-CA" smtClean="0">
                <a:solidFill>
                  <a:srgbClr val="8CADAE">
                    <a:shade val="75000"/>
                  </a:srgbClr>
                </a:solidFill>
              </a:rPr>
              <a:t>‹#›</a:t>
            </a:fld>
            <a:endParaRPr lang="fr-CA">
              <a:solidFill>
                <a:srgbClr val="8CADAE">
                  <a:shade val="75000"/>
                </a:srgbClr>
              </a:solidFill>
            </a:endParaRPr>
          </a:p>
        </p:txBody>
      </p:sp>
      <p:sp>
        <p:nvSpPr>
          <p:cNvPr id="22" name="Espace réservé du titre 21"/>
          <p:cNvSpPr>
            <a:spLocks noGrp="1"/>
          </p:cNvSpPr>
          <p:nvPr>
            <p:ph type="title"/>
          </p:nvPr>
        </p:nvSpPr>
        <p:spPr>
          <a:xfrm>
            <a:off x="402336" y="228600"/>
            <a:ext cx="11379200" cy="758952"/>
          </a:xfrm>
          <a:prstGeom prst="rect">
            <a:avLst/>
          </a:prstGeom>
        </p:spPr>
        <p:txBody>
          <a:bodyPr vert="horz" anchor="b">
            <a:normAutofit/>
          </a:bodyPr>
          <a:lstStyle/>
          <a:p>
            <a:r>
              <a:rPr kumimoji="0" lang="fr-FR"/>
              <a:t>Cliquez pour modifier le style du titre</a:t>
            </a:r>
            <a:endParaRPr kumimoji="0" lang="en-US"/>
          </a:p>
        </p:txBody>
      </p:sp>
      <p:sp>
        <p:nvSpPr>
          <p:cNvPr id="13" name="Espace réservé du texte 12"/>
          <p:cNvSpPr>
            <a:spLocks noGrp="1"/>
          </p:cNvSpPr>
          <p:nvPr>
            <p:ph type="body" idx="1"/>
          </p:nvPr>
        </p:nvSpPr>
        <p:spPr>
          <a:xfrm>
            <a:off x="402336" y="1524000"/>
            <a:ext cx="11379200" cy="4599432"/>
          </a:xfrm>
          <a:prstGeom prst="rect">
            <a:avLst/>
          </a:prstGeom>
        </p:spPr>
        <p:txBody>
          <a:bodyPr vert="horz">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Tree>
    <p:extLst>
      <p:ext uri="{BB962C8B-B14F-4D97-AF65-F5344CB8AC3E}">
        <p14:creationId xmlns:p14="http://schemas.microsoft.com/office/powerpoint/2010/main" val="15342797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rtl="0" eaLnBrk="1" latinLnBrk="0" hangingPunct="1">
        <a:spcBef>
          <a:spcPct val="0"/>
        </a:spcBef>
        <a:buNone/>
        <a:defRPr kumimoji="0" sz="2750" kern="1200">
          <a:solidFill>
            <a:schemeClr val="accent3">
              <a:shade val="75000"/>
            </a:schemeClr>
          </a:solidFill>
          <a:latin typeface="+mj-lt"/>
          <a:ea typeface="+mj-ea"/>
          <a:cs typeface="+mj-cs"/>
        </a:defRPr>
      </a:lvl1pPr>
    </p:titleStyle>
    <p:bodyStyle>
      <a:lvl1pPr marL="228591" indent="-228591" algn="l" rtl="0" eaLnBrk="1" latinLnBrk="0" hangingPunct="1">
        <a:spcBef>
          <a:spcPct val="20000"/>
        </a:spcBef>
        <a:buClr>
          <a:schemeClr val="accent1"/>
        </a:buClr>
        <a:buSzPct val="85000"/>
        <a:buFont typeface="Wingdings 2"/>
        <a:buChar char=""/>
        <a:defRPr kumimoji="0" sz="2250" kern="1200">
          <a:solidFill>
            <a:schemeClr val="tx1"/>
          </a:solidFill>
          <a:latin typeface="+mn-lt"/>
          <a:ea typeface="+mn-ea"/>
          <a:cs typeface="+mn-cs"/>
        </a:defRPr>
      </a:lvl1pPr>
      <a:lvl2pPr marL="457182" indent="-228591" algn="l" rtl="0" eaLnBrk="1" latinLnBrk="0" hangingPunct="1">
        <a:spcBef>
          <a:spcPct val="20000"/>
        </a:spcBef>
        <a:buClr>
          <a:schemeClr val="accent2"/>
        </a:buClr>
        <a:buSzPct val="70000"/>
        <a:buFont typeface="Wingdings"/>
        <a:buChar char=""/>
        <a:defRPr kumimoji="0" sz="1833" kern="1200">
          <a:solidFill>
            <a:schemeClr val="tx2"/>
          </a:solidFill>
          <a:latin typeface="+mn-lt"/>
          <a:ea typeface="+mn-ea"/>
          <a:cs typeface="+mn-cs"/>
        </a:defRPr>
      </a:lvl2pPr>
      <a:lvl3pPr marL="685773" indent="-190492" algn="l" rtl="0" eaLnBrk="1" latinLnBrk="0" hangingPunct="1">
        <a:spcBef>
          <a:spcPct val="20000"/>
        </a:spcBef>
        <a:buClr>
          <a:schemeClr val="accent3"/>
        </a:buClr>
        <a:buSzPct val="75000"/>
        <a:buFont typeface="Wingdings 2"/>
        <a:buChar char=""/>
        <a:defRPr kumimoji="0" sz="1667" kern="1200">
          <a:solidFill>
            <a:schemeClr val="tx1"/>
          </a:solidFill>
          <a:latin typeface="+mn-lt"/>
          <a:ea typeface="+mn-ea"/>
          <a:cs typeface="+mn-cs"/>
        </a:defRPr>
      </a:lvl3pPr>
      <a:lvl4pPr marL="914363" indent="-190492" algn="l" rtl="0" eaLnBrk="1" latinLnBrk="0" hangingPunct="1">
        <a:spcBef>
          <a:spcPct val="20000"/>
        </a:spcBef>
        <a:buClr>
          <a:schemeClr val="accent4"/>
        </a:buClr>
        <a:buSzPct val="70000"/>
        <a:buFont typeface="Wingdings"/>
        <a:buChar char=""/>
        <a:defRPr kumimoji="0" sz="1667" kern="1200">
          <a:solidFill>
            <a:schemeClr val="tx2"/>
          </a:solidFill>
          <a:latin typeface="+mn-lt"/>
          <a:ea typeface="+mn-ea"/>
          <a:cs typeface="+mn-cs"/>
        </a:defRPr>
      </a:lvl4pPr>
      <a:lvl5pPr marL="1142954" indent="-190492" algn="l" rtl="0" eaLnBrk="1" latinLnBrk="0" hangingPunct="1">
        <a:spcBef>
          <a:spcPct val="20000"/>
        </a:spcBef>
        <a:buClr>
          <a:schemeClr val="accent5"/>
        </a:buClr>
        <a:buFontTx/>
        <a:buChar char="•"/>
        <a:defRPr kumimoji="0" sz="1500" kern="1200">
          <a:solidFill>
            <a:schemeClr val="tx1"/>
          </a:solidFill>
          <a:latin typeface="+mn-lt"/>
          <a:ea typeface="+mn-ea"/>
          <a:cs typeface="+mn-cs"/>
        </a:defRPr>
      </a:lvl5pPr>
      <a:lvl6pPr marL="1371545" indent="-152394" algn="l" rtl="0" eaLnBrk="1" latinLnBrk="0" hangingPunct="1">
        <a:spcBef>
          <a:spcPct val="20000"/>
        </a:spcBef>
        <a:buClr>
          <a:schemeClr val="accent6"/>
        </a:buClr>
        <a:buSzPct val="80000"/>
        <a:buFont typeface="Wingdings 2"/>
        <a:buChar char=""/>
        <a:defRPr kumimoji="0" sz="1500" kern="1200">
          <a:solidFill>
            <a:schemeClr val="tx1"/>
          </a:solidFill>
          <a:latin typeface="+mn-lt"/>
          <a:ea typeface="+mn-ea"/>
          <a:cs typeface="+mn-cs"/>
        </a:defRPr>
      </a:lvl6pPr>
      <a:lvl7pPr marL="1600136" indent="-152394" algn="l" rtl="0" eaLnBrk="1" latinLnBrk="0" hangingPunct="1">
        <a:spcBef>
          <a:spcPct val="20000"/>
        </a:spcBef>
        <a:buClr>
          <a:schemeClr val="accent1">
            <a:shade val="75000"/>
          </a:schemeClr>
        </a:buClr>
        <a:buSzPct val="90000"/>
        <a:buChar char="•"/>
        <a:defRPr kumimoji="0" sz="1333" kern="1200" baseline="0">
          <a:solidFill>
            <a:schemeClr val="tx1"/>
          </a:solidFill>
          <a:latin typeface="+mn-lt"/>
          <a:ea typeface="+mn-ea"/>
          <a:cs typeface="+mn-cs"/>
        </a:defRPr>
      </a:lvl7pPr>
      <a:lvl8pPr marL="1752530" indent="-152394" algn="l" rtl="0" eaLnBrk="1" latinLnBrk="0" hangingPunct="1">
        <a:spcBef>
          <a:spcPct val="20000"/>
        </a:spcBef>
        <a:buClr>
          <a:schemeClr val="accent4">
            <a:shade val="75000"/>
          </a:schemeClr>
        </a:buClr>
        <a:buChar char="•"/>
        <a:defRPr kumimoji="0" sz="1333" kern="1200">
          <a:solidFill>
            <a:schemeClr val="tx1"/>
          </a:solidFill>
          <a:latin typeface="+mn-lt"/>
          <a:ea typeface="+mn-ea"/>
          <a:cs typeface="+mn-cs"/>
        </a:defRPr>
      </a:lvl8pPr>
      <a:lvl9pPr marL="1981121" indent="-152394" algn="l" rtl="0" eaLnBrk="1" latinLnBrk="0" hangingPunct="1">
        <a:spcBef>
          <a:spcPct val="20000"/>
        </a:spcBef>
        <a:buClr>
          <a:schemeClr val="accent2">
            <a:shade val="75000"/>
          </a:schemeClr>
        </a:buClr>
        <a:buSzPct val="90000"/>
        <a:buChar char="•"/>
        <a:defRPr kumimoji="0" sz="1167"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80985" algn="l" rtl="0" eaLnBrk="1" latinLnBrk="0" hangingPunct="1">
        <a:defRPr kumimoji="0" kern="1200">
          <a:solidFill>
            <a:schemeClr val="tx1"/>
          </a:solidFill>
          <a:latin typeface="+mn-lt"/>
          <a:ea typeface="+mn-ea"/>
          <a:cs typeface="+mn-cs"/>
        </a:defRPr>
      </a:lvl2pPr>
      <a:lvl3pPr marL="761970" algn="l" rtl="0" eaLnBrk="1" latinLnBrk="0" hangingPunct="1">
        <a:defRPr kumimoji="0" kern="1200">
          <a:solidFill>
            <a:schemeClr val="tx1"/>
          </a:solidFill>
          <a:latin typeface="+mn-lt"/>
          <a:ea typeface="+mn-ea"/>
          <a:cs typeface="+mn-cs"/>
        </a:defRPr>
      </a:lvl3pPr>
      <a:lvl4pPr marL="1142954" algn="l" rtl="0" eaLnBrk="1" latinLnBrk="0" hangingPunct="1">
        <a:defRPr kumimoji="0" kern="1200">
          <a:solidFill>
            <a:schemeClr val="tx1"/>
          </a:solidFill>
          <a:latin typeface="+mn-lt"/>
          <a:ea typeface="+mn-ea"/>
          <a:cs typeface="+mn-cs"/>
        </a:defRPr>
      </a:lvl4pPr>
      <a:lvl5pPr marL="1523939" algn="l" rtl="0" eaLnBrk="1" latinLnBrk="0" hangingPunct="1">
        <a:defRPr kumimoji="0" kern="1200">
          <a:solidFill>
            <a:schemeClr val="tx1"/>
          </a:solidFill>
          <a:latin typeface="+mn-lt"/>
          <a:ea typeface="+mn-ea"/>
          <a:cs typeface="+mn-cs"/>
        </a:defRPr>
      </a:lvl5pPr>
      <a:lvl6pPr marL="1904924" algn="l" rtl="0" eaLnBrk="1" latinLnBrk="0" hangingPunct="1">
        <a:defRPr kumimoji="0" kern="1200">
          <a:solidFill>
            <a:schemeClr val="tx1"/>
          </a:solidFill>
          <a:latin typeface="+mn-lt"/>
          <a:ea typeface="+mn-ea"/>
          <a:cs typeface="+mn-cs"/>
        </a:defRPr>
      </a:lvl6pPr>
      <a:lvl7pPr marL="2285909" algn="l" rtl="0" eaLnBrk="1" latinLnBrk="0" hangingPunct="1">
        <a:defRPr kumimoji="0" kern="1200">
          <a:solidFill>
            <a:schemeClr val="tx1"/>
          </a:solidFill>
          <a:latin typeface="+mn-lt"/>
          <a:ea typeface="+mn-ea"/>
          <a:cs typeface="+mn-cs"/>
        </a:defRPr>
      </a:lvl7pPr>
      <a:lvl8pPr marL="2666893" algn="l" rtl="0" eaLnBrk="1" latinLnBrk="0" hangingPunct="1">
        <a:defRPr kumimoji="0" kern="1200">
          <a:solidFill>
            <a:schemeClr val="tx1"/>
          </a:solidFill>
          <a:latin typeface="+mn-lt"/>
          <a:ea typeface="+mn-ea"/>
          <a:cs typeface="+mn-cs"/>
        </a:defRPr>
      </a:lvl8pPr>
      <a:lvl9pPr marL="3047878"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68580" tIns="34290" rIns="68580" bIns="34290" anchor="ctr" compatLnSpc="1"/>
          <a:lstStyle/>
          <a:p>
            <a:endParaRPr lang="en-US" sz="1800">
              <a:solidFill>
                <a:prstClr val="black"/>
              </a:solidFill>
            </a:endParaRPr>
          </a:p>
        </p:txBody>
      </p:sp>
      <p:sp>
        <p:nvSpPr>
          <p:cNvPr id="16" name="Rectangle 15"/>
          <p:cNvSpPr>
            <a:spLocks noChangeArrowheads="1"/>
          </p:cNvSpPr>
          <p:nvPr/>
        </p:nvSpPr>
        <p:spPr bwMode="white">
          <a:xfrm>
            <a:off x="0" y="9"/>
            <a:ext cx="12192000" cy="13933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68580" tIns="34290" rIns="68580" bIns="34290" anchor="ctr" compatLnSpc="1"/>
          <a:lstStyle/>
          <a:p>
            <a:endParaRPr lang="en-US" sz="1800">
              <a:solidFill>
                <a:prstClr val="black"/>
              </a:solidFill>
            </a:endParaRPr>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68580" tIns="34290" rIns="68580" bIns="34290" anchor="ctr" compatLnSpc="1"/>
          <a:lstStyle/>
          <a:p>
            <a:endParaRPr lang="en-US" sz="1800">
              <a:solidFill>
                <a:prstClr val="black"/>
              </a:solidFill>
            </a:endParaRPr>
          </a:p>
        </p:txBody>
      </p:sp>
      <p:sp>
        <p:nvSpPr>
          <p:cNvPr id="19" name="Rectangle 18"/>
          <p:cNvSpPr>
            <a:spLocks noChangeArrowheads="1"/>
          </p:cNvSpPr>
          <p:nvPr/>
        </p:nvSpPr>
        <p:spPr bwMode="white">
          <a:xfrm>
            <a:off x="11988803"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68580" tIns="34290" rIns="68580" bIns="34290" anchor="ctr" compatLnSpc="1"/>
          <a:lstStyle/>
          <a:p>
            <a:endParaRPr lang="en-US" sz="1800">
              <a:solidFill>
                <a:prstClr val="black"/>
              </a:solidFill>
            </a:endParaRPr>
          </a:p>
        </p:txBody>
      </p:sp>
      <p:sp>
        <p:nvSpPr>
          <p:cNvPr id="9" name="Rectangle 8"/>
          <p:cNvSpPr>
            <a:spLocks noChangeArrowheads="1"/>
          </p:cNvSpPr>
          <p:nvPr/>
        </p:nvSpPr>
        <p:spPr bwMode="auto">
          <a:xfrm>
            <a:off x="199136" y="6388396"/>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68580" tIns="34290" rIns="68580" bIns="34290" anchor="ctr" compatLnSpc="1"/>
          <a:lstStyle/>
          <a:p>
            <a:endParaRPr lang="en-US" sz="1800">
              <a:solidFill>
                <a:prstClr val="black"/>
              </a:solidFill>
            </a:endParaRPr>
          </a:p>
        </p:txBody>
      </p:sp>
      <p:sp>
        <p:nvSpPr>
          <p:cNvPr id="14" name="Espace réservé de la date 13"/>
          <p:cNvSpPr>
            <a:spLocks noGrp="1"/>
          </p:cNvSpPr>
          <p:nvPr>
            <p:ph type="dt" sz="half" idx="2"/>
          </p:nvPr>
        </p:nvSpPr>
        <p:spPr>
          <a:xfrm>
            <a:off x="7721600" y="6404984"/>
            <a:ext cx="4059936" cy="365760"/>
          </a:xfrm>
          <a:prstGeom prst="rect">
            <a:avLst/>
          </a:prstGeom>
        </p:spPr>
        <p:txBody>
          <a:bodyPr vert="horz"/>
          <a:lstStyle>
            <a:lvl1pPr algn="r" eaLnBrk="1" latinLnBrk="0" hangingPunct="1">
              <a:defRPr kumimoji="0" sz="1050">
                <a:solidFill>
                  <a:srgbClr val="FFFFFF"/>
                </a:solidFill>
              </a:defRPr>
            </a:lvl1pPr>
          </a:lstStyle>
          <a:p>
            <a:pPr>
              <a:defRPr/>
            </a:pPr>
            <a:endParaRPr lang="fr-CA"/>
          </a:p>
        </p:txBody>
      </p:sp>
      <p:sp>
        <p:nvSpPr>
          <p:cNvPr id="3" name="Espace réservé du pied de page 2"/>
          <p:cNvSpPr>
            <a:spLocks noGrp="1"/>
          </p:cNvSpPr>
          <p:nvPr>
            <p:ph type="ftr" sz="quarter" idx="3"/>
          </p:nvPr>
        </p:nvSpPr>
        <p:spPr>
          <a:xfrm>
            <a:off x="406403" y="6410848"/>
            <a:ext cx="4775200" cy="365760"/>
          </a:xfrm>
          <a:prstGeom prst="rect">
            <a:avLst/>
          </a:prstGeom>
        </p:spPr>
        <p:txBody>
          <a:bodyPr vert="horz"/>
          <a:lstStyle>
            <a:lvl1pPr algn="l" eaLnBrk="1" latinLnBrk="0" hangingPunct="1">
              <a:defRPr kumimoji="0" sz="900">
                <a:solidFill>
                  <a:srgbClr val="FFFFFF"/>
                </a:solidFill>
              </a:defRPr>
            </a:lvl1pPr>
          </a:lstStyle>
          <a:p>
            <a:pPr>
              <a:defRPr/>
            </a:pPr>
            <a:endParaRPr lang="fr-CA"/>
          </a:p>
        </p:txBody>
      </p:sp>
      <p:sp>
        <p:nvSpPr>
          <p:cNvPr id="8" name="Rectangle 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68580" tIns="34290" rIns="68580" bIns="34290" anchor="ctr" compatLnSpc="1"/>
          <a:lstStyle/>
          <a:p>
            <a:endParaRPr lang="en-US" sz="1800" dirty="0">
              <a:solidFill>
                <a:prstClr val="black"/>
              </a:solidFill>
            </a:endParaRPr>
          </a:p>
        </p:txBody>
      </p:sp>
      <p:sp>
        <p:nvSpPr>
          <p:cNvPr id="10" name="Connecteur droit 9"/>
          <p:cNvSpPr>
            <a:spLocks noChangeShapeType="1"/>
          </p:cNvSpPr>
          <p:nvPr/>
        </p:nvSpPr>
        <p:spPr bwMode="auto">
          <a:xfrm>
            <a:off x="203200" y="1276744"/>
            <a:ext cx="1177747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68580" tIns="34290" rIns="68580" bIns="34290" anchor="ctr" compatLnSpc="1"/>
          <a:lstStyle/>
          <a:p>
            <a:endParaRPr lang="en-US" sz="1800">
              <a:solidFill>
                <a:prstClr val="black"/>
              </a:solidFill>
            </a:endParaRPr>
          </a:p>
        </p:txBody>
      </p:sp>
      <p:sp>
        <p:nvSpPr>
          <p:cNvPr id="12" name="Ellipse 11"/>
          <p:cNvSpPr/>
          <p:nvPr/>
        </p:nvSpPr>
        <p:spPr>
          <a:xfrm>
            <a:off x="5689603"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15" name="Ellipse 14"/>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23" name="Espace réservé du numéro de diapositive 22"/>
          <p:cNvSpPr>
            <a:spLocks noGrp="1"/>
          </p:cNvSpPr>
          <p:nvPr>
            <p:ph type="sldNum" sz="quarter" idx="4"/>
          </p:nvPr>
        </p:nvSpPr>
        <p:spPr>
          <a:xfrm>
            <a:off x="5791200" y="1040185"/>
            <a:ext cx="609600" cy="441325"/>
          </a:xfrm>
          <a:prstGeom prst="rect">
            <a:avLst/>
          </a:prstGeom>
        </p:spPr>
        <p:txBody>
          <a:bodyPr vert="horz" lIns="45720" rIns="45720" anchor="ctr">
            <a:normAutofit/>
          </a:bodyPr>
          <a:lstStyle>
            <a:lvl1pPr algn="ctr" eaLnBrk="1" latinLnBrk="0" hangingPunct="1">
              <a:defRPr kumimoji="0" sz="1200">
                <a:solidFill>
                  <a:schemeClr val="tx1"/>
                </a:solidFill>
              </a:defRPr>
            </a:lvl1pPr>
          </a:lstStyle>
          <a:p>
            <a:pPr>
              <a:defRPr/>
            </a:pPr>
            <a:fld id="{4D0463A9-3ADC-8645-96FC-E3E0F339007A}" type="slidenum">
              <a:rPr lang="fr-FR" smtClean="0"/>
              <a:t>‹#›</a:t>
            </a:fld>
            <a:endParaRPr lang="fr-FR" dirty="0"/>
          </a:p>
        </p:txBody>
      </p:sp>
      <p:sp>
        <p:nvSpPr>
          <p:cNvPr id="22" name="Espace réservé du titre 21"/>
          <p:cNvSpPr>
            <a:spLocks noGrp="1"/>
          </p:cNvSpPr>
          <p:nvPr>
            <p:ph type="title"/>
          </p:nvPr>
        </p:nvSpPr>
        <p:spPr>
          <a:xfrm>
            <a:off x="402339" y="228600"/>
            <a:ext cx="11379200" cy="758952"/>
          </a:xfrm>
          <a:prstGeom prst="rect">
            <a:avLst/>
          </a:prstGeom>
        </p:spPr>
        <p:txBody>
          <a:bodyPr vert="horz" anchor="b">
            <a:normAutofit/>
          </a:bodyPr>
          <a:lstStyle/>
          <a:p>
            <a:r>
              <a:rPr kumimoji="0" lang="fr-FR"/>
              <a:t>Cliquez pour modifier le style du titre</a:t>
            </a:r>
            <a:endParaRPr kumimoji="0" lang="en-US"/>
          </a:p>
        </p:txBody>
      </p:sp>
      <p:sp>
        <p:nvSpPr>
          <p:cNvPr id="13" name="Espace réservé du texte 12"/>
          <p:cNvSpPr>
            <a:spLocks noGrp="1"/>
          </p:cNvSpPr>
          <p:nvPr>
            <p:ph type="body" idx="1"/>
          </p:nvPr>
        </p:nvSpPr>
        <p:spPr>
          <a:xfrm>
            <a:off x="402339" y="1524000"/>
            <a:ext cx="11379200" cy="4599432"/>
          </a:xfrm>
          <a:prstGeom prst="rect">
            <a:avLst/>
          </a:prstGeom>
        </p:spPr>
        <p:txBody>
          <a:bodyPr vert="horz">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Tree>
    <p:extLst>
      <p:ext uri="{BB962C8B-B14F-4D97-AF65-F5344CB8AC3E}">
        <p14:creationId xmlns:p14="http://schemas.microsoft.com/office/powerpoint/2010/main" val="4113381752"/>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27" r:id="rId3"/>
  </p:sldLayoutIdLst>
  <p:hf hdr="0" ftr="0" dt="0"/>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06" indent="-274306"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13" indent="-274306"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19" indent="-228589"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25" indent="-228589"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532" indent="-228589"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838" indent="-182871"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144" indent="-182871"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015" indent="-182871"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322" indent="-182871"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178" algn="l" rtl="0" eaLnBrk="1" latinLnBrk="0" hangingPunct="1">
        <a:defRPr kumimoji="0" kern="1200">
          <a:solidFill>
            <a:schemeClr val="tx1"/>
          </a:solidFill>
          <a:latin typeface="+mn-lt"/>
          <a:ea typeface="+mn-ea"/>
          <a:cs typeface="+mn-cs"/>
        </a:defRPr>
      </a:lvl2pPr>
      <a:lvl3pPr marL="914356" algn="l" rtl="0" eaLnBrk="1" latinLnBrk="0" hangingPunct="1">
        <a:defRPr kumimoji="0" kern="1200">
          <a:solidFill>
            <a:schemeClr val="tx1"/>
          </a:solidFill>
          <a:latin typeface="+mn-lt"/>
          <a:ea typeface="+mn-ea"/>
          <a:cs typeface="+mn-cs"/>
        </a:defRPr>
      </a:lvl3pPr>
      <a:lvl4pPr marL="1371532" algn="l" rtl="0" eaLnBrk="1" latinLnBrk="0" hangingPunct="1">
        <a:defRPr kumimoji="0" kern="1200">
          <a:solidFill>
            <a:schemeClr val="tx1"/>
          </a:solidFill>
          <a:latin typeface="+mn-lt"/>
          <a:ea typeface="+mn-ea"/>
          <a:cs typeface="+mn-cs"/>
        </a:defRPr>
      </a:lvl4pPr>
      <a:lvl5pPr marL="1828709" algn="l" rtl="0" eaLnBrk="1" latinLnBrk="0" hangingPunct="1">
        <a:defRPr kumimoji="0" kern="1200">
          <a:solidFill>
            <a:schemeClr val="tx1"/>
          </a:solidFill>
          <a:latin typeface="+mn-lt"/>
          <a:ea typeface="+mn-ea"/>
          <a:cs typeface="+mn-cs"/>
        </a:defRPr>
      </a:lvl5pPr>
      <a:lvl6pPr marL="2285886" algn="l" rtl="0" eaLnBrk="1" latinLnBrk="0" hangingPunct="1">
        <a:defRPr kumimoji="0" kern="1200">
          <a:solidFill>
            <a:schemeClr val="tx1"/>
          </a:solidFill>
          <a:latin typeface="+mn-lt"/>
          <a:ea typeface="+mn-ea"/>
          <a:cs typeface="+mn-cs"/>
        </a:defRPr>
      </a:lvl6pPr>
      <a:lvl7pPr marL="2743063" algn="l" rtl="0" eaLnBrk="1" latinLnBrk="0" hangingPunct="1">
        <a:defRPr kumimoji="0" kern="1200">
          <a:solidFill>
            <a:schemeClr val="tx1"/>
          </a:solidFill>
          <a:latin typeface="+mn-lt"/>
          <a:ea typeface="+mn-ea"/>
          <a:cs typeface="+mn-cs"/>
        </a:defRPr>
      </a:lvl7pPr>
      <a:lvl8pPr marL="3200240" algn="l" rtl="0" eaLnBrk="1" latinLnBrk="0" hangingPunct="1">
        <a:defRPr kumimoji="0" kern="1200">
          <a:solidFill>
            <a:schemeClr val="tx1"/>
          </a:solidFill>
          <a:latin typeface="+mn-lt"/>
          <a:ea typeface="+mn-ea"/>
          <a:cs typeface="+mn-cs"/>
        </a:defRPr>
      </a:lvl8pPr>
      <a:lvl9pPr marL="3657418"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51435" tIns="25718" rIns="51435" bIns="25718" anchor="ctr" compatLnSpc="1"/>
          <a:lstStyle/>
          <a:p>
            <a:endParaRPr lang="en-US" sz="1350">
              <a:solidFill>
                <a:prstClr val="black"/>
              </a:solidFill>
            </a:endParaRPr>
          </a:p>
        </p:txBody>
      </p:sp>
      <p:sp>
        <p:nvSpPr>
          <p:cNvPr id="16" name="Rectangle 15"/>
          <p:cNvSpPr>
            <a:spLocks noChangeArrowheads="1"/>
          </p:cNvSpPr>
          <p:nvPr/>
        </p:nvSpPr>
        <p:spPr bwMode="white">
          <a:xfrm>
            <a:off x="0" y="11"/>
            <a:ext cx="12192000" cy="13933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51435" tIns="25718" rIns="51435" bIns="25718" anchor="ctr" compatLnSpc="1"/>
          <a:lstStyle/>
          <a:p>
            <a:endParaRPr lang="en-US" sz="1350">
              <a:solidFill>
                <a:prstClr val="black"/>
              </a:solidFill>
            </a:endParaRPr>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51435" tIns="25718" rIns="51435" bIns="25718" anchor="ctr" compatLnSpc="1"/>
          <a:lstStyle/>
          <a:p>
            <a:endParaRPr lang="en-US" sz="1350">
              <a:solidFill>
                <a:prstClr val="black"/>
              </a:solidFill>
            </a:endParaRPr>
          </a:p>
        </p:txBody>
      </p:sp>
      <p:sp>
        <p:nvSpPr>
          <p:cNvPr id="19" name="Rectangle 18"/>
          <p:cNvSpPr>
            <a:spLocks noChangeArrowheads="1"/>
          </p:cNvSpPr>
          <p:nvPr/>
        </p:nvSpPr>
        <p:spPr bwMode="white">
          <a:xfrm>
            <a:off x="11988803"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51435" tIns="25718" rIns="51435" bIns="25718" anchor="ctr" compatLnSpc="1"/>
          <a:lstStyle/>
          <a:p>
            <a:endParaRPr lang="en-US" sz="1350">
              <a:solidFill>
                <a:prstClr val="black"/>
              </a:solidFill>
            </a:endParaRPr>
          </a:p>
        </p:txBody>
      </p:sp>
      <p:sp>
        <p:nvSpPr>
          <p:cNvPr id="9" name="Rectangle 8"/>
          <p:cNvSpPr>
            <a:spLocks noChangeArrowheads="1"/>
          </p:cNvSpPr>
          <p:nvPr/>
        </p:nvSpPr>
        <p:spPr bwMode="auto">
          <a:xfrm>
            <a:off x="199136" y="6388398"/>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51435" tIns="25718" rIns="51435" bIns="25718" anchor="ctr" compatLnSpc="1"/>
          <a:lstStyle/>
          <a:p>
            <a:endParaRPr lang="en-US" sz="1350">
              <a:solidFill>
                <a:prstClr val="black"/>
              </a:solidFill>
            </a:endParaRPr>
          </a:p>
        </p:txBody>
      </p:sp>
      <p:sp>
        <p:nvSpPr>
          <p:cNvPr id="14" name="Espace réservé de la date 13"/>
          <p:cNvSpPr>
            <a:spLocks noGrp="1"/>
          </p:cNvSpPr>
          <p:nvPr>
            <p:ph type="dt" sz="half" idx="2"/>
          </p:nvPr>
        </p:nvSpPr>
        <p:spPr>
          <a:xfrm>
            <a:off x="7721600" y="6404984"/>
            <a:ext cx="4059936" cy="365760"/>
          </a:xfrm>
          <a:prstGeom prst="rect">
            <a:avLst/>
          </a:prstGeom>
        </p:spPr>
        <p:txBody>
          <a:bodyPr vert="horz"/>
          <a:lstStyle>
            <a:lvl1pPr algn="r" eaLnBrk="1" latinLnBrk="0" hangingPunct="1">
              <a:defRPr kumimoji="0" sz="788">
                <a:solidFill>
                  <a:srgbClr val="FFFFFF"/>
                </a:solidFill>
              </a:defRPr>
            </a:lvl1pPr>
          </a:lstStyle>
          <a:p>
            <a:pPr>
              <a:defRPr/>
            </a:pPr>
            <a:endParaRPr lang="fr-CA"/>
          </a:p>
        </p:txBody>
      </p:sp>
      <p:sp>
        <p:nvSpPr>
          <p:cNvPr id="3" name="Espace réservé du pied de page 2"/>
          <p:cNvSpPr>
            <a:spLocks noGrp="1"/>
          </p:cNvSpPr>
          <p:nvPr>
            <p:ph type="ftr" sz="quarter" idx="3"/>
          </p:nvPr>
        </p:nvSpPr>
        <p:spPr>
          <a:xfrm>
            <a:off x="406403" y="6410848"/>
            <a:ext cx="4775200" cy="365760"/>
          </a:xfrm>
          <a:prstGeom prst="rect">
            <a:avLst/>
          </a:prstGeom>
        </p:spPr>
        <p:txBody>
          <a:bodyPr vert="horz"/>
          <a:lstStyle>
            <a:lvl1pPr algn="l" eaLnBrk="1" latinLnBrk="0" hangingPunct="1">
              <a:defRPr kumimoji="0" sz="675">
                <a:solidFill>
                  <a:srgbClr val="FFFFFF"/>
                </a:solidFill>
              </a:defRPr>
            </a:lvl1pPr>
          </a:lstStyle>
          <a:p>
            <a:pPr>
              <a:defRPr/>
            </a:pPr>
            <a:endParaRPr lang="fr-CA"/>
          </a:p>
        </p:txBody>
      </p:sp>
      <p:sp>
        <p:nvSpPr>
          <p:cNvPr id="8" name="Rectangle 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51435" tIns="25718" rIns="51435" bIns="25718" anchor="ctr" compatLnSpc="1"/>
          <a:lstStyle/>
          <a:p>
            <a:endParaRPr lang="en-US" sz="1350" dirty="0">
              <a:solidFill>
                <a:prstClr val="black"/>
              </a:solidFill>
            </a:endParaRPr>
          </a:p>
        </p:txBody>
      </p:sp>
      <p:sp>
        <p:nvSpPr>
          <p:cNvPr id="10" name="Connecteur droit 9"/>
          <p:cNvSpPr>
            <a:spLocks noChangeShapeType="1"/>
          </p:cNvSpPr>
          <p:nvPr/>
        </p:nvSpPr>
        <p:spPr bwMode="auto">
          <a:xfrm>
            <a:off x="203200" y="1276744"/>
            <a:ext cx="1177747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51435" tIns="25718" rIns="51435" bIns="25718" anchor="ctr" compatLnSpc="1"/>
          <a:lstStyle/>
          <a:p>
            <a:endParaRPr lang="en-US" sz="1350">
              <a:solidFill>
                <a:prstClr val="black"/>
              </a:solidFill>
            </a:endParaRPr>
          </a:p>
        </p:txBody>
      </p:sp>
      <p:sp>
        <p:nvSpPr>
          <p:cNvPr id="12" name="Ellipse 11"/>
          <p:cNvSpPr/>
          <p:nvPr/>
        </p:nvSpPr>
        <p:spPr>
          <a:xfrm>
            <a:off x="5689604"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350">
              <a:solidFill>
                <a:prstClr val="white"/>
              </a:solidFill>
            </a:endParaRPr>
          </a:p>
        </p:txBody>
      </p:sp>
      <p:sp>
        <p:nvSpPr>
          <p:cNvPr id="15" name="Ellipse 14"/>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350">
              <a:solidFill>
                <a:prstClr val="white"/>
              </a:solidFill>
            </a:endParaRPr>
          </a:p>
        </p:txBody>
      </p:sp>
      <p:sp>
        <p:nvSpPr>
          <p:cNvPr id="23" name="Espace réservé du numéro de diapositive 22"/>
          <p:cNvSpPr>
            <a:spLocks noGrp="1"/>
          </p:cNvSpPr>
          <p:nvPr>
            <p:ph type="sldNum" sz="quarter" idx="4"/>
          </p:nvPr>
        </p:nvSpPr>
        <p:spPr>
          <a:xfrm>
            <a:off x="5791200" y="1040187"/>
            <a:ext cx="609600" cy="441325"/>
          </a:xfrm>
          <a:prstGeom prst="rect">
            <a:avLst/>
          </a:prstGeom>
        </p:spPr>
        <p:txBody>
          <a:bodyPr vert="horz" lIns="45720" rIns="45720" anchor="ctr">
            <a:normAutofit/>
          </a:bodyPr>
          <a:lstStyle>
            <a:lvl1pPr algn="ctr" eaLnBrk="1" latinLnBrk="0" hangingPunct="1">
              <a:defRPr kumimoji="0" sz="900">
                <a:solidFill>
                  <a:schemeClr val="tx1"/>
                </a:solidFill>
              </a:defRPr>
            </a:lvl1pPr>
          </a:lstStyle>
          <a:p>
            <a:pPr>
              <a:defRPr/>
            </a:pPr>
            <a:fld id="{4D0463A9-3ADC-8645-96FC-E3E0F339007A}" type="slidenum">
              <a:rPr lang="fr-FR" smtClean="0"/>
              <a:pPr>
                <a:defRPr/>
              </a:pPr>
              <a:t>‹#›</a:t>
            </a:fld>
            <a:endParaRPr lang="fr-FR" dirty="0"/>
          </a:p>
        </p:txBody>
      </p:sp>
      <p:sp>
        <p:nvSpPr>
          <p:cNvPr id="22" name="Espace réservé du titre 21"/>
          <p:cNvSpPr>
            <a:spLocks noGrp="1"/>
          </p:cNvSpPr>
          <p:nvPr>
            <p:ph type="title"/>
          </p:nvPr>
        </p:nvSpPr>
        <p:spPr>
          <a:xfrm>
            <a:off x="402339" y="228600"/>
            <a:ext cx="11379200" cy="758952"/>
          </a:xfrm>
          <a:prstGeom prst="rect">
            <a:avLst/>
          </a:prstGeom>
        </p:spPr>
        <p:txBody>
          <a:bodyPr vert="horz" anchor="b">
            <a:normAutofit/>
          </a:bodyPr>
          <a:lstStyle/>
          <a:p>
            <a:r>
              <a:rPr kumimoji="0" lang="fr-FR"/>
              <a:t>Cliquez pour modifier le style du titre</a:t>
            </a:r>
            <a:endParaRPr kumimoji="0" lang="en-US"/>
          </a:p>
        </p:txBody>
      </p:sp>
      <p:sp>
        <p:nvSpPr>
          <p:cNvPr id="13" name="Espace réservé du texte 12"/>
          <p:cNvSpPr>
            <a:spLocks noGrp="1"/>
          </p:cNvSpPr>
          <p:nvPr>
            <p:ph type="body" idx="1"/>
          </p:nvPr>
        </p:nvSpPr>
        <p:spPr>
          <a:xfrm>
            <a:off x="402339" y="1524000"/>
            <a:ext cx="11379200" cy="4599432"/>
          </a:xfrm>
          <a:prstGeom prst="rect">
            <a:avLst/>
          </a:prstGeom>
        </p:spPr>
        <p:txBody>
          <a:bodyPr vert="horz">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Tree>
    <p:extLst>
      <p:ext uri="{BB962C8B-B14F-4D97-AF65-F5344CB8AC3E}">
        <p14:creationId xmlns:p14="http://schemas.microsoft.com/office/powerpoint/2010/main" val="3862614627"/>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Lst>
  <p:hf hdr="0" ftr="0" dt="0"/>
  <p:txStyles>
    <p:titleStyle>
      <a:lvl1pPr algn="ctr" rtl="0" eaLnBrk="1" latinLnBrk="0" hangingPunct="1">
        <a:spcBef>
          <a:spcPct val="0"/>
        </a:spcBef>
        <a:buNone/>
        <a:defRPr kumimoji="0" sz="2475" kern="1200">
          <a:solidFill>
            <a:schemeClr val="accent3">
              <a:shade val="75000"/>
            </a:schemeClr>
          </a:solidFill>
          <a:latin typeface="+mj-lt"/>
          <a:ea typeface="+mj-ea"/>
          <a:cs typeface="+mj-cs"/>
        </a:defRPr>
      </a:lvl1pPr>
    </p:titleStyle>
    <p:bodyStyle>
      <a:lvl1pPr marL="205721" indent="-205721" algn="l" rtl="0" eaLnBrk="1" latinLnBrk="0" hangingPunct="1">
        <a:spcBef>
          <a:spcPct val="20000"/>
        </a:spcBef>
        <a:buClr>
          <a:schemeClr val="accent1"/>
        </a:buClr>
        <a:buSzPct val="85000"/>
        <a:buFont typeface="Wingdings 2"/>
        <a:buChar char=""/>
        <a:defRPr kumimoji="0" sz="2025" kern="1200">
          <a:solidFill>
            <a:schemeClr val="tx1"/>
          </a:solidFill>
          <a:latin typeface="+mn-lt"/>
          <a:ea typeface="+mn-ea"/>
          <a:cs typeface="+mn-cs"/>
        </a:defRPr>
      </a:lvl1pPr>
      <a:lvl2pPr marL="411443" indent="-205721" algn="l" rtl="0" eaLnBrk="1" latinLnBrk="0" hangingPunct="1">
        <a:spcBef>
          <a:spcPct val="20000"/>
        </a:spcBef>
        <a:buClr>
          <a:schemeClr val="accent2"/>
        </a:buClr>
        <a:buSzPct val="70000"/>
        <a:buFont typeface="Wingdings"/>
        <a:buChar char=""/>
        <a:defRPr kumimoji="0" sz="1650" kern="1200">
          <a:solidFill>
            <a:schemeClr val="tx2"/>
          </a:solidFill>
          <a:latin typeface="+mn-lt"/>
          <a:ea typeface="+mn-ea"/>
          <a:cs typeface="+mn-cs"/>
        </a:defRPr>
      </a:lvl2pPr>
      <a:lvl3pPr marL="617164" indent="-171435" algn="l" rtl="0" eaLnBrk="1" latinLnBrk="0" hangingPunct="1">
        <a:spcBef>
          <a:spcPct val="20000"/>
        </a:spcBef>
        <a:buClr>
          <a:schemeClr val="accent3"/>
        </a:buClr>
        <a:buSzPct val="75000"/>
        <a:buFont typeface="Wingdings 2"/>
        <a:buChar char=""/>
        <a:defRPr kumimoji="0" sz="1500" kern="1200">
          <a:solidFill>
            <a:schemeClr val="tx1"/>
          </a:solidFill>
          <a:latin typeface="+mn-lt"/>
          <a:ea typeface="+mn-ea"/>
          <a:cs typeface="+mn-cs"/>
        </a:defRPr>
      </a:lvl3pPr>
      <a:lvl4pPr marL="822886" indent="-171435" algn="l" rtl="0" eaLnBrk="1" latinLnBrk="0" hangingPunct="1">
        <a:spcBef>
          <a:spcPct val="20000"/>
        </a:spcBef>
        <a:buClr>
          <a:schemeClr val="accent4"/>
        </a:buClr>
        <a:buSzPct val="70000"/>
        <a:buFont typeface="Wingdings"/>
        <a:buChar char=""/>
        <a:defRPr kumimoji="0" sz="1500" kern="1200">
          <a:solidFill>
            <a:schemeClr val="tx2"/>
          </a:solidFill>
          <a:latin typeface="+mn-lt"/>
          <a:ea typeface="+mn-ea"/>
          <a:cs typeface="+mn-cs"/>
        </a:defRPr>
      </a:lvl4pPr>
      <a:lvl5pPr marL="1028608" indent="-171435" algn="l" rtl="0" eaLnBrk="1" latinLnBrk="0" hangingPunct="1">
        <a:spcBef>
          <a:spcPct val="20000"/>
        </a:spcBef>
        <a:buClr>
          <a:schemeClr val="accent5"/>
        </a:buClr>
        <a:buFontTx/>
        <a:buChar char="•"/>
        <a:defRPr kumimoji="0" sz="1350" kern="1200">
          <a:solidFill>
            <a:schemeClr val="tx1"/>
          </a:solidFill>
          <a:latin typeface="+mn-lt"/>
          <a:ea typeface="+mn-ea"/>
          <a:cs typeface="+mn-cs"/>
        </a:defRPr>
      </a:lvl5pPr>
      <a:lvl6pPr marL="1234329" indent="-137147" algn="l" rtl="0" eaLnBrk="1" latinLnBrk="0" hangingPunct="1">
        <a:spcBef>
          <a:spcPct val="20000"/>
        </a:spcBef>
        <a:buClr>
          <a:schemeClr val="accent6"/>
        </a:buClr>
        <a:buSzPct val="80000"/>
        <a:buFont typeface="Wingdings 2"/>
        <a:buChar char=""/>
        <a:defRPr kumimoji="0" sz="1350" kern="1200">
          <a:solidFill>
            <a:schemeClr val="tx1"/>
          </a:solidFill>
          <a:latin typeface="+mn-lt"/>
          <a:ea typeface="+mn-ea"/>
          <a:cs typeface="+mn-cs"/>
        </a:defRPr>
      </a:lvl6pPr>
      <a:lvl7pPr marL="1440050" indent="-137147" algn="l" rtl="0" eaLnBrk="1" latinLnBrk="0" hangingPunct="1">
        <a:spcBef>
          <a:spcPct val="20000"/>
        </a:spcBef>
        <a:buClr>
          <a:schemeClr val="accent1">
            <a:shade val="75000"/>
          </a:schemeClr>
        </a:buClr>
        <a:buSzPct val="90000"/>
        <a:buChar char="•"/>
        <a:defRPr kumimoji="0" sz="1200" kern="1200" baseline="0">
          <a:solidFill>
            <a:schemeClr val="tx1"/>
          </a:solidFill>
          <a:latin typeface="+mn-lt"/>
          <a:ea typeface="+mn-ea"/>
          <a:cs typeface="+mn-cs"/>
        </a:defRPr>
      </a:lvl7pPr>
      <a:lvl8pPr marL="1577198" indent="-137147" algn="l" rtl="0" eaLnBrk="1" latinLnBrk="0" hangingPunct="1">
        <a:spcBef>
          <a:spcPct val="20000"/>
        </a:spcBef>
        <a:buClr>
          <a:schemeClr val="accent4">
            <a:shade val="75000"/>
          </a:schemeClr>
        </a:buClr>
        <a:buChar char="•"/>
        <a:defRPr kumimoji="0" sz="1200" kern="1200">
          <a:solidFill>
            <a:schemeClr val="tx1"/>
          </a:solidFill>
          <a:latin typeface="+mn-lt"/>
          <a:ea typeface="+mn-ea"/>
          <a:cs typeface="+mn-cs"/>
        </a:defRPr>
      </a:lvl8pPr>
      <a:lvl9pPr marL="1782920" indent="-137147" algn="l" rtl="0" eaLnBrk="1" latinLnBrk="0" hangingPunct="1">
        <a:spcBef>
          <a:spcPct val="20000"/>
        </a:spcBef>
        <a:buClr>
          <a:schemeClr val="accent2">
            <a:shade val="75000"/>
          </a:schemeClr>
        </a:buClr>
        <a:buSzPct val="90000"/>
        <a:buChar char="•"/>
        <a:defRPr kumimoji="0" sz="105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869" algn="l" rtl="0" eaLnBrk="1" latinLnBrk="0" hangingPunct="1">
        <a:defRPr kumimoji="0" kern="1200">
          <a:solidFill>
            <a:schemeClr val="tx1"/>
          </a:solidFill>
          <a:latin typeface="+mn-lt"/>
          <a:ea typeface="+mn-ea"/>
          <a:cs typeface="+mn-cs"/>
        </a:defRPr>
      </a:lvl2pPr>
      <a:lvl3pPr marL="685740" algn="l" rtl="0" eaLnBrk="1" latinLnBrk="0" hangingPunct="1">
        <a:defRPr kumimoji="0" kern="1200">
          <a:solidFill>
            <a:schemeClr val="tx1"/>
          </a:solidFill>
          <a:latin typeface="+mn-lt"/>
          <a:ea typeface="+mn-ea"/>
          <a:cs typeface="+mn-cs"/>
        </a:defRPr>
      </a:lvl3pPr>
      <a:lvl4pPr marL="1028608" algn="l" rtl="0" eaLnBrk="1" latinLnBrk="0" hangingPunct="1">
        <a:defRPr kumimoji="0" kern="1200">
          <a:solidFill>
            <a:schemeClr val="tx1"/>
          </a:solidFill>
          <a:latin typeface="+mn-lt"/>
          <a:ea typeface="+mn-ea"/>
          <a:cs typeface="+mn-cs"/>
        </a:defRPr>
      </a:lvl4pPr>
      <a:lvl5pPr marL="1371477" algn="l" rtl="0" eaLnBrk="1" latinLnBrk="0" hangingPunct="1">
        <a:defRPr kumimoji="0" kern="1200">
          <a:solidFill>
            <a:schemeClr val="tx1"/>
          </a:solidFill>
          <a:latin typeface="+mn-lt"/>
          <a:ea typeface="+mn-ea"/>
          <a:cs typeface="+mn-cs"/>
        </a:defRPr>
      </a:lvl5pPr>
      <a:lvl6pPr marL="1714346" algn="l" rtl="0" eaLnBrk="1" latinLnBrk="0" hangingPunct="1">
        <a:defRPr kumimoji="0" kern="1200">
          <a:solidFill>
            <a:schemeClr val="tx1"/>
          </a:solidFill>
          <a:latin typeface="+mn-lt"/>
          <a:ea typeface="+mn-ea"/>
          <a:cs typeface="+mn-cs"/>
        </a:defRPr>
      </a:lvl6pPr>
      <a:lvl7pPr marL="2057215" algn="l" rtl="0" eaLnBrk="1" latinLnBrk="0" hangingPunct="1">
        <a:defRPr kumimoji="0" kern="1200">
          <a:solidFill>
            <a:schemeClr val="tx1"/>
          </a:solidFill>
          <a:latin typeface="+mn-lt"/>
          <a:ea typeface="+mn-ea"/>
          <a:cs typeface="+mn-cs"/>
        </a:defRPr>
      </a:lvl7pPr>
      <a:lvl8pPr marL="2400084" algn="l" rtl="0" eaLnBrk="1" latinLnBrk="0" hangingPunct="1">
        <a:defRPr kumimoji="0" kern="1200">
          <a:solidFill>
            <a:schemeClr val="tx1"/>
          </a:solidFill>
          <a:latin typeface="+mn-lt"/>
          <a:ea typeface="+mn-ea"/>
          <a:cs typeface="+mn-cs"/>
        </a:defRPr>
      </a:lvl8pPr>
      <a:lvl9pPr marL="2742953"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3.xml"/><Relationship Id="rId7" Type="http://schemas.openxmlformats.org/officeDocument/2006/relationships/slideLayout" Target="../slideLayouts/slideLayout19.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image" Target="../media/image4.png"/><Relationship Id="rId4" Type="http://schemas.openxmlformats.org/officeDocument/2006/relationships/tags" Target="../tags/tag4.xml"/><Relationship Id="rId9"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 Id="rId4" Type="http://schemas.openxmlformats.org/officeDocument/2006/relationships/image" Target="../media/image14.jpe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gif"/><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hyperlink" Target="https://www.bloomberg.com/account/newsletters" TargetMode="Externa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hyperlink" Target="https://corporatefinanceinstitute.com/resources/wealth-management/finance-industry-overview/" TargetMode="External"/><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7.jpeg"/></Relationships>
</file>

<file path=ppt/slides/_rels/slide1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9.jpe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diagramData" Target="../diagrams/data2.xml"/><Relationship Id="rId7" Type="http://schemas.microsoft.com/office/2007/relationships/diagramDrawing" Target="../diagrams/drawing2.xml"/><Relationship Id="rId12"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diagramColors" Target="../diagrams/colors2.xml"/><Relationship Id="rId11" Type="http://schemas.openxmlformats.org/officeDocument/2006/relationships/image" Target="../media/image34.svg"/><Relationship Id="rId5" Type="http://schemas.openxmlformats.org/officeDocument/2006/relationships/diagramQuickStyle" Target="../diagrams/quickStyle2.xml"/><Relationship Id="rId10" Type="http://schemas.openxmlformats.org/officeDocument/2006/relationships/image" Target="../media/image33.svg"/><Relationship Id="rId4" Type="http://schemas.openxmlformats.org/officeDocument/2006/relationships/diagramLayout" Target="../diagrams/layout2.xml"/><Relationship Id="rId9" Type="http://schemas.openxmlformats.org/officeDocument/2006/relationships/image" Target="../media/image32.svg"/></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hyperlink" Target="https://www.un.org/en/exhibits/page/sdgs-17-goals-transform-world" TargetMode="External"/><Relationship Id="rId7"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14.xml"/><Relationship Id="rId6" Type="http://schemas.openxmlformats.org/officeDocument/2006/relationships/image" Target="../media/image40.png"/><Relationship Id="rId5" Type="http://schemas.openxmlformats.org/officeDocument/2006/relationships/hyperlink" Target="https://www.cdpq.com/en/news/pressreleases/caisse-introduces-updated-policy-responsible-investment?utm_source=chatgpt.com" TargetMode="External"/><Relationship Id="rId4" Type="http://schemas.openxmlformats.org/officeDocument/2006/relationships/hyperlink" Target="https://www.unpri.org/about-us/about-the-pri"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hyperlink" Target="https://www.youtube.com/watch?v=uTdH7pLDDyE" TargetMode="External"/><Relationship Id="rId2" Type="http://schemas.openxmlformats.org/officeDocument/2006/relationships/hyperlink" Target="https://www.youtube.com/watch?v=s5ZS9BuYFbQ" TargetMode="External"/><Relationship Id="rId1" Type="http://schemas.openxmlformats.org/officeDocument/2006/relationships/slideLayout" Target="../slideLayouts/slideLayout12.xml"/><Relationship Id="rId5" Type="http://schemas.openxmlformats.org/officeDocument/2006/relationships/hyperlink" Target="https://www.bdc.ca/fr/articles-outils/developpement-durable/environnement/que-sont-facteurs-esg-et-signifient-ils-pour-entreprise" TargetMode="External"/><Relationship Id="rId4" Type="http://schemas.openxmlformats.org/officeDocument/2006/relationships/hyperlink" Target="https://www.finance-montreal.com/fr/ifd"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0.xml"/><Relationship Id="rId1" Type="http://schemas.openxmlformats.org/officeDocument/2006/relationships/slideLayout" Target="../slideLayouts/slideLayout12.xml"/><Relationship Id="rId5" Type="http://schemas.openxmlformats.org/officeDocument/2006/relationships/image" Target="../media/image58.png"/><Relationship Id="rId4" Type="http://schemas.openxmlformats.org/officeDocument/2006/relationships/image" Target="../media/image57.png"/></Relationships>
</file>

<file path=ppt/slides/_rels/slide37.xml.rels><?xml version="1.0" encoding="UTF-8" standalone="yes"?>
<Relationships xmlns="http://schemas.openxmlformats.org/package/2006/relationships"><Relationship Id="rId3" Type="http://schemas.openxmlformats.org/officeDocument/2006/relationships/hyperlink" Target="https://www.youtube.com/watch?v=tqBKXTNzbgA" TargetMode="External"/><Relationship Id="rId2" Type="http://schemas.openxmlformats.org/officeDocument/2006/relationships/notesSlide" Target="../notesSlides/notesSlide31.xml"/><Relationship Id="rId1" Type="http://schemas.openxmlformats.org/officeDocument/2006/relationships/slideLayout" Target="../slideLayouts/slideLayout12.xml"/><Relationship Id="rId5" Type="http://schemas.openxmlformats.org/officeDocument/2006/relationships/image" Target="../media/image60.png"/><Relationship Id="rId4" Type="http://schemas.openxmlformats.org/officeDocument/2006/relationships/image" Target="../media/image59.png"/></Relationships>
</file>

<file path=ppt/slides/_rels/slide3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2.xml"/><Relationship Id="rId1" Type="http://schemas.openxmlformats.org/officeDocument/2006/relationships/slideLayout" Target="../slideLayouts/slideLayout12.xml"/><Relationship Id="rId5" Type="http://schemas.openxmlformats.org/officeDocument/2006/relationships/image" Target="../media/image60.png"/><Relationship Id="rId4" Type="http://schemas.openxmlformats.org/officeDocument/2006/relationships/image" Target="../media/image62.png"/></Relationships>
</file>

<file path=ppt/slides/_rels/slide3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63.png"/></Relationships>
</file>

<file path=ppt/slides/_rels/slide41.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notesSlide" Target="../notesSlides/notesSlide35.xml"/><Relationship Id="rId1" Type="http://schemas.openxmlformats.org/officeDocument/2006/relationships/slideLayout" Target="../slideLayouts/slideLayout12.xml"/><Relationship Id="rId5" Type="http://schemas.openxmlformats.org/officeDocument/2006/relationships/image" Target="../media/image63.png"/><Relationship Id="rId4" Type="http://schemas.openxmlformats.org/officeDocument/2006/relationships/image" Target="../media/image64.svg"/></Relationships>
</file>

<file path=ppt/slides/_rels/slide42.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36.xml"/><Relationship Id="rId1" Type="http://schemas.openxmlformats.org/officeDocument/2006/relationships/slideLayout" Target="../slideLayouts/slideLayout14.xml"/><Relationship Id="rId4" Type="http://schemas.openxmlformats.org/officeDocument/2006/relationships/image" Target="../media/image63.png"/></Relationships>
</file>

<file path=ppt/slides/_rels/slide4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custDataLst>
              <p:tags r:id="rId1"/>
            </p:custDataLst>
          </p:nvPr>
        </p:nvSpPr>
        <p:spPr/>
        <p:txBody>
          <a:bodyPr/>
          <a:lstStyle/>
          <a:p>
            <a:pPr defTabSz="822960"/>
            <a:fld id="{EC294168-EDF8-4A56-8236-C8C76B4B0246}" type="slidenum">
              <a:rPr lang="fr-CA">
                <a:solidFill>
                  <a:prstClr val="black"/>
                </a:solidFill>
              </a:rPr>
              <a:pPr defTabSz="822960"/>
              <a:t>1</a:t>
            </a:fld>
            <a:endParaRPr lang="fr-CA" dirty="0">
              <a:solidFill>
                <a:prstClr val="black"/>
              </a:solidFill>
            </a:endParaRPr>
          </a:p>
        </p:txBody>
      </p:sp>
      <p:sp>
        <p:nvSpPr>
          <p:cNvPr id="5" name="Titre 4"/>
          <p:cNvSpPr>
            <a:spLocks noGrp="1"/>
          </p:cNvSpPr>
          <p:nvPr>
            <p:ph type="title"/>
            <p:custDataLst>
              <p:tags r:id="rId2"/>
            </p:custDataLst>
          </p:nvPr>
        </p:nvSpPr>
        <p:spPr>
          <a:xfrm>
            <a:off x="2566017" y="365054"/>
            <a:ext cx="6995160" cy="1569660"/>
          </a:xfrm>
        </p:spPr>
        <p:txBody>
          <a:bodyPr>
            <a:normAutofit/>
          </a:bodyPr>
          <a:lstStyle/>
          <a:p>
            <a:r>
              <a:rPr lang="en-CA" sz="3600" dirty="0">
                <a:solidFill>
                  <a:schemeClr val="tx1"/>
                </a:solidFill>
              </a:rPr>
              <a:t>10200</a:t>
            </a:r>
            <a:br>
              <a:rPr lang="en-CA" sz="3600" dirty="0">
                <a:solidFill>
                  <a:schemeClr val="tx1"/>
                </a:solidFill>
              </a:rPr>
            </a:br>
            <a:r>
              <a:rPr lang="en-CA" sz="3600" b="1" dirty="0">
                <a:solidFill>
                  <a:schemeClr val="tx1"/>
                </a:solidFill>
              </a:rPr>
              <a:t>Finance</a:t>
            </a:r>
          </a:p>
        </p:txBody>
      </p:sp>
      <p:sp>
        <p:nvSpPr>
          <p:cNvPr id="6" name="Titre 4">
            <a:extLst>
              <a:ext uri="{FF2B5EF4-FFF2-40B4-BE49-F238E27FC236}">
                <a16:creationId xmlns:a16="http://schemas.microsoft.com/office/drawing/2014/main" id="{79BBBB01-5B6C-3428-08A3-23C6C0FD8DFC}"/>
              </a:ext>
            </a:extLst>
          </p:cNvPr>
          <p:cNvSpPr txBox="1">
            <a:spLocks/>
          </p:cNvSpPr>
          <p:nvPr>
            <p:custDataLst>
              <p:tags r:id="rId3"/>
            </p:custDataLst>
          </p:nvPr>
        </p:nvSpPr>
        <p:spPr>
          <a:xfrm>
            <a:off x="2207569" y="4350112"/>
            <a:ext cx="7712057" cy="1553136"/>
          </a:xfrm>
          <a:prstGeom prst="rect">
            <a:avLst/>
          </a:prstGeom>
        </p:spPr>
        <p:txBody>
          <a:bodyPr vert="horz" anchor="b">
            <a:normAutofit fontScale="70000" lnSpcReduction="20000"/>
          </a:bodyPr>
          <a:lstStyle>
            <a:lvl1pPr algn="ctr" rtl="0" eaLnBrk="1" latinLnBrk="0" hangingPunct="1">
              <a:spcBef>
                <a:spcPct val="0"/>
              </a:spcBef>
              <a:buNone/>
              <a:defRPr kumimoji="0" sz="3500" b="0" kern="1200" cap="none" baseline="0">
                <a:solidFill>
                  <a:srgbClr val="FFFFFF"/>
                </a:solidFill>
                <a:latin typeface="+mj-lt"/>
                <a:ea typeface="+mj-ea"/>
                <a:cs typeface="+mj-cs"/>
              </a:defRPr>
            </a:lvl1pPr>
          </a:lstStyle>
          <a:p>
            <a:pPr defTabSz="822960"/>
            <a:endParaRPr lang="en-CA" sz="2430" dirty="0">
              <a:solidFill>
                <a:prstClr val="black"/>
              </a:solidFill>
              <a:latin typeface="Georgia"/>
            </a:endParaRPr>
          </a:p>
          <a:p>
            <a:pPr defTabSz="822960"/>
            <a:endParaRPr lang="en-CA" sz="2430" dirty="0">
              <a:solidFill>
                <a:prstClr val="black"/>
              </a:solidFill>
              <a:latin typeface="Georgia"/>
            </a:endParaRPr>
          </a:p>
          <a:p>
            <a:pPr defTabSz="822960"/>
            <a:endParaRPr lang="en-CA" sz="2430" dirty="0">
              <a:solidFill>
                <a:prstClr val="black"/>
              </a:solidFill>
              <a:latin typeface="Georgia"/>
            </a:endParaRPr>
          </a:p>
          <a:p>
            <a:pPr defTabSz="822960"/>
            <a:endParaRPr lang="en-CA" sz="2430" dirty="0">
              <a:solidFill>
                <a:prstClr val="black"/>
              </a:solidFill>
              <a:latin typeface="Georgia"/>
            </a:endParaRPr>
          </a:p>
          <a:p>
            <a:pPr defTabSz="822960"/>
            <a:endParaRPr lang="en-CA" sz="2430" dirty="0">
              <a:solidFill>
                <a:prstClr val="black"/>
              </a:solidFill>
              <a:latin typeface="Georgia"/>
            </a:endParaRPr>
          </a:p>
          <a:p>
            <a:pPr defTabSz="822960"/>
            <a:endParaRPr lang="en-CA" sz="2106" dirty="0">
              <a:solidFill>
                <a:prstClr val="black"/>
              </a:solidFill>
              <a:latin typeface="Georgia"/>
            </a:endParaRPr>
          </a:p>
          <a:p>
            <a:pPr defTabSz="822960"/>
            <a:r>
              <a:rPr lang="en-CA" sz="1800" dirty="0">
                <a:solidFill>
                  <a:prstClr val="white"/>
                </a:solidFill>
                <a:latin typeface="Georgia"/>
              </a:rPr>
              <a:t>© Mélanie Harris 2025</a:t>
            </a:r>
            <a:endParaRPr lang="en-CA" sz="1800" dirty="0">
              <a:solidFill>
                <a:prstClr val="white"/>
              </a:solidFill>
              <a:latin typeface="Ink Free" panose="03080402000500000000" pitchFamily="66" charset="0"/>
            </a:endParaRPr>
          </a:p>
        </p:txBody>
      </p:sp>
      <p:sp>
        <p:nvSpPr>
          <p:cNvPr id="12" name="TextBox 11">
            <a:extLst>
              <a:ext uri="{FF2B5EF4-FFF2-40B4-BE49-F238E27FC236}">
                <a16:creationId xmlns:a16="http://schemas.microsoft.com/office/drawing/2014/main" id="{A08CEF0A-4CF0-72D8-5BFD-55B004412DB8}"/>
              </a:ext>
            </a:extLst>
          </p:cNvPr>
          <p:cNvSpPr txBox="1"/>
          <p:nvPr>
            <p:custDataLst>
              <p:tags r:id="rId4"/>
            </p:custDataLst>
          </p:nvPr>
        </p:nvSpPr>
        <p:spPr>
          <a:xfrm>
            <a:off x="407368" y="3921655"/>
            <a:ext cx="5073202" cy="1815882"/>
          </a:xfrm>
          <a:prstGeom prst="rect">
            <a:avLst/>
          </a:prstGeom>
          <a:noFill/>
        </p:spPr>
        <p:txBody>
          <a:bodyPr wrap="square">
            <a:spAutoFit/>
          </a:bodyPr>
          <a:lstStyle/>
          <a:p>
            <a:pPr algn="ctr" defTabSz="740628">
              <a:defRPr/>
            </a:pPr>
            <a:r>
              <a:rPr lang="en-CA" sz="2800" b="1" dirty="0">
                <a:solidFill>
                  <a:prstClr val="black"/>
                </a:solidFill>
                <a:latin typeface="Georgia"/>
              </a:rPr>
              <a:t>Séance 1 </a:t>
            </a:r>
          </a:p>
          <a:p>
            <a:pPr algn="ctr" defTabSz="740628">
              <a:defRPr/>
            </a:pPr>
            <a:endParaRPr lang="en-CA" sz="2800" dirty="0">
              <a:solidFill>
                <a:prstClr val="black"/>
              </a:solidFill>
              <a:latin typeface="Georgia"/>
            </a:endParaRPr>
          </a:p>
          <a:p>
            <a:pPr algn="ctr" defTabSz="822920">
              <a:defRPr/>
            </a:pPr>
            <a:r>
              <a:rPr lang="en-US" sz="2800" dirty="0">
                <a:solidFill>
                  <a:prstClr val="black"/>
                </a:solidFill>
                <a:latin typeface="+mj-lt"/>
              </a:rPr>
              <a:t>Introduction à la finance </a:t>
            </a:r>
            <a:r>
              <a:rPr lang="en-US" sz="2800" dirty="0" err="1">
                <a:solidFill>
                  <a:prstClr val="black"/>
                </a:solidFill>
                <a:latin typeface="+mj-lt"/>
              </a:rPr>
              <a:t>d'entreprise</a:t>
            </a:r>
            <a:endParaRPr lang="en-US" sz="2800" dirty="0">
              <a:solidFill>
                <a:prstClr val="black"/>
              </a:solidFill>
              <a:latin typeface="+mj-lt"/>
            </a:endParaRPr>
          </a:p>
        </p:txBody>
      </p:sp>
      <p:pic>
        <p:nvPicPr>
          <p:cNvPr id="7" name="Espace réservé du contenu 5">
            <a:extLst>
              <a:ext uri="{FF2B5EF4-FFF2-40B4-BE49-F238E27FC236}">
                <a16:creationId xmlns:a16="http://schemas.microsoft.com/office/drawing/2014/main" id="{D85F7EBD-DBEB-8885-B674-8A8A7EDB4862}"/>
              </a:ext>
            </a:extLst>
          </p:cNvPr>
          <p:cNvPicPr>
            <a:picLocks noGrp="1" noChangeAspect="1"/>
          </p:cNvPicPr>
          <p:nvPr>
            <p:custDataLst>
              <p:tags r:id="rId5"/>
            </p:custDataLst>
          </p:nvPr>
        </p:nvPicPr>
        <p:blipFill>
          <a:blip r:embed="rId9" cstate="print">
            <a:extLst>
              <a:ext uri="{28A0092B-C50C-407E-A947-70E740481C1C}">
                <a14:useLocalDpi xmlns:a14="http://schemas.microsoft.com/office/drawing/2010/main" val="0"/>
              </a:ext>
            </a:extLst>
          </a:blip>
          <a:srcRect l="8806" r="7697"/>
          <a:stretch/>
        </p:blipFill>
        <p:spPr>
          <a:xfrm>
            <a:off x="1597419" y="2689909"/>
            <a:ext cx="2693099" cy="1120785"/>
          </a:xfrm>
          <a:prstGeom prst="rect">
            <a:avLst/>
          </a:prstGeom>
        </p:spPr>
      </p:pic>
      <p:sp>
        <p:nvSpPr>
          <p:cNvPr id="2" name="Titre 4">
            <a:extLst>
              <a:ext uri="{FF2B5EF4-FFF2-40B4-BE49-F238E27FC236}">
                <a16:creationId xmlns:a16="http://schemas.microsoft.com/office/drawing/2014/main" id="{79BBBB01-5B6C-3428-08A3-23C6C0FD8DFC}"/>
              </a:ext>
            </a:extLst>
          </p:cNvPr>
          <p:cNvSpPr txBox="1">
            <a:spLocks/>
          </p:cNvSpPr>
          <p:nvPr>
            <p:custDataLst>
              <p:tags r:id="rId6"/>
            </p:custDataLst>
          </p:nvPr>
        </p:nvSpPr>
        <p:spPr>
          <a:xfrm>
            <a:off x="1835664" y="6283438"/>
            <a:ext cx="8568952" cy="416704"/>
          </a:xfrm>
          <a:prstGeom prst="rect">
            <a:avLst/>
          </a:prstGeom>
        </p:spPr>
        <p:txBody>
          <a:bodyPr vert="horz" anchor="b">
            <a:normAutofit/>
          </a:bodyPr>
          <a:lstStyle>
            <a:lvl1pPr algn="ctr" rtl="0" eaLnBrk="1" latinLnBrk="0" hangingPunct="1">
              <a:spcBef>
                <a:spcPct val="0"/>
              </a:spcBef>
              <a:buNone/>
              <a:defRPr kumimoji="0" sz="3500" b="0" kern="1200" cap="none" baseline="0">
                <a:solidFill>
                  <a:srgbClr val="FFFFFF"/>
                </a:solidFill>
                <a:latin typeface="+mj-lt"/>
                <a:ea typeface="+mj-ea"/>
                <a:cs typeface="+mj-cs"/>
              </a:defRPr>
            </a:lvl1pPr>
          </a:lstStyle>
          <a:p>
            <a:r>
              <a:rPr lang="en-CA" sz="1600" dirty="0">
                <a:solidFill>
                  <a:schemeClr val="bg1"/>
                </a:solidFill>
                <a:latin typeface="Georgia"/>
              </a:rPr>
              <a:t>© Mélanie Harris 2019 </a:t>
            </a:r>
            <a:r>
              <a:rPr lang="en-CA" sz="1600" dirty="0">
                <a:solidFill>
                  <a:schemeClr val="bg1"/>
                </a:solidFill>
                <a:latin typeface="Ink Free" panose="03080402000500000000" pitchFamily="66" charset="0"/>
              </a:rPr>
              <a:t> (mis à jour </a:t>
            </a:r>
            <a:r>
              <a:rPr lang="en-CA" sz="1600" dirty="0" err="1">
                <a:solidFill>
                  <a:schemeClr val="bg1"/>
                </a:solidFill>
                <a:latin typeface="Ink Free" panose="03080402000500000000" pitchFamily="66" charset="0"/>
              </a:rPr>
              <a:t>en</a:t>
            </a:r>
            <a:r>
              <a:rPr lang="en-CA" sz="1600" dirty="0">
                <a:solidFill>
                  <a:schemeClr val="bg1"/>
                </a:solidFill>
                <a:latin typeface="Ink Free" panose="03080402000500000000" pitchFamily="66" charset="0"/>
              </a:rPr>
              <a:t> 2025)</a:t>
            </a:r>
          </a:p>
        </p:txBody>
      </p:sp>
      <p:pic>
        <p:nvPicPr>
          <p:cNvPr id="8" name="Picture 7" descr="A paper with a pen and a piece of paper with a pie chart and a graph&#10;&#10;AI-generated content may be incorrect.">
            <a:extLst>
              <a:ext uri="{FF2B5EF4-FFF2-40B4-BE49-F238E27FC236}">
                <a16:creationId xmlns:a16="http://schemas.microsoft.com/office/drawing/2014/main" id="{7D505E5A-CDE9-A140-A6A3-3A8647CEB9B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136711" y="2641741"/>
            <a:ext cx="5244531" cy="341977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2943560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459C1-F25F-46A8-8DA4-82299533C61F}"/>
              </a:ext>
            </a:extLst>
          </p:cNvPr>
          <p:cNvSpPr>
            <a:spLocks noGrp="1"/>
          </p:cNvSpPr>
          <p:nvPr>
            <p:ph type="title"/>
          </p:nvPr>
        </p:nvSpPr>
        <p:spPr>
          <a:xfrm>
            <a:off x="1825754" y="228600"/>
            <a:ext cx="8534400" cy="758952"/>
          </a:xfrm>
        </p:spPr>
        <p:txBody>
          <a:bodyPr anchor="b">
            <a:normAutofit/>
          </a:bodyPr>
          <a:lstStyle/>
          <a:p>
            <a:r>
              <a:rPr lang="fr-CA" dirty="0">
                <a:solidFill>
                  <a:srgbClr val="FF0000"/>
                </a:solidFill>
              </a:rPr>
              <a:t>Les bases du cours</a:t>
            </a:r>
          </a:p>
        </p:txBody>
      </p:sp>
      <p:sp>
        <p:nvSpPr>
          <p:cNvPr id="3" name="Slide Number Placeholder 2">
            <a:extLst>
              <a:ext uri="{FF2B5EF4-FFF2-40B4-BE49-F238E27FC236}">
                <a16:creationId xmlns:a16="http://schemas.microsoft.com/office/drawing/2014/main" id="{87EDB21D-BDCD-450A-9471-563AE6E862E5}"/>
              </a:ext>
            </a:extLst>
          </p:cNvPr>
          <p:cNvSpPr>
            <a:spLocks noGrp="1"/>
          </p:cNvSpPr>
          <p:nvPr>
            <p:ph type="sldNum" sz="quarter" idx="12"/>
          </p:nvPr>
        </p:nvSpPr>
        <p:spPr>
          <a:xfrm>
            <a:off x="5885688" y="1026379"/>
            <a:ext cx="457200" cy="441325"/>
          </a:xfrm>
        </p:spPr>
        <p:txBody>
          <a:bodyPr anchor="ctr">
            <a:normAutofit/>
          </a:bodyPr>
          <a:lstStyle/>
          <a:p>
            <a:pPr>
              <a:spcAft>
                <a:spcPts val="600"/>
              </a:spcAft>
            </a:pPr>
            <a:fld id="{EA019D1F-2BC9-41FA-953B-C3256200C508}" type="slidenum">
              <a:rPr lang="fr-CA" smtClean="0"/>
              <a:pPr>
                <a:spcAft>
                  <a:spcPts val="600"/>
                </a:spcAft>
              </a:pPr>
              <a:t>2</a:t>
            </a:fld>
            <a:endParaRPr lang="fr-CA"/>
          </a:p>
        </p:txBody>
      </p:sp>
      <p:graphicFrame>
        <p:nvGraphicFramePr>
          <p:cNvPr id="6" name="Content Placeholder 3">
            <a:extLst>
              <a:ext uri="{FF2B5EF4-FFF2-40B4-BE49-F238E27FC236}">
                <a16:creationId xmlns:a16="http://schemas.microsoft.com/office/drawing/2014/main" id="{20D13614-AAA6-4459-3FF9-30CE9CBE7BC1}"/>
              </a:ext>
            </a:extLst>
          </p:cNvPr>
          <p:cNvGraphicFramePr>
            <a:graphicFrameLocks noGrp="1"/>
          </p:cNvGraphicFramePr>
          <p:nvPr>
            <p:ph sz="quarter" idx="1"/>
            <p:extLst>
              <p:ext uri="{D42A27DB-BD31-4B8C-83A1-F6EECF244321}">
                <p14:modId xmlns:p14="http://schemas.microsoft.com/office/powerpoint/2010/main" val="851444281"/>
              </p:ext>
            </p:extLst>
          </p:nvPr>
        </p:nvGraphicFramePr>
        <p:xfrm>
          <a:off x="1296580" y="1551040"/>
          <a:ext cx="9598840" cy="46862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5" name="Group 4">
            <a:extLst>
              <a:ext uri="{FF2B5EF4-FFF2-40B4-BE49-F238E27FC236}">
                <a16:creationId xmlns:a16="http://schemas.microsoft.com/office/drawing/2014/main" id="{C8B0C85F-5F4A-3F89-A6DF-014866885DB5}"/>
              </a:ext>
            </a:extLst>
          </p:cNvPr>
          <p:cNvGrpSpPr/>
          <p:nvPr/>
        </p:nvGrpSpPr>
        <p:grpSpPr>
          <a:xfrm>
            <a:off x="6263952" y="5561258"/>
            <a:ext cx="4944616" cy="537790"/>
            <a:chOff x="4447911" y="3342112"/>
            <a:chExt cx="4056008" cy="537790"/>
          </a:xfrm>
        </p:grpSpPr>
        <p:sp>
          <p:nvSpPr>
            <p:cNvPr id="7" name="Rectangle 6">
              <a:extLst>
                <a:ext uri="{FF2B5EF4-FFF2-40B4-BE49-F238E27FC236}">
                  <a16:creationId xmlns:a16="http://schemas.microsoft.com/office/drawing/2014/main" id="{C2E79246-9C8A-AF96-1810-DE143FD078FE}"/>
                </a:ext>
              </a:extLst>
            </p:cNvPr>
            <p:cNvSpPr/>
            <p:nvPr/>
          </p:nvSpPr>
          <p:spPr>
            <a:xfrm>
              <a:off x="4447911" y="3342112"/>
              <a:ext cx="4056008" cy="53779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fr-CA"/>
            </a:p>
          </p:txBody>
        </p:sp>
        <p:sp>
          <p:nvSpPr>
            <p:cNvPr id="8" name="TextBox 7">
              <a:extLst>
                <a:ext uri="{FF2B5EF4-FFF2-40B4-BE49-F238E27FC236}">
                  <a16:creationId xmlns:a16="http://schemas.microsoft.com/office/drawing/2014/main" id="{1EA70A1E-A9DB-20EB-F0F3-3C4674900606}"/>
                </a:ext>
              </a:extLst>
            </p:cNvPr>
            <p:cNvSpPr txBox="1"/>
            <p:nvPr/>
          </p:nvSpPr>
          <p:spPr>
            <a:xfrm>
              <a:off x="4447911" y="3342112"/>
              <a:ext cx="4056008" cy="53779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56916" tIns="56916" rIns="56916" bIns="56916" numCol="1" spcCol="1270" anchor="ctr" anchorCtr="0">
              <a:noAutofit/>
            </a:bodyPr>
            <a:lstStyle/>
            <a:p>
              <a:pPr defTabSz="622300">
                <a:lnSpc>
                  <a:spcPct val="90000"/>
                </a:lnSpc>
                <a:spcAft>
                  <a:spcPct val="35000"/>
                </a:spcAft>
              </a:pPr>
              <a:r>
                <a:rPr lang="en-GB" sz="1600" dirty="0"/>
                <a:t>À livre fermé. Une feuille de formules sera fournie.</a:t>
              </a:r>
              <a:endParaRPr lang="en-US" sz="1600" dirty="0"/>
            </a:p>
          </p:txBody>
        </p:sp>
      </p:grpSp>
    </p:spTree>
    <p:extLst>
      <p:ext uri="{BB962C8B-B14F-4D97-AF65-F5344CB8AC3E}">
        <p14:creationId xmlns:p14="http://schemas.microsoft.com/office/powerpoint/2010/main" val="3362887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C5DCD-4C49-3300-A27A-A2ECE7690F31}"/>
              </a:ext>
            </a:extLst>
          </p:cNvPr>
          <p:cNvSpPr>
            <a:spLocks noGrp="1"/>
          </p:cNvSpPr>
          <p:nvPr>
            <p:ph type="title"/>
          </p:nvPr>
        </p:nvSpPr>
        <p:spPr>
          <a:xfrm>
            <a:off x="275615" y="588019"/>
            <a:ext cx="11593288" cy="758952"/>
          </a:xfrm>
          <a:noFill/>
        </p:spPr>
        <p:txBody>
          <a:bodyPr>
            <a:noAutofit/>
          </a:bodyPr>
          <a:lstStyle/>
          <a:p>
            <a:r>
              <a:rPr lang="en-US" sz="2800" dirty="0">
                <a:solidFill>
                  <a:srgbClr val="FF0000"/>
                </a:solidFill>
              </a:rPr>
              <a:t>Ce cours peut être </a:t>
            </a:r>
            <a:r>
              <a:rPr lang="en-US" sz="2800" b="1" dirty="0">
                <a:solidFill>
                  <a:srgbClr val="FF0000"/>
                </a:solidFill>
              </a:rPr>
              <a:t>intellectuellement exigeant</a:t>
            </a:r>
            <a:r>
              <a:rPr lang="en-US" sz="2800" dirty="0">
                <a:solidFill>
                  <a:srgbClr val="FF0000"/>
                </a:solidFill>
              </a:rPr>
              <a:t>.</a:t>
            </a:r>
            <a:br>
              <a:rPr lang="fr-CA" sz="2800" dirty="0"/>
            </a:br>
            <a:endParaRPr lang="fr-CA" sz="2300" dirty="0"/>
          </a:p>
        </p:txBody>
      </p:sp>
      <p:sp>
        <p:nvSpPr>
          <p:cNvPr id="3" name="Slide Number Placeholder 2">
            <a:extLst>
              <a:ext uri="{FF2B5EF4-FFF2-40B4-BE49-F238E27FC236}">
                <a16:creationId xmlns:a16="http://schemas.microsoft.com/office/drawing/2014/main" id="{E85EBEF9-B27F-DD80-7DB6-0C61BA71C87F}"/>
              </a:ext>
            </a:extLst>
          </p:cNvPr>
          <p:cNvSpPr>
            <a:spLocks noGrp="1"/>
          </p:cNvSpPr>
          <p:nvPr>
            <p:ph type="sldNum" sz="quarter" idx="12"/>
          </p:nvPr>
        </p:nvSpPr>
        <p:spPr/>
        <p:txBody>
          <a:bodyPr/>
          <a:lstStyle/>
          <a:p>
            <a:fld id="{EA019D1F-2BC9-41FA-953B-C3256200C508}" type="slidenum">
              <a:rPr lang="fr-CA" smtClean="0">
                <a:solidFill>
                  <a:srgbClr val="8CADAE">
                    <a:shade val="75000"/>
                  </a:srgbClr>
                </a:solidFill>
              </a:rPr>
              <a:t>3</a:t>
            </a:fld>
            <a:endParaRPr lang="fr-CA" dirty="0">
              <a:solidFill>
                <a:srgbClr val="8CADAE">
                  <a:shade val="75000"/>
                </a:srgbClr>
              </a:solidFill>
            </a:endParaRPr>
          </a:p>
        </p:txBody>
      </p:sp>
      <p:pic>
        <p:nvPicPr>
          <p:cNvPr id="6" name="Content Placeholder 5">
            <a:extLst>
              <a:ext uri="{FF2B5EF4-FFF2-40B4-BE49-F238E27FC236}">
                <a16:creationId xmlns:a16="http://schemas.microsoft.com/office/drawing/2014/main" id="{CFD311E3-891C-EB7B-25BD-699596FF68E2}"/>
              </a:ext>
            </a:extLst>
          </p:cNvPr>
          <p:cNvPicPr>
            <a:picLocks noGrp="1" noChangeAspect="1"/>
          </p:cNvPicPr>
          <p:nvPr>
            <p:ph sz="quarter" idx="1"/>
          </p:nvPr>
        </p:nvPicPr>
        <p:blipFill>
          <a:blip r:embed="rId2"/>
          <a:stretch>
            <a:fillRect/>
          </a:stretch>
        </p:blipFill>
        <p:spPr>
          <a:xfrm>
            <a:off x="4871864" y="3892931"/>
            <a:ext cx="6409360" cy="2270745"/>
          </a:xfrm>
        </p:spPr>
      </p:pic>
      <p:pic>
        <p:nvPicPr>
          <p:cNvPr id="8" name="Picture 7">
            <a:extLst>
              <a:ext uri="{FF2B5EF4-FFF2-40B4-BE49-F238E27FC236}">
                <a16:creationId xmlns:a16="http://schemas.microsoft.com/office/drawing/2014/main" id="{2C80BB90-BB78-87D1-6AAE-1C7DFE1E243C}"/>
              </a:ext>
            </a:extLst>
          </p:cNvPr>
          <p:cNvPicPr>
            <a:picLocks noChangeAspect="1"/>
          </p:cNvPicPr>
          <p:nvPr/>
        </p:nvPicPr>
        <p:blipFill>
          <a:blip r:embed="rId3"/>
          <a:stretch>
            <a:fillRect/>
          </a:stretch>
        </p:blipFill>
        <p:spPr>
          <a:xfrm>
            <a:off x="4410374" y="1591934"/>
            <a:ext cx="7248282" cy="2152647"/>
          </a:xfrm>
          <a:prstGeom prst="rect">
            <a:avLst/>
          </a:prstGeom>
        </p:spPr>
      </p:pic>
      <p:sp>
        <p:nvSpPr>
          <p:cNvPr id="10" name="TextBox 9">
            <a:extLst>
              <a:ext uri="{FF2B5EF4-FFF2-40B4-BE49-F238E27FC236}">
                <a16:creationId xmlns:a16="http://schemas.microsoft.com/office/drawing/2014/main" id="{F9D9D9FE-8F45-276C-BF7B-5086957610AF}"/>
              </a:ext>
            </a:extLst>
          </p:cNvPr>
          <p:cNvSpPr txBox="1"/>
          <p:nvPr/>
        </p:nvSpPr>
        <p:spPr>
          <a:xfrm>
            <a:off x="191344" y="6381328"/>
            <a:ext cx="4572000" cy="323165"/>
          </a:xfrm>
          <a:prstGeom prst="rect">
            <a:avLst/>
          </a:prstGeom>
          <a:noFill/>
        </p:spPr>
        <p:txBody>
          <a:bodyPr wrap="square">
            <a:spAutoFit/>
          </a:bodyPr>
          <a:lstStyle/>
          <a:p>
            <a:r>
              <a:rPr lang="en-GB" sz="1500" dirty="0">
                <a:solidFill>
                  <a:schemeClr val="bg1"/>
                </a:solidFill>
              </a:rPr>
              <a:t>Source : Évaluation de l'enseignement, MH, H2022</a:t>
            </a:r>
            <a:endParaRPr lang="fr-CA" sz="1500" dirty="0">
              <a:solidFill>
                <a:schemeClr val="bg1"/>
              </a:solidFill>
            </a:endParaRPr>
          </a:p>
        </p:txBody>
      </p:sp>
      <p:sp>
        <p:nvSpPr>
          <p:cNvPr id="9" name="TextBox 8">
            <a:extLst>
              <a:ext uri="{FF2B5EF4-FFF2-40B4-BE49-F238E27FC236}">
                <a16:creationId xmlns:a16="http://schemas.microsoft.com/office/drawing/2014/main" id="{CE304925-D34C-E1DB-0074-7B4432DE6D1F}"/>
              </a:ext>
            </a:extLst>
          </p:cNvPr>
          <p:cNvSpPr txBox="1"/>
          <p:nvPr/>
        </p:nvSpPr>
        <p:spPr>
          <a:xfrm>
            <a:off x="695400" y="2000540"/>
            <a:ext cx="2903098" cy="3647152"/>
          </a:xfrm>
          <a:prstGeom prst="rect">
            <a:avLst/>
          </a:prstGeom>
          <a:solidFill>
            <a:schemeClr val="accent1">
              <a:lumMod val="20000"/>
              <a:lumOff val="80000"/>
            </a:schemeClr>
          </a:solidFill>
        </p:spPr>
        <p:txBody>
          <a:bodyPr wrap="square">
            <a:spAutoFit/>
          </a:bodyPr>
          <a:lstStyle/>
          <a:p>
            <a:pPr algn="ctr"/>
            <a:r>
              <a:rPr kumimoji="0" lang="en-US" sz="2400" b="0" i="0" u="none" strike="noStrike" kern="1200" cap="none" spc="0" normalizeH="0" baseline="0" noProof="0" dirty="0" err="1">
                <a:ln>
                  <a:noFill/>
                </a:ln>
                <a:solidFill>
                  <a:srgbClr val="1F497D">
                    <a:shade val="75000"/>
                  </a:srgbClr>
                </a:solidFill>
                <a:effectLst/>
                <a:uLnTx/>
                <a:uFillTx/>
                <a:latin typeface="Georgia"/>
                <a:ea typeface="+mj-ea"/>
                <a:cs typeface="+mj-cs"/>
              </a:rPr>
              <a:t>D'après</a:t>
            </a:r>
            <a:r>
              <a:rPr kumimoji="0" lang="en-US" sz="2400" b="0" i="0" u="none" strike="noStrike" kern="1200" cap="none" spc="0" normalizeH="0" baseline="0" noProof="0" dirty="0">
                <a:ln>
                  <a:noFill/>
                </a:ln>
                <a:solidFill>
                  <a:srgbClr val="1F497D">
                    <a:shade val="75000"/>
                  </a:srgbClr>
                </a:solidFill>
                <a:effectLst/>
                <a:uLnTx/>
                <a:uFillTx/>
                <a:latin typeface="Georgia"/>
                <a:ea typeface="+mj-ea"/>
                <a:cs typeface="+mj-cs"/>
              </a:rPr>
              <a:t> les </a:t>
            </a:r>
            <a:r>
              <a:rPr kumimoji="0" lang="en-US" sz="2400" b="0" i="0" u="none" strike="noStrike" kern="1200" cap="none" spc="0" normalizeH="0" baseline="0" noProof="0" dirty="0" err="1">
                <a:ln>
                  <a:noFill/>
                </a:ln>
                <a:solidFill>
                  <a:srgbClr val="1F497D">
                    <a:shade val="75000"/>
                  </a:srgbClr>
                </a:solidFill>
                <a:effectLst/>
                <a:uLnTx/>
                <a:uFillTx/>
                <a:latin typeface="Georgia"/>
                <a:ea typeface="+mj-ea"/>
                <a:cs typeface="+mj-cs"/>
              </a:rPr>
              <a:t>évaluations</a:t>
            </a:r>
            <a:r>
              <a:rPr kumimoji="0" lang="en-US" sz="2400" b="0" i="0" u="none" strike="noStrike" kern="1200" cap="none" spc="0" normalizeH="0" baseline="0" noProof="0" dirty="0">
                <a:ln>
                  <a:noFill/>
                </a:ln>
                <a:solidFill>
                  <a:srgbClr val="1F497D">
                    <a:shade val="75000"/>
                  </a:srgbClr>
                </a:solidFill>
                <a:effectLst/>
                <a:uLnTx/>
                <a:uFillTx/>
                <a:latin typeface="Georgia"/>
                <a:ea typeface="+mj-ea"/>
                <a:cs typeface="+mj-cs"/>
              </a:rPr>
              <a:t> </a:t>
            </a:r>
            <a:r>
              <a:rPr kumimoji="0" lang="en-US" sz="2400" b="0" i="0" u="none" strike="noStrike" kern="1200" cap="none" spc="0" normalizeH="0" baseline="0" noProof="0" dirty="0" err="1">
                <a:ln>
                  <a:noFill/>
                </a:ln>
                <a:solidFill>
                  <a:srgbClr val="1F497D">
                    <a:shade val="75000"/>
                  </a:srgbClr>
                </a:solidFill>
                <a:effectLst/>
                <a:uLnTx/>
                <a:uFillTx/>
                <a:latin typeface="Georgia"/>
                <a:ea typeface="+mj-ea"/>
                <a:cs typeface="+mj-cs"/>
              </a:rPr>
              <a:t>précédentes</a:t>
            </a:r>
            <a:r>
              <a:rPr kumimoji="0" lang="en-US" sz="2400" b="0" i="0" u="none" strike="noStrike" kern="1200" cap="none" spc="0" normalizeH="0" baseline="0" noProof="0" dirty="0">
                <a:ln>
                  <a:noFill/>
                </a:ln>
                <a:solidFill>
                  <a:srgbClr val="1F497D">
                    <a:shade val="75000"/>
                  </a:srgbClr>
                </a:solidFill>
                <a:effectLst/>
                <a:uLnTx/>
                <a:uFillTx/>
                <a:latin typeface="Georgia"/>
                <a:ea typeface="+mj-ea"/>
                <a:cs typeface="+mj-cs"/>
              </a:rPr>
              <a:t>, environ </a:t>
            </a:r>
            <a:r>
              <a:rPr kumimoji="0" lang="en-US" sz="2400" b="1" i="0" u="none" strike="noStrike" kern="1200" cap="none" spc="0" normalizeH="0" baseline="0" noProof="0" dirty="0">
                <a:ln>
                  <a:noFill/>
                </a:ln>
                <a:solidFill>
                  <a:srgbClr val="1F497D">
                    <a:shade val="75000"/>
                  </a:srgbClr>
                </a:solidFill>
                <a:effectLst/>
                <a:uLnTx/>
                <a:uFillTx/>
                <a:latin typeface="Georgia"/>
                <a:ea typeface="+mj-ea"/>
                <a:cs typeface="+mj-cs"/>
              </a:rPr>
              <a:t>82 % des </a:t>
            </a:r>
            <a:r>
              <a:rPr kumimoji="0" lang="en-US" sz="2400" b="1" i="0" u="none" strike="noStrike" kern="1200" cap="none" spc="0" normalizeH="0" baseline="0" noProof="0" dirty="0" err="1">
                <a:ln>
                  <a:noFill/>
                </a:ln>
                <a:solidFill>
                  <a:srgbClr val="1F497D">
                    <a:shade val="75000"/>
                  </a:srgbClr>
                </a:solidFill>
                <a:effectLst/>
                <a:uLnTx/>
                <a:uFillTx/>
                <a:latin typeface="Georgia"/>
                <a:ea typeface="+mj-ea"/>
                <a:cs typeface="+mj-cs"/>
              </a:rPr>
              <a:t>étudiants</a:t>
            </a:r>
            <a:r>
              <a:rPr kumimoji="0" lang="en-US" sz="2400" b="1" i="0" u="none" strike="noStrike" kern="1200" cap="none" spc="0" normalizeH="0" baseline="0" noProof="0" dirty="0">
                <a:ln>
                  <a:noFill/>
                </a:ln>
                <a:solidFill>
                  <a:srgbClr val="1F497D">
                    <a:shade val="75000"/>
                  </a:srgbClr>
                </a:solidFill>
                <a:effectLst/>
                <a:uLnTx/>
                <a:uFillTx/>
                <a:latin typeface="Georgia"/>
                <a:ea typeface="+mj-ea"/>
                <a:cs typeface="+mj-cs"/>
              </a:rPr>
              <a:t> </a:t>
            </a:r>
            <a:r>
              <a:rPr kumimoji="0" lang="en-US" sz="2400" b="0" i="0" u="none" strike="noStrike" kern="1200" cap="none" spc="0" normalizeH="0" baseline="0" noProof="0" dirty="0" err="1">
                <a:ln>
                  <a:noFill/>
                </a:ln>
                <a:solidFill>
                  <a:srgbClr val="1F497D">
                    <a:shade val="75000"/>
                  </a:srgbClr>
                </a:solidFill>
                <a:effectLst/>
                <a:uLnTx/>
                <a:uFillTx/>
                <a:latin typeface="Georgia"/>
                <a:ea typeface="+mj-ea"/>
                <a:cs typeface="+mj-cs"/>
              </a:rPr>
              <a:t>consacrent</a:t>
            </a:r>
            <a:r>
              <a:rPr kumimoji="0" lang="en-US" sz="2400" b="0" i="0" u="none" strike="noStrike" kern="1200" cap="none" spc="0" normalizeH="0" baseline="0" noProof="0" dirty="0">
                <a:ln>
                  <a:noFill/>
                </a:ln>
                <a:solidFill>
                  <a:srgbClr val="1F497D">
                    <a:shade val="75000"/>
                  </a:srgbClr>
                </a:solidFill>
                <a:effectLst/>
                <a:uLnTx/>
                <a:uFillTx/>
                <a:latin typeface="Georgia"/>
                <a:ea typeface="+mj-ea"/>
                <a:cs typeface="+mj-cs"/>
              </a:rPr>
              <a:t> plus de </a:t>
            </a:r>
            <a:br>
              <a:rPr kumimoji="0" lang="en-US" sz="2400" b="0" i="0" u="none" strike="noStrike" kern="1200" cap="none" spc="0" normalizeH="0" baseline="0" noProof="0" dirty="0">
                <a:ln>
                  <a:noFill/>
                </a:ln>
                <a:solidFill>
                  <a:srgbClr val="1F497D">
                    <a:shade val="75000"/>
                  </a:srgbClr>
                </a:solidFill>
                <a:effectLst/>
                <a:uLnTx/>
                <a:uFillTx/>
                <a:latin typeface="Georgia"/>
                <a:ea typeface="+mj-ea"/>
                <a:cs typeface="+mj-cs"/>
              </a:rPr>
            </a:br>
            <a:r>
              <a:rPr kumimoji="0" lang="en-US" sz="3200" b="0" i="0" u="none" strike="noStrike" kern="1200" cap="none" spc="0" normalizeH="0" baseline="0" noProof="0" dirty="0">
                <a:ln>
                  <a:noFill/>
                </a:ln>
                <a:solidFill>
                  <a:srgbClr val="FF0000"/>
                </a:solidFill>
                <a:effectLst/>
                <a:uLnTx/>
                <a:uFillTx/>
                <a:latin typeface="Ink Free" panose="03080402000500000000" pitchFamily="66" charset="0"/>
                <a:ea typeface="+mj-ea"/>
                <a:cs typeface="+mj-cs"/>
              </a:rPr>
              <a:t>4 </a:t>
            </a:r>
            <a:r>
              <a:rPr kumimoji="0" lang="en-US" sz="3200" b="0" i="0" u="none" strike="noStrike" kern="1200" cap="none" spc="0" normalizeH="0" baseline="0" noProof="0" dirty="0" err="1">
                <a:ln>
                  <a:noFill/>
                </a:ln>
                <a:solidFill>
                  <a:srgbClr val="FF0000"/>
                </a:solidFill>
                <a:effectLst/>
                <a:uLnTx/>
                <a:uFillTx/>
                <a:latin typeface="Ink Free" panose="03080402000500000000" pitchFamily="66" charset="0"/>
                <a:ea typeface="+mj-ea"/>
                <a:cs typeface="+mj-cs"/>
              </a:rPr>
              <a:t>heures</a:t>
            </a:r>
            <a:r>
              <a:rPr kumimoji="0" lang="en-US" sz="3200" b="0" i="0" u="none" strike="noStrike" kern="1200" cap="none" spc="0" normalizeH="0" baseline="0" noProof="0" dirty="0">
                <a:ln>
                  <a:noFill/>
                </a:ln>
                <a:solidFill>
                  <a:srgbClr val="FF0000"/>
                </a:solidFill>
                <a:effectLst/>
                <a:uLnTx/>
                <a:uFillTx/>
                <a:latin typeface="Ink Free" panose="03080402000500000000" pitchFamily="66" charset="0"/>
                <a:ea typeface="+mj-ea"/>
                <a:cs typeface="+mj-cs"/>
              </a:rPr>
              <a:t> par </a:t>
            </a:r>
            <a:r>
              <a:rPr kumimoji="0" lang="en-US" sz="3200" b="0" i="0" u="none" strike="noStrike" kern="1200" cap="none" spc="0" normalizeH="0" baseline="0" noProof="0" dirty="0" err="1">
                <a:ln>
                  <a:noFill/>
                </a:ln>
                <a:solidFill>
                  <a:srgbClr val="FF0000"/>
                </a:solidFill>
                <a:effectLst/>
                <a:uLnTx/>
                <a:uFillTx/>
                <a:latin typeface="Ink Free" panose="03080402000500000000" pitchFamily="66" charset="0"/>
                <a:ea typeface="+mj-ea"/>
                <a:cs typeface="+mj-cs"/>
              </a:rPr>
              <a:t>semaine</a:t>
            </a:r>
            <a:r>
              <a:rPr kumimoji="0" lang="en-US" sz="3200" b="0" i="0" u="none" strike="noStrike" kern="1200" cap="none" spc="0" normalizeH="0" baseline="0" noProof="0" dirty="0">
                <a:ln>
                  <a:noFill/>
                </a:ln>
                <a:solidFill>
                  <a:srgbClr val="FF0000"/>
                </a:solidFill>
                <a:effectLst/>
                <a:uLnTx/>
                <a:uFillTx/>
                <a:latin typeface="Ink Free" panose="03080402000500000000" pitchFamily="66" charset="0"/>
                <a:ea typeface="+mj-ea"/>
                <a:cs typeface="+mj-cs"/>
              </a:rPr>
              <a:t> </a:t>
            </a:r>
            <a:r>
              <a:rPr kumimoji="0" lang="en-US" sz="2400" b="0" i="0" u="none" strike="noStrike" kern="1200" cap="none" spc="0" normalizeH="0" baseline="0" noProof="0" dirty="0">
                <a:ln>
                  <a:noFill/>
                </a:ln>
                <a:solidFill>
                  <a:srgbClr val="1F497D">
                    <a:shade val="75000"/>
                  </a:srgbClr>
                </a:solidFill>
                <a:effectLst/>
                <a:uLnTx/>
                <a:uFillTx/>
                <a:latin typeface="Georgia"/>
                <a:ea typeface="+mj-ea"/>
                <a:cs typeface="+mj-cs"/>
              </a:rPr>
              <a:t>à </a:t>
            </a:r>
            <a:r>
              <a:rPr kumimoji="0" lang="en-US" sz="2400" b="0" i="0" u="none" strike="noStrike" kern="1200" cap="none" spc="0" normalizeH="0" baseline="0" noProof="0" dirty="0" err="1">
                <a:ln>
                  <a:noFill/>
                </a:ln>
                <a:solidFill>
                  <a:srgbClr val="1F497D">
                    <a:shade val="75000"/>
                  </a:srgbClr>
                </a:solidFill>
                <a:effectLst/>
                <a:uLnTx/>
                <a:uFillTx/>
                <a:latin typeface="Georgia"/>
                <a:ea typeface="+mj-ea"/>
                <a:cs typeface="+mj-cs"/>
              </a:rPr>
              <a:t>ce</a:t>
            </a:r>
            <a:r>
              <a:rPr kumimoji="0" lang="en-US" sz="2400" b="0" i="0" u="none" strike="noStrike" kern="1200" cap="none" spc="0" normalizeH="0" baseline="0" noProof="0" dirty="0">
                <a:ln>
                  <a:noFill/>
                </a:ln>
                <a:solidFill>
                  <a:srgbClr val="1F497D">
                    <a:shade val="75000"/>
                  </a:srgbClr>
                </a:solidFill>
                <a:effectLst/>
                <a:uLnTx/>
                <a:uFillTx/>
                <a:latin typeface="Georgia"/>
                <a:ea typeface="+mj-ea"/>
                <a:cs typeface="+mj-cs"/>
              </a:rPr>
              <a:t> </a:t>
            </a:r>
            <a:r>
              <a:rPr kumimoji="0" lang="en-US" sz="2400" b="0" i="0" u="none" strike="noStrike" kern="1200" cap="none" spc="0" normalizeH="0" baseline="0" noProof="0" dirty="0" err="1">
                <a:ln>
                  <a:noFill/>
                </a:ln>
                <a:solidFill>
                  <a:srgbClr val="1F497D">
                    <a:shade val="75000"/>
                  </a:srgbClr>
                </a:solidFill>
                <a:effectLst/>
                <a:uLnTx/>
                <a:uFillTx/>
                <a:latin typeface="Georgia"/>
                <a:ea typeface="+mj-ea"/>
                <a:cs typeface="+mj-cs"/>
              </a:rPr>
              <a:t>cours</a:t>
            </a:r>
            <a:r>
              <a:rPr kumimoji="0" lang="en-US" sz="2400" b="0" i="0" u="none" strike="noStrike" kern="1200" cap="none" spc="0" normalizeH="0" baseline="0" noProof="0" dirty="0">
                <a:ln>
                  <a:noFill/>
                </a:ln>
                <a:solidFill>
                  <a:srgbClr val="1F497D">
                    <a:shade val="75000"/>
                  </a:srgbClr>
                </a:solidFill>
                <a:effectLst/>
                <a:uLnTx/>
                <a:uFillTx/>
                <a:latin typeface="Georgia"/>
                <a:ea typeface="+mj-ea"/>
                <a:cs typeface="+mj-cs"/>
              </a:rPr>
              <a:t>.</a:t>
            </a:r>
            <a:endParaRPr lang="fr-CA" sz="2000" dirty="0"/>
          </a:p>
        </p:txBody>
      </p:sp>
      <p:pic>
        <p:nvPicPr>
          <p:cNvPr id="11" name="Picture 10" descr="Red alert button">
            <a:extLst>
              <a:ext uri="{FF2B5EF4-FFF2-40B4-BE49-F238E27FC236}">
                <a16:creationId xmlns:a16="http://schemas.microsoft.com/office/drawing/2014/main" id="{A2317D0C-A05A-4AC8-B300-294FC394477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00456" y="385150"/>
            <a:ext cx="922806" cy="690664"/>
          </a:xfrm>
          <a:prstGeom prst="rect">
            <a:avLst/>
          </a:prstGeom>
        </p:spPr>
      </p:pic>
      <p:pic>
        <p:nvPicPr>
          <p:cNvPr id="12" name="Picture 11" descr="Red alert button">
            <a:extLst>
              <a:ext uri="{FF2B5EF4-FFF2-40B4-BE49-F238E27FC236}">
                <a16:creationId xmlns:a16="http://schemas.microsoft.com/office/drawing/2014/main" id="{1CE5FF48-8A74-3766-080F-BE955E9D17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7558" y="395529"/>
            <a:ext cx="922806" cy="690664"/>
          </a:xfrm>
          <a:prstGeom prst="rect">
            <a:avLst/>
          </a:prstGeom>
        </p:spPr>
      </p:pic>
    </p:spTree>
    <p:extLst>
      <p:ext uri="{BB962C8B-B14F-4D97-AF65-F5344CB8AC3E}">
        <p14:creationId xmlns:p14="http://schemas.microsoft.com/office/powerpoint/2010/main" val="3665911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solidFill>
                  <a:srgbClr val="FF0000"/>
                </a:solidFill>
              </a:rPr>
              <a:t>Comment </a:t>
            </a:r>
            <a:r>
              <a:rPr lang="fr-CA" dirty="0" err="1">
                <a:solidFill>
                  <a:srgbClr val="FF0000"/>
                </a:solidFill>
              </a:rPr>
              <a:t>réussir ce </a:t>
            </a:r>
            <a:r>
              <a:rPr lang="fr-CA" dirty="0">
                <a:solidFill>
                  <a:srgbClr val="FF0000"/>
                </a:solidFill>
              </a:rPr>
              <a:t>cours ? </a:t>
            </a:r>
          </a:p>
        </p:txBody>
      </p:sp>
      <p:sp>
        <p:nvSpPr>
          <p:cNvPr id="4" name="Slide Number Placeholder 3">
            <a:extLst>
              <a:ext uri="{FF2B5EF4-FFF2-40B4-BE49-F238E27FC236}">
                <a16:creationId xmlns:a16="http://schemas.microsoft.com/office/drawing/2014/main" id="{9A6014D7-8F15-426E-B43C-4B066A80530A}"/>
              </a:ext>
            </a:extLst>
          </p:cNvPr>
          <p:cNvSpPr>
            <a:spLocks noGrp="1"/>
          </p:cNvSpPr>
          <p:nvPr>
            <p:ph type="sldNum" sz="quarter" idx="12"/>
          </p:nvPr>
        </p:nvSpPr>
        <p:spPr/>
        <p:txBody>
          <a:bodyPr/>
          <a:lstStyle/>
          <a:p>
            <a:fld id="{EA019D1F-2BC9-41FA-953B-C3256200C508}" type="slidenum">
              <a:rPr lang="fr-CA" smtClean="0">
                <a:solidFill>
                  <a:srgbClr val="8CADAE">
                    <a:shade val="75000"/>
                  </a:srgbClr>
                </a:solidFill>
              </a:rPr>
              <a:t>4</a:t>
            </a:fld>
            <a:endParaRPr lang="fr-CA" dirty="0">
              <a:solidFill>
                <a:srgbClr val="8CADAE">
                  <a:shade val="75000"/>
                </a:srgbClr>
              </a:solidFill>
            </a:endParaRPr>
          </a:p>
        </p:txBody>
      </p:sp>
      <p:sp>
        <p:nvSpPr>
          <p:cNvPr id="3" name="Espace réservé du contenu 2"/>
          <p:cNvSpPr>
            <a:spLocks noGrp="1"/>
          </p:cNvSpPr>
          <p:nvPr>
            <p:ph sz="quarter" idx="1"/>
          </p:nvPr>
        </p:nvSpPr>
        <p:spPr>
          <a:xfrm>
            <a:off x="479375" y="1412776"/>
            <a:ext cx="11379199" cy="5115862"/>
          </a:xfrm>
        </p:spPr>
        <p:txBody>
          <a:bodyPr>
            <a:normAutofit fontScale="85000" lnSpcReduction="10000"/>
          </a:bodyPr>
          <a:lstStyle/>
          <a:p>
            <a:pPr marL="0" indent="0">
              <a:lnSpc>
                <a:spcPct val="120000"/>
              </a:lnSpc>
              <a:buNone/>
            </a:pPr>
            <a:r>
              <a:rPr lang="fr-CA" dirty="0">
                <a:sym typeface="Wingdings" panose="05000000000000000000" pitchFamily="2" charset="2"/>
              </a:rPr>
              <a:t>       Lire le </a:t>
            </a:r>
            <a:r>
              <a:rPr lang="fr-CA" b="1" dirty="0">
                <a:sym typeface="Wingdings" panose="05000000000000000000" pitchFamily="2" charset="2"/>
              </a:rPr>
              <a:t>manuel </a:t>
            </a:r>
          </a:p>
          <a:p>
            <a:pPr lvl="1">
              <a:lnSpc>
                <a:spcPct val="120000"/>
              </a:lnSpc>
            </a:pPr>
            <a:r>
              <a:rPr lang="fr-CA" dirty="0">
                <a:sym typeface="Wingdings" panose="05000000000000000000" pitchFamily="2" charset="2"/>
              </a:rPr>
              <a:t>Consultez la rubrique </a:t>
            </a:r>
            <a:r>
              <a:rPr lang="fr-CA" dirty="0">
                <a:latin typeface="Ink Free" panose="03080402000500000000" pitchFamily="66" charset="0"/>
                <a:sym typeface="Wingdings" panose="05000000000000000000" pitchFamily="2" charset="2"/>
              </a:rPr>
              <a:t>« Importance de </a:t>
            </a:r>
            <a:r>
              <a:rPr lang="fr-CA" dirty="0" err="1">
                <a:latin typeface="Ink Free" panose="03080402000500000000" pitchFamily="66" charset="0"/>
                <a:sym typeface="Wingdings" panose="05000000000000000000" pitchFamily="2" charset="2"/>
              </a:rPr>
              <a:t>chaque </a:t>
            </a:r>
            <a:r>
              <a:rPr lang="fr-CA" dirty="0">
                <a:latin typeface="Ink Free" panose="03080402000500000000" pitchFamily="66" charset="0"/>
                <a:sym typeface="Wingdings" panose="05000000000000000000" pitchFamily="2" charset="2"/>
              </a:rPr>
              <a:t>section du livre » </a:t>
            </a:r>
            <a:r>
              <a:rPr lang="fr-CA" dirty="0">
                <a:sym typeface="Wingdings" panose="05000000000000000000" pitchFamily="2" charset="2"/>
              </a:rPr>
              <a:t>sur </a:t>
            </a:r>
            <a:r>
              <a:rPr lang="fr-CA" dirty="0" err="1">
                <a:sym typeface="Wingdings" panose="05000000000000000000" pitchFamily="2" charset="2"/>
              </a:rPr>
              <a:t>Zonecours</a:t>
            </a:r>
            <a:r>
              <a:rPr lang="fr-CA" dirty="0">
                <a:sym typeface="Wingdings" panose="05000000000000000000" pitchFamily="2" charset="2"/>
              </a:rPr>
              <a:t>\ </a:t>
            </a:r>
            <a:r>
              <a:rPr lang="fr-CA" dirty="0" err="1">
                <a:sym typeface="Wingdings" panose="05000000000000000000" pitchFamily="2" charset="2"/>
              </a:rPr>
              <a:t>Matériel</a:t>
            </a:r>
            <a:r>
              <a:rPr lang="fr-CA" dirty="0">
                <a:sym typeface="Wingdings" panose="05000000000000000000" pitchFamily="2" charset="2"/>
              </a:rPr>
              <a:t> pédagogique</a:t>
            </a:r>
          </a:p>
          <a:p>
            <a:pPr marL="0" indent="0">
              <a:lnSpc>
                <a:spcPct val="120000"/>
              </a:lnSpc>
              <a:buNone/>
            </a:pPr>
            <a:r>
              <a:rPr lang="fr-CA" sz="2800" dirty="0"/>
              <a:t>📌 </a:t>
            </a:r>
            <a:r>
              <a:rPr lang="fr-CA" dirty="0"/>
              <a:t>Regarder les </a:t>
            </a:r>
            <a:r>
              <a:rPr lang="fr-CA" b="1" dirty="0"/>
              <a:t>capsules vidéos </a:t>
            </a:r>
            <a:r>
              <a:rPr lang="fr-CA" dirty="0"/>
              <a:t>(clips)</a:t>
            </a:r>
          </a:p>
          <a:p>
            <a:pPr marL="0" indent="0">
              <a:lnSpc>
                <a:spcPct val="120000"/>
              </a:lnSpc>
              <a:buNone/>
            </a:pPr>
            <a:r>
              <a:rPr lang="fr-CA" sz="2800" dirty="0"/>
              <a:t>📌 </a:t>
            </a:r>
            <a:r>
              <a:rPr lang="fr-CA" b="1" dirty="0"/>
              <a:t>Assister</a:t>
            </a:r>
            <a:r>
              <a:rPr lang="fr-CA" dirty="0"/>
              <a:t> aux cours</a:t>
            </a:r>
          </a:p>
          <a:p>
            <a:pPr marL="0" indent="0">
              <a:lnSpc>
                <a:spcPct val="120000"/>
              </a:lnSpc>
              <a:buNone/>
            </a:pPr>
            <a:r>
              <a:rPr lang="fr-CA" sz="2800" dirty="0"/>
              <a:t>📌 </a:t>
            </a:r>
            <a:r>
              <a:rPr lang="fr-CA" dirty="0"/>
              <a:t>Faites </a:t>
            </a:r>
            <a:r>
              <a:rPr lang="fr-CA" sz="3500" b="1" u="sng" dirty="0">
                <a:latin typeface="Ink Free" panose="03080402000500000000" pitchFamily="66" charset="0"/>
              </a:rPr>
              <a:t>des exercices pratiques chaque semaine (</a:t>
            </a:r>
            <a:r>
              <a:rPr lang="en-GB" sz="2700" dirty="0" err="1"/>
              <a:t>Voir</a:t>
            </a:r>
            <a:r>
              <a:rPr lang="en-GB" sz="2700" dirty="0"/>
              <a:t> la diapositive </a:t>
            </a:r>
          </a:p>
          <a:p>
            <a:pPr marL="0" indent="0">
              <a:lnSpc>
                <a:spcPct val="120000"/>
              </a:lnSpc>
              <a:buNone/>
            </a:pPr>
            <a:r>
              <a:rPr lang="en-GB" dirty="0"/>
              <a:t>       </a:t>
            </a:r>
            <a:r>
              <a:rPr lang="en-GB" sz="2700" dirty="0" err="1"/>
              <a:t>suivante</a:t>
            </a:r>
            <a:r>
              <a:rPr lang="en-GB" sz="2700" dirty="0"/>
              <a:t> pour plus de details)</a:t>
            </a:r>
          </a:p>
          <a:p>
            <a:pPr marL="0" indent="0">
              <a:lnSpc>
                <a:spcPct val="120000"/>
              </a:lnSpc>
              <a:buNone/>
            </a:pPr>
            <a:r>
              <a:rPr lang="fr-CA" sz="2800" dirty="0"/>
              <a:t>📌 </a:t>
            </a:r>
            <a:r>
              <a:rPr lang="en-US" dirty="0" err="1"/>
              <a:t>Visez</a:t>
            </a:r>
            <a:r>
              <a:rPr lang="en-US" dirty="0"/>
              <a:t> la </a:t>
            </a:r>
            <a:r>
              <a:rPr lang="en-US" sz="3500" b="1" u="sng" dirty="0">
                <a:latin typeface="Ink Free" panose="03080402000500000000" pitchFamily="66" charset="0"/>
              </a:rPr>
              <a:t>compréhension</a:t>
            </a:r>
          </a:p>
          <a:p>
            <a:pPr lvl="1">
              <a:lnSpc>
                <a:spcPct val="120000"/>
              </a:lnSpc>
            </a:pPr>
            <a:r>
              <a:rPr lang="en-US" dirty="0"/>
              <a:t>Ne vous </a:t>
            </a:r>
            <a:r>
              <a:rPr lang="en-US" u="sng" dirty="0"/>
              <a:t>contentez pas de mémoriser</a:t>
            </a:r>
            <a:r>
              <a:rPr lang="en-US" dirty="0"/>
              <a:t>. Essayez de </a:t>
            </a:r>
            <a:r>
              <a:rPr lang="en-US" b="1" dirty="0"/>
              <a:t>comprendre le « pourquoi »</a:t>
            </a:r>
            <a:r>
              <a:rPr lang="en-US" dirty="0"/>
              <a:t> des formules.</a:t>
            </a:r>
          </a:p>
          <a:p>
            <a:pPr lvl="1">
              <a:lnSpc>
                <a:spcPct val="120000"/>
              </a:lnSpc>
            </a:pPr>
            <a:r>
              <a:rPr lang="en-GB" dirty="0"/>
              <a:t>Demandez à </a:t>
            </a:r>
            <a:r>
              <a:rPr lang="en-GB" dirty="0" err="1"/>
              <a:t>l’auxiliaire</a:t>
            </a:r>
            <a:r>
              <a:rPr lang="en-GB" dirty="0"/>
              <a:t>. Les </a:t>
            </a:r>
            <a:r>
              <a:rPr lang="en-GB" dirty="0" err="1"/>
              <a:t>horaires</a:t>
            </a:r>
            <a:r>
              <a:rPr lang="en-GB" dirty="0"/>
              <a:t> </a:t>
            </a:r>
            <a:r>
              <a:rPr lang="en-GB" dirty="0" err="1"/>
              <a:t>seront</a:t>
            </a:r>
            <a:r>
              <a:rPr lang="en-GB" dirty="0"/>
              <a:t> </a:t>
            </a:r>
            <a:r>
              <a:rPr lang="en-GB" dirty="0" err="1"/>
              <a:t>disponibles</a:t>
            </a:r>
            <a:r>
              <a:rPr lang="en-GB" dirty="0"/>
              <a:t> sous </a:t>
            </a:r>
            <a:r>
              <a:rPr lang="en-GB" dirty="0" err="1"/>
              <a:t>Zonecours</a:t>
            </a:r>
            <a:r>
              <a:rPr lang="en-GB" dirty="0"/>
              <a:t> / Coordonnées.</a:t>
            </a:r>
            <a:endParaRPr lang="en-GB" sz="1500" dirty="0"/>
          </a:p>
          <a:p>
            <a:pPr lvl="1">
              <a:lnSpc>
                <a:spcPct val="120000"/>
              </a:lnSpc>
            </a:pPr>
            <a:r>
              <a:rPr lang="en-US" dirty="0"/>
              <a:t>N'hésitez pas à m'envoyer un </a:t>
            </a:r>
            <a:r>
              <a:rPr lang="en-US" dirty="0" err="1"/>
              <a:t>courriel</a:t>
            </a:r>
            <a:r>
              <a:rPr lang="en-US" dirty="0"/>
              <a:t> si vous avez des questions, en précisant </a:t>
            </a:r>
            <a:r>
              <a:rPr lang="en-US" dirty="0" err="1"/>
              <a:t>votre</a:t>
            </a:r>
            <a:r>
              <a:rPr lang="en-US" dirty="0"/>
              <a:t> </a:t>
            </a:r>
            <a:r>
              <a:rPr lang="en-US" dirty="0" err="1"/>
              <a:t>classe</a:t>
            </a:r>
            <a:r>
              <a:rPr lang="en-US" dirty="0"/>
              <a:t> (10200)</a:t>
            </a:r>
            <a:endParaRPr lang="fr-CA" b="1" dirty="0">
              <a:latin typeface="Ink Free" panose="03080402000500000000" pitchFamily="66" charset="0"/>
            </a:endParaRPr>
          </a:p>
        </p:txBody>
      </p:sp>
      <p:pic>
        <p:nvPicPr>
          <p:cNvPr id="5122" name="Picture 2" descr="Important ">
            <a:extLst>
              <a:ext uri="{FF2B5EF4-FFF2-40B4-BE49-F238E27FC236}">
                <a16:creationId xmlns:a16="http://schemas.microsoft.com/office/drawing/2014/main" id="{420482B1-5F8A-71AD-FB95-B77E39FF14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2304" y="329362"/>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Book ">
            <a:extLst>
              <a:ext uri="{FF2B5EF4-FFF2-40B4-BE49-F238E27FC236}">
                <a16:creationId xmlns:a16="http://schemas.microsoft.com/office/drawing/2014/main" id="{21679569-A5D2-6F77-5340-04F03D5368F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2732" y="1467704"/>
            <a:ext cx="441325" cy="441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5156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074B036-DCCE-BB7D-3CE3-6BBE2F3FF042}"/>
              </a:ext>
            </a:extLst>
          </p:cNvPr>
          <p:cNvSpPr/>
          <p:nvPr/>
        </p:nvSpPr>
        <p:spPr>
          <a:xfrm>
            <a:off x="263352" y="1412776"/>
            <a:ext cx="8928992" cy="4824536"/>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4" name="Content Placeholder 3">
            <a:extLst>
              <a:ext uri="{FF2B5EF4-FFF2-40B4-BE49-F238E27FC236}">
                <a16:creationId xmlns:a16="http://schemas.microsoft.com/office/drawing/2014/main" id="{B10E2922-B4A9-4336-9DB3-202F30060739}"/>
              </a:ext>
            </a:extLst>
          </p:cNvPr>
          <p:cNvSpPr>
            <a:spLocks noGrp="1"/>
          </p:cNvSpPr>
          <p:nvPr>
            <p:ph sz="quarter" idx="1"/>
          </p:nvPr>
        </p:nvSpPr>
        <p:spPr>
          <a:xfrm>
            <a:off x="296738" y="1544180"/>
            <a:ext cx="8424936" cy="4626260"/>
          </a:xfrm>
        </p:spPr>
        <p:txBody>
          <a:bodyPr>
            <a:normAutofit fontScale="92500" lnSpcReduction="20000"/>
          </a:bodyPr>
          <a:lstStyle/>
          <a:p>
            <a:pPr marL="274320" lvl="1" indent="0">
              <a:lnSpc>
                <a:spcPct val="150000"/>
              </a:lnSpc>
              <a:buClr>
                <a:schemeClr val="bg1"/>
              </a:buClr>
              <a:buSzPct val="100000"/>
              <a:buNone/>
            </a:pPr>
            <a:r>
              <a:rPr lang="fr-CA" sz="2400" dirty="0"/>
              <a:t>📌 </a:t>
            </a:r>
            <a:r>
              <a:rPr lang="en-CA" sz="3000" b="1" u="sng" dirty="0" err="1">
                <a:solidFill>
                  <a:schemeClr val="tx1"/>
                </a:solidFill>
              </a:rPr>
              <a:t>Où</a:t>
            </a:r>
            <a:r>
              <a:rPr lang="en-CA" sz="3000" b="1" u="sng" dirty="0">
                <a:solidFill>
                  <a:schemeClr val="tx1"/>
                </a:solidFill>
              </a:rPr>
              <a:t> </a:t>
            </a:r>
            <a:r>
              <a:rPr lang="en-CA" sz="3000" b="1" u="sng" dirty="0" err="1">
                <a:solidFill>
                  <a:schemeClr val="tx1"/>
                </a:solidFill>
              </a:rPr>
              <a:t>trouver</a:t>
            </a:r>
            <a:r>
              <a:rPr lang="en-CA" sz="3000" b="1" u="sng" dirty="0">
                <a:solidFill>
                  <a:schemeClr val="tx1"/>
                </a:solidFill>
              </a:rPr>
              <a:t> les </a:t>
            </a:r>
            <a:r>
              <a:rPr lang="en-CA" sz="3000" b="1" u="sng" dirty="0" err="1">
                <a:solidFill>
                  <a:schemeClr val="tx1"/>
                </a:solidFill>
              </a:rPr>
              <a:t>exercices</a:t>
            </a:r>
            <a:r>
              <a:rPr lang="en-CA" sz="3000" b="1" u="sng" dirty="0">
                <a:solidFill>
                  <a:schemeClr val="tx1"/>
                </a:solidFill>
              </a:rPr>
              <a:t> ?</a:t>
            </a:r>
          </a:p>
          <a:p>
            <a:pPr marL="274320" lvl="1" indent="0">
              <a:lnSpc>
                <a:spcPct val="150000"/>
              </a:lnSpc>
              <a:buClr>
                <a:schemeClr val="bg1"/>
              </a:buClr>
              <a:buSzPct val="100000"/>
              <a:buNone/>
            </a:pPr>
            <a:endParaRPr lang="en-CA" sz="900" dirty="0"/>
          </a:p>
          <a:p>
            <a:pPr marL="788670" lvl="1" indent="-514350">
              <a:lnSpc>
                <a:spcPct val="150000"/>
              </a:lnSpc>
              <a:buClrTx/>
              <a:buSzPct val="100000"/>
              <a:buFont typeface="+mj-lt"/>
              <a:buAutoNum type="arabicPeriod"/>
            </a:pPr>
            <a:r>
              <a:rPr lang="en-CA" sz="2400" dirty="0"/>
              <a:t>Dans le </a:t>
            </a:r>
            <a:r>
              <a:rPr lang="en-CA" sz="2400" b="1" dirty="0"/>
              <a:t>manuel </a:t>
            </a:r>
            <a:r>
              <a:rPr lang="en-CA" sz="2400" dirty="0"/>
              <a:t>– à la fin de </a:t>
            </a:r>
            <a:r>
              <a:rPr lang="en-CA" sz="2400" dirty="0" err="1"/>
              <a:t>chaque</a:t>
            </a:r>
            <a:r>
              <a:rPr lang="en-CA" sz="2400" dirty="0"/>
              <a:t> séance de </a:t>
            </a:r>
            <a:r>
              <a:rPr lang="en-CA" sz="2400" dirty="0" err="1"/>
              <a:t>cours</a:t>
            </a:r>
            <a:r>
              <a:rPr lang="en-CA" sz="2400" dirty="0"/>
              <a:t>, vous trouverez une liste d'exercices à résoudre.</a:t>
            </a:r>
          </a:p>
          <a:p>
            <a:pPr marL="788670" lvl="1" indent="-514350">
              <a:lnSpc>
                <a:spcPct val="150000"/>
              </a:lnSpc>
              <a:buClrTx/>
              <a:buFont typeface="+mj-lt"/>
              <a:buAutoNum type="arabicPeriod"/>
            </a:pPr>
            <a:endParaRPr lang="en-CA" sz="1050" dirty="0"/>
          </a:p>
          <a:p>
            <a:pPr marL="788670" lvl="1" indent="-514350">
              <a:lnSpc>
                <a:spcPct val="150000"/>
              </a:lnSpc>
              <a:buClrTx/>
              <a:buSzPct val="100000"/>
              <a:buFont typeface="+mj-lt"/>
              <a:buAutoNum type="arabicPeriod"/>
            </a:pPr>
            <a:r>
              <a:rPr lang="en-CA" sz="2400" dirty="0"/>
              <a:t>Dans les </a:t>
            </a:r>
            <a:r>
              <a:rPr lang="en-CA" sz="2400" b="1" dirty="0"/>
              <a:t>cahier </a:t>
            </a:r>
            <a:r>
              <a:rPr lang="en-CA" sz="2400" b="1" dirty="0" err="1"/>
              <a:t>d'exercices</a:t>
            </a:r>
            <a:r>
              <a:rPr lang="en-CA" sz="2400" dirty="0"/>
              <a:t> – Modules – </a:t>
            </a:r>
            <a:r>
              <a:rPr lang="en-CA" sz="2400" dirty="0" err="1"/>
              <a:t>Préparation</a:t>
            </a:r>
            <a:r>
              <a:rPr lang="en-CA" sz="2400" dirty="0"/>
              <a:t> aux examens</a:t>
            </a:r>
          </a:p>
          <a:p>
            <a:pPr marL="788670" lvl="1" indent="-514350">
              <a:lnSpc>
                <a:spcPct val="150000"/>
              </a:lnSpc>
              <a:buClrTx/>
              <a:buSzPct val="100000"/>
              <a:buFont typeface="+mj-lt"/>
              <a:buAutoNum type="arabicPeriod"/>
            </a:pPr>
            <a:r>
              <a:rPr lang="en-CA" sz="2400" b="1" dirty="0" err="1">
                <a:solidFill>
                  <a:srgbClr val="1F497D"/>
                </a:solidFill>
                <a:latin typeface="Georgia"/>
              </a:rPr>
              <a:t>Tutoriels</a:t>
            </a:r>
            <a:r>
              <a:rPr lang="en-CA" sz="2400" b="1" dirty="0">
                <a:solidFill>
                  <a:srgbClr val="1F497D"/>
                </a:solidFill>
                <a:latin typeface="Georgia"/>
              </a:rPr>
              <a:t> </a:t>
            </a:r>
            <a:r>
              <a:rPr lang="en-CA" sz="2400" dirty="0"/>
              <a:t>– Modules – Travaux pratiques</a:t>
            </a:r>
          </a:p>
          <a:p>
            <a:pPr marL="788670" lvl="1" indent="-514350">
              <a:lnSpc>
                <a:spcPct val="150000"/>
              </a:lnSpc>
              <a:buClrTx/>
              <a:buSzPct val="100000"/>
              <a:buFont typeface="+mj-lt"/>
              <a:buAutoNum type="arabicPeriod"/>
            </a:pPr>
            <a:r>
              <a:rPr lang="en-CA" sz="2400" b="1" dirty="0" err="1">
                <a:solidFill>
                  <a:srgbClr val="1F497D"/>
                </a:solidFill>
                <a:latin typeface="Georgia"/>
              </a:rPr>
              <a:t>Exercices</a:t>
            </a:r>
            <a:r>
              <a:rPr lang="en-CA" sz="2400" b="1" dirty="0">
                <a:solidFill>
                  <a:srgbClr val="1F497D"/>
                </a:solidFill>
                <a:latin typeface="Georgia"/>
              </a:rPr>
              <a:t> </a:t>
            </a:r>
            <a:r>
              <a:rPr lang="en-CA" sz="2400" b="1" dirty="0" err="1">
                <a:solidFill>
                  <a:srgbClr val="1F497D"/>
                </a:solidFill>
                <a:latin typeface="Georgia"/>
              </a:rPr>
              <a:t>solutionnés</a:t>
            </a:r>
            <a:r>
              <a:rPr lang="en-CA" sz="2400" b="1" dirty="0">
                <a:solidFill>
                  <a:srgbClr val="1F497D"/>
                </a:solidFill>
                <a:latin typeface="Georgia"/>
              </a:rPr>
              <a:t> </a:t>
            </a:r>
            <a:r>
              <a:rPr lang="en-CA" sz="2400" dirty="0"/>
              <a:t>– Modules – Séance de </a:t>
            </a:r>
            <a:r>
              <a:rPr lang="en-CA" sz="2400" dirty="0" err="1"/>
              <a:t>cours</a:t>
            </a:r>
            <a:r>
              <a:rPr lang="en-CA" sz="2400" dirty="0"/>
              <a:t> – </a:t>
            </a:r>
            <a:r>
              <a:rPr lang="en-CA" sz="2400" dirty="0" err="1"/>
              <a:t>Activités</a:t>
            </a:r>
            <a:r>
              <a:rPr lang="en-CA" sz="2400" dirty="0"/>
              <a:t>/</a:t>
            </a:r>
            <a:r>
              <a:rPr lang="en-CA" sz="2400" dirty="0" err="1"/>
              <a:t>Ressources</a:t>
            </a:r>
            <a:r>
              <a:rPr lang="en-CA" sz="2400" dirty="0"/>
              <a:t> après la séance</a:t>
            </a:r>
            <a:endParaRPr lang="fr-CA" sz="2400" dirty="0">
              <a:solidFill>
                <a:srgbClr val="1F497D"/>
              </a:solidFill>
              <a:latin typeface="Georgia"/>
            </a:endParaRPr>
          </a:p>
          <a:p>
            <a:pPr marL="788670" lvl="1" indent="-514350">
              <a:lnSpc>
                <a:spcPct val="150000"/>
              </a:lnSpc>
              <a:buClrTx/>
              <a:buSzPct val="100000"/>
              <a:buFont typeface="+mj-lt"/>
              <a:buAutoNum type="arabicPeriod"/>
            </a:pPr>
            <a:endParaRPr lang="fr-CA" sz="2400" b="1" dirty="0">
              <a:solidFill>
                <a:srgbClr val="1F497D"/>
              </a:solidFill>
              <a:latin typeface="Georgia"/>
            </a:endParaRPr>
          </a:p>
          <a:p>
            <a:pPr marL="788670" lvl="1" indent="-514350">
              <a:lnSpc>
                <a:spcPct val="150000"/>
              </a:lnSpc>
              <a:buClrTx/>
              <a:buSzPct val="100000"/>
              <a:buFont typeface="+mj-lt"/>
              <a:buAutoNum type="arabicPeriod"/>
            </a:pPr>
            <a:endParaRPr lang="en-CA" sz="2400" b="1" dirty="0"/>
          </a:p>
          <a:p>
            <a:pPr marL="788670" lvl="1" indent="-514350">
              <a:lnSpc>
                <a:spcPct val="150000"/>
              </a:lnSpc>
              <a:buFont typeface="+mj-lt"/>
              <a:buAutoNum type="arabicPeriod"/>
            </a:pPr>
            <a:endParaRPr lang="en-CA" sz="2400" dirty="0"/>
          </a:p>
          <a:p>
            <a:pPr marL="788670" lvl="1" indent="-514350">
              <a:lnSpc>
                <a:spcPct val="150000"/>
              </a:lnSpc>
              <a:buFont typeface="+mj-lt"/>
              <a:buAutoNum type="arabicPeriod"/>
            </a:pPr>
            <a:endParaRPr lang="en-CA" sz="2400" dirty="0"/>
          </a:p>
          <a:p>
            <a:pPr marL="788670" lvl="1" indent="-514350">
              <a:lnSpc>
                <a:spcPct val="150000"/>
              </a:lnSpc>
              <a:buFont typeface="+mj-lt"/>
              <a:buAutoNum type="arabicPeriod"/>
            </a:pPr>
            <a:endParaRPr lang="en-CA" sz="2400" dirty="0"/>
          </a:p>
          <a:p>
            <a:pPr marL="788670" lvl="1" indent="-514350">
              <a:lnSpc>
                <a:spcPct val="150000"/>
              </a:lnSpc>
              <a:buFont typeface="+mj-lt"/>
              <a:buAutoNum type="arabicPeriod"/>
            </a:pPr>
            <a:endParaRPr lang="en-CA" sz="2400" dirty="0"/>
          </a:p>
          <a:p>
            <a:pPr marL="788670" lvl="1" indent="-514350">
              <a:lnSpc>
                <a:spcPct val="150000"/>
              </a:lnSpc>
              <a:buFont typeface="+mj-lt"/>
              <a:buAutoNum type="arabicPeriod"/>
            </a:pPr>
            <a:endParaRPr lang="en-CA" sz="2400" dirty="0"/>
          </a:p>
          <a:p>
            <a:pPr marL="788670" lvl="1" indent="-514350">
              <a:lnSpc>
                <a:spcPct val="150000"/>
              </a:lnSpc>
              <a:buFont typeface="+mj-lt"/>
              <a:buAutoNum type="arabicPeriod"/>
            </a:pPr>
            <a:endParaRPr lang="en-CA" sz="2400" dirty="0"/>
          </a:p>
        </p:txBody>
      </p:sp>
      <p:sp>
        <p:nvSpPr>
          <p:cNvPr id="2" name="Title 1">
            <a:extLst>
              <a:ext uri="{FF2B5EF4-FFF2-40B4-BE49-F238E27FC236}">
                <a16:creationId xmlns:a16="http://schemas.microsoft.com/office/drawing/2014/main" id="{190D538D-C1B4-442D-901E-40BFF7A21000}"/>
              </a:ext>
            </a:extLst>
          </p:cNvPr>
          <p:cNvSpPr>
            <a:spLocks noGrp="1"/>
          </p:cNvSpPr>
          <p:nvPr>
            <p:ph type="title"/>
          </p:nvPr>
        </p:nvSpPr>
        <p:spPr>
          <a:xfrm>
            <a:off x="430784" y="149768"/>
            <a:ext cx="11379200" cy="758952"/>
          </a:xfrm>
        </p:spPr>
        <p:txBody>
          <a:bodyPr>
            <a:normAutofit/>
          </a:bodyPr>
          <a:lstStyle/>
          <a:p>
            <a:r>
              <a:rPr lang="en-CA" sz="2800" b="1" dirty="0" err="1">
                <a:solidFill>
                  <a:srgbClr val="FF0000"/>
                </a:solidFill>
                <a:latin typeface="Ink Free" panose="03080402000500000000" pitchFamily="66" charset="0"/>
              </a:rPr>
              <a:t>C'est</a:t>
            </a:r>
            <a:r>
              <a:rPr lang="en-CA" sz="2800" b="1" dirty="0">
                <a:solidFill>
                  <a:srgbClr val="FF0000"/>
                </a:solidFill>
                <a:latin typeface="Ink Free" panose="03080402000500000000" pitchFamily="66" charset="0"/>
              </a:rPr>
              <a:t> </a:t>
            </a:r>
            <a:r>
              <a:rPr lang="en-CA" sz="2800" b="1" dirty="0" err="1">
                <a:solidFill>
                  <a:srgbClr val="FF0000"/>
                </a:solidFill>
                <a:latin typeface="Ink Free" panose="03080402000500000000" pitchFamily="66" charset="0"/>
              </a:rPr>
              <a:t>en</a:t>
            </a:r>
            <a:r>
              <a:rPr lang="en-CA" sz="2800" b="1" dirty="0">
                <a:solidFill>
                  <a:srgbClr val="FF0000"/>
                </a:solidFill>
                <a:latin typeface="Ink Free" panose="03080402000500000000" pitchFamily="66" charset="0"/>
              </a:rPr>
              <a:t> </a:t>
            </a:r>
            <a:r>
              <a:rPr lang="en-CA" sz="2800" b="1" dirty="0" err="1">
                <a:solidFill>
                  <a:srgbClr val="FF0000"/>
                </a:solidFill>
                <a:latin typeface="Ink Free" panose="03080402000500000000" pitchFamily="66" charset="0"/>
              </a:rPr>
              <a:t>forgeant</a:t>
            </a:r>
            <a:r>
              <a:rPr lang="en-CA" sz="2800" b="1" dirty="0">
                <a:solidFill>
                  <a:srgbClr val="FF0000"/>
                </a:solidFill>
                <a:latin typeface="Ink Free" panose="03080402000500000000" pitchFamily="66" charset="0"/>
              </a:rPr>
              <a:t> </a:t>
            </a:r>
            <a:r>
              <a:rPr lang="en-CA" sz="2800" b="1" dirty="0" err="1">
                <a:solidFill>
                  <a:srgbClr val="FF0000"/>
                </a:solidFill>
                <a:latin typeface="Ink Free" panose="03080402000500000000" pitchFamily="66" charset="0"/>
              </a:rPr>
              <a:t>qu'on</a:t>
            </a:r>
            <a:r>
              <a:rPr lang="en-CA" sz="2800" b="1" dirty="0">
                <a:solidFill>
                  <a:srgbClr val="FF0000"/>
                </a:solidFill>
                <a:latin typeface="Ink Free" panose="03080402000500000000" pitchFamily="66" charset="0"/>
              </a:rPr>
              <a:t> </a:t>
            </a:r>
            <a:r>
              <a:rPr lang="en-CA" sz="2800" b="1" dirty="0" err="1">
                <a:solidFill>
                  <a:srgbClr val="FF0000"/>
                </a:solidFill>
                <a:latin typeface="Ink Free" panose="03080402000500000000" pitchFamily="66" charset="0"/>
              </a:rPr>
              <a:t>devient</a:t>
            </a:r>
            <a:r>
              <a:rPr lang="en-CA" sz="2800" b="1" dirty="0">
                <a:solidFill>
                  <a:srgbClr val="FF0000"/>
                </a:solidFill>
                <a:latin typeface="Ink Free" panose="03080402000500000000" pitchFamily="66" charset="0"/>
              </a:rPr>
              <a:t> </a:t>
            </a:r>
            <a:r>
              <a:rPr lang="en-CA" sz="2800" b="1" dirty="0" err="1">
                <a:solidFill>
                  <a:srgbClr val="FF0000"/>
                </a:solidFill>
                <a:latin typeface="Ink Free" panose="03080402000500000000" pitchFamily="66" charset="0"/>
              </a:rPr>
              <a:t>forgeron</a:t>
            </a:r>
            <a:r>
              <a:rPr lang="en-CA" sz="2800" b="1" dirty="0">
                <a:solidFill>
                  <a:srgbClr val="FF0000"/>
                </a:solidFill>
                <a:latin typeface="Ink Free" panose="03080402000500000000" pitchFamily="66" charset="0"/>
              </a:rPr>
              <a:t> ;-) </a:t>
            </a:r>
            <a:endParaRPr lang="fr-CA" b="1" dirty="0">
              <a:solidFill>
                <a:srgbClr val="FF0000"/>
              </a:solidFill>
            </a:endParaRPr>
          </a:p>
        </p:txBody>
      </p:sp>
      <p:sp>
        <p:nvSpPr>
          <p:cNvPr id="3" name="Slide Number Placeholder 2">
            <a:extLst>
              <a:ext uri="{FF2B5EF4-FFF2-40B4-BE49-F238E27FC236}">
                <a16:creationId xmlns:a16="http://schemas.microsoft.com/office/drawing/2014/main" id="{9AFD30BF-EB39-4A2C-B615-DDC422D06C72}"/>
              </a:ext>
            </a:extLst>
          </p:cNvPr>
          <p:cNvSpPr>
            <a:spLocks noGrp="1"/>
          </p:cNvSpPr>
          <p:nvPr>
            <p:ph type="sldNum" sz="quarter" idx="12"/>
          </p:nvPr>
        </p:nvSpPr>
        <p:spPr/>
        <p:txBody>
          <a:bodyPr/>
          <a:lstStyle/>
          <a:p>
            <a:fld id="{EA019D1F-2BC9-41FA-953B-C3256200C508}" type="slidenum">
              <a:rPr lang="fr-CA" smtClean="0">
                <a:solidFill>
                  <a:srgbClr val="8CADAE">
                    <a:shade val="75000"/>
                  </a:srgbClr>
                </a:solidFill>
              </a:rPr>
              <a:t>5</a:t>
            </a:fld>
            <a:endParaRPr lang="fr-CA" dirty="0">
              <a:solidFill>
                <a:srgbClr val="8CADAE">
                  <a:shade val="75000"/>
                </a:srgbClr>
              </a:solidFill>
            </a:endParaRPr>
          </a:p>
        </p:txBody>
      </p:sp>
      <p:pic>
        <p:nvPicPr>
          <p:cNvPr id="4098" name="Picture 2" descr="Work ">
            <a:extLst>
              <a:ext uri="{FF2B5EF4-FFF2-40B4-BE49-F238E27FC236}">
                <a16:creationId xmlns:a16="http://schemas.microsoft.com/office/drawing/2014/main" id="{13A2ADA1-15AC-57F0-F04B-CF91364EBE5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480376" y="2728106"/>
            <a:ext cx="2193876" cy="219387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Important ">
            <a:extLst>
              <a:ext uri="{FF2B5EF4-FFF2-40B4-BE49-F238E27FC236}">
                <a16:creationId xmlns:a16="http://schemas.microsoft.com/office/drawing/2014/main" id="{AA48B6D7-1F1C-FB06-409E-C92B50B913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0416" y="637441"/>
            <a:ext cx="1219200" cy="121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16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77CAD-0054-46BD-84F3-F18547313B84}"/>
              </a:ext>
            </a:extLst>
          </p:cNvPr>
          <p:cNvSpPr>
            <a:spLocks noGrp="1"/>
          </p:cNvSpPr>
          <p:nvPr>
            <p:ph type="title"/>
          </p:nvPr>
        </p:nvSpPr>
        <p:spPr>
          <a:xfrm>
            <a:off x="1775520" y="201180"/>
            <a:ext cx="7848872" cy="758952"/>
          </a:xfrm>
        </p:spPr>
        <p:txBody>
          <a:bodyPr>
            <a:normAutofit fontScale="90000"/>
          </a:bodyPr>
          <a:lstStyle/>
          <a:p>
            <a:r>
              <a:rPr lang="fr-CA" dirty="0">
                <a:solidFill>
                  <a:srgbClr val="FF0000"/>
                </a:solidFill>
              </a:rPr>
              <a:t>Le meilleur de la finance X / </a:t>
            </a:r>
            <a:r>
              <a:rPr lang="fr-CA" dirty="0" err="1">
                <a:solidFill>
                  <a:srgbClr val="FF0000"/>
                </a:solidFill>
              </a:rPr>
              <a:t>ballados</a:t>
            </a:r>
            <a:r>
              <a:rPr lang="fr-CA" dirty="0">
                <a:solidFill>
                  <a:srgbClr val="FF0000"/>
                </a:solidFill>
              </a:rPr>
              <a:t> ? </a:t>
            </a:r>
            <a:r>
              <a:rPr lang="fr-CA" dirty="0" err="1">
                <a:solidFill>
                  <a:srgbClr val="FF0000"/>
                </a:solidFill>
              </a:rPr>
              <a:t>Pourquoi </a:t>
            </a:r>
            <a:r>
              <a:rPr lang="fr-CA" dirty="0">
                <a:solidFill>
                  <a:srgbClr val="FF0000"/>
                </a:solidFill>
              </a:rPr>
              <a:t>pas !</a:t>
            </a:r>
          </a:p>
        </p:txBody>
      </p:sp>
      <p:sp>
        <p:nvSpPr>
          <p:cNvPr id="3" name="Slide Number Placeholder 2">
            <a:extLst>
              <a:ext uri="{FF2B5EF4-FFF2-40B4-BE49-F238E27FC236}">
                <a16:creationId xmlns:a16="http://schemas.microsoft.com/office/drawing/2014/main" id="{871EB969-A487-40F9-B876-31269334BB35}"/>
              </a:ext>
            </a:extLst>
          </p:cNvPr>
          <p:cNvSpPr>
            <a:spLocks noGrp="1"/>
          </p:cNvSpPr>
          <p:nvPr>
            <p:ph type="sldNum" sz="quarter" idx="12"/>
          </p:nvPr>
        </p:nvSpPr>
        <p:spPr/>
        <p:txBody>
          <a:bodyPr/>
          <a:lstStyle/>
          <a:p>
            <a:fld id="{EA019D1F-2BC9-41FA-953B-C3256200C508}" type="slidenum">
              <a:rPr lang="fr-CA" smtClean="0">
                <a:solidFill>
                  <a:srgbClr val="8CADAE">
                    <a:shade val="75000"/>
                  </a:srgbClr>
                </a:solidFill>
              </a:rPr>
              <a:t>6</a:t>
            </a:fld>
            <a:endParaRPr lang="fr-CA">
              <a:solidFill>
                <a:srgbClr val="8CADAE">
                  <a:shade val="75000"/>
                </a:srgbClr>
              </a:solidFill>
            </a:endParaRPr>
          </a:p>
        </p:txBody>
      </p:sp>
      <p:sp>
        <p:nvSpPr>
          <p:cNvPr id="4" name="Content Placeholder 3">
            <a:extLst>
              <a:ext uri="{FF2B5EF4-FFF2-40B4-BE49-F238E27FC236}">
                <a16:creationId xmlns:a16="http://schemas.microsoft.com/office/drawing/2014/main" id="{F1F78BC7-B0A1-4915-8976-577D47C2BE11}"/>
              </a:ext>
            </a:extLst>
          </p:cNvPr>
          <p:cNvSpPr>
            <a:spLocks noGrp="1"/>
          </p:cNvSpPr>
          <p:nvPr>
            <p:ph sz="quarter" idx="1"/>
          </p:nvPr>
        </p:nvSpPr>
        <p:spPr>
          <a:xfrm>
            <a:off x="335360" y="1464572"/>
            <a:ext cx="11521280" cy="4983259"/>
          </a:xfrm>
        </p:spPr>
        <p:txBody>
          <a:bodyPr>
            <a:normAutofit fontScale="92500" lnSpcReduction="10000"/>
          </a:bodyPr>
          <a:lstStyle/>
          <a:p>
            <a:r>
              <a:rPr lang="en-US" sz="2300" b="1" dirty="0"/>
              <a:t>Pourquoi les podcasts ?</a:t>
            </a:r>
          </a:p>
          <a:p>
            <a:pPr marL="274307" lvl="1" indent="0">
              <a:buNone/>
            </a:pPr>
            <a:r>
              <a:rPr lang="fr-CA" sz="2400" dirty="0">
                <a:solidFill>
                  <a:schemeClr val="tx2"/>
                </a:solidFill>
              </a:rPr>
              <a:t>✅ </a:t>
            </a:r>
            <a:r>
              <a:rPr lang="en-US" sz="2300" b="1" dirty="0" err="1"/>
              <a:t>Restez</a:t>
            </a:r>
            <a:r>
              <a:rPr lang="en-US" sz="2300" b="1" dirty="0"/>
              <a:t> informé : </a:t>
            </a:r>
            <a:r>
              <a:rPr lang="en-US" sz="2300" dirty="0"/>
              <a:t>découvrez les dernières tendances financières.</a:t>
            </a:r>
          </a:p>
          <a:p>
            <a:pPr marL="274307" lvl="1" indent="0">
              <a:buNone/>
            </a:pPr>
            <a:r>
              <a:rPr lang="fr-CA" sz="2400" dirty="0">
                <a:solidFill>
                  <a:schemeClr val="tx2"/>
                </a:solidFill>
              </a:rPr>
              <a:t>✅ </a:t>
            </a:r>
            <a:r>
              <a:rPr lang="en-US" sz="2300" b="1" dirty="0" err="1"/>
              <a:t>Apprenez</a:t>
            </a:r>
            <a:r>
              <a:rPr lang="en-US" sz="2300" b="1" dirty="0"/>
              <a:t> auprès d'experts : </a:t>
            </a:r>
            <a:r>
              <a:rPr lang="en-US" sz="2300" dirty="0"/>
              <a:t>des professionnels du secteur partagent </a:t>
            </a:r>
            <a:r>
              <a:rPr lang="en-US" sz="2300" dirty="0" err="1"/>
              <a:t>leurs</a:t>
            </a:r>
            <a:r>
              <a:rPr lang="en-US" sz="2300" dirty="0"/>
              <a:t>      </a:t>
            </a:r>
          </a:p>
          <a:p>
            <a:pPr marL="274307" lvl="1" indent="0">
              <a:buNone/>
            </a:pPr>
            <a:r>
              <a:rPr lang="en-US" sz="2300" dirty="0"/>
              <a:t>                                                                   </a:t>
            </a:r>
            <a:r>
              <a:rPr lang="en-US" sz="2300" dirty="0" err="1"/>
              <a:t>connaissances</a:t>
            </a:r>
            <a:r>
              <a:rPr lang="en-US" sz="2300" dirty="0"/>
              <a:t> du terrain.</a:t>
            </a:r>
          </a:p>
          <a:p>
            <a:pPr marL="274307" lvl="1" indent="0">
              <a:buNone/>
            </a:pPr>
            <a:r>
              <a:rPr lang="fr-CA" sz="2400" dirty="0">
                <a:solidFill>
                  <a:schemeClr val="tx2"/>
                </a:solidFill>
              </a:rPr>
              <a:t>✅ </a:t>
            </a:r>
            <a:r>
              <a:rPr lang="en-US" sz="2300" b="1" dirty="0"/>
              <a:t>Facile à consommer : </a:t>
            </a:r>
            <a:r>
              <a:rPr lang="en-US" sz="2300" dirty="0"/>
              <a:t>écoutez pendant vos trajets ou lorsque vous vous détendez. </a:t>
            </a:r>
          </a:p>
          <a:p>
            <a:pPr marL="0" indent="0">
              <a:buNone/>
            </a:pPr>
            <a:endParaRPr lang="en-GB" sz="1300" b="1" dirty="0"/>
          </a:p>
          <a:p>
            <a:r>
              <a:rPr lang="en-US" sz="2300" b="1" dirty="0"/>
              <a:t>Podcasts recommandés </a:t>
            </a:r>
            <a:r>
              <a:rPr lang="en-US" sz="2300" dirty="0"/>
              <a:t>:</a:t>
            </a:r>
          </a:p>
          <a:p>
            <a:pPr lvl="1"/>
            <a:r>
              <a:rPr lang="en-US" b="1" dirty="0"/>
              <a:t>Les favoris canadiens :</a:t>
            </a:r>
            <a:endParaRPr lang="en-US" dirty="0"/>
          </a:p>
          <a:p>
            <a:pPr lvl="1">
              <a:buFont typeface="Arial" panose="020B0604020202020204" pitchFamily="34" charset="0"/>
              <a:buChar char="•"/>
            </a:pPr>
            <a:r>
              <a:rPr lang="en-US" b="1" dirty="0"/>
              <a:t>« The Wealthy Barber Podcast » </a:t>
            </a:r>
            <a:r>
              <a:rPr lang="en-US" dirty="0"/>
              <a:t>(David Chilton)</a:t>
            </a:r>
          </a:p>
          <a:p>
            <a:pPr marL="1017256" lvl="2" indent="-285750">
              <a:buFont typeface="Arial" panose="020B0604020202020204" pitchFamily="34" charset="0"/>
              <a:buChar char="•"/>
            </a:pPr>
            <a:r>
              <a:rPr lang="en-US" dirty="0"/>
              <a:t>Des conseils simples et concrets sur les finances personnelles.</a:t>
            </a:r>
          </a:p>
          <a:p>
            <a:pPr lvl="1">
              <a:buFont typeface="Arial" panose="020B0604020202020204" pitchFamily="34" charset="0"/>
              <a:buChar char="•"/>
            </a:pPr>
            <a:r>
              <a:rPr lang="en-US" b="1" dirty="0"/>
              <a:t>« The Canadian Investor »</a:t>
            </a:r>
            <a:endParaRPr lang="en-US" dirty="0"/>
          </a:p>
          <a:p>
            <a:pPr marL="1017256" lvl="2" indent="-285750">
              <a:buFont typeface="Arial" panose="020B0604020202020204" pitchFamily="34" charset="0"/>
              <a:buChar char="•"/>
            </a:pPr>
            <a:r>
              <a:rPr lang="en-US" dirty="0"/>
              <a:t>Aperçu des tendances en matière d'investissement et des marchés au Canada.</a:t>
            </a:r>
          </a:p>
          <a:p>
            <a:pPr lvl="1">
              <a:buFont typeface="Arial" panose="020B0604020202020204" pitchFamily="34" charset="0"/>
              <a:buChar char="•"/>
            </a:pPr>
            <a:r>
              <a:rPr lang="en-US" b="1" dirty="0"/>
              <a:t>« </a:t>
            </a:r>
            <a:r>
              <a:rPr lang="en-US" b="1" dirty="0" err="1"/>
              <a:t>Moolala </a:t>
            </a:r>
            <a:r>
              <a:rPr lang="en-US" b="1" dirty="0"/>
              <a:t>: Money Made Simple » </a:t>
            </a:r>
            <a:r>
              <a:rPr lang="en-US" dirty="0"/>
              <a:t>(Bruce Sellery)</a:t>
            </a:r>
          </a:p>
          <a:p>
            <a:pPr marL="1017256" lvl="2" indent="-285750">
              <a:buFont typeface="Arial" panose="020B0604020202020204" pitchFamily="34" charset="0"/>
              <a:buChar char="•"/>
            </a:pPr>
            <a:r>
              <a:rPr lang="en-US" dirty="0"/>
              <a:t>Conseils pratiques pour économiser de l'argent et stratégies budgétaires.</a:t>
            </a:r>
          </a:p>
          <a:p>
            <a:endParaRPr lang="en-GB" sz="2300" dirty="0"/>
          </a:p>
          <a:p>
            <a:pPr marL="0" indent="0">
              <a:buNone/>
            </a:pPr>
            <a:endParaRPr lang="fr-CA" dirty="0"/>
          </a:p>
        </p:txBody>
      </p:sp>
      <p:pic>
        <p:nvPicPr>
          <p:cNvPr id="7" name="Picture 4" descr="podcasting concept, directly above view of headphones and recording microphone on orange background">
            <a:extLst>
              <a:ext uri="{FF2B5EF4-FFF2-40B4-BE49-F238E27FC236}">
                <a16:creationId xmlns:a16="http://schemas.microsoft.com/office/drawing/2014/main" id="{E20A1B2A-E285-466B-9267-1EFA8A789E3E}"/>
              </a:ext>
            </a:extLst>
          </p:cNvPr>
          <p:cNvPicPr>
            <a:picLocks noChangeAspect="1" noChangeArrowheads="1"/>
          </p:cNvPicPr>
          <p:nvPr/>
        </p:nvPicPr>
        <p:blipFill>
          <a:blip r:embed="rId3" cstate="print">
            <a:alphaModFix amt="70000"/>
            <a:extLst>
              <a:ext uri="{28A0092B-C50C-407E-A947-70E740481C1C}">
                <a14:useLocalDpi xmlns:a14="http://schemas.microsoft.com/office/drawing/2010/main" val="0"/>
              </a:ext>
            </a:extLst>
          </a:blip>
          <a:srcRect/>
          <a:stretch>
            <a:fillRect/>
          </a:stretch>
        </p:blipFill>
        <p:spPr bwMode="auto">
          <a:xfrm>
            <a:off x="9686069" y="620688"/>
            <a:ext cx="2073163" cy="141352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5" name="Picture 2" descr="Twitter - Wikipedia">
            <a:extLst>
              <a:ext uri="{FF2B5EF4-FFF2-40B4-BE49-F238E27FC236}">
                <a16:creationId xmlns:a16="http://schemas.microsoft.com/office/drawing/2014/main" id="{0D40A5D0-2E15-6F7E-2C09-D5D5CF667E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1186" y="1892088"/>
            <a:ext cx="1092475" cy="98600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545098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77CAD-0054-46BD-84F3-F18547313B84}"/>
              </a:ext>
            </a:extLst>
          </p:cNvPr>
          <p:cNvSpPr>
            <a:spLocks noGrp="1"/>
          </p:cNvSpPr>
          <p:nvPr>
            <p:ph type="title"/>
          </p:nvPr>
        </p:nvSpPr>
        <p:spPr>
          <a:xfrm>
            <a:off x="1775520" y="201180"/>
            <a:ext cx="7848872" cy="758952"/>
          </a:xfrm>
        </p:spPr>
        <p:txBody>
          <a:bodyPr>
            <a:normAutofit fontScale="90000"/>
          </a:bodyPr>
          <a:lstStyle/>
          <a:p>
            <a:r>
              <a:rPr lang="fr-CA" dirty="0"/>
              <a:t>Le meilleur de la finance X / </a:t>
            </a:r>
            <a:r>
              <a:rPr lang="fr-CA" dirty="0" err="1"/>
              <a:t>ballados</a:t>
            </a:r>
            <a:r>
              <a:rPr lang="fr-CA" dirty="0"/>
              <a:t> ? </a:t>
            </a:r>
            <a:r>
              <a:rPr lang="fr-CA" dirty="0" err="1"/>
              <a:t>Pourquoi </a:t>
            </a:r>
            <a:r>
              <a:rPr lang="fr-CA" dirty="0"/>
              <a:t>pas !</a:t>
            </a:r>
          </a:p>
        </p:txBody>
      </p:sp>
      <p:sp>
        <p:nvSpPr>
          <p:cNvPr id="3" name="Slide Number Placeholder 2">
            <a:extLst>
              <a:ext uri="{FF2B5EF4-FFF2-40B4-BE49-F238E27FC236}">
                <a16:creationId xmlns:a16="http://schemas.microsoft.com/office/drawing/2014/main" id="{871EB969-A487-40F9-B876-31269334BB35}"/>
              </a:ext>
            </a:extLst>
          </p:cNvPr>
          <p:cNvSpPr>
            <a:spLocks noGrp="1"/>
          </p:cNvSpPr>
          <p:nvPr>
            <p:ph type="sldNum" sz="quarter" idx="12"/>
          </p:nvPr>
        </p:nvSpPr>
        <p:spPr/>
        <p:txBody>
          <a:bodyPr/>
          <a:lstStyle/>
          <a:p>
            <a:fld id="{EA019D1F-2BC9-41FA-953B-C3256200C508}" type="slidenum">
              <a:rPr lang="fr-CA" smtClean="0">
                <a:solidFill>
                  <a:srgbClr val="8CADAE">
                    <a:shade val="75000"/>
                  </a:srgbClr>
                </a:solidFill>
              </a:rPr>
              <a:t>7</a:t>
            </a:fld>
            <a:endParaRPr lang="fr-CA">
              <a:solidFill>
                <a:srgbClr val="8CADAE">
                  <a:shade val="75000"/>
                </a:srgbClr>
              </a:solidFill>
            </a:endParaRPr>
          </a:p>
        </p:txBody>
      </p:sp>
      <p:sp>
        <p:nvSpPr>
          <p:cNvPr id="4" name="Content Placeholder 3">
            <a:extLst>
              <a:ext uri="{FF2B5EF4-FFF2-40B4-BE49-F238E27FC236}">
                <a16:creationId xmlns:a16="http://schemas.microsoft.com/office/drawing/2014/main" id="{F1F78BC7-B0A1-4915-8976-577D47C2BE11}"/>
              </a:ext>
            </a:extLst>
          </p:cNvPr>
          <p:cNvSpPr>
            <a:spLocks noGrp="1"/>
          </p:cNvSpPr>
          <p:nvPr>
            <p:ph sz="quarter" idx="1"/>
          </p:nvPr>
        </p:nvSpPr>
        <p:spPr>
          <a:xfrm>
            <a:off x="407368" y="1464572"/>
            <a:ext cx="11593288" cy="4983259"/>
          </a:xfrm>
        </p:spPr>
        <p:txBody>
          <a:bodyPr>
            <a:normAutofit/>
          </a:bodyPr>
          <a:lstStyle/>
          <a:p>
            <a:r>
              <a:rPr lang="en-US" sz="2300" b="1" dirty="0" err="1"/>
              <a:t>Ballados</a:t>
            </a:r>
            <a:r>
              <a:rPr lang="en-US" sz="2300" b="1" dirty="0"/>
              <a:t> suggérés </a:t>
            </a:r>
            <a:r>
              <a:rPr lang="en-US" sz="2300" dirty="0"/>
              <a:t>:</a:t>
            </a:r>
          </a:p>
          <a:p>
            <a:pPr lvl="1"/>
            <a:r>
              <a:rPr lang="en-US" b="1" dirty="0"/>
              <a:t>Options en français :</a:t>
            </a:r>
            <a:endParaRPr lang="en-US" dirty="0"/>
          </a:p>
          <a:p>
            <a:pPr lvl="1">
              <a:buFont typeface="Arial" panose="020B0604020202020204" pitchFamily="34" charset="0"/>
              <a:buChar char="•"/>
            </a:pPr>
            <a:r>
              <a:rPr lang="en-US" b="1" dirty="0"/>
              <a:t>« Zone </a:t>
            </a:r>
            <a:r>
              <a:rPr lang="en-US" b="1" dirty="0" err="1"/>
              <a:t>Économie </a:t>
            </a:r>
            <a:r>
              <a:rPr lang="en-US" b="1" dirty="0"/>
              <a:t>» </a:t>
            </a:r>
            <a:r>
              <a:rPr lang="en-US" dirty="0"/>
              <a:t>(</a:t>
            </a:r>
            <a:r>
              <a:rPr lang="en-US" dirty="0" err="1"/>
              <a:t>Gérald Fillion</a:t>
            </a:r>
            <a:r>
              <a:rPr lang="en-US" dirty="0"/>
              <a:t>)</a:t>
            </a:r>
          </a:p>
          <a:p>
            <a:pPr marL="1017256" lvl="2" indent="-285750">
              <a:buFont typeface="Arial" panose="020B0604020202020204" pitchFamily="34" charset="0"/>
              <a:buChar char="•"/>
            </a:pPr>
            <a:r>
              <a:rPr lang="en-US" dirty="0"/>
              <a:t>Couvre l'actualité économique canadienne et mondiale (Radio-Canada).</a:t>
            </a:r>
          </a:p>
          <a:p>
            <a:pPr lvl="1">
              <a:buFont typeface="Arial" panose="020B0604020202020204" pitchFamily="34" charset="0"/>
              <a:buChar char="•"/>
            </a:pPr>
            <a:r>
              <a:rPr lang="en-US" b="1" dirty="0"/>
              <a:t>« Finance 360 »</a:t>
            </a:r>
            <a:endParaRPr lang="en-US" dirty="0"/>
          </a:p>
          <a:p>
            <a:pPr marL="1017256" lvl="2" indent="-285750">
              <a:buFont typeface="Arial" panose="020B0604020202020204" pitchFamily="34" charset="0"/>
              <a:buChar char="•"/>
            </a:pPr>
            <a:r>
              <a:rPr lang="en-US" dirty="0"/>
              <a:t>L'investissement et la planification financière expliqués en français.</a:t>
            </a:r>
          </a:p>
          <a:p>
            <a:pPr marL="1017256" lvl="2" indent="-285750">
              <a:buFont typeface="Arial" panose="020B0604020202020204" pitchFamily="34" charset="0"/>
              <a:buChar char="•"/>
            </a:pPr>
            <a:endParaRPr lang="en-US" dirty="0"/>
          </a:p>
          <a:p>
            <a:pPr lvl="1"/>
            <a:r>
              <a:rPr lang="en-US" b="1" dirty="0"/>
              <a:t>Perles internationales :</a:t>
            </a:r>
            <a:endParaRPr lang="en-US" dirty="0"/>
          </a:p>
          <a:p>
            <a:pPr lvl="1">
              <a:buFont typeface="Arial" panose="020B0604020202020204" pitchFamily="34" charset="0"/>
              <a:buChar char="•"/>
            </a:pPr>
            <a:r>
              <a:rPr lang="en-US" b="1" dirty="0"/>
              <a:t>« Planet Money » </a:t>
            </a:r>
            <a:r>
              <a:rPr lang="en-US" dirty="0"/>
              <a:t>(NPR)</a:t>
            </a:r>
          </a:p>
          <a:p>
            <a:pPr marL="1017256" lvl="2" indent="-285750">
              <a:buFont typeface="Arial" panose="020B0604020202020204" pitchFamily="34" charset="0"/>
              <a:buChar char="•"/>
            </a:pPr>
            <a:r>
              <a:rPr lang="en-US" dirty="0"/>
              <a:t>Histoires divertissantes sur le fonctionnement de l'argent.</a:t>
            </a:r>
          </a:p>
          <a:p>
            <a:pPr lvl="1">
              <a:buFont typeface="Arial" panose="020B0604020202020204" pitchFamily="34" charset="0"/>
              <a:buChar char="•"/>
            </a:pPr>
            <a:r>
              <a:rPr lang="en-US" b="1" dirty="0"/>
              <a:t>« How to Money »</a:t>
            </a:r>
            <a:endParaRPr lang="en-US" dirty="0"/>
          </a:p>
          <a:p>
            <a:pPr marL="1017256" lvl="2" indent="-285750">
              <a:buFont typeface="Arial" panose="020B0604020202020204" pitchFamily="34" charset="0"/>
              <a:buChar char="•"/>
            </a:pPr>
            <a:r>
              <a:rPr lang="en-US" dirty="0"/>
              <a:t>Conseils pratiques pour gérer ses finances personnelles.</a:t>
            </a:r>
          </a:p>
          <a:p>
            <a:pPr marL="1017256" lvl="2" indent="-285750">
              <a:buFont typeface="Arial" panose="020B0604020202020204" pitchFamily="34" charset="0"/>
              <a:buChar char="•"/>
            </a:pPr>
            <a:endParaRPr lang="en-US" dirty="0"/>
          </a:p>
          <a:p>
            <a:pPr lvl="1"/>
            <a:endParaRPr lang="en-GB" sz="1800" dirty="0"/>
          </a:p>
          <a:p>
            <a:pPr marL="0" indent="0">
              <a:buNone/>
            </a:pPr>
            <a:endParaRPr lang="fr-CA" dirty="0"/>
          </a:p>
        </p:txBody>
      </p:sp>
      <p:pic>
        <p:nvPicPr>
          <p:cNvPr id="7" name="Picture 4" descr="podcasting concept, directly above view of headphones and recording microphone on orange background">
            <a:extLst>
              <a:ext uri="{FF2B5EF4-FFF2-40B4-BE49-F238E27FC236}">
                <a16:creationId xmlns:a16="http://schemas.microsoft.com/office/drawing/2014/main" id="{E20A1B2A-E285-466B-9267-1EFA8A789E3E}"/>
              </a:ext>
            </a:extLst>
          </p:cNvPr>
          <p:cNvPicPr>
            <a:picLocks noChangeAspect="1" noChangeArrowheads="1"/>
          </p:cNvPicPr>
          <p:nvPr/>
        </p:nvPicPr>
        <p:blipFill>
          <a:blip r:embed="rId3" cstate="print">
            <a:alphaModFix amt="70000"/>
            <a:extLst>
              <a:ext uri="{28A0092B-C50C-407E-A947-70E740481C1C}">
                <a14:useLocalDpi xmlns:a14="http://schemas.microsoft.com/office/drawing/2010/main" val="0"/>
              </a:ext>
            </a:extLst>
          </a:blip>
          <a:srcRect/>
          <a:stretch>
            <a:fillRect/>
          </a:stretch>
        </p:blipFill>
        <p:spPr bwMode="auto">
          <a:xfrm>
            <a:off x="9336360" y="4293096"/>
            <a:ext cx="2072934" cy="141336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5" name="Picture 2" descr="Twitter - Wikipedia">
            <a:extLst>
              <a:ext uri="{FF2B5EF4-FFF2-40B4-BE49-F238E27FC236}">
                <a16:creationId xmlns:a16="http://schemas.microsoft.com/office/drawing/2014/main" id="{44C01401-896A-CB8A-96D8-BFFCBFAF0F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26589" y="1892829"/>
            <a:ext cx="1092475" cy="98600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598641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77CAD-0054-46BD-84F3-F18547313B84}"/>
              </a:ext>
            </a:extLst>
          </p:cNvPr>
          <p:cNvSpPr>
            <a:spLocks noGrp="1"/>
          </p:cNvSpPr>
          <p:nvPr>
            <p:ph type="title"/>
          </p:nvPr>
        </p:nvSpPr>
        <p:spPr>
          <a:xfrm>
            <a:off x="1775520" y="201180"/>
            <a:ext cx="7848872" cy="758952"/>
          </a:xfrm>
        </p:spPr>
        <p:txBody>
          <a:bodyPr>
            <a:normAutofit fontScale="90000"/>
          </a:bodyPr>
          <a:lstStyle/>
          <a:p>
            <a:r>
              <a:rPr lang="fr-CA" dirty="0"/>
              <a:t>Le meilleur de la finance X / </a:t>
            </a:r>
            <a:r>
              <a:rPr lang="fr-CA" dirty="0" err="1"/>
              <a:t>ballados</a:t>
            </a:r>
            <a:r>
              <a:rPr lang="fr-CA" dirty="0"/>
              <a:t> ? </a:t>
            </a:r>
            <a:r>
              <a:rPr lang="fr-CA" dirty="0" err="1"/>
              <a:t>Pourquoi </a:t>
            </a:r>
            <a:r>
              <a:rPr lang="fr-CA" dirty="0"/>
              <a:t>pas !</a:t>
            </a:r>
          </a:p>
        </p:txBody>
      </p:sp>
      <p:sp>
        <p:nvSpPr>
          <p:cNvPr id="3" name="Slide Number Placeholder 2">
            <a:extLst>
              <a:ext uri="{FF2B5EF4-FFF2-40B4-BE49-F238E27FC236}">
                <a16:creationId xmlns:a16="http://schemas.microsoft.com/office/drawing/2014/main" id="{871EB969-A487-40F9-B876-31269334BB35}"/>
              </a:ext>
            </a:extLst>
          </p:cNvPr>
          <p:cNvSpPr>
            <a:spLocks noGrp="1"/>
          </p:cNvSpPr>
          <p:nvPr>
            <p:ph type="sldNum" sz="quarter" idx="12"/>
          </p:nvPr>
        </p:nvSpPr>
        <p:spPr/>
        <p:txBody>
          <a:bodyPr/>
          <a:lstStyle/>
          <a:p>
            <a:fld id="{EA019D1F-2BC9-41FA-953B-C3256200C508}" type="slidenum">
              <a:rPr lang="fr-CA" smtClean="0">
                <a:solidFill>
                  <a:srgbClr val="8CADAE">
                    <a:shade val="75000"/>
                  </a:srgbClr>
                </a:solidFill>
              </a:rPr>
              <a:t>8</a:t>
            </a:fld>
            <a:endParaRPr lang="fr-CA">
              <a:solidFill>
                <a:srgbClr val="8CADAE">
                  <a:shade val="75000"/>
                </a:srgbClr>
              </a:solidFill>
            </a:endParaRPr>
          </a:p>
        </p:txBody>
      </p:sp>
      <p:sp>
        <p:nvSpPr>
          <p:cNvPr id="4" name="Content Placeholder 3">
            <a:extLst>
              <a:ext uri="{FF2B5EF4-FFF2-40B4-BE49-F238E27FC236}">
                <a16:creationId xmlns:a16="http://schemas.microsoft.com/office/drawing/2014/main" id="{F1F78BC7-B0A1-4915-8976-577D47C2BE11}"/>
              </a:ext>
            </a:extLst>
          </p:cNvPr>
          <p:cNvSpPr>
            <a:spLocks noGrp="1"/>
          </p:cNvSpPr>
          <p:nvPr>
            <p:ph sz="quarter" idx="1"/>
          </p:nvPr>
        </p:nvSpPr>
        <p:spPr>
          <a:xfrm>
            <a:off x="335360" y="1464573"/>
            <a:ext cx="11305256" cy="2125462"/>
          </a:xfrm>
        </p:spPr>
        <p:txBody>
          <a:bodyPr>
            <a:normAutofit/>
          </a:bodyPr>
          <a:lstStyle/>
          <a:p>
            <a:r>
              <a:rPr lang="en-US" sz="2400" b="1" dirty="0"/>
              <a:t>Intermédiaire à avancé X et livres </a:t>
            </a:r>
            <a:r>
              <a:rPr lang="en-US" sz="2400" dirty="0"/>
              <a:t>:</a:t>
            </a:r>
          </a:p>
          <a:p>
            <a:pPr marL="457159" marR="0" lvl="1" indent="-228579" algn="l" defTabSz="914400" rtl="0" eaLnBrk="1" fontAlgn="auto" latinLnBrk="0" hangingPunct="1">
              <a:lnSpc>
                <a:spcPct val="100000"/>
              </a:lnSpc>
              <a:spcBef>
                <a:spcPct val="20000"/>
              </a:spcBef>
              <a:spcAft>
                <a:spcPts val="0"/>
              </a:spcAft>
              <a:buClr>
                <a:srgbClr val="C0504D"/>
              </a:buClr>
              <a:buSzPct val="70000"/>
              <a:buFont typeface="Wingdings"/>
              <a:buChar char=""/>
              <a:tabLst/>
              <a:defRPr/>
            </a:pPr>
            <a:r>
              <a:rPr kumimoji="0" lang="fr-CA" sz="1800" b="1" i="0" u="none" strike="noStrike" kern="1200" cap="none" spc="0" normalizeH="0" baseline="0" noProof="0" dirty="0">
                <a:ln>
                  <a:noFill/>
                </a:ln>
                <a:solidFill>
                  <a:srgbClr val="1F497D"/>
                </a:solidFill>
                <a:effectLst/>
                <a:uLnTx/>
                <a:uFillTx/>
                <a:latin typeface="Georgia"/>
                <a:ea typeface="+mn-ea"/>
                <a:cs typeface="+mn-cs"/>
              </a:rPr>
              <a:t>Ray </a:t>
            </a:r>
            <a:r>
              <a:rPr kumimoji="0" lang="fr-CA" sz="1800" b="1" i="0" u="none" strike="noStrike" kern="1200" cap="none" spc="0" normalizeH="0" baseline="0" noProof="0" dirty="0" err="1">
                <a:ln>
                  <a:noFill/>
                </a:ln>
                <a:solidFill>
                  <a:srgbClr val="1F497D"/>
                </a:solidFill>
                <a:effectLst/>
                <a:uLnTx/>
                <a:uFillTx/>
                <a:latin typeface="Georgia"/>
                <a:ea typeface="+mn-ea"/>
                <a:cs typeface="+mn-cs"/>
              </a:rPr>
              <a:t>Dalio’s</a:t>
            </a:r>
            <a:r>
              <a:rPr kumimoji="0" lang="fr-CA" sz="1800" b="1" i="0" u="none" strike="noStrike" kern="1200" cap="none" spc="0" normalizeH="0" baseline="0" noProof="0" dirty="0">
                <a:ln>
                  <a:noFill/>
                </a:ln>
                <a:solidFill>
                  <a:srgbClr val="1F497D"/>
                </a:solidFill>
                <a:effectLst/>
                <a:uLnTx/>
                <a:uFillTx/>
                <a:latin typeface="Georgia"/>
                <a:ea typeface="+mn-ea"/>
                <a:cs typeface="+mn-cs"/>
              </a:rPr>
              <a:t> : (Livre : </a:t>
            </a:r>
            <a:r>
              <a:rPr kumimoji="0" lang="fr-CA" sz="1800" b="1" i="1" u="none" strike="noStrike" kern="1200" cap="none" spc="0" normalizeH="0" baseline="0" noProof="0" dirty="0">
                <a:ln>
                  <a:noFill/>
                </a:ln>
                <a:solidFill>
                  <a:srgbClr val="1F497D"/>
                </a:solidFill>
                <a:effectLst/>
                <a:uLnTx/>
                <a:uFillTx/>
                <a:latin typeface="Georgia"/>
                <a:ea typeface="+mn-ea"/>
                <a:cs typeface="+mn-cs"/>
              </a:rPr>
              <a:t>Principles</a:t>
            </a:r>
            <a:r>
              <a:rPr kumimoji="0" lang="fr-CA" sz="1800" b="1" i="0" u="none" strike="noStrike" kern="1200" cap="none" spc="0" normalizeH="0" baseline="0" noProof="0" dirty="0">
                <a:ln>
                  <a:noFill/>
                </a:ln>
                <a:solidFill>
                  <a:srgbClr val="1F497D"/>
                </a:solidFill>
                <a:effectLst/>
                <a:uLnTx/>
                <a:uFillTx/>
                <a:latin typeface="Georgia"/>
                <a:ea typeface="+mn-ea"/>
                <a:cs typeface="+mn-cs"/>
              </a:rPr>
              <a:t>) </a:t>
            </a:r>
            <a:r>
              <a:rPr kumimoji="0" lang="fr-CA" sz="1800" b="0" i="0" u="none" strike="noStrike" kern="1200" cap="none" spc="0" normalizeH="0" baseline="0" noProof="0" dirty="0">
                <a:ln>
                  <a:noFill/>
                </a:ln>
                <a:solidFill>
                  <a:srgbClr val="1F497D"/>
                </a:solidFill>
                <a:effectLst/>
                <a:uLnTx/>
                <a:uFillTx/>
                <a:latin typeface="Georgia"/>
                <a:ea typeface="+mn-ea"/>
                <a:cs typeface="+mn-cs"/>
              </a:rPr>
              <a:t>Leçons de l’un des plus grands investisseurs du monde.</a:t>
            </a:r>
            <a:r>
              <a:rPr kumimoji="0" lang="fr-CA" sz="1800" b="1" i="0" u="none" strike="noStrike" kern="1200" cap="none" spc="0" normalizeH="0" baseline="0" noProof="0" dirty="0">
                <a:ln>
                  <a:noFill/>
                </a:ln>
                <a:solidFill>
                  <a:srgbClr val="1F497D"/>
                </a:solidFill>
                <a:effectLst/>
                <a:uLnTx/>
                <a:uFillTx/>
                <a:latin typeface="Georgia"/>
                <a:ea typeface="+mn-ea"/>
                <a:cs typeface="+mn-cs"/>
              </a:rPr>
              <a:t>
Nassim Taleb (Livre : </a:t>
            </a:r>
            <a:r>
              <a:rPr kumimoji="0" lang="fr-CA" sz="1800" b="1" i="1" u="none" strike="noStrike" kern="1200" cap="none" spc="0" normalizeH="0" baseline="0" noProof="0" dirty="0" err="1">
                <a:ln>
                  <a:noFill/>
                </a:ln>
                <a:solidFill>
                  <a:srgbClr val="1F497D"/>
                </a:solidFill>
                <a:effectLst/>
                <a:uLnTx/>
                <a:uFillTx/>
                <a:latin typeface="Georgia"/>
                <a:ea typeface="+mn-ea"/>
                <a:cs typeface="+mn-cs"/>
              </a:rPr>
              <a:t>Fooled</a:t>
            </a:r>
            <a:r>
              <a:rPr kumimoji="0" lang="fr-CA" sz="1800" b="1" i="1" u="none" strike="noStrike" kern="1200" cap="none" spc="0" normalizeH="0" baseline="0" noProof="0" dirty="0">
                <a:ln>
                  <a:noFill/>
                </a:ln>
                <a:solidFill>
                  <a:srgbClr val="1F497D"/>
                </a:solidFill>
                <a:effectLst/>
                <a:uLnTx/>
                <a:uFillTx/>
                <a:latin typeface="Georgia"/>
                <a:ea typeface="+mn-ea"/>
                <a:cs typeface="+mn-cs"/>
              </a:rPr>
              <a:t> by </a:t>
            </a:r>
            <a:r>
              <a:rPr kumimoji="0" lang="fr-CA" sz="1800" b="1" i="1" u="none" strike="noStrike" kern="1200" cap="none" spc="0" normalizeH="0" baseline="0" noProof="0" dirty="0" err="1">
                <a:ln>
                  <a:noFill/>
                </a:ln>
                <a:solidFill>
                  <a:srgbClr val="1F497D"/>
                </a:solidFill>
                <a:effectLst/>
                <a:uLnTx/>
                <a:uFillTx/>
                <a:latin typeface="Georgia"/>
                <a:ea typeface="+mn-ea"/>
                <a:cs typeface="+mn-cs"/>
              </a:rPr>
              <a:t>Randomness</a:t>
            </a:r>
            <a:r>
              <a:rPr kumimoji="0" lang="fr-CA" sz="1800" b="1" i="0" u="none" strike="noStrike" kern="1200" cap="none" spc="0" normalizeH="0" baseline="0" noProof="0" dirty="0">
                <a:ln>
                  <a:noFill/>
                </a:ln>
                <a:solidFill>
                  <a:srgbClr val="1F497D"/>
                </a:solidFill>
                <a:effectLst/>
                <a:uLnTx/>
                <a:uFillTx/>
                <a:latin typeface="Georgia"/>
                <a:ea typeface="+mn-ea"/>
                <a:cs typeface="+mn-cs"/>
              </a:rPr>
              <a:t>) : </a:t>
            </a:r>
            <a:r>
              <a:rPr kumimoji="0" lang="fr-CA" sz="1800" b="0" i="0" u="none" strike="noStrike" kern="1200" cap="none" spc="0" normalizeH="0" baseline="0" noProof="0" dirty="0">
                <a:ln>
                  <a:noFill/>
                </a:ln>
                <a:solidFill>
                  <a:srgbClr val="1F497D"/>
                </a:solidFill>
                <a:effectLst/>
                <a:uLnTx/>
                <a:uFillTx/>
                <a:latin typeface="Georgia"/>
                <a:ea typeface="+mn-ea"/>
                <a:cs typeface="+mn-cs"/>
              </a:rPr>
              <a:t>Comprendre le risque et l’incertitude.</a:t>
            </a:r>
            <a:r>
              <a:rPr kumimoji="0" lang="fr-CA" sz="1800" b="1" i="0" u="none" strike="noStrike" kern="1200" cap="none" spc="0" normalizeH="0" baseline="0" noProof="0" dirty="0">
                <a:ln>
                  <a:noFill/>
                </a:ln>
                <a:solidFill>
                  <a:srgbClr val="1F497D"/>
                </a:solidFill>
                <a:effectLst/>
                <a:uLnTx/>
                <a:uFillTx/>
                <a:latin typeface="Georgia"/>
                <a:ea typeface="+mn-ea"/>
                <a:cs typeface="+mn-cs"/>
              </a:rPr>
              <a:t>
Morgan </a:t>
            </a:r>
            <a:r>
              <a:rPr kumimoji="0" lang="fr-CA" sz="1800" b="1" i="0" u="none" strike="noStrike" kern="1200" cap="none" spc="0" normalizeH="0" baseline="0" noProof="0" dirty="0" err="1">
                <a:ln>
                  <a:noFill/>
                </a:ln>
                <a:solidFill>
                  <a:srgbClr val="1F497D"/>
                </a:solidFill>
                <a:effectLst/>
                <a:uLnTx/>
                <a:uFillTx/>
                <a:latin typeface="Georgia"/>
                <a:ea typeface="+mn-ea"/>
                <a:cs typeface="+mn-cs"/>
              </a:rPr>
              <a:t>Housel</a:t>
            </a:r>
            <a:r>
              <a:rPr kumimoji="0" lang="fr-CA" sz="1800" b="1" i="0" u="none" strike="noStrike" kern="1200" cap="none" spc="0" normalizeH="0" baseline="0" noProof="0" dirty="0">
                <a:ln>
                  <a:noFill/>
                </a:ln>
                <a:solidFill>
                  <a:srgbClr val="1F497D"/>
                </a:solidFill>
                <a:effectLst/>
                <a:uLnTx/>
                <a:uFillTx/>
                <a:latin typeface="Georgia"/>
                <a:ea typeface="+mn-ea"/>
                <a:cs typeface="+mn-cs"/>
              </a:rPr>
              <a:t> (Livre : </a:t>
            </a:r>
            <a:r>
              <a:rPr kumimoji="0" lang="fr-CA" sz="1800" b="1" i="1" u="none" strike="noStrike" kern="1200" cap="none" spc="0" normalizeH="0" baseline="0" noProof="0" dirty="0">
                <a:ln>
                  <a:noFill/>
                </a:ln>
                <a:solidFill>
                  <a:srgbClr val="1F497D"/>
                </a:solidFill>
                <a:effectLst/>
                <a:uLnTx/>
                <a:uFillTx/>
                <a:latin typeface="Georgia"/>
                <a:ea typeface="+mn-ea"/>
                <a:cs typeface="+mn-cs"/>
              </a:rPr>
              <a:t>Psychology of money</a:t>
            </a:r>
            <a:r>
              <a:rPr kumimoji="0" lang="fr-CA" sz="1800" b="1" i="0" u="none" strike="noStrike" kern="1200" cap="none" spc="0" normalizeH="0" baseline="0" noProof="0" dirty="0">
                <a:ln>
                  <a:noFill/>
                </a:ln>
                <a:solidFill>
                  <a:srgbClr val="1F497D"/>
                </a:solidFill>
                <a:effectLst/>
                <a:uLnTx/>
                <a:uFillTx/>
                <a:latin typeface="Georgia"/>
                <a:ea typeface="+mn-ea"/>
                <a:cs typeface="+mn-cs"/>
              </a:rPr>
              <a:t>) : </a:t>
            </a:r>
            <a:r>
              <a:rPr kumimoji="0" lang="fr-CA" sz="1800" b="0" i="0" u="none" strike="noStrike" kern="1200" cap="none" spc="0" normalizeH="0" baseline="0" noProof="0" dirty="0">
                <a:ln>
                  <a:noFill/>
                </a:ln>
                <a:solidFill>
                  <a:srgbClr val="1F497D"/>
                </a:solidFill>
                <a:effectLst/>
                <a:uLnTx/>
                <a:uFillTx/>
                <a:latin typeface="Georgia"/>
                <a:ea typeface="+mn-ea"/>
                <a:cs typeface="+mn-cs"/>
              </a:rPr>
              <a:t>Perspectives sur la finance comportementale.</a:t>
            </a:r>
          </a:p>
          <a:p>
            <a:pPr marL="457159" marR="0" lvl="1" indent="-228579" algn="l" defTabSz="914400" rtl="0" eaLnBrk="1" fontAlgn="auto" latinLnBrk="0" hangingPunct="1">
              <a:lnSpc>
                <a:spcPct val="100000"/>
              </a:lnSpc>
              <a:spcBef>
                <a:spcPct val="20000"/>
              </a:spcBef>
              <a:spcAft>
                <a:spcPts val="0"/>
              </a:spcAft>
              <a:buClr>
                <a:srgbClr val="C0504D"/>
              </a:buClr>
              <a:buSzPct val="70000"/>
              <a:buFont typeface="Wingdings"/>
              <a:buChar char=""/>
              <a:tabLst/>
              <a:defRPr/>
            </a:pPr>
            <a:r>
              <a:rPr kumimoji="0" lang="fr-CA" sz="1800" b="1" i="0" u="none" strike="noStrike" kern="1200" cap="none" spc="0" normalizeH="0" baseline="0" noProof="0" dirty="0">
                <a:ln>
                  <a:noFill/>
                </a:ln>
                <a:solidFill>
                  <a:srgbClr val="1F497D"/>
                </a:solidFill>
                <a:effectLst/>
                <a:uLnTx/>
                <a:uFillTx/>
                <a:latin typeface="Georgia"/>
                <a:ea typeface="+mn-ea"/>
                <a:cs typeface="+mn-cs"/>
              </a:rPr>
              <a:t>Michael </a:t>
            </a:r>
            <a:r>
              <a:rPr kumimoji="0" lang="fr-CA" sz="1800" b="1" i="0" u="none" strike="noStrike" kern="1200" cap="none" spc="0" normalizeH="0" baseline="0" noProof="0" dirty="0" err="1">
                <a:ln>
                  <a:noFill/>
                </a:ln>
                <a:solidFill>
                  <a:srgbClr val="1F497D"/>
                </a:solidFill>
                <a:effectLst/>
                <a:uLnTx/>
                <a:uFillTx/>
                <a:latin typeface="Georgia"/>
                <a:ea typeface="+mn-ea"/>
                <a:cs typeface="+mn-cs"/>
              </a:rPr>
              <a:t>Mauboussin</a:t>
            </a:r>
            <a:r>
              <a:rPr kumimoji="0" lang="fr-CA" sz="1800" b="1" i="0" u="none" strike="noStrike" kern="1200" cap="none" spc="0" normalizeH="0" baseline="0" noProof="0" dirty="0">
                <a:ln>
                  <a:noFill/>
                </a:ln>
                <a:solidFill>
                  <a:srgbClr val="1F497D"/>
                </a:solidFill>
                <a:effectLst/>
                <a:uLnTx/>
                <a:uFillTx/>
                <a:latin typeface="Georgia"/>
                <a:ea typeface="+mn-ea"/>
                <a:cs typeface="+mn-cs"/>
              </a:rPr>
              <a:t>. </a:t>
            </a:r>
            <a:r>
              <a:rPr kumimoji="0" lang="fr-CA" sz="1800" b="0" i="0" u="none" strike="noStrike" kern="1200" cap="none" spc="0" normalizeH="0" baseline="0" noProof="0" dirty="0">
                <a:ln>
                  <a:noFill/>
                </a:ln>
                <a:solidFill>
                  <a:srgbClr val="1F497D"/>
                </a:solidFill>
                <a:effectLst/>
                <a:uLnTx/>
                <a:uFillTx/>
                <a:latin typeface="Georgia"/>
                <a:ea typeface="+mn-ea"/>
                <a:cs typeface="+mn-cs"/>
              </a:rPr>
              <a:t>Plusieurs livres dont </a:t>
            </a:r>
            <a:r>
              <a:rPr kumimoji="0" lang="en-US" sz="1800" b="1" i="1" u="none" strike="noStrike" kern="1200" cap="none" spc="0" normalizeH="0" baseline="0" noProof="0" dirty="0">
                <a:ln>
                  <a:noFill/>
                </a:ln>
                <a:solidFill>
                  <a:srgbClr val="1F497D"/>
                </a:solidFill>
                <a:effectLst/>
                <a:uLnTx/>
                <a:uFillTx/>
                <a:latin typeface="Georgia"/>
                <a:ea typeface="+mn-ea"/>
                <a:cs typeface="+mn-cs"/>
              </a:rPr>
              <a:t>The Success Equation: Untangling Skill and Luck in Business, Sports, and Investing.</a:t>
            </a:r>
          </a:p>
          <a:p>
            <a:pPr marL="457159" marR="0" lvl="1" indent="-228579" algn="l" defTabSz="914400" rtl="0" eaLnBrk="1" fontAlgn="auto" latinLnBrk="0" hangingPunct="1">
              <a:lnSpc>
                <a:spcPct val="100000"/>
              </a:lnSpc>
              <a:spcBef>
                <a:spcPct val="20000"/>
              </a:spcBef>
              <a:spcAft>
                <a:spcPts val="0"/>
              </a:spcAft>
              <a:buClr>
                <a:srgbClr val="C0504D"/>
              </a:buClr>
              <a:buSzPct val="70000"/>
              <a:buFont typeface="Wingdings"/>
              <a:buChar char=""/>
              <a:tabLst/>
              <a:defRPr/>
            </a:pPr>
            <a:endParaRPr lang="en-US" sz="1800" b="1" i="1" dirty="0">
              <a:solidFill>
                <a:srgbClr val="1F497D"/>
              </a:solidFill>
              <a:latin typeface="Georgia"/>
            </a:endParaRPr>
          </a:p>
          <a:p>
            <a:pPr marL="457159" marR="0" lvl="1" indent="-228579" algn="l" defTabSz="914400" rtl="0" eaLnBrk="1" fontAlgn="auto" latinLnBrk="0" hangingPunct="1">
              <a:lnSpc>
                <a:spcPct val="100000"/>
              </a:lnSpc>
              <a:spcBef>
                <a:spcPct val="20000"/>
              </a:spcBef>
              <a:spcAft>
                <a:spcPts val="0"/>
              </a:spcAft>
              <a:buClr>
                <a:srgbClr val="C0504D"/>
              </a:buClr>
              <a:buSzPct val="70000"/>
              <a:buFont typeface="Wingdings"/>
              <a:buChar char=""/>
              <a:tabLst/>
              <a:defRPr/>
            </a:pPr>
            <a:endParaRPr kumimoji="0" lang="fr-CA" sz="1800" b="1" i="1" u="none" strike="noStrike" kern="1200" cap="none" spc="0" normalizeH="0" baseline="0" noProof="0" dirty="0">
              <a:ln>
                <a:noFill/>
              </a:ln>
              <a:solidFill>
                <a:srgbClr val="1F497D"/>
              </a:solidFill>
              <a:effectLst/>
              <a:uLnTx/>
              <a:uFillTx/>
              <a:latin typeface="Georgia"/>
              <a:ea typeface="+mn-ea"/>
              <a:cs typeface="+mn-cs"/>
            </a:endParaRPr>
          </a:p>
        </p:txBody>
      </p:sp>
      <p:sp>
        <p:nvSpPr>
          <p:cNvPr id="11" name="TextBox 10">
            <a:extLst>
              <a:ext uri="{FF2B5EF4-FFF2-40B4-BE49-F238E27FC236}">
                <a16:creationId xmlns:a16="http://schemas.microsoft.com/office/drawing/2014/main" id="{C628AA38-5E61-5E28-292F-5C16CD3A6F79}"/>
              </a:ext>
            </a:extLst>
          </p:cNvPr>
          <p:cNvSpPr txBox="1"/>
          <p:nvPr/>
        </p:nvSpPr>
        <p:spPr>
          <a:xfrm>
            <a:off x="747936" y="5377816"/>
            <a:ext cx="8892480" cy="338554"/>
          </a:xfrm>
          <a:prstGeom prst="rect">
            <a:avLst/>
          </a:prstGeom>
          <a:noFill/>
        </p:spPr>
        <p:txBody>
          <a:bodyPr wrap="square">
            <a:spAutoFit/>
          </a:bodyPr>
          <a:lstStyle/>
          <a:p>
            <a:r>
              <a:rPr lang="fr-CA" sz="1600" dirty="0"/>
              <a:t>🔗 </a:t>
            </a:r>
            <a:r>
              <a:rPr lang="en-CA" sz="1600" dirty="0">
                <a:latin typeface="Segoe UI" panose="020B0502040204020203" pitchFamily="34" charset="0"/>
                <a:hlinkClick r:id="rId3"/>
              </a:rPr>
              <a:t>https://www.bloomberg.</a:t>
            </a:r>
            <a:r>
              <a:rPr lang="en-CA" sz="1600" dirty="0">
                <a:latin typeface="Segoe UI" panose="020B0502040204020203" pitchFamily="34" charset="0"/>
              </a:rPr>
              <a:t>com/account/newsletters </a:t>
            </a:r>
            <a:endParaRPr lang="fr-CA" sz="1600" dirty="0"/>
          </a:p>
        </p:txBody>
      </p:sp>
      <p:pic>
        <p:nvPicPr>
          <p:cNvPr id="5" name="Picture 2" descr="Twitter - Wikipedia">
            <a:extLst>
              <a:ext uri="{FF2B5EF4-FFF2-40B4-BE49-F238E27FC236}">
                <a16:creationId xmlns:a16="http://schemas.microsoft.com/office/drawing/2014/main" id="{0F435E32-AE93-2F99-B4EB-69BCF7992B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16480" y="408901"/>
            <a:ext cx="1368307" cy="123495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4" name="TextBox 13">
            <a:extLst>
              <a:ext uri="{FF2B5EF4-FFF2-40B4-BE49-F238E27FC236}">
                <a16:creationId xmlns:a16="http://schemas.microsoft.com/office/drawing/2014/main" id="{DE1D1262-2318-EFE5-675C-BAD3931F6A7F}"/>
              </a:ext>
            </a:extLst>
          </p:cNvPr>
          <p:cNvSpPr txBox="1"/>
          <p:nvPr/>
        </p:nvSpPr>
        <p:spPr>
          <a:xfrm>
            <a:off x="394361" y="3794993"/>
            <a:ext cx="8503774" cy="1569660"/>
          </a:xfrm>
          <a:prstGeom prst="rect">
            <a:avLst/>
          </a:prstGeom>
          <a:noFill/>
        </p:spPr>
        <p:txBody>
          <a:bodyPr wrap="square">
            <a:spAutoFit/>
          </a:bodyPr>
          <a:lstStyle/>
          <a:p>
            <a:pPr marL="274306" indent="-274306">
              <a:spcBef>
                <a:spcPct val="20000"/>
              </a:spcBef>
              <a:buClr>
                <a:schemeClr val="accent1"/>
              </a:buClr>
              <a:buSzPct val="85000"/>
              <a:buFont typeface="Wingdings 2"/>
              <a:buChar char=""/>
              <a:defRPr/>
            </a:pPr>
            <a:r>
              <a:rPr lang="fr-CA" sz="2400" b="1" dirty="0">
                <a:latin typeface="+mn-lt"/>
              </a:rPr>
              <a:t>Intermédiaire à avancé : John </a:t>
            </a:r>
            <a:r>
              <a:rPr lang="fr-CA" sz="2400" b="1" dirty="0" err="1">
                <a:latin typeface="+mn-lt"/>
              </a:rPr>
              <a:t>Authers</a:t>
            </a:r>
            <a:r>
              <a:rPr lang="fr-CA" sz="2400" b="1" dirty="0">
                <a:latin typeface="+mn-lt"/>
              </a:rPr>
              <a:t> &amp; Matt Levine </a:t>
            </a:r>
          </a:p>
          <a:p>
            <a:pPr marL="548613" lvl="1" indent="-274306" fontAlgn="auto">
              <a:spcBef>
                <a:spcPct val="20000"/>
              </a:spcBef>
              <a:spcAft>
                <a:spcPts val="0"/>
              </a:spcAft>
              <a:buClr>
                <a:srgbClr val="C0504D"/>
              </a:buClr>
              <a:buSzPct val="70000"/>
              <a:buFont typeface="Arial" panose="020B0604020202020204" pitchFamily="34" charset="0"/>
              <a:buChar char="•"/>
              <a:defRPr/>
            </a:pPr>
            <a:r>
              <a:rPr lang="en-US" sz="2000" b="1" dirty="0">
                <a:solidFill>
                  <a:srgbClr val="1F497D"/>
                </a:solidFill>
                <a:latin typeface="Georgia"/>
              </a:rPr>
              <a:t>« Money Stuff » de Matt Levine </a:t>
            </a:r>
            <a:r>
              <a:rPr lang="en-US" sz="2000" dirty="0">
                <a:solidFill>
                  <a:srgbClr val="1F497D"/>
                </a:solidFill>
                <a:latin typeface="Georgia"/>
              </a:rPr>
              <a:t>(Bloomberg) :</a:t>
            </a:r>
          </a:p>
          <a:p>
            <a:pPr marL="548613" lvl="1" indent="-274306" fontAlgn="auto">
              <a:spcBef>
                <a:spcPct val="20000"/>
              </a:spcBef>
              <a:spcAft>
                <a:spcPts val="0"/>
              </a:spcAft>
              <a:buClr>
                <a:srgbClr val="C0504D"/>
              </a:buClr>
              <a:buSzPct val="70000"/>
              <a:buFont typeface="Arial" panose="020B0604020202020204" pitchFamily="34" charset="0"/>
              <a:buChar char="•"/>
              <a:defRPr/>
            </a:pPr>
            <a:r>
              <a:rPr lang="en-US" sz="2000" b="1" dirty="0">
                <a:solidFill>
                  <a:srgbClr val="1F497D"/>
                </a:solidFill>
                <a:latin typeface="Georgia"/>
              </a:rPr>
              <a:t>« Points of Return » de John Authers </a:t>
            </a:r>
            <a:r>
              <a:rPr lang="en-US" sz="2000" dirty="0">
                <a:solidFill>
                  <a:srgbClr val="1F497D"/>
                </a:solidFill>
                <a:latin typeface="Georgia"/>
              </a:rPr>
              <a:t>(Bloomberg) :</a:t>
            </a:r>
          </a:p>
        </p:txBody>
      </p:sp>
      <p:pic>
        <p:nvPicPr>
          <p:cNvPr id="7" name="Picture 2" descr="John Authers / Bloomberg Opinion">
            <a:extLst>
              <a:ext uri="{FF2B5EF4-FFF2-40B4-BE49-F238E27FC236}">
                <a16:creationId xmlns:a16="http://schemas.microsoft.com/office/drawing/2014/main" id="{0BFBEDBC-7064-C205-786C-E41401C388B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25184" y="5360061"/>
            <a:ext cx="2988165" cy="121645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226ED2AE-5B0F-A430-E27D-99ACC7A62D30}"/>
              </a:ext>
            </a:extLst>
          </p:cNvPr>
          <p:cNvPicPr>
            <a:picLocks noChangeAspect="1"/>
          </p:cNvPicPr>
          <p:nvPr/>
        </p:nvPicPr>
        <p:blipFill>
          <a:blip r:embed="rId6"/>
          <a:stretch>
            <a:fillRect/>
          </a:stretch>
        </p:blipFill>
        <p:spPr>
          <a:xfrm>
            <a:off x="8594899" y="3685147"/>
            <a:ext cx="3210950" cy="1832085"/>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1655983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79376" y="237755"/>
            <a:ext cx="11379200" cy="758952"/>
          </a:xfrm>
        </p:spPr>
        <p:txBody>
          <a:bodyPr>
            <a:noAutofit/>
          </a:bodyPr>
          <a:lstStyle/>
          <a:p>
            <a:r>
              <a:rPr lang="fr-CA" sz="2400" dirty="0">
                <a:solidFill>
                  <a:srgbClr val="FF0000"/>
                </a:solidFill>
              </a:rPr>
              <a:t>Aperçu du cours - </a:t>
            </a:r>
            <a:r>
              <a:rPr lang="fr-CA" sz="2400" dirty="0"/>
              <a:t>Ce cours couvre les bases de la finance : de la valeur de l’argent dans le temps jusqu’aux décisions stratégiques d’investissement et de financement. </a:t>
            </a:r>
            <a:endParaRPr lang="fr-CA" sz="2400" dirty="0">
              <a:solidFill>
                <a:srgbClr val="FF0000"/>
              </a:solidFill>
            </a:endParaRPr>
          </a:p>
        </p:txBody>
      </p:sp>
      <p:sp>
        <p:nvSpPr>
          <p:cNvPr id="4" name="Slide Number Placeholder 3">
            <a:extLst>
              <a:ext uri="{FF2B5EF4-FFF2-40B4-BE49-F238E27FC236}">
                <a16:creationId xmlns:a16="http://schemas.microsoft.com/office/drawing/2014/main" id="{0224661E-875D-48D5-9082-21696315E000}"/>
              </a:ext>
            </a:extLst>
          </p:cNvPr>
          <p:cNvSpPr>
            <a:spLocks noGrp="1"/>
          </p:cNvSpPr>
          <p:nvPr>
            <p:ph type="sldNum" sz="quarter" idx="12"/>
          </p:nvPr>
        </p:nvSpPr>
        <p:spPr/>
        <p:txBody>
          <a:bodyPr/>
          <a:lstStyle/>
          <a:p>
            <a:fld id="{EA019D1F-2BC9-41FA-953B-C3256200C508}" type="slidenum">
              <a:rPr lang="fr-CA" smtClean="0">
                <a:solidFill>
                  <a:srgbClr val="8CADAE">
                    <a:shade val="75000"/>
                  </a:srgbClr>
                </a:solidFill>
              </a:rPr>
              <a:t>9</a:t>
            </a:fld>
            <a:endParaRPr lang="fr-CA" dirty="0">
              <a:solidFill>
                <a:srgbClr val="8CADAE">
                  <a:shade val="75000"/>
                </a:srgbClr>
              </a:solidFill>
            </a:endParaRPr>
          </a:p>
        </p:txBody>
      </p:sp>
      <p:sp>
        <p:nvSpPr>
          <p:cNvPr id="3" name="Espace réservé du contenu 2"/>
          <p:cNvSpPr>
            <a:spLocks noGrp="1"/>
          </p:cNvSpPr>
          <p:nvPr>
            <p:ph sz="quarter" idx="1"/>
          </p:nvPr>
        </p:nvSpPr>
        <p:spPr>
          <a:xfrm>
            <a:off x="335360" y="1412776"/>
            <a:ext cx="8496944" cy="5112568"/>
          </a:xfrm>
        </p:spPr>
        <p:txBody>
          <a:bodyPr>
            <a:normAutofit fontScale="92500" lnSpcReduction="10000"/>
          </a:bodyPr>
          <a:lstStyle/>
          <a:p>
            <a:pPr marL="0" indent="0">
              <a:lnSpc>
                <a:spcPct val="110000"/>
              </a:lnSpc>
              <a:buNone/>
            </a:pPr>
            <a:r>
              <a:rPr lang="fr-CA" sz="1900" b="1" dirty="0"/>
              <a:t>Introduction à la finance </a:t>
            </a:r>
          </a:p>
          <a:p>
            <a:pPr marL="0" indent="0">
              <a:lnSpc>
                <a:spcPct val="110000"/>
              </a:lnSpc>
              <a:buNone/>
            </a:pPr>
            <a:r>
              <a:rPr lang="fr-CA" sz="1800" dirty="0">
                <a:solidFill>
                  <a:schemeClr val="accent6">
                    <a:lumMod val="75000"/>
                  </a:schemeClr>
                </a:solidFill>
              </a:rPr>
              <a:t>Poser les fondations : comprendre ce qu’est la finance et la valeur du temps.</a:t>
            </a:r>
            <a:endParaRPr lang="fr-CA" sz="1800" b="1" dirty="0">
              <a:solidFill>
                <a:schemeClr val="accent6">
                  <a:lumMod val="75000"/>
                </a:schemeClr>
              </a:solidFill>
            </a:endParaRPr>
          </a:p>
          <a:p>
            <a:pPr marL="0" indent="0">
              <a:lnSpc>
                <a:spcPct val="110000"/>
              </a:lnSpc>
              <a:buNone/>
            </a:pPr>
            <a:r>
              <a:rPr lang="fr-CA" sz="1800" dirty="0"/>
              <a:t>Introduction (cours 1),  Mathématiques financières (cours 1-2)</a:t>
            </a:r>
          </a:p>
          <a:p>
            <a:pPr marL="0" indent="0">
              <a:lnSpc>
                <a:spcPct val="110000"/>
              </a:lnSpc>
              <a:buNone/>
            </a:pPr>
            <a:endParaRPr lang="fr-CA" sz="1800" dirty="0"/>
          </a:p>
          <a:p>
            <a:pPr marL="0" indent="0">
              <a:lnSpc>
                <a:spcPct val="110000"/>
              </a:lnSpc>
              <a:buNone/>
            </a:pPr>
            <a:r>
              <a:rPr lang="fr-CA" sz="1900" b="1" dirty="0"/>
              <a:t>📈 Investissements </a:t>
            </a:r>
          </a:p>
          <a:p>
            <a:pPr marL="0" indent="0">
              <a:lnSpc>
                <a:spcPct val="110000"/>
              </a:lnSpc>
              <a:buNone/>
            </a:pPr>
            <a:r>
              <a:rPr lang="fr-CA" sz="1800" dirty="0">
                <a:solidFill>
                  <a:schemeClr val="accent6">
                    <a:lumMod val="75000"/>
                  </a:schemeClr>
                </a:solidFill>
              </a:rPr>
              <a:t>     Apprendre à évaluer actions et obligations, et relier risque et rendement</a:t>
            </a:r>
            <a:r>
              <a:rPr lang="fr-CA" sz="1200" dirty="0"/>
              <a:t>.</a:t>
            </a:r>
            <a:endParaRPr lang="fr-CA" sz="1800" b="1" dirty="0"/>
          </a:p>
          <a:p>
            <a:pPr marL="0" indent="0">
              <a:lnSpc>
                <a:spcPct val="110000"/>
              </a:lnSpc>
              <a:buNone/>
            </a:pPr>
            <a:r>
              <a:rPr lang="fr-CA" sz="1800" dirty="0"/>
              <a:t>    Obligations (cours 3), Actions (cours 4), Modèles risque/rendement (classe 5-6-7)</a:t>
            </a:r>
          </a:p>
          <a:p>
            <a:pPr marL="0" indent="0">
              <a:lnSpc>
                <a:spcPct val="110000"/>
              </a:lnSpc>
              <a:buNone/>
            </a:pPr>
            <a:endParaRPr lang="fr-CA" sz="1800" dirty="0"/>
          </a:p>
          <a:p>
            <a:pPr marL="0" indent="0">
              <a:lnSpc>
                <a:spcPct val="110000"/>
              </a:lnSpc>
              <a:buNone/>
            </a:pPr>
            <a:r>
              <a:rPr lang="fr-CA" sz="1900" b="1" dirty="0"/>
              <a:t>💰 Finances personnelles </a:t>
            </a:r>
          </a:p>
          <a:p>
            <a:pPr marL="0" indent="0">
              <a:lnSpc>
                <a:spcPct val="110000"/>
              </a:lnSpc>
              <a:buNone/>
            </a:pPr>
            <a:r>
              <a:rPr lang="fr-CA" sz="1800" dirty="0">
                <a:solidFill>
                  <a:schemeClr val="accent6">
                    <a:lumMod val="75000"/>
                  </a:schemeClr>
                </a:solidFill>
              </a:rPr>
              <a:t>     Appliquer la finance au quotidien : épargne, retraite et planification.</a:t>
            </a:r>
          </a:p>
          <a:p>
            <a:pPr marL="0" indent="0">
              <a:lnSpc>
                <a:spcPct val="110000"/>
              </a:lnSpc>
              <a:buNone/>
            </a:pPr>
            <a:r>
              <a:rPr lang="fr-CA" sz="1800" dirty="0"/>
              <a:t>    Finances personnelles (classe 12)</a:t>
            </a:r>
          </a:p>
          <a:p>
            <a:pPr marL="0" indent="0">
              <a:lnSpc>
                <a:spcPct val="110000"/>
              </a:lnSpc>
              <a:buNone/>
            </a:pPr>
            <a:endParaRPr lang="fr-CA" sz="1800" dirty="0"/>
          </a:p>
          <a:p>
            <a:pPr marL="0" indent="0">
              <a:lnSpc>
                <a:spcPct val="110000"/>
              </a:lnSpc>
              <a:buNone/>
            </a:pPr>
            <a:r>
              <a:rPr lang="fr-CA" sz="1900" b="1" dirty="0"/>
              <a:t>🏢 Finance d'entreprise </a:t>
            </a:r>
          </a:p>
          <a:p>
            <a:pPr marL="0" indent="0">
              <a:lnSpc>
                <a:spcPct val="110000"/>
              </a:lnSpc>
              <a:buNone/>
            </a:pPr>
            <a:r>
              <a:rPr lang="fr-CA" sz="1800" dirty="0">
                <a:solidFill>
                  <a:schemeClr val="accent6">
                    <a:lumMod val="75000"/>
                  </a:schemeClr>
                </a:solidFill>
              </a:rPr>
              <a:t>      Découvrir comment les entreprises prennent leurs grandes décisions financières.</a:t>
            </a:r>
          </a:p>
          <a:p>
            <a:pPr marL="0" indent="0">
              <a:lnSpc>
                <a:spcPct val="110000"/>
              </a:lnSpc>
              <a:buNone/>
            </a:pPr>
            <a:r>
              <a:rPr lang="fr-CA" sz="1800" dirty="0"/>
              <a:t>     Évaluation de projets (classe 8-9), CMPC (classe 10), Structure de capital (classe 11)</a:t>
            </a:r>
          </a:p>
          <a:p>
            <a:pPr marL="0" indent="0">
              <a:lnSpc>
                <a:spcPct val="110000"/>
              </a:lnSpc>
              <a:buNone/>
            </a:pPr>
            <a:endParaRPr lang="fr-CA" sz="1800" dirty="0"/>
          </a:p>
          <a:p>
            <a:pPr marL="514350" indent="-514350">
              <a:lnSpc>
                <a:spcPct val="110000"/>
              </a:lnSpc>
              <a:buFont typeface="+mj-lt"/>
              <a:buAutoNum type="arabicPeriod" startAt="10"/>
            </a:pPr>
            <a:endParaRPr lang="fr-CA" sz="1800" dirty="0"/>
          </a:p>
          <a:p>
            <a:pPr marL="0" indent="0">
              <a:lnSpc>
                <a:spcPct val="110000"/>
              </a:lnSpc>
              <a:buNone/>
            </a:pPr>
            <a:endParaRPr lang="fr-CA" sz="1800" dirty="0"/>
          </a:p>
        </p:txBody>
      </p:sp>
      <p:pic>
        <p:nvPicPr>
          <p:cNvPr id="21506" name="Picture 2" descr="Generated image">
            <a:extLst>
              <a:ext uri="{FF2B5EF4-FFF2-40B4-BE49-F238E27FC236}">
                <a16:creationId xmlns:a16="http://schemas.microsoft.com/office/drawing/2014/main" id="{4DE0DD41-D2E4-0C0F-7663-18508095A4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04312" y="1728192"/>
            <a:ext cx="2814059" cy="422108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6449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b="1" dirty="0">
                <a:solidFill>
                  <a:srgbClr val="FF0000"/>
                </a:solidFill>
              </a:rPr>
              <a:t>Qu'avez-vous vu dans la séance 1 ?</a:t>
            </a:r>
          </a:p>
        </p:txBody>
      </p:sp>
      <p:sp>
        <p:nvSpPr>
          <p:cNvPr id="4" name="Espace réservé du numéro de diapositive 3"/>
          <p:cNvSpPr>
            <a:spLocks noGrp="1"/>
          </p:cNvSpPr>
          <p:nvPr>
            <p:ph type="sldNum" sz="quarter" idx="12"/>
          </p:nvPr>
        </p:nvSpPr>
        <p:spPr/>
        <p:txBody>
          <a:bodyPr/>
          <a:lstStyle/>
          <a:p>
            <a:fld id="{EA019D1F-2BC9-41FA-953B-C3256200C508}" type="slidenum">
              <a:rPr lang="fr-CA" smtClean="0">
                <a:solidFill>
                  <a:srgbClr val="8CADAE">
                    <a:shade val="75000"/>
                  </a:srgbClr>
                </a:solidFill>
              </a:rPr>
              <a:t>10</a:t>
            </a:fld>
            <a:endParaRPr lang="fr-CA">
              <a:solidFill>
                <a:srgbClr val="8CADAE">
                  <a:shade val="75000"/>
                </a:srgbClr>
              </a:solidFill>
            </a:endParaRPr>
          </a:p>
        </p:txBody>
      </p:sp>
      <p:sp>
        <p:nvSpPr>
          <p:cNvPr id="3" name="Espace réservé du contenu 2"/>
          <p:cNvSpPr>
            <a:spLocks noGrp="1"/>
          </p:cNvSpPr>
          <p:nvPr>
            <p:ph sz="quarter" idx="1"/>
          </p:nvPr>
        </p:nvSpPr>
        <p:spPr>
          <a:xfrm>
            <a:off x="263352" y="1700808"/>
            <a:ext cx="7560840" cy="4928592"/>
          </a:xfrm>
        </p:spPr>
        <p:txBody>
          <a:bodyPr>
            <a:normAutofit/>
          </a:bodyPr>
          <a:lstStyle/>
          <a:p>
            <a:pPr marL="514350" indent="-514350">
              <a:buFont typeface="+mj-lt"/>
              <a:buAutoNum type="alphaUcPeriod"/>
            </a:pPr>
            <a:r>
              <a:rPr lang="en-US" altLang="en-US" sz="2400" dirty="0"/>
              <a:t>Qu'est-ce que la finance ? Qu'est-ce que la finance d'entreprise ?</a:t>
            </a:r>
          </a:p>
          <a:p>
            <a:pPr marL="514350" indent="-514350">
              <a:buFont typeface="+mj-lt"/>
              <a:buAutoNum type="alphaUcPeriod"/>
            </a:pPr>
            <a:r>
              <a:rPr lang="en-US" altLang="en-US" sz="2400" dirty="0"/>
              <a:t>Les types de décisions en matière de gestion financière</a:t>
            </a:r>
          </a:p>
          <a:p>
            <a:pPr marL="514350" indent="-514350">
              <a:buFont typeface="+mj-lt"/>
              <a:buAutoNum type="alphaUcPeriod"/>
            </a:pPr>
            <a:r>
              <a:rPr lang="en-US" sz="2400" dirty="0"/>
              <a:t>L'objectif du directeur financier</a:t>
            </a:r>
          </a:p>
          <a:p>
            <a:pPr marL="514350" indent="-514350">
              <a:buFont typeface="+mj-lt"/>
              <a:buAutoNum type="alphaUcPeriod"/>
            </a:pPr>
            <a:r>
              <a:rPr lang="fr-CA" sz="2400" dirty="0" err="1"/>
              <a:t>La relation</a:t>
            </a:r>
            <a:r>
              <a:rPr lang="fr-CA" sz="2400" dirty="0"/>
              <a:t> d'agence dans la gestion </a:t>
            </a:r>
            <a:r>
              <a:rPr lang="fr-CA" sz="2400" dirty="0" err="1"/>
              <a:t>financière</a:t>
            </a:r>
          </a:p>
          <a:p>
            <a:pPr marL="514350" indent="-514350">
              <a:buFont typeface="+mj-lt"/>
              <a:buAutoNum type="alphaUcPeriod"/>
            </a:pPr>
            <a:r>
              <a:rPr lang="fr-CA" sz="2400" dirty="0" err="1"/>
              <a:t>Marchés</a:t>
            </a:r>
            <a:r>
              <a:rPr lang="fr-CA" sz="2400" dirty="0"/>
              <a:t> des capitaux</a:t>
            </a:r>
          </a:p>
          <a:p>
            <a:pPr marL="514350" indent="-514350">
              <a:buFont typeface="+mj-lt"/>
              <a:buAutoNum type="alphaUcPeriod"/>
            </a:pPr>
            <a:r>
              <a:rPr lang="fr-CA" sz="2400" dirty="0" err="1"/>
              <a:t>Différentes formes </a:t>
            </a:r>
            <a:r>
              <a:rPr lang="fr-CA" sz="2400" dirty="0"/>
              <a:t>d'</a:t>
            </a:r>
            <a:r>
              <a:rPr lang="fr-CA" sz="2400" dirty="0" err="1"/>
              <a:t>organisation</a:t>
            </a:r>
            <a:r>
              <a:rPr lang="fr-CA" sz="2400" dirty="0"/>
              <a:t> des entreprises</a:t>
            </a:r>
          </a:p>
          <a:p>
            <a:pPr marL="514350" indent="-514350">
              <a:buFont typeface="+mj-lt"/>
              <a:buAutoNum type="alphaUcPeriod"/>
            </a:pPr>
            <a:endParaRPr lang="fr-CA" sz="2400" dirty="0"/>
          </a:p>
          <a:p>
            <a:pPr marL="0" indent="0">
              <a:buNone/>
            </a:pPr>
            <a:r>
              <a:rPr lang="fr-CA" sz="2400" b="1" dirty="0"/>
              <a:t>	Lectures : </a:t>
            </a:r>
            <a:r>
              <a:rPr lang="en-US" sz="2400" dirty="0"/>
              <a:t>Chapitre 1 </a:t>
            </a:r>
          </a:p>
          <a:p>
            <a:pPr marL="0" indent="0">
              <a:buNone/>
            </a:pPr>
            <a:endParaRPr lang="fr-CA" sz="2400" dirty="0"/>
          </a:p>
          <a:p>
            <a:pPr marL="514350" indent="-514350">
              <a:buAutoNum type="alphaUcPeriod"/>
            </a:pPr>
            <a:endParaRPr lang="fr-CA" sz="2400" dirty="0"/>
          </a:p>
          <a:p>
            <a:pPr marL="0" indent="0">
              <a:buNone/>
            </a:pPr>
            <a:endParaRPr lang="fr-CA" sz="2400" dirty="0"/>
          </a:p>
        </p:txBody>
      </p:sp>
      <p:pic>
        <p:nvPicPr>
          <p:cNvPr id="7" name="Picture 4" descr="Book ">
            <a:extLst>
              <a:ext uri="{FF2B5EF4-FFF2-40B4-BE49-F238E27FC236}">
                <a16:creationId xmlns:a16="http://schemas.microsoft.com/office/drawing/2014/main" id="{018011DC-6126-5463-22D0-635088D75F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384" y="5519700"/>
            <a:ext cx="537592" cy="53759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C5650B5-F2EE-4831-856D-62E0E362A5F9}"/>
              </a:ext>
            </a:extLst>
          </p:cNvPr>
          <p:cNvSpPr txBox="1"/>
          <p:nvPr/>
        </p:nvSpPr>
        <p:spPr>
          <a:xfrm>
            <a:off x="7810132" y="4965856"/>
            <a:ext cx="4104456" cy="1323439"/>
          </a:xfrm>
          <a:prstGeom prst="rect">
            <a:avLst/>
          </a:prstGeom>
          <a:noFill/>
        </p:spPr>
        <p:txBody>
          <a:bodyPr wrap="square">
            <a:spAutoFit/>
          </a:bodyPr>
          <a:lstStyle/>
          <a:p>
            <a:pPr algn="ctr"/>
            <a:r>
              <a:rPr lang="fr-CA" sz="1600" dirty="0">
                <a:latin typeface="Ink Free" panose="03080402000500000000" pitchFamily="66" charset="0"/>
              </a:rPr>
              <a:t>Natasha </a:t>
            </a:r>
            <a:r>
              <a:rPr lang="fr-CA" sz="1600" dirty="0" err="1">
                <a:latin typeface="Ink Free" panose="03080402000500000000" pitchFamily="66" charset="0"/>
              </a:rPr>
              <a:t>Munson</a:t>
            </a:r>
            <a:r>
              <a:rPr lang="fr-CA" sz="1600" dirty="0">
                <a:latin typeface="Ink Free" panose="03080402000500000000" pitchFamily="66" charset="0"/>
              </a:rPr>
              <a:t> est une auteure et conférencière motivatrice américaine, connue pour ses ouvrages et citations inspirantes sur la vie, les finances personnelles et le développement personnel.</a:t>
            </a:r>
          </a:p>
        </p:txBody>
      </p:sp>
      <p:pic>
        <p:nvPicPr>
          <p:cNvPr id="1030" name="Picture 6" descr="Generated image">
            <a:extLst>
              <a:ext uri="{FF2B5EF4-FFF2-40B4-BE49-F238E27FC236}">
                <a16:creationId xmlns:a16="http://schemas.microsoft.com/office/drawing/2014/main" id="{0C8CF126-A595-21C1-057F-7E44E9E600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57256" y="1844824"/>
            <a:ext cx="4171392" cy="27809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7037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198204" y="188640"/>
            <a:ext cx="7795592" cy="758952"/>
          </a:xfrm>
        </p:spPr>
        <p:txBody>
          <a:bodyPr>
            <a:normAutofit/>
          </a:bodyPr>
          <a:lstStyle/>
          <a:p>
            <a:r>
              <a:rPr lang="fr-CA" b="1" dirty="0">
                <a:solidFill>
                  <a:srgbClr val="FF0000"/>
                </a:solidFill>
              </a:rPr>
              <a:t>Qu'est-ce que </a:t>
            </a:r>
            <a:r>
              <a:rPr lang="fr-CA" dirty="0">
                <a:solidFill>
                  <a:srgbClr val="FF0000"/>
                </a:solidFill>
              </a:rPr>
              <a:t>la finance ?</a:t>
            </a:r>
          </a:p>
        </p:txBody>
      </p:sp>
      <p:sp>
        <p:nvSpPr>
          <p:cNvPr id="4" name="Espace réservé du numéro de diapositive 3"/>
          <p:cNvSpPr>
            <a:spLocks noGrp="1"/>
          </p:cNvSpPr>
          <p:nvPr>
            <p:ph type="sldNum" sz="quarter" idx="12"/>
          </p:nvPr>
        </p:nvSpPr>
        <p:spPr/>
        <p:txBody>
          <a:bodyPr/>
          <a:lstStyle/>
          <a:p>
            <a:fld id="{EA019D1F-2BC9-41FA-953B-C3256200C508}" type="slidenum">
              <a:rPr lang="fr-CA" smtClean="0">
                <a:solidFill>
                  <a:srgbClr val="8CADAE">
                    <a:shade val="75000"/>
                  </a:srgbClr>
                </a:solidFill>
              </a:rPr>
              <a:t>11</a:t>
            </a:fld>
            <a:endParaRPr lang="fr-CA">
              <a:solidFill>
                <a:srgbClr val="8CADAE">
                  <a:shade val="75000"/>
                </a:srgbClr>
              </a:solidFill>
            </a:endParaRPr>
          </a:p>
        </p:txBody>
      </p:sp>
      <p:sp>
        <p:nvSpPr>
          <p:cNvPr id="7" name="Content Placeholder 6">
            <a:extLst>
              <a:ext uri="{FF2B5EF4-FFF2-40B4-BE49-F238E27FC236}">
                <a16:creationId xmlns:a16="http://schemas.microsoft.com/office/drawing/2014/main" id="{BEF13216-CA91-DF58-6B41-1DA2C72A660A}"/>
              </a:ext>
            </a:extLst>
          </p:cNvPr>
          <p:cNvSpPr>
            <a:spLocks noGrp="1"/>
          </p:cNvSpPr>
          <p:nvPr>
            <p:ph sz="quarter" idx="1"/>
          </p:nvPr>
        </p:nvSpPr>
        <p:spPr>
          <a:xfrm>
            <a:off x="263352" y="1565412"/>
            <a:ext cx="8054679" cy="4507896"/>
          </a:xfrm>
        </p:spPr>
        <p:txBody>
          <a:bodyPr>
            <a:normAutofit fontScale="92500" lnSpcReduction="20000"/>
          </a:bodyPr>
          <a:lstStyle/>
          <a:p>
            <a:r>
              <a:rPr lang="en-US" b="1" u="sng" dirty="0"/>
              <a:t>Qu'est-ce que la finance ?</a:t>
            </a:r>
          </a:p>
          <a:p>
            <a:pPr lvl="1">
              <a:buSzPct val="100000"/>
              <a:buFont typeface="Wingdings" panose="05000000000000000000" pitchFamily="2" charset="2"/>
              <a:buChar char="ü"/>
            </a:pPr>
            <a:r>
              <a:rPr lang="en-US" b="1" dirty="0"/>
              <a:t>Définition </a:t>
            </a:r>
            <a:r>
              <a:rPr lang="en-US" dirty="0"/>
              <a:t>:</a:t>
            </a:r>
            <a:br>
              <a:rPr lang="en-US" dirty="0"/>
            </a:br>
            <a:r>
              <a:rPr lang="en-US" dirty="0"/>
              <a:t>La finance consiste à </a:t>
            </a:r>
            <a:r>
              <a:rPr lang="en-US" b="1" dirty="0"/>
              <a:t>gérer l'argent </a:t>
            </a:r>
            <a:r>
              <a:rPr lang="en-US" dirty="0"/>
              <a:t>: le gagner, l'économiser, le dépenser et l'investir judicieusement.</a:t>
            </a:r>
          </a:p>
          <a:p>
            <a:pPr lvl="1">
              <a:buFont typeface="Arial" panose="020B0604020202020204" pitchFamily="34" charset="0"/>
              <a:buChar char="•"/>
            </a:pPr>
            <a:endParaRPr lang="en-US" dirty="0"/>
          </a:p>
          <a:p>
            <a:pPr lvl="1">
              <a:buSzPct val="100000"/>
              <a:buFont typeface="Wingdings" panose="05000000000000000000" pitchFamily="2" charset="2"/>
              <a:buChar char="ü"/>
            </a:pPr>
            <a:r>
              <a:rPr lang="en-US" b="1" dirty="0"/>
              <a:t>Objectif</a:t>
            </a:r>
          </a:p>
          <a:p>
            <a:pPr marL="1017256" lvl="2" indent="-285750">
              <a:buFont typeface="Arial" panose="020B0604020202020204" pitchFamily="34" charset="0"/>
              <a:buChar char="•"/>
            </a:pPr>
            <a:r>
              <a:rPr lang="en-US" dirty="0"/>
              <a:t>Aider les particuliers et les entreprises à prendre de bonnes décisions financières.</a:t>
            </a:r>
          </a:p>
          <a:p>
            <a:pPr marL="1017256" lvl="2" indent="-285750">
              <a:buFont typeface="Arial" panose="020B0604020202020204" pitchFamily="34" charset="0"/>
              <a:buChar char="•"/>
            </a:pPr>
            <a:r>
              <a:rPr lang="en-US" dirty="0"/>
              <a:t>Garantir qu'il y ait suffisamment d'argent aujourd'hui </a:t>
            </a:r>
            <a:r>
              <a:rPr lang="en-US" b="1" dirty="0"/>
              <a:t>et </a:t>
            </a:r>
            <a:r>
              <a:rPr lang="en-US" dirty="0"/>
              <a:t>à </a:t>
            </a:r>
            <a:r>
              <a:rPr lang="en-US" dirty="0" err="1"/>
              <a:t>l'avenir</a:t>
            </a:r>
            <a:r>
              <a:rPr lang="en-US" dirty="0"/>
              <a:t>.</a:t>
            </a:r>
          </a:p>
          <a:p>
            <a:pPr marL="1017256" lvl="2" indent="-285750">
              <a:buFont typeface="Arial" panose="020B0604020202020204" pitchFamily="34" charset="0"/>
              <a:buChar char="•"/>
            </a:pPr>
            <a:endParaRPr lang="en-US" dirty="0"/>
          </a:p>
          <a:p>
            <a:pPr marL="274306" indent="-274306" fontAlgn="auto">
              <a:spcBef>
                <a:spcPct val="20000"/>
              </a:spcBef>
              <a:spcAft>
                <a:spcPts val="0"/>
              </a:spcAft>
              <a:buClr>
                <a:srgbClr val="4F81BD"/>
              </a:buClr>
              <a:buSzPct val="85000"/>
              <a:buFont typeface="Wingdings 2"/>
              <a:buChar char=""/>
              <a:defRPr/>
            </a:pPr>
            <a:r>
              <a:rPr lang="en-US" sz="2700" b="1" u="sng" dirty="0" err="1">
                <a:latin typeface="+mn-lt"/>
              </a:rPr>
              <a:t>Exemple</a:t>
            </a:r>
            <a:r>
              <a:rPr lang="en-US" sz="2700" b="1" u="sng" dirty="0" err="1">
                <a:solidFill>
                  <a:prstClr val="black"/>
                </a:solidFill>
                <a:latin typeface="Georgia"/>
              </a:rPr>
              <a:t>s</a:t>
            </a:r>
            <a:endParaRPr lang="en-US" sz="2700" b="1" u="sng" dirty="0">
              <a:solidFill>
                <a:prstClr val="black"/>
              </a:solidFill>
              <a:latin typeface="Georgia"/>
            </a:endParaRPr>
          </a:p>
          <a:p>
            <a:pPr marL="548613" lvl="1" indent="-274306" fontAlgn="auto">
              <a:spcBef>
                <a:spcPct val="20000"/>
              </a:spcBef>
              <a:spcAft>
                <a:spcPts val="0"/>
              </a:spcAft>
              <a:buClr>
                <a:schemeClr val="accent2"/>
              </a:buClr>
              <a:buSzPct val="100000"/>
              <a:buFont typeface="Wingdings" panose="05000000000000000000" pitchFamily="2" charset="2"/>
              <a:buChar char="ü"/>
              <a:defRPr/>
            </a:pPr>
            <a:r>
              <a:rPr lang="en-US" sz="2000" b="1" dirty="0" err="1">
                <a:solidFill>
                  <a:schemeClr val="tx2"/>
                </a:solidFill>
                <a:latin typeface="+mn-lt"/>
              </a:rPr>
              <a:t>Épargner</a:t>
            </a:r>
            <a:r>
              <a:rPr lang="en-US" sz="2000" b="1" dirty="0">
                <a:solidFill>
                  <a:schemeClr val="tx2"/>
                </a:solidFill>
                <a:latin typeface="+mn-lt"/>
              </a:rPr>
              <a:t> </a:t>
            </a:r>
            <a:r>
              <a:rPr lang="en-US" sz="2000" dirty="0">
                <a:solidFill>
                  <a:schemeClr val="tx2"/>
                </a:solidFill>
                <a:latin typeface="+mn-lt"/>
              </a:rPr>
              <a:t>pour </a:t>
            </a:r>
            <a:r>
              <a:rPr lang="en-US" sz="2000" dirty="0" err="1">
                <a:solidFill>
                  <a:schemeClr val="tx2"/>
                </a:solidFill>
                <a:latin typeface="+mn-lt"/>
              </a:rPr>
              <a:t>acheter</a:t>
            </a:r>
            <a:r>
              <a:rPr lang="en-US" sz="2000" dirty="0">
                <a:solidFill>
                  <a:schemeClr val="tx2"/>
                </a:solidFill>
                <a:latin typeface="+mn-lt"/>
              </a:rPr>
              <a:t> un nouveau </a:t>
            </a:r>
            <a:r>
              <a:rPr lang="en-US" sz="2000" dirty="0" err="1">
                <a:solidFill>
                  <a:schemeClr val="tx2"/>
                </a:solidFill>
                <a:latin typeface="+mn-lt"/>
              </a:rPr>
              <a:t>téléphone</a:t>
            </a:r>
            <a:r>
              <a:rPr lang="en-US" sz="2000" dirty="0">
                <a:solidFill>
                  <a:schemeClr val="tx2"/>
                </a:solidFill>
                <a:latin typeface="+mn-lt"/>
              </a:rPr>
              <a:t>.</a:t>
            </a:r>
          </a:p>
          <a:p>
            <a:pPr marL="548613" lvl="1" indent="-274306" fontAlgn="auto">
              <a:spcBef>
                <a:spcPct val="20000"/>
              </a:spcBef>
              <a:spcAft>
                <a:spcPts val="0"/>
              </a:spcAft>
              <a:buClr>
                <a:schemeClr val="accent2"/>
              </a:buClr>
              <a:buSzPct val="100000"/>
              <a:buFont typeface="Wingdings" panose="05000000000000000000" pitchFamily="2" charset="2"/>
              <a:buChar char="ü"/>
              <a:defRPr/>
            </a:pPr>
            <a:r>
              <a:rPr lang="en-US" sz="2000" b="1" dirty="0" err="1">
                <a:solidFill>
                  <a:schemeClr val="tx2"/>
                </a:solidFill>
                <a:latin typeface="+mn-lt"/>
              </a:rPr>
              <a:t>Décider</a:t>
            </a:r>
            <a:r>
              <a:rPr lang="en-US" sz="2000" b="1" dirty="0">
                <a:solidFill>
                  <a:schemeClr val="tx2"/>
                </a:solidFill>
                <a:latin typeface="+mn-lt"/>
              </a:rPr>
              <a:t> </a:t>
            </a:r>
            <a:r>
              <a:rPr lang="en-US" sz="2000" dirty="0" err="1">
                <a:solidFill>
                  <a:schemeClr val="tx2"/>
                </a:solidFill>
                <a:latin typeface="+mn-lt"/>
              </a:rPr>
              <a:t>d'acheter</a:t>
            </a:r>
            <a:r>
              <a:rPr lang="en-US" sz="2000" dirty="0">
                <a:solidFill>
                  <a:schemeClr val="tx2"/>
                </a:solidFill>
                <a:latin typeface="+mn-lt"/>
              </a:rPr>
              <a:t> </a:t>
            </a:r>
            <a:r>
              <a:rPr lang="en-US" sz="2000" dirty="0" err="1">
                <a:solidFill>
                  <a:schemeClr val="tx2"/>
                </a:solidFill>
                <a:latin typeface="+mn-lt"/>
              </a:rPr>
              <a:t>ou</a:t>
            </a:r>
            <a:r>
              <a:rPr lang="en-US" sz="2000" dirty="0">
                <a:solidFill>
                  <a:schemeClr val="tx2"/>
                </a:solidFill>
                <a:latin typeface="+mn-lt"/>
              </a:rPr>
              <a:t> de </a:t>
            </a:r>
            <a:r>
              <a:rPr lang="en-US" sz="2000" dirty="0" err="1">
                <a:solidFill>
                  <a:schemeClr val="tx2"/>
                </a:solidFill>
                <a:latin typeface="+mn-lt"/>
              </a:rPr>
              <a:t>louer</a:t>
            </a:r>
            <a:r>
              <a:rPr lang="en-US" sz="2000" dirty="0">
                <a:solidFill>
                  <a:schemeClr val="tx2"/>
                </a:solidFill>
                <a:latin typeface="+mn-lt"/>
              </a:rPr>
              <a:t> </a:t>
            </a:r>
            <a:r>
              <a:rPr lang="en-US" sz="2000" dirty="0" err="1">
                <a:solidFill>
                  <a:schemeClr val="tx2"/>
                </a:solidFill>
                <a:latin typeface="+mn-lt"/>
              </a:rPr>
              <a:t>une</a:t>
            </a:r>
            <a:r>
              <a:rPr lang="en-US" sz="2000" dirty="0">
                <a:solidFill>
                  <a:schemeClr val="tx2"/>
                </a:solidFill>
                <a:latin typeface="+mn-lt"/>
              </a:rPr>
              <a:t> </a:t>
            </a:r>
            <a:r>
              <a:rPr lang="en-US" sz="2000" dirty="0" err="1">
                <a:solidFill>
                  <a:schemeClr val="tx2"/>
                </a:solidFill>
                <a:latin typeface="+mn-lt"/>
              </a:rPr>
              <a:t>maison</a:t>
            </a:r>
            <a:r>
              <a:rPr lang="en-US" sz="2000" dirty="0">
                <a:solidFill>
                  <a:schemeClr val="tx2"/>
                </a:solidFill>
                <a:latin typeface="+mn-lt"/>
              </a:rPr>
              <a:t>.</a:t>
            </a:r>
          </a:p>
          <a:p>
            <a:pPr marL="1017256" lvl="2" indent="-285750">
              <a:buFont typeface="Arial" panose="020B0604020202020204" pitchFamily="34" charset="0"/>
              <a:buChar char="•"/>
            </a:pPr>
            <a:endParaRPr lang="en-US" dirty="0"/>
          </a:p>
          <a:p>
            <a:pPr marL="1017256" lvl="2" indent="-285750">
              <a:buFont typeface="Arial" panose="020B0604020202020204" pitchFamily="34" charset="0"/>
              <a:buChar char="•"/>
            </a:pPr>
            <a:endParaRPr lang="en-US" dirty="0"/>
          </a:p>
          <a:p>
            <a:pPr marL="1017256" lvl="2" indent="-285750">
              <a:buFont typeface="Arial" panose="020B0604020202020204" pitchFamily="34" charset="0"/>
              <a:buChar char="•"/>
            </a:pPr>
            <a:endParaRPr lang="en-US" dirty="0"/>
          </a:p>
          <a:p>
            <a:pPr marL="0" indent="0">
              <a:buNone/>
            </a:pPr>
            <a:endParaRPr lang="en-US" dirty="0"/>
          </a:p>
        </p:txBody>
      </p:sp>
      <p:sp>
        <p:nvSpPr>
          <p:cNvPr id="13" name="TextBox 12">
            <a:extLst>
              <a:ext uri="{FF2B5EF4-FFF2-40B4-BE49-F238E27FC236}">
                <a16:creationId xmlns:a16="http://schemas.microsoft.com/office/drawing/2014/main" id="{FEED27A6-76CD-311B-86ED-FAD837E2E750}"/>
              </a:ext>
            </a:extLst>
          </p:cNvPr>
          <p:cNvSpPr txBox="1"/>
          <p:nvPr/>
        </p:nvSpPr>
        <p:spPr>
          <a:xfrm>
            <a:off x="1793071" y="6021288"/>
            <a:ext cx="8715270" cy="338554"/>
          </a:xfrm>
          <a:prstGeom prst="rect">
            <a:avLst/>
          </a:prstGeom>
          <a:noFill/>
        </p:spPr>
        <p:txBody>
          <a:bodyPr wrap="square">
            <a:spAutoFit/>
          </a:bodyPr>
          <a:lstStyle/>
          <a:p>
            <a:r>
              <a:rPr lang="fr-CA" sz="1600" dirty="0">
                <a:hlinkClick r:id="rId3"/>
              </a:rPr>
              <a:t>https://corporatefinanceinstitute.</a:t>
            </a:r>
            <a:r>
              <a:rPr lang="fr-CA" sz="1600" dirty="0"/>
              <a:t>com/resources/wealth-management/finance-industry-overview/ </a:t>
            </a:r>
          </a:p>
        </p:txBody>
      </p:sp>
      <p:pic>
        <p:nvPicPr>
          <p:cNvPr id="3074" name="Picture 2" descr="Generated image">
            <a:extLst>
              <a:ext uri="{FF2B5EF4-FFF2-40B4-BE49-F238E27FC236}">
                <a16:creationId xmlns:a16="http://schemas.microsoft.com/office/drawing/2014/main" id="{B6AF2A8C-A957-DACA-1D19-F3F099E08811}"/>
              </a:ext>
            </a:extLst>
          </p:cNvPr>
          <p:cNvPicPr>
            <a:picLocks noChangeAspect="1" noChangeArrowheads="1"/>
          </p:cNvPicPr>
          <p:nvPr/>
        </p:nvPicPr>
        <p:blipFill rotWithShape="1">
          <a:blip r:embed="rId4">
            <a:alphaModFix amt="85000"/>
            <a:extLst>
              <a:ext uri="{28A0092B-C50C-407E-A947-70E740481C1C}">
                <a14:useLocalDpi xmlns:a14="http://schemas.microsoft.com/office/drawing/2010/main" val="0"/>
              </a:ext>
            </a:extLst>
          </a:blip>
          <a:srcRect t="7567" b="25850"/>
          <a:stretch/>
        </p:blipFill>
        <p:spPr bwMode="auto">
          <a:xfrm>
            <a:off x="8443860" y="2098144"/>
            <a:ext cx="3286763" cy="328262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5881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33097" y="293784"/>
            <a:ext cx="11523543" cy="758952"/>
          </a:xfrm>
        </p:spPr>
        <p:txBody>
          <a:bodyPr>
            <a:noAutofit/>
          </a:bodyPr>
          <a:lstStyle/>
          <a:p>
            <a:r>
              <a:rPr lang="fr-CA" b="1" dirty="0" err="1">
                <a:solidFill>
                  <a:srgbClr val="FF0000"/>
                </a:solidFill>
              </a:rPr>
              <a:t>Pourquoi </a:t>
            </a:r>
            <a:r>
              <a:rPr lang="fr-CA" dirty="0">
                <a:solidFill>
                  <a:srgbClr val="FF0000"/>
                </a:solidFill>
              </a:rPr>
              <a:t>la finance ? </a:t>
            </a:r>
            <a:br>
              <a:rPr lang="fr-CA" dirty="0">
                <a:solidFill>
                  <a:srgbClr val="FF0000"/>
                </a:solidFill>
              </a:rPr>
            </a:br>
            <a:r>
              <a:rPr lang="en-US" dirty="0">
                <a:solidFill>
                  <a:srgbClr val="FF0000"/>
                </a:solidFill>
              </a:rPr>
              <a:t>Quels sont les quatre principaux domaines de la finance ?</a:t>
            </a:r>
            <a:endParaRPr lang="fr-CA" dirty="0">
              <a:solidFill>
                <a:srgbClr val="FF0000"/>
              </a:solidFill>
            </a:endParaRPr>
          </a:p>
        </p:txBody>
      </p:sp>
      <p:sp>
        <p:nvSpPr>
          <p:cNvPr id="4" name="Espace réservé du numéro de diapositive 3"/>
          <p:cNvSpPr>
            <a:spLocks noGrp="1"/>
          </p:cNvSpPr>
          <p:nvPr>
            <p:ph type="sldNum" sz="quarter" idx="12"/>
          </p:nvPr>
        </p:nvSpPr>
        <p:spPr/>
        <p:txBody>
          <a:bodyPr/>
          <a:lstStyle/>
          <a:p>
            <a:fld id="{EA019D1F-2BC9-41FA-953B-C3256200C508}" type="slidenum">
              <a:rPr lang="fr-CA" smtClean="0">
                <a:solidFill>
                  <a:srgbClr val="8CADAE">
                    <a:shade val="75000"/>
                  </a:srgbClr>
                </a:solidFill>
              </a:rPr>
              <a:t>12</a:t>
            </a:fld>
            <a:endParaRPr lang="fr-CA">
              <a:solidFill>
                <a:srgbClr val="8CADAE">
                  <a:shade val="75000"/>
                </a:srgbClr>
              </a:solidFill>
            </a:endParaRPr>
          </a:p>
        </p:txBody>
      </p:sp>
      <p:sp>
        <p:nvSpPr>
          <p:cNvPr id="3" name="Espace réservé du contenu 2"/>
          <p:cNvSpPr>
            <a:spLocks noGrp="1"/>
          </p:cNvSpPr>
          <p:nvPr>
            <p:ph sz="quarter" idx="1"/>
          </p:nvPr>
        </p:nvSpPr>
        <p:spPr>
          <a:xfrm>
            <a:off x="2999656" y="1422400"/>
            <a:ext cx="8928992" cy="5286010"/>
          </a:xfrm>
        </p:spPr>
        <p:txBody>
          <a:bodyPr>
            <a:normAutofit fontScale="77500" lnSpcReduction="20000"/>
          </a:bodyPr>
          <a:lstStyle/>
          <a:p>
            <a:pPr>
              <a:buFont typeface="+mj-lt"/>
              <a:buAutoNum type="arabicPeriod"/>
            </a:pPr>
            <a:r>
              <a:rPr lang="en-US" b="1" dirty="0"/>
              <a:t>Les investissements</a:t>
            </a:r>
            <a:endParaRPr lang="en-US" dirty="0"/>
          </a:p>
          <a:p>
            <a:pPr marL="800100" lvl="1" indent="-342900">
              <a:buSzPct val="100000"/>
              <a:buFont typeface="Courier New" panose="02070309020205020404" pitchFamily="49" charset="0"/>
              <a:buChar char="o"/>
            </a:pPr>
            <a:r>
              <a:rPr lang="en-US" b="1" dirty="0"/>
              <a:t>En quoi cela consiste </a:t>
            </a:r>
            <a:r>
              <a:rPr lang="en-US" dirty="0"/>
              <a:t>: décider où placer son argent pour le faire fructifier, par exemple en achetant des actions, des obligations ou d'autres actifs.</a:t>
            </a:r>
          </a:p>
          <a:p>
            <a:pPr marL="800100" lvl="1" indent="-342900">
              <a:buSzPct val="100000"/>
              <a:buFont typeface="Courier New" panose="02070309020205020404" pitchFamily="49" charset="0"/>
              <a:buChar char="o"/>
            </a:pPr>
            <a:r>
              <a:rPr lang="en-US" b="1" dirty="0"/>
              <a:t>Emplois </a:t>
            </a:r>
            <a:r>
              <a:rPr lang="en-US" dirty="0"/>
              <a:t>: gestionnaire de portefeuille, analyste financier, courtier en valeurs mobilières, conseiller financier.</a:t>
            </a:r>
          </a:p>
          <a:p>
            <a:pPr marL="800100" lvl="1" indent="-342900">
              <a:buSzPct val="100000"/>
              <a:buFont typeface="Courier New" panose="02070309020205020404" pitchFamily="49" charset="0"/>
              <a:buChar char="o"/>
            </a:pPr>
            <a:r>
              <a:rPr lang="en-US" b="1" dirty="0"/>
              <a:t>Exemple </a:t>
            </a:r>
            <a:r>
              <a:rPr lang="en-US" dirty="0"/>
              <a:t>: gérer un fonds commun de placement ou conseiller quelqu'un sur l'opportunité d'investir dans les actions Tesla.</a:t>
            </a:r>
          </a:p>
          <a:p>
            <a:pPr marL="800100" lvl="1" indent="-342900">
              <a:buSzPct val="100000"/>
              <a:buFont typeface="Courier New" panose="02070309020205020404" pitchFamily="49" charset="0"/>
              <a:buChar char="o"/>
            </a:pPr>
            <a:r>
              <a:rPr lang="fr-CA" b="1" dirty="0"/>
              <a:t>Profil recherché </a:t>
            </a:r>
            <a:r>
              <a:rPr lang="en-US" dirty="0"/>
              <a:t>: </a:t>
            </a:r>
            <a:r>
              <a:rPr lang="fr-CA" dirty="0"/>
              <a:t>personne analytique, à l’aise avec les chiffres et les modèles, curieuse des marchés, capable de gérer le stress et de prendre des décisions rapides.</a:t>
            </a:r>
            <a:r>
              <a:rPr lang="en-US" dirty="0"/>
              <a:t> </a:t>
            </a:r>
          </a:p>
          <a:p>
            <a:pPr marL="742950" lvl="1" indent="-285750">
              <a:buFont typeface="+mj-lt"/>
              <a:buAutoNum type="arabicPeriod"/>
            </a:pPr>
            <a:endParaRPr lang="en-US" dirty="0"/>
          </a:p>
          <a:p>
            <a:pPr>
              <a:buFont typeface="+mj-lt"/>
              <a:buAutoNum type="arabicPeriod"/>
            </a:pPr>
            <a:r>
              <a:rPr lang="en-US" b="1" dirty="0"/>
              <a:t>Finance corporative</a:t>
            </a:r>
            <a:endParaRPr lang="en-US" dirty="0"/>
          </a:p>
          <a:p>
            <a:pPr marL="800100" lvl="1" indent="-342900"/>
            <a:r>
              <a:rPr lang="en-US" b="1" dirty="0"/>
              <a:t>Qu'est-ce que c'est </a:t>
            </a:r>
            <a:r>
              <a:rPr lang="en-US" dirty="0"/>
              <a:t>? Aider les entreprises à prendre des décisions financières, comme établir un budget, investir et financer des projets.</a:t>
            </a:r>
          </a:p>
          <a:p>
            <a:pPr marL="800100" lvl="1" indent="-342900"/>
            <a:r>
              <a:rPr lang="en-US" b="1" dirty="0"/>
              <a:t>Emplois </a:t>
            </a:r>
            <a:r>
              <a:rPr lang="en-US" dirty="0"/>
              <a:t>: directeur financier, analyste financier, trésorier, analyste budgétaire.</a:t>
            </a:r>
          </a:p>
          <a:p>
            <a:pPr marL="800100" lvl="1" indent="-342900"/>
            <a:r>
              <a:rPr lang="en-US" b="1" dirty="0"/>
              <a:t>Exemple </a:t>
            </a:r>
            <a:r>
              <a:rPr lang="en-US" dirty="0"/>
              <a:t>: </a:t>
            </a:r>
            <a:r>
              <a:rPr lang="en-US" dirty="0" err="1"/>
              <a:t>une</a:t>
            </a:r>
            <a:r>
              <a:rPr lang="en-US" dirty="0"/>
              <a:t> </a:t>
            </a:r>
            <a:r>
              <a:rPr lang="en-US" dirty="0" err="1"/>
              <a:t>entreprise</a:t>
            </a:r>
            <a:r>
              <a:rPr lang="en-US" dirty="0"/>
              <a:t> qui doit décider d'ouvrir une nouvelle succursale ou </a:t>
            </a:r>
            <a:r>
              <a:rPr lang="en-US" dirty="0" err="1"/>
              <a:t>d'acheter</a:t>
            </a:r>
            <a:r>
              <a:rPr lang="en-US" dirty="0"/>
              <a:t> de nouveaux </a:t>
            </a:r>
            <a:r>
              <a:rPr lang="en-US" dirty="0" err="1"/>
              <a:t>équipements</a:t>
            </a:r>
            <a:r>
              <a:rPr lang="en-US" dirty="0"/>
              <a:t>.</a:t>
            </a:r>
          </a:p>
          <a:p>
            <a:pPr marL="800100" lvl="1" indent="-342900"/>
            <a:r>
              <a:rPr lang="fr-CA" b="1" dirty="0"/>
              <a:t>Profil recherché </a:t>
            </a:r>
            <a:r>
              <a:rPr lang="en-US" dirty="0"/>
              <a:t>: </a:t>
            </a:r>
            <a:r>
              <a:rPr lang="fr-CA" dirty="0"/>
              <a:t>esprit stratégique, compétences en communication et en leadership, bonne compréhension des opérations de l’entreprise, rigueur dans la gestion de l’information financière.</a:t>
            </a:r>
            <a:endParaRPr lang="en-US" dirty="0"/>
          </a:p>
        </p:txBody>
      </p:sp>
      <p:pic>
        <p:nvPicPr>
          <p:cNvPr id="2050" name="Picture 2" descr="9 Types Of Investment Assets – Forbes Advisor">
            <a:extLst>
              <a:ext uri="{FF2B5EF4-FFF2-40B4-BE49-F238E27FC236}">
                <a16:creationId xmlns:a16="http://schemas.microsoft.com/office/drawing/2014/main" id="{FE7413CE-939C-225B-82D8-C6BB6E17AD55}"/>
              </a:ext>
            </a:extLst>
          </p:cNvPr>
          <p:cNvPicPr>
            <a:picLocks noChangeAspect="1" noChangeArrowheads="1"/>
          </p:cNvPicPr>
          <p:nvPr/>
        </p:nvPicPr>
        <p:blipFill>
          <a:blip r:embed="rId3">
            <a:alphaModFix amt="85000"/>
            <a:extLst>
              <a:ext uri="{28A0092B-C50C-407E-A947-70E740481C1C}">
                <a14:useLocalDpi xmlns:a14="http://schemas.microsoft.com/office/drawing/2010/main" val="0"/>
              </a:ext>
            </a:extLst>
          </a:blip>
          <a:srcRect/>
          <a:stretch>
            <a:fillRect/>
          </a:stretch>
        </p:blipFill>
        <p:spPr bwMode="auto">
          <a:xfrm>
            <a:off x="553987" y="1772816"/>
            <a:ext cx="2367067" cy="179057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052" name="Picture 4" descr="As CFO, what does my CEO and board expect of me? - Philadelphia Business  Journal">
            <a:extLst>
              <a:ext uri="{FF2B5EF4-FFF2-40B4-BE49-F238E27FC236}">
                <a16:creationId xmlns:a16="http://schemas.microsoft.com/office/drawing/2014/main" id="{8A63ED90-7BB5-B9B5-77BE-8AF41B49F1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356" y="4581128"/>
            <a:ext cx="2612327" cy="13691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06145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F7A78-711B-99B1-C24E-5516B647D61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C31F09C-DBF0-B376-24BB-E340FA8F284B}"/>
              </a:ext>
            </a:extLst>
          </p:cNvPr>
          <p:cNvSpPr>
            <a:spLocks noGrp="1"/>
          </p:cNvSpPr>
          <p:nvPr>
            <p:ph type="title"/>
          </p:nvPr>
        </p:nvSpPr>
        <p:spPr>
          <a:xfrm>
            <a:off x="333097" y="293784"/>
            <a:ext cx="11523543" cy="758952"/>
          </a:xfrm>
        </p:spPr>
        <p:txBody>
          <a:bodyPr>
            <a:noAutofit/>
          </a:bodyPr>
          <a:lstStyle/>
          <a:p>
            <a:r>
              <a:rPr lang="fr-CA" b="1" dirty="0" err="1"/>
              <a:t>Pourquoi </a:t>
            </a:r>
            <a:r>
              <a:rPr lang="fr-CA" dirty="0"/>
              <a:t>la finance ? </a:t>
            </a:r>
            <a:br>
              <a:rPr lang="fr-CA" dirty="0"/>
            </a:br>
            <a:r>
              <a:rPr lang="en-US" dirty="0"/>
              <a:t>Quels sont les quatre principaux domaines de la finance ?</a:t>
            </a:r>
            <a:endParaRPr lang="fr-CA" dirty="0"/>
          </a:p>
        </p:txBody>
      </p:sp>
      <p:sp>
        <p:nvSpPr>
          <p:cNvPr id="4" name="Espace réservé du numéro de diapositive 3">
            <a:extLst>
              <a:ext uri="{FF2B5EF4-FFF2-40B4-BE49-F238E27FC236}">
                <a16:creationId xmlns:a16="http://schemas.microsoft.com/office/drawing/2014/main" id="{AB3A05AD-309A-C4E6-5CAC-A824111ED556}"/>
              </a:ext>
            </a:extLst>
          </p:cNvPr>
          <p:cNvSpPr>
            <a:spLocks noGrp="1"/>
          </p:cNvSpPr>
          <p:nvPr>
            <p:ph type="sldNum" sz="quarter" idx="12"/>
          </p:nvPr>
        </p:nvSpPr>
        <p:spPr/>
        <p:txBody>
          <a:bodyPr/>
          <a:lstStyle/>
          <a:p>
            <a:fld id="{EA019D1F-2BC9-41FA-953B-C3256200C508}" type="slidenum">
              <a:rPr lang="fr-CA" smtClean="0">
                <a:solidFill>
                  <a:srgbClr val="8CADAE">
                    <a:shade val="75000"/>
                  </a:srgbClr>
                </a:solidFill>
              </a:rPr>
              <a:t>13</a:t>
            </a:fld>
            <a:endParaRPr lang="fr-CA">
              <a:solidFill>
                <a:srgbClr val="8CADAE">
                  <a:shade val="75000"/>
                </a:srgbClr>
              </a:solidFill>
            </a:endParaRPr>
          </a:p>
        </p:txBody>
      </p:sp>
      <p:sp>
        <p:nvSpPr>
          <p:cNvPr id="3" name="Espace réservé du contenu 2">
            <a:extLst>
              <a:ext uri="{FF2B5EF4-FFF2-40B4-BE49-F238E27FC236}">
                <a16:creationId xmlns:a16="http://schemas.microsoft.com/office/drawing/2014/main" id="{2A6CF06A-DDA8-36F2-4748-E3C7B7AA2979}"/>
              </a:ext>
            </a:extLst>
          </p:cNvPr>
          <p:cNvSpPr>
            <a:spLocks noGrp="1"/>
          </p:cNvSpPr>
          <p:nvPr>
            <p:ph sz="quarter" idx="1"/>
          </p:nvPr>
        </p:nvSpPr>
        <p:spPr>
          <a:xfrm>
            <a:off x="2711624" y="1559917"/>
            <a:ext cx="9361040" cy="4968552"/>
          </a:xfrm>
        </p:spPr>
        <p:txBody>
          <a:bodyPr>
            <a:normAutofit fontScale="77500" lnSpcReduction="20000"/>
          </a:bodyPr>
          <a:lstStyle/>
          <a:p>
            <a:pPr>
              <a:buFont typeface="+mj-lt"/>
              <a:buAutoNum type="arabicPeriod" startAt="3"/>
            </a:pPr>
            <a:r>
              <a:rPr lang="en-US" b="1" dirty="0"/>
              <a:t>Finance </a:t>
            </a:r>
            <a:r>
              <a:rPr lang="en-US" b="1" dirty="0" err="1"/>
              <a:t>institutionnelle</a:t>
            </a:r>
            <a:endParaRPr lang="en-US" b="1" dirty="0"/>
          </a:p>
          <a:p>
            <a:pPr marL="742950" lvl="1" indent="-285750">
              <a:buFont typeface="+mj-lt"/>
              <a:buAutoNum type="arabicPeriod"/>
            </a:pPr>
            <a:r>
              <a:rPr lang="en-US" b="1" dirty="0" err="1"/>
              <a:t>Qu'est-ce</a:t>
            </a:r>
            <a:r>
              <a:rPr lang="en-US" b="1" dirty="0"/>
              <a:t> que c'est </a:t>
            </a:r>
            <a:r>
              <a:rPr lang="en-US" dirty="0"/>
              <a:t>? Gérer l'argent des banques, des compagnies d'assurance ou d'autres institutions.</a:t>
            </a:r>
          </a:p>
          <a:p>
            <a:pPr marL="742950" lvl="1" indent="-285750">
              <a:buFont typeface="+mj-lt"/>
              <a:buAutoNum type="arabicPeriod"/>
            </a:pPr>
            <a:r>
              <a:rPr lang="en-US" b="1" dirty="0"/>
              <a:t>Emplois </a:t>
            </a:r>
            <a:r>
              <a:rPr lang="en-US" dirty="0"/>
              <a:t>: gestionnaire de crédit, gestionnaire de compte, agent de crédit, analyste des risques.</a:t>
            </a:r>
          </a:p>
          <a:p>
            <a:pPr marL="742950" lvl="1" indent="-285750">
              <a:buFont typeface="+mj-lt"/>
              <a:buAutoNum type="arabicPeriod"/>
            </a:pPr>
            <a:r>
              <a:rPr lang="en-US" b="1" dirty="0"/>
              <a:t>Exemple </a:t>
            </a:r>
            <a:r>
              <a:rPr lang="en-US" dirty="0"/>
              <a:t>: une banque qui décide du montant à prêter à des petites </a:t>
            </a:r>
            <a:r>
              <a:rPr lang="en-US" dirty="0" err="1"/>
              <a:t>entreprises</a:t>
            </a:r>
            <a:r>
              <a:rPr lang="en-US" dirty="0"/>
              <a:t>.</a:t>
            </a:r>
          </a:p>
          <a:p>
            <a:pPr marL="742950" lvl="1" indent="-285750">
              <a:buFont typeface="+mj-lt"/>
              <a:buAutoNum type="arabicPeriod"/>
            </a:pPr>
            <a:r>
              <a:rPr lang="fr-CA" b="1" dirty="0"/>
              <a:t>Profil recherché </a:t>
            </a:r>
            <a:r>
              <a:rPr lang="en-US" dirty="0"/>
              <a:t>: </a:t>
            </a:r>
            <a:r>
              <a:rPr lang="fr-CA" dirty="0"/>
              <a:t>sens des responsabilités, capacité à évaluer et gérer le risque, intérêt pour la réglementation financière, approche méthodique et orientée vers la sécurité des capitaux.</a:t>
            </a:r>
          </a:p>
          <a:p>
            <a:pPr marL="742950" lvl="1" indent="-285750">
              <a:buFont typeface="+mj-lt"/>
              <a:buAutoNum type="arabicPeriod"/>
            </a:pPr>
            <a:endParaRPr lang="en-US" dirty="0"/>
          </a:p>
          <a:p>
            <a:pPr>
              <a:buFont typeface="+mj-lt"/>
              <a:buAutoNum type="arabicPeriod" startAt="3"/>
            </a:pPr>
            <a:r>
              <a:rPr lang="en-US" b="1" dirty="0"/>
              <a:t>Finance personnelle</a:t>
            </a:r>
            <a:endParaRPr lang="en-US" dirty="0"/>
          </a:p>
          <a:p>
            <a:pPr marL="742950" lvl="1" indent="-285750">
              <a:buFont typeface="+mj-lt"/>
              <a:buAutoNum type="arabicPeriod"/>
            </a:pPr>
            <a:r>
              <a:rPr lang="en-US" b="1" dirty="0"/>
              <a:t>Qu'est-ce que c'est </a:t>
            </a:r>
            <a:r>
              <a:rPr lang="en-US" dirty="0"/>
              <a:t>: aider les particuliers à gérer leur argent pour leur vie quotidienne et leurs objectifs futurs.</a:t>
            </a:r>
          </a:p>
          <a:p>
            <a:pPr marL="742950" lvl="1" indent="-285750">
              <a:buFont typeface="+mj-lt"/>
              <a:buAutoNum type="arabicPeriod"/>
            </a:pPr>
            <a:r>
              <a:rPr lang="en-US" b="1" dirty="0"/>
              <a:t>Emplois </a:t>
            </a:r>
            <a:r>
              <a:rPr lang="en-US" dirty="0"/>
              <a:t>: planificateur financier, banquier privé, conseiller fiscal, gestionnaire de patrimoine.</a:t>
            </a:r>
          </a:p>
          <a:p>
            <a:pPr marL="742950" lvl="1" indent="-285750">
              <a:buFont typeface="+mj-lt"/>
              <a:buAutoNum type="arabicPeriod"/>
            </a:pPr>
            <a:r>
              <a:rPr lang="en-US" b="1" dirty="0"/>
              <a:t>Exemple </a:t>
            </a:r>
            <a:r>
              <a:rPr lang="en-US" dirty="0"/>
              <a:t>: créer un plan de retraite ou aider quelqu'un à économiser pour acheter sa première </a:t>
            </a:r>
            <a:r>
              <a:rPr lang="en-US" dirty="0" err="1"/>
              <a:t>maison</a:t>
            </a:r>
            <a:r>
              <a:rPr lang="en-US" dirty="0"/>
              <a:t>.</a:t>
            </a:r>
          </a:p>
          <a:p>
            <a:pPr marL="742950" lvl="1" indent="-285750">
              <a:buFont typeface="+mj-lt"/>
              <a:buAutoNum type="arabicPeriod"/>
            </a:pPr>
            <a:r>
              <a:rPr lang="fr-CA" b="1" dirty="0"/>
              <a:t>Profil recherché </a:t>
            </a:r>
            <a:r>
              <a:rPr lang="en-US" dirty="0"/>
              <a:t>: </a:t>
            </a:r>
            <a:r>
              <a:rPr lang="fr-CA" dirty="0"/>
              <a:t>empathie et écoute, pédagogie pour vulgariser des concepts complexes, fiabilité, orientation client et capacité à bâtir une relation de confiance.</a:t>
            </a:r>
            <a:endParaRPr lang="en-US" dirty="0"/>
          </a:p>
        </p:txBody>
      </p:sp>
      <p:pic>
        <p:nvPicPr>
          <p:cNvPr id="2054" name="Picture 6" descr="Canadian Bank Institution Numbers - Loans Canada">
            <a:extLst>
              <a:ext uri="{FF2B5EF4-FFF2-40B4-BE49-F238E27FC236}">
                <a16:creationId xmlns:a16="http://schemas.microsoft.com/office/drawing/2014/main" id="{E963A84F-8DB8-9AD3-DD26-6503224D3B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353" y="1844824"/>
            <a:ext cx="2064162" cy="17048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056" name="Picture 8" descr="What is Financial Planning? - PFS Power">
            <a:extLst>
              <a:ext uri="{FF2B5EF4-FFF2-40B4-BE49-F238E27FC236}">
                <a16:creationId xmlns:a16="http://schemas.microsoft.com/office/drawing/2014/main" id="{F6EAF63A-2929-1D61-1440-FC4FB2E9CB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352" y="4365104"/>
            <a:ext cx="2064162" cy="17651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22702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3DBAEC-8C18-4E76-942E-A215D0BEDC2C}"/>
              </a:ext>
            </a:extLst>
          </p:cNvPr>
          <p:cNvSpPr>
            <a:spLocks noGrp="1"/>
          </p:cNvSpPr>
          <p:nvPr>
            <p:ph type="title"/>
          </p:nvPr>
        </p:nvSpPr>
        <p:spPr>
          <a:xfrm>
            <a:off x="1828800" y="332656"/>
            <a:ext cx="8534400" cy="758952"/>
          </a:xfrm>
        </p:spPr>
        <p:txBody>
          <a:bodyPr>
            <a:normAutofit fontScale="90000"/>
          </a:bodyPr>
          <a:lstStyle/>
          <a:p>
            <a:r>
              <a:rPr lang="fr-CA" sz="3300" dirty="0">
                <a:solidFill>
                  <a:srgbClr val="FF0000"/>
                </a:solidFill>
              </a:rPr>
              <a:t>Finance </a:t>
            </a:r>
            <a:r>
              <a:rPr lang="fr-CA" sz="3300" b="1" dirty="0">
                <a:solidFill>
                  <a:srgbClr val="FF0000"/>
                </a:solidFill>
              </a:rPr>
              <a:t>durable </a:t>
            </a:r>
            <a:br>
              <a:rPr lang="fr-CA" dirty="0"/>
            </a:br>
            <a:r>
              <a:rPr lang="fr-CA" sz="1800" dirty="0"/>
              <a:t>© Marie-Hélène Allard, </a:t>
            </a:r>
            <a:r>
              <a:rPr lang="fr-CA" sz="1800" dirty="0" err="1"/>
              <a:t>adapté </a:t>
            </a:r>
            <a:r>
              <a:rPr lang="fr-CA" sz="1800" dirty="0"/>
              <a:t>par MH 2024</a:t>
            </a:r>
            <a:endParaRPr lang="fr-FR" sz="1800" dirty="0"/>
          </a:p>
        </p:txBody>
      </p:sp>
      <p:sp>
        <p:nvSpPr>
          <p:cNvPr id="3" name="Espace réservé du contenu 2">
            <a:extLst>
              <a:ext uri="{FF2B5EF4-FFF2-40B4-BE49-F238E27FC236}">
                <a16:creationId xmlns:a16="http://schemas.microsoft.com/office/drawing/2014/main" id="{BB555853-4C8D-404B-84B7-718DCD51331B}"/>
              </a:ext>
            </a:extLst>
          </p:cNvPr>
          <p:cNvSpPr>
            <a:spLocks noGrp="1"/>
          </p:cNvSpPr>
          <p:nvPr>
            <p:ph idx="1"/>
          </p:nvPr>
        </p:nvSpPr>
        <p:spPr>
          <a:xfrm>
            <a:off x="263352" y="1340768"/>
            <a:ext cx="11593288" cy="5256584"/>
          </a:xfrm>
        </p:spPr>
        <p:txBody>
          <a:bodyPr>
            <a:normAutofit fontScale="92500"/>
          </a:bodyPr>
          <a:lstStyle/>
          <a:p>
            <a:pPr marL="0" indent="0">
              <a:lnSpc>
                <a:spcPct val="120000"/>
              </a:lnSpc>
              <a:buNone/>
            </a:pPr>
            <a:r>
              <a:rPr lang="en-US" sz="2400" dirty="0" err="1"/>
              <a:t>Outre</a:t>
            </a:r>
            <a:r>
              <a:rPr lang="en-US" sz="2400" dirty="0"/>
              <a:t> les quatre domaines de la finance présentés </a:t>
            </a:r>
            <a:r>
              <a:rPr lang="en-CA" sz="2400" dirty="0"/>
              <a:t>dans la diapositive précédente, il existe d'autres types de finance, notamment :</a:t>
            </a:r>
          </a:p>
          <a:p>
            <a:pPr lvl="1">
              <a:lnSpc>
                <a:spcPct val="120000"/>
              </a:lnSpc>
            </a:pPr>
            <a:r>
              <a:rPr lang="en-US" sz="2000" b="1" dirty="0"/>
              <a:t>La finance comportementale </a:t>
            </a:r>
            <a:r>
              <a:rPr lang="en-US" sz="2000" dirty="0"/>
              <a:t>– traite de l'impact social et psychologique des décisions humaines sur les investissements. L'effet des êtres humains sur les décisions d'investissement comprend les biais, les erreurs de cognition, la logique, la peur et la cupidité. </a:t>
            </a:r>
          </a:p>
          <a:p>
            <a:pPr lvl="1">
              <a:lnSpc>
                <a:spcPct val="120000"/>
              </a:lnSpc>
            </a:pPr>
            <a:r>
              <a:rPr lang="en-US" sz="2000" b="1" dirty="0"/>
              <a:t>Finance durable</a:t>
            </a:r>
            <a:r>
              <a:rPr lang="en-US" sz="2000" dirty="0"/>
              <a:t>….</a:t>
            </a:r>
            <a:r>
              <a:rPr lang="fr-CA" sz="2000" b="1" dirty="0"/>
              <a:t> La finance n’est pas qu’une question de rendement !</a:t>
            </a:r>
            <a:endParaRPr lang="fr-CA" sz="2000" dirty="0"/>
          </a:p>
          <a:p>
            <a:pPr marL="0" indent="0">
              <a:lnSpc>
                <a:spcPct val="120000"/>
              </a:lnSpc>
              <a:buNone/>
            </a:pPr>
            <a:endParaRPr lang="fr-CA" sz="2400" dirty="0"/>
          </a:p>
          <a:p>
            <a:pPr marL="0" indent="0">
              <a:lnSpc>
                <a:spcPct val="120000"/>
              </a:lnSpc>
              <a:buNone/>
            </a:pPr>
            <a:r>
              <a:rPr lang="fr-CA" sz="2400" b="1" dirty="0" err="1"/>
              <a:t>Qu'</a:t>
            </a:r>
            <a:r>
              <a:rPr lang="fr-CA" sz="2400" b="1" dirty="0"/>
              <a:t>est-ce que la </a:t>
            </a:r>
            <a:r>
              <a:rPr lang="fr-CA" sz="2400" b="1" u="sng" dirty="0"/>
              <a:t>finance durable </a:t>
            </a:r>
            <a:r>
              <a:rPr lang="fr-CA" sz="2400" b="1" dirty="0"/>
              <a:t>?</a:t>
            </a:r>
          </a:p>
          <a:p>
            <a:pPr lvl="1">
              <a:lnSpc>
                <a:spcPct val="120000"/>
              </a:lnSpc>
            </a:pPr>
            <a:r>
              <a:rPr lang="fr-CA" sz="2400" dirty="0" err="1"/>
              <a:t>Définition </a:t>
            </a:r>
            <a:r>
              <a:rPr lang="fr-CA" sz="2400" dirty="0"/>
              <a:t>: </a:t>
            </a:r>
          </a:p>
          <a:p>
            <a:pPr lvl="2">
              <a:lnSpc>
                <a:spcPct val="120000"/>
              </a:lnSpc>
            </a:pPr>
            <a:r>
              <a:rPr lang="en-US" sz="2400" dirty="0"/>
              <a:t>La finance durable est une manière de gérer l'argent qui </a:t>
            </a:r>
            <a:r>
              <a:rPr lang="en-US" sz="2400" b="1" dirty="0"/>
              <a:t>tient compte de l'impact à long terme sur la société et l'environnement</a:t>
            </a:r>
            <a:r>
              <a:rPr lang="en-US" sz="2400" dirty="0"/>
              <a:t>. </a:t>
            </a:r>
            <a:r>
              <a:rPr lang="en-US" sz="2400" dirty="0">
                <a:solidFill>
                  <a:srgbClr val="C00000"/>
                </a:solidFill>
                <a:latin typeface="Ink Free" panose="03080402000500000000" pitchFamily="66" charset="0"/>
              </a:rPr>
              <a:t>Elle </a:t>
            </a:r>
            <a:r>
              <a:rPr lang="en-US" sz="2400" u="sng" dirty="0">
                <a:solidFill>
                  <a:srgbClr val="C00000"/>
                </a:solidFill>
                <a:latin typeface="Ink Free" panose="03080402000500000000" pitchFamily="66" charset="0"/>
              </a:rPr>
              <a:t>intègre </a:t>
            </a:r>
            <a:r>
              <a:rPr lang="en-US" sz="2400" dirty="0">
                <a:solidFill>
                  <a:srgbClr val="C00000"/>
                </a:solidFill>
                <a:latin typeface="Ink Free" panose="03080402000500000000" pitchFamily="66" charset="0"/>
              </a:rPr>
              <a:t>les principes environnementaux, sociaux et de gouvernance (</a:t>
            </a:r>
            <a:r>
              <a:rPr lang="en-US" sz="2400" u="sng" dirty="0">
                <a:solidFill>
                  <a:srgbClr val="C00000"/>
                </a:solidFill>
                <a:latin typeface="Ink Free" panose="03080402000500000000" pitchFamily="66" charset="0"/>
              </a:rPr>
              <a:t>ESG</a:t>
            </a:r>
            <a:r>
              <a:rPr lang="en-US" sz="2400" dirty="0">
                <a:solidFill>
                  <a:srgbClr val="C00000"/>
                </a:solidFill>
                <a:latin typeface="Ink Free" panose="03080402000500000000" pitchFamily="66" charset="0"/>
              </a:rPr>
              <a:t>) dans la prise de décision financière.</a:t>
            </a:r>
            <a:endParaRPr lang="fr-CA" sz="2400" dirty="0">
              <a:solidFill>
                <a:srgbClr val="C00000"/>
              </a:solidFill>
              <a:latin typeface="Ink Free" panose="03080402000500000000" pitchFamily="66" charset="0"/>
            </a:endParaRPr>
          </a:p>
        </p:txBody>
      </p:sp>
      <p:sp>
        <p:nvSpPr>
          <p:cNvPr id="4" name="Slide Number Placeholder 3">
            <a:extLst>
              <a:ext uri="{FF2B5EF4-FFF2-40B4-BE49-F238E27FC236}">
                <a16:creationId xmlns:a16="http://schemas.microsoft.com/office/drawing/2014/main" id="{48B75012-018D-2404-C1E8-661BDCBC6517}"/>
              </a:ext>
            </a:extLst>
          </p:cNvPr>
          <p:cNvSpPr>
            <a:spLocks noGrp="1"/>
          </p:cNvSpPr>
          <p:nvPr>
            <p:ph type="sldNum" sz="quarter" idx="12"/>
          </p:nvPr>
        </p:nvSpPr>
        <p:spPr/>
        <p:txBody>
          <a:bodyPr/>
          <a:lstStyle/>
          <a:p>
            <a:pPr>
              <a:defRPr/>
            </a:pPr>
            <a:fld id="{07D78C65-EB30-EA4B-B3AF-ED56473E9FBA}" type="slidenum">
              <a:rPr lang="fr-CA" smtClean="0"/>
              <a:t>14</a:t>
            </a:fld>
            <a:endParaRPr lang="fr-CA" dirty="0"/>
          </a:p>
        </p:txBody>
      </p:sp>
      <p:pic>
        <p:nvPicPr>
          <p:cNvPr id="9218" name="Picture 2" descr="Sustainability icon">
            <a:extLst>
              <a:ext uri="{FF2B5EF4-FFF2-40B4-BE49-F238E27FC236}">
                <a16:creationId xmlns:a16="http://schemas.microsoft.com/office/drawing/2014/main" id="{52510893-3EC3-F1C6-45C3-7306FF3706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6440" y="3444870"/>
            <a:ext cx="1440160" cy="1440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9290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CA9BD98D-57D1-ECD9-0A48-B68DDE989192}"/>
              </a:ext>
            </a:extLst>
          </p:cNvPr>
          <p:cNvGraphicFramePr>
            <a:graphicFrameLocks noGrp="1"/>
          </p:cNvGraphicFramePr>
          <p:nvPr>
            <p:ph idx="1"/>
            <p:extLst>
              <p:ext uri="{D42A27DB-BD31-4B8C-83A1-F6EECF244321}">
                <p14:modId xmlns:p14="http://schemas.microsoft.com/office/powerpoint/2010/main" val="2078986678"/>
              </p:ext>
            </p:extLst>
          </p:nvPr>
        </p:nvGraphicFramePr>
        <p:xfrm>
          <a:off x="360176" y="1397814"/>
          <a:ext cx="11521280" cy="48416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itre 4">
            <a:extLst>
              <a:ext uri="{FF2B5EF4-FFF2-40B4-BE49-F238E27FC236}">
                <a16:creationId xmlns:a16="http://schemas.microsoft.com/office/drawing/2014/main" id="{47FB8913-655E-3908-2674-BAFF53846B00}"/>
              </a:ext>
            </a:extLst>
          </p:cNvPr>
          <p:cNvSpPr txBox="1">
            <a:spLocks/>
          </p:cNvSpPr>
          <p:nvPr/>
        </p:nvSpPr>
        <p:spPr>
          <a:xfrm>
            <a:off x="1919536" y="260648"/>
            <a:ext cx="7879842" cy="761238"/>
          </a:xfrm>
          <a:prstGeom prst="rect">
            <a:avLst/>
          </a:prstGeom>
        </p:spPr>
        <p:txBody>
          <a:bodyPr vert="horz" lIns="68580" tIns="34290" rIns="68580" bIns="3429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783">
              <a:spcAft>
                <a:spcPts val="450"/>
              </a:spcAft>
              <a:defRPr/>
            </a:pPr>
            <a:r>
              <a:rPr lang="en-US" sz="2800" dirty="0">
                <a:solidFill>
                  <a:srgbClr val="FF0000"/>
                </a:solidFill>
              </a:rPr>
              <a:t>Principes ESG</a:t>
            </a:r>
          </a:p>
        </p:txBody>
      </p:sp>
      <p:sp>
        <p:nvSpPr>
          <p:cNvPr id="2" name="Slide Number Placeholder 1">
            <a:extLst>
              <a:ext uri="{FF2B5EF4-FFF2-40B4-BE49-F238E27FC236}">
                <a16:creationId xmlns:a16="http://schemas.microsoft.com/office/drawing/2014/main" id="{31F15F75-5FA6-E65F-3D3B-F0DCFB6A0DA4}"/>
              </a:ext>
            </a:extLst>
          </p:cNvPr>
          <p:cNvSpPr>
            <a:spLocks noGrp="1"/>
          </p:cNvSpPr>
          <p:nvPr>
            <p:ph type="sldNum" sz="quarter" idx="12"/>
          </p:nvPr>
        </p:nvSpPr>
        <p:spPr/>
        <p:txBody>
          <a:bodyPr/>
          <a:lstStyle/>
          <a:p>
            <a:pPr>
              <a:defRPr/>
            </a:pPr>
            <a:fld id="{07D78C65-EB30-EA4B-B3AF-ED56473E9FBA}" type="slidenum">
              <a:rPr lang="fr-CA" smtClean="0"/>
              <a:t>15</a:t>
            </a:fld>
            <a:endParaRPr lang="fr-CA" dirty="0"/>
          </a:p>
        </p:txBody>
      </p:sp>
      <p:pic>
        <p:nvPicPr>
          <p:cNvPr id="5" name="Graphic 4" descr="Leaf with solid fill">
            <a:extLst>
              <a:ext uri="{FF2B5EF4-FFF2-40B4-BE49-F238E27FC236}">
                <a16:creationId xmlns:a16="http://schemas.microsoft.com/office/drawing/2014/main" id="{088317D0-E74F-014D-1E07-51BDCABFA1E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797224" y="1398994"/>
            <a:ext cx="914400" cy="914400"/>
          </a:xfrm>
          <a:prstGeom prst="rect">
            <a:avLst/>
          </a:prstGeom>
        </p:spPr>
      </p:pic>
      <p:pic>
        <p:nvPicPr>
          <p:cNvPr id="8" name="Graphic 7" descr="Leaf outline">
            <a:extLst>
              <a:ext uri="{FF2B5EF4-FFF2-40B4-BE49-F238E27FC236}">
                <a16:creationId xmlns:a16="http://schemas.microsoft.com/office/drawing/2014/main" id="{79804A30-2715-21B5-F298-2BF051BF77A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063552" y="1467704"/>
            <a:ext cx="1143312" cy="1143312"/>
          </a:xfrm>
          <a:prstGeom prst="rect">
            <a:avLst/>
          </a:prstGeom>
        </p:spPr>
      </p:pic>
      <p:pic>
        <p:nvPicPr>
          <p:cNvPr id="10" name="Graphic 9" descr="Group of women outline">
            <a:extLst>
              <a:ext uri="{FF2B5EF4-FFF2-40B4-BE49-F238E27FC236}">
                <a16:creationId xmlns:a16="http://schemas.microsoft.com/office/drawing/2014/main" id="{D65B2D7F-FAE4-46D9-6E78-07F49B58649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536242" y="1544216"/>
            <a:ext cx="914400" cy="914400"/>
          </a:xfrm>
          <a:prstGeom prst="rect">
            <a:avLst/>
          </a:prstGeom>
        </p:spPr>
      </p:pic>
      <p:pic>
        <p:nvPicPr>
          <p:cNvPr id="15" name="Graphic 14" descr="Group of women with solid fill">
            <a:extLst>
              <a:ext uri="{FF2B5EF4-FFF2-40B4-BE49-F238E27FC236}">
                <a16:creationId xmlns:a16="http://schemas.microsoft.com/office/drawing/2014/main" id="{E6671CBD-43A1-6B6B-B3F8-C9F7ECB84CE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904912" y="1526068"/>
            <a:ext cx="1063059" cy="1063059"/>
          </a:xfrm>
          <a:prstGeom prst="rect">
            <a:avLst/>
          </a:prstGeom>
        </p:spPr>
      </p:pic>
      <p:pic>
        <p:nvPicPr>
          <p:cNvPr id="8194" name="Picture 2" descr="Government ">
            <a:extLst>
              <a:ext uri="{FF2B5EF4-FFF2-40B4-BE49-F238E27FC236}">
                <a16:creationId xmlns:a16="http://schemas.microsoft.com/office/drawing/2014/main" id="{B422E0B2-424E-8501-FE97-B13BA01958E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968979" y="1222783"/>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D7DAD2A-BB66-9D26-CD05-E1EBA42A6D37}"/>
              </a:ext>
            </a:extLst>
          </p:cNvPr>
          <p:cNvSpPr txBox="1"/>
          <p:nvPr/>
        </p:nvSpPr>
        <p:spPr>
          <a:xfrm>
            <a:off x="8035296" y="5593099"/>
            <a:ext cx="3915727" cy="646331"/>
          </a:xfrm>
          <a:prstGeom prst="rect">
            <a:avLst/>
          </a:prstGeom>
          <a:solidFill>
            <a:schemeClr val="accent1">
              <a:lumMod val="20000"/>
              <a:lumOff val="80000"/>
            </a:schemeClr>
          </a:solidFill>
        </p:spPr>
        <p:txBody>
          <a:bodyPr wrap="square">
            <a:spAutoFit/>
          </a:bodyPr>
          <a:lstStyle/>
          <a:p>
            <a:pPr algn="ctr"/>
            <a:r>
              <a:rPr lang="fr-CA" dirty="0"/>
              <a:t>« Tesla </a:t>
            </a:r>
            <a:r>
              <a:rPr lang="fr-CA" dirty="0" err="1"/>
              <a:t>améliore la diversité au sein de son conseil d'administration</a:t>
            </a:r>
            <a:r>
              <a:rPr lang="fr-CA" dirty="0"/>
              <a:t>. »</a:t>
            </a:r>
          </a:p>
        </p:txBody>
      </p:sp>
      <p:sp>
        <p:nvSpPr>
          <p:cNvPr id="19" name="TextBox 18">
            <a:extLst>
              <a:ext uri="{FF2B5EF4-FFF2-40B4-BE49-F238E27FC236}">
                <a16:creationId xmlns:a16="http://schemas.microsoft.com/office/drawing/2014/main" id="{75DF6046-C6CE-5C07-8527-5368F5773941}"/>
              </a:ext>
            </a:extLst>
          </p:cNvPr>
          <p:cNvSpPr txBox="1"/>
          <p:nvPr/>
        </p:nvSpPr>
        <p:spPr>
          <a:xfrm>
            <a:off x="4223792" y="5593099"/>
            <a:ext cx="3863615" cy="646331"/>
          </a:xfrm>
          <a:prstGeom prst="rect">
            <a:avLst/>
          </a:prstGeom>
          <a:solidFill>
            <a:schemeClr val="accent1">
              <a:lumMod val="20000"/>
              <a:lumOff val="80000"/>
            </a:schemeClr>
          </a:solidFill>
        </p:spPr>
        <p:txBody>
          <a:bodyPr wrap="square">
            <a:spAutoFit/>
          </a:bodyPr>
          <a:lstStyle/>
          <a:p>
            <a:pPr algn="ctr"/>
            <a:r>
              <a:rPr lang="en-US" dirty="0"/>
              <a:t>« Initiatives de Starbucks en matière de diversité et d'inclusion ».</a:t>
            </a:r>
            <a:endParaRPr lang="fr-CA" dirty="0"/>
          </a:p>
        </p:txBody>
      </p:sp>
      <p:sp>
        <p:nvSpPr>
          <p:cNvPr id="21" name="TextBox 20">
            <a:extLst>
              <a:ext uri="{FF2B5EF4-FFF2-40B4-BE49-F238E27FC236}">
                <a16:creationId xmlns:a16="http://schemas.microsoft.com/office/drawing/2014/main" id="{AD97BBF8-B639-88E4-AB89-292D902FD468}"/>
              </a:ext>
            </a:extLst>
          </p:cNvPr>
          <p:cNvSpPr txBox="1"/>
          <p:nvPr/>
        </p:nvSpPr>
        <p:spPr>
          <a:xfrm>
            <a:off x="191344" y="5593099"/>
            <a:ext cx="4052370" cy="646331"/>
          </a:xfrm>
          <a:prstGeom prst="rect">
            <a:avLst/>
          </a:prstGeom>
          <a:solidFill>
            <a:schemeClr val="accent1">
              <a:lumMod val="20000"/>
              <a:lumOff val="80000"/>
            </a:schemeClr>
          </a:solidFill>
        </p:spPr>
        <p:txBody>
          <a:bodyPr wrap="square">
            <a:spAutoFit/>
          </a:bodyPr>
          <a:lstStyle/>
          <a:p>
            <a:pPr algn="ctr"/>
            <a:r>
              <a:rPr lang="en-US" dirty="0"/>
              <a:t>« L'engagement d'Apple en faveur d'une énergie 100 % renouvelable. »</a:t>
            </a:r>
            <a:endParaRPr lang="fr-CA" dirty="0"/>
          </a:p>
        </p:txBody>
      </p:sp>
    </p:spTree>
    <p:extLst>
      <p:ext uri="{BB962C8B-B14F-4D97-AF65-F5344CB8AC3E}">
        <p14:creationId xmlns:p14="http://schemas.microsoft.com/office/powerpoint/2010/main" val="42689592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78EDDC-6FA4-DB8B-C424-256B0FC1B941}"/>
              </a:ext>
            </a:extLst>
          </p:cNvPr>
          <p:cNvSpPr>
            <a:spLocks noGrp="1"/>
          </p:cNvSpPr>
          <p:nvPr>
            <p:ph type="title"/>
          </p:nvPr>
        </p:nvSpPr>
        <p:spPr>
          <a:xfrm>
            <a:off x="1825754" y="228600"/>
            <a:ext cx="8534400" cy="758952"/>
          </a:xfrm>
        </p:spPr>
        <p:txBody>
          <a:bodyPr anchor="b">
            <a:normAutofit/>
          </a:bodyPr>
          <a:lstStyle/>
          <a:p>
            <a:r>
              <a:rPr lang="fr-CA" dirty="0"/>
              <a:t>Différentes définitions</a:t>
            </a:r>
            <a:endParaRPr lang="fr-FR" dirty="0"/>
          </a:p>
        </p:txBody>
      </p:sp>
      <p:sp>
        <p:nvSpPr>
          <p:cNvPr id="10" name="Slide Number Placeholder 2">
            <a:extLst>
              <a:ext uri="{FF2B5EF4-FFF2-40B4-BE49-F238E27FC236}">
                <a16:creationId xmlns:a16="http://schemas.microsoft.com/office/drawing/2014/main" id="{D187BF46-919B-F7AB-FB17-3580FB990CC2}"/>
              </a:ext>
            </a:extLst>
          </p:cNvPr>
          <p:cNvSpPr>
            <a:spLocks noGrp="1"/>
          </p:cNvSpPr>
          <p:nvPr>
            <p:ph type="sldNum" sz="quarter" idx="12"/>
          </p:nvPr>
        </p:nvSpPr>
        <p:spPr>
          <a:xfrm>
            <a:off x="5885688" y="1026379"/>
            <a:ext cx="457200" cy="441325"/>
          </a:xfrm>
        </p:spPr>
        <p:txBody>
          <a:bodyPr/>
          <a:lstStyle/>
          <a:p>
            <a:pPr>
              <a:spcAft>
                <a:spcPts val="600"/>
              </a:spcAft>
              <a:defRPr/>
            </a:pPr>
            <a:fld id="{07D78C65-EB30-EA4B-B3AF-ED56473E9FBA}" type="slidenum">
              <a:rPr lang="fr-CA" smtClean="0"/>
              <a:pPr>
                <a:spcAft>
                  <a:spcPts val="600"/>
                </a:spcAft>
                <a:defRPr/>
              </a:pPr>
              <a:t>16</a:t>
            </a:fld>
            <a:endParaRPr lang="fr-CA"/>
          </a:p>
        </p:txBody>
      </p:sp>
      <p:graphicFrame>
        <p:nvGraphicFramePr>
          <p:cNvPr id="5" name="Espace réservé du contenu 2">
            <a:extLst>
              <a:ext uri="{FF2B5EF4-FFF2-40B4-BE49-F238E27FC236}">
                <a16:creationId xmlns:a16="http://schemas.microsoft.com/office/drawing/2014/main" id="{0BC97584-E63B-C611-4685-4CE34C332744}"/>
              </a:ext>
            </a:extLst>
          </p:cNvPr>
          <p:cNvGraphicFramePr>
            <a:graphicFrameLocks noGrp="1"/>
          </p:cNvGraphicFramePr>
          <p:nvPr>
            <p:ph sz="quarter" idx="1"/>
            <p:extLst>
              <p:ext uri="{D42A27DB-BD31-4B8C-83A1-F6EECF244321}">
                <p14:modId xmlns:p14="http://schemas.microsoft.com/office/powerpoint/2010/main" val="1693541084"/>
              </p:ext>
            </p:extLst>
          </p:nvPr>
        </p:nvGraphicFramePr>
        <p:xfrm>
          <a:off x="191344" y="1406856"/>
          <a:ext cx="11665295" cy="44247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688837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4">
            <a:extLst>
              <a:ext uri="{FF2B5EF4-FFF2-40B4-BE49-F238E27FC236}">
                <a16:creationId xmlns:a16="http://schemas.microsoft.com/office/drawing/2014/main" id="{0E0D9B1C-A56D-02DE-ACC4-FEE0730F31D5}"/>
              </a:ext>
            </a:extLst>
          </p:cNvPr>
          <p:cNvSpPr txBox="1">
            <a:spLocks/>
          </p:cNvSpPr>
          <p:nvPr/>
        </p:nvSpPr>
        <p:spPr>
          <a:xfrm>
            <a:off x="407368" y="6093297"/>
            <a:ext cx="9781832" cy="279886"/>
          </a:xfrm>
          <a:prstGeom prst="rect">
            <a:avLst/>
          </a:prstGeom>
          <a:noFill/>
        </p:spPr>
        <p:txBody>
          <a:bodyPr vert="horz" wrap="square" lIns="68580" tIns="34290" rIns="68580" bIns="3429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85783">
              <a:defRPr/>
            </a:pPr>
            <a:r>
              <a:rPr lang="fr-CA" sz="750" b="1" dirty="0">
                <a:solidFill>
                  <a:prstClr val="black"/>
                </a:solidFill>
                <a:latin typeface="Visby CF" pitchFamily="50" charset="0"/>
              </a:rPr>
              <a:t>Source : </a:t>
            </a:r>
            <a:r>
              <a:rPr lang="fr-CA" sz="750" b="1" dirty="0" err="1">
                <a:solidFill>
                  <a:prstClr val="black"/>
                </a:solidFill>
                <a:latin typeface="Visby CF" pitchFamily="50" charset="0"/>
              </a:rPr>
              <a:t>Investissement</a:t>
            </a:r>
            <a:r>
              <a:rPr lang="fr-CA" sz="750" b="1" dirty="0">
                <a:solidFill>
                  <a:prstClr val="black"/>
                </a:solidFill>
                <a:latin typeface="Visby CF" pitchFamily="50" charset="0"/>
              </a:rPr>
              <a:t> socialement responsable : https://www.oecd.org/</a:t>
            </a:r>
          </a:p>
          <a:p>
            <a:pPr defTabSz="685783">
              <a:defRPr/>
            </a:pPr>
            <a:r>
              <a:rPr lang="fr-CA" sz="750" b="1" dirty="0">
                <a:solidFill>
                  <a:prstClr val="black"/>
                </a:solidFill>
                <a:latin typeface="Visby CF" pitchFamily="50" charset="0"/>
              </a:rPr>
              <a:t>Traduction libre</a:t>
            </a:r>
            <a:endParaRPr lang="fr-CA" sz="750" dirty="0">
              <a:solidFill>
                <a:prstClr val="black"/>
              </a:solidFill>
              <a:latin typeface="Visby CF" pitchFamily="50" charset="0"/>
            </a:endParaRPr>
          </a:p>
        </p:txBody>
      </p:sp>
      <p:pic>
        <p:nvPicPr>
          <p:cNvPr id="14" name="Espace réservé du contenu 13">
            <a:extLst>
              <a:ext uri="{FF2B5EF4-FFF2-40B4-BE49-F238E27FC236}">
                <a16:creationId xmlns:a16="http://schemas.microsoft.com/office/drawing/2014/main" id="{5165C6F4-1B78-21D3-E58B-0C63B92FE1CA}"/>
              </a:ext>
            </a:extLst>
          </p:cNvPr>
          <p:cNvPicPr>
            <a:picLocks noGrp="1" noChangeAspect="1"/>
          </p:cNvPicPr>
          <p:nvPr>
            <p:ph idx="1"/>
          </p:nvPr>
        </p:nvPicPr>
        <p:blipFill>
          <a:blip r:embed="rId3"/>
          <a:stretch>
            <a:fillRect/>
          </a:stretch>
        </p:blipFill>
        <p:spPr>
          <a:xfrm>
            <a:off x="992847" y="1566068"/>
            <a:ext cx="10206306" cy="4265553"/>
          </a:xfrm>
        </p:spPr>
      </p:pic>
      <p:sp>
        <p:nvSpPr>
          <p:cNvPr id="3" name="Titre 1">
            <a:extLst>
              <a:ext uri="{FF2B5EF4-FFF2-40B4-BE49-F238E27FC236}">
                <a16:creationId xmlns:a16="http://schemas.microsoft.com/office/drawing/2014/main" id="{F344D1D3-8874-0810-AAB1-9FFB6D29720D}"/>
              </a:ext>
            </a:extLst>
          </p:cNvPr>
          <p:cNvSpPr txBox="1">
            <a:spLocks/>
          </p:cNvSpPr>
          <p:nvPr/>
        </p:nvSpPr>
        <p:spPr>
          <a:xfrm>
            <a:off x="1858248" y="359443"/>
            <a:ext cx="8630239" cy="740664"/>
          </a:xfrm>
          <a:prstGeom prst="rect">
            <a:avLst/>
          </a:prstGeom>
          <a:solidFill>
            <a:schemeClr val="accent1"/>
          </a:solidFill>
        </p:spPr>
        <p:txBody>
          <a:bodyPr vert="horz" lIns="91440" tIns="45720" rIns="91440" bIns="45720" rtlCol="0" anchor="ctr">
            <a:noAutofit/>
          </a:bodyPr>
          <a:lstStyle>
            <a:lvl1pPr algn="l" defTabSz="617220" rtl="0" eaLnBrk="1" latinLnBrk="0" hangingPunct="1">
              <a:spcBef>
                <a:spcPct val="0"/>
              </a:spcBef>
              <a:buNone/>
              <a:defRPr sz="1755" b="1" kern="1200">
                <a:solidFill>
                  <a:schemeClr val="bg1"/>
                </a:solidFill>
                <a:latin typeface="+mj-lt"/>
                <a:ea typeface="+mj-ea"/>
                <a:cs typeface="+mj-cs"/>
              </a:defRPr>
            </a:lvl1pPr>
          </a:lstStyle>
          <a:p>
            <a:pPr algn="ctr" defTabSz="617204"/>
            <a:r>
              <a:rPr lang="fr-CA" sz="1800" dirty="0">
                <a:solidFill>
                  <a:srgbClr val="FFFFFF"/>
                </a:solidFill>
                <a:latin typeface="Arial" panose="020B0604020202020204" pitchFamily="34" charset="0"/>
                <a:cs typeface="Arial" panose="020B0604020202020204" pitchFamily="34" charset="0"/>
              </a:rPr>
              <a:t>Une </a:t>
            </a:r>
            <a:r>
              <a:rPr lang="fr-CA" sz="1800" dirty="0" err="1">
                <a:solidFill>
                  <a:srgbClr val="FFFFFF"/>
                </a:solidFill>
                <a:latin typeface="Arial" panose="020B0604020202020204" pitchFamily="34" charset="0"/>
                <a:cs typeface="Arial" panose="020B0604020202020204" pitchFamily="34" charset="0"/>
              </a:rPr>
              <a:t>large </a:t>
            </a:r>
            <a:r>
              <a:rPr lang="fr-CA" sz="1800" dirty="0">
                <a:solidFill>
                  <a:srgbClr val="FFFFFF"/>
                </a:solidFill>
                <a:latin typeface="Arial" panose="020B0604020202020204" pitchFamily="34" charset="0"/>
                <a:cs typeface="Arial" panose="020B0604020202020204" pitchFamily="34" charset="0"/>
              </a:rPr>
              <a:t>gamme d'</a:t>
            </a:r>
            <a:r>
              <a:rPr lang="fr-CA" sz="1800" dirty="0" err="1">
                <a:solidFill>
                  <a:srgbClr val="FFFFFF"/>
                </a:solidFill>
                <a:latin typeface="Arial" panose="020B0604020202020204" pitchFamily="34" charset="0"/>
                <a:cs typeface="Arial" panose="020B0604020202020204" pitchFamily="34" charset="0"/>
              </a:rPr>
              <a:t>investissements responsables</a:t>
            </a:r>
            <a:endParaRPr lang="fr-FR" dirty="0">
              <a:solidFill>
                <a:srgbClr val="FFFFFF"/>
              </a:solidFill>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CBA0A422-4CAC-46CB-036A-044FB7452E39}"/>
              </a:ext>
            </a:extLst>
          </p:cNvPr>
          <p:cNvSpPr>
            <a:spLocks noGrp="1"/>
          </p:cNvSpPr>
          <p:nvPr>
            <p:ph type="sldNum" sz="quarter" idx="12"/>
          </p:nvPr>
        </p:nvSpPr>
        <p:spPr/>
        <p:txBody>
          <a:bodyPr/>
          <a:lstStyle/>
          <a:p>
            <a:pPr>
              <a:defRPr/>
            </a:pPr>
            <a:fld id="{07D78C65-EB30-EA4B-B3AF-ED56473E9FBA}" type="slidenum">
              <a:rPr lang="fr-CA" smtClean="0"/>
              <a:t>17</a:t>
            </a:fld>
            <a:endParaRPr lang="fr-CA" dirty="0"/>
          </a:p>
        </p:txBody>
      </p:sp>
    </p:spTree>
    <p:extLst>
      <p:ext uri="{BB962C8B-B14F-4D97-AF65-F5344CB8AC3E}">
        <p14:creationId xmlns:p14="http://schemas.microsoft.com/office/powerpoint/2010/main" val="26742830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90F889-1253-95D8-5A39-9297F6415A70}"/>
              </a:ext>
            </a:extLst>
          </p:cNvPr>
          <p:cNvSpPr>
            <a:spLocks noGrp="1"/>
          </p:cNvSpPr>
          <p:nvPr>
            <p:ph type="title"/>
          </p:nvPr>
        </p:nvSpPr>
        <p:spPr>
          <a:xfrm>
            <a:off x="191344" y="260649"/>
            <a:ext cx="11377264" cy="741025"/>
          </a:xfrm>
        </p:spPr>
        <p:txBody>
          <a:bodyPr anchor="ctr">
            <a:noAutofit/>
          </a:bodyPr>
          <a:lstStyle/>
          <a:p>
            <a:r>
              <a:rPr lang="fr-CA" sz="2800" dirty="0">
                <a:solidFill>
                  <a:srgbClr val="002060"/>
                </a:solidFill>
              </a:rPr>
              <a:t>Quelle est </a:t>
            </a:r>
            <a:r>
              <a:rPr lang="fr-CA" sz="2800" b="1" dirty="0">
                <a:solidFill>
                  <a:srgbClr val="002060"/>
                </a:solidFill>
              </a:rPr>
              <a:t>l'importance</a:t>
            </a:r>
            <a:r>
              <a:rPr lang="fr-CA" sz="2800" dirty="0">
                <a:solidFill>
                  <a:srgbClr val="002060"/>
                </a:solidFill>
              </a:rPr>
              <a:t> de la finance durable pour </a:t>
            </a:r>
            <a:r>
              <a:rPr lang="fr-CA" sz="2800" dirty="0" err="1">
                <a:solidFill>
                  <a:srgbClr val="002060"/>
                </a:solidFill>
              </a:rPr>
              <a:t>les entreprises </a:t>
            </a:r>
            <a:r>
              <a:rPr lang="fr-CA" sz="2800" dirty="0">
                <a:solidFill>
                  <a:srgbClr val="002060"/>
                </a:solidFill>
              </a:rPr>
              <a:t>et les investisseurs ?</a:t>
            </a:r>
            <a:endParaRPr lang="fr-FR" sz="2800" dirty="0">
              <a:solidFill>
                <a:srgbClr val="002060"/>
              </a:solidFill>
            </a:endParaRPr>
          </a:p>
        </p:txBody>
      </p:sp>
      <p:sp>
        <p:nvSpPr>
          <p:cNvPr id="3" name="Espace réservé du contenu 2">
            <a:extLst>
              <a:ext uri="{FF2B5EF4-FFF2-40B4-BE49-F238E27FC236}">
                <a16:creationId xmlns:a16="http://schemas.microsoft.com/office/drawing/2014/main" id="{3E15E82E-1AA3-1D77-AACB-1C86527CD231}"/>
              </a:ext>
            </a:extLst>
          </p:cNvPr>
          <p:cNvSpPr>
            <a:spLocks noGrp="1"/>
          </p:cNvSpPr>
          <p:nvPr>
            <p:ph sz="half" idx="1"/>
          </p:nvPr>
        </p:nvSpPr>
        <p:spPr>
          <a:xfrm>
            <a:off x="191344" y="1503340"/>
            <a:ext cx="9721080" cy="5094012"/>
          </a:xfrm>
        </p:spPr>
        <p:txBody>
          <a:bodyPr>
            <a:noAutofit/>
          </a:bodyPr>
          <a:lstStyle/>
          <a:p>
            <a:r>
              <a:rPr lang="en-US" sz="2000" b="1" dirty="0">
                <a:latin typeface="+mj-lt"/>
              </a:rPr>
              <a:t>Vue d'ensemble : les 17 </a:t>
            </a:r>
            <a:r>
              <a:rPr lang="en-US" sz="2000" b="1" u="sng" dirty="0">
                <a:latin typeface="+mj-lt"/>
              </a:rPr>
              <a:t>objectifs de développement durable </a:t>
            </a:r>
            <a:r>
              <a:rPr lang="en-US" sz="2000" b="1" dirty="0">
                <a:latin typeface="+mj-lt"/>
              </a:rPr>
              <a:t>des Nations unies</a:t>
            </a:r>
          </a:p>
          <a:p>
            <a:pPr lvl="1">
              <a:buFont typeface="Wingdings" panose="05000000000000000000" pitchFamily="2" charset="2"/>
              <a:buChar char="ü"/>
            </a:pPr>
            <a:r>
              <a:rPr lang="en-US" sz="2000" dirty="0">
                <a:latin typeface="+mj-lt"/>
              </a:rPr>
              <a:t>Ces objectifs guident les efforts mondiaux en faveur du développement durable et couvrent des domaines tels que l'action pour le climat, les énergies propres et la réduction des inégalités.</a:t>
            </a:r>
            <a:r>
              <a:rPr lang="fr-CA" sz="2000" dirty="0">
                <a:latin typeface="+mj-lt"/>
                <a:hlinkClick r:id="rId3"/>
              </a:rPr>
              <a:t>https://www.un</a:t>
            </a:r>
            <a:r>
              <a:rPr lang="fr-CA" sz="2000" dirty="0">
                <a:latin typeface="+mj-lt"/>
                <a:hlinkClick r:id="rId3">
                  <a:extLst>
                    <a:ext uri="{A12FA001-AC4F-418D-AE19-62706E023703}">
                      <ahyp:hlinkClr xmlns:ahyp="http://schemas.microsoft.com/office/drawing/2018/hyperlinkcolor" val="tx"/>
                    </a:ext>
                  </a:extLst>
                </a:hlinkClick>
              </a:rPr>
              <a:t>.</a:t>
            </a:r>
            <a:r>
              <a:rPr lang="fr-CA" sz="2000" dirty="0">
                <a:latin typeface="+mj-lt"/>
              </a:rPr>
              <a:t>org/en/exhibits/page/sdgs-17-goals-transform-world  </a:t>
            </a:r>
          </a:p>
          <a:p>
            <a:pPr marL="274307" lvl="1" indent="0">
              <a:buNone/>
            </a:pPr>
            <a:endParaRPr lang="fr-CA" sz="500" dirty="0">
              <a:latin typeface="+mj-lt"/>
            </a:endParaRPr>
          </a:p>
          <a:p>
            <a:r>
              <a:rPr lang="fr-CA" sz="2000" b="1" dirty="0" err="1">
                <a:latin typeface="+mj-lt"/>
              </a:rPr>
              <a:t>Investissement responsable </a:t>
            </a:r>
            <a:r>
              <a:rPr lang="fr-CA" sz="2000" b="1" dirty="0">
                <a:latin typeface="+mj-lt"/>
              </a:rPr>
              <a:t>:</a:t>
            </a:r>
          </a:p>
          <a:p>
            <a:pPr lvl="1"/>
            <a:r>
              <a:rPr lang="fr-CA" sz="2000" dirty="0" err="1">
                <a:latin typeface="+mj-lt"/>
              </a:rPr>
              <a:t>Site web </a:t>
            </a:r>
            <a:r>
              <a:rPr lang="fr-CA" sz="2000" dirty="0">
                <a:latin typeface="+mj-lt"/>
              </a:rPr>
              <a:t>: </a:t>
            </a:r>
            <a:r>
              <a:rPr lang="fr-FR" sz="2000" dirty="0">
                <a:latin typeface="+mj-lt"/>
                <a:hlinkClick r:id="rId4"/>
              </a:rPr>
              <a:t> À propos des PRI | Page web des PRI | PRI (unpri.org)</a:t>
            </a:r>
            <a:endParaRPr lang="fr-CA" sz="2000" dirty="0">
              <a:latin typeface="+mj-lt"/>
            </a:endParaRPr>
          </a:p>
          <a:p>
            <a:pPr lvl="1"/>
            <a:r>
              <a:rPr lang="en-US" sz="2000" dirty="0">
                <a:latin typeface="+mj-lt"/>
              </a:rPr>
              <a:t>Les PRI sont une initiative mondiale de premier plan en matière d'investissement responsable.</a:t>
            </a:r>
            <a:endParaRPr lang="fr-CA" sz="2000" dirty="0">
              <a:latin typeface="+mj-lt"/>
            </a:endParaRPr>
          </a:p>
          <a:p>
            <a:pPr lvl="1"/>
            <a:r>
              <a:rPr lang="fr-CA" sz="2000" dirty="0">
                <a:latin typeface="+mj-lt"/>
              </a:rPr>
              <a:t>Les entreprises qui signent le Pacte pour l'investissement responsable exigeront des sociétés qu'elles financent qu'elles respectent les principes ESG. </a:t>
            </a:r>
          </a:p>
          <a:p>
            <a:pPr lvl="1"/>
            <a:r>
              <a:rPr lang="fr-CA" sz="2000" dirty="0" err="1">
                <a:latin typeface="+mj-lt"/>
              </a:rPr>
              <a:t>Exemples </a:t>
            </a:r>
            <a:r>
              <a:rPr lang="fr-CA" sz="2000" dirty="0">
                <a:latin typeface="+mj-lt"/>
              </a:rPr>
              <a:t>: </a:t>
            </a:r>
            <a:r>
              <a:rPr lang="fr-CA" sz="1200" dirty="0">
                <a:latin typeface="+mj-lt"/>
                <a:hlinkClick r:id="rId5"/>
              </a:rPr>
              <a:t>CDPQhttps://www.cdpq.com/en/news/pressreleases/caisse-introduces-updated-policy-responsible-investment?utm_source=chatgpt.</a:t>
            </a:r>
            <a:r>
              <a:rPr lang="fr-CA" sz="1200" dirty="0">
                <a:latin typeface="+mj-lt"/>
              </a:rPr>
              <a:t>com </a:t>
            </a:r>
          </a:p>
          <a:p>
            <a:pPr marL="0" indent="0">
              <a:buNone/>
            </a:pPr>
            <a:endParaRPr lang="fr-CA" sz="2000" dirty="0">
              <a:latin typeface="+mj-lt"/>
            </a:endParaRPr>
          </a:p>
        </p:txBody>
      </p:sp>
      <p:sp>
        <p:nvSpPr>
          <p:cNvPr id="4" name="Slide Number Placeholder 3">
            <a:extLst>
              <a:ext uri="{FF2B5EF4-FFF2-40B4-BE49-F238E27FC236}">
                <a16:creationId xmlns:a16="http://schemas.microsoft.com/office/drawing/2014/main" id="{D0E10DBA-07E0-588E-051E-D4A299A2F538}"/>
              </a:ext>
            </a:extLst>
          </p:cNvPr>
          <p:cNvSpPr>
            <a:spLocks noGrp="1"/>
          </p:cNvSpPr>
          <p:nvPr>
            <p:ph type="sldNum" sz="quarter" idx="12"/>
          </p:nvPr>
        </p:nvSpPr>
        <p:spPr/>
        <p:txBody>
          <a:bodyPr/>
          <a:lstStyle/>
          <a:p>
            <a:pPr>
              <a:defRPr/>
            </a:pPr>
            <a:fld id="{48F0BD8F-A75F-44D8-942F-F1E8634EA224}" type="slidenum">
              <a:rPr lang="fr-CA" smtClean="0"/>
              <a:t>18</a:t>
            </a:fld>
            <a:endParaRPr lang="fr-CA" dirty="0"/>
          </a:p>
        </p:txBody>
      </p:sp>
      <p:sp>
        <p:nvSpPr>
          <p:cNvPr id="6" name="TextBox 5">
            <a:extLst>
              <a:ext uri="{FF2B5EF4-FFF2-40B4-BE49-F238E27FC236}">
                <a16:creationId xmlns:a16="http://schemas.microsoft.com/office/drawing/2014/main" id="{53AA6313-EC0F-017B-C511-28DC782DBD55}"/>
              </a:ext>
            </a:extLst>
          </p:cNvPr>
          <p:cNvSpPr txBox="1"/>
          <p:nvPr/>
        </p:nvSpPr>
        <p:spPr>
          <a:xfrm>
            <a:off x="9516590" y="3839621"/>
            <a:ext cx="2324779" cy="2392193"/>
          </a:xfrm>
          <a:prstGeom prst="rect">
            <a:avLst/>
          </a:prstGeom>
          <a:noFill/>
        </p:spPr>
        <p:txBody>
          <a:bodyPr wrap="square">
            <a:spAutoFit/>
          </a:bodyPr>
          <a:lstStyle/>
          <a:p>
            <a:pPr algn="ctr">
              <a:lnSpc>
                <a:spcPct val="107000"/>
              </a:lnSpc>
              <a:spcAft>
                <a:spcPts val="800"/>
              </a:spcAft>
            </a:pPr>
            <a:r>
              <a:rPr lang="fr-CA" sz="2000" dirty="0">
                <a:latin typeface="+mj-lt"/>
              </a:rPr>
              <a:t>💡</a:t>
            </a:r>
            <a:r>
              <a:rPr lang="en-CA" sz="2000" kern="100" dirty="0">
                <a:solidFill>
                  <a:srgbClr val="C00000"/>
                </a:solidFill>
                <a:latin typeface="Ink Free" panose="03080402000500000000" pitchFamily="66" charset="0"/>
                <a:ea typeface="Aptos" panose="020B0004020202020204" pitchFamily="34" charset="0"/>
                <a:cs typeface="Times New Roman" panose="02020603050405020304" pitchFamily="18" charset="0"/>
              </a:rPr>
              <a:t> La transition climatique représente une opportunité d'investissement historique.  — Larry Fink</a:t>
            </a:r>
            <a:endParaRPr lang="fr-CA" sz="2000" kern="100" dirty="0">
              <a:solidFill>
                <a:srgbClr val="C00000"/>
              </a:solidFill>
              <a:latin typeface="Ink Free" panose="03080402000500000000" pitchFamily="66" charset="0"/>
              <a:ea typeface="Aptos" panose="020B000402020202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A6413E82-5732-42EA-F4F0-4ADAB945B5CF}"/>
              </a:ext>
            </a:extLst>
          </p:cNvPr>
          <p:cNvPicPr>
            <a:picLocks noChangeAspect="1"/>
          </p:cNvPicPr>
          <p:nvPr/>
        </p:nvPicPr>
        <p:blipFill>
          <a:blip r:embed="rId6"/>
          <a:stretch>
            <a:fillRect/>
          </a:stretch>
        </p:blipFill>
        <p:spPr>
          <a:xfrm>
            <a:off x="9693668" y="1426495"/>
            <a:ext cx="2174896" cy="898759"/>
          </a:xfrm>
          <a:prstGeom prst="rect">
            <a:avLst/>
          </a:prstGeom>
        </p:spPr>
      </p:pic>
      <p:pic>
        <p:nvPicPr>
          <p:cNvPr id="10" name="Picture 9">
            <a:extLst>
              <a:ext uri="{FF2B5EF4-FFF2-40B4-BE49-F238E27FC236}">
                <a16:creationId xmlns:a16="http://schemas.microsoft.com/office/drawing/2014/main" id="{879AB443-ADB9-34D3-4BDF-4DFF2A879805}"/>
              </a:ext>
            </a:extLst>
          </p:cNvPr>
          <p:cNvPicPr>
            <a:picLocks noChangeAspect="1"/>
          </p:cNvPicPr>
          <p:nvPr/>
        </p:nvPicPr>
        <p:blipFill>
          <a:blip r:embed="rId7"/>
          <a:stretch>
            <a:fillRect/>
          </a:stretch>
        </p:blipFill>
        <p:spPr>
          <a:xfrm>
            <a:off x="9624392" y="2818295"/>
            <a:ext cx="2174896" cy="655789"/>
          </a:xfrm>
          <a:prstGeom prst="rect">
            <a:avLst/>
          </a:prstGeom>
        </p:spPr>
      </p:pic>
    </p:spTree>
    <p:extLst>
      <p:ext uri="{BB962C8B-B14F-4D97-AF65-F5344CB8AC3E}">
        <p14:creationId xmlns:p14="http://schemas.microsoft.com/office/powerpoint/2010/main" val="19865639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C39990-B24D-DFD3-FBAC-60962CDBB0F5}"/>
              </a:ext>
            </a:extLst>
          </p:cNvPr>
          <p:cNvSpPr>
            <a:spLocks noGrp="1"/>
          </p:cNvSpPr>
          <p:nvPr>
            <p:ph type="title"/>
          </p:nvPr>
        </p:nvSpPr>
        <p:spPr>
          <a:xfrm>
            <a:off x="402339" y="293784"/>
            <a:ext cx="11379200" cy="758952"/>
          </a:xfrm>
        </p:spPr>
        <p:txBody>
          <a:bodyPr>
            <a:noAutofit/>
          </a:bodyPr>
          <a:lstStyle/>
          <a:p>
            <a:r>
              <a:rPr lang="fr-CA" b="1" dirty="0"/>
              <a:t>Croissance du nombre de signataires </a:t>
            </a:r>
            <a:r>
              <a:rPr lang="fr-CA" dirty="0"/>
              <a:t>du pacte pour l'investissement responsable</a:t>
            </a:r>
            <a:endParaRPr lang="fr-FR" dirty="0"/>
          </a:p>
        </p:txBody>
      </p:sp>
      <p:pic>
        <p:nvPicPr>
          <p:cNvPr id="5" name="Espace réservé du contenu 4">
            <a:extLst>
              <a:ext uri="{FF2B5EF4-FFF2-40B4-BE49-F238E27FC236}">
                <a16:creationId xmlns:a16="http://schemas.microsoft.com/office/drawing/2014/main" id="{636CB8E6-213C-678B-8147-16474F51641A}"/>
              </a:ext>
            </a:extLst>
          </p:cNvPr>
          <p:cNvPicPr>
            <a:picLocks noGrp="1" noChangeAspect="1"/>
          </p:cNvPicPr>
          <p:nvPr>
            <p:ph idx="1"/>
          </p:nvPr>
        </p:nvPicPr>
        <p:blipFill>
          <a:blip r:embed="rId3"/>
          <a:stretch>
            <a:fillRect/>
          </a:stretch>
        </p:blipFill>
        <p:spPr>
          <a:xfrm>
            <a:off x="1487488" y="1536980"/>
            <a:ext cx="8838673" cy="4296138"/>
          </a:xfrm>
        </p:spPr>
      </p:pic>
      <p:sp>
        <p:nvSpPr>
          <p:cNvPr id="6" name="ZoneTexte 5">
            <a:extLst>
              <a:ext uri="{FF2B5EF4-FFF2-40B4-BE49-F238E27FC236}">
                <a16:creationId xmlns:a16="http://schemas.microsoft.com/office/drawing/2014/main" id="{27239D86-E33D-7F35-2314-B606A370E23D}"/>
              </a:ext>
            </a:extLst>
          </p:cNvPr>
          <p:cNvSpPr txBox="1"/>
          <p:nvPr/>
        </p:nvSpPr>
        <p:spPr>
          <a:xfrm>
            <a:off x="1703512" y="5941426"/>
            <a:ext cx="7083246" cy="369332"/>
          </a:xfrm>
          <a:prstGeom prst="rect">
            <a:avLst/>
          </a:prstGeom>
          <a:noFill/>
        </p:spPr>
        <p:txBody>
          <a:bodyPr wrap="square" rtlCol="0">
            <a:spAutoFit/>
          </a:bodyPr>
          <a:lstStyle/>
          <a:p>
            <a:pPr defTabSz="685783">
              <a:defRPr/>
            </a:pPr>
            <a:r>
              <a:rPr lang="fr-CA" dirty="0">
                <a:solidFill>
                  <a:prstClr val="black"/>
                </a:solidFill>
                <a:latin typeface="Calibri" panose="020F0502020204030204"/>
              </a:rPr>
              <a:t>Source : https://www.unpri.org/about-us/about-the-pri</a:t>
            </a:r>
            <a:endParaRPr lang="fr-FR" dirty="0">
              <a:solidFill>
                <a:prstClr val="black"/>
              </a:solidFill>
              <a:latin typeface="Calibri" panose="020F0502020204030204"/>
            </a:endParaRPr>
          </a:p>
        </p:txBody>
      </p:sp>
      <p:sp>
        <p:nvSpPr>
          <p:cNvPr id="3" name="Slide Number Placeholder 2">
            <a:extLst>
              <a:ext uri="{FF2B5EF4-FFF2-40B4-BE49-F238E27FC236}">
                <a16:creationId xmlns:a16="http://schemas.microsoft.com/office/drawing/2014/main" id="{FDE6017A-B1F7-002D-8795-BC32A37236B4}"/>
              </a:ext>
            </a:extLst>
          </p:cNvPr>
          <p:cNvSpPr>
            <a:spLocks noGrp="1"/>
          </p:cNvSpPr>
          <p:nvPr>
            <p:ph type="sldNum" sz="quarter" idx="12"/>
          </p:nvPr>
        </p:nvSpPr>
        <p:spPr/>
        <p:txBody>
          <a:bodyPr/>
          <a:lstStyle/>
          <a:p>
            <a:pPr>
              <a:defRPr/>
            </a:pPr>
            <a:fld id="{07D78C65-EB30-EA4B-B3AF-ED56473E9FBA}" type="slidenum">
              <a:rPr lang="fr-CA" smtClean="0"/>
              <a:t>19</a:t>
            </a:fld>
            <a:endParaRPr lang="fr-CA" dirty="0"/>
          </a:p>
        </p:txBody>
      </p:sp>
      <p:sp>
        <p:nvSpPr>
          <p:cNvPr id="7" name="TextBox 6">
            <a:extLst>
              <a:ext uri="{FF2B5EF4-FFF2-40B4-BE49-F238E27FC236}">
                <a16:creationId xmlns:a16="http://schemas.microsoft.com/office/drawing/2014/main" id="{D4D926AB-A289-ED44-8020-6A14A13AFF48}"/>
              </a:ext>
            </a:extLst>
          </p:cNvPr>
          <p:cNvSpPr txBox="1"/>
          <p:nvPr/>
        </p:nvSpPr>
        <p:spPr>
          <a:xfrm>
            <a:off x="3359696" y="2147633"/>
            <a:ext cx="4572000" cy="1323439"/>
          </a:xfrm>
          <a:prstGeom prst="rect">
            <a:avLst/>
          </a:prstGeom>
          <a:noFill/>
        </p:spPr>
        <p:txBody>
          <a:bodyPr wrap="square">
            <a:spAutoFit/>
          </a:bodyPr>
          <a:lstStyle/>
          <a:p>
            <a:pPr algn="ctr"/>
            <a:r>
              <a:rPr lang="en-US" sz="2000" dirty="0">
                <a:solidFill>
                  <a:srgbClr val="C00000"/>
                </a:solidFill>
                <a:latin typeface="Ink Free" panose="03080402000500000000" pitchFamily="66" charset="0"/>
              </a:rPr>
              <a:t>Selon vous, comment cette croissance affecte-t-elle les marchés financiers mondiaux et le comportement des entreprises ? </a:t>
            </a:r>
            <a:endParaRPr lang="fr-CA" sz="2000" dirty="0">
              <a:solidFill>
                <a:srgbClr val="C00000"/>
              </a:solidFill>
              <a:latin typeface="Ink Free" panose="03080402000500000000" pitchFamily="66" charset="0"/>
            </a:endParaRPr>
          </a:p>
        </p:txBody>
      </p:sp>
      <p:pic>
        <p:nvPicPr>
          <p:cNvPr id="6146" name="Picture 2" descr="Light bulb ">
            <a:extLst>
              <a:ext uri="{FF2B5EF4-FFF2-40B4-BE49-F238E27FC236}">
                <a16:creationId xmlns:a16="http://schemas.microsoft.com/office/drawing/2014/main" id="{AF9F28E5-0166-A0FD-389B-264C2EAFA4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9576" y="2143564"/>
            <a:ext cx="1219200" cy="121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00550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D605ED-4347-5C78-1809-5A346D489C44}"/>
              </a:ext>
            </a:extLst>
          </p:cNvPr>
          <p:cNvSpPr>
            <a:spLocks noGrp="1"/>
          </p:cNvSpPr>
          <p:nvPr>
            <p:ph type="title"/>
          </p:nvPr>
        </p:nvSpPr>
        <p:spPr/>
        <p:txBody>
          <a:bodyPr/>
          <a:lstStyle/>
          <a:p>
            <a:r>
              <a:rPr lang="fr-CA" dirty="0"/>
              <a:t>Les</a:t>
            </a:r>
            <a:r>
              <a:rPr lang="fr-CA" b="1" dirty="0"/>
              <a:t> limites </a:t>
            </a:r>
            <a:r>
              <a:rPr lang="fr-CA" dirty="0"/>
              <a:t>de la finance durable</a:t>
            </a:r>
            <a:endParaRPr lang="fr-FR" dirty="0"/>
          </a:p>
        </p:txBody>
      </p:sp>
      <p:graphicFrame>
        <p:nvGraphicFramePr>
          <p:cNvPr id="5" name="Espace réservé du contenu 2">
            <a:extLst>
              <a:ext uri="{FF2B5EF4-FFF2-40B4-BE49-F238E27FC236}">
                <a16:creationId xmlns:a16="http://schemas.microsoft.com/office/drawing/2014/main" id="{5DBC20E3-1064-74FB-EB28-B8D34B66C655}"/>
              </a:ext>
            </a:extLst>
          </p:cNvPr>
          <p:cNvGraphicFramePr>
            <a:graphicFrameLocks noGrp="1"/>
          </p:cNvGraphicFramePr>
          <p:nvPr>
            <p:ph idx="1"/>
            <p:extLst>
              <p:ext uri="{D42A27DB-BD31-4B8C-83A1-F6EECF244321}">
                <p14:modId xmlns:p14="http://schemas.microsoft.com/office/powerpoint/2010/main" val="940559080"/>
              </p:ext>
            </p:extLst>
          </p:nvPr>
        </p:nvGraphicFramePr>
        <p:xfrm>
          <a:off x="839416" y="2132856"/>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D101F087-66CB-B9EF-42D4-B7EA076BA419}"/>
              </a:ext>
            </a:extLst>
          </p:cNvPr>
          <p:cNvSpPr>
            <a:spLocks noGrp="1"/>
          </p:cNvSpPr>
          <p:nvPr>
            <p:ph type="sldNum" sz="quarter" idx="12"/>
          </p:nvPr>
        </p:nvSpPr>
        <p:spPr/>
        <p:txBody>
          <a:bodyPr/>
          <a:lstStyle/>
          <a:p>
            <a:pPr>
              <a:defRPr/>
            </a:pPr>
            <a:fld id="{07D78C65-EB30-EA4B-B3AF-ED56473E9FBA}" type="slidenum">
              <a:rPr lang="fr-CA" smtClean="0"/>
              <a:t>20</a:t>
            </a:fld>
            <a:endParaRPr lang="fr-CA" dirty="0"/>
          </a:p>
        </p:txBody>
      </p:sp>
      <p:sp>
        <p:nvSpPr>
          <p:cNvPr id="6" name="TextBox 5">
            <a:extLst>
              <a:ext uri="{FF2B5EF4-FFF2-40B4-BE49-F238E27FC236}">
                <a16:creationId xmlns:a16="http://schemas.microsoft.com/office/drawing/2014/main" id="{230CABDD-C66C-6591-C099-841D3537B48B}"/>
              </a:ext>
            </a:extLst>
          </p:cNvPr>
          <p:cNvSpPr txBox="1"/>
          <p:nvPr/>
        </p:nvSpPr>
        <p:spPr>
          <a:xfrm>
            <a:off x="8726116" y="2852936"/>
            <a:ext cx="3096345" cy="2277547"/>
          </a:xfrm>
          <a:prstGeom prst="rect">
            <a:avLst/>
          </a:prstGeom>
          <a:noFill/>
        </p:spPr>
        <p:txBody>
          <a:bodyPr wrap="square">
            <a:spAutoFit/>
          </a:bodyPr>
          <a:lstStyle/>
          <a:p>
            <a:pPr algn="ctr">
              <a:lnSpc>
                <a:spcPct val="150000"/>
              </a:lnSpc>
            </a:pPr>
            <a:r>
              <a:rPr lang="fr-CA" sz="1600" dirty="0">
                <a:latin typeface="+mj-lt"/>
              </a:rPr>
              <a:t>➡️ </a:t>
            </a:r>
            <a:r>
              <a:rPr lang="fr-CA" sz="1600" b="1" dirty="0">
                <a:latin typeface="Ink Free" panose="03080402000500000000" pitchFamily="66" charset="0"/>
              </a:rPr>
              <a:t>Larry Fink</a:t>
            </a:r>
            <a:r>
              <a:rPr lang="fr-CA" sz="1600" dirty="0">
                <a:latin typeface="Ink Free" panose="03080402000500000000" pitchFamily="66" charset="0"/>
              </a:rPr>
              <a:t> : Président-directeur général de </a:t>
            </a:r>
            <a:r>
              <a:rPr lang="fr-CA" sz="1600" dirty="0" err="1">
                <a:latin typeface="Ink Free" panose="03080402000500000000" pitchFamily="66" charset="0"/>
              </a:rPr>
              <a:t>BlackRock</a:t>
            </a:r>
            <a:r>
              <a:rPr lang="fr-CA" sz="1600" dirty="0">
                <a:latin typeface="Ink Free" panose="03080402000500000000" pitchFamily="66" charset="0"/>
              </a:rPr>
              <a:t>, le plus grand gestionnaire d’actifs au monde, souvent décrit comme l’une des voix les plus influentes de la finance mondiale.</a:t>
            </a:r>
          </a:p>
        </p:txBody>
      </p:sp>
    </p:spTree>
    <p:extLst>
      <p:ext uri="{BB962C8B-B14F-4D97-AF65-F5344CB8AC3E}">
        <p14:creationId xmlns:p14="http://schemas.microsoft.com/office/powerpoint/2010/main" val="32407886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49B4AD8-1137-4692-1C7E-D0A6CA83021F}"/>
              </a:ext>
            </a:extLst>
          </p:cNvPr>
          <p:cNvSpPr>
            <a:spLocks noGrp="1"/>
          </p:cNvSpPr>
          <p:nvPr>
            <p:ph idx="1"/>
          </p:nvPr>
        </p:nvSpPr>
        <p:spPr>
          <a:xfrm>
            <a:off x="1847529" y="1412776"/>
            <a:ext cx="8568951" cy="4968552"/>
          </a:xfrm>
          <a:solidFill>
            <a:schemeClr val="bg1"/>
          </a:solidFill>
        </p:spPr>
        <p:txBody>
          <a:bodyPr anchor="ctr">
            <a:normAutofit/>
          </a:bodyPr>
          <a:lstStyle/>
          <a:p>
            <a:pPr marL="0" indent="0">
              <a:buNone/>
            </a:pPr>
            <a:r>
              <a:rPr lang="fr-CA" sz="1400" dirty="0"/>
              <a:t>Cher PDG,</a:t>
            </a:r>
          </a:p>
          <a:p>
            <a:pPr marL="0" indent="0">
              <a:buNone/>
            </a:pPr>
            <a:r>
              <a:rPr lang="fr-CA" sz="1400" dirty="0"/>
              <a:t>[En janvier dernier, j'ai écrit que le risque climatique constituait un risque pour les investissements. J'ai alors déclaré que lorsque les marchés commenceraient à intégrer le risque climatique dans la valeur des titres, cela déclencherait une réallocation fondamentale des capitaux. Puis la pandémie s'est installée et, en mars, l'opinion générale était que la crise détournerait l'attention du climat. Mais c'est exactement le contraire qui s'est produit, et la réallocation des capitaux s'est accélérée encore plus vite que je ne l'avais prévu. [...] </a:t>
            </a:r>
          </a:p>
          <a:p>
            <a:pPr marL="0" indent="0">
              <a:buNone/>
            </a:pPr>
            <a:endParaRPr lang="fr-CA" sz="1400" dirty="0"/>
          </a:p>
          <a:p>
            <a:pPr marL="0" indent="0">
              <a:buNone/>
            </a:pPr>
            <a:r>
              <a:rPr lang="fr-CA" sz="1600" b="1" dirty="0"/>
              <a:t>Nous savons que le risque climatique est un risque d'investissement. Mais nous pensons également que la transition climatique représente une opportunité d'investissement historique. [...]</a:t>
            </a:r>
          </a:p>
          <a:p>
            <a:pPr marL="0" indent="0">
              <a:buNone/>
            </a:pPr>
            <a:endParaRPr lang="fr-CA" sz="1600" b="1" dirty="0"/>
          </a:p>
          <a:p>
            <a:pPr marL="0" indent="0">
              <a:buNone/>
            </a:pPr>
            <a:r>
              <a:rPr lang="fr-CA" sz="1400" dirty="0"/>
              <a:t>Aucune entreprise ne sera épargnée par la transition vers une économie neutre en carbone, c'est-à-dire une économie qui, d'ici 2050, n'émettra pas plus de dioxyde de carbone qu'elle n'en absorbe dans l'atmosphère, seuil scientifiquement établi pour maintenir le réchauffement climatique bien en dessous de 2 °C. À mesure que la transition s'accélère, les entreprises qui disposent d'une stratégie à long terme bien articulée et d'un plan clair pour passer à une économie à zéro émission nette se démarqueront auprès de leurs parties prenantes (clients, décideurs politiques, employés et actionnaires) en inspirant confiance dans leur capacité à faire face à cette transformation mondiale [...].</a:t>
            </a:r>
            <a:endParaRPr lang="fr-FR" sz="1400" dirty="0"/>
          </a:p>
        </p:txBody>
      </p:sp>
      <p:sp>
        <p:nvSpPr>
          <p:cNvPr id="4" name="Titre 1">
            <a:extLst>
              <a:ext uri="{FF2B5EF4-FFF2-40B4-BE49-F238E27FC236}">
                <a16:creationId xmlns:a16="http://schemas.microsoft.com/office/drawing/2014/main" id="{0530044A-41B3-48F1-2B2F-5C6B4543035A}"/>
              </a:ext>
            </a:extLst>
          </p:cNvPr>
          <p:cNvSpPr txBox="1">
            <a:spLocks/>
          </p:cNvSpPr>
          <p:nvPr/>
        </p:nvSpPr>
        <p:spPr>
          <a:xfrm>
            <a:off x="2002801" y="404664"/>
            <a:ext cx="8186400" cy="740664"/>
          </a:xfrm>
          <a:prstGeom prst="rect">
            <a:avLst/>
          </a:prstGeom>
          <a:solidFill>
            <a:schemeClr val="accent1"/>
          </a:solidFill>
        </p:spPr>
        <p:txBody>
          <a:bodyPr vert="horz" lIns="91440" tIns="45720" rIns="91440" bIns="45720" rtlCol="0" anchor="ctr">
            <a:noAutofit/>
          </a:bodyPr>
          <a:lstStyle>
            <a:lvl1pPr algn="l" defTabSz="617220" rtl="0" eaLnBrk="1" latinLnBrk="0" hangingPunct="1">
              <a:spcBef>
                <a:spcPct val="0"/>
              </a:spcBef>
              <a:buNone/>
              <a:defRPr sz="1755" b="1" kern="1200">
                <a:solidFill>
                  <a:schemeClr val="bg1"/>
                </a:solidFill>
                <a:latin typeface="+mj-lt"/>
                <a:ea typeface="+mj-ea"/>
                <a:cs typeface="+mj-cs"/>
              </a:defRPr>
            </a:lvl1pPr>
          </a:lstStyle>
          <a:p>
            <a:pPr defTabSz="617204"/>
            <a:r>
              <a:rPr lang="fr-CA" sz="1800" dirty="0" err="1">
                <a:solidFill>
                  <a:srgbClr val="FFFFFF"/>
                </a:solidFill>
                <a:latin typeface="Arial" panose="020B0604020202020204"/>
              </a:rPr>
              <a:t>Lettre de</a:t>
            </a:r>
            <a:r>
              <a:rPr lang="fr-CA" sz="1800" dirty="0">
                <a:solidFill>
                  <a:srgbClr val="FFFFFF"/>
                </a:solidFill>
                <a:latin typeface="Arial" panose="020B0604020202020204"/>
              </a:rPr>
              <a:t> Larry </a:t>
            </a:r>
            <a:r>
              <a:rPr lang="fr-CA" sz="1800" dirty="0" err="1">
                <a:solidFill>
                  <a:srgbClr val="FFFFFF"/>
                </a:solidFill>
                <a:latin typeface="Arial" panose="020B0604020202020204"/>
              </a:rPr>
              <a:t>Fink </a:t>
            </a:r>
            <a:r>
              <a:rPr lang="fr-CA" sz="1800" dirty="0">
                <a:solidFill>
                  <a:srgbClr val="FFFFFF"/>
                </a:solidFill>
                <a:latin typeface="Arial" panose="020B0604020202020204"/>
              </a:rPr>
              <a:t>aux chefs d'entreprise en 2021</a:t>
            </a:r>
            <a:endParaRPr lang="fr-FR" dirty="0">
              <a:solidFill>
                <a:srgbClr val="FFFFFF"/>
              </a:solidFill>
              <a:latin typeface="Arial" panose="020B0604020202020204"/>
            </a:endParaRPr>
          </a:p>
        </p:txBody>
      </p:sp>
      <p:sp>
        <p:nvSpPr>
          <p:cNvPr id="2" name="Slide Number Placeholder 1">
            <a:extLst>
              <a:ext uri="{FF2B5EF4-FFF2-40B4-BE49-F238E27FC236}">
                <a16:creationId xmlns:a16="http://schemas.microsoft.com/office/drawing/2014/main" id="{26C817D3-4B3C-C4C4-2108-A3A1AFC132AF}"/>
              </a:ext>
            </a:extLst>
          </p:cNvPr>
          <p:cNvSpPr>
            <a:spLocks noGrp="1"/>
          </p:cNvSpPr>
          <p:nvPr>
            <p:ph type="sldNum" sz="quarter" idx="12"/>
          </p:nvPr>
        </p:nvSpPr>
        <p:spPr/>
        <p:txBody>
          <a:bodyPr/>
          <a:lstStyle/>
          <a:p>
            <a:pPr>
              <a:defRPr/>
            </a:pPr>
            <a:fld id="{07D78C65-EB30-EA4B-B3AF-ED56473E9FBA}" type="slidenum">
              <a:rPr lang="fr-CA" smtClean="0"/>
              <a:t>21</a:t>
            </a:fld>
            <a:endParaRPr lang="fr-CA" dirty="0"/>
          </a:p>
        </p:txBody>
      </p:sp>
      <p:pic>
        <p:nvPicPr>
          <p:cNvPr id="5" name="Picture 2" descr="Larry Fink - Wikipedia">
            <a:extLst>
              <a:ext uri="{FF2B5EF4-FFF2-40B4-BE49-F238E27FC236}">
                <a16:creationId xmlns:a16="http://schemas.microsoft.com/office/drawing/2014/main" id="{9A2AF6D6-7B5C-A090-653D-BB44659D62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2337" y="404664"/>
            <a:ext cx="1372915" cy="18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59608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64A02850-7BFB-C1A8-D0E2-A5BE170A6CB5}"/>
              </a:ext>
            </a:extLst>
          </p:cNvPr>
          <p:cNvSpPr txBox="1">
            <a:spLocks/>
          </p:cNvSpPr>
          <p:nvPr/>
        </p:nvSpPr>
        <p:spPr>
          <a:xfrm>
            <a:off x="2021088" y="250814"/>
            <a:ext cx="8186400" cy="740664"/>
          </a:xfrm>
          <a:prstGeom prst="rect">
            <a:avLst/>
          </a:prstGeom>
          <a:solidFill>
            <a:schemeClr val="accent1"/>
          </a:solidFill>
        </p:spPr>
        <p:txBody>
          <a:bodyPr vert="horz" lIns="91440" tIns="45720" rIns="91440" bIns="45720" rtlCol="0" anchor="ctr">
            <a:noAutofit/>
          </a:bodyPr>
          <a:lstStyle>
            <a:lvl1pPr algn="l" defTabSz="617220" rtl="0" eaLnBrk="1" latinLnBrk="0" hangingPunct="1">
              <a:spcBef>
                <a:spcPct val="0"/>
              </a:spcBef>
              <a:buNone/>
              <a:defRPr sz="1755" b="1" kern="1200">
                <a:solidFill>
                  <a:schemeClr val="bg1"/>
                </a:solidFill>
                <a:latin typeface="+mj-lt"/>
                <a:ea typeface="+mj-ea"/>
                <a:cs typeface="+mj-cs"/>
              </a:defRPr>
            </a:lvl1pPr>
          </a:lstStyle>
          <a:p>
            <a:pPr defTabSz="617204"/>
            <a:r>
              <a:rPr lang="en-US" sz="1800" dirty="0">
                <a:solidFill>
                  <a:srgbClr val="FFFFFF"/>
                </a:solidFill>
                <a:latin typeface="Arial" panose="020B0604020202020204"/>
              </a:rPr>
              <a:t>Larry Fink, en 2023</a:t>
            </a:r>
            <a:endParaRPr lang="fr-FR" dirty="0">
              <a:solidFill>
                <a:srgbClr val="FFFFFF"/>
              </a:solidFill>
              <a:latin typeface="Arial" panose="020B0604020202020204"/>
            </a:endParaRPr>
          </a:p>
        </p:txBody>
      </p:sp>
      <p:sp>
        <p:nvSpPr>
          <p:cNvPr id="2" name="Slide Number Placeholder 1">
            <a:extLst>
              <a:ext uri="{FF2B5EF4-FFF2-40B4-BE49-F238E27FC236}">
                <a16:creationId xmlns:a16="http://schemas.microsoft.com/office/drawing/2014/main" id="{70E4C9D8-5826-6BE9-B876-214ED785398F}"/>
              </a:ext>
            </a:extLst>
          </p:cNvPr>
          <p:cNvSpPr>
            <a:spLocks noGrp="1"/>
          </p:cNvSpPr>
          <p:nvPr>
            <p:ph type="sldNum" sz="quarter" idx="12"/>
          </p:nvPr>
        </p:nvSpPr>
        <p:spPr/>
        <p:txBody>
          <a:bodyPr/>
          <a:lstStyle/>
          <a:p>
            <a:pPr>
              <a:defRPr/>
            </a:pPr>
            <a:fld id="{07D78C65-EB30-EA4B-B3AF-ED56473E9FBA}" type="slidenum">
              <a:rPr lang="fr-CA" smtClean="0"/>
              <a:t>22</a:t>
            </a:fld>
            <a:endParaRPr lang="fr-CA" dirty="0"/>
          </a:p>
        </p:txBody>
      </p:sp>
      <p:sp>
        <p:nvSpPr>
          <p:cNvPr id="7" name="Espace réservé du contenu 2">
            <a:extLst>
              <a:ext uri="{FF2B5EF4-FFF2-40B4-BE49-F238E27FC236}">
                <a16:creationId xmlns:a16="http://schemas.microsoft.com/office/drawing/2014/main" id="{5DE69C54-B23B-14FB-8A05-0AB95F614201}"/>
              </a:ext>
            </a:extLst>
          </p:cNvPr>
          <p:cNvSpPr txBox="1">
            <a:spLocks/>
          </p:cNvSpPr>
          <p:nvPr/>
        </p:nvSpPr>
        <p:spPr>
          <a:xfrm>
            <a:off x="1847529" y="1412776"/>
            <a:ext cx="8568951" cy="4968552"/>
          </a:xfrm>
          <a:prstGeom prst="rect">
            <a:avLst/>
          </a:prstGeom>
          <a:solidFill>
            <a:schemeClr val="bg1"/>
          </a:solidFill>
        </p:spPr>
        <p:txBody>
          <a:bodyPr vert="horz" anchor="ctr">
            <a:normAutofit/>
          </a:bodyPr>
          <a:lstStyle>
            <a:lvl1pPr marL="274306" indent="-274306"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13" indent="-274306"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19" indent="-228589"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25" indent="-228589"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532" indent="-228589"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838" indent="-182871"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144" indent="-182871"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015" indent="-182871"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322" indent="-182871"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marL="0" indent="0" fontAlgn="auto">
              <a:spcAft>
                <a:spcPts val="0"/>
              </a:spcAft>
              <a:buFont typeface="Wingdings 2"/>
              <a:buNone/>
            </a:pPr>
            <a:r>
              <a:rPr lang="fr-CA" sz="2000" dirty="0"/>
              <a:t>26 juin (Reuters) – Larry Fink, patron de </a:t>
            </a:r>
            <a:r>
              <a:rPr lang="fr-CA" sz="2000" dirty="0" err="1"/>
              <a:t>BlackRock</a:t>
            </a:r>
            <a:r>
              <a:rPr lang="fr-CA" sz="2000" dirty="0"/>
              <a:t> (BLK.N), à l’avant-garde de l’adoption par le monde des affaires des normes environnementales, sociales et de gouvernance d’entreprise (ESG), </a:t>
            </a:r>
            <a:r>
              <a:rPr lang="fr-CA" sz="2000" b="1" dirty="0"/>
              <a:t>a cessé d’utiliser ce terme, affirmant qu’il était devenu trop politisé.</a:t>
            </a:r>
          </a:p>
          <a:p>
            <a:pPr marL="0" indent="0" fontAlgn="auto">
              <a:spcAft>
                <a:spcPts val="0"/>
              </a:spcAft>
              <a:buFont typeface="Wingdings 2"/>
              <a:buNone/>
            </a:pPr>
            <a:endParaRPr lang="fr-CA" sz="2000" dirty="0"/>
          </a:p>
          <a:p>
            <a:pPr marL="0" indent="0" fontAlgn="auto">
              <a:spcAft>
                <a:spcPts val="0"/>
              </a:spcAft>
              <a:buFont typeface="Wingdings 2"/>
              <a:buNone/>
            </a:pPr>
            <a:r>
              <a:rPr lang="fr-CA" sz="2000" dirty="0"/>
              <a:t>Mais le plus grand gestionnaire d’actifs au monde </a:t>
            </a:r>
            <a:r>
              <a:rPr lang="fr-CA" sz="2000" b="1" dirty="0"/>
              <a:t>n’a pas changé sa position sur les enjeux ESG</a:t>
            </a:r>
            <a:r>
              <a:rPr lang="fr-CA" sz="2000" dirty="0"/>
              <a:t>, a déclaré Fink au Aspen </a:t>
            </a:r>
            <a:r>
              <a:rPr lang="fr-CA" sz="2000" dirty="0" err="1"/>
              <a:t>Ideas</a:t>
            </a:r>
            <a:r>
              <a:rPr lang="fr-CA" sz="2000" dirty="0"/>
              <a:t> Festival dimanche.</a:t>
            </a:r>
          </a:p>
          <a:p>
            <a:pPr marL="0" indent="0" fontAlgn="auto">
              <a:spcAft>
                <a:spcPts val="0"/>
              </a:spcAft>
              <a:buFont typeface="Wingdings 2"/>
              <a:buNone/>
            </a:pPr>
            <a:endParaRPr lang="fr-CA" sz="2000" dirty="0"/>
          </a:p>
          <a:p>
            <a:pPr marL="0" indent="0" fontAlgn="auto">
              <a:spcAft>
                <a:spcPts val="0"/>
              </a:spcAft>
              <a:buFont typeface="Wingdings 2"/>
              <a:buNone/>
            </a:pPr>
            <a:r>
              <a:rPr lang="fr-CA" sz="2000" dirty="0"/>
              <a:t>L’ESG, un terme générique qui englobe un éventail de pratiques commerciales éthiquement responsables – allant de la réduction des émissions de carbone à la lutte contre la discrimination sur le lieu de travail – est devenu </a:t>
            </a:r>
            <a:r>
              <a:rPr lang="fr-CA" sz="2000" b="1" dirty="0"/>
              <a:t>politiquement polarisant</a:t>
            </a:r>
            <a:r>
              <a:rPr lang="fr-CA" sz="2000" dirty="0"/>
              <a:t> dans certaines régions du monde occidental, en particulier aux États-Unis.</a:t>
            </a:r>
            <a:endParaRPr lang="fr-FR" sz="2000" dirty="0"/>
          </a:p>
        </p:txBody>
      </p:sp>
      <p:pic>
        <p:nvPicPr>
          <p:cNvPr id="22530" name="Picture 2" descr="Larry Fink - Wikipedia">
            <a:extLst>
              <a:ext uri="{FF2B5EF4-FFF2-40B4-BE49-F238E27FC236}">
                <a16:creationId xmlns:a16="http://schemas.microsoft.com/office/drawing/2014/main" id="{094294F1-A205-EEAE-0532-46152E1D91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16480" y="250814"/>
            <a:ext cx="1372915" cy="18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40540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EBA922-51E0-6CBA-935E-6D6A4A7924AB}"/>
              </a:ext>
            </a:extLst>
          </p:cNvPr>
          <p:cNvSpPr>
            <a:spLocks noGrp="1"/>
          </p:cNvSpPr>
          <p:nvPr>
            <p:ph type="title"/>
          </p:nvPr>
        </p:nvSpPr>
        <p:spPr/>
        <p:txBody>
          <a:bodyPr/>
          <a:lstStyle/>
          <a:p>
            <a:r>
              <a:rPr lang="fr-CA" dirty="0"/>
              <a:t>Quelques liens intéressants :</a:t>
            </a:r>
            <a:endParaRPr lang="fr-FR" dirty="0"/>
          </a:p>
        </p:txBody>
      </p:sp>
      <p:sp>
        <p:nvSpPr>
          <p:cNvPr id="3" name="Espace réservé du contenu 2">
            <a:extLst>
              <a:ext uri="{FF2B5EF4-FFF2-40B4-BE49-F238E27FC236}">
                <a16:creationId xmlns:a16="http://schemas.microsoft.com/office/drawing/2014/main" id="{84FB0FE0-712A-B902-03AB-A0424F3B7541}"/>
              </a:ext>
            </a:extLst>
          </p:cNvPr>
          <p:cNvSpPr>
            <a:spLocks noGrp="1"/>
          </p:cNvSpPr>
          <p:nvPr>
            <p:ph idx="1"/>
          </p:nvPr>
        </p:nvSpPr>
        <p:spPr/>
        <p:txBody>
          <a:bodyPr>
            <a:noAutofit/>
          </a:bodyPr>
          <a:lstStyle/>
          <a:p>
            <a:r>
              <a:rPr lang="fr-FR" sz="2400" dirty="0">
                <a:hlinkClick r:id="rId2"/>
              </a:rPr>
              <a:t>Finance durable </a:t>
            </a:r>
            <a:r>
              <a:rPr lang="fr-FR" sz="2400" dirty="0"/>
              <a:t>(vidéo)</a:t>
            </a:r>
          </a:p>
          <a:p>
            <a:endParaRPr lang="fr-FR" sz="2400" dirty="0"/>
          </a:p>
          <a:p>
            <a:r>
              <a:rPr lang="fr-FR" sz="2400" dirty="0">
                <a:hlinkClick r:id="rId3"/>
              </a:rPr>
              <a:t>Finance durable </a:t>
            </a:r>
            <a:r>
              <a:rPr lang="fr-FR" sz="2400" dirty="0"/>
              <a:t>(</a:t>
            </a:r>
            <a:r>
              <a:rPr lang="fr-FR" sz="2400" dirty="0" err="1"/>
              <a:t>vidéo</a:t>
            </a:r>
            <a:r>
              <a:rPr lang="fr-FR" sz="2400" dirty="0"/>
              <a:t>, en FR)</a:t>
            </a:r>
          </a:p>
          <a:p>
            <a:endParaRPr lang="fr-FR" sz="2400" dirty="0"/>
          </a:p>
          <a:p>
            <a:r>
              <a:rPr lang="fr-FR" sz="2400" dirty="0"/>
              <a:t>Finance Montréal et la finance durable : </a:t>
            </a:r>
            <a:r>
              <a:rPr lang="fr-CA" sz="2400" dirty="0">
                <a:hlinkClick r:id="rId4"/>
              </a:rPr>
              <a:t>Finance durable | Finance Montréal (finance-montreal.com)</a:t>
            </a:r>
            <a:endParaRPr lang="fr-CA" sz="2400" dirty="0"/>
          </a:p>
          <a:p>
            <a:endParaRPr lang="fr-CA" sz="2400" dirty="0"/>
          </a:p>
          <a:p>
            <a:r>
              <a:rPr lang="fr-CA" sz="2400" dirty="0"/>
              <a:t>Facteurs ESG : </a:t>
            </a:r>
            <a:r>
              <a:rPr lang="fr-CA" sz="2400" dirty="0">
                <a:hlinkClick r:id="rId5"/>
              </a:rPr>
              <a:t>Que sont les facteurs ESG ? | BDC.ca</a:t>
            </a:r>
            <a:endParaRPr lang="fr-CA" sz="2400" dirty="0"/>
          </a:p>
          <a:p>
            <a:endParaRPr lang="fr-CA" sz="1800" dirty="0"/>
          </a:p>
          <a:p>
            <a:endParaRPr lang="fr-FR" sz="1800" dirty="0"/>
          </a:p>
        </p:txBody>
      </p:sp>
      <p:sp>
        <p:nvSpPr>
          <p:cNvPr id="4" name="Slide Number Placeholder 3">
            <a:extLst>
              <a:ext uri="{FF2B5EF4-FFF2-40B4-BE49-F238E27FC236}">
                <a16:creationId xmlns:a16="http://schemas.microsoft.com/office/drawing/2014/main" id="{89A04B76-147C-E0F7-4CF6-A8FC2BCE78A6}"/>
              </a:ext>
            </a:extLst>
          </p:cNvPr>
          <p:cNvSpPr>
            <a:spLocks noGrp="1"/>
          </p:cNvSpPr>
          <p:nvPr>
            <p:ph type="sldNum" sz="quarter" idx="12"/>
          </p:nvPr>
        </p:nvSpPr>
        <p:spPr/>
        <p:txBody>
          <a:bodyPr/>
          <a:lstStyle/>
          <a:p>
            <a:pPr>
              <a:defRPr/>
            </a:pPr>
            <a:fld id="{07D78C65-EB30-EA4B-B3AF-ED56473E9FBA}" type="slidenum">
              <a:rPr lang="fr-CA" smtClean="0"/>
              <a:t>23</a:t>
            </a:fld>
            <a:endParaRPr lang="fr-CA" dirty="0"/>
          </a:p>
        </p:txBody>
      </p:sp>
    </p:spTree>
    <p:extLst>
      <p:ext uri="{BB962C8B-B14F-4D97-AF65-F5344CB8AC3E}">
        <p14:creationId xmlns:p14="http://schemas.microsoft.com/office/powerpoint/2010/main" val="26699589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croll: Horizontal 6">
            <a:extLst>
              <a:ext uri="{FF2B5EF4-FFF2-40B4-BE49-F238E27FC236}">
                <a16:creationId xmlns:a16="http://schemas.microsoft.com/office/drawing/2014/main" id="{9A31F324-BE8F-B6F1-0A3B-49C7E136739B}"/>
              </a:ext>
            </a:extLst>
          </p:cNvPr>
          <p:cNvSpPr/>
          <p:nvPr/>
        </p:nvSpPr>
        <p:spPr>
          <a:xfrm>
            <a:off x="1775520" y="1247040"/>
            <a:ext cx="8496944" cy="3816424"/>
          </a:xfrm>
          <a:prstGeom prst="horizontalScroll">
            <a:avLst/>
          </a:prstGeom>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auto">
              <a:spcBef>
                <a:spcPct val="20000"/>
              </a:spcBef>
              <a:spcAft>
                <a:spcPts val="0"/>
              </a:spcAft>
              <a:buClr>
                <a:srgbClr val="4F81BD"/>
              </a:buClr>
              <a:buSzPct val="85000"/>
              <a:defRPr/>
            </a:pPr>
            <a:endParaRPr lang="en-CA" sz="3200" b="1" dirty="0">
              <a:solidFill>
                <a:schemeClr val="bg1"/>
              </a:solidFill>
              <a:latin typeface="Ink Free" panose="03080402000500000000" pitchFamily="66" charset="0"/>
            </a:endParaRPr>
          </a:p>
          <a:p>
            <a:pPr fontAlgn="auto">
              <a:spcBef>
                <a:spcPct val="20000"/>
              </a:spcBef>
              <a:spcAft>
                <a:spcPts val="0"/>
              </a:spcAft>
              <a:buClr>
                <a:srgbClr val="4F81BD"/>
              </a:buClr>
              <a:buSzPct val="85000"/>
              <a:defRPr/>
            </a:pPr>
            <a:r>
              <a:rPr lang="en-CA" sz="3200" b="1" dirty="0">
                <a:solidFill>
                  <a:schemeClr val="bg1"/>
                </a:solidFill>
                <a:latin typeface="Ink Free" panose="03080402000500000000" pitchFamily="66" charset="0"/>
              </a:rPr>
              <a:t>Chronique financière : </a:t>
            </a:r>
          </a:p>
          <a:p>
            <a:pPr fontAlgn="auto">
              <a:spcBef>
                <a:spcPct val="20000"/>
              </a:spcBef>
              <a:spcAft>
                <a:spcPts val="0"/>
              </a:spcAft>
              <a:buClr>
                <a:srgbClr val="4F81BD"/>
              </a:buClr>
              <a:buSzPct val="85000"/>
              <a:defRPr/>
            </a:pPr>
            <a:r>
              <a:rPr lang="en-CA" sz="3200" b="1" dirty="0">
                <a:solidFill>
                  <a:schemeClr val="bg1"/>
                </a:solidFill>
                <a:latin typeface="Ink Free" panose="03080402000500000000" pitchFamily="66" charset="0"/>
              </a:rPr>
              <a:t>ESG!</a:t>
            </a:r>
            <a:endParaRPr lang="fr-CA" sz="3200" b="1" dirty="0">
              <a:solidFill>
                <a:schemeClr val="bg1"/>
              </a:solidFill>
              <a:latin typeface="Ink Free" panose="03080402000500000000" pitchFamily="66" charset="0"/>
            </a:endParaRPr>
          </a:p>
          <a:p>
            <a:endParaRPr lang="fr-CA" b="1" dirty="0">
              <a:solidFill>
                <a:schemeClr val="bg1"/>
              </a:solidFill>
            </a:endParaRPr>
          </a:p>
        </p:txBody>
      </p:sp>
      <p:sp>
        <p:nvSpPr>
          <p:cNvPr id="2" name="Slide Number Placeholder 1">
            <a:extLst>
              <a:ext uri="{FF2B5EF4-FFF2-40B4-BE49-F238E27FC236}">
                <a16:creationId xmlns:a16="http://schemas.microsoft.com/office/drawing/2014/main" id="{70E4C9D8-5826-6BE9-B876-214ED785398F}"/>
              </a:ext>
            </a:extLst>
          </p:cNvPr>
          <p:cNvSpPr>
            <a:spLocks noGrp="1"/>
          </p:cNvSpPr>
          <p:nvPr>
            <p:ph type="sldNum" sz="quarter" idx="12"/>
          </p:nvPr>
        </p:nvSpPr>
        <p:spPr/>
        <p:txBody>
          <a:bodyPr/>
          <a:lstStyle/>
          <a:p>
            <a:pPr>
              <a:defRPr/>
            </a:pPr>
            <a:fld id="{07D78C65-EB30-EA4B-B3AF-ED56473E9FBA}" type="slidenum">
              <a:rPr lang="fr-CA" smtClean="0"/>
              <a:t>24</a:t>
            </a:fld>
            <a:endParaRPr lang="fr-CA" dirty="0"/>
          </a:p>
        </p:txBody>
      </p:sp>
      <p:pic>
        <p:nvPicPr>
          <p:cNvPr id="11266" name="Picture 2" descr="History icon">
            <a:extLst>
              <a:ext uri="{FF2B5EF4-FFF2-40B4-BE49-F238E27FC236}">
                <a16:creationId xmlns:a16="http://schemas.microsoft.com/office/drawing/2014/main" id="{36017F01-E50A-E8D4-FF7B-9862238A37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0176" y="2492896"/>
            <a:ext cx="2304256" cy="230425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A14166F6-E331-BFD0-1ABB-B9A75DDF605B}"/>
              </a:ext>
            </a:extLst>
          </p:cNvPr>
          <p:cNvSpPr/>
          <p:nvPr/>
        </p:nvSpPr>
        <p:spPr>
          <a:xfrm>
            <a:off x="3863752" y="5036476"/>
            <a:ext cx="4752528" cy="857051"/>
          </a:xfrm>
          <a:custGeom>
            <a:avLst/>
            <a:gdLst>
              <a:gd name="csX0" fmla="*/ 0 w 4752528"/>
              <a:gd name="csY0" fmla="*/ 0 h 857051"/>
              <a:gd name="csX1" fmla="*/ 726458 w 4752528"/>
              <a:gd name="csY1" fmla="*/ 0 h 857051"/>
              <a:gd name="csX2" fmla="*/ 1500441 w 4752528"/>
              <a:gd name="csY2" fmla="*/ 0 h 857051"/>
              <a:gd name="csX3" fmla="*/ 2274424 w 4752528"/>
              <a:gd name="csY3" fmla="*/ 0 h 857051"/>
              <a:gd name="csX4" fmla="*/ 2905831 w 4752528"/>
              <a:gd name="csY4" fmla="*/ 0 h 857051"/>
              <a:gd name="csX5" fmla="*/ 3632289 w 4752528"/>
              <a:gd name="csY5" fmla="*/ 0 h 857051"/>
              <a:gd name="csX6" fmla="*/ 4752528 w 4752528"/>
              <a:gd name="csY6" fmla="*/ 0 h 857051"/>
              <a:gd name="csX7" fmla="*/ 4752528 w 4752528"/>
              <a:gd name="csY7" fmla="*/ 445667 h 857051"/>
              <a:gd name="csX8" fmla="*/ 4752528 w 4752528"/>
              <a:gd name="csY8" fmla="*/ 857051 h 857051"/>
              <a:gd name="csX9" fmla="*/ 3978545 w 4752528"/>
              <a:gd name="csY9" fmla="*/ 857051 h 857051"/>
              <a:gd name="csX10" fmla="*/ 3299612 w 4752528"/>
              <a:gd name="csY10" fmla="*/ 857051 h 857051"/>
              <a:gd name="csX11" fmla="*/ 2763256 w 4752528"/>
              <a:gd name="csY11" fmla="*/ 857051 h 857051"/>
              <a:gd name="csX12" fmla="*/ 1989272 w 4752528"/>
              <a:gd name="csY12" fmla="*/ 857051 h 857051"/>
              <a:gd name="csX13" fmla="*/ 1310340 w 4752528"/>
              <a:gd name="csY13" fmla="*/ 857051 h 857051"/>
              <a:gd name="csX14" fmla="*/ 0 w 4752528"/>
              <a:gd name="csY14" fmla="*/ 857051 h 857051"/>
              <a:gd name="csX15" fmla="*/ 0 w 4752528"/>
              <a:gd name="csY15" fmla="*/ 454237 h 857051"/>
              <a:gd name="csX16" fmla="*/ 0 w 4752528"/>
              <a:gd name="csY16" fmla="*/ 0 h 8570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752528" h="857051" fill="none" extrusionOk="0">
                <a:moveTo>
                  <a:pt x="0" y="0"/>
                </a:moveTo>
                <a:cubicBezTo>
                  <a:pt x="362209" y="21730"/>
                  <a:pt x="364778" y="-24394"/>
                  <a:pt x="726458" y="0"/>
                </a:cubicBezTo>
                <a:cubicBezTo>
                  <a:pt x="1088138" y="24394"/>
                  <a:pt x="1249193" y="-37994"/>
                  <a:pt x="1500441" y="0"/>
                </a:cubicBezTo>
                <a:cubicBezTo>
                  <a:pt x="1751689" y="37994"/>
                  <a:pt x="1931293" y="13424"/>
                  <a:pt x="2274424" y="0"/>
                </a:cubicBezTo>
                <a:cubicBezTo>
                  <a:pt x="2617555" y="-13424"/>
                  <a:pt x="2620820" y="16820"/>
                  <a:pt x="2905831" y="0"/>
                </a:cubicBezTo>
                <a:cubicBezTo>
                  <a:pt x="3190842" y="-16820"/>
                  <a:pt x="3333660" y="6848"/>
                  <a:pt x="3632289" y="0"/>
                </a:cubicBezTo>
                <a:cubicBezTo>
                  <a:pt x="3930918" y="-6848"/>
                  <a:pt x="4313474" y="4822"/>
                  <a:pt x="4752528" y="0"/>
                </a:cubicBezTo>
                <a:cubicBezTo>
                  <a:pt x="4758843" y="131689"/>
                  <a:pt x="4759250" y="251973"/>
                  <a:pt x="4752528" y="445667"/>
                </a:cubicBezTo>
                <a:cubicBezTo>
                  <a:pt x="4745806" y="639361"/>
                  <a:pt x="4736098" y="659588"/>
                  <a:pt x="4752528" y="857051"/>
                </a:cubicBezTo>
                <a:cubicBezTo>
                  <a:pt x="4589993" y="849594"/>
                  <a:pt x="4352551" y="849594"/>
                  <a:pt x="3978545" y="857051"/>
                </a:cubicBezTo>
                <a:cubicBezTo>
                  <a:pt x="3604539" y="864508"/>
                  <a:pt x="3492348" y="823453"/>
                  <a:pt x="3299612" y="857051"/>
                </a:cubicBezTo>
                <a:cubicBezTo>
                  <a:pt x="3106876" y="890649"/>
                  <a:pt x="2946349" y="878656"/>
                  <a:pt x="2763256" y="857051"/>
                </a:cubicBezTo>
                <a:cubicBezTo>
                  <a:pt x="2580163" y="835446"/>
                  <a:pt x="2200934" y="832817"/>
                  <a:pt x="1989272" y="857051"/>
                </a:cubicBezTo>
                <a:cubicBezTo>
                  <a:pt x="1777610" y="881285"/>
                  <a:pt x="1582391" y="865295"/>
                  <a:pt x="1310340" y="857051"/>
                </a:cubicBezTo>
                <a:cubicBezTo>
                  <a:pt x="1038289" y="848807"/>
                  <a:pt x="451495" y="885313"/>
                  <a:pt x="0" y="857051"/>
                </a:cubicBezTo>
                <a:cubicBezTo>
                  <a:pt x="-11050" y="757091"/>
                  <a:pt x="-7738" y="649113"/>
                  <a:pt x="0" y="454237"/>
                </a:cubicBezTo>
                <a:cubicBezTo>
                  <a:pt x="7738" y="259361"/>
                  <a:pt x="18453" y="112547"/>
                  <a:pt x="0" y="0"/>
                </a:cubicBezTo>
                <a:close/>
              </a:path>
              <a:path w="4752528" h="857051" stroke="0" extrusionOk="0">
                <a:moveTo>
                  <a:pt x="0" y="0"/>
                </a:moveTo>
                <a:cubicBezTo>
                  <a:pt x="291994" y="-4627"/>
                  <a:pt x="447669" y="18448"/>
                  <a:pt x="631407" y="0"/>
                </a:cubicBezTo>
                <a:cubicBezTo>
                  <a:pt x="815145" y="-18448"/>
                  <a:pt x="932768" y="26412"/>
                  <a:pt x="1215289" y="0"/>
                </a:cubicBezTo>
                <a:cubicBezTo>
                  <a:pt x="1497810" y="-26412"/>
                  <a:pt x="1662957" y="1641"/>
                  <a:pt x="1989272" y="0"/>
                </a:cubicBezTo>
                <a:cubicBezTo>
                  <a:pt x="2315587" y="-1641"/>
                  <a:pt x="2402125" y="-1160"/>
                  <a:pt x="2763256" y="0"/>
                </a:cubicBezTo>
                <a:cubicBezTo>
                  <a:pt x="3124387" y="1160"/>
                  <a:pt x="3203129" y="-28238"/>
                  <a:pt x="3394663" y="0"/>
                </a:cubicBezTo>
                <a:cubicBezTo>
                  <a:pt x="3586197" y="28238"/>
                  <a:pt x="3819290" y="-18378"/>
                  <a:pt x="4026070" y="0"/>
                </a:cubicBezTo>
                <a:cubicBezTo>
                  <a:pt x="4232850" y="18378"/>
                  <a:pt x="4470139" y="-255"/>
                  <a:pt x="4752528" y="0"/>
                </a:cubicBezTo>
                <a:cubicBezTo>
                  <a:pt x="4762364" y="143833"/>
                  <a:pt x="4744504" y="230622"/>
                  <a:pt x="4752528" y="437096"/>
                </a:cubicBezTo>
                <a:cubicBezTo>
                  <a:pt x="4760552" y="643570"/>
                  <a:pt x="4755468" y="676267"/>
                  <a:pt x="4752528" y="857051"/>
                </a:cubicBezTo>
                <a:cubicBezTo>
                  <a:pt x="4439461" y="836666"/>
                  <a:pt x="4217628" y="839026"/>
                  <a:pt x="4073595" y="857051"/>
                </a:cubicBezTo>
                <a:cubicBezTo>
                  <a:pt x="3929562" y="875076"/>
                  <a:pt x="3772958" y="831206"/>
                  <a:pt x="3489713" y="857051"/>
                </a:cubicBezTo>
                <a:cubicBezTo>
                  <a:pt x="3206468" y="882896"/>
                  <a:pt x="3116609" y="882668"/>
                  <a:pt x="2810781" y="857051"/>
                </a:cubicBezTo>
                <a:cubicBezTo>
                  <a:pt x="2504953" y="831434"/>
                  <a:pt x="2406877" y="833517"/>
                  <a:pt x="2274424" y="857051"/>
                </a:cubicBezTo>
                <a:cubicBezTo>
                  <a:pt x="2141971" y="880585"/>
                  <a:pt x="1885960" y="847741"/>
                  <a:pt x="1738067" y="857051"/>
                </a:cubicBezTo>
                <a:cubicBezTo>
                  <a:pt x="1590174" y="866361"/>
                  <a:pt x="1158946" y="887198"/>
                  <a:pt x="964084" y="857051"/>
                </a:cubicBezTo>
                <a:cubicBezTo>
                  <a:pt x="769222" y="826904"/>
                  <a:pt x="379910" y="836856"/>
                  <a:pt x="0" y="857051"/>
                </a:cubicBezTo>
                <a:cubicBezTo>
                  <a:pt x="7450" y="707437"/>
                  <a:pt x="-11436" y="601084"/>
                  <a:pt x="0" y="437096"/>
                </a:cubicBezTo>
                <a:cubicBezTo>
                  <a:pt x="11436" y="273109"/>
                  <a:pt x="-15519" y="215374"/>
                  <a:pt x="0" y="0"/>
                </a:cubicBezTo>
                <a:close/>
              </a:path>
            </a:pathLst>
          </a:custGeom>
          <a:solidFill>
            <a:schemeClr val="accent1">
              <a:lumMod val="20000"/>
              <a:lumOff val="80000"/>
            </a:schemeClr>
          </a:solidFill>
          <a:ln w="38100">
            <a:solidFill>
              <a:schemeClr val="bg1">
                <a:lumMod val="85000"/>
              </a:schemeClr>
            </a:solidFill>
            <a:prstDash val="solid"/>
            <a:extLst>
              <a:ext uri="{C807C97D-BFC1-408E-A445-0C87EB9F89A2}">
                <ask:lineSketchStyleProps xmlns:ask="http://schemas.microsoft.com/office/drawing/2018/sketchyshapes" sd="1114559647">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auto" latinLnBrk="0" hangingPunct="1">
              <a:lnSpc>
                <a:spcPct val="100000"/>
              </a:lnSpc>
              <a:spcBef>
                <a:spcPts val="0"/>
              </a:spcBef>
              <a:spcAft>
                <a:spcPts val="0"/>
              </a:spcAft>
              <a:buClrTx/>
              <a:buSzTx/>
              <a:buFontTx/>
              <a:buNone/>
              <a:tabLst/>
              <a:defRPr/>
            </a:pPr>
            <a:r>
              <a:rPr kumimoji="0" lang="fr-CA" sz="2800" b="1" i="0" u="none" strike="noStrike" kern="1200" cap="none" spc="0" normalizeH="0" baseline="0" noProof="0" dirty="0">
                <a:ln>
                  <a:noFill/>
                </a:ln>
                <a:solidFill>
                  <a:prstClr val="black"/>
                </a:solidFill>
                <a:effectLst/>
                <a:uLnTx/>
                <a:uFillTx/>
                <a:latin typeface="Ink Free" panose="03080402000500000000" pitchFamily="66" charset="0"/>
                <a:ea typeface="+mn-ea"/>
                <a:cs typeface="+mn-cs"/>
              </a:rPr>
              <a:t>Non évalué à l’examen</a:t>
            </a:r>
          </a:p>
        </p:txBody>
      </p:sp>
      <p:pic>
        <p:nvPicPr>
          <p:cNvPr id="4" name="Picture 2" descr="Threat ">
            <a:extLst>
              <a:ext uri="{FF2B5EF4-FFF2-40B4-BE49-F238E27FC236}">
                <a16:creationId xmlns:a16="http://schemas.microsoft.com/office/drawing/2014/main" id="{F864A835-04B1-2920-0842-6A47AE21A5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7765" y="4817616"/>
            <a:ext cx="1219200" cy="121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00192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484608D-57DD-9DCB-9DC5-0A5CC36D12BD}"/>
              </a:ext>
            </a:extLst>
          </p:cNvPr>
          <p:cNvSpPr/>
          <p:nvPr/>
        </p:nvSpPr>
        <p:spPr>
          <a:xfrm>
            <a:off x="191344" y="1340768"/>
            <a:ext cx="11665296" cy="2088232"/>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70659" name="Rectangle 3">
            <a:extLst>
              <a:ext uri="{FF2B5EF4-FFF2-40B4-BE49-F238E27FC236}">
                <a16:creationId xmlns:a16="http://schemas.microsoft.com/office/drawing/2014/main" id="{998AA4CE-3300-4792-BBB3-14828F00F026}"/>
              </a:ext>
            </a:extLst>
          </p:cNvPr>
          <p:cNvSpPr>
            <a:spLocks noGrp="1" noChangeArrowheads="1"/>
          </p:cNvSpPr>
          <p:nvPr>
            <p:ph sz="quarter" idx="1"/>
          </p:nvPr>
        </p:nvSpPr>
        <p:spPr>
          <a:xfrm>
            <a:off x="335360" y="1469770"/>
            <a:ext cx="11521280" cy="5055574"/>
          </a:xfrm>
        </p:spPr>
        <p:txBody>
          <a:bodyPr>
            <a:normAutofit fontScale="92500" lnSpcReduction="10000"/>
          </a:bodyPr>
          <a:lstStyle/>
          <a:p>
            <a:pPr>
              <a:defRPr/>
            </a:pPr>
            <a:r>
              <a:rPr lang="en-US" altLang="en-US" sz="2667" dirty="0"/>
              <a:t>Trois </a:t>
            </a:r>
            <a:r>
              <a:rPr lang="en-US" altLang="en-US" sz="2667" b="1" dirty="0"/>
              <a:t>objectifs</a:t>
            </a:r>
            <a:r>
              <a:rPr lang="en-US" altLang="en-US" sz="2667" dirty="0"/>
              <a:t> équivalents </a:t>
            </a:r>
            <a:r>
              <a:rPr lang="en-US" altLang="en-US" sz="2667" b="1" dirty="0"/>
              <a:t>de la gestion financière </a:t>
            </a:r>
            <a:r>
              <a:rPr lang="en-US" altLang="en-US" sz="2667" dirty="0"/>
              <a:t>(ou du gestionnaire financier) :</a:t>
            </a:r>
          </a:p>
          <a:p>
            <a:pPr marL="716983" lvl="1" indent="-276704">
              <a:defRPr/>
            </a:pPr>
            <a:r>
              <a:rPr lang="en-US" altLang="en-US" dirty="0"/>
              <a:t>Maximiser la </a:t>
            </a:r>
            <a:r>
              <a:rPr lang="en-US" altLang="en-US" b="1" dirty="0"/>
              <a:t>richesse</a:t>
            </a:r>
            <a:r>
              <a:rPr lang="en-US" altLang="en-US" dirty="0"/>
              <a:t> des actionnaires</a:t>
            </a:r>
          </a:p>
          <a:p>
            <a:pPr marL="716983" lvl="1" indent="-276704">
              <a:defRPr/>
            </a:pPr>
            <a:r>
              <a:rPr lang="en-US" altLang="en-US" dirty="0"/>
              <a:t>Maximiser le cours de </a:t>
            </a:r>
            <a:r>
              <a:rPr lang="en-US" altLang="en-US" b="1" dirty="0"/>
              <a:t>l'action</a:t>
            </a:r>
          </a:p>
          <a:p>
            <a:pPr marL="716983" lvl="1" indent="-276704">
              <a:defRPr/>
            </a:pPr>
            <a:r>
              <a:rPr lang="en-US" altLang="en-US" dirty="0"/>
              <a:t>Maximiser la </a:t>
            </a:r>
            <a:r>
              <a:rPr lang="en-US" altLang="en-US" b="1" dirty="0"/>
              <a:t>valeur de l'entreprise</a:t>
            </a:r>
          </a:p>
          <a:p>
            <a:pPr marL="330209" indent="-330209">
              <a:defRPr/>
            </a:pPr>
            <a:endParaRPr lang="en-US" altLang="en-US" sz="2667" dirty="0"/>
          </a:p>
          <a:p>
            <a:pPr marL="0" indent="0">
              <a:buNone/>
              <a:defRPr/>
            </a:pPr>
            <a:r>
              <a:rPr lang="fr-CA" sz="2800" b="1" dirty="0">
                <a:effectLst/>
                <a:latin typeface="Segoe UI Emoji" panose="020B0502040204020203" pitchFamily="34" charset="0"/>
                <a:ea typeface="Aptos" panose="020B0004020202020204" pitchFamily="34" charset="0"/>
                <a:cs typeface="Segoe UI Emoji" panose="020B0502040204020203" pitchFamily="34" charset="0"/>
              </a:rPr>
              <a:t>🔎 </a:t>
            </a:r>
            <a:r>
              <a:rPr lang="en-US" altLang="en-US" sz="2667" dirty="0"/>
              <a:t>Cela signifie-t-il que nous devons tout faire pour maximiser la richesse </a:t>
            </a:r>
          </a:p>
          <a:p>
            <a:pPr marL="0" indent="0">
              <a:buNone/>
              <a:defRPr/>
            </a:pPr>
            <a:r>
              <a:rPr lang="en-US" altLang="en-US" sz="2667" dirty="0"/>
              <a:t>       des propriétaires ? </a:t>
            </a:r>
            <a:r>
              <a:rPr lang="en-US" altLang="en-US" sz="2667" b="1" dirty="0"/>
              <a:t>Non !</a:t>
            </a:r>
          </a:p>
          <a:p>
            <a:pPr marL="330209" indent="-330209">
              <a:defRPr/>
            </a:pPr>
            <a:endParaRPr lang="en-US" altLang="en-US" sz="2667" dirty="0"/>
          </a:p>
          <a:p>
            <a:pPr marL="0" indent="0">
              <a:buNone/>
              <a:defRPr/>
            </a:pPr>
            <a:r>
              <a:rPr lang="fr-CA" sz="2800" b="1" dirty="0">
                <a:effectLst/>
                <a:latin typeface="Segoe UI Emoji" panose="020B0502040204020203" pitchFamily="34" charset="0"/>
                <a:ea typeface="Aptos" panose="020B0004020202020204" pitchFamily="34" charset="0"/>
                <a:cs typeface="Segoe UI Emoji" panose="020B0502040204020203" pitchFamily="34" charset="0"/>
              </a:rPr>
              <a:t>🔎 </a:t>
            </a:r>
            <a:r>
              <a:rPr lang="en-US" altLang="en-US" sz="2667" dirty="0"/>
              <a:t>La rémunération des dirigeants et l'indépendance du conseil  </a:t>
            </a:r>
          </a:p>
          <a:p>
            <a:pPr marL="0" indent="0">
              <a:buNone/>
              <a:defRPr/>
            </a:pPr>
            <a:r>
              <a:rPr lang="en-US" altLang="en-US" sz="2667" dirty="0"/>
              <a:t>      </a:t>
            </a:r>
            <a:r>
              <a:rPr lang="en-US" altLang="en-US" sz="2667" dirty="0" err="1"/>
              <a:t>d'administration</a:t>
            </a:r>
            <a:r>
              <a:rPr lang="en-US" altLang="en-US" sz="2667" dirty="0"/>
              <a:t> sont d'excellents moyens de réduire les coûts liés aux </a:t>
            </a:r>
          </a:p>
          <a:p>
            <a:pPr marL="0" indent="0">
              <a:buNone/>
              <a:defRPr/>
            </a:pPr>
            <a:r>
              <a:rPr lang="en-US" altLang="en-US" sz="2667" dirty="0"/>
              <a:t>      </a:t>
            </a:r>
            <a:r>
              <a:rPr lang="en-US" altLang="en-US" sz="2667" dirty="0" err="1"/>
              <a:t>problèmes</a:t>
            </a:r>
            <a:r>
              <a:rPr lang="en-US" altLang="en-US" sz="2667" dirty="0"/>
              <a:t> d'agence. </a:t>
            </a:r>
            <a:r>
              <a:rPr lang="en-US" altLang="en-US" sz="2667" b="1" u="sng" dirty="0" err="1"/>
              <a:t>Voir</a:t>
            </a:r>
            <a:r>
              <a:rPr lang="en-US" altLang="en-US" sz="2667" b="1" u="sng" dirty="0"/>
              <a:t> lectures dans le </a:t>
            </a:r>
            <a:r>
              <a:rPr lang="en-US" altLang="en-US" sz="2667" b="1" u="sng" dirty="0" err="1"/>
              <a:t>manuel</a:t>
            </a:r>
            <a:r>
              <a:rPr lang="en-US" altLang="en-US" sz="2667" b="1" u="sng" dirty="0"/>
              <a:t>.</a:t>
            </a:r>
            <a:endParaRPr lang="en-US" altLang="en-US" sz="2667" dirty="0"/>
          </a:p>
        </p:txBody>
      </p:sp>
      <p:sp>
        <p:nvSpPr>
          <p:cNvPr id="28675" name="Rectangle 2">
            <a:extLst>
              <a:ext uri="{FF2B5EF4-FFF2-40B4-BE49-F238E27FC236}">
                <a16:creationId xmlns:a16="http://schemas.microsoft.com/office/drawing/2014/main" id="{3E355F8C-0FD0-434B-AE0C-8EFF47543226}"/>
              </a:ext>
            </a:extLst>
          </p:cNvPr>
          <p:cNvSpPr>
            <a:spLocks noGrp="1" noChangeArrowheads="1"/>
          </p:cNvSpPr>
          <p:nvPr>
            <p:ph type="title"/>
          </p:nvPr>
        </p:nvSpPr>
        <p:spPr>
          <a:xfrm>
            <a:off x="1631505" y="-120250"/>
            <a:ext cx="8920079" cy="1172986"/>
          </a:xfrm>
        </p:spPr>
        <p:txBody>
          <a:bodyPr>
            <a:normAutofit/>
          </a:bodyPr>
          <a:lstStyle/>
          <a:p>
            <a:pPr eaLnBrk="1" hangingPunct="1">
              <a:defRPr/>
            </a:pPr>
            <a:r>
              <a:rPr lang="en-US" altLang="en-US" dirty="0"/>
              <a:t>Objectifs de la gestion financière</a:t>
            </a:r>
          </a:p>
        </p:txBody>
      </p:sp>
      <p:sp>
        <p:nvSpPr>
          <p:cNvPr id="2" name="Slide Number Placeholder 1">
            <a:extLst>
              <a:ext uri="{FF2B5EF4-FFF2-40B4-BE49-F238E27FC236}">
                <a16:creationId xmlns:a16="http://schemas.microsoft.com/office/drawing/2014/main" id="{98AD1F77-E858-463D-BC6E-9B8D10D8D03E}"/>
              </a:ext>
            </a:extLst>
          </p:cNvPr>
          <p:cNvSpPr>
            <a:spLocks noGrp="1"/>
          </p:cNvSpPr>
          <p:nvPr>
            <p:ph type="sldNum" sz="quarter" idx="12"/>
          </p:nvPr>
        </p:nvSpPr>
        <p:spPr/>
        <p:txBody>
          <a:bodyPr/>
          <a:lstStyle/>
          <a:p>
            <a:fld id="{EA019D1F-2BC9-41FA-953B-C3256200C508}" type="slidenum">
              <a:rPr lang="fr-CA" smtClean="0">
                <a:solidFill>
                  <a:srgbClr val="8CADAE">
                    <a:shade val="75000"/>
                  </a:srgbClr>
                </a:solidFill>
              </a:rPr>
              <a:t>25</a:t>
            </a:fld>
            <a:endParaRPr lang="fr-CA" dirty="0">
              <a:solidFill>
                <a:srgbClr val="8CADAE">
                  <a:shade val="75000"/>
                </a:srgbClr>
              </a:solidFill>
            </a:endParaRPr>
          </a:p>
        </p:txBody>
      </p:sp>
      <p:pic>
        <p:nvPicPr>
          <p:cNvPr id="8194" name="Picture 2" descr="Important">
            <a:extLst>
              <a:ext uri="{FF2B5EF4-FFF2-40B4-BE49-F238E27FC236}">
                <a16:creationId xmlns:a16="http://schemas.microsoft.com/office/drawing/2014/main" id="{7D306491-3A5F-7097-1AED-DB08A3501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0016" y="1921288"/>
            <a:ext cx="1359240" cy="1359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76811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b="1" dirty="0">
                <a:solidFill>
                  <a:srgbClr val="FF0000"/>
                </a:solidFill>
              </a:rPr>
              <a:t>Qu'avons-nous vu dans la séance 2 ?</a:t>
            </a:r>
          </a:p>
        </p:txBody>
      </p:sp>
      <p:sp>
        <p:nvSpPr>
          <p:cNvPr id="3" name="Espace réservé du contenu 2"/>
          <p:cNvSpPr>
            <a:spLocks noGrp="1"/>
          </p:cNvSpPr>
          <p:nvPr>
            <p:ph sz="quarter" idx="1"/>
          </p:nvPr>
        </p:nvSpPr>
        <p:spPr>
          <a:xfrm>
            <a:off x="479376" y="1522929"/>
            <a:ext cx="6233840" cy="4782272"/>
          </a:xfrm>
        </p:spPr>
        <p:txBody>
          <a:bodyPr>
            <a:normAutofit lnSpcReduction="10000"/>
          </a:bodyPr>
          <a:lstStyle/>
          <a:p>
            <a:pPr marL="0" indent="0">
              <a:lnSpc>
                <a:spcPct val="150000"/>
              </a:lnSpc>
              <a:buClr>
                <a:srgbClr val="C00000"/>
              </a:buClr>
              <a:buNone/>
            </a:pPr>
            <a:r>
              <a:rPr lang="fr-CA" sz="2400" b="1" dirty="0"/>
              <a:t>Clip 1 </a:t>
            </a:r>
            <a:r>
              <a:rPr lang="fr-CA" sz="2400" dirty="0"/>
              <a:t>: Définitions de base et évaluation d'un flux monétaire unique</a:t>
            </a:r>
          </a:p>
          <a:p>
            <a:pPr marL="0" indent="0">
              <a:lnSpc>
                <a:spcPct val="150000"/>
              </a:lnSpc>
              <a:buClr>
                <a:srgbClr val="C00000"/>
              </a:buClr>
              <a:buNone/>
            </a:pPr>
            <a:r>
              <a:rPr lang="fr-CA" sz="2400" b="1" dirty="0">
                <a:solidFill>
                  <a:schemeClr val="bg1">
                    <a:lumMod val="65000"/>
                  </a:schemeClr>
                </a:solidFill>
              </a:rPr>
              <a:t>Clip 2 </a:t>
            </a:r>
            <a:r>
              <a:rPr lang="fr-CA" sz="2400" dirty="0">
                <a:solidFill>
                  <a:schemeClr val="bg1">
                    <a:lumMod val="65000"/>
                  </a:schemeClr>
                </a:solidFill>
              </a:rPr>
              <a:t>: Annuité</a:t>
            </a:r>
          </a:p>
          <a:p>
            <a:pPr marL="0" indent="0">
              <a:lnSpc>
                <a:spcPct val="150000"/>
              </a:lnSpc>
              <a:buClr>
                <a:srgbClr val="C00000"/>
              </a:buClr>
              <a:buNone/>
            </a:pPr>
            <a:r>
              <a:rPr lang="fr-CA" sz="2400" b="1" dirty="0">
                <a:solidFill>
                  <a:schemeClr val="bg1">
                    <a:lumMod val="65000"/>
                  </a:schemeClr>
                </a:solidFill>
              </a:rPr>
              <a:t>Clip 3 </a:t>
            </a:r>
            <a:r>
              <a:rPr lang="fr-CA" sz="2400" dirty="0">
                <a:solidFill>
                  <a:schemeClr val="bg1">
                    <a:lumMod val="65000"/>
                  </a:schemeClr>
                </a:solidFill>
              </a:rPr>
              <a:t>: </a:t>
            </a:r>
            <a:r>
              <a:rPr lang="fr-CA" sz="2400" dirty="0" err="1">
                <a:solidFill>
                  <a:schemeClr val="bg1">
                    <a:lumMod val="65000"/>
                  </a:schemeClr>
                </a:solidFill>
              </a:rPr>
              <a:t>Perpetuité</a:t>
            </a:r>
            <a:r>
              <a:rPr lang="fr-CA" sz="2400" dirty="0">
                <a:solidFill>
                  <a:schemeClr val="bg1">
                    <a:lumMod val="65000"/>
                  </a:schemeClr>
                </a:solidFill>
              </a:rPr>
              <a:t> et rente croissante</a:t>
            </a:r>
          </a:p>
          <a:p>
            <a:pPr marL="0" indent="0">
              <a:lnSpc>
                <a:spcPct val="150000"/>
              </a:lnSpc>
              <a:buClr>
                <a:srgbClr val="C00000"/>
              </a:buClr>
              <a:buNone/>
            </a:pPr>
            <a:r>
              <a:rPr lang="fr-CA" sz="2400" b="1" dirty="0">
                <a:solidFill>
                  <a:schemeClr val="bg1">
                    <a:lumMod val="65000"/>
                  </a:schemeClr>
                </a:solidFill>
              </a:rPr>
              <a:t>Clip 4 </a:t>
            </a:r>
            <a:r>
              <a:rPr lang="fr-CA" sz="2400" dirty="0">
                <a:solidFill>
                  <a:schemeClr val="bg1">
                    <a:lumMod val="65000"/>
                  </a:schemeClr>
                </a:solidFill>
              </a:rPr>
              <a:t>: Cotation des taux </a:t>
            </a:r>
            <a:r>
              <a:rPr lang="fr-CA" sz="2400" dirty="0" err="1">
                <a:solidFill>
                  <a:schemeClr val="bg1">
                    <a:lumMod val="65000"/>
                  </a:schemeClr>
                </a:solidFill>
              </a:rPr>
              <a:t>d'intérêt</a:t>
            </a:r>
          </a:p>
          <a:p>
            <a:pPr marL="0" indent="0">
              <a:lnSpc>
                <a:spcPct val="150000"/>
              </a:lnSpc>
              <a:buClr>
                <a:srgbClr val="C00000"/>
              </a:buClr>
              <a:buNone/>
            </a:pPr>
            <a:endParaRPr lang="fr-CA" sz="2400" dirty="0"/>
          </a:p>
          <a:p>
            <a:pPr marL="0" indent="0">
              <a:lnSpc>
                <a:spcPct val="150000"/>
              </a:lnSpc>
              <a:buClr>
                <a:srgbClr val="C00000"/>
              </a:buClr>
              <a:buNone/>
            </a:pPr>
            <a:endParaRPr lang="fr-CA" sz="2400" dirty="0"/>
          </a:p>
          <a:p>
            <a:pPr marL="0" indent="0">
              <a:lnSpc>
                <a:spcPct val="150000"/>
              </a:lnSpc>
              <a:buClr>
                <a:srgbClr val="C00000"/>
              </a:buClr>
              <a:buNone/>
            </a:pPr>
            <a:r>
              <a:rPr lang="fr-CA" sz="2400" dirty="0"/>
              <a:t>       Lecture manuel : </a:t>
            </a:r>
            <a:r>
              <a:rPr lang="fr-CA" sz="2400" b="1" dirty="0"/>
              <a:t>chapitres 5 et 6</a:t>
            </a:r>
          </a:p>
        </p:txBody>
      </p:sp>
      <p:sp>
        <p:nvSpPr>
          <p:cNvPr id="4" name="Espace réservé du numéro de diapositive 3"/>
          <p:cNvSpPr>
            <a:spLocks noGrp="1"/>
          </p:cNvSpPr>
          <p:nvPr>
            <p:ph type="sldNum" sz="quarter" idx="12"/>
          </p:nvPr>
        </p:nvSpPr>
        <p:spPr/>
        <p:txBody>
          <a:bodyPr/>
          <a:lstStyle/>
          <a:p>
            <a:fld id="{EA019D1F-2BC9-41FA-953B-C3256200C508}" type="slidenum">
              <a:rPr lang="fr-CA" smtClean="0">
                <a:solidFill>
                  <a:srgbClr val="8CADAE">
                    <a:shade val="75000"/>
                  </a:srgbClr>
                </a:solidFill>
              </a:rPr>
              <a:t>26</a:t>
            </a:fld>
            <a:endParaRPr lang="fr-CA">
              <a:solidFill>
                <a:srgbClr val="8CADAE">
                  <a:shade val="75000"/>
                </a:srgbClr>
              </a:solidFill>
            </a:endParaRPr>
          </a:p>
        </p:txBody>
      </p:sp>
      <p:pic>
        <p:nvPicPr>
          <p:cNvPr id="11266" name="Picture 2" descr="Generated image">
            <a:extLst>
              <a:ext uri="{FF2B5EF4-FFF2-40B4-BE49-F238E27FC236}">
                <a16:creationId xmlns:a16="http://schemas.microsoft.com/office/drawing/2014/main" id="{12BF66DA-B924-A86D-AEAF-8A68A656F1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88188" y="1844824"/>
            <a:ext cx="3384376" cy="338437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 name="TextBox 6">
            <a:extLst>
              <a:ext uri="{FF2B5EF4-FFF2-40B4-BE49-F238E27FC236}">
                <a16:creationId xmlns:a16="http://schemas.microsoft.com/office/drawing/2014/main" id="{919F3D95-A98D-4231-328F-5D02B3A79F40}"/>
              </a:ext>
            </a:extLst>
          </p:cNvPr>
          <p:cNvSpPr txBox="1"/>
          <p:nvPr/>
        </p:nvSpPr>
        <p:spPr>
          <a:xfrm>
            <a:off x="7104112" y="5525542"/>
            <a:ext cx="4752528" cy="738664"/>
          </a:xfrm>
          <a:prstGeom prst="rect">
            <a:avLst/>
          </a:prstGeom>
          <a:noFill/>
        </p:spPr>
        <p:txBody>
          <a:bodyPr wrap="square">
            <a:spAutoFit/>
          </a:bodyPr>
          <a:lstStyle/>
          <a:p>
            <a:r>
              <a:rPr lang="fr-CA" sz="1400" dirty="0">
                <a:latin typeface="Ink Free" panose="03080402000500000000" pitchFamily="66" charset="0"/>
              </a:rPr>
              <a:t>Célèbre investisseur surnommé « l’oracle d’Omaha », reconnu pour sa stratégie à long terme et sa simplicité dans la gestion financière.</a:t>
            </a:r>
          </a:p>
        </p:txBody>
      </p:sp>
      <p:pic>
        <p:nvPicPr>
          <p:cNvPr id="9220" name="Picture 4" descr="Book ">
            <a:extLst>
              <a:ext uri="{FF2B5EF4-FFF2-40B4-BE49-F238E27FC236}">
                <a16:creationId xmlns:a16="http://schemas.microsoft.com/office/drawing/2014/main" id="{0AAF4F77-CED0-A49C-1DDE-19B0DC29ED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828" y="5626078"/>
            <a:ext cx="537592" cy="537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68289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524000" y="260648"/>
            <a:ext cx="9144000" cy="797772"/>
          </a:xfrm>
        </p:spPr>
        <p:txBody>
          <a:bodyPr>
            <a:noAutofit/>
          </a:bodyPr>
          <a:lstStyle/>
          <a:p>
            <a:r>
              <a:rPr lang="fr-CA" b="1" dirty="0">
                <a:solidFill>
                  <a:srgbClr val="FF0000"/>
                </a:solidFill>
              </a:rPr>
              <a:t>Séance 2 CLIP 1 : </a:t>
            </a:r>
            <a:r>
              <a:rPr lang="fr-CA" dirty="0">
                <a:solidFill>
                  <a:srgbClr val="FF0000"/>
                </a:solidFill>
              </a:rPr>
              <a:t>Définitions de base et évaluation d'un flux monétaire unique</a:t>
            </a:r>
          </a:p>
        </p:txBody>
      </p:sp>
      <p:sp>
        <p:nvSpPr>
          <p:cNvPr id="4" name="Espace réservé du numéro de diapositive 3"/>
          <p:cNvSpPr>
            <a:spLocks noGrp="1"/>
          </p:cNvSpPr>
          <p:nvPr>
            <p:ph type="sldNum" sz="quarter" idx="12"/>
          </p:nvPr>
        </p:nvSpPr>
        <p:spPr/>
        <p:txBody>
          <a:bodyPr/>
          <a:lstStyle/>
          <a:p>
            <a:fld id="{EA019D1F-2BC9-41FA-953B-C3256200C508}" type="slidenum">
              <a:rPr lang="fr-CA" smtClean="0">
                <a:solidFill>
                  <a:srgbClr val="8CADAE">
                    <a:shade val="75000"/>
                  </a:srgbClr>
                </a:solidFill>
              </a:rPr>
              <a:t>27</a:t>
            </a:fld>
            <a:endParaRPr lang="fr-CA">
              <a:solidFill>
                <a:srgbClr val="8CADAE">
                  <a:shade val="75000"/>
                </a:srgbClr>
              </a:solidFill>
            </a:endParaRPr>
          </a:p>
        </p:txBody>
      </p:sp>
      <p:sp>
        <p:nvSpPr>
          <p:cNvPr id="3" name="Espace réservé du contenu 2"/>
          <p:cNvSpPr>
            <a:spLocks noGrp="1"/>
          </p:cNvSpPr>
          <p:nvPr>
            <p:ph sz="quarter" idx="1"/>
          </p:nvPr>
        </p:nvSpPr>
        <p:spPr>
          <a:xfrm>
            <a:off x="402336" y="1527048"/>
            <a:ext cx="6308200" cy="4782272"/>
          </a:xfrm>
        </p:spPr>
        <p:txBody>
          <a:bodyPr>
            <a:normAutofit/>
          </a:bodyPr>
          <a:lstStyle/>
          <a:p>
            <a:pPr marL="514350" indent="-514350">
              <a:lnSpc>
                <a:spcPct val="150000"/>
              </a:lnSpc>
              <a:buClr>
                <a:srgbClr val="C00000"/>
              </a:buClr>
              <a:buFont typeface="+mj-lt"/>
              <a:buAutoNum type="alphaUcPeriod"/>
            </a:pPr>
            <a:r>
              <a:rPr lang="en-US" dirty="0"/>
              <a:t>Le concept de valeur</a:t>
            </a:r>
          </a:p>
          <a:p>
            <a:pPr marL="514350" indent="-514350">
              <a:lnSpc>
                <a:spcPct val="150000"/>
              </a:lnSpc>
              <a:buClr>
                <a:srgbClr val="C00000"/>
              </a:buClr>
              <a:buFont typeface="+mj-lt"/>
              <a:buAutoNum type="alphaUcPeriod"/>
            </a:pPr>
            <a:r>
              <a:rPr lang="en-US" dirty="0"/>
              <a:t>Définitions de base</a:t>
            </a:r>
          </a:p>
          <a:p>
            <a:pPr marL="514350" indent="-514350">
              <a:lnSpc>
                <a:spcPct val="150000"/>
              </a:lnSpc>
              <a:buClr>
                <a:srgbClr val="C00000"/>
              </a:buClr>
              <a:buFont typeface="+mj-lt"/>
              <a:buAutoNum type="alphaUcPeriod"/>
            </a:pPr>
            <a:r>
              <a:rPr lang="en-US" dirty="0"/>
              <a:t>Intérêt simple et intérêt composé</a:t>
            </a:r>
          </a:p>
          <a:p>
            <a:pPr marL="514350" indent="-514350">
              <a:lnSpc>
                <a:spcPct val="150000"/>
              </a:lnSpc>
              <a:buClr>
                <a:srgbClr val="C00000"/>
              </a:buClr>
              <a:buFont typeface="+mj-lt"/>
              <a:buAutoNum type="alphaUcPeriod"/>
            </a:pPr>
            <a:r>
              <a:rPr lang="en-US" dirty="0"/>
              <a:t>Évaluation à flux de </a:t>
            </a:r>
            <a:r>
              <a:rPr lang="en-US" dirty="0" err="1"/>
              <a:t>trésorerie</a:t>
            </a:r>
            <a:r>
              <a:rPr lang="en-US" dirty="0"/>
              <a:t> unique</a:t>
            </a:r>
          </a:p>
          <a:p>
            <a:pPr marL="514350" indent="-514350">
              <a:lnSpc>
                <a:spcPct val="150000"/>
              </a:lnSpc>
              <a:buClr>
                <a:srgbClr val="C00000"/>
              </a:buClr>
              <a:buFont typeface="+mj-lt"/>
              <a:buAutoNum type="alphaUcPeriod"/>
            </a:pPr>
            <a:endParaRPr lang="en-US" dirty="0"/>
          </a:p>
        </p:txBody>
      </p:sp>
      <p:pic>
        <p:nvPicPr>
          <p:cNvPr id="9218" name="Picture 2" descr="Generated image">
            <a:extLst>
              <a:ext uri="{FF2B5EF4-FFF2-40B4-BE49-F238E27FC236}">
                <a16:creationId xmlns:a16="http://schemas.microsoft.com/office/drawing/2014/main" id="{6659587E-6BBC-F849-8976-2587E1B9A63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697" t="12500" r="3173"/>
          <a:stretch/>
        </p:blipFill>
        <p:spPr bwMode="auto">
          <a:xfrm>
            <a:off x="6425184" y="2233435"/>
            <a:ext cx="5173184" cy="324036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16760943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solidFill>
                  <a:srgbClr val="FF0000"/>
                </a:solidFill>
              </a:rPr>
              <a:t>Le concept de valeur</a:t>
            </a:r>
          </a:p>
        </p:txBody>
      </p:sp>
      <p:sp>
        <p:nvSpPr>
          <p:cNvPr id="4" name="Espace réservé du numéro de diapositive 3"/>
          <p:cNvSpPr>
            <a:spLocks noGrp="1"/>
          </p:cNvSpPr>
          <p:nvPr>
            <p:ph type="sldNum" sz="quarter" idx="12"/>
          </p:nvPr>
        </p:nvSpPr>
        <p:spPr/>
        <p:txBody>
          <a:bodyPr/>
          <a:lstStyle/>
          <a:p>
            <a:fld id="{EA019D1F-2BC9-41FA-953B-C3256200C508}" type="slidenum">
              <a:rPr lang="fr-CA" smtClean="0">
                <a:solidFill>
                  <a:srgbClr val="8CADAE">
                    <a:shade val="75000"/>
                  </a:srgbClr>
                </a:solidFill>
              </a:rPr>
              <a:t>28</a:t>
            </a:fld>
            <a:endParaRPr lang="fr-CA">
              <a:solidFill>
                <a:srgbClr val="8CADAE">
                  <a:shade val="75000"/>
                </a:srgbClr>
              </a:solidFill>
            </a:endParaRPr>
          </a:p>
        </p:txBody>
      </p:sp>
      <p:sp>
        <p:nvSpPr>
          <p:cNvPr id="3" name="Espace réservé du contenu 2"/>
          <p:cNvSpPr>
            <a:spLocks noGrp="1"/>
          </p:cNvSpPr>
          <p:nvPr>
            <p:ph sz="quarter" idx="1"/>
          </p:nvPr>
        </p:nvSpPr>
        <p:spPr>
          <a:xfrm>
            <a:off x="402339" y="1340768"/>
            <a:ext cx="11379200" cy="5184576"/>
          </a:xfrm>
        </p:spPr>
        <p:txBody>
          <a:bodyPr>
            <a:normAutofit/>
          </a:bodyPr>
          <a:lstStyle/>
          <a:p>
            <a:pPr>
              <a:lnSpc>
                <a:spcPct val="120000"/>
              </a:lnSpc>
            </a:pPr>
            <a:r>
              <a:rPr lang="fr-CA" sz="2200" dirty="0"/>
              <a:t>La valeur temporelle de l'argent... Le principe de l'intérêt ! </a:t>
            </a:r>
          </a:p>
          <a:p>
            <a:pPr>
              <a:lnSpc>
                <a:spcPct val="120000"/>
              </a:lnSpc>
            </a:pPr>
            <a:r>
              <a:rPr lang="en-US" sz="2200" dirty="0"/>
              <a:t>Si quelqu'un vous demande : </a:t>
            </a:r>
            <a:r>
              <a:rPr lang="en-US" sz="2200" b="1" dirty="0"/>
              <a:t>« Que préférez-vous : 1 000 $ maintenant </a:t>
            </a:r>
            <a:r>
              <a:rPr lang="en-US" sz="2200" b="1" dirty="0" err="1"/>
              <a:t>ou</a:t>
            </a:r>
            <a:r>
              <a:rPr lang="en-US" sz="2200" b="1"/>
              <a:t>            1 </a:t>
            </a:r>
            <a:r>
              <a:rPr lang="en-US" sz="2200" b="1" dirty="0"/>
              <a:t>000 $ dans deux ans ? ».</a:t>
            </a:r>
            <a:endParaRPr lang="fr-CA" dirty="0"/>
          </a:p>
          <a:p>
            <a:pPr lvl="1">
              <a:lnSpc>
                <a:spcPct val="120000"/>
              </a:lnSpc>
            </a:pPr>
            <a:endParaRPr lang="fr-CA" dirty="0"/>
          </a:p>
          <a:p>
            <a:pPr lvl="1">
              <a:lnSpc>
                <a:spcPct val="120000"/>
              </a:lnSpc>
            </a:pPr>
            <a:endParaRPr lang="fr-CA" dirty="0"/>
          </a:p>
          <a:p>
            <a:pPr lvl="1">
              <a:lnSpc>
                <a:spcPct val="120000"/>
              </a:lnSpc>
            </a:pPr>
            <a:endParaRPr lang="fr-CA" dirty="0"/>
          </a:p>
          <a:p>
            <a:pPr lvl="1">
              <a:lnSpc>
                <a:spcPct val="120000"/>
              </a:lnSpc>
            </a:pPr>
            <a:endParaRPr lang="fr-CA" dirty="0"/>
          </a:p>
          <a:p>
            <a:pPr>
              <a:lnSpc>
                <a:spcPct val="120000"/>
              </a:lnSpc>
            </a:pPr>
            <a:r>
              <a:rPr lang="fr-CA" sz="2200" dirty="0"/>
              <a:t>Les 3 </a:t>
            </a:r>
            <a:r>
              <a:rPr lang="fr-CA" sz="2200" b="1" dirty="0"/>
              <a:t>composantes du taux d'intérêt </a:t>
            </a:r>
            <a:r>
              <a:rPr lang="fr-CA" sz="2200" dirty="0"/>
              <a:t>:</a:t>
            </a:r>
          </a:p>
          <a:p>
            <a:pPr lvl="1">
              <a:lnSpc>
                <a:spcPct val="120000"/>
              </a:lnSpc>
            </a:pPr>
            <a:r>
              <a:rPr lang="fr-CA" dirty="0"/>
              <a:t>Prime de </a:t>
            </a:r>
            <a:r>
              <a:rPr lang="fr-CA" b="1" dirty="0"/>
              <a:t>temps</a:t>
            </a:r>
            <a:r>
              <a:rPr lang="fr-CA" dirty="0"/>
              <a:t> : compensation pour </a:t>
            </a:r>
            <a:r>
              <a:rPr lang="fr-CA" dirty="0" err="1"/>
              <a:t>l'attente</a:t>
            </a:r>
            <a:endParaRPr lang="fr-CA" dirty="0"/>
          </a:p>
          <a:p>
            <a:pPr lvl="1">
              <a:lnSpc>
                <a:spcPct val="120000"/>
              </a:lnSpc>
            </a:pPr>
            <a:r>
              <a:rPr lang="fr-CA" dirty="0"/>
              <a:t>Prime d'</a:t>
            </a:r>
            <a:r>
              <a:rPr lang="fr-CA" b="1" dirty="0"/>
              <a:t>inflation</a:t>
            </a:r>
            <a:r>
              <a:rPr lang="fr-CA" dirty="0"/>
              <a:t> : compensation pour la montée dans les prix</a:t>
            </a:r>
          </a:p>
          <a:p>
            <a:pPr lvl="1">
              <a:lnSpc>
                <a:spcPct val="120000"/>
              </a:lnSpc>
            </a:pPr>
            <a:r>
              <a:rPr lang="fr-CA" dirty="0"/>
              <a:t>Prime de</a:t>
            </a:r>
            <a:r>
              <a:rPr lang="fr-CA" b="1" dirty="0"/>
              <a:t> risque </a:t>
            </a:r>
            <a:r>
              <a:rPr lang="fr-CA" dirty="0"/>
              <a:t>: incertitude, variabilité du rendement</a:t>
            </a:r>
            <a:endParaRPr lang="fr-CA" sz="1600" dirty="0"/>
          </a:p>
        </p:txBody>
      </p:sp>
      <p:grpSp>
        <p:nvGrpSpPr>
          <p:cNvPr id="18" name="Groupe 27">
            <a:extLst>
              <a:ext uri="{FF2B5EF4-FFF2-40B4-BE49-F238E27FC236}">
                <a16:creationId xmlns:a16="http://schemas.microsoft.com/office/drawing/2014/main" id="{62736387-1D41-45A3-B4B8-5E4FF8C537F3}"/>
              </a:ext>
            </a:extLst>
          </p:cNvPr>
          <p:cNvGrpSpPr/>
          <p:nvPr/>
        </p:nvGrpSpPr>
        <p:grpSpPr>
          <a:xfrm>
            <a:off x="1816099" y="2511793"/>
            <a:ext cx="7998969" cy="2205151"/>
            <a:chOff x="254021" y="1409970"/>
            <a:chExt cx="10119625" cy="3496281"/>
          </a:xfrm>
        </p:grpSpPr>
        <p:sp>
          <p:nvSpPr>
            <p:cNvPr id="19" name="TextBox 18">
              <a:extLst>
                <a:ext uri="{FF2B5EF4-FFF2-40B4-BE49-F238E27FC236}">
                  <a16:creationId xmlns:a16="http://schemas.microsoft.com/office/drawing/2014/main" id="{61CFCFEB-3ACD-4549-866E-7D81A9869E9C}"/>
                </a:ext>
              </a:extLst>
            </p:cNvPr>
            <p:cNvSpPr txBox="1">
              <a:spLocks noChangeArrowheads="1"/>
            </p:cNvSpPr>
            <p:nvPr/>
          </p:nvSpPr>
          <p:spPr>
            <a:xfrm>
              <a:off x="254021" y="1409970"/>
              <a:ext cx="10119625" cy="548640"/>
            </a:xfrm>
            <a:prstGeom prst="rect">
              <a:avLst/>
            </a:prstGeom>
            <a:noFill/>
          </p:spPr>
          <p:txBody>
            <a:bodyPr vert="horz" lIns="91440" tIns="45720" rIns="91440" bIns="45720" rtlCol="0">
              <a:no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Font typeface="Arial" pitchFamily="34" charset="0"/>
                <a:buNone/>
              </a:pPr>
              <a:endParaRPr lang="fr-FR" sz="1900" dirty="0">
                <a:solidFill>
                  <a:srgbClr val="C00000"/>
                </a:solidFill>
                <a:latin typeface="+mj-lt"/>
              </a:endParaRPr>
            </a:p>
          </p:txBody>
        </p:sp>
        <p:pic>
          <p:nvPicPr>
            <p:cNvPr id="20" name="Picture 19">
              <a:extLst>
                <a:ext uri="{FF2B5EF4-FFF2-40B4-BE49-F238E27FC236}">
                  <a16:creationId xmlns:a16="http://schemas.microsoft.com/office/drawing/2014/main" id="{CEF3C2F6-D4B6-4597-9C08-95384CBEACB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0659" t="289" r="40141" b="66654"/>
            <a:stretch/>
          </p:blipFill>
          <p:spPr bwMode="auto">
            <a:xfrm>
              <a:off x="1543365" y="2221752"/>
              <a:ext cx="731520" cy="76200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458BB14E-F0CF-4762-B290-0AD17BAB69E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800" r="60000" b="66942"/>
            <a:stretch/>
          </p:blipFill>
          <p:spPr bwMode="auto">
            <a:xfrm>
              <a:off x="3419107" y="2221752"/>
              <a:ext cx="731520" cy="7620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0D503C4C-E8FF-4B40-9189-B61D7E2E822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05" t="816" r="79795" b="66126"/>
            <a:stretch/>
          </p:blipFill>
          <p:spPr bwMode="auto">
            <a:xfrm>
              <a:off x="5280370" y="2221752"/>
              <a:ext cx="731520" cy="7620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A011D143-76D9-47E9-AE59-2B55E3743DA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0800" t="66116" r="40000" b="826"/>
            <a:stretch/>
          </p:blipFill>
          <p:spPr bwMode="auto">
            <a:xfrm>
              <a:off x="7132320" y="2218929"/>
              <a:ext cx="731520" cy="762000"/>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Arrow Connector 23">
              <a:extLst>
                <a:ext uri="{FF2B5EF4-FFF2-40B4-BE49-F238E27FC236}">
                  <a16:creationId xmlns:a16="http://schemas.microsoft.com/office/drawing/2014/main" id="{B54CCEA1-FD1A-4297-92F6-5EC2582F09E2}"/>
                </a:ext>
              </a:extLst>
            </p:cNvPr>
            <p:cNvCxnSpPr/>
            <p:nvPr/>
          </p:nvCxnSpPr>
          <p:spPr>
            <a:xfrm>
              <a:off x="1463039" y="3534493"/>
              <a:ext cx="7178040" cy="158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 name="TextBox 51">
              <a:extLst>
                <a:ext uri="{FF2B5EF4-FFF2-40B4-BE49-F238E27FC236}">
                  <a16:creationId xmlns:a16="http://schemas.microsoft.com/office/drawing/2014/main" id="{A3751B29-10BD-4835-B184-FFDE338682D5}"/>
                </a:ext>
              </a:extLst>
            </p:cNvPr>
            <p:cNvSpPr txBox="1"/>
            <p:nvPr/>
          </p:nvSpPr>
          <p:spPr>
            <a:xfrm>
              <a:off x="984261" y="2997536"/>
              <a:ext cx="1785033" cy="1903129"/>
            </a:xfrm>
            <a:prstGeom prst="rect">
              <a:avLst/>
            </a:prstGeom>
            <a:noFill/>
          </p:spPr>
          <p:txBody>
            <a:bodyPr wrap="non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CA" dirty="0">
                  <a:solidFill>
                    <a:srgbClr val="C00000"/>
                  </a:solidFill>
                  <a:latin typeface="+mj-lt"/>
                </a:rPr>
                <a:t>1 000</a:t>
              </a:r>
            </a:p>
            <a:p>
              <a:pPr algn="ctr"/>
              <a:br>
                <a:rPr lang="fr-CA" dirty="0">
                  <a:solidFill>
                    <a:srgbClr val="C00000"/>
                  </a:solidFill>
                  <a:latin typeface="+mj-lt"/>
                </a:rPr>
              </a:br>
              <a:r>
                <a:rPr lang="fr-CA" dirty="0">
                  <a:solidFill>
                    <a:srgbClr val="C00000"/>
                  </a:solidFill>
                  <a:latin typeface="+mj-lt"/>
                </a:rPr>
                <a:t>Aujourd'hui</a:t>
              </a:r>
            </a:p>
            <a:p>
              <a:pPr algn="ctr"/>
              <a:endParaRPr lang="fr-CA" dirty="0">
                <a:solidFill>
                  <a:srgbClr val="C00000"/>
                </a:solidFill>
                <a:latin typeface="+mj-lt"/>
              </a:endParaRPr>
            </a:p>
          </p:txBody>
        </p:sp>
        <p:sp>
          <p:nvSpPr>
            <p:cNvPr id="27" name="TextBox 52">
              <a:extLst>
                <a:ext uri="{FF2B5EF4-FFF2-40B4-BE49-F238E27FC236}">
                  <a16:creationId xmlns:a16="http://schemas.microsoft.com/office/drawing/2014/main" id="{74A1CF61-2041-425C-AD13-51C1D435333A}"/>
                </a:ext>
              </a:extLst>
            </p:cNvPr>
            <p:cNvSpPr txBox="1"/>
            <p:nvPr/>
          </p:nvSpPr>
          <p:spPr>
            <a:xfrm>
              <a:off x="3006684" y="3000328"/>
              <a:ext cx="1486920" cy="1903129"/>
            </a:xfrm>
            <a:prstGeom prst="rect">
              <a:avLst/>
            </a:prstGeom>
            <a:noFill/>
          </p:spPr>
          <p:txBody>
            <a:bodyPr wrap="non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CA" dirty="0">
                  <a:solidFill>
                    <a:srgbClr val="C00000"/>
                  </a:solidFill>
                  <a:latin typeface="+mj-lt"/>
                </a:rPr>
                <a:t>1 000</a:t>
              </a:r>
            </a:p>
            <a:p>
              <a:pPr algn="ctr"/>
              <a:endParaRPr lang="fr-CA" dirty="0">
                <a:solidFill>
                  <a:srgbClr val="C00000"/>
                </a:solidFill>
                <a:latin typeface="+mj-lt"/>
              </a:endParaRPr>
            </a:p>
            <a:p>
              <a:pPr algn="ctr"/>
              <a:r>
                <a:rPr lang="fr-CA" dirty="0">
                  <a:solidFill>
                    <a:srgbClr val="C00000"/>
                  </a:solidFill>
                  <a:latin typeface="+mj-lt"/>
                </a:rPr>
                <a:t>Dans 1 an</a:t>
              </a:r>
            </a:p>
            <a:p>
              <a:pPr algn="ctr"/>
              <a:endParaRPr lang="fr-CA" dirty="0">
                <a:solidFill>
                  <a:srgbClr val="C00000"/>
                </a:solidFill>
                <a:latin typeface="+mj-lt"/>
              </a:endParaRPr>
            </a:p>
          </p:txBody>
        </p:sp>
        <p:sp>
          <p:nvSpPr>
            <p:cNvPr id="28" name="TextBox 53">
              <a:extLst>
                <a:ext uri="{FF2B5EF4-FFF2-40B4-BE49-F238E27FC236}">
                  <a16:creationId xmlns:a16="http://schemas.microsoft.com/office/drawing/2014/main" id="{FADE0445-822D-4AC0-9D6F-CE6208D1EF76}"/>
                </a:ext>
              </a:extLst>
            </p:cNvPr>
            <p:cNvSpPr txBox="1"/>
            <p:nvPr/>
          </p:nvSpPr>
          <p:spPr>
            <a:xfrm>
              <a:off x="4802985" y="3003122"/>
              <a:ext cx="1641045" cy="1903129"/>
            </a:xfrm>
            <a:prstGeom prst="rect">
              <a:avLst/>
            </a:prstGeom>
            <a:noFill/>
          </p:spPr>
          <p:txBody>
            <a:bodyPr wrap="non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CA" dirty="0">
                  <a:solidFill>
                    <a:srgbClr val="C00000"/>
                  </a:solidFill>
                  <a:latin typeface="+mj-lt"/>
                </a:rPr>
                <a:t>1 000</a:t>
              </a:r>
            </a:p>
            <a:p>
              <a:pPr algn="ctr"/>
              <a:br>
                <a:rPr lang="fr-CA" dirty="0">
                  <a:solidFill>
                    <a:srgbClr val="C00000"/>
                  </a:solidFill>
                  <a:latin typeface="+mj-lt"/>
                </a:rPr>
              </a:br>
              <a:r>
                <a:rPr lang="fr-CA" dirty="0">
                  <a:solidFill>
                    <a:srgbClr val="C00000"/>
                  </a:solidFill>
                  <a:latin typeface="+mj-lt"/>
                </a:rPr>
                <a:t>Dans 5 ans</a:t>
              </a:r>
            </a:p>
            <a:p>
              <a:pPr algn="ctr"/>
              <a:endParaRPr lang="fr-CA" dirty="0">
                <a:solidFill>
                  <a:srgbClr val="C00000"/>
                </a:solidFill>
                <a:latin typeface="+mj-lt"/>
              </a:endParaRPr>
            </a:p>
          </p:txBody>
        </p:sp>
        <p:sp>
          <p:nvSpPr>
            <p:cNvPr id="29" name="TextBox 54">
              <a:extLst>
                <a:ext uri="{FF2B5EF4-FFF2-40B4-BE49-F238E27FC236}">
                  <a16:creationId xmlns:a16="http://schemas.microsoft.com/office/drawing/2014/main" id="{26BFD772-1EC2-42C5-A0F5-0BDABCB0BDF9}"/>
                </a:ext>
              </a:extLst>
            </p:cNvPr>
            <p:cNvSpPr txBox="1"/>
            <p:nvPr/>
          </p:nvSpPr>
          <p:spPr>
            <a:xfrm>
              <a:off x="6565629" y="3005912"/>
              <a:ext cx="1819508" cy="1463946"/>
            </a:xfrm>
            <a:prstGeom prst="rect">
              <a:avLst/>
            </a:prstGeom>
            <a:noFill/>
          </p:spPr>
          <p:txBody>
            <a:bodyPr wrap="non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CA" dirty="0">
                  <a:solidFill>
                    <a:srgbClr val="C00000"/>
                  </a:solidFill>
                  <a:latin typeface="+mj-lt"/>
                </a:rPr>
                <a:t>1 000</a:t>
              </a:r>
            </a:p>
            <a:p>
              <a:pPr algn="ctr"/>
              <a:endParaRPr lang="fr-CA" dirty="0">
                <a:solidFill>
                  <a:srgbClr val="C00000"/>
                </a:solidFill>
                <a:latin typeface="+mj-lt"/>
              </a:endParaRPr>
            </a:p>
            <a:p>
              <a:pPr algn="ctr"/>
              <a:r>
                <a:rPr lang="fr-CA" dirty="0">
                  <a:solidFill>
                    <a:srgbClr val="C00000"/>
                  </a:solidFill>
                  <a:latin typeface="+mj-lt"/>
                </a:rPr>
                <a:t>Dans 50 ans</a:t>
              </a:r>
            </a:p>
          </p:txBody>
        </p:sp>
      </p:grpSp>
      <p:sp>
        <p:nvSpPr>
          <p:cNvPr id="6" name="TextBox 5">
            <a:extLst>
              <a:ext uri="{FF2B5EF4-FFF2-40B4-BE49-F238E27FC236}">
                <a16:creationId xmlns:a16="http://schemas.microsoft.com/office/drawing/2014/main" id="{8AC1206B-8577-1D6A-3E9F-58F980CB2D3E}"/>
              </a:ext>
            </a:extLst>
          </p:cNvPr>
          <p:cNvSpPr txBox="1"/>
          <p:nvPr/>
        </p:nvSpPr>
        <p:spPr>
          <a:xfrm>
            <a:off x="8662731" y="2906426"/>
            <a:ext cx="3103961" cy="1569660"/>
          </a:xfrm>
          <a:prstGeom prst="rect">
            <a:avLst/>
          </a:prstGeom>
          <a:solidFill>
            <a:schemeClr val="accent1">
              <a:lumMod val="20000"/>
              <a:lumOff val="80000"/>
            </a:schemeClr>
          </a:solidFill>
        </p:spPr>
        <p:txBody>
          <a:bodyPr wrap="square">
            <a:spAutoFit/>
          </a:bodyPr>
          <a:lstStyle/>
          <a:p>
            <a:pPr algn="ctr">
              <a:buFont typeface="Arial" pitchFamily="34" charset="0"/>
              <a:buNone/>
            </a:pPr>
            <a:r>
              <a:rPr lang="fr-CA" sz="2400" dirty="0"/>
              <a:t>👉 </a:t>
            </a:r>
            <a:r>
              <a:rPr lang="fr-FR" sz="2400" dirty="0">
                <a:latin typeface="Ink Free" panose="03080402000500000000" pitchFamily="66" charset="0"/>
              </a:rPr>
              <a:t>Un dollar gagné aujourd'hui vaut plus qu'un dollar gagné demain !</a:t>
            </a:r>
          </a:p>
        </p:txBody>
      </p:sp>
    </p:spTree>
    <p:extLst>
      <p:ext uri="{BB962C8B-B14F-4D97-AF65-F5344CB8AC3E}">
        <p14:creationId xmlns:p14="http://schemas.microsoft.com/office/powerpoint/2010/main" val="31240160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err="1"/>
              <a:t>Qu'est-ce que le risque </a:t>
            </a:r>
            <a:r>
              <a:rPr lang="fr-CA" dirty="0"/>
              <a:t>?</a:t>
            </a:r>
          </a:p>
        </p:txBody>
      </p:sp>
      <p:sp>
        <p:nvSpPr>
          <p:cNvPr id="4" name="Espace réservé du numéro de diapositive 3"/>
          <p:cNvSpPr>
            <a:spLocks noGrp="1"/>
          </p:cNvSpPr>
          <p:nvPr>
            <p:ph type="sldNum" sz="quarter" idx="12"/>
          </p:nvPr>
        </p:nvSpPr>
        <p:spPr/>
        <p:txBody>
          <a:bodyPr/>
          <a:lstStyle/>
          <a:p>
            <a:fld id="{EA019D1F-2BC9-41FA-953B-C3256200C508}" type="slidenum">
              <a:rPr lang="fr-CA" smtClean="0">
                <a:solidFill>
                  <a:srgbClr val="8CADAE">
                    <a:shade val="75000"/>
                  </a:srgbClr>
                </a:solidFill>
              </a:rPr>
              <a:t>29</a:t>
            </a:fld>
            <a:endParaRPr lang="fr-CA">
              <a:solidFill>
                <a:srgbClr val="8CADAE">
                  <a:shade val="75000"/>
                </a:srgbClr>
              </a:solidFill>
            </a:endParaRPr>
          </a:p>
        </p:txBody>
      </p:sp>
      <p:sp>
        <p:nvSpPr>
          <p:cNvPr id="3" name="Espace réservé du contenu 2"/>
          <p:cNvSpPr>
            <a:spLocks noGrp="1"/>
          </p:cNvSpPr>
          <p:nvPr>
            <p:ph sz="quarter" idx="1"/>
          </p:nvPr>
        </p:nvSpPr>
        <p:spPr>
          <a:xfrm>
            <a:off x="1825752" y="1340768"/>
            <a:ext cx="8503920" cy="5102352"/>
          </a:xfrm>
        </p:spPr>
        <p:txBody>
          <a:bodyPr>
            <a:normAutofit/>
          </a:bodyPr>
          <a:lstStyle/>
          <a:p>
            <a:endParaRPr lang="fr-CA" sz="1500" dirty="0"/>
          </a:p>
          <a:p>
            <a:endParaRPr lang="fr-CA" sz="1500" dirty="0"/>
          </a:p>
          <a:p>
            <a:pPr marL="0" indent="0">
              <a:buNone/>
            </a:pPr>
            <a:endParaRPr lang="fr-CA" sz="1500" dirty="0"/>
          </a:p>
          <a:p>
            <a:endParaRPr lang="fr-CA" sz="1500" dirty="0"/>
          </a:p>
          <a:p>
            <a:endParaRPr lang="fr-CA" sz="1500" dirty="0"/>
          </a:p>
          <a:p>
            <a:endParaRPr lang="fr-CA" sz="1500" dirty="0"/>
          </a:p>
          <a:p>
            <a:pPr marL="0" indent="0">
              <a:buNone/>
            </a:pPr>
            <a:endParaRPr lang="fr-CA" sz="1500" dirty="0"/>
          </a:p>
          <a:p>
            <a:pPr marL="0" indent="0">
              <a:buNone/>
            </a:pPr>
            <a:endParaRPr lang="fr-CA" sz="1500" dirty="0"/>
          </a:p>
          <a:p>
            <a:pPr marL="0" indent="0">
              <a:buNone/>
            </a:pPr>
            <a:endParaRPr lang="fr-CA" sz="1500" dirty="0"/>
          </a:p>
          <a:p>
            <a:pPr lvl="1"/>
            <a:endParaRPr lang="fr-CA" dirty="0"/>
          </a:p>
          <a:p>
            <a:pPr lvl="1"/>
            <a:endParaRPr lang="fr-CA" dirty="0"/>
          </a:p>
          <a:p>
            <a:pPr lvl="1"/>
            <a:endParaRPr lang="fr-CA" dirty="0"/>
          </a:p>
          <a:p>
            <a:pPr lvl="1"/>
            <a:endParaRPr lang="fr-CA" dirty="0"/>
          </a:p>
          <a:p>
            <a:pPr lvl="1"/>
            <a:endParaRPr lang="fr-CA" dirty="0"/>
          </a:p>
          <a:p>
            <a:endParaRPr lang="fr-CA" dirty="0"/>
          </a:p>
          <a:p>
            <a:pPr lvl="1"/>
            <a:endParaRPr lang="fr-CA" dirty="0"/>
          </a:p>
        </p:txBody>
      </p:sp>
      <p:pic>
        <p:nvPicPr>
          <p:cNvPr id="5122" name="Picture 2" descr="How Does a Parachute Work? - Wisconsin Skydiving Center">
            <a:extLst>
              <a:ext uri="{FF2B5EF4-FFF2-40B4-BE49-F238E27FC236}">
                <a16:creationId xmlns:a16="http://schemas.microsoft.com/office/drawing/2014/main" id="{0BC59764-D4DD-9FC9-B17D-2BA1EB89A7E6}"/>
              </a:ext>
            </a:extLst>
          </p:cNvPr>
          <p:cNvPicPr>
            <a:picLocks noChangeAspect="1" noChangeArrowheads="1"/>
          </p:cNvPicPr>
          <p:nvPr/>
        </p:nvPicPr>
        <p:blipFill>
          <a:blip r:embed="rId3">
            <a:alphaModFix amt="85000"/>
            <a:extLst>
              <a:ext uri="{28A0092B-C50C-407E-A947-70E740481C1C}">
                <a14:useLocalDpi xmlns:a14="http://schemas.microsoft.com/office/drawing/2010/main" val="0"/>
              </a:ext>
            </a:extLst>
          </a:blip>
          <a:srcRect/>
          <a:stretch>
            <a:fillRect/>
          </a:stretch>
        </p:blipFill>
        <p:spPr bwMode="auto">
          <a:xfrm>
            <a:off x="3426865" y="1782093"/>
            <a:ext cx="5301693" cy="4170107"/>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37079350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75D2A-3825-9585-8A1F-555ABAE8ACE5}"/>
              </a:ext>
            </a:extLst>
          </p:cNvPr>
          <p:cNvSpPr>
            <a:spLocks noGrp="1"/>
          </p:cNvSpPr>
          <p:nvPr>
            <p:ph type="title"/>
          </p:nvPr>
        </p:nvSpPr>
        <p:spPr>
          <a:xfrm>
            <a:off x="467756" y="228600"/>
            <a:ext cx="11305256" cy="758952"/>
          </a:xfrm>
        </p:spPr>
        <p:txBody>
          <a:bodyPr>
            <a:normAutofit/>
          </a:bodyPr>
          <a:lstStyle/>
          <a:p>
            <a:r>
              <a:rPr lang="en-US" sz="2700" b="1" dirty="0"/>
              <a:t>Exemple </a:t>
            </a:r>
            <a:r>
              <a:rPr lang="en-US" sz="2700" dirty="0"/>
              <a:t>: préférence pour 1 000 $ maintenant ou 1 000 $ plus tard ?</a:t>
            </a:r>
            <a:endParaRPr lang="fr-CA" sz="2700" dirty="0"/>
          </a:p>
        </p:txBody>
      </p:sp>
      <p:sp>
        <p:nvSpPr>
          <p:cNvPr id="3" name="Slide Number Placeholder 2">
            <a:extLst>
              <a:ext uri="{FF2B5EF4-FFF2-40B4-BE49-F238E27FC236}">
                <a16:creationId xmlns:a16="http://schemas.microsoft.com/office/drawing/2014/main" id="{11CBA739-B7FD-128F-B843-4ED97488D2C1}"/>
              </a:ext>
            </a:extLst>
          </p:cNvPr>
          <p:cNvSpPr>
            <a:spLocks noGrp="1"/>
          </p:cNvSpPr>
          <p:nvPr>
            <p:ph type="sldNum" sz="quarter" idx="12"/>
          </p:nvPr>
        </p:nvSpPr>
        <p:spPr/>
        <p:txBody>
          <a:bodyPr/>
          <a:lstStyle/>
          <a:p>
            <a:fld id="{EA019D1F-2BC9-41FA-953B-C3256200C508}" type="slidenum">
              <a:rPr lang="fr-CA" smtClean="0">
                <a:solidFill>
                  <a:srgbClr val="8CADAE">
                    <a:shade val="75000"/>
                  </a:srgbClr>
                </a:solidFill>
              </a:rPr>
              <a:t>30</a:t>
            </a:fld>
            <a:endParaRPr lang="fr-CA" dirty="0">
              <a:solidFill>
                <a:srgbClr val="8CADAE">
                  <a:shade val="75000"/>
                </a:srgbClr>
              </a:solidFill>
            </a:endParaRPr>
          </a:p>
        </p:txBody>
      </p:sp>
      <p:sp>
        <p:nvSpPr>
          <p:cNvPr id="4" name="Content Placeholder 3">
            <a:extLst>
              <a:ext uri="{FF2B5EF4-FFF2-40B4-BE49-F238E27FC236}">
                <a16:creationId xmlns:a16="http://schemas.microsoft.com/office/drawing/2014/main" id="{2B10A813-4EF0-0932-4F2F-1696F7F9EEEF}"/>
              </a:ext>
            </a:extLst>
          </p:cNvPr>
          <p:cNvSpPr>
            <a:spLocks noGrp="1"/>
          </p:cNvSpPr>
          <p:nvPr>
            <p:ph sz="quarter" idx="1"/>
          </p:nvPr>
        </p:nvSpPr>
        <p:spPr>
          <a:xfrm>
            <a:off x="335360" y="1544734"/>
            <a:ext cx="11521280" cy="5084666"/>
          </a:xfrm>
        </p:spPr>
        <p:txBody>
          <a:bodyPr>
            <a:normAutofit/>
          </a:bodyPr>
          <a:lstStyle/>
          <a:p>
            <a:r>
              <a:rPr lang="fr-CA" dirty="0"/>
              <a:t>Dans l</a:t>
            </a:r>
            <a:r>
              <a:rPr lang="fr-CA" dirty="0" err="1"/>
              <a:t>'exemple</a:t>
            </a:r>
            <a:r>
              <a:rPr lang="fr-CA" dirty="0"/>
              <a:t> </a:t>
            </a:r>
            <a:r>
              <a:rPr lang="fr-CA" dirty="0" err="1"/>
              <a:t>précédent</a:t>
            </a:r>
            <a:r>
              <a:rPr lang="fr-CA" dirty="0"/>
              <a:t>, </a:t>
            </a:r>
            <a:r>
              <a:rPr lang="en-US" dirty="0"/>
              <a:t>il est clair que nous choisirions tous 1 000 $ </a:t>
            </a:r>
            <a:r>
              <a:rPr lang="en-US" b="1" dirty="0"/>
              <a:t>aujourd'hui</a:t>
            </a:r>
            <a:r>
              <a:rPr lang="en-US" dirty="0"/>
              <a:t>.</a:t>
            </a:r>
          </a:p>
          <a:p>
            <a:endParaRPr lang="en-US" dirty="0"/>
          </a:p>
          <a:p>
            <a:pPr marL="0" indent="0" algn="ctr">
              <a:buNone/>
            </a:pPr>
            <a:r>
              <a:rPr lang="fr-CA" sz="4000" b="1" dirty="0">
                <a:latin typeface="Ink Free" panose="03080402000500000000" pitchFamily="66" charset="0"/>
              </a:rPr>
              <a:t>MAIS</a:t>
            </a:r>
          </a:p>
          <a:p>
            <a:pPr marL="0" indent="0">
              <a:buNone/>
            </a:pPr>
            <a:endParaRPr lang="fr-CA" b="1" dirty="0">
              <a:latin typeface="Ink Free" panose="03080402000500000000" pitchFamily="66" charset="0"/>
            </a:endParaRPr>
          </a:p>
          <a:p>
            <a:r>
              <a:rPr lang="en-US" dirty="0"/>
              <a:t>Que se passe-t-il si le choix est </a:t>
            </a:r>
            <a:r>
              <a:rPr lang="en-US" b="1" dirty="0"/>
              <a:t>entre 1 000 $ </a:t>
            </a:r>
            <a:r>
              <a:rPr lang="en-US" b="1" dirty="0" err="1"/>
              <a:t>aujourd'hui</a:t>
            </a:r>
            <a:r>
              <a:rPr lang="en-US" b="1" dirty="0"/>
              <a:t> et  1 500 $ dans deux ans </a:t>
            </a:r>
            <a:r>
              <a:rPr lang="en-US" dirty="0"/>
              <a:t>?</a:t>
            </a:r>
            <a:endParaRPr lang="fr-CA" dirty="0"/>
          </a:p>
          <a:p>
            <a:pPr marL="788670" lvl="1" indent="-514350"/>
            <a:r>
              <a:rPr lang="fr-CA" sz="2800" dirty="0"/>
              <a:t>Le choix est moins évident…..</a:t>
            </a:r>
          </a:p>
          <a:p>
            <a:pPr marL="788670" lvl="1" indent="-514350"/>
            <a:r>
              <a:rPr lang="fr-CA" sz="2800" dirty="0"/>
              <a:t>Il faut les comparer au </a:t>
            </a:r>
            <a:r>
              <a:rPr lang="fr-CA" sz="2800" b="1" dirty="0"/>
              <a:t>même moment </a:t>
            </a:r>
            <a:r>
              <a:rPr lang="fr-CA" sz="2800" dirty="0"/>
              <a:t>!</a:t>
            </a:r>
            <a:endParaRPr lang="fr-CA" sz="3200" dirty="0">
              <a:solidFill>
                <a:srgbClr val="C00000"/>
              </a:solidFill>
            </a:endParaRPr>
          </a:p>
          <a:p>
            <a:pPr marL="788670" lvl="1" indent="-514350">
              <a:buFont typeface="+mj-lt"/>
              <a:buAutoNum type="arabicPeriod"/>
            </a:pPr>
            <a:endParaRPr lang="fr-CA" dirty="0"/>
          </a:p>
          <a:p>
            <a:pPr marL="13" indent="0">
              <a:buNone/>
            </a:pPr>
            <a:endParaRPr lang="fr-CA" dirty="0"/>
          </a:p>
          <a:p>
            <a:pPr marL="274320" lvl="1" indent="0">
              <a:buNone/>
            </a:pPr>
            <a:endParaRPr lang="fr-CA" dirty="0"/>
          </a:p>
          <a:p>
            <a:pPr marL="274320" lvl="1" indent="0">
              <a:buNone/>
            </a:pPr>
            <a:endParaRPr lang="fr-CA" dirty="0"/>
          </a:p>
          <a:p>
            <a:pPr marL="0" indent="0">
              <a:buNone/>
            </a:pPr>
            <a:endParaRPr lang="fr-CA" dirty="0"/>
          </a:p>
        </p:txBody>
      </p:sp>
      <p:pic>
        <p:nvPicPr>
          <p:cNvPr id="10242" name="Picture 2" descr="Thinking">
            <a:extLst>
              <a:ext uri="{FF2B5EF4-FFF2-40B4-BE49-F238E27FC236}">
                <a16:creationId xmlns:a16="http://schemas.microsoft.com/office/drawing/2014/main" id="{0FB7BAC8-EA63-C441-FA06-B5AFF70EA7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92344" y="4725144"/>
            <a:ext cx="1579240" cy="1579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52195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79D1079-6679-0F3D-A287-A5CD6F4A20CE}"/>
              </a:ext>
            </a:extLst>
          </p:cNvPr>
          <p:cNvSpPr/>
          <p:nvPr/>
        </p:nvSpPr>
        <p:spPr>
          <a:xfrm>
            <a:off x="287736" y="3340733"/>
            <a:ext cx="11665296" cy="2088232"/>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2" name="Title 1">
            <a:extLst>
              <a:ext uri="{FF2B5EF4-FFF2-40B4-BE49-F238E27FC236}">
                <a16:creationId xmlns:a16="http://schemas.microsoft.com/office/drawing/2014/main" id="{EEA75D2A-3825-9585-8A1F-555ABAE8ACE5}"/>
              </a:ext>
            </a:extLst>
          </p:cNvPr>
          <p:cNvSpPr>
            <a:spLocks noGrp="1"/>
          </p:cNvSpPr>
          <p:nvPr>
            <p:ph type="title"/>
          </p:nvPr>
        </p:nvSpPr>
        <p:spPr/>
        <p:txBody>
          <a:bodyPr/>
          <a:lstStyle/>
          <a:p>
            <a:r>
              <a:rPr lang="fr-CA" dirty="0"/>
              <a:t>Le concept de valeur</a:t>
            </a:r>
          </a:p>
        </p:txBody>
      </p:sp>
      <p:sp>
        <p:nvSpPr>
          <p:cNvPr id="3" name="Slide Number Placeholder 2">
            <a:extLst>
              <a:ext uri="{FF2B5EF4-FFF2-40B4-BE49-F238E27FC236}">
                <a16:creationId xmlns:a16="http://schemas.microsoft.com/office/drawing/2014/main" id="{11CBA739-B7FD-128F-B843-4ED97488D2C1}"/>
              </a:ext>
            </a:extLst>
          </p:cNvPr>
          <p:cNvSpPr>
            <a:spLocks noGrp="1"/>
          </p:cNvSpPr>
          <p:nvPr>
            <p:ph type="sldNum" sz="quarter" idx="12"/>
          </p:nvPr>
        </p:nvSpPr>
        <p:spPr/>
        <p:txBody>
          <a:bodyPr/>
          <a:lstStyle/>
          <a:p>
            <a:fld id="{EA019D1F-2BC9-41FA-953B-C3256200C508}" type="slidenum">
              <a:rPr lang="fr-CA" smtClean="0">
                <a:solidFill>
                  <a:srgbClr val="8CADAE">
                    <a:shade val="75000"/>
                  </a:srgbClr>
                </a:solidFill>
              </a:rPr>
              <a:t>31</a:t>
            </a:fld>
            <a:endParaRPr lang="fr-CA" dirty="0">
              <a:solidFill>
                <a:srgbClr val="8CADAE">
                  <a:shade val="75000"/>
                </a:srgbClr>
              </a:solidFill>
            </a:endParaRPr>
          </a:p>
        </p:txBody>
      </p:sp>
      <p:sp>
        <p:nvSpPr>
          <p:cNvPr id="4" name="Content Placeholder 3">
            <a:extLst>
              <a:ext uri="{FF2B5EF4-FFF2-40B4-BE49-F238E27FC236}">
                <a16:creationId xmlns:a16="http://schemas.microsoft.com/office/drawing/2014/main" id="{2B10A813-4EF0-0932-4F2F-1696F7F9EEEF}"/>
              </a:ext>
            </a:extLst>
          </p:cNvPr>
          <p:cNvSpPr>
            <a:spLocks noGrp="1"/>
          </p:cNvSpPr>
          <p:nvPr>
            <p:ph sz="quarter" idx="1"/>
          </p:nvPr>
        </p:nvSpPr>
        <p:spPr>
          <a:xfrm>
            <a:off x="332845" y="1544734"/>
            <a:ext cx="11518187" cy="5084666"/>
          </a:xfrm>
        </p:spPr>
        <p:txBody>
          <a:bodyPr>
            <a:normAutofit/>
          </a:bodyPr>
          <a:lstStyle/>
          <a:p>
            <a:r>
              <a:rPr lang="en-CA" dirty="0"/>
              <a:t>Pour </a:t>
            </a:r>
            <a:r>
              <a:rPr lang="en-CA" b="1" dirty="0"/>
              <a:t>choisir</a:t>
            </a:r>
            <a:r>
              <a:rPr lang="en-CA" dirty="0"/>
              <a:t>, nous avons besoin des </a:t>
            </a:r>
            <a:r>
              <a:rPr lang="en-CA" b="1" dirty="0"/>
              <a:t>mathématiques financières</a:t>
            </a:r>
            <a:r>
              <a:rPr lang="en-CA" dirty="0"/>
              <a:t> !</a:t>
            </a:r>
          </a:p>
          <a:p>
            <a:pPr marL="788670" lvl="1" indent="-514350"/>
            <a:r>
              <a:rPr lang="en-CA" dirty="0"/>
              <a:t>Des </a:t>
            </a:r>
            <a:r>
              <a:rPr lang="en-CA" b="1" dirty="0"/>
              <a:t>formules</a:t>
            </a:r>
            <a:r>
              <a:rPr lang="en-CA" dirty="0"/>
              <a:t> qui nous permettent de </a:t>
            </a:r>
            <a:r>
              <a:rPr lang="en-CA" u="sng" dirty="0"/>
              <a:t>transférer des montants d'argent entre différentes périodes</a:t>
            </a:r>
          </a:p>
          <a:p>
            <a:pPr marL="788670" lvl="1" indent="-514350"/>
            <a:endParaRPr lang="en-CA" dirty="0"/>
          </a:p>
          <a:p>
            <a:pPr marL="788670" lvl="1" indent="-514350"/>
            <a:endParaRPr lang="en-CA" dirty="0"/>
          </a:p>
          <a:p>
            <a:pPr marL="514363" indent="-514350"/>
            <a:r>
              <a:rPr lang="en-CA" sz="4000" dirty="0"/>
              <a:t>POURQUOI ??</a:t>
            </a:r>
          </a:p>
          <a:p>
            <a:pPr marL="788670" lvl="1" indent="-514350"/>
            <a:r>
              <a:rPr lang="en-US" dirty="0"/>
              <a:t>Deux montants ne peuvent être </a:t>
            </a:r>
            <a:r>
              <a:rPr lang="en-US" sz="2400" dirty="0">
                <a:solidFill>
                  <a:srgbClr val="C00000"/>
                </a:solidFill>
                <a:latin typeface="Ink Free" panose="03080402000500000000" pitchFamily="66" charset="0"/>
              </a:rPr>
              <a:t>additionnés, soustraits ou comparés </a:t>
            </a:r>
            <a:r>
              <a:rPr lang="en-US" dirty="0"/>
              <a:t>que s'ils se rapportent </a:t>
            </a:r>
            <a:r>
              <a:rPr lang="en-US" b="1" dirty="0"/>
              <a:t>au même moment</a:t>
            </a:r>
            <a:r>
              <a:rPr lang="en-US" dirty="0"/>
              <a:t>.</a:t>
            </a:r>
            <a:endParaRPr lang="fr-FR" dirty="0"/>
          </a:p>
          <a:p>
            <a:pPr marL="13" indent="0">
              <a:buNone/>
            </a:pPr>
            <a:endParaRPr lang="fr-CA" dirty="0"/>
          </a:p>
          <a:p>
            <a:pPr marL="274320" lvl="1" indent="0">
              <a:buNone/>
            </a:pPr>
            <a:endParaRPr lang="fr-CA" dirty="0"/>
          </a:p>
          <a:p>
            <a:pPr marL="274320" lvl="1" indent="0">
              <a:buNone/>
            </a:pPr>
            <a:endParaRPr lang="fr-CA" dirty="0"/>
          </a:p>
          <a:p>
            <a:pPr marL="0" indent="0">
              <a:buNone/>
            </a:pPr>
            <a:endParaRPr lang="fr-CA" dirty="0"/>
          </a:p>
        </p:txBody>
      </p:sp>
      <p:pic>
        <p:nvPicPr>
          <p:cNvPr id="9" name="Picture 2" descr="Important">
            <a:extLst>
              <a:ext uri="{FF2B5EF4-FFF2-40B4-BE49-F238E27FC236}">
                <a16:creationId xmlns:a16="http://schemas.microsoft.com/office/drawing/2014/main" id="{660ED8BD-9BC0-FB29-3109-1064949BBE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02404" y="2924944"/>
            <a:ext cx="1359240" cy="1359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36187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75D2A-3825-9585-8A1F-555ABAE8ACE5}"/>
              </a:ext>
            </a:extLst>
          </p:cNvPr>
          <p:cNvSpPr>
            <a:spLocks noGrp="1"/>
          </p:cNvSpPr>
          <p:nvPr>
            <p:ph type="title"/>
          </p:nvPr>
        </p:nvSpPr>
        <p:spPr>
          <a:xfrm>
            <a:off x="1825752" y="228600"/>
            <a:ext cx="8534400" cy="758952"/>
          </a:xfrm>
        </p:spPr>
        <p:txBody>
          <a:bodyPr anchor="b">
            <a:normAutofit/>
          </a:bodyPr>
          <a:lstStyle/>
          <a:p>
            <a:r>
              <a:rPr lang="fr-CA" sz="2800" dirty="0">
                <a:solidFill>
                  <a:srgbClr val="002060"/>
                </a:solidFill>
              </a:rPr>
              <a:t>Principes fondamentaux</a:t>
            </a:r>
          </a:p>
        </p:txBody>
      </p:sp>
      <p:sp>
        <p:nvSpPr>
          <p:cNvPr id="3" name="Slide Number Placeholder 2">
            <a:extLst>
              <a:ext uri="{FF2B5EF4-FFF2-40B4-BE49-F238E27FC236}">
                <a16:creationId xmlns:a16="http://schemas.microsoft.com/office/drawing/2014/main" id="{11CBA739-B7FD-128F-B843-4ED97488D2C1}"/>
              </a:ext>
            </a:extLst>
          </p:cNvPr>
          <p:cNvSpPr>
            <a:spLocks noGrp="1"/>
          </p:cNvSpPr>
          <p:nvPr>
            <p:ph type="sldNum" sz="quarter" idx="12"/>
          </p:nvPr>
        </p:nvSpPr>
        <p:spPr>
          <a:xfrm>
            <a:off x="5867400" y="1040185"/>
            <a:ext cx="457200" cy="441325"/>
          </a:xfrm>
        </p:spPr>
        <p:txBody>
          <a:bodyPr anchor="ctr">
            <a:normAutofit/>
          </a:bodyPr>
          <a:lstStyle/>
          <a:p>
            <a:pPr>
              <a:spcAft>
                <a:spcPts val="600"/>
              </a:spcAft>
            </a:pPr>
            <a:fld id="{EA019D1F-2BC9-41FA-953B-C3256200C508}" type="slidenum">
              <a:rPr lang="fr-CA" smtClean="0"/>
              <a:pPr>
                <a:spcAft>
                  <a:spcPts val="600"/>
                </a:spcAft>
              </a:pPr>
              <a:t>32</a:t>
            </a:fld>
            <a:endParaRPr lang="fr-CA"/>
          </a:p>
        </p:txBody>
      </p:sp>
      <p:sp>
        <p:nvSpPr>
          <p:cNvPr id="4" name="Content Placeholder 3">
            <a:extLst>
              <a:ext uri="{FF2B5EF4-FFF2-40B4-BE49-F238E27FC236}">
                <a16:creationId xmlns:a16="http://schemas.microsoft.com/office/drawing/2014/main" id="{2B10A813-4EF0-0932-4F2F-1696F7F9EEEF}"/>
              </a:ext>
            </a:extLst>
          </p:cNvPr>
          <p:cNvSpPr>
            <a:spLocks noGrp="1"/>
          </p:cNvSpPr>
          <p:nvPr>
            <p:ph sz="half" idx="1"/>
          </p:nvPr>
        </p:nvSpPr>
        <p:spPr>
          <a:xfrm>
            <a:off x="263352" y="1481509"/>
            <a:ext cx="6552728" cy="4755803"/>
          </a:xfrm>
          <a:solidFill>
            <a:schemeClr val="accent1">
              <a:lumMod val="20000"/>
              <a:lumOff val="80000"/>
            </a:schemeClr>
          </a:solidFill>
        </p:spPr>
        <p:txBody>
          <a:bodyPr>
            <a:normAutofit/>
          </a:bodyPr>
          <a:lstStyle/>
          <a:p>
            <a:pPr marL="0" indent="0">
              <a:buNone/>
            </a:pPr>
            <a:r>
              <a:rPr lang="en-US" sz="3900" dirty="0">
                <a:latin typeface="+mj-lt"/>
              </a:rPr>
              <a:t>COMMENT ?? </a:t>
            </a:r>
          </a:p>
          <a:p>
            <a:pPr marL="0" indent="0">
              <a:buNone/>
            </a:pPr>
            <a:endParaRPr lang="en-US" sz="1500" b="1" dirty="0">
              <a:latin typeface="+mj-lt"/>
            </a:endParaRPr>
          </a:p>
          <a:p>
            <a:r>
              <a:rPr lang="en-US" sz="2600" dirty="0">
                <a:latin typeface="+mj-lt"/>
              </a:rPr>
              <a:t>Avec deux </a:t>
            </a:r>
            <a:r>
              <a:rPr lang="en-US" sz="2600" dirty="0" err="1">
                <a:latin typeface="+mj-lt"/>
              </a:rPr>
              <a:t>opérations</a:t>
            </a:r>
            <a:r>
              <a:rPr lang="en-US" sz="2600" dirty="0">
                <a:latin typeface="+mj-lt"/>
              </a:rPr>
              <a:t> :</a:t>
            </a:r>
          </a:p>
          <a:p>
            <a:endParaRPr lang="en-US" sz="1000" dirty="0">
              <a:latin typeface="+mj-lt"/>
            </a:endParaRPr>
          </a:p>
          <a:p>
            <a:pPr lvl="1"/>
            <a:r>
              <a:rPr lang="en-US" sz="2600" b="1" dirty="0">
                <a:solidFill>
                  <a:schemeClr val="tx1"/>
                </a:solidFill>
                <a:latin typeface="+mj-lt"/>
              </a:rPr>
              <a:t>Capitalisation : </a:t>
            </a:r>
            <a:r>
              <a:rPr lang="en-US" sz="2600" b="1" dirty="0">
                <a:solidFill>
                  <a:srgbClr val="C00000"/>
                </a:solidFill>
                <a:latin typeface="+mj-lt"/>
              </a:rPr>
              <a:t>faire fructifier son argent – </a:t>
            </a:r>
            <a:r>
              <a:rPr lang="en-US" sz="2600" b="1" u="sng" dirty="0">
                <a:solidFill>
                  <a:srgbClr val="C00000"/>
                </a:solidFill>
                <a:latin typeface="+mj-lt"/>
              </a:rPr>
              <a:t>avancer</a:t>
            </a:r>
            <a:r>
              <a:rPr lang="en-US" sz="2600" b="1" dirty="0">
                <a:solidFill>
                  <a:srgbClr val="C00000"/>
                </a:solidFill>
                <a:latin typeface="+mj-lt"/>
              </a:rPr>
              <a:t> dans le temps !</a:t>
            </a:r>
          </a:p>
          <a:p>
            <a:pPr lvl="1"/>
            <a:endParaRPr lang="en-US" sz="2600" dirty="0">
              <a:solidFill>
                <a:schemeClr val="tx1"/>
              </a:solidFill>
              <a:latin typeface="+mj-lt"/>
            </a:endParaRPr>
          </a:p>
          <a:p>
            <a:pPr lvl="1"/>
            <a:r>
              <a:rPr lang="en-US" sz="2600" b="1" dirty="0" err="1">
                <a:solidFill>
                  <a:schemeClr val="tx1"/>
                </a:solidFill>
                <a:latin typeface="+mj-lt"/>
              </a:rPr>
              <a:t>Actualisation</a:t>
            </a:r>
            <a:r>
              <a:rPr lang="en-US" sz="2600" b="1" dirty="0">
                <a:solidFill>
                  <a:schemeClr val="tx1"/>
                </a:solidFill>
                <a:latin typeface="+mj-lt"/>
              </a:rPr>
              <a:t> : </a:t>
            </a:r>
            <a:r>
              <a:rPr lang="en-US" sz="2600" b="1" dirty="0">
                <a:solidFill>
                  <a:srgbClr val="C00000"/>
                </a:solidFill>
                <a:latin typeface="+mj-lt"/>
              </a:rPr>
              <a:t>réduire la valeur de l'argent - </a:t>
            </a:r>
            <a:r>
              <a:rPr lang="en-US" sz="2600" b="1" u="sng" dirty="0">
                <a:solidFill>
                  <a:srgbClr val="C00000"/>
                </a:solidFill>
                <a:latin typeface="+mj-lt"/>
              </a:rPr>
              <a:t>remonter</a:t>
            </a:r>
            <a:r>
              <a:rPr lang="en-US" sz="2600" b="1" dirty="0">
                <a:solidFill>
                  <a:srgbClr val="C00000"/>
                </a:solidFill>
                <a:latin typeface="+mj-lt"/>
              </a:rPr>
              <a:t> dans le temps !</a:t>
            </a:r>
          </a:p>
          <a:p>
            <a:pPr marL="13" indent="0">
              <a:buNone/>
            </a:pPr>
            <a:endParaRPr lang="fr-CA" sz="2400" dirty="0">
              <a:latin typeface="+mj-lt"/>
            </a:endParaRPr>
          </a:p>
          <a:p>
            <a:pPr marL="274320" lvl="1" indent="0">
              <a:buNone/>
            </a:pPr>
            <a:endParaRPr lang="fr-CA" sz="2400" dirty="0">
              <a:solidFill>
                <a:schemeClr val="tx1"/>
              </a:solidFill>
              <a:latin typeface="+mj-lt"/>
            </a:endParaRPr>
          </a:p>
          <a:p>
            <a:pPr marL="274320" lvl="1" indent="0">
              <a:buNone/>
            </a:pPr>
            <a:endParaRPr lang="fr-CA" sz="2400" dirty="0">
              <a:solidFill>
                <a:schemeClr val="tx1"/>
              </a:solidFill>
              <a:latin typeface="+mj-lt"/>
            </a:endParaRPr>
          </a:p>
          <a:p>
            <a:pPr marL="0" indent="0">
              <a:buNone/>
            </a:pPr>
            <a:endParaRPr lang="fr-CA" sz="2400" dirty="0">
              <a:latin typeface="+mj-lt"/>
            </a:endParaRPr>
          </a:p>
        </p:txBody>
      </p:sp>
      <p:pic>
        <p:nvPicPr>
          <p:cNvPr id="2052" name="Picture 4" descr="Generated image">
            <a:extLst>
              <a:ext uri="{FF2B5EF4-FFF2-40B4-BE49-F238E27FC236}">
                <a16:creationId xmlns:a16="http://schemas.microsoft.com/office/drawing/2014/main" id="{130C9B7B-9A52-3809-7621-68AA070179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48128" y="1712862"/>
            <a:ext cx="4392488" cy="42930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76497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01440-B126-470A-8E7D-7ED0D0FAADC7}"/>
              </a:ext>
            </a:extLst>
          </p:cNvPr>
          <p:cNvSpPr>
            <a:spLocks noGrp="1"/>
          </p:cNvSpPr>
          <p:nvPr>
            <p:ph type="title"/>
          </p:nvPr>
        </p:nvSpPr>
        <p:spPr/>
        <p:txBody>
          <a:bodyPr>
            <a:normAutofit/>
          </a:bodyPr>
          <a:lstStyle/>
          <a:p>
            <a:r>
              <a:rPr lang="en-CA" dirty="0"/>
              <a:t>Comment </a:t>
            </a:r>
            <a:r>
              <a:rPr lang="en-CA" b="1" dirty="0"/>
              <a:t>dessiner</a:t>
            </a:r>
            <a:r>
              <a:rPr lang="en-CA" dirty="0"/>
              <a:t> et </a:t>
            </a:r>
            <a:r>
              <a:rPr lang="en-CA" b="1" dirty="0"/>
              <a:t>lire</a:t>
            </a:r>
            <a:r>
              <a:rPr lang="en-CA" dirty="0"/>
              <a:t> </a:t>
            </a:r>
            <a:r>
              <a:rPr lang="en-CA" dirty="0" err="1"/>
              <a:t>une</a:t>
            </a:r>
            <a:r>
              <a:rPr lang="en-CA" dirty="0"/>
              <a:t> </a:t>
            </a:r>
            <a:r>
              <a:rPr lang="en-CA" b="1" dirty="0" err="1"/>
              <a:t>ligne</a:t>
            </a:r>
            <a:r>
              <a:rPr lang="en-CA" b="1" dirty="0"/>
              <a:t> du temps </a:t>
            </a:r>
            <a:r>
              <a:rPr lang="en-CA" dirty="0"/>
              <a:t>?</a:t>
            </a:r>
          </a:p>
        </p:txBody>
      </p:sp>
      <p:sp>
        <p:nvSpPr>
          <p:cNvPr id="3" name="Slide Number Placeholder 2">
            <a:extLst>
              <a:ext uri="{FF2B5EF4-FFF2-40B4-BE49-F238E27FC236}">
                <a16:creationId xmlns:a16="http://schemas.microsoft.com/office/drawing/2014/main" id="{C4DF2A70-E98A-4D80-AF62-23FC551F467D}"/>
              </a:ext>
            </a:extLst>
          </p:cNvPr>
          <p:cNvSpPr>
            <a:spLocks noGrp="1"/>
          </p:cNvSpPr>
          <p:nvPr>
            <p:ph type="sldNum" sz="quarter" idx="12"/>
          </p:nvPr>
        </p:nvSpPr>
        <p:spPr/>
        <p:txBody>
          <a:bodyPr/>
          <a:lstStyle/>
          <a:p>
            <a:fld id="{EA019D1F-2BC9-41FA-953B-C3256200C508}" type="slidenum">
              <a:rPr lang="fr-CA" smtClean="0">
                <a:solidFill>
                  <a:srgbClr val="8CADAE">
                    <a:shade val="75000"/>
                  </a:srgbClr>
                </a:solidFill>
              </a:rPr>
              <a:t>33</a:t>
            </a:fld>
            <a:endParaRPr lang="fr-CA" dirty="0">
              <a:solidFill>
                <a:srgbClr val="8CADAE">
                  <a:shade val="75000"/>
                </a:srgbClr>
              </a:solidFill>
            </a:endParaRPr>
          </a:p>
        </p:txBody>
      </p:sp>
      <p:cxnSp>
        <p:nvCxnSpPr>
          <p:cNvPr id="5" name="Straight Connector 4">
            <a:extLst>
              <a:ext uri="{FF2B5EF4-FFF2-40B4-BE49-F238E27FC236}">
                <a16:creationId xmlns:a16="http://schemas.microsoft.com/office/drawing/2014/main" id="{2640EF58-172B-4E44-8569-F02B46843267}"/>
              </a:ext>
            </a:extLst>
          </p:cNvPr>
          <p:cNvCxnSpPr/>
          <p:nvPr/>
        </p:nvCxnSpPr>
        <p:spPr>
          <a:xfrm>
            <a:off x="3359945" y="3861048"/>
            <a:ext cx="55446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9ABD95C-F0BA-4F3A-8CC2-BC0F1434EF22}"/>
              </a:ext>
            </a:extLst>
          </p:cNvPr>
          <p:cNvCxnSpPr/>
          <p:nvPr/>
        </p:nvCxnSpPr>
        <p:spPr>
          <a:xfrm>
            <a:off x="6168008" y="3717032"/>
            <a:ext cx="0" cy="216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1FCC98D-73A8-4859-8E29-505F46E81E87}"/>
              </a:ext>
            </a:extLst>
          </p:cNvPr>
          <p:cNvCxnSpPr/>
          <p:nvPr/>
        </p:nvCxnSpPr>
        <p:spPr>
          <a:xfrm>
            <a:off x="8901541" y="3703798"/>
            <a:ext cx="0" cy="216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167AD14-EB27-482C-89DE-2910BC9AC8CB}"/>
              </a:ext>
            </a:extLst>
          </p:cNvPr>
          <p:cNvCxnSpPr/>
          <p:nvPr/>
        </p:nvCxnSpPr>
        <p:spPr>
          <a:xfrm>
            <a:off x="3359696" y="3717032"/>
            <a:ext cx="0" cy="216024"/>
          </a:xfrm>
          <a:prstGeom prst="line">
            <a:avLst/>
          </a:prstGeom>
        </p:spPr>
        <p:style>
          <a:lnRef idx="1">
            <a:schemeClr val="accent1"/>
          </a:lnRef>
          <a:fillRef idx="0">
            <a:schemeClr val="accent1"/>
          </a:fillRef>
          <a:effectRef idx="0">
            <a:schemeClr val="accent1"/>
          </a:effectRef>
          <a:fontRef idx="minor">
            <a:schemeClr val="tx1"/>
          </a:fontRef>
        </p:style>
      </p:cxnSp>
      <p:pic>
        <p:nvPicPr>
          <p:cNvPr id="7" name="Picture 2" descr="Important">
            <a:extLst>
              <a:ext uri="{FF2B5EF4-FFF2-40B4-BE49-F238E27FC236}">
                <a16:creationId xmlns:a16="http://schemas.microsoft.com/office/drawing/2014/main" id="{564ACE76-0E6A-521C-08F8-CC3A6D21EF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00456" y="385440"/>
            <a:ext cx="1359240" cy="1359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73520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DBE28-E2B3-A54F-9815-663388FBFA2A}"/>
              </a:ext>
            </a:extLst>
          </p:cNvPr>
          <p:cNvSpPr>
            <a:spLocks noGrp="1"/>
          </p:cNvSpPr>
          <p:nvPr>
            <p:ph type="title"/>
          </p:nvPr>
        </p:nvSpPr>
        <p:spPr/>
        <p:txBody>
          <a:bodyPr/>
          <a:lstStyle/>
          <a:p>
            <a:r>
              <a:rPr lang="en-CA" dirty="0"/>
              <a:t>Principes </a:t>
            </a:r>
            <a:r>
              <a:rPr lang="en-CA" b="1" dirty="0" err="1"/>
              <a:t>fondamentaux</a:t>
            </a:r>
            <a:r>
              <a:rPr lang="en-CA" b="1" dirty="0"/>
              <a:t> : Les </a:t>
            </a:r>
            <a:r>
              <a:rPr lang="en-CA" b="1" dirty="0" err="1"/>
              <a:t>intérêts</a:t>
            </a:r>
            <a:endParaRPr lang="en-CA" b="1" dirty="0"/>
          </a:p>
        </p:txBody>
      </p:sp>
      <p:sp>
        <p:nvSpPr>
          <p:cNvPr id="18" name="Content Placeholder 2">
            <a:extLst>
              <a:ext uri="{FF2B5EF4-FFF2-40B4-BE49-F238E27FC236}">
                <a16:creationId xmlns:a16="http://schemas.microsoft.com/office/drawing/2014/main" id="{3E9E3271-CBB1-4843-8197-EDD3E7E5DD6A}"/>
              </a:ext>
            </a:extLst>
          </p:cNvPr>
          <p:cNvSpPr>
            <a:spLocks noGrp="1"/>
          </p:cNvSpPr>
          <p:nvPr>
            <p:ph idx="1"/>
          </p:nvPr>
        </p:nvSpPr>
        <p:spPr>
          <a:xfrm>
            <a:off x="263352" y="1412776"/>
            <a:ext cx="7704856" cy="5216624"/>
          </a:xfrm>
        </p:spPr>
        <p:txBody>
          <a:bodyPr>
            <a:normAutofit lnSpcReduction="10000"/>
          </a:bodyPr>
          <a:lstStyle/>
          <a:p>
            <a:r>
              <a:rPr lang="fr-CA" sz="2100" b="1" dirty="0" err="1"/>
              <a:t>Intérêt</a:t>
            </a:r>
            <a:r>
              <a:rPr lang="fr-CA" sz="2100" b="1" dirty="0"/>
              <a:t> simple </a:t>
            </a:r>
            <a:r>
              <a:rPr lang="fr-CA" sz="2100" dirty="0"/>
              <a:t>: </a:t>
            </a:r>
          </a:p>
          <a:p>
            <a:pPr lvl="2"/>
            <a:r>
              <a:rPr lang="fr-CA" sz="2100" dirty="0" err="1"/>
              <a:t>Gagnez des intérêts chaque période </a:t>
            </a:r>
            <a:r>
              <a:rPr lang="fr-CA" sz="2100" dirty="0"/>
              <a:t>sur </a:t>
            </a:r>
            <a:r>
              <a:rPr lang="fr-CA" sz="2100" b="1" dirty="0"/>
              <a:t>le capital </a:t>
            </a:r>
            <a:r>
              <a:rPr lang="fr-CA" sz="2100" b="1" dirty="0" err="1"/>
              <a:t>uniquement</a:t>
            </a:r>
            <a:endParaRPr lang="fr-CA" sz="2100" b="1" dirty="0"/>
          </a:p>
          <a:p>
            <a:pPr marL="411470" lvl="2" indent="0">
              <a:buNone/>
            </a:pPr>
            <a:endParaRPr lang="fr-CA" sz="2100" dirty="0"/>
          </a:p>
          <a:p>
            <a:r>
              <a:rPr lang="fr-CA" sz="2100" b="1" dirty="0" err="1"/>
              <a:t>Intérêt</a:t>
            </a:r>
            <a:r>
              <a:rPr lang="fr-CA" sz="2100" b="1" dirty="0"/>
              <a:t> composé </a:t>
            </a:r>
            <a:r>
              <a:rPr lang="fr-CA" sz="2100" dirty="0"/>
              <a:t>: </a:t>
            </a:r>
          </a:p>
          <a:p>
            <a:pPr lvl="2"/>
            <a:r>
              <a:rPr lang="en-GB" sz="2100" dirty="0"/>
              <a:t>Gagnez des intérêts chaque période sur </a:t>
            </a:r>
            <a:r>
              <a:rPr lang="en-GB" sz="2100" b="1" dirty="0"/>
              <a:t>le capital </a:t>
            </a:r>
            <a:r>
              <a:rPr lang="en-GB" sz="2100" dirty="0"/>
              <a:t>et </a:t>
            </a:r>
            <a:r>
              <a:rPr lang="en-GB" sz="2100" b="1" dirty="0"/>
              <a:t>les intérêts réinvestis</a:t>
            </a:r>
          </a:p>
          <a:p>
            <a:pPr lvl="2"/>
            <a:endParaRPr lang="en-GB" sz="2100" b="1" dirty="0"/>
          </a:p>
          <a:p>
            <a:pPr marL="0" indent="0">
              <a:buNone/>
            </a:pPr>
            <a:r>
              <a:rPr lang="en-US" sz="2100" b="1" dirty="0"/>
              <a:t>Vous investissez aujourd'hui 100 $ dans un compte d'épargne qui rapporte 10 % d'intérêt par an.</a:t>
            </a:r>
          </a:p>
          <a:p>
            <a:pPr marL="0" indent="0">
              <a:buNone/>
            </a:pPr>
            <a:endParaRPr lang="en-US" sz="2100" b="1" dirty="0"/>
          </a:p>
          <a:p>
            <a:pPr marL="0" indent="0">
              <a:buNone/>
            </a:pPr>
            <a:r>
              <a:rPr lang="en-US" sz="2100" b="1" dirty="0"/>
              <a:t>Quelle sera la valeur future de ce compte dans deux ans ?</a:t>
            </a:r>
          </a:p>
          <a:p>
            <a:pPr marL="274307" lvl="1" indent="0">
              <a:buNone/>
            </a:pPr>
            <a:r>
              <a:rPr lang="en-US" sz="1600" b="1" dirty="0"/>
              <a:t>Intérêt simple</a:t>
            </a:r>
          </a:p>
          <a:p>
            <a:pPr marL="274307" lvl="1" indent="0">
              <a:buNone/>
            </a:pPr>
            <a:r>
              <a:rPr lang="en-US" sz="1600" b="1" dirty="0"/>
              <a:t>Intérêt composé</a:t>
            </a:r>
          </a:p>
          <a:p>
            <a:endParaRPr lang="en-GB" sz="2100" b="1" dirty="0"/>
          </a:p>
          <a:p>
            <a:pPr marL="411470" lvl="2" indent="0">
              <a:buNone/>
            </a:pPr>
            <a:endParaRPr lang="fr-CA" sz="2100" dirty="0"/>
          </a:p>
          <a:p>
            <a:pPr lvl="1"/>
            <a:endParaRPr lang="fr-CA" sz="2100" u="sng" dirty="0"/>
          </a:p>
          <a:p>
            <a:pPr marL="269075" indent="-257168">
              <a:buFontTx/>
              <a:buChar char="-"/>
            </a:pPr>
            <a:endParaRPr lang="en-CA" sz="2100" dirty="0"/>
          </a:p>
        </p:txBody>
      </p:sp>
      <p:sp>
        <p:nvSpPr>
          <p:cNvPr id="4" name="TextBox 3">
            <a:extLst>
              <a:ext uri="{FF2B5EF4-FFF2-40B4-BE49-F238E27FC236}">
                <a16:creationId xmlns:a16="http://schemas.microsoft.com/office/drawing/2014/main" id="{45A117A5-61C6-38DF-671C-8C75C218A94D}"/>
              </a:ext>
            </a:extLst>
          </p:cNvPr>
          <p:cNvSpPr txBox="1"/>
          <p:nvPr/>
        </p:nvSpPr>
        <p:spPr>
          <a:xfrm>
            <a:off x="3287688" y="5516505"/>
            <a:ext cx="5904656" cy="707886"/>
          </a:xfrm>
          <a:prstGeom prst="rect">
            <a:avLst/>
          </a:prstGeom>
          <a:solidFill>
            <a:schemeClr val="accent1">
              <a:lumMod val="20000"/>
              <a:lumOff val="80000"/>
            </a:schemeClr>
          </a:solidFill>
        </p:spPr>
        <p:txBody>
          <a:bodyPr wrap="square">
            <a:spAutoFit/>
          </a:bodyPr>
          <a:lstStyle/>
          <a:p>
            <a:pPr lvl="1" algn="ctr"/>
            <a:r>
              <a:rPr lang="fr-CA" sz="2000" dirty="0">
                <a:solidFill>
                  <a:srgbClr val="C00000"/>
                </a:solidFill>
                <a:latin typeface="Ink Free" panose="03080402000500000000" pitchFamily="66" charset="0"/>
              </a:rPr>
              <a:t>Dans </a:t>
            </a:r>
            <a:r>
              <a:rPr lang="fr-CA" sz="2000" dirty="0" err="1">
                <a:solidFill>
                  <a:srgbClr val="C00000"/>
                </a:solidFill>
                <a:latin typeface="Ink Free" panose="03080402000500000000" pitchFamily="66" charset="0"/>
              </a:rPr>
              <a:t>notre </a:t>
            </a:r>
            <a:r>
              <a:rPr lang="fr-CA" sz="2000" dirty="0">
                <a:solidFill>
                  <a:srgbClr val="C00000"/>
                </a:solidFill>
                <a:latin typeface="Ink Free" panose="03080402000500000000" pitchFamily="66" charset="0"/>
              </a:rPr>
              <a:t>cours, </a:t>
            </a:r>
            <a:r>
              <a:rPr lang="fr-CA" sz="2000" dirty="0" err="1">
                <a:solidFill>
                  <a:srgbClr val="C00000"/>
                </a:solidFill>
                <a:latin typeface="Ink Free" panose="03080402000500000000" pitchFamily="66" charset="0"/>
              </a:rPr>
              <a:t>nous </a:t>
            </a:r>
            <a:r>
              <a:rPr lang="fr-CA" sz="2000" dirty="0">
                <a:solidFill>
                  <a:srgbClr val="C00000"/>
                </a:solidFill>
                <a:latin typeface="Ink Free" panose="03080402000500000000" pitchFamily="66" charset="0"/>
              </a:rPr>
              <a:t>nous concentrons </a:t>
            </a:r>
            <a:r>
              <a:rPr lang="fr-CA" sz="2000" dirty="0" err="1">
                <a:solidFill>
                  <a:srgbClr val="C00000"/>
                </a:solidFill>
                <a:latin typeface="Ink Free" panose="03080402000500000000" pitchFamily="66" charset="0"/>
              </a:rPr>
              <a:t>exclusivement </a:t>
            </a:r>
            <a:r>
              <a:rPr lang="fr-CA" sz="2000" dirty="0">
                <a:solidFill>
                  <a:srgbClr val="C00000"/>
                </a:solidFill>
                <a:latin typeface="Ink Free" panose="03080402000500000000" pitchFamily="66" charset="0"/>
              </a:rPr>
              <a:t>sur </a:t>
            </a:r>
            <a:r>
              <a:rPr lang="fr-CA" sz="2000" b="1" dirty="0" err="1">
                <a:solidFill>
                  <a:srgbClr val="C00000"/>
                </a:solidFill>
                <a:latin typeface="Ink Free" panose="03080402000500000000" pitchFamily="66" charset="0"/>
              </a:rPr>
              <a:t>les intérêts</a:t>
            </a:r>
            <a:r>
              <a:rPr lang="fr-CA" sz="2000" b="1" dirty="0">
                <a:solidFill>
                  <a:srgbClr val="C00000"/>
                </a:solidFill>
                <a:latin typeface="Ink Free" panose="03080402000500000000" pitchFamily="66" charset="0"/>
              </a:rPr>
              <a:t> composés.</a:t>
            </a:r>
          </a:p>
        </p:txBody>
      </p:sp>
      <p:pic>
        <p:nvPicPr>
          <p:cNvPr id="13314" name="Picture 2" descr="Warning ">
            <a:extLst>
              <a:ext uri="{FF2B5EF4-FFF2-40B4-BE49-F238E27FC236}">
                <a16:creationId xmlns:a16="http://schemas.microsoft.com/office/drawing/2014/main" id="{E93435FE-3DF3-D581-1599-F59A166860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1704" y="5570944"/>
            <a:ext cx="537592" cy="537592"/>
          </a:xfrm>
          <a:prstGeom prst="rect">
            <a:avLst/>
          </a:prstGeom>
          <a:noFill/>
          <a:extLst>
            <a:ext uri="{909E8E84-426E-40DD-AFC4-6F175D3DCCD1}">
              <a14:hiddenFill xmlns:a14="http://schemas.microsoft.com/office/drawing/2010/main">
                <a:solidFill>
                  <a:srgbClr val="FFFFFF"/>
                </a:solidFill>
              </a14:hiddenFill>
            </a:ext>
          </a:extLst>
        </p:spPr>
      </p:pic>
      <p:pic>
        <p:nvPicPr>
          <p:cNvPr id="13318" name="Picture 6" descr="Generated image">
            <a:extLst>
              <a:ext uri="{FF2B5EF4-FFF2-40B4-BE49-F238E27FC236}">
                <a16:creationId xmlns:a16="http://schemas.microsoft.com/office/drawing/2014/main" id="{53554E66-4C7D-4ED8-F0AF-0A54259B5F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9863" y="1534480"/>
            <a:ext cx="3789040" cy="378904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41083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98AC4E10-C052-F8E1-52DC-037FF2FA713C}"/>
              </a:ext>
            </a:extLst>
          </p:cNvPr>
          <p:cNvSpPr>
            <a:spLocks noGrp="1"/>
          </p:cNvSpPr>
          <p:nvPr>
            <p:ph type="title"/>
          </p:nvPr>
        </p:nvSpPr>
        <p:spPr>
          <a:xfrm>
            <a:off x="1825754" y="228600"/>
            <a:ext cx="8534400" cy="758952"/>
          </a:xfrm>
        </p:spPr>
        <p:txBody>
          <a:bodyPr/>
          <a:lstStyle/>
          <a:p>
            <a:r>
              <a:rPr lang="en-US" dirty="0"/>
              <a:t>Le </a:t>
            </a:r>
            <a:r>
              <a:rPr lang="en-US" b="1" dirty="0"/>
              <a:t>pouvoir</a:t>
            </a:r>
            <a:r>
              <a:rPr lang="en-US" dirty="0"/>
              <a:t> de la capitalisation</a:t>
            </a:r>
          </a:p>
        </p:txBody>
      </p:sp>
      <p:sp>
        <p:nvSpPr>
          <p:cNvPr id="5" name="Slide Number Placeholder 4">
            <a:extLst>
              <a:ext uri="{FF2B5EF4-FFF2-40B4-BE49-F238E27FC236}">
                <a16:creationId xmlns:a16="http://schemas.microsoft.com/office/drawing/2014/main" id="{7F62C3AC-F8A6-4886-40EE-95C650CC97CA}"/>
              </a:ext>
            </a:extLst>
          </p:cNvPr>
          <p:cNvSpPr>
            <a:spLocks noGrp="1"/>
          </p:cNvSpPr>
          <p:nvPr>
            <p:ph type="sldNum" sz="quarter" idx="12"/>
          </p:nvPr>
        </p:nvSpPr>
        <p:spPr>
          <a:xfrm>
            <a:off x="5885688" y="1026379"/>
            <a:ext cx="457200" cy="441325"/>
          </a:xfrm>
        </p:spPr>
        <p:txBody>
          <a:bodyPr anchor="ctr">
            <a:normAutofit/>
          </a:bodyPr>
          <a:lstStyle/>
          <a:p>
            <a:pPr>
              <a:spcAft>
                <a:spcPts val="600"/>
              </a:spcAft>
            </a:pPr>
            <a:fld id="{C60443A9-7CF2-4AF6-A108-271190AEB83F}" type="slidenum">
              <a:rPr lang="fr-CA" smtClean="0"/>
              <a:pPr>
                <a:spcAft>
                  <a:spcPts val="600"/>
                </a:spcAft>
              </a:pPr>
              <a:t>35</a:t>
            </a:fld>
            <a:endParaRPr lang="fr-CA"/>
          </a:p>
        </p:txBody>
      </p:sp>
      <p:graphicFrame>
        <p:nvGraphicFramePr>
          <p:cNvPr id="4" name="Chart 3">
            <a:extLst>
              <a:ext uri="{FF2B5EF4-FFF2-40B4-BE49-F238E27FC236}">
                <a16:creationId xmlns:a16="http://schemas.microsoft.com/office/drawing/2014/main" id="{B0F3FC51-2D23-7D9B-54F5-D78771673B08}"/>
              </a:ext>
            </a:extLst>
          </p:cNvPr>
          <p:cNvGraphicFramePr>
            <a:graphicFrameLocks/>
          </p:cNvGraphicFramePr>
          <p:nvPr>
            <p:extLst>
              <p:ext uri="{D42A27DB-BD31-4B8C-83A1-F6EECF244321}">
                <p14:modId xmlns:p14="http://schemas.microsoft.com/office/powerpoint/2010/main" val="1627923496"/>
              </p:ext>
            </p:extLst>
          </p:nvPr>
        </p:nvGraphicFramePr>
        <p:xfrm>
          <a:off x="251799" y="1464656"/>
          <a:ext cx="5832648" cy="480524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3555E5AB-6CE9-F02D-FF57-6206A898F361}"/>
              </a:ext>
            </a:extLst>
          </p:cNvPr>
          <p:cNvGraphicFramePr>
            <a:graphicFrameLocks/>
          </p:cNvGraphicFramePr>
          <p:nvPr>
            <p:extLst>
              <p:ext uri="{D42A27DB-BD31-4B8C-83A1-F6EECF244321}">
                <p14:modId xmlns:p14="http://schemas.microsoft.com/office/powerpoint/2010/main" val="1988726816"/>
              </p:ext>
            </p:extLst>
          </p:nvPr>
        </p:nvGraphicFramePr>
        <p:xfrm>
          <a:off x="6327456" y="1922476"/>
          <a:ext cx="5441744" cy="3888432"/>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3937BB86-1647-48CE-0D0C-50F0AA1A4BC9}"/>
              </a:ext>
            </a:extLst>
          </p:cNvPr>
          <p:cNvSpPr txBox="1"/>
          <p:nvPr/>
        </p:nvSpPr>
        <p:spPr>
          <a:xfrm>
            <a:off x="9048328" y="404664"/>
            <a:ext cx="2355942" cy="707886"/>
          </a:xfrm>
          <a:prstGeom prst="rect">
            <a:avLst/>
          </a:prstGeom>
          <a:noFill/>
        </p:spPr>
        <p:txBody>
          <a:bodyPr wrap="square">
            <a:spAutoFit/>
          </a:bodyPr>
          <a:lstStyle/>
          <a:p>
            <a:pPr algn="ctr"/>
            <a:r>
              <a:rPr lang="fr-CA" sz="2000" dirty="0"/>
              <a:t>🔴 </a:t>
            </a:r>
            <a:r>
              <a:rPr lang="en-US" sz="2000" dirty="0" err="1">
                <a:latin typeface="Ink Free" panose="03080402000500000000" pitchFamily="66" charset="0"/>
              </a:rPr>
              <a:t>Voir</a:t>
            </a:r>
            <a:r>
              <a:rPr lang="en-US" sz="2000" dirty="0">
                <a:latin typeface="Ink Free" panose="03080402000500000000" pitchFamily="66" charset="0"/>
              </a:rPr>
              <a:t> </a:t>
            </a:r>
            <a:r>
              <a:rPr lang="en-US" sz="2000" dirty="0" err="1">
                <a:latin typeface="Ink Free" panose="03080402000500000000" pitchFamily="66" charset="0"/>
              </a:rPr>
              <a:t>fichier</a:t>
            </a:r>
            <a:r>
              <a:rPr lang="en-US" sz="2000" dirty="0">
                <a:latin typeface="Ink Free" panose="03080402000500000000" pitchFamily="66" charset="0"/>
              </a:rPr>
              <a:t>     </a:t>
            </a:r>
          </a:p>
          <a:p>
            <a:pPr algn="ctr"/>
            <a:r>
              <a:rPr lang="en-US" sz="2000" dirty="0">
                <a:latin typeface="Ink Free" panose="03080402000500000000" pitchFamily="66" charset="0"/>
              </a:rPr>
              <a:t>       Excel sur ZC</a:t>
            </a:r>
            <a:endParaRPr lang="fr-CA" sz="2000" dirty="0">
              <a:latin typeface="Ink Free" panose="03080402000500000000" pitchFamily="66" charset="0"/>
            </a:endParaRPr>
          </a:p>
        </p:txBody>
      </p:sp>
    </p:spTree>
    <p:extLst>
      <p:ext uri="{BB962C8B-B14F-4D97-AF65-F5344CB8AC3E}">
        <p14:creationId xmlns:p14="http://schemas.microsoft.com/office/powerpoint/2010/main" val="35830208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3B85B2AC-0C02-4477-8A70-4804A928356C}"/>
              </a:ext>
            </a:extLst>
          </p:cNvPr>
          <p:cNvSpPr>
            <a:spLocks noGrp="1" noChangeArrowheads="1"/>
          </p:cNvSpPr>
          <p:nvPr>
            <p:ph type="title"/>
          </p:nvPr>
        </p:nvSpPr>
        <p:spPr>
          <a:xfrm>
            <a:off x="2008062" y="-243408"/>
            <a:ext cx="8382000" cy="1172986"/>
          </a:xfrm>
        </p:spPr>
        <p:txBody>
          <a:bodyPr/>
          <a:lstStyle/>
          <a:p>
            <a:pPr eaLnBrk="1" hangingPunct="1"/>
            <a:r>
              <a:rPr lang="en-US" altLang="en-US" dirty="0" err="1">
                <a:solidFill>
                  <a:srgbClr val="FF0000"/>
                </a:solidFill>
              </a:rPr>
              <a:t>Évaluation</a:t>
            </a:r>
            <a:r>
              <a:rPr lang="en-US" altLang="en-US" dirty="0">
                <a:solidFill>
                  <a:srgbClr val="FF0000"/>
                </a:solidFill>
              </a:rPr>
              <a:t> </a:t>
            </a:r>
            <a:r>
              <a:rPr lang="en-US" altLang="en-US" b="1" dirty="0">
                <a:solidFill>
                  <a:srgbClr val="FF0000"/>
                </a:solidFill>
              </a:rPr>
              <a:t>flux </a:t>
            </a:r>
            <a:r>
              <a:rPr lang="en-US" altLang="en-US" b="1" dirty="0" err="1">
                <a:solidFill>
                  <a:srgbClr val="FF0000"/>
                </a:solidFill>
              </a:rPr>
              <a:t>monétaire</a:t>
            </a:r>
            <a:r>
              <a:rPr lang="en-US" altLang="en-US" b="1" dirty="0">
                <a:solidFill>
                  <a:srgbClr val="FF0000"/>
                </a:solidFill>
              </a:rPr>
              <a:t> unique</a:t>
            </a:r>
            <a:endParaRPr lang="en-US" altLang="en-US" b="1" dirty="0"/>
          </a:p>
        </p:txBody>
      </p:sp>
      <p:sp>
        <p:nvSpPr>
          <p:cNvPr id="2" name="Slide Number Placeholder 1">
            <a:extLst>
              <a:ext uri="{FF2B5EF4-FFF2-40B4-BE49-F238E27FC236}">
                <a16:creationId xmlns:a16="http://schemas.microsoft.com/office/drawing/2014/main" id="{21DB2584-FAC7-4068-82C8-09E15869523C}"/>
              </a:ext>
            </a:extLst>
          </p:cNvPr>
          <p:cNvSpPr>
            <a:spLocks noGrp="1"/>
          </p:cNvSpPr>
          <p:nvPr>
            <p:ph type="sldNum" sz="quarter" idx="12"/>
          </p:nvPr>
        </p:nvSpPr>
        <p:spPr/>
        <p:txBody>
          <a:bodyPr/>
          <a:lstStyle/>
          <a:p>
            <a:fld id="{EA019D1F-2BC9-41FA-953B-C3256200C508}" type="slidenum">
              <a:rPr lang="fr-CA" smtClean="0">
                <a:solidFill>
                  <a:srgbClr val="8CADAE">
                    <a:shade val="75000"/>
                  </a:srgbClr>
                </a:solidFill>
              </a:rPr>
              <a:t>36</a:t>
            </a:fld>
            <a:endParaRPr lang="fr-CA">
              <a:solidFill>
                <a:srgbClr val="8CADAE">
                  <a:shade val="75000"/>
                </a:srgbClr>
              </a:solidFill>
            </a:endParaRPr>
          </a:p>
        </p:txBody>
      </p:sp>
      <p:sp>
        <p:nvSpPr>
          <p:cNvPr id="36867" name="Rectangle 3">
            <a:extLst>
              <a:ext uri="{FF2B5EF4-FFF2-40B4-BE49-F238E27FC236}">
                <a16:creationId xmlns:a16="http://schemas.microsoft.com/office/drawing/2014/main" id="{B074B47C-5346-41A2-AF0C-436E6AC41633}"/>
              </a:ext>
            </a:extLst>
          </p:cNvPr>
          <p:cNvSpPr>
            <a:spLocks noGrp="1" noChangeArrowheads="1"/>
          </p:cNvSpPr>
          <p:nvPr>
            <p:ph sz="quarter" idx="1"/>
          </p:nvPr>
        </p:nvSpPr>
        <p:spPr/>
        <p:txBody>
          <a:bodyPr>
            <a:normAutofit/>
          </a:bodyPr>
          <a:lstStyle/>
          <a:p>
            <a:r>
              <a:rPr lang="en-US" altLang="en-US" dirty="0"/>
              <a:t>Valeur future et valeur actuelle : formules générales</a:t>
            </a:r>
          </a:p>
          <a:p>
            <a:endParaRPr lang="en-US" altLang="en-US" dirty="0"/>
          </a:p>
          <a:p>
            <a:r>
              <a:rPr lang="en-US" altLang="en-US" dirty="0"/>
              <a:t>VF = VA (1 + r)</a:t>
            </a:r>
            <a:r>
              <a:rPr lang="en-US" altLang="en-US" baseline="30000" dirty="0"/>
              <a:t>t 			</a:t>
            </a:r>
            <a:endParaRPr lang="en-US" altLang="en-US" dirty="0"/>
          </a:p>
          <a:p>
            <a:pPr lvl="1"/>
            <a:r>
              <a:rPr lang="en-US" altLang="en-US" dirty="0"/>
              <a:t>VF = valeur future</a:t>
            </a:r>
          </a:p>
          <a:p>
            <a:pPr lvl="1" eaLnBrk="1" hangingPunct="1"/>
            <a:r>
              <a:rPr lang="en-US" altLang="en-US" dirty="0"/>
              <a:t>PV = valeur actuelle</a:t>
            </a:r>
          </a:p>
          <a:p>
            <a:pPr lvl="1" eaLnBrk="1" hangingPunct="1"/>
            <a:r>
              <a:rPr lang="en-US" altLang="en-US" dirty="0"/>
              <a:t>r = taux d'intérêt périodique, exprimé sous forme décimale</a:t>
            </a:r>
          </a:p>
          <a:p>
            <a:pPr lvl="1" eaLnBrk="1" hangingPunct="1"/>
            <a:r>
              <a:rPr lang="en-US" altLang="en-US" dirty="0"/>
              <a:t>T = nombre de périodes</a:t>
            </a:r>
          </a:p>
          <a:p>
            <a:pPr lvl="1" eaLnBrk="1" hangingPunct="1"/>
            <a:endParaRPr lang="en-US" altLang="en-US" dirty="0"/>
          </a:p>
          <a:p>
            <a:r>
              <a:rPr lang="en-US" altLang="en-US" dirty="0"/>
              <a:t>VA = VF (1 + r)</a:t>
            </a:r>
            <a:r>
              <a:rPr lang="en-US" altLang="en-US" baseline="30000" dirty="0"/>
              <a:t>-t</a:t>
            </a:r>
            <a:r>
              <a:rPr lang="en-US" altLang="en-US" dirty="0"/>
              <a:t> = VF / (1 + r)</a:t>
            </a:r>
            <a:r>
              <a:rPr lang="en-US" altLang="en-US" baseline="30000" dirty="0"/>
              <a:t>t</a:t>
            </a:r>
            <a:endParaRPr lang="en-US" altLang="en-US" sz="2800" b="1" dirty="0"/>
          </a:p>
          <a:p>
            <a:endParaRPr lang="en-US" altLang="en-US" dirty="0"/>
          </a:p>
          <a:p>
            <a:pPr lvl="1" eaLnBrk="1" hangingPunct="1"/>
            <a:endParaRPr lang="en-US" altLang="en-US" dirty="0"/>
          </a:p>
        </p:txBody>
      </p:sp>
      <p:sp>
        <p:nvSpPr>
          <p:cNvPr id="4" name="TextBox 3">
            <a:extLst>
              <a:ext uri="{FF2B5EF4-FFF2-40B4-BE49-F238E27FC236}">
                <a16:creationId xmlns:a16="http://schemas.microsoft.com/office/drawing/2014/main" id="{DABB0DD8-651C-CE58-178B-497181F2C3B0}"/>
              </a:ext>
            </a:extLst>
          </p:cNvPr>
          <p:cNvSpPr txBox="1"/>
          <p:nvPr/>
        </p:nvSpPr>
        <p:spPr>
          <a:xfrm>
            <a:off x="6528048" y="2567916"/>
            <a:ext cx="3862014" cy="830997"/>
          </a:xfrm>
          <a:prstGeom prst="rect">
            <a:avLst/>
          </a:prstGeom>
          <a:noFill/>
        </p:spPr>
        <p:txBody>
          <a:bodyPr wrap="square">
            <a:spAutoFit/>
          </a:bodyPr>
          <a:lstStyle/>
          <a:p>
            <a:pPr lvl="1" algn="ctr"/>
            <a:r>
              <a:rPr lang="en-US" altLang="en-US" sz="2400" b="1" dirty="0">
                <a:latin typeface="+mj-lt"/>
              </a:rPr>
              <a:t>Capitalisation </a:t>
            </a:r>
            <a:r>
              <a:rPr lang="en-US" sz="2400" b="1" dirty="0">
                <a:solidFill>
                  <a:srgbClr val="C00000"/>
                </a:solidFill>
                <a:latin typeface="+mj-lt"/>
              </a:rPr>
              <a:t>L'argent fructifie !</a:t>
            </a:r>
          </a:p>
        </p:txBody>
      </p:sp>
      <p:sp>
        <p:nvSpPr>
          <p:cNvPr id="5" name="TextBox 4">
            <a:extLst>
              <a:ext uri="{FF2B5EF4-FFF2-40B4-BE49-F238E27FC236}">
                <a16:creationId xmlns:a16="http://schemas.microsoft.com/office/drawing/2014/main" id="{B4F28765-5D18-4763-EB6B-70C6A1CC4A77}"/>
              </a:ext>
            </a:extLst>
          </p:cNvPr>
          <p:cNvSpPr txBox="1"/>
          <p:nvPr/>
        </p:nvSpPr>
        <p:spPr>
          <a:xfrm>
            <a:off x="6563816" y="4653137"/>
            <a:ext cx="3862014" cy="830997"/>
          </a:xfrm>
          <a:prstGeom prst="rect">
            <a:avLst/>
          </a:prstGeom>
          <a:noFill/>
          <a:ln>
            <a:noFill/>
          </a:ln>
        </p:spPr>
        <p:txBody>
          <a:bodyPr wrap="square">
            <a:spAutoFit/>
          </a:bodyPr>
          <a:lstStyle/>
          <a:p>
            <a:pPr lvl="1" algn="ctr"/>
            <a:r>
              <a:rPr lang="en-US" altLang="en-US" sz="2400" b="1" dirty="0">
                <a:latin typeface="+mj-lt"/>
              </a:rPr>
              <a:t>Actualisation </a:t>
            </a:r>
            <a:r>
              <a:rPr lang="en-US" sz="2400" b="1" dirty="0" err="1">
                <a:solidFill>
                  <a:srgbClr val="C00000"/>
                </a:solidFill>
                <a:latin typeface="+mj-lt"/>
              </a:rPr>
              <a:t>L'argent</a:t>
            </a:r>
            <a:r>
              <a:rPr lang="en-US" sz="2400" b="1" dirty="0">
                <a:solidFill>
                  <a:srgbClr val="C00000"/>
                </a:solidFill>
                <a:latin typeface="+mj-lt"/>
              </a:rPr>
              <a:t> </a:t>
            </a:r>
            <a:r>
              <a:rPr lang="en-US" sz="2400" b="1" dirty="0" err="1">
                <a:solidFill>
                  <a:srgbClr val="C00000"/>
                </a:solidFill>
                <a:latin typeface="+mj-lt"/>
              </a:rPr>
              <a:t>rapetisse</a:t>
            </a:r>
            <a:r>
              <a:rPr lang="en-US" sz="2400" b="1" dirty="0">
                <a:solidFill>
                  <a:srgbClr val="C00000"/>
                </a:solidFill>
                <a:latin typeface="+mj-lt"/>
              </a:rPr>
              <a:t> !</a:t>
            </a:r>
          </a:p>
        </p:txBody>
      </p:sp>
      <p:sp>
        <p:nvSpPr>
          <p:cNvPr id="3" name="object 3">
            <a:extLst>
              <a:ext uri="{FF2B5EF4-FFF2-40B4-BE49-F238E27FC236}">
                <a16:creationId xmlns:a16="http://schemas.microsoft.com/office/drawing/2014/main" id="{414A0CAC-7B6D-90AA-D079-0B2E259FA092}"/>
              </a:ext>
            </a:extLst>
          </p:cNvPr>
          <p:cNvSpPr/>
          <p:nvPr/>
        </p:nvSpPr>
        <p:spPr>
          <a:xfrm>
            <a:off x="6563986" y="2519459"/>
            <a:ext cx="3960440" cy="1091068"/>
          </a:xfrm>
          <a:prstGeom prst="rect">
            <a:avLst/>
          </a:prstGeom>
          <a:blipFill>
            <a:blip r:embed="rId3" cstate="print"/>
            <a:stretch>
              <a:fillRect/>
            </a:stretch>
          </a:blipFill>
        </p:spPr>
        <p:txBody>
          <a:bodyPr wrap="square" lIns="0" tIns="0" rIns="0" bIns="0" rtlCol="0"/>
          <a:lstStyle/>
          <a:p>
            <a:endParaRPr/>
          </a:p>
        </p:txBody>
      </p:sp>
      <p:sp>
        <p:nvSpPr>
          <p:cNvPr id="6" name="object 3">
            <a:extLst>
              <a:ext uri="{FF2B5EF4-FFF2-40B4-BE49-F238E27FC236}">
                <a16:creationId xmlns:a16="http://schemas.microsoft.com/office/drawing/2014/main" id="{F3832A02-B369-E168-994D-77FB6067313F}"/>
              </a:ext>
            </a:extLst>
          </p:cNvPr>
          <p:cNvSpPr/>
          <p:nvPr/>
        </p:nvSpPr>
        <p:spPr>
          <a:xfrm>
            <a:off x="6588843" y="4653137"/>
            <a:ext cx="3960440" cy="1091068"/>
          </a:xfrm>
          <a:prstGeom prst="rect">
            <a:avLst/>
          </a:prstGeom>
          <a:blipFill>
            <a:blip r:embed="rId3" cstate="print"/>
            <a:stretch>
              <a:fillRect/>
            </a:stretch>
          </a:blipFill>
        </p:spPr>
        <p:txBody>
          <a:bodyPr wrap="square" lIns="0" tIns="0" rIns="0" bIns="0" rtlCol="0"/>
          <a:lstStyle/>
          <a:p>
            <a:endParaRPr/>
          </a:p>
        </p:txBody>
      </p:sp>
      <p:pic>
        <p:nvPicPr>
          <p:cNvPr id="25602" name="Picture 2" descr="Down left ">
            <a:extLst>
              <a:ext uri="{FF2B5EF4-FFF2-40B4-BE49-F238E27FC236}">
                <a16:creationId xmlns:a16="http://schemas.microsoft.com/office/drawing/2014/main" id="{7F109ED0-741B-BA90-2D70-6D414BB044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18394" y="4506796"/>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25604" name="Picture 4" descr="Upward arrow ">
            <a:extLst>
              <a:ext uri="{FF2B5EF4-FFF2-40B4-BE49-F238E27FC236}">
                <a16:creationId xmlns:a16="http://schemas.microsoft.com/office/drawing/2014/main" id="{F1D4DCA0-7F73-98CC-835D-02F2E488EE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18394" y="2519459"/>
            <a:ext cx="1219200" cy="1219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3B6465-784C-4835-8B88-3058E8047DEB}"/>
              </a:ext>
            </a:extLst>
          </p:cNvPr>
          <p:cNvSpPr/>
          <p:nvPr/>
        </p:nvSpPr>
        <p:spPr>
          <a:xfrm>
            <a:off x="402339" y="5715000"/>
            <a:ext cx="11379200" cy="914400"/>
          </a:xfrm>
          <a:prstGeom prst="rect">
            <a:avLst/>
          </a:prstGeom>
          <a:solidFill>
            <a:schemeClr val="accent6">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7" name="Rectangle: Rounded Corners 6">
            <a:extLst>
              <a:ext uri="{FF2B5EF4-FFF2-40B4-BE49-F238E27FC236}">
                <a16:creationId xmlns:a16="http://schemas.microsoft.com/office/drawing/2014/main" id="{CB87F181-09AD-4E03-A62E-0471E9018668}"/>
              </a:ext>
            </a:extLst>
          </p:cNvPr>
          <p:cNvSpPr/>
          <p:nvPr/>
        </p:nvSpPr>
        <p:spPr>
          <a:xfrm>
            <a:off x="9480376" y="5854058"/>
            <a:ext cx="1011740" cy="531215"/>
          </a:xfrm>
          <a:prstGeom prst="roundRect">
            <a:avLst/>
          </a:prstGeom>
          <a:solidFill>
            <a:schemeClr val="accent1">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Rectangle: Rounded Corners 10">
            <a:extLst>
              <a:ext uri="{FF2B5EF4-FFF2-40B4-BE49-F238E27FC236}">
                <a16:creationId xmlns:a16="http://schemas.microsoft.com/office/drawing/2014/main" id="{73A8F8BF-8E7D-5DDA-656C-71434922FDBE}"/>
              </a:ext>
            </a:extLst>
          </p:cNvPr>
          <p:cNvSpPr/>
          <p:nvPr/>
        </p:nvSpPr>
        <p:spPr>
          <a:xfrm>
            <a:off x="8783814" y="5877272"/>
            <a:ext cx="444684" cy="508002"/>
          </a:xfrm>
          <a:prstGeom prst="roundRect">
            <a:avLst/>
          </a:prstGeom>
          <a:solidFill>
            <a:schemeClr val="accent1">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8" name="Rectangle: Rounded Corners 7">
            <a:extLst>
              <a:ext uri="{FF2B5EF4-FFF2-40B4-BE49-F238E27FC236}">
                <a16:creationId xmlns:a16="http://schemas.microsoft.com/office/drawing/2014/main" id="{07FEBA08-34B4-4779-BB87-5B4C3B7D929C}"/>
              </a:ext>
            </a:extLst>
          </p:cNvPr>
          <p:cNvSpPr/>
          <p:nvPr/>
        </p:nvSpPr>
        <p:spPr>
          <a:xfrm>
            <a:off x="6873443" y="5863219"/>
            <a:ext cx="1742837" cy="508003"/>
          </a:xfrm>
          <a:prstGeom prst="roundRect">
            <a:avLst/>
          </a:prstGeom>
          <a:solidFill>
            <a:schemeClr val="accent1">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2" name="Titre 1"/>
          <p:cNvSpPr>
            <a:spLocks noGrp="1"/>
          </p:cNvSpPr>
          <p:nvPr>
            <p:ph type="title"/>
          </p:nvPr>
        </p:nvSpPr>
        <p:spPr/>
        <p:txBody>
          <a:bodyPr/>
          <a:lstStyle/>
          <a:p>
            <a:r>
              <a:rPr lang="fr-CA" dirty="0" err="1">
                <a:solidFill>
                  <a:srgbClr val="FF0000"/>
                </a:solidFill>
              </a:rPr>
              <a:t>Calculatrice</a:t>
            </a:r>
            <a:r>
              <a:rPr lang="fr-CA" dirty="0">
                <a:solidFill>
                  <a:srgbClr val="FF0000"/>
                </a:solidFill>
              </a:rPr>
              <a:t> financière – (1/2)</a:t>
            </a:r>
          </a:p>
        </p:txBody>
      </p:sp>
      <p:sp>
        <p:nvSpPr>
          <p:cNvPr id="4" name="Espace réservé du numéro de diapositive 3"/>
          <p:cNvSpPr>
            <a:spLocks noGrp="1"/>
          </p:cNvSpPr>
          <p:nvPr>
            <p:ph type="sldNum" sz="quarter" idx="12"/>
          </p:nvPr>
        </p:nvSpPr>
        <p:spPr/>
        <p:txBody>
          <a:bodyPr/>
          <a:lstStyle/>
          <a:p>
            <a:fld id="{EA019D1F-2BC9-41FA-953B-C3256200C508}" type="slidenum">
              <a:rPr lang="fr-CA" smtClean="0">
                <a:solidFill>
                  <a:srgbClr val="8CADAE">
                    <a:shade val="75000"/>
                  </a:srgbClr>
                </a:solidFill>
              </a:rPr>
              <a:t>37</a:t>
            </a:fld>
            <a:endParaRPr lang="fr-CA">
              <a:solidFill>
                <a:srgbClr val="8CADAE">
                  <a:shade val="75000"/>
                </a:srgbClr>
              </a:solidFill>
            </a:endParaRPr>
          </a:p>
        </p:txBody>
      </p:sp>
      <p:sp>
        <p:nvSpPr>
          <p:cNvPr id="3" name="Espace réservé du contenu 2"/>
          <p:cNvSpPr>
            <a:spLocks noGrp="1"/>
          </p:cNvSpPr>
          <p:nvPr>
            <p:ph sz="quarter" idx="1"/>
          </p:nvPr>
        </p:nvSpPr>
        <p:spPr>
          <a:xfrm>
            <a:off x="402339" y="1527048"/>
            <a:ext cx="8826159" cy="3775856"/>
          </a:xfrm>
        </p:spPr>
        <p:txBody>
          <a:bodyPr>
            <a:normAutofit fontScale="92500" lnSpcReduction="10000"/>
          </a:bodyPr>
          <a:lstStyle/>
          <a:p>
            <a:r>
              <a:rPr lang="fr-CA" sz="2800" dirty="0"/>
              <a:t>Avant de commencer </a:t>
            </a:r>
            <a:r>
              <a:rPr lang="fr-CA" sz="2800" dirty="0" err="1"/>
              <a:t>à résoudre </a:t>
            </a:r>
            <a:r>
              <a:rPr lang="fr-CA" sz="2800" dirty="0"/>
              <a:t>un problème...</a:t>
            </a:r>
          </a:p>
          <a:p>
            <a:pPr lvl="1"/>
            <a:endParaRPr lang="fr-CA" sz="2400" dirty="0"/>
          </a:p>
          <a:p>
            <a:pPr marL="274307" lvl="1" indent="0">
              <a:buNone/>
            </a:pPr>
            <a:r>
              <a:rPr lang="fr-CA" altLang="fr-FR" sz="3500" b="1" dirty="0">
                <a:latin typeface="Ink Free" panose="03080402000500000000" pitchFamily="66" charset="0"/>
              </a:rPr>
              <a:t>⚠️</a:t>
            </a:r>
            <a:r>
              <a:rPr lang="fr-CA" altLang="fr-FR" sz="2600" b="1" dirty="0">
                <a:latin typeface="Ink Free" panose="03080402000500000000" pitchFamily="66" charset="0"/>
              </a:rPr>
              <a:t> </a:t>
            </a:r>
            <a:r>
              <a:rPr lang="fr-CA" sz="2600" dirty="0"/>
              <a:t>Tracez une </a:t>
            </a:r>
            <a:r>
              <a:rPr lang="fr-CA" sz="2600" b="1" dirty="0"/>
              <a:t>ligne du temps </a:t>
            </a:r>
            <a:r>
              <a:rPr kumimoji="0" lang="fr-CA" altLang="fr-FR" sz="2600" b="1" i="0" u="none" strike="noStrike" kern="1200" cap="none" spc="0" normalizeH="0" baseline="0" noProof="0" dirty="0">
                <a:ln>
                  <a:noFill/>
                </a:ln>
                <a:solidFill>
                  <a:prstClr val="black"/>
                </a:solidFill>
                <a:effectLst/>
                <a:uLnTx/>
                <a:uFillTx/>
                <a:latin typeface="Ink Free" panose="03080402000500000000" pitchFamily="66" charset="0"/>
                <a:ea typeface="+mn-ea"/>
                <a:cs typeface="+mn-cs"/>
              </a:rPr>
              <a:t> </a:t>
            </a:r>
            <a:endParaRPr lang="fr-CA" sz="2600" b="1" dirty="0"/>
          </a:p>
          <a:p>
            <a:pPr lvl="1"/>
            <a:endParaRPr lang="fr-CA" sz="2400" b="1" dirty="0"/>
          </a:p>
          <a:p>
            <a:pPr lvl="1"/>
            <a:r>
              <a:rPr lang="fr-CA" sz="2400" b="1" dirty="0" err="1"/>
              <a:t>Identifiez </a:t>
            </a:r>
            <a:r>
              <a:rPr lang="fr-CA" sz="2400" dirty="0"/>
              <a:t>et </a:t>
            </a:r>
            <a:r>
              <a:rPr lang="fr-CA" sz="2400" b="1" dirty="0"/>
              <a:t>indiquez les variables clés </a:t>
            </a:r>
          </a:p>
          <a:p>
            <a:pPr lvl="1"/>
            <a:endParaRPr lang="fr-CA" sz="2400" dirty="0"/>
          </a:p>
          <a:p>
            <a:pPr lvl="1"/>
            <a:r>
              <a:rPr lang="fr-CA" sz="2400" dirty="0"/>
              <a:t>Utilisez une </a:t>
            </a:r>
            <a:r>
              <a:rPr lang="fr-CA" sz="2400" u="sng" dirty="0"/>
              <a:t>calculatrice financière pour résoudre les problèmes</a:t>
            </a:r>
          </a:p>
          <a:p>
            <a:pPr lvl="1"/>
            <a:endParaRPr lang="fr-CA" sz="2400" dirty="0"/>
          </a:p>
          <a:p>
            <a:pPr marL="274307" lvl="1" indent="0">
              <a:buNone/>
            </a:pPr>
            <a:r>
              <a:rPr lang="fr-CA" sz="2400" dirty="0"/>
              <a:t>🔗 </a:t>
            </a:r>
            <a:r>
              <a:rPr lang="fr-CA" sz="2400" dirty="0">
                <a:hlinkClick r:id="rId3"/>
              </a:rPr>
              <a:t>https://www.youtube.com/watch?v=tqBKXTNzbgA</a:t>
            </a:r>
            <a:r>
              <a:rPr lang="fr-CA" sz="2400" dirty="0"/>
              <a:t> ou sur ZC</a:t>
            </a:r>
          </a:p>
          <a:p>
            <a:pPr lvl="1"/>
            <a:endParaRPr lang="fr-CA" sz="2400" dirty="0"/>
          </a:p>
        </p:txBody>
      </p:sp>
      <p:sp>
        <p:nvSpPr>
          <p:cNvPr id="6" name="Rectangle 5">
            <a:extLst>
              <a:ext uri="{FF2B5EF4-FFF2-40B4-BE49-F238E27FC236}">
                <a16:creationId xmlns:a16="http://schemas.microsoft.com/office/drawing/2014/main" id="{61517CF2-3C2A-4337-9780-750AB261E2B5}"/>
              </a:ext>
            </a:extLst>
          </p:cNvPr>
          <p:cNvSpPr/>
          <p:nvPr/>
        </p:nvSpPr>
        <p:spPr>
          <a:xfrm>
            <a:off x="5927794" y="5959848"/>
            <a:ext cx="5897040" cy="369332"/>
          </a:xfrm>
          <a:prstGeom prst="rect">
            <a:avLst/>
          </a:prstGeom>
        </p:spPr>
        <p:txBody>
          <a:bodyPr wrap="square">
            <a:spAutoFit/>
          </a:bodyPr>
          <a:lstStyle/>
          <a:p>
            <a:r>
              <a:rPr lang="en-US" altLang="en-US" dirty="0"/>
              <a:t>BAII+ :     Format (2</a:t>
            </a:r>
            <a:r>
              <a:rPr lang="en-US" altLang="en-US" baseline="30000" dirty="0"/>
              <a:t>nd</a:t>
            </a:r>
            <a:r>
              <a:rPr lang="en-US" altLang="en-US" dirty="0"/>
              <a:t>  . )       4        ENTER</a:t>
            </a:r>
            <a:endParaRPr lang="fr-CA" dirty="0"/>
          </a:p>
        </p:txBody>
      </p:sp>
      <p:sp>
        <p:nvSpPr>
          <p:cNvPr id="9" name="Arrow: Right 8">
            <a:extLst>
              <a:ext uri="{FF2B5EF4-FFF2-40B4-BE49-F238E27FC236}">
                <a16:creationId xmlns:a16="http://schemas.microsoft.com/office/drawing/2014/main" id="{D6180DE9-E23D-4FB5-80D6-FC6F91DC928F}"/>
              </a:ext>
            </a:extLst>
          </p:cNvPr>
          <p:cNvSpPr/>
          <p:nvPr/>
        </p:nvSpPr>
        <p:spPr>
          <a:xfrm>
            <a:off x="5063698" y="5886972"/>
            <a:ext cx="829940" cy="585847"/>
          </a:xfrm>
          <a:prstGeom prst="rightArrow">
            <a:avLst/>
          </a:prstGeom>
          <a:solidFill>
            <a:srgbClr val="FF0000"/>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1026" name="Picture 2" descr="BAii Plus">
            <a:extLst>
              <a:ext uri="{FF2B5EF4-FFF2-40B4-BE49-F238E27FC236}">
                <a16:creationId xmlns:a16="http://schemas.microsoft.com/office/drawing/2014/main" id="{0DCC7635-E7C4-4FF4-A2D0-4EF6EB2784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72151" y="589610"/>
            <a:ext cx="2452683" cy="4964228"/>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079D1CFF-19D8-D3EA-71F7-50FC90B0D127}"/>
              </a:ext>
            </a:extLst>
          </p:cNvPr>
          <p:cNvSpPr txBox="1"/>
          <p:nvPr/>
        </p:nvSpPr>
        <p:spPr>
          <a:xfrm>
            <a:off x="623392" y="5831620"/>
            <a:ext cx="4610100" cy="646331"/>
          </a:xfrm>
          <a:prstGeom prst="rect">
            <a:avLst/>
          </a:prstGeom>
          <a:noFill/>
        </p:spPr>
        <p:txBody>
          <a:bodyPr wrap="square">
            <a:spAutoFit/>
          </a:bodyPr>
          <a:lstStyle/>
          <a:p>
            <a:r>
              <a:rPr lang="en-US" b="1" u="sng" dirty="0"/>
              <a:t>Toujours</a:t>
            </a:r>
            <a:r>
              <a:rPr lang="en-US" b="1" dirty="0"/>
              <a:t> </a:t>
            </a:r>
            <a:r>
              <a:rPr lang="en-US" dirty="0"/>
              <a:t>utiliser </a:t>
            </a:r>
            <a:r>
              <a:rPr lang="en-US" b="1" dirty="0"/>
              <a:t>quatre décimales </a:t>
            </a:r>
            <a:r>
              <a:rPr lang="en-US" dirty="0"/>
              <a:t>pour</a:t>
            </a:r>
            <a:r>
              <a:rPr lang="en-US" b="1" dirty="0"/>
              <a:t> </a:t>
            </a:r>
            <a:r>
              <a:rPr lang="en-US" dirty="0"/>
              <a:t>les taux d'intérêt :</a:t>
            </a:r>
          </a:p>
        </p:txBody>
      </p:sp>
      <p:pic>
        <p:nvPicPr>
          <p:cNvPr id="15362" name="Picture 2" descr="Warning ">
            <a:extLst>
              <a:ext uri="{FF2B5EF4-FFF2-40B4-BE49-F238E27FC236}">
                <a16:creationId xmlns:a16="http://schemas.microsoft.com/office/drawing/2014/main" id="{CA10AEA8-5AF4-E8E8-D0CE-92D0C48149E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32026" y="5798390"/>
            <a:ext cx="674429" cy="67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65299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0AA372E8-6285-4F4E-A4AB-62B96609D5B7}"/>
              </a:ext>
            </a:extLst>
          </p:cNvPr>
          <p:cNvSpPr/>
          <p:nvPr/>
        </p:nvSpPr>
        <p:spPr>
          <a:xfrm>
            <a:off x="7896200" y="2025566"/>
            <a:ext cx="474725" cy="486259"/>
          </a:xfrm>
          <a:prstGeom prst="roundRect">
            <a:avLst/>
          </a:prstGeom>
          <a:solidFill>
            <a:schemeClr val="accent1">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Rectangle: Rounded Corners 10">
            <a:extLst>
              <a:ext uri="{FF2B5EF4-FFF2-40B4-BE49-F238E27FC236}">
                <a16:creationId xmlns:a16="http://schemas.microsoft.com/office/drawing/2014/main" id="{94FA5167-3442-402F-AC28-3A01A2F5B005}"/>
              </a:ext>
            </a:extLst>
          </p:cNvPr>
          <p:cNvSpPr/>
          <p:nvPr/>
        </p:nvSpPr>
        <p:spPr>
          <a:xfrm>
            <a:off x="8515711" y="2032506"/>
            <a:ext cx="474725" cy="486259"/>
          </a:xfrm>
          <a:prstGeom prst="roundRect">
            <a:avLst/>
          </a:prstGeom>
          <a:solidFill>
            <a:schemeClr val="accent1">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9458" name="Rectangle 2">
            <a:extLst>
              <a:ext uri="{FF2B5EF4-FFF2-40B4-BE49-F238E27FC236}">
                <a16:creationId xmlns:a16="http://schemas.microsoft.com/office/drawing/2014/main" id="{ABD12AD4-C85F-4341-AAFA-AF3511AE9D38}"/>
              </a:ext>
            </a:extLst>
          </p:cNvPr>
          <p:cNvSpPr>
            <a:spLocks noGrp="1" noChangeArrowheads="1"/>
          </p:cNvSpPr>
          <p:nvPr>
            <p:ph type="title"/>
          </p:nvPr>
        </p:nvSpPr>
        <p:spPr>
          <a:xfrm>
            <a:off x="1890464" y="311800"/>
            <a:ext cx="8382000" cy="668929"/>
          </a:xfrm>
        </p:spPr>
        <p:txBody>
          <a:bodyPr>
            <a:normAutofit/>
          </a:bodyPr>
          <a:lstStyle/>
          <a:p>
            <a:pPr eaLnBrk="1" hangingPunct="1"/>
            <a:r>
              <a:rPr lang="fr-CA" dirty="0" err="1">
                <a:solidFill>
                  <a:srgbClr val="FF0000"/>
                </a:solidFill>
              </a:rPr>
              <a:t>Calculatrice</a:t>
            </a:r>
            <a:r>
              <a:rPr lang="fr-CA" dirty="0">
                <a:solidFill>
                  <a:srgbClr val="FF0000"/>
                </a:solidFill>
              </a:rPr>
              <a:t> financière – (2/2)</a:t>
            </a:r>
            <a:endParaRPr lang="en-US" altLang="en-US" dirty="0">
              <a:solidFill>
                <a:srgbClr val="FF0000"/>
              </a:solidFill>
            </a:endParaRPr>
          </a:p>
        </p:txBody>
      </p:sp>
      <p:sp>
        <p:nvSpPr>
          <p:cNvPr id="3" name="Slide Number Placeholder 2">
            <a:extLst>
              <a:ext uri="{FF2B5EF4-FFF2-40B4-BE49-F238E27FC236}">
                <a16:creationId xmlns:a16="http://schemas.microsoft.com/office/drawing/2014/main" id="{DC280C7F-5D51-4B48-8CD4-E112DAC05CA6}"/>
              </a:ext>
            </a:extLst>
          </p:cNvPr>
          <p:cNvSpPr>
            <a:spLocks noGrp="1"/>
          </p:cNvSpPr>
          <p:nvPr>
            <p:ph type="sldNum" sz="quarter" idx="12"/>
          </p:nvPr>
        </p:nvSpPr>
        <p:spPr/>
        <p:txBody>
          <a:bodyPr/>
          <a:lstStyle/>
          <a:p>
            <a:fld id="{EA019D1F-2BC9-41FA-953B-C3256200C508}" type="slidenum">
              <a:rPr lang="fr-CA" smtClean="0">
                <a:solidFill>
                  <a:srgbClr val="8CADAE">
                    <a:shade val="75000"/>
                  </a:srgbClr>
                </a:solidFill>
              </a:rPr>
              <a:t>38</a:t>
            </a:fld>
            <a:endParaRPr lang="fr-CA">
              <a:solidFill>
                <a:srgbClr val="8CADAE">
                  <a:shade val="75000"/>
                </a:srgbClr>
              </a:solidFill>
            </a:endParaRPr>
          </a:p>
        </p:txBody>
      </p:sp>
      <p:sp>
        <p:nvSpPr>
          <p:cNvPr id="38915" name="Rectangle 3">
            <a:extLst>
              <a:ext uri="{FF2B5EF4-FFF2-40B4-BE49-F238E27FC236}">
                <a16:creationId xmlns:a16="http://schemas.microsoft.com/office/drawing/2014/main" id="{6472B1C2-74B9-4D7A-9899-6F9481838ADE}"/>
              </a:ext>
            </a:extLst>
          </p:cNvPr>
          <p:cNvSpPr>
            <a:spLocks noGrp="1" noChangeArrowheads="1"/>
          </p:cNvSpPr>
          <p:nvPr>
            <p:ph sz="quarter" idx="1"/>
          </p:nvPr>
        </p:nvSpPr>
        <p:spPr>
          <a:xfrm>
            <a:off x="242014" y="1562050"/>
            <a:ext cx="11449272" cy="4032448"/>
          </a:xfrm>
        </p:spPr>
        <p:txBody>
          <a:bodyPr>
            <a:normAutofit fontScale="85000" lnSpcReduction="20000"/>
          </a:bodyPr>
          <a:lstStyle/>
          <a:p>
            <a:pPr eaLnBrk="1" hangingPunct="1">
              <a:lnSpc>
                <a:spcPct val="90000"/>
              </a:lnSpc>
            </a:pPr>
            <a:r>
              <a:rPr lang="en-US" altLang="en-US" dirty="0"/>
              <a:t>Texas Instruments BA-II Plus</a:t>
            </a:r>
          </a:p>
          <a:p>
            <a:pPr eaLnBrk="1" hangingPunct="1">
              <a:lnSpc>
                <a:spcPct val="90000"/>
              </a:lnSpc>
            </a:pPr>
            <a:endParaRPr lang="en-US" altLang="en-US" dirty="0"/>
          </a:p>
          <a:p>
            <a:pPr lvl="1">
              <a:lnSpc>
                <a:spcPct val="90000"/>
              </a:lnSpc>
              <a:buClr>
                <a:srgbClr val="C0504D"/>
              </a:buClr>
            </a:pPr>
            <a:r>
              <a:rPr lang="en-US" altLang="en-US" b="1" dirty="0">
                <a:solidFill>
                  <a:srgbClr val="FF0000"/>
                </a:solidFill>
              </a:rPr>
              <a:t>Effacez les registres </a:t>
            </a:r>
            <a:r>
              <a:rPr lang="en-US" altLang="en-US" dirty="0">
                <a:solidFill>
                  <a:srgbClr val="1F497D"/>
                </a:solidFill>
              </a:rPr>
              <a:t>(CLR TVM) </a:t>
            </a:r>
            <a:r>
              <a:rPr lang="en-US" altLang="en-US" b="1" dirty="0">
                <a:solidFill>
                  <a:srgbClr val="FF0000"/>
                </a:solidFill>
              </a:rPr>
              <a:t>avant chaque problème : </a:t>
            </a:r>
            <a:r>
              <a:rPr lang="en-US" altLang="en-US" dirty="0">
                <a:solidFill>
                  <a:srgbClr val="1F497D"/>
                </a:solidFill>
              </a:rPr>
              <a:t>  2</a:t>
            </a:r>
            <a:r>
              <a:rPr lang="en-US" altLang="en-US" baseline="30000" dirty="0">
                <a:solidFill>
                  <a:srgbClr val="1F497D"/>
                </a:solidFill>
              </a:rPr>
              <a:t>ND</a:t>
            </a:r>
            <a:r>
              <a:rPr lang="en-US" altLang="en-US" dirty="0">
                <a:solidFill>
                  <a:srgbClr val="1F497D"/>
                </a:solidFill>
              </a:rPr>
              <a:t>    FV</a:t>
            </a:r>
          </a:p>
          <a:p>
            <a:pPr lvl="1" eaLnBrk="1" hangingPunct="1">
              <a:lnSpc>
                <a:spcPct val="90000"/>
              </a:lnSpc>
            </a:pPr>
            <a:r>
              <a:rPr lang="en-US" altLang="en-US" dirty="0"/>
              <a:t>FV = valeur future</a:t>
            </a:r>
          </a:p>
          <a:p>
            <a:pPr lvl="1" eaLnBrk="1" hangingPunct="1">
              <a:lnSpc>
                <a:spcPct val="90000"/>
              </a:lnSpc>
            </a:pPr>
            <a:r>
              <a:rPr lang="en-US" altLang="en-US" dirty="0"/>
              <a:t>PV = valeur actuelle</a:t>
            </a:r>
          </a:p>
          <a:p>
            <a:pPr lvl="1" eaLnBrk="1" hangingPunct="1">
              <a:lnSpc>
                <a:spcPct val="90000"/>
              </a:lnSpc>
            </a:pPr>
            <a:r>
              <a:rPr lang="en-US" altLang="en-US" dirty="0"/>
              <a:t>I/Y = taux d'intérêt périodique</a:t>
            </a:r>
            <a:r>
              <a:rPr lang="en-US" altLang="en-US" i="1" dirty="0">
                <a:sym typeface="Wingdings" panose="05000000000000000000" pitchFamily="2" charset="2"/>
              </a:rPr>
              <a:t>  r</a:t>
            </a:r>
            <a:endParaRPr lang="en-US" altLang="en-US" dirty="0"/>
          </a:p>
          <a:p>
            <a:pPr lvl="2" eaLnBrk="1" hangingPunct="1">
              <a:lnSpc>
                <a:spcPct val="90000"/>
              </a:lnSpc>
            </a:pPr>
            <a:r>
              <a:rPr lang="en-US" altLang="en-US" dirty="0"/>
              <a:t>L'intérêt est </a:t>
            </a:r>
            <a:r>
              <a:rPr lang="en-US" altLang="en-US" b="1" dirty="0"/>
              <a:t>saisi en pourcentage, et non en décimal</a:t>
            </a:r>
          </a:p>
          <a:p>
            <a:pPr lvl="1" eaLnBrk="1" hangingPunct="1">
              <a:lnSpc>
                <a:spcPct val="90000"/>
              </a:lnSpc>
            </a:pPr>
            <a:r>
              <a:rPr lang="en-US" altLang="en-US" dirty="0"/>
              <a:t>N = nombre de périodes</a:t>
            </a:r>
          </a:p>
          <a:p>
            <a:pPr lvl="1" eaLnBrk="1" hangingPunct="1">
              <a:lnSpc>
                <a:spcPct val="90000"/>
              </a:lnSpc>
            </a:pPr>
            <a:r>
              <a:rPr lang="en-US" altLang="en-US" dirty="0"/>
              <a:t>Les autres calculatrices ont un format similaire</a:t>
            </a:r>
          </a:p>
          <a:p>
            <a:pPr lvl="1" eaLnBrk="1" hangingPunct="1">
              <a:lnSpc>
                <a:spcPct val="90000"/>
              </a:lnSpc>
            </a:pPr>
            <a:endParaRPr lang="en-US" altLang="en-US" dirty="0"/>
          </a:p>
          <a:p>
            <a:pPr>
              <a:lnSpc>
                <a:spcPct val="90000"/>
              </a:lnSpc>
            </a:pPr>
            <a:r>
              <a:rPr lang="en-US" altLang="en-US" sz="2600" dirty="0"/>
              <a:t>IMPORTANT – Convention sur les signes : le calculateur considère les entrées de trésorerie comme des nombres positifs et les sorties de trésorerie comme des nombres négatifs.  Veillez à bien respecter cette convention, sinon vous obtiendrez une erreur lorsque vous calculerez r ou t </a:t>
            </a:r>
          </a:p>
          <a:p>
            <a:pPr lvl="1" eaLnBrk="1" hangingPunct="1">
              <a:lnSpc>
                <a:spcPct val="90000"/>
              </a:lnSpc>
            </a:pPr>
            <a:endParaRPr lang="en-US" altLang="en-US" dirty="0"/>
          </a:p>
        </p:txBody>
      </p:sp>
      <p:pic>
        <p:nvPicPr>
          <p:cNvPr id="2" name="Picture 1">
            <a:extLst>
              <a:ext uri="{FF2B5EF4-FFF2-40B4-BE49-F238E27FC236}">
                <a16:creationId xmlns:a16="http://schemas.microsoft.com/office/drawing/2014/main" id="{B882741A-F6B1-4FFE-BA3B-7514EE78AAB1}"/>
              </a:ext>
            </a:extLst>
          </p:cNvPr>
          <p:cNvPicPr>
            <a:picLocks noChangeAspect="1"/>
          </p:cNvPicPr>
          <p:nvPr/>
        </p:nvPicPr>
        <p:blipFill>
          <a:blip r:embed="rId3"/>
          <a:stretch>
            <a:fillRect/>
          </a:stretch>
        </p:blipFill>
        <p:spPr>
          <a:xfrm>
            <a:off x="6286928" y="1412777"/>
            <a:ext cx="3985536" cy="436953"/>
          </a:xfrm>
          <a:prstGeom prst="rect">
            <a:avLst/>
          </a:prstGeom>
        </p:spPr>
      </p:pic>
      <p:sp>
        <p:nvSpPr>
          <p:cNvPr id="6" name="TextBox 5">
            <a:extLst>
              <a:ext uri="{FF2B5EF4-FFF2-40B4-BE49-F238E27FC236}">
                <a16:creationId xmlns:a16="http://schemas.microsoft.com/office/drawing/2014/main" id="{53FA6356-3ADB-4F55-8D89-452C4C7E439D}"/>
              </a:ext>
            </a:extLst>
          </p:cNvPr>
          <p:cNvSpPr txBox="1"/>
          <p:nvPr/>
        </p:nvSpPr>
        <p:spPr>
          <a:xfrm>
            <a:off x="261119" y="5665467"/>
            <a:ext cx="11707972" cy="677108"/>
          </a:xfrm>
          <a:prstGeom prst="rect">
            <a:avLst/>
          </a:prstGeom>
          <a:solidFill>
            <a:schemeClr val="accent1">
              <a:lumMod val="20000"/>
              <a:lumOff val="80000"/>
            </a:schemeClr>
          </a:solidFill>
        </p:spPr>
        <p:txBody>
          <a:bodyPr wrap="square" rtlCol="0">
            <a:spAutoFit/>
          </a:bodyPr>
          <a:lstStyle/>
          <a:p>
            <a:pPr algn="ctr"/>
            <a:r>
              <a:rPr lang="fr-CA" b="1" dirty="0">
                <a:latin typeface="+mj-lt"/>
              </a:rPr>
              <a:t>           </a:t>
            </a:r>
            <a:r>
              <a:rPr lang="fr-CA" b="1" u="sng" dirty="0">
                <a:latin typeface="+mj-lt"/>
              </a:rPr>
              <a:t> ASTUCE </a:t>
            </a:r>
            <a:r>
              <a:rPr lang="fr-CA" dirty="0">
                <a:latin typeface="+mj-lt"/>
              </a:rPr>
              <a:t>pour la convention sur les signes : </a:t>
            </a:r>
            <a:r>
              <a:rPr lang="fr-CA" sz="2000" dirty="0">
                <a:latin typeface="Ink Free" panose="03080402000500000000" pitchFamily="66" charset="0"/>
              </a:rPr>
              <a:t>toujours mettre PV en négatif. </a:t>
            </a:r>
            <a:r>
              <a:rPr lang="fr-CA" dirty="0">
                <a:latin typeface="+mj-lt"/>
              </a:rPr>
              <a:t>La réponse obtenue peut </a:t>
            </a:r>
          </a:p>
          <a:p>
            <a:pPr algn="ctr"/>
            <a:r>
              <a:rPr lang="fr-CA" dirty="0">
                <a:latin typeface="+mj-lt"/>
              </a:rPr>
              <a:t>           être négative, mais ce n'est pas grave. Il suffit d'ignorer le signe négatif lorsque vous écrivez la réponse.</a:t>
            </a:r>
          </a:p>
        </p:txBody>
      </p:sp>
      <p:pic>
        <p:nvPicPr>
          <p:cNvPr id="16386" name="Picture 2" descr="Finger ">
            <a:extLst>
              <a:ext uri="{FF2B5EF4-FFF2-40B4-BE49-F238E27FC236}">
                <a16:creationId xmlns:a16="http://schemas.microsoft.com/office/drawing/2014/main" id="{8B974BB1-8DEE-D044-DCC4-5399D99EAA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04945" y="1666035"/>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Warning ">
            <a:extLst>
              <a:ext uri="{FF2B5EF4-FFF2-40B4-BE49-F238E27FC236}">
                <a16:creationId xmlns:a16="http://schemas.microsoft.com/office/drawing/2014/main" id="{E67525EC-D929-EC99-B2CB-96EEEFD6D5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9376" y="5688844"/>
            <a:ext cx="674429" cy="6744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 calcmode="lin" valueType="num">
                                      <p:cBhvr additive="base">
                                        <p:cTn id="7" dur="500" fill="hold"/>
                                        <p:tgtEl>
                                          <p:spTgt spid="389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8915">
                                            <p:txEl>
                                              <p:pRg st="0" end="0"/>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38915">
                                            <p:txEl>
                                              <p:pRg st="0" end="0"/>
                                            </p:txEl>
                                          </p:spTgt>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8915">
                                            <p:txEl>
                                              <p:pRg st="2" end="2"/>
                                            </p:txEl>
                                          </p:spTgt>
                                        </p:tgtEl>
                                        <p:attrNameLst>
                                          <p:attrName>style.visibility</p:attrName>
                                        </p:attrNameLst>
                                      </p:cBhvr>
                                      <p:to>
                                        <p:strVal val="visible"/>
                                      </p:to>
                                    </p:set>
                                    <p:anim calcmode="lin" valueType="num">
                                      <p:cBhvr additive="base">
                                        <p:cTn id="13" dur="500" fill="hold"/>
                                        <p:tgtEl>
                                          <p:spTgt spid="38915">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8915">
                                            <p:txEl>
                                              <p:pRg st="2" end="2"/>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38915">
                                            <p:txEl>
                                              <p:pRg st="2" end="2"/>
                                            </p:txEl>
                                          </p:spTgt>
                                        </p:tgtEl>
                                        <p:attrNameLst>
                                          <p:attrName>ppt_c</p:attrName>
                                        </p:attrNameLst>
                                      </p:cBhvr>
                                      <p:to>
                                        <a:schemeClr val="tx2"/>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8915">
                                            <p:txEl>
                                              <p:pRg st="3" end="3"/>
                                            </p:txEl>
                                          </p:spTgt>
                                        </p:tgtEl>
                                        <p:attrNameLst>
                                          <p:attrName>style.visibility</p:attrName>
                                        </p:attrNameLst>
                                      </p:cBhvr>
                                      <p:to>
                                        <p:strVal val="visible"/>
                                      </p:to>
                                    </p:set>
                                    <p:anim calcmode="lin" valueType="num">
                                      <p:cBhvr additive="base">
                                        <p:cTn id="19" dur="500" fill="hold"/>
                                        <p:tgtEl>
                                          <p:spTgt spid="38915">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8915">
                                            <p:txEl>
                                              <p:pRg st="3" end="3"/>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38915">
                                            <p:txEl>
                                              <p:pRg st="3" end="3"/>
                                            </p:txEl>
                                          </p:spTgt>
                                        </p:tgtEl>
                                        <p:attrNameLst>
                                          <p:attrName>ppt_c</p:attrName>
                                        </p:attrNameLst>
                                      </p:cBhvr>
                                      <p:to>
                                        <a:schemeClr val="tx2"/>
                                      </p:to>
                                    </p:animClr>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8915">
                                            <p:txEl>
                                              <p:pRg st="4" end="4"/>
                                            </p:txEl>
                                          </p:spTgt>
                                        </p:tgtEl>
                                        <p:attrNameLst>
                                          <p:attrName>style.visibility</p:attrName>
                                        </p:attrNameLst>
                                      </p:cBhvr>
                                      <p:to>
                                        <p:strVal val="visible"/>
                                      </p:to>
                                    </p:set>
                                    <p:anim calcmode="lin" valueType="num">
                                      <p:cBhvr additive="base">
                                        <p:cTn id="25" dur="500" fill="hold"/>
                                        <p:tgtEl>
                                          <p:spTgt spid="38915">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8915">
                                            <p:txEl>
                                              <p:pRg st="4" end="4"/>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38915">
                                            <p:txEl>
                                              <p:pRg st="4" end="4"/>
                                            </p:txEl>
                                          </p:spTgt>
                                        </p:tgtEl>
                                        <p:attrNameLst>
                                          <p:attrName>ppt_c</p:attrName>
                                        </p:attrNameLst>
                                      </p:cBhvr>
                                      <p:to>
                                        <a:schemeClr val="tx2"/>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8915">
                                            <p:txEl>
                                              <p:pRg st="5" end="5"/>
                                            </p:txEl>
                                          </p:spTgt>
                                        </p:tgtEl>
                                        <p:attrNameLst>
                                          <p:attrName>style.visibility</p:attrName>
                                        </p:attrNameLst>
                                      </p:cBhvr>
                                      <p:to>
                                        <p:strVal val="visible"/>
                                      </p:to>
                                    </p:set>
                                    <p:anim calcmode="lin" valueType="num">
                                      <p:cBhvr additive="base">
                                        <p:cTn id="31" dur="500" fill="hold"/>
                                        <p:tgtEl>
                                          <p:spTgt spid="38915">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8915">
                                            <p:txEl>
                                              <p:pRg st="5" end="5"/>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38915">
                                            <p:txEl>
                                              <p:pRg st="5" end="5"/>
                                            </p:txEl>
                                          </p:spTgt>
                                        </p:tgtEl>
                                        <p:attrNameLst>
                                          <p:attrName>ppt_c</p:attrName>
                                        </p:attrNameLst>
                                      </p:cBhvr>
                                      <p:to>
                                        <a:schemeClr val="tx2"/>
                                      </p:to>
                                    </p:animClr>
                                  </p:subTnLst>
                                </p:cTn>
                              </p:par>
                              <p:par>
                                <p:cTn id="33" presetID="2" presetClass="entr" presetSubtype="8" fill="hold" grpId="0" nodeType="withEffect">
                                  <p:stCondLst>
                                    <p:cond delay="0"/>
                                  </p:stCondLst>
                                  <p:childTnLst>
                                    <p:set>
                                      <p:cBhvr>
                                        <p:cTn id="34" dur="1" fill="hold">
                                          <p:stCondLst>
                                            <p:cond delay="0"/>
                                          </p:stCondLst>
                                        </p:cTn>
                                        <p:tgtEl>
                                          <p:spTgt spid="38915">
                                            <p:txEl>
                                              <p:pRg st="6" end="6"/>
                                            </p:txEl>
                                          </p:spTgt>
                                        </p:tgtEl>
                                        <p:attrNameLst>
                                          <p:attrName>style.visibility</p:attrName>
                                        </p:attrNameLst>
                                      </p:cBhvr>
                                      <p:to>
                                        <p:strVal val="visible"/>
                                      </p:to>
                                    </p:set>
                                    <p:anim calcmode="lin" valueType="num">
                                      <p:cBhvr additive="base">
                                        <p:cTn id="35" dur="500" fill="hold"/>
                                        <p:tgtEl>
                                          <p:spTgt spid="38915">
                                            <p:txEl>
                                              <p:pRg st="6" end="6"/>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38915">
                                            <p:txEl>
                                              <p:pRg st="6" end="6"/>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38915">
                                            <p:txEl>
                                              <p:pRg st="6" end="6"/>
                                            </p:txEl>
                                          </p:spTgt>
                                        </p:tgtEl>
                                        <p:attrNameLst>
                                          <p:attrName>ppt_c</p:attrName>
                                        </p:attrNameLst>
                                      </p:cBhvr>
                                      <p:to>
                                        <a:schemeClr val="tx2"/>
                                      </p:to>
                                    </p:animClr>
                                  </p:sub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38915">
                                            <p:txEl>
                                              <p:pRg st="7" end="7"/>
                                            </p:txEl>
                                          </p:spTgt>
                                        </p:tgtEl>
                                        <p:attrNameLst>
                                          <p:attrName>style.visibility</p:attrName>
                                        </p:attrNameLst>
                                      </p:cBhvr>
                                      <p:to>
                                        <p:strVal val="visible"/>
                                      </p:to>
                                    </p:set>
                                    <p:anim calcmode="lin" valueType="num">
                                      <p:cBhvr additive="base">
                                        <p:cTn id="41" dur="500" fill="hold"/>
                                        <p:tgtEl>
                                          <p:spTgt spid="38915">
                                            <p:txEl>
                                              <p:pRg st="7" end="7"/>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38915">
                                            <p:txEl>
                                              <p:pRg st="7" end="7"/>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38915">
                                            <p:txEl>
                                              <p:pRg st="7" end="7"/>
                                            </p:txEl>
                                          </p:spTgt>
                                        </p:tgtEl>
                                        <p:attrNameLst>
                                          <p:attrName>ppt_c</p:attrName>
                                        </p:attrNameLst>
                                      </p:cBhvr>
                                      <p:to>
                                        <a:schemeClr val="tx2"/>
                                      </p:to>
                                    </p:animClr>
                                  </p:sub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38915">
                                            <p:txEl>
                                              <p:pRg st="8" end="8"/>
                                            </p:txEl>
                                          </p:spTgt>
                                        </p:tgtEl>
                                        <p:attrNameLst>
                                          <p:attrName>style.visibility</p:attrName>
                                        </p:attrNameLst>
                                      </p:cBhvr>
                                      <p:to>
                                        <p:strVal val="visible"/>
                                      </p:to>
                                    </p:set>
                                    <p:anim calcmode="lin" valueType="num">
                                      <p:cBhvr additive="base">
                                        <p:cTn id="47" dur="500" fill="hold"/>
                                        <p:tgtEl>
                                          <p:spTgt spid="38915">
                                            <p:txEl>
                                              <p:pRg st="8" end="8"/>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38915">
                                            <p:txEl>
                                              <p:pRg st="8" end="8"/>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38915">
                                            <p:txEl>
                                              <p:pRg st="8" end="8"/>
                                            </p:txEl>
                                          </p:spTgt>
                                        </p:tgtEl>
                                        <p:attrNameLst>
                                          <p:attrName>ppt_c</p:attrName>
                                        </p:attrNameLst>
                                      </p:cBhvr>
                                      <p:to>
                                        <a:schemeClr val="tx2"/>
                                      </p:to>
                                    </p:animClr>
                                  </p:subTnLst>
                                </p:cTn>
                              </p:par>
                            </p:childTnLst>
                          </p:cTn>
                        </p:par>
                      </p:childTnLst>
                    </p:cTn>
                  </p:par>
                  <p:par>
                    <p:cTn id="49" fill="hold">
                      <p:stCondLst>
                        <p:cond delay="indefinite"/>
                      </p:stCondLst>
                      <p:childTnLst>
                        <p:par>
                          <p:cTn id="50" fill="hold">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38915">
                                            <p:txEl>
                                              <p:pRg st="10" end="10"/>
                                            </p:txEl>
                                          </p:spTgt>
                                        </p:tgtEl>
                                        <p:attrNameLst>
                                          <p:attrName>style.visibility</p:attrName>
                                        </p:attrNameLst>
                                      </p:cBhvr>
                                      <p:to>
                                        <p:strVal val="visible"/>
                                      </p:to>
                                    </p:set>
                                    <p:anim calcmode="lin" valueType="num">
                                      <p:cBhvr additive="base">
                                        <p:cTn id="53" dur="500" fill="hold"/>
                                        <p:tgtEl>
                                          <p:spTgt spid="38915">
                                            <p:txEl>
                                              <p:pRg st="10" end="10"/>
                                            </p:txEl>
                                          </p:spTgt>
                                        </p:tgtEl>
                                        <p:attrNameLst>
                                          <p:attrName>ppt_x</p:attrName>
                                        </p:attrNameLst>
                                      </p:cBhvr>
                                      <p:tavLst>
                                        <p:tav tm="0">
                                          <p:val>
                                            <p:strVal val="0-#ppt_w/2"/>
                                          </p:val>
                                        </p:tav>
                                        <p:tav tm="100000">
                                          <p:val>
                                            <p:strVal val="#ppt_x"/>
                                          </p:val>
                                        </p:tav>
                                      </p:tavLst>
                                    </p:anim>
                                    <p:anim calcmode="lin" valueType="num">
                                      <p:cBhvr additive="base">
                                        <p:cTn id="54" dur="500" fill="hold"/>
                                        <p:tgtEl>
                                          <p:spTgt spid="38915">
                                            <p:txEl>
                                              <p:pRg st="10" end="10"/>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38915">
                                            <p:txEl>
                                              <p:pRg st="10" end="10"/>
                                            </p:txEl>
                                          </p:spTgt>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bldLvl="2"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solidFill>
                  <a:srgbClr val="FF0000"/>
                </a:solidFill>
              </a:rPr>
              <a:t>Exemple 1 </a:t>
            </a:r>
          </a:p>
        </p:txBody>
      </p:sp>
      <p:sp>
        <p:nvSpPr>
          <p:cNvPr id="4" name="Espace réservé du numéro de diapositive 3"/>
          <p:cNvSpPr>
            <a:spLocks noGrp="1"/>
          </p:cNvSpPr>
          <p:nvPr>
            <p:ph type="sldNum" sz="quarter" idx="12"/>
          </p:nvPr>
        </p:nvSpPr>
        <p:spPr/>
        <p:txBody>
          <a:bodyPr/>
          <a:lstStyle/>
          <a:p>
            <a:fld id="{EA019D1F-2BC9-41FA-953B-C3256200C508}" type="slidenum">
              <a:rPr lang="fr-CA" smtClean="0">
                <a:solidFill>
                  <a:srgbClr val="8CADAE">
                    <a:shade val="75000"/>
                  </a:srgbClr>
                </a:solidFill>
              </a:rPr>
              <a:t>39</a:t>
            </a:fld>
            <a:endParaRPr lang="fr-CA">
              <a:solidFill>
                <a:srgbClr val="8CADAE">
                  <a:shade val="75000"/>
                </a:srgbClr>
              </a:solidFill>
            </a:endParaRPr>
          </a:p>
        </p:txBody>
      </p:sp>
      <p:sp>
        <p:nvSpPr>
          <p:cNvPr id="3" name="Espace réservé du contenu 2"/>
          <p:cNvSpPr>
            <a:spLocks noGrp="1"/>
          </p:cNvSpPr>
          <p:nvPr>
            <p:ph sz="quarter" idx="1"/>
          </p:nvPr>
        </p:nvSpPr>
        <p:spPr>
          <a:xfrm>
            <a:off x="402339" y="1527048"/>
            <a:ext cx="11598317" cy="4854280"/>
          </a:xfrm>
        </p:spPr>
        <p:txBody>
          <a:bodyPr>
            <a:normAutofit/>
          </a:bodyPr>
          <a:lstStyle/>
          <a:p>
            <a:pPr marL="0" indent="0">
              <a:buNone/>
            </a:pPr>
            <a:r>
              <a:rPr lang="fr-CA" sz="2400" dirty="0"/>
              <a:t>Vous pensez pouvoir vendre une œuvre d'art dans 5 ans au prix de 3 200 $. </a:t>
            </a:r>
          </a:p>
          <a:p>
            <a:pPr marL="0" indent="0">
              <a:buNone/>
            </a:pPr>
            <a:endParaRPr lang="fr-CA" sz="2400" dirty="0"/>
          </a:p>
          <a:p>
            <a:pPr marL="0" indent="0">
              <a:buNone/>
            </a:pPr>
            <a:r>
              <a:rPr lang="fr-CA" sz="2400" dirty="0"/>
              <a:t>Votre taux de rendement annuel requis est de 6 %.</a:t>
            </a:r>
          </a:p>
          <a:p>
            <a:pPr marL="0" indent="0">
              <a:buNone/>
            </a:pPr>
            <a:endParaRPr lang="fr-CA" sz="2400" dirty="0"/>
          </a:p>
          <a:p>
            <a:pPr marL="0" indent="0">
              <a:buNone/>
            </a:pPr>
            <a:r>
              <a:rPr lang="fr-CA" sz="2400" b="1" dirty="0"/>
              <a:t>Questions:</a:t>
            </a:r>
          </a:p>
          <a:p>
            <a:pPr marL="788657" lvl="1" indent="-514350">
              <a:buClrTx/>
              <a:buSzPct val="100000"/>
              <a:buAutoNum type="alphaLcParenR"/>
            </a:pPr>
            <a:r>
              <a:rPr lang="fr-CA" sz="2400" dirty="0" err="1"/>
              <a:t>Quelle est </a:t>
            </a:r>
            <a:r>
              <a:rPr lang="fr-CA" sz="2400" dirty="0"/>
              <a:t>la valeur </a:t>
            </a:r>
            <a:r>
              <a:rPr lang="fr-CA" sz="2400" dirty="0" err="1"/>
              <a:t>actuelle </a:t>
            </a:r>
            <a:r>
              <a:rPr lang="fr-CA" sz="2400" dirty="0"/>
              <a:t>de </a:t>
            </a:r>
            <a:r>
              <a:rPr lang="fr-CA" sz="2400" dirty="0" err="1"/>
              <a:t>cette </a:t>
            </a:r>
            <a:r>
              <a:rPr lang="fr-CA" sz="2400" dirty="0"/>
              <a:t>œuvre d'art ?</a:t>
            </a:r>
          </a:p>
          <a:p>
            <a:pPr marL="788657" lvl="1" indent="-514350">
              <a:buClrTx/>
              <a:buSzPct val="100000"/>
              <a:buFont typeface="Wingdings 2"/>
              <a:buAutoNum type="alphaLcParenR"/>
            </a:pPr>
            <a:r>
              <a:rPr lang="fr-CA" sz="2400" dirty="0" err="1"/>
              <a:t>En supposant que vous </a:t>
            </a:r>
            <a:r>
              <a:rPr lang="fr-CA" sz="2400" dirty="0"/>
              <a:t>puissiez </a:t>
            </a:r>
            <a:r>
              <a:rPr lang="fr-CA" sz="2400" dirty="0" err="1"/>
              <a:t>l'acheter aujourd'hui </a:t>
            </a:r>
            <a:r>
              <a:rPr lang="fr-CA" sz="2400" dirty="0"/>
              <a:t>pour 2 000 $, </a:t>
            </a:r>
            <a:r>
              <a:rPr lang="fr-CA" sz="2400" dirty="0" err="1"/>
              <a:t>est-ce </a:t>
            </a:r>
            <a:r>
              <a:rPr lang="fr-CA" sz="2400" dirty="0"/>
              <a:t>une bonne </a:t>
            </a:r>
            <a:r>
              <a:rPr lang="fr-CA" sz="2400" dirty="0" err="1"/>
              <a:t>idée </a:t>
            </a:r>
            <a:r>
              <a:rPr lang="fr-CA" sz="2400" dirty="0"/>
              <a:t>de </a:t>
            </a:r>
            <a:r>
              <a:rPr lang="fr-CA" sz="2400" dirty="0" err="1"/>
              <a:t>l'acheter </a:t>
            </a:r>
            <a:r>
              <a:rPr lang="fr-CA" sz="2400" dirty="0"/>
              <a:t>?</a:t>
            </a:r>
          </a:p>
          <a:p>
            <a:pPr marL="788657" lvl="1" indent="-514350">
              <a:buClrTx/>
              <a:buSzPct val="100000"/>
              <a:buFont typeface="Wingdings 2"/>
              <a:buAutoNum type="alphaLcParenR"/>
            </a:pPr>
            <a:r>
              <a:rPr lang="fr-CA" sz="2400" dirty="0"/>
              <a:t>Si </a:t>
            </a:r>
            <a:r>
              <a:rPr lang="fr-CA" sz="2400" dirty="0" err="1"/>
              <a:t>vous l'achetez aujourd'hui </a:t>
            </a:r>
            <a:r>
              <a:rPr lang="fr-CA" sz="2400" dirty="0"/>
              <a:t>pour 2 000 $, </a:t>
            </a:r>
            <a:r>
              <a:rPr lang="fr-CA" sz="2400" dirty="0" err="1"/>
              <a:t>quel sera </a:t>
            </a:r>
            <a:r>
              <a:rPr lang="fr-CA" sz="2400" dirty="0"/>
              <a:t>le rendement </a:t>
            </a:r>
            <a:r>
              <a:rPr lang="fr-CA" sz="2400" dirty="0" err="1"/>
              <a:t>annuel </a:t>
            </a:r>
            <a:r>
              <a:rPr lang="fr-CA" sz="2400" dirty="0"/>
              <a:t>de </a:t>
            </a:r>
            <a:r>
              <a:rPr lang="fr-CA" sz="2400" dirty="0" err="1"/>
              <a:t>votre investissement </a:t>
            </a:r>
            <a:r>
              <a:rPr lang="fr-CA" sz="2400" dirty="0"/>
              <a:t>si </a:t>
            </a:r>
            <a:r>
              <a:rPr lang="fr-CA" sz="2400" dirty="0" err="1"/>
              <a:t>vous le vendez </a:t>
            </a:r>
            <a:r>
              <a:rPr lang="fr-CA" sz="2400" dirty="0"/>
              <a:t>pour 3 200 $ dans 5 </a:t>
            </a:r>
            <a:r>
              <a:rPr lang="fr-CA" sz="2400" dirty="0" err="1"/>
              <a:t>ans </a:t>
            </a:r>
            <a:r>
              <a:rPr lang="fr-CA" sz="2400" dirty="0"/>
              <a:t>? </a:t>
            </a:r>
          </a:p>
          <a:p>
            <a:pPr marL="514350" indent="-514350">
              <a:buFont typeface="Wingdings 2"/>
              <a:buAutoNum type="alphaLcParenR"/>
            </a:pPr>
            <a:endParaRPr lang="fr-CA" sz="2400" dirty="0"/>
          </a:p>
          <a:p>
            <a:pPr marL="514350" indent="-514350">
              <a:buAutoNum type="alphaLcParenR"/>
            </a:pPr>
            <a:endParaRPr lang="fr-CA" sz="2400" dirty="0"/>
          </a:p>
        </p:txBody>
      </p:sp>
      <p:pic>
        <p:nvPicPr>
          <p:cNvPr id="17410" name="Picture 2" descr="Identification ">
            <a:extLst>
              <a:ext uri="{FF2B5EF4-FFF2-40B4-BE49-F238E27FC236}">
                <a16:creationId xmlns:a16="http://schemas.microsoft.com/office/drawing/2014/main" id="{9817DFAF-85E7-CC84-2C69-3EB8E220AF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7328" y="361676"/>
            <a:ext cx="864096" cy="8640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76711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solidFill>
                  <a:srgbClr val="FF0000"/>
                </a:solidFill>
              </a:rPr>
              <a:t>Exemple 2</a:t>
            </a:r>
          </a:p>
        </p:txBody>
      </p:sp>
      <p:sp>
        <p:nvSpPr>
          <p:cNvPr id="4" name="Espace réservé du numéro de diapositive 3"/>
          <p:cNvSpPr>
            <a:spLocks noGrp="1"/>
          </p:cNvSpPr>
          <p:nvPr>
            <p:ph type="sldNum" sz="quarter" idx="12"/>
          </p:nvPr>
        </p:nvSpPr>
        <p:spPr/>
        <p:txBody>
          <a:bodyPr/>
          <a:lstStyle/>
          <a:p>
            <a:fld id="{EA019D1F-2BC9-41FA-953B-C3256200C508}" type="slidenum">
              <a:rPr lang="fr-CA" smtClean="0">
                <a:solidFill>
                  <a:srgbClr val="8CADAE">
                    <a:shade val="75000"/>
                  </a:srgbClr>
                </a:solidFill>
              </a:rPr>
              <a:t>40</a:t>
            </a:fld>
            <a:endParaRPr lang="fr-CA">
              <a:solidFill>
                <a:srgbClr val="8CADAE">
                  <a:shade val="75000"/>
                </a:srgbClr>
              </a:solidFill>
            </a:endParaRPr>
          </a:p>
        </p:txBody>
      </p:sp>
      <p:sp>
        <p:nvSpPr>
          <p:cNvPr id="3" name="Espace réservé du contenu 2"/>
          <p:cNvSpPr>
            <a:spLocks noGrp="1"/>
          </p:cNvSpPr>
          <p:nvPr>
            <p:ph sz="quarter" idx="1"/>
          </p:nvPr>
        </p:nvSpPr>
        <p:spPr/>
        <p:txBody>
          <a:bodyPr>
            <a:normAutofit/>
          </a:bodyPr>
          <a:lstStyle/>
          <a:p>
            <a:pPr marL="0" indent="0">
              <a:buNone/>
            </a:pPr>
            <a:r>
              <a:rPr lang="fr-CA" sz="2400" dirty="0"/>
              <a:t>Vous souhaitez acheter une nouvelle voiture dans exactement 4 ans. </a:t>
            </a:r>
          </a:p>
          <a:p>
            <a:pPr marL="0" indent="0">
              <a:buNone/>
            </a:pPr>
            <a:r>
              <a:rPr lang="fr-CA" sz="2400" dirty="0"/>
              <a:t>Cette voiture vous coûtera 35 000 $. </a:t>
            </a:r>
          </a:p>
          <a:p>
            <a:pPr marL="0" indent="0">
              <a:buNone/>
            </a:pPr>
            <a:endParaRPr lang="fr-CA" sz="2400" dirty="0"/>
          </a:p>
          <a:p>
            <a:pPr marL="0" indent="0">
              <a:buNone/>
            </a:pPr>
            <a:r>
              <a:rPr lang="fr-CA" sz="2400" b="1" dirty="0"/>
              <a:t>Question:</a:t>
            </a:r>
          </a:p>
          <a:p>
            <a:pPr marL="274307" lvl="1" indent="0">
              <a:buNone/>
            </a:pPr>
            <a:r>
              <a:rPr lang="fr-CA" sz="2400" dirty="0"/>
              <a:t>Combien d'argent devez-vous mettre sur votre compte bancaire aujourd'hui pour pouvoir acheter la voiture souhaitée dans 4 ans ? </a:t>
            </a:r>
          </a:p>
          <a:p>
            <a:pPr marL="274307" lvl="1" indent="0">
              <a:buNone/>
            </a:pPr>
            <a:endParaRPr lang="fr-CA" sz="2400" dirty="0"/>
          </a:p>
          <a:p>
            <a:pPr marL="274307" lvl="1" indent="0">
              <a:buNone/>
            </a:pPr>
            <a:r>
              <a:rPr lang="fr-CA" sz="2400" dirty="0"/>
              <a:t>Il convient de noter que votre compte bancaire vous rapporte un taux de 4 % par an. </a:t>
            </a:r>
          </a:p>
        </p:txBody>
      </p:sp>
      <p:pic>
        <p:nvPicPr>
          <p:cNvPr id="8" name="Graphic 7" descr="School boy">
            <a:extLst>
              <a:ext uri="{FF2B5EF4-FFF2-40B4-BE49-F238E27FC236}">
                <a16:creationId xmlns:a16="http://schemas.microsoft.com/office/drawing/2014/main" id="{DBF0D238-B19C-4143-90EA-30E57AF4B4D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26637" y="4941168"/>
            <a:ext cx="1368152" cy="1368152"/>
          </a:xfrm>
          <a:prstGeom prst="rect">
            <a:avLst/>
          </a:prstGeom>
        </p:spPr>
      </p:pic>
      <p:pic>
        <p:nvPicPr>
          <p:cNvPr id="5" name="Picture 2" descr="Identification ">
            <a:extLst>
              <a:ext uri="{FF2B5EF4-FFF2-40B4-BE49-F238E27FC236}">
                <a16:creationId xmlns:a16="http://schemas.microsoft.com/office/drawing/2014/main" id="{193ECD09-20B1-468C-A8E0-34ED844951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7328" y="361676"/>
            <a:ext cx="864096" cy="8640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00944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solidFill>
                  <a:srgbClr val="FF0000"/>
                </a:solidFill>
              </a:rPr>
              <a:t>Exemple 3</a:t>
            </a:r>
          </a:p>
        </p:txBody>
      </p:sp>
      <p:sp>
        <p:nvSpPr>
          <p:cNvPr id="4" name="Espace réservé du numéro de diapositive 3"/>
          <p:cNvSpPr>
            <a:spLocks noGrp="1"/>
          </p:cNvSpPr>
          <p:nvPr>
            <p:ph type="sldNum" sz="quarter" idx="12"/>
          </p:nvPr>
        </p:nvSpPr>
        <p:spPr/>
        <p:txBody>
          <a:bodyPr/>
          <a:lstStyle/>
          <a:p>
            <a:fld id="{EA019D1F-2BC9-41FA-953B-C3256200C508}" type="slidenum">
              <a:rPr lang="fr-CA" smtClean="0">
                <a:solidFill>
                  <a:srgbClr val="8CADAE">
                    <a:shade val="75000"/>
                  </a:srgbClr>
                </a:solidFill>
              </a:rPr>
              <a:t>41</a:t>
            </a:fld>
            <a:endParaRPr lang="fr-CA">
              <a:solidFill>
                <a:srgbClr val="8CADAE">
                  <a:shade val="75000"/>
                </a:srgbClr>
              </a:solidFill>
            </a:endParaRPr>
          </a:p>
        </p:txBody>
      </p:sp>
      <p:sp>
        <p:nvSpPr>
          <p:cNvPr id="3" name="Espace réservé du contenu 2"/>
          <p:cNvSpPr>
            <a:spLocks noGrp="1"/>
          </p:cNvSpPr>
          <p:nvPr>
            <p:ph sz="quarter" idx="1"/>
          </p:nvPr>
        </p:nvSpPr>
        <p:spPr>
          <a:xfrm>
            <a:off x="1703513" y="1527048"/>
            <a:ext cx="10078026" cy="4572000"/>
          </a:xfrm>
        </p:spPr>
        <p:txBody>
          <a:bodyPr>
            <a:normAutofit/>
          </a:bodyPr>
          <a:lstStyle/>
          <a:p>
            <a:pPr marL="514350" indent="-514350">
              <a:buClrTx/>
              <a:buSzPct val="100000"/>
              <a:buAutoNum type="alphaLcParenR"/>
            </a:pPr>
            <a:r>
              <a:rPr lang="fr-CA" sz="2200" dirty="0"/>
              <a:t>À un taux </a:t>
            </a:r>
            <a:r>
              <a:rPr lang="fr-CA" sz="2200" dirty="0" err="1"/>
              <a:t>d'intérêt</a:t>
            </a:r>
            <a:r>
              <a:rPr lang="fr-CA" sz="2200" dirty="0"/>
              <a:t> de 10 %, combien de temps </a:t>
            </a:r>
            <a:r>
              <a:rPr lang="fr-CA" sz="2200" dirty="0" err="1"/>
              <a:t>faut-il </a:t>
            </a:r>
            <a:r>
              <a:rPr lang="fr-CA" sz="2200" dirty="0"/>
              <a:t>pour qu'une certaine </a:t>
            </a:r>
            <a:r>
              <a:rPr lang="fr-CA" sz="2200" dirty="0" err="1"/>
              <a:t>somme </a:t>
            </a:r>
            <a:r>
              <a:rPr lang="fr-CA" sz="2200" dirty="0"/>
              <a:t>d'argent double de valeur ?</a:t>
            </a:r>
          </a:p>
          <a:p>
            <a:pPr marL="0" indent="0">
              <a:buNone/>
            </a:pPr>
            <a:endParaRPr lang="fr-CA" sz="2200" dirty="0"/>
          </a:p>
          <a:p>
            <a:pPr marL="0" indent="0">
              <a:buNone/>
            </a:pPr>
            <a:endParaRPr lang="fr-CA" sz="2200" dirty="0"/>
          </a:p>
          <a:p>
            <a:pPr marL="0" indent="0">
              <a:buNone/>
            </a:pPr>
            <a:endParaRPr lang="fr-CA" sz="2200" dirty="0"/>
          </a:p>
          <a:p>
            <a:pPr marL="0" indent="0">
              <a:buNone/>
            </a:pPr>
            <a:endParaRPr lang="fr-CA" sz="2200" dirty="0"/>
          </a:p>
          <a:p>
            <a:pPr marL="514350" indent="-514350">
              <a:buClrTx/>
              <a:buSzPct val="100000"/>
              <a:buFont typeface="+mj-lt"/>
              <a:buAutoNum type="alphaLcParenR" startAt="2"/>
            </a:pPr>
            <a:r>
              <a:rPr lang="fr-CA" sz="2200" dirty="0"/>
              <a:t>Quel taux d'intérêt faut-il pour doubler la valeur d'une somme donnée en 10 ans ?</a:t>
            </a:r>
          </a:p>
        </p:txBody>
      </p:sp>
      <p:pic>
        <p:nvPicPr>
          <p:cNvPr id="8" name="Graphic 7" descr="Classroom">
            <a:extLst>
              <a:ext uri="{FF2B5EF4-FFF2-40B4-BE49-F238E27FC236}">
                <a16:creationId xmlns:a16="http://schemas.microsoft.com/office/drawing/2014/main" id="{58C17740-45B6-4956-88C6-CA2A73F7110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6989" y="1468659"/>
            <a:ext cx="914400" cy="914400"/>
          </a:xfrm>
          <a:prstGeom prst="rect">
            <a:avLst/>
          </a:prstGeom>
        </p:spPr>
      </p:pic>
      <p:pic>
        <p:nvPicPr>
          <p:cNvPr id="10" name="Graphic 9" descr="School boy">
            <a:extLst>
              <a:ext uri="{FF2B5EF4-FFF2-40B4-BE49-F238E27FC236}">
                <a16:creationId xmlns:a16="http://schemas.microsoft.com/office/drawing/2014/main" id="{ACCC4EA2-BD82-4318-85BE-3769ECE9912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1384" y="3586635"/>
            <a:ext cx="914400" cy="914400"/>
          </a:xfrm>
          <a:prstGeom prst="rect">
            <a:avLst/>
          </a:prstGeom>
        </p:spPr>
      </p:pic>
      <p:pic>
        <p:nvPicPr>
          <p:cNvPr id="5" name="Picture 2" descr="Identification ">
            <a:extLst>
              <a:ext uri="{FF2B5EF4-FFF2-40B4-BE49-F238E27FC236}">
                <a16:creationId xmlns:a16="http://schemas.microsoft.com/office/drawing/2014/main" id="{D1787279-A030-AB98-F80F-BF4E435B905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57328" y="361676"/>
            <a:ext cx="864096" cy="8640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61385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CA" sz="2800" dirty="0">
                <a:solidFill>
                  <a:srgbClr val="FF0000"/>
                </a:solidFill>
              </a:rPr>
              <a:t>Exemple 4</a:t>
            </a:r>
          </a:p>
        </p:txBody>
      </p:sp>
      <p:sp>
        <p:nvSpPr>
          <p:cNvPr id="2" name="Espace réservé du numéro de diapositive 1"/>
          <p:cNvSpPr>
            <a:spLocks noGrp="1"/>
          </p:cNvSpPr>
          <p:nvPr>
            <p:ph type="sldNum" sz="quarter" idx="12"/>
          </p:nvPr>
        </p:nvSpPr>
        <p:spPr/>
        <p:txBody>
          <a:bodyPr/>
          <a:lstStyle/>
          <a:p>
            <a:fld id="{C60443A9-7CF2-4AF6-A108-271190AEB83F}" type="slidenum">
              <a:rPr lang="fr-CA" smtClean="0">
                <a:solidFill>
                  <a:srgbClr val="8CADAE">
                    <a:shade val="75000"/>
                  </a:srgbClr>
                </a:solidFill>
              </a:rPr>
              <a:t>42</a:t>
            </a:fld>
            <a:endParaRPr lang="fr-CA">
              <a:solidFill>
                <a:srgbClr val="8CADAE">
                  <a:shade val="75000"/>
                </a:srgbClr>
              </a:solidFill>
            </a:endParaRPr>
          </a:p>
        </p:txBody>
      </p:sp>
      <p:sp>
        <p:nvSpPr>
          <p:cNvPr id="5" name="Espace réservé du contenu 4"/>
          <p:cNvSpPr>
            <a:spLocks noGrp="1"/>
          </p:cNvSpPr>
          <p:nvPr>
            <p:ph sz="half" idx="1"/>
          </p:nvPr>
        </p:nvSpPr>
        <p:spPr>
          <a:xfrm>
            <a:off x="335360" y="1124744"/>
            <a:ext cx="7272808" cy="5153744"/>
          </a:xfrm>
        </p:spPr>
        <p:txBody>
          <a:bodyPr>
            <a:normAutofit fontScale="85000" lnSpcReduction="20000"/>
          </a:bodyPr>
          <a:lstStyle/>
          <a:p>
            <a:pPr marL="0" indent="0">
              <a:buNone/>
            </a:pPr>
            <a:endParaRPr lang="fr-CA" sz="2800" dirty="0">
              <a:latin typeface="+mj-lt"/>
            </a:endParaRPr>
          </a:p>
          <a:p>
            <a:pPr marL="0" indent="0">
              <a:buNone/>
            </a:pPr>
            <a:r>
              <a:rPr lang="fr-CA" sz="2800" dirty="0">
                <a:latin typeface="+mj-lt"/>
              </a:rPr>
              <a:t>Un tableau de Picasso, intitulé </a:t>
            </a:r>
            <a:r>
              <a:rPr lang="fr-CA" sz="2800" i="1" dirty="0">
                <a:latin typeface="+mj-lt"/>
              </a:rPr>
              <a:t>Nu à la planche du sculpteur</a:t>
            </a:r>
            <a:r>
              <a:rPr lang="fr-CA" sz="2800" dirty="0">
                <a:latin typeface="+mj-lt"/>
              </a:rPr>
              <a:t>, a été vendu pour 106,5 millions de dollars en 2010, un record absolu à l'époque (record battu en </a:t>
            </a:r>
            <a:r>
              <a:rPr lang="fr-CA" sz="2800" dirty="0" err="1">
                <a:latin typeface="+mj-lt"/>
              </a:rPr>
              <a:t>novembre</a:t>
            </a:r>
            <a:r>
              <a:rPr lang="fr-CA" sz="2800" dirty="0">
                <a:latin typeface="+mj-lt"/>
              </a:rPr>
              <a:t> 2017), par la célèbre maison de vente aux enchères Christie's.</a:t>
            </a:r>
          </a:p>
          <a:p>
            <a:pPr marL="0" indent="0">
              <a:buNone/>
            </a:pPr>
            <a:endParaRPr lang="fr-CA" sz="2800" dirty="0">
              <a:latin typeface="+mj-lt"/>
            </a:endParaRPr>
          </a:p>
          <a:p>
            <a:pPr marL="0" indent="0">
              <a:buNone/>
            </a:pPr>
            <a:r>
              <a:rPr lang="fr-CA" sz="2800" dirty="0">
                <a:latin typeface="+mj-lt"/>
              </a:rPr>
              <a:t>En 1950, ce même tableau avait été vendu pour seulement 17 000 dollars.</a:t>
            </a:r>
          </a:p>
          <a:p>
            <a:pPr marL="0" indent="0">
              <a:buNone/>
            </a:pPr>
            <a:endParaRPr lang="fr-CA" sz="2800" dirty="0">
              <a:latin typeface="+mj-lt"/>
            </a:endParaRPr>
          </a:p>
          <a:p>
            <a:pPr marL="0" indent="0">
              <a:buNone/>
            </a:pPr>
            <a:r>
              <a:rPr lang="fr-CA" sz="2800" b="1" dirty="0">
                <a:latin typeface="+mj-lt"/>
              </a:rPr>
              <a:t>Question:</a:t>
            </a:r>
          </a:p>
          <a:p>
            <a:pPr marL="274307" lvl="1" indent="0">
              <a:buNone/>
            </a:pPr>
            <a:r>
              <a:rPr lang="fr-CA" sz="2800" dirty="0">
                <a:latin typeface="+mj-lt"/>
              </a:rPr>
              <a:t>En supposant que la personne qui l'a acheté en 1950 soit la même que celle qui l'a vendu en 2010, quel rendement annuel a-t-elle obtenu pour cet investissement ?</a:t>
            </a:r>
          </a:p>
          <a:p>
            <a:endParaRPr lang="fr-CA" dirty="0">
              <a:latin typeface="+mj-lt"/>
            </a:endParaRPr>
          </a:p>
        </p:txBody>
      </p:sp>
      <p:pic>
        <p:nvPicPr>
          <p:cNvPr id="1026" name="Picture 2" descr="Résultats de recherche d'images pour « nu au plateau de sculpteur »"/>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bwMode="auto">
          <a:xfrm>
            <a:off x="7968208" y="1663751"/>
            <a:ext cx="3643064" cy="42862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6" name="Picture 2" descr="Identification ">
            <a:extLst>
              <a:ext uri="{FF2B5EF4-FFF2-40B4-BE49-F238E27FC236}">
                <a16:creationId xmlns:a16="http://schemas.microsoft.com/office/drawing/2014/main" id="{33030834-E001-7E44-1589-CBABF285F3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7328" y="361676"/>
            <a:ext cx="864096" cy="8640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9664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A78D5E0-5E06-F726-078F-DA54B6F72040}"/>
              </a:ext>
            </a:extLst>
          </p:cNvPr>
          <p:cNvSpPr/>
          <p:nvPr/>
        </p:nvSpPr>
        <p:spPr>
          <a:xfrm>
            <a:off x="263352" y="5373216"/>
            <a:ext cx="11665296" cy="864096"/>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2" name="Titre 1"/>
          <p:cNvSpPr>
            <a:spLocks noGrp="1"/>
          </p:cNvSpPr>
          <p:nvPr>
            <p:ph type="title"/>
          </p:nvPr>
        </p:nvSpPr>
        <p:spPr>
          <a:xfrm>
            <a:off x="2207568" y="197820"/>
            <a:ext cx="8026641" cy="758952"/>
          </a:xfrm>
        </p:spPr>
        <p:txBody>
          <a:bodyPr>
            <a:normAutofit/>
          </a:bodyPr>
          <a:lstStyle/>
          <a:p>
            <a:r>
              <a:rPr lang="fr-CA" dirty="0"/>
              <a:t>Points clés </a:t>
            </a:r>
            <a:r>
              <a:rPr lang="fr-CA" b="1" dirty="0"/>
              <a:t>à retenir </a:t>
            </a:r>
            <a:r>
              <a:rPr lang="fr-CA" sz="3600" dirty="0"/>
              <a:t>🎯</a:t>
            </a:r>
            <a:endParaRPr lang="fr-CA" dirty="0"/>
          </a:p>
        </p:txBody>
      </p:sp>
      <p:sp>
        <p:nvSpPr>
          <p:cNvPr id="4" name="Espace réservé du numéro de diapositive 3"/>
          <p:cNvSpPr>
            <a:spLocks noGrp="1"/>
          </p:cNvSpPr>
          <p:nvPr>
            <p:ph type="sldNum" sz="quarter" idx="12"/>
          </p:nvPr>
        </p:nvSpPr>
        <p:spPr/>
        <p:txBody>
          <a:bodyPr/>
          <a:lstStyle/>
          <a:p>
            <a:fld id="{EA019D1F-2BC9-41FA-953B-C3256200C508}" type="slidenum">
              <a:rPr lang="fr-CA" smtClean="0">
                <a:solidFill>
                  <a:srgbClr val="8CADAE">
                    <a:shade val="75000"/>
                  </a:srgbClr>
                </a:solidFill>
              </a:rPr>
              <a:t>43</a:t>
            </a:fld>
            <a:endParaRPr lang="fr-CA">
              <a:solidFill>
                <a:srgbClr val="8CADAE">
                  <a:shade val="75000"/>
                </a:srgbClr>
              </a:solidFill>
            </a:endParaRPr>
          </a:p>
        </p:txBody>
      </p:sp>
      <p:sp>
        <p:nvSpPr>
          <p:cNvPr id="3" name="Espace réservé du contenu 2"/>
          <p:cNvSpPr>
            <a:spLocks noGrp="1"/>
          </p:cNvSpPr>
          <p:nvPr>
            <p:ph sz="quarter" idx="1"/>
          </p:nvPr>
        </p:nvSpPr>
        <p:spPr>
          <a:xfrm>
            <a:off x="191344" y="1537311"/>
            <a:ext cx="11737304" cy="4916025"/>
          </a:xfrm>
        </p:spPr>
        <p:txBody>
          <a:bodyPr>
            <a:normAutofit fontScale="92500" lnSpcReduction="20000"/>
          </a:bodyPr>
          <a:lstStyle/>
          <a:p>
            <a:pPr marL="320068" lvl="1" indent="0">
              <a:buNone/>
            </a:pPr>
            <a:r>
              <a:rPr lang="en-US" sz="2400" u="sng" dirty="0" err="1">
                <a:latin typeface="Ink Free" panose="03080402000500000000" pitchFamily="66" charset="0"/>
              </a:rPr>
              <a:t>Capitalisation</a:t>
            </a:r>
            <a:r>
              <a:rPr lang="en-US" sz="2400" u="sng" dirty="0">
                <a:latin typeface="Ink Free" panose="03080402000500000000" pitchFamily="66" charset="0"/>
              </a:rPr>
              <a:t> :</a:t>
            </a:r>
          </a:p>
          <a:p>
            <a:pPr marL="320068" lvl="1" indent="0">
              <a:buNone/>
            </a:pPr>
            <a:r>
              <a:rPr lang="en-US" sz="2400" dirty="0">
                <a:latin typeface="+mj-lt"/>
              </a:rPr>
              <a:t>« Valeur future (VF) : augmentation de la valeur actuelle d'une somme d'argent dans le </a:t>
            </a:r>
            <a:r>
              <a:rPr lang="en-US" sz="2400" dirty="0" err="1">
                <a:latin typeface="+mj-lt"/>
              </a:rPr>
              <a:t>futur</a:t>
            </a:r>
            <a:r>
              <a:rPr lang="en-US" sz="2400" dirty="0">
                <a:latin typeface="+mj-lt"/>
              </a:rPr>
              <a:t>.»</a:t>
            </a:r>
          </a:p>
          <a:p>
            <a:pPr marL="320068" lvl="1" indent="0">
              <a:buNone/>
            </a:pPr>
            <a:endParaRPr lang="en-US" sz="2400" dirty="0">
              <a:latin typeface="Ink Free" panose="03080402000500000000" pitchFamily="66" charset="0"/>
            </a:endParaRPr>
          </a:p>
          <a:p>
            <a:pPr marL="320068" lvl="1" indent="0">
              <a:buNone/>
            </a:pPr>
            <a:r>
              <a:rPr lang="en-US" sz="2400" u="sng" dirty="0" err="1">
                <a:latin typeface="Ink Free" panose="03080402000500000000" pitchFamily="66" charset="0"/>
              </a:rPr>
              <a:t>Actualisation</a:t>
            </a:r>
            <a:r>
              <a:rPr lang="en-US" sz="2400" u="sng" dirty="0">
                <a:latin typeface="Ink Free" panose="03080402000500000000" pitchFamily="66" charset="0"/>
              </a:rPr>
              <a:t> :</a:t>
            </a:r>
          </a:p>
          <a:p>
            <a:pPr marL="320068" lvl="1" indent="0">
              <a:buNone/>
            </a:pPr>
            <a:r>
              <a:rPr lang="en-US" sz="2400" dirty="0">
                <a:latin typeface="+mj-lt"/>
              </a:rPr>
              <a:t>« Valeur actuelle (VA) : valeur actuelle de l'argent futur. »</a:t>
            </a:r>
          </a:p>
          <a:p>
            <a:pPr marL="868680" lvl="3" indent="0">
              <a:buNone/>
            </a:pPr>
            <a:endParaRPr lang="fr-CA" sz="2400" dirty="0">
              <a:latin typeface="Ink Free" panose="03080402000500000000" pitchFamily="66" charset="0"/>
            </a:endParaRPr>
          </a:p>
          <a:p>
            <a:pPr marL="274320" lvl="1" indent="0" algn="ctr">
              <a:buNone/>
            </a:pPr>
            <a:r>
              <a:rPr lang="fr-CA" sz="2400" dirty="0">
                <a:solidFill>
                  <a:schemeClr val="tx1"/>
                </a:solidFill>
                <a:latin typeface="Ink Free" panose="03080402000500000000" pitchFamily="66" charset="0"/>
              </a:rPr>
              <a:t>👉 </a:t>
            </a:r>
            <a:r>
              <a:rPr lang="fr-FR" sz="2400" dirty="0">
                <a:solidFill>
                  <a:srgbClr val="C00000"/>
                </a:solidFill>
                <a:latin typeface="Ink Free" panose="03080402000500000000" pitchFamily="66" charset="0"/>
              </a:rPr>
              <a:t>Un dollar gagné aujourd'hui vaut plus qu'un dollar gagné demain, car vous pouvez l'investir et gagner de l'argent.</a:t>
            </a:r>
          </a:p>
          <a:p>
            <a:pPr marL="274320" lvl="1" indent="0" algn="ctr">
              <a:buNone/>
            </a:pPr>
            <a:endParaRPr lang="fr-FR" sz="2400" dirty="0">
              <a:solidFill>
                <a:srgbClr val="C00000"/>
              </a:solidFill>
              <a:latin typeface="Ink Free" panose="03080402000500000000" pitchFamily="66" charset="0"/>
            </a:endParaRPr>
          </a:p>
          <a:p>
            <a:pPr marL="274320" lvl="1" indent="0" algn="ctr">
              <a:buNone/>
            </a:pPr>
            <a:r>
              <a:rPr lang="fr-CA" sz="2400" dirty="0">
                <a:solidFill>
                  <a:schemeClr val="tx1"/>
                </a:solidFill>
                <a:latin typeface="Ink Free" panose="03080402000500000000" pitchFamily="66" charset="0"/>
              </a:rPr>
              <a:t>👉 </a:t>
            </a:r>
            <a:r>
              <a:rPr lang="fr-FR" sz="2400" dirty="0">
                <a:solidFill>
                  <a:srgbClr val="C00000"/>
                </a:solidFill>
                <a:latin typeface="Ink Free" panose="03080402000500000000" pitchFamily="66" charset="0"/>
              </a:rPr>
              <a:t>Un dollar certain vaut plus qu'un dollar incertain.</a:t>
            </a:r>
          </a:p>
          <a:p>
            <a:pPr marL="274320" lvl="1" indent="0" algn="ctr">
              <a:buNone/>
            </a:pPr>
            <a:endParaRPr lang="fr-FR" sz="2400" dirty="0">
              <a:solidFill>
                <a:srgbClr val="C00000"/>
              </a:solidFill>
              <a:latin typeface="Ink Free" panose="03080402000500000000" pitchFamily="66" charset="0"/>
            </a:endParaRPr>
          </a:p>
          <a:p>
            <a:pPr marL="274320" lvl="1" indent="0" algn="ctr">
              <a:buNone/>
            </a:pPr>
            <a:r>
              <a:rPr lang="fr-FR" sz="2500" dirty="0">
                <a:solidFill>
                  <a:schemeClr val="tx1"/>
                </a:solidFill>
                <a:latin typeface="+mj-lt"/>
              </a:rPr>
              <a:t>	Faire les </a:t>
            </a:r>
            <a:r>
              <a:rPr lang="fr-FR" sz="2500" b="1" dirty="0">
                <a:solidFill>
                  <a:schemeClr val="tx1"/>
                </a:solidFill>
                <a:latin typeface="+mj-lt"/>
              </a:rPr>
              <a:t>lectures</a:t>
            </a:r>
            <a:r>
              <a:rPr lang="fr-FR" sz="2500" dirty="0">
                <a:solidFill>
                  <a:schemeClr val="tx1"/>
                </a:solidFill>
                <a:latin typeface="+mj-lt"/>
              </a:rPr>
              <a:t> et </a:t>
            </a:r>
            <a:r>
              <a:rPr lang="fr-FR" sz="2500" b="1" dirty="0">
                <a:solidFill>
                  <a:schemeClr val="tx1"/>
                </a:solidFill>
                <a:latin typeface="+mj-lt"/>
              </a:rPr>
              <a:t>vidéos</a:t>
            </a:r>
            <a:r>
              <a:rPr lang="fr-FR" sz="2500" dirty="0">
                <a:solidFill>
                  <a:schemeClr val="tx1"/>
                </a:solidFill>
                <a:latin typeface="+mj-lt"/>
              </a:rPr>
              <a:t> pour la </a:t>
            </a:r>
            <a:r>
              <a:rPr lang="fr-FR" sz="2500" b="1" dirty="0">
                <a:solidFill>
                  <a:schemeClr val="tx1"/>
                </a:solidFill>
                <a:latin typeface="+mj-lt"/>
              </a:rPr>
              <a:t>séance 2</a:t>
            </a:r>
            <a:r>
              <a:rPr lang="fr-FR" sz="2500" dirty="0">
                <a:solidFill>
                  <a:schemeClr val="tx1"/>
                </a:solidFill>
                <a:latin typeface="+mj-lt"/>
              </a:rPr>
              <a:t>. Ayez votre </a:t>
            </a:r>
            <a:r>
              <a:rPr lang="fr-FR" sz="2500" b="1" dirty="0">
                <a:solidFill>
                  <a:schemeClr val="tx1"/>
                </a:solidFill>
                <a:latin typeface="+mj-lt"/>
              </a:rPr>
              <a:t>calculatrice financière pour la séance 2! </a:t>
            </a:r>
          </a:p>
          <a:p>
            <a:pPr marL="274320" lvl="1" indent="0" algn="ctr">
              <a:buNone/>
            </a:pPr>
            <a:endParaRPr lang="fr-FR" sz="2400" b="1" i="1" dirty="0"/>
          </a:p>
          <a:p>
            <a:pPr lvl="1"/>
            <a:endParaRPr lang="fr-CA" sz="2400" i="1" dirty="0"/>
          </a:p>
          <a:p>
            <a:pPr lvl="3"/>
            <a:endParaRPr lang="fr-CA" sz="2400" i="1" dirty="0"/>
          </a:p>
        </p:txBody>
      </p:sp>
      <p:pic>
        <p:nvPicPr>
          <p:cNvPr id="8" name="Picture 2" descr="Warning ">
            <a:extLst>
              <a:ext uri="{FF2B5EF4-FFF2-40B4-BE49-F238E27FC236}">
                <a16:creationId xmlns:a16="http://schemas.microsoft.com/office/drawing/2014/main" id="{FC3366CE-13BE-15A7-7BFB-7925864116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408" y="5373216"/>
            <a:ext cx="792088" cy="792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564122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3"/>
</p:tagLst>
</file>

<file path=ppt/tags/tag4.xml><?xml version="1.0" encoding="utf-8"?>
<p:tagLst xmlns:a="http://schemas.openxmlformats.org/drawingml/2006/main" xmlns:r="http://schemas.openxmlformats.org/officeDocument/2006/relationships" xmlns:p="http://schemas.openxmlformats.org/presentationml/2006/main">
  <p:tag name="NUM" val="4"/>
</p:tagLst>
</file>

<file path=ppt/tags/tag5.xml><?xml version="1.0" encoding="utf-8"?>
<p:tagLst xmlns:a="http://schemas.openxmlformats.org/drawingml/2006/main" xmlns:r="http://schemas.openxmlformats.org/officeDocument/2006/relationships" xmlns:p="http://schemas.openxmlformats.org/presentationml/2006/main">
  <p:tag name="NUM" val="6"/>
</p:tagLst>
</file>

<file path=ppt/tags/tag6.xml><?xml version="1.0" encoding="utf-8"?>
<p:tagLst xmlns:a="http://schemas.openxmlformats.org/drawingml/2006/main" xmlns:r="http://schemas.openxmlformats.org/officeDocument/2006/relationships" xmlns:p="http://schemas.openxmlformats.org/presentationml/2006/main">
  <p:tag name="NUM" val="3"/>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heme nouveau 2024 v3">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theme nouveau 2024 v3" id="{E9EE394B-11A2-4972-97DD-70F5505EE67A}" vid="{B6E295EC-CFD5-4099-AC90-43DE5FAA0485}"/>
    </a:ext>
  </a:extLst>
</a:theme>
</file>

<file path=ppt/theme/theme2.xml><?xml version="1.0" encoding="utf-8"?>
<a:theme xmlns:a="http://schemas.openxmlformats.org/drawingml/2006/main" name="1_Theme1">
  <a:themeElements>
    <a:clrScheme name="Custom 1">
      <a:dk1>
        <a:sysClr val="windowText" lastClr="000000"/>
      </a:dk1>
      <a:lt1>
        <a:sysClr val="window" lastClr="FFFFFF"/>
      </a:lt1>
      <a:dk2>
        <a:srgbClr val="1F497D"/>
      </a:dk2>
      <a:lt2>
        <a:srgbClr val="EEECE1"/>
      </a:lt2>
      <a:accent1>
        <a:srgbClr val="4F81BD"/>
      </a:accent1>
      <a:accent2>
        <a:srgbClr val="C0504D"/>
      </a:accent2>
      <a:accent3>
        <a:srgbClr val="1F497D"/>
      </a:accent3>
      <a:accent4>
        <a:srgbClr val="8064A2"/>
      </a:accent4>
      <a:accent5>
        <a:srgbClr val="4BACC6"/>
      </a:accent5>
      <a:accent6>
        <a:srgbClr val="F79646"/>
      </a:accent6>
      <a:hlink>
        <a:srgbClr val="0000FF"/>
      </a:hlink>
      <a:folHlink>
        <a:srgbClr val="800080"/>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Theme1" id="{8054E3D3-F476-4864-A1F9-DCC07CE71AC5}" vid="{121BF58A-4856-4395-B816-64FE0F6BA8B8}"/>
    </a:ext>
  </a:extLst>
</a:theme>
</file>

<file path=ppt/theme/theme3.xml><?xml version="1.0" encoding="utf-8"?>
<a:theme xmlns:a="http://schemas.openxmlformats.org/drawingml/2006/main" name="8_Theme1">
  <a:themeElements>
    <a:clrScheme name="Custom 1">
      <a:dk1>
        <a:sysClr val="windowText" lastClr="000000"/>
      </a:dk1>
      <a:lt1>
        <a:sysClr val="window" lastClr="FFFFFF"/>
      </a:lt1>
      <a:dk2>
        <a:srgbClr val="1F497D"/>
      </a:dk2>
      <a:lt2>
        <a:srgbClr val="EEECE1"/>
      </a:lt2>
      <a:accent1>
        <a:srgbClr val="4F81BD"/>
      </a:accent1>
      <a:accent2>
        <a:srgbClr val="C0504D"/>
      </a:accent2>
      <a:accent3>
        <a:srgbClr val="1F497D"/>
      </a:accent3>
      <a:accent4>
        <a:srgbClr val="8064A2"/>
      </a:accent4>
      <a:accent5>
        <a:srgbClr val="4BACC6"/>
      </a:accent5>
      <a:accent6>
        <a:srgbClr val="F79646"/>
      </a:accent6>
      <a:hlink>
        <a:srgbClr val="0000FF"/>
      </a:hlink>
      <a:folHlink>
        <a:srgbClr val="800080"/>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Theme1" id="{8054E3D3-F476-4864-A1F9-DCC07CE71AC5}" vid="{121BF58A-4856-4395-B816-64FE0F6BA8B8}"/>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 nouveau 2024 v3</Template>
  <TotalTime>13218</TotalTime>
  <Words>3713</Words>
  <Application>Microsoft Office PowerPoint</Application>
  <PresentationFormat>Widescreen</PresentationFormat>
  <Paragraphs>506</Paragraphs>
  <Slides>43</Slides>
  <Notes>37</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43</vt:i4>
      </vt:variant>
    </vt:vector>
  </HeadingPairs>
  <TitlesOfParts>
    <vt:vector size="57" baseType="lpstr">
      <vt:lpstr>Amasis MT Pro Light</vt:lpstr>
      <vt:lpstr>Arial</vt:lpstr>
      <vt:lpstr>Calibri</vt:lpstr>
      <vt:lpstr>Courier New</vt:lpstr>
      <vt:lpstr>Georgia</vt:lpstr>
      <vt:lpstr>Ink Free</vt:lpstr>
      <vt:lpstr>Segoe UI</vt:lpstr>
      <vt:lpstr>Segoe UI Emoji</vt:lpstr>
      <vt:lpstr>Visby CF</vt:lpstr>
      <vt:lpstr>Wingdings</vt:lpstr>
      <vt:lpstr>Wingdings 2</vt:lpstr>
      <vt:lpstr>theme nouveau 2024 v3</vt:lpstr>
      <vt:lpstr>1_Theme1</vt:lpstr>
      <vt:lpstr>8_Theme1</vt:lpstr>
      <vt:lpstr>10200 Finance</vt:lpstr>
      <vt:lpstr>Les bases du cours</vt:lpstr>
      <vt:lpstr>Ce cours peut être intellectuellement exigeant. </vt:lpstr>
      <vt:lpstr>Comment réussir ce cours ? </vt:lpstr>
      <vt:lpstr>C'est en forgeant qu'on devient forgeron ;-) </vt:lpstr>
      <vt:lpstr>Le meilleur de la finance X / ballados ? Pourquoi pas !</vt:lpstr>
      <vt:lpstr>Le meilleur de la finance X / ballados ? Pourquoi pas !</vt:lpstr>
      <vt:lpstr>Le meilleur de la finance X / ballados ? Pourquoi pas !</vt:lpstr>
      <vt:lpstr>Aperçu du cours - Ce cours couvre les bases de la finance : de la valeur de l’argent dans le temps jusqu’aux décisions stratégiques d’investissement et de financement. </vt:lpstr>
      <vt:lpstr>Qu'avez-vous vu dans la séance 1 ?</vt:lpstr>
      <vt:lpstr>Qu'est-ce que la finance ?</vt:lpstr>
      <vt:lpstr>Pourquoi la finance ?  Quels sont les quatre principaux domaines de la finance ?</vt:lpstr>
      <vt:lpstr>Pourquoi la finance ?  Quels sont les quatre principaux domaines de la finance ?</vt:lpstr>
      <vt:lpstr>Finance durable  © Marie-Hélène Allard, adapté par MH 2024</vt:lpstr>
      <vt:lpstr>PowerPoint Presentation</vt:lpstr>
      <vt:lpstr>Différentes définitions</vt:lpstr>
      <vt:lpstr>PowerPoint Presentation</vt:lpstr>
      <vt:lpstr>Quelle est l'importance de la finance durable pour les entreprises et les investisseurs ?</vt:lpstr>
      <vt:lpstr>Croissance du nombre de signataires du pacte pour l'investissement responsable</vt:lpstr>
      <vt:lpstr>Les limites de la finance durable</vt:lpstr>
      <vt:lpstr>PowerPoint Presentation</vt:lpstr>
      <vt:lpstr>PowerPoint Presentation</vt:lpstr>
      <vt:lpstr>Quelques liens intéressants :</vt:lpstr>
      <vt:lpstr>PowerPoint Presentation</vt:lpstr>
      <vt:lpstr>Objectifs de la gestion financière</vt:lpstr>
      <vt:lpstr>Qu'avons-nous vu dans la séance 2 ?</vt:lpstr>
      <vt:lpstr>Séance 2 CLIP 1 : Définitions de base et évaluation d'un flux monétaire unique</vt:lpstr>
      <vt:lpstr>Le concept de valeur</vt:lpstr>
      <vt:lpstr>Qu'est-ce que le risque ?</vt:lpstr>
      <vt:lpstr>Exemple : préférence pour 1 000 $ maintenant ou 1 000 $ plus tard ?</vt:lpstr>
      <vt:lpstr>Le concept de valeur</vt:lpstr>
      <vt:lpstr>Principes fondamentaux</vt:lpstr>
      <vt:lpstr>Comment dessiner et lire une ligne du temps ?</vt:lpstr>
      <vt:lpstr>Principes fondamentaux : Les intérêts</vt:lpstr>
      <vt:lpstr>Le pouvoir de la capitalisation</vt:lpstr>
      <vt:lpstr>Évaluation flux monétaire unique</vt:lpstr>
      <vt:lpstr>Calculatrice financière – (1/2)</vt:lpstr>
      <vt:lpstr>Calculatrice financière – (2/2)</vt:lpstr>
      <vt:lpstr>Exemple 1 </vt:lpstr>
      <vt:lpstr>Exemple 2</vt:lpstr>
      <vt:lpstr>Exemple 3</vt:lpstr>
      <vt:lpstr>Exemple 4</vt:lpstr>
      <vt:lpstr>Points clés à retenir 🎯</vt:lpstr>
    </vt:vector>
  </TitlesOfParts>
  <Company>HEC Montréal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Propédeutique en Finance 70-200-00</dc:title>
  <dc:creator>Utilisateur</dc:creator>
  <cp:keywords>, docId:DFED122B308ED5B4ADC239A54117A21E</cp:keywords>
  <cp:lastModifiedBy>Mélanie Caron-Harris</cp:lastModifiedBy>
  <cp:revision>364</cp:revision>
  <dcterms:created xsi:type="dcterms:W3CDTF">2014-05-01T15:37:25Z</dcterms:created>
  <dcterms:modified xsi:type="dcterms:W3CDTF">2026-08-16T18:39:53Z</dcterms:modified>
</cp:coreProperties>
</file>