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4"/>
    <p:sldMasterId id="2147483674" r:id="rId5"/>
    <p:sldMasterId id="2147483708" r:id="rId6"/>
  </p:sldMasterIdLst>
  <p:notesMasterIdLst>
    <p:notesMasterId r:id="rId67"/>
  </p:notesMasterIdLst>
  <p:sldIdLst>
    <p:sldId id="4586" r:id="rId7"/>
    <p:sldId id="4587" r:id="rId8"/>
    <p:sldId id="4588" r:id="rId9"/>
    <p:sldId id="4589" r:id="rId10"/>
    <p:sldId id="4590" r:id="rId11"/>
    <p:sldId id="4591" r:id="rId12"/>
    <p:sldId id="4592" r:id="rId13"/>
    <p:sldId id="4593" r:id="rId14"/>
    <p:sldId id="4594" r:id="rId15"/>
    <p:sldId id="4595" r:id="rId16"/>
    <p:sldId id="4596" r:id="rId17"/>
    <p:sldId id="4597" r:id="rId18"/>
    <p:sldId id="4598" r:id="rId19"/>
    <p:sldId id="4599" r:id="rId20"/>
    <p:sldId id="4600" r:id="rId21"/>
    <p:sldId id="4601" r:id="rId22"/>
    <p:sldId id="4602" r:id="rId23"/>
    <p:sldId id="4603" r:id="rId24"/>
    <p:sldId id="4604" r:id="rId25"/>
    <p:sldId id="4605" r:id="rId26"/>
    <p:sldId id="4606" r:id="rId27"/>
    <p:sldId id="4607" r:id="rId28"/>
    <p:sldId id="4608" r:id="rId29"/>
    <p:sldId id="4609" r:id="rId30"/>
    <p:sldId id="4610" r:id="rId31"/>
    <p:sldId id="4611" r:id="rId32"/>
    <p:sldId id="4612" r:id="rId33"/>
    <p:sldId id="4613" r:id="rId34"/>
    <p:sldId id="4614" r:id="rId35"/>
    <p:sldId id="4615" r:id="rId36"/>
    <p:sldId id="4617" r:id="rId37"/>
    <p:sldId id="4616" r:id="rId38"/>
    <p:sldId id="4618" r:id="rId39"/>
    <p:sldId id="4619" r:id="rId40"/>
    <p:sldId id="4620" r:id="rId41"/>
    <p:sldId id="4621" r:id="rId42"/>
    <p:sldId id="4622" r:id="rId43"/>
    <p:sldId id="4623" r:id="rId44"/>
    <p:sldId id="4624" r:id="rId45"/>
    <p:sldId id="4625" r:id="rId46"/>
    <p:sldId id="4626" r:id="rId47"/>
    <p:sldId id="4627" r:id="rId48"/>
    <p:sldId id="4628" r:id="rId49"/>
    <p:sldId id="4629" r:id="rId50"/>
    <p:sldId id="4630" r:id="rId51"/>
    <p:sldId id="4631" r:id="rId52"/>
    <p:sldId id="4632" r:id="rId53"/>
    <p:sldId id="4633" r:id="rId54"/>
    <p:sldId id="4634" r:id="rId55"/>
    <p:sldId id="4635" r:id="rId56"/>
    <p:sldId id="4636" r:id="rId57"/>
    <p:sldId id="4637" r:id="rId58"/>
    <p:sldId id="4638" r:id="rId59"/>
    <p:sldId id="4639" r:id="rId60"/>
    <p:sldId id="4640" r:id="rId61"/>
    <p:sldId id="4641" r:id="rId62"/>
    <p:sldId id="4642" r:id="rId63"/>
    <p:sldId id="4643" r:id="rId64"/>
    <p:sldId id="4644" r:id="rId65"/>
    <p:sldId id="4645" r:id="rId66"/>
  </p:sldIdLst>
  <p:sldSz cx="12192000" cy="6858000"/>
  <p:notesSz cx="6858000" cy="9144000"/>
  <p:embeddedFontLst>
    <p:embeddedFont>
      <p:font typeface="Arial Rounded MT Bold" panose="020F0704030504030204" pitchFamily="34" charset="0"/>
      <p:regular r:id="rId68"/>
    </p:embeddedFont>
    <p:embeddedFont>
      <p:font typeface="Visby CF" pitchFamily="50" charset="0"/>
      <p:regular r:id="rId69"/>
      <p:italic r:id="rId70"/>
    </p:embeddedFont>
    <p:embeddedFont>
      <p:font typeface="Visby CF Bold" pitchFamily="50" charset="0"/>
      <p:bold r:id="rId71"/>
      <p:italic r:id="rId72"/>
      <p:boldItalic r:id="rId73"/>
    </p:embeddedFont>
    <p:embeddedFont>
      <p:font typeface="Visby CF Light" pitchFamily="50" charset="0"/>
      <p:regular r:id="rId74"/>
      <p:italic r:id="rId75"/>
    </p:embeddedFont>
    <p:embeddedFont>
      <p:font typeface="Visby CF Medium" pitchFamily="50" charset="0"/>
      <p:regular r:id="rId76"/>
      <p:italic r:id="rId77"/>
    </p:embeddedFont>
    <p:embeddedFont>
      <p:font typeface="Visby Slab CF" panose="00000500000000000000" pitchFamily="50" charset="0"/>
      <p:regular r:id="rId78"/>
      <p:italic r:id="rId79"/>
    </p:embeddedFont>
    <p:embeddedFont>
      <p:font typeface="Visby Slab CF Bold" panose="00000800000000000000" pitchFamily="50" charset="0"/>
      <p:bold r:id="rId80"/>
      <p:italic r:id="rId81"/>
      <p:boldItalic r:id="rId82"/>
    </p:embeddedFont>
    <p:embeddedFont>
      <p:font typeface="Visby Slab CF Demi Bold" panose="00000700000000000000" pitchFamily="50" charset="0"/>
      <p:regular r:id="rId83"/>
      <p:bold r:id="rId84"/>
      <p:italic r:id="rId85"/>
      <p:boldItalic r:id="rId86"/>
    </p:embeddedFont>
    <p:embeddedFont>
      <p:font typeface="Visby Slab CF Heavy" panose="00000A00000000000000" pitchFamily="50" charset="0"/>
      <p:bold r:id="rId87"/>
      <p:italic r:id="rId88"/>
      <p:boldItalic r:id="rId89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FF"/>
    <a:srgbClr val="54C45E"/>
    <a:srgbClr val="86D7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12C8C85-51F0-491E-9774-3900AFEF0FD7}" styleName="Style léger 2 - Accentuation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E171933-4619-4E11-9A3F-F7608DF75F80}" styleName="Style moyen 1 - Accentuation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FECB4D8-DB02-4DC6-A0A2-4F2EBAE1DC90}" styleName="Style moyen 1 - Accentuation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9419" autoAdjust="0"/>
  </p:normalViewPr>
  <p:slideViewPr>
    <p:cSldViewPr snapToGrid="0">
      <p:cViewPr varScale="1">
        <p:scale>
          <a:sx n="84" d="100"/>
          <a:sy n="84" d="100"/>
        </p:scale>
        <p:origin x="1512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slide" Target="slides/slide57.xml"/><Relationship Id="rId68" Type="http://schemas.openxmlformats.org/officeDocument/2006/relationships/font" Target="fonts/font1.fntdata"/><Relationship Id="rId84" Type="http://schemas.openxmlformats.org/officeDocument/2006/relationships/font" Target="fonts/font17.fntdata"/><Relationship Id="rId89" Type="http://schemas.openxmlformats.org/officeDocument/2006/relationships/font" Target="fonts/font22.fntdata"/><Relationship Id="rId16" Type="http://schemas.openxmlformats.org/officeDocument/2006/relationships/slide" Target="slides/slide10.xml"/><Relationship Id="rId11" Type="http://schemas.openxmlformats.org/officeDocument/2006/relationships/slide" Target="slides/slide5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74" Type="http://schemas.openxmlformats.org/officeDocument/2006/relationships/font" Target="fonts/font7.fntdata"/><Relationship Id="rId79" Type="http://schemas.openxmlformats.org/officeDocument/2006/relationships/font" Target="fonts/font12.fntdata"/><Relationship Id="rId5" Type="http://schemas.openxmlformats.org/officeDocument/2006/relationships/slideMaster" Target="slideMasters/slideMaster2.xml"/><Relationship Id="rId90" Type="http://schemas.openxmlformats.org/officeDocument/2006/relationships/presProps" Target="presProps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64" Type="http://schemas.openxmlformats.org/officeDocument/2006/relationships/slide" Target="slides/slide58.xml"/><Relationship Id="rId69" Type="http://schemas.openxmlformats.org/officeDocument/2006/relationships/font" Target="fonts/font2.fntdata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font" Target="fonts/font5.fntdata"/><Relationship Id="rId80" Type="http://schemas.openxmlformats.org/officeDocument/2006/relationships/font" Target="fonts/font13.fntdata"/><Relationship Id="rId85" Type="http://schemas.openxmlformats.org/officeDocument/2006/relationships/font" Target="fonts/font18.fntdata"/><Relationship Id="rId93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70" Type="http://schemas.openxmlformats.org/officeDocument/2006/relationships/font" Target="fonts/font3.fntdata"/><Relationship Id="rId75" Type="http://schemas.openxmlformats.org/officeDocument/2006/relationships/font" Target="fonts/font8.fntdata"/><Relationship Id="rId83" Type="http://schemas.openxmlformats.org/officeDocument/2006/relationships/font" Target="fonts/font16.fntdata"/><Relationship Id="rId88" Type="http://schemas.openxmlformats.org/officeDocument/2006/relationships/font" Target="fonts/font21.fntdata"/><Relationship Id="rId9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73" Type="http://schemas.openxmlformats.org/officeDocument/2006/relationships/font" Target="fonts/font6.fntdata"/><Relationship Id="rId78" Type="http://schemas.openxmlformats.org/officeDocument/2006/relationships/font" Target="fonts/font11.fntdata"/><Relationship Id="rId81" Type="http://schemas.openxmlformats.org/officeDocument/2006/relationships/font" Target="fonts/font14.fntdata"/><Relationship Id="rId86" Type="http://schemas.openxmlformats.org/officeDocument/2006/relationships/font" Target="fonts/font19.fntdata"/><Relationship Id="rId94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6" Type="http://schemas.openxmlformats.org/officeDocument/2006/relationships/font" Target="fonts/font9.fntdata"/><Relationship Id="rId7" Type="http://schemas.openxmlformats.org/officeDocument/2006/relationships/slide" Target="slides/slide1.xml"/><Relationship Id="rId71" Type="http://schemas.openxmlformats.org/officeDocument/2006/relationships/font" Target="fonts/font4.fntdata"/><Relationship Id="rId92" Type="http://schemas.openxmlformats.org/officeDocument/2006/relationships/theme" Target="theme/theme1.xml"/><Relationship Id="rId2" Type="http://schemas.openxmlformats.org/officeDocument/2006/relationships/customXml" Target="../customXml/item2.xml"/><Relationship Id="rId29" Type="http://schemas.openxmlformats.org/officeDocument/2006/relationships/slide" Target="slides/slide23.xml"/><Relationship Id="rId24" Type="http://schemas.openxmlformats.org/officeDocument/2006/relationships/slide" Target="slides/slide18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66" Type="http://schemas.openxmlformats.org/officeDocument/2006/relationships/slide" Target="slides/slide60.xml"/><Relationship Id="rId87" Type="http://schemas.openxmlformats.org/officeDocument/2006/relationships/font" Target="fonts/font20.fntdata"/><Relationship Id="rId61" Type="http://schemas.openxmlformats.org/officeDocument/2006/relationships/slide" Target="slides/slide55.xml"/><Relationship Id="rId82" Type="http://schemas.openxmlformats.org/officeDocument/2006/relationships/font" Target="fonts/font15.fntdata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56" Type="http://schemas.openxmlformats.org/officeDocument/2006/relationships/slide" Target="slides/slide50.xml"/><Relationship Id="rId77" Type="http://schemas.openxmlformats.org/officeDocument/2006/relationships/font" Target="fonts/font10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e-Claude Trudel" userId="e09e5fd0-69eb-4066-ab3a-d45a4373e80c" providerId="ADAL" clId="{B5DE319A-E534-44C9-BD5A-853721C828A0}"/>
    <pc:docChg chg="undo custSel addSld delSld modSld sldOrd">
      <pc:chgData name="Marie-Claude Trudel" userId="e09e5fd0-69eb-4066-ab3a-d45a4373e80c" providerId="ADAL" clId="{B5DE319A-E534-44C9-BD5A-853721C828A0}" dt="2026-08-30T23:12:14.202" v="606" actId="478"/>
      <pc:docMkLst>
        <pc:docMk/>
      </pc:docMkLst>
      <pc:sldChg chg="del">
        <pc:chgData name="Marie-Claude Trudel" userId="e09e5fd0-69eb-4066-ab3a-d45a4373e80c" providerId="ADAL" clId="{B5DE319A-E534-44C9-BD5A-853721C828A0}" dt="2026-08-29T14:17:44.986" v="238" actId="47"/>
        <pc:sldMkLst>
          <pc:docMk/>
          <pc:sldMk cId="3913499497" sldId="278"/>
        </pc:sldMkLst>
      </pc:sldChg>
      <pc:sldChg chg="del">
        <pc:chgData name="Marie-Claude Trudel" userId="e09e5fd0-69eb-4066-ab3a-d45a4373e80c" providerId="ADAL" clId="{B5DE319A-E534-44C9-BD5A-853721C828A0}" dt="2026-08-29T14:11:11.441" v="195" actId="47"/>
        <pc:sldMkLst>
          <pc:docMk/>
          <pc:sldMk cId="3488971324" sldId="308"/>
        </pc:sldMkLst>
      </pc:sldChg>
      <pc:sldChg chg="addSp delSp del mod">
        <pc:chgData name="Marie-Claude Trudel" userId="e09e5fd0-69eb-4066-ab3a-d45a4373e80c" providerId="ADAL" clId="{B5DE319A-E534-44C9-BD5A-853721C828A0}" dt="2026-08-29T14:07:32.480" v="173" actId="47"/>
        <pc:sldMkLst>
          <pc:docMk/>
          <pc:sldMk cId="2583274637" sldId="4372"/>
        </pc:sldMkLst>
        <pc:picChg chg="add del">
          <ac:chgData name="Marie-Claude Trudel" userId="e09e5fd0-69eb-4066-ab3a-d45a4373e80c" providerId="ADAL" clId="{B5DE319A-E534-44C9-BD5A-853721C828A0}" dt="2026-08-29T14:07:13.216" v="167" actId="22"/>
          <ac:picMkLst>
            <pc:docMk/>
            <pc:sldMk cId="2583274637" sldId="4372"/>
            <ac:picMk id="3" creationId="{99EB84CB-1147-0A93-3880-F4D48CB01A53}"/>
          </ac:picMkLst>
        </pc:picChg>
      </pc:sldChg>
      <pc:sldChg chg="del">
        <pc:chgData name="Marie-Claude Trudel" userId="e09e5fd0-69eb-4066-ab3a-d45a4373e80c" providerId="ADAL" clId="{B5DE319A-E534-44C9-BD5A-853721C828A0}" dt="2026-08-29T14:09:23.668" v="183" actId="47"/>
        <pc:sldMkLst>
          <pc:docMk/>
          <pc:sldMk cId="3639282387" sldId="4397"/>
        </pc:sldMkLst>
      </pc:sldChg>
      <pc:sldChg chg="del">
        <pc:chgData name="Marie-Claude Trudel" userId="e09e5fd0-69eb-4066-ab3a-d45a4373e80c" providerId="ADAL" clId="{B5DE319A-E534-44C9-BD5A-853721C828A0}" dt="2026-08-29T14:10:08.665" v="189" actId="47"/>
        <pc:sldMkLst>
          <pc:docMk/>
          <pc:sldMk cId="304728425" sldId="4399"/>
        </pc:sldMkLst>
      </pc:sldChg>
      <pc:sldChg chg="addSp delSp del mod">
        <pc:chgData name="Marie-Claude Trudel" userId="e09e5fd0-69eb-4066-ab3a-d45a4373e80c" providerId="ADAL" clId="{B5DE319A-E534-44C9-BD5A-853721C828A0}" dt="2026-08-29T14:13:45.090" v="218" actId="47"/>
        <pc:sldMkLst>
          <pc:docMk/>
          <pc:sldMk cId="2844068153" sldId="4424"/>
        </pc:sldMkLst>
        <pc:picChg chg="add del">
          <ac:chgData name="Marie-Claude Trudel" userId="e09e5fd0-69eb-4066-ab3a-d45a4373e80c" providerId="ADAL" clId="{B5DE319A-E534-44C9-BD5A-853721C828A0}" dt="2026-08-29T14:13:25.222" v="214" actId="22"/>
          <ac:picMkLst>
            <pc:docMk/>
            <pc:sldMk cId="2844068153" sldId="4424"/>
            <ac:picMk id="6" creationId="{1F24E148-F0A2-2F53-7718-C6DEFD4505AE}"/>
          </ac:picMkLst>
        </pc:picChg>
      </pc:sldChg>
      <pc:sldChg chg="del">
        <pc:chgData name="Marie-Claude Trudel" userId="e09e5fd0-69eb-4066-ab3a-d45a4373e80c" providerId="ADAL" clId="{B5DE319A-E534-44C9-BD5A-853721C828A0}" dt="2026-08-29T14:12:07.255" v="205" actId="47"/>
        <pc:sldMkLst>
          <pc:docMk/>
          <pc:sldMk cId="432294886" sldId="4433"/>
        </pc:sldMkLst>
      </pc:sldChg>
      <pc:sldChg chg="del">
        <pc:chgData name="Marie-Claude Trudel" userId="e09e5fd0-69eb-4066-ab3a-d45a4373e80c" providerId="ADAL" clId="{B5DE319A-E534-44C9-BD5A-853721C828A0}" dt="2026-08-29T14:15:57.983" v="225" actId="47"/>
        <pc:sldMkLst>
          <pc:docMk/>
          <pc:sldMk cId="1035691290" sldId="4434"/>
        </pc:sldMkLst>
      </pc:sldChg>
      <pc:sldChg chg="del">
        <pc:chgData name="Marie-Claude Trudel" userId="e09e5fd0-69eb-4066-ab3a-d45a4373e80c" providerId="ADAL" clId="{B5DE319A-E534-44C9-BD5A-853721C828A0}" dt="2026-08-29T14:16:48.067" v="231" actId="47"/>
        <pc:sldMkLst>
          <pc:docMk/>
          <pc:sldMk cId="3139576497" sldId="4435"/>
        </pc:sldMkLst>
      </pc:sldChg>
      <pc:sldChg chg="del">
        <pc:chgData name="Marie-Claude Trudel" userId="e09e5fd0-69eb-4066-ab3a-d45a4373e80c" providerId="ADAL" clId="{B5DE319A-E534-44C9-BD5A-853721C828A0}" dt="2026-08-29T14:18:48.202" v="246" actId="47"/>
        <pc:sldMkLst>
          <pc:docMk/>
          <pc:sldMk cId="2525803989" sldId="4436"/>
        </pc:sldMkLst>
      </pc:sldChg>
      <pc:sldChg chg="del">
        <pc:chgData name="Marie-Claude Trudel" userId="e09e5fd0-69eb-4066-ab3a-d45a4373e80c" providerId="ADAL" clId="{B5DE319A-E534-44C9-BD5A-853721C828A0}" dt="2026-08-29T15:07:37.255" v="396" actId="47"/>
        <pc:sldMkLst>
          <pc:docMk/>
          <pc:sldMk cId="2668727058" sldId="4437"/>
        </pc:sldMkLst>
      </pc:sldChg>
      <pc:sldChg chg="del">
        <pc:chgData name="Marie-Claude Trudel" userId="e09e5fd0-69eb-4066-ab3a-d45a4373e80c" providerId="ADAL" clId="{B5DE319A-E534-44C9-BD5A-853721C828A0}" dt="2026-08-29T15:10:58.857" v="424" actId="47"/>
        <pc:sldMkLst>
          <pc:docMk/>
          <pc:sldMk cId="1707296413" sldId="4438"/>
        </pc:sldMkLst>
      </pc:sldChg>
      <pc:sldChg chg="del">
        <pc:chgData name="Marie-Claude Trudel" userId="e09e5fd0-69eb-4066-ab3a-d45a4373e80c" providerId="ADAL" clId="{B5DE319A-E534-44C9-BD5A-853721C828A0}" dt="2026-08-29T15:09:02.833" v="409" actId="47"/>
        <pc:sldMkLst>
          <pc:docMk/>
          <pc:sldMk cId="1600338209" sldId="4439"/>
        </pc:sldMkLst>
      </pc:sldChg>
      <pc:sldChg chg="del">
        <pc:chgData name="Marie-Claude Trudel" userId="e09e5fd0-69eb-4066-ab3a-d45a4373e80c" providerId="ADAL" clId="{B5DE319A-E534-44C9-BD5A-853721C828A0}" dt="2026-08-29T15:10:12.410" v="418" actId="47"/>
        <pc:sldMkLst>
          <pc:docMk/>
          <pc:sldMk cId="794786858" sldId="4440"/>
        </pc:sldMkLst>
      </pc:sldChg>
      <pc:sldChg chg="del">
        <pc:chgData name="Marie-Claude Trudel" userId="e09e5fd0-69eb-4066-ab3a-d45a4373e80c" providerId="ADAL" clId="{B5DE319A-E534-44C9-BD5A-853721C828A0}" dt="2026-08-29T15:08:24.949" v="404" actId="47"/>
        <pc:sldMkLst>
          <pc:docMk/>
          <pc:sldMk cId="1274772588" sldId="4441"/>
        </pc:sldMkLst>
      </pc:sldChg>
      <pc:sldChg chg="del">
        <pc:chgData name="Marie-Claude Trudel" userId="e09e5fd0-69eb-4066-ab3a-d45a4373e80c" providerId="ADAL" clId="{B5DE319A-E534-44C9-BD5A-853721C828A0}" dt="2026-08-29T15:30:35.419" v="576" actId="47"/>
        <pc:sldMkLst>
          <pc:docMk/>
          <pc:sldMk cId="2530116310" sldId="4445"/>
        </pc:sldMkLst>
      </pc:sldChg>
      <pc:sldChg chg="del">
        <pc:chgData name="Marie-Claude Trudel" userId="e09e5fd0-69eb-4066-ab3a-d45a4373e80c" providerId="ADAL" clId="{B5DE319A-E534-44C9-BD5A-853721C828A0}" dt="2026-08-29T15:13:31.828" v="442" actId="47"/>
        <pc:sldMkLst>
          <pc:docMk/>
          <pc:sldMk cId="1098391114" sldId="4446"/>
        </pc:sldMkLst>
      </pc:sldChg>
      <pc:sldChg chg="del">
        <pc:chgData name="Marie-Claude Trudel" userId="e09e5fd0-69eb-4066-ab3a-d45a4373e80c" providerId="ADAL" clId="{B5DE319A-E534-44C9-BD5A-853721C828A0}" dt="2026-08-29T15:27:07.574" v="545" actId="47"/>
        <pc:sldMkLst>
          <pc:docMk/>
          <pc:sldMk cId="1383487230" sldId="4447"/>
        </pc:sldMkLst>
      </pc:sldChg>
      <pc:sldChg chg="del">
        <pc:chgData name="Marie-Claude Trudel" userId="e09e5fd0-69eb-4066-ab3a-d45a4373e80c" providerId="ADAL" clId="{B5DE319A-E534-44C9-BD5A-853721C828A0}" dt="2026-08-29T15:16:35.197" v="466" actId="47"/>
        <pc:sldMkLst>
          <pc:docMk/>
          <pc:sldMk cId="3788506547" sldId="4448"/>
        </pc:sldMkLst>
      </pc:sldChg>
      <pc:sldChg chg="del">
        <pc:chgData name="Marie-Claude Trudel" userId="e09e5fd0-69eb-4066-ab3a-d45a4373e80c" providerId="ADAL" clId="{B5DE319A-E534-44C9-BD5A-853721C828A0}" dt="2026-08-29T14:35:01.036" v="340" actId="47"/>
        <pc:sldMkLst>
          <pc:docMk/>
          <pc:sldMk cId="2557385029" sldId="4450"/>
        </pc:sldMkLst>
      </pc:sldChg>
      <pc:sldChg chg="del">
        <pc:chgData name="Marie-Claude Trudel" userId="e09e5fd0-69eb-4066-ab3a-d45a4373e80c" providerId="ADAL" clId="{B5DE319A-E534-44C9-BD5A-853721C828A0}" dt="2026-08-29T14:36:25.185" v="352" actId="47"/>
        <pc:sldMkLst>
          <pc:docMk/>
          <pc:sldMk cId="3085747972" sldId="4451"/>
        </pc:sldMkLst>
      </pc:sldChg>
      <pc:sldChg chg="del">
        <pc:chgData name="Marie-Claude Trudel" userId="e09e5fd0-69eb-4066-ab3a-d45a4373e80c" providerId="ADAL" clId="{B5DE319A-E534-44C9-BD5A-853721C828A0}" dt="2026-08-29T15:22:26.994" v="505" actId="47"/>
        <pc:sldMkLst>
          <pc:docMk/>
          <pc:sldMk cId="1287131038" sldId="4452"/>
        </pc:sldMkLst>
      </pc:sldChg>
      <pc:sldChg chg="del">
        <pc:chgData name="Marie-Claude Trudel" userId="e09e5fd0-69eb-4066-ab3a-d45a4373e80c" providerId="ADAL" clId="{B5DE319A-E534-44C9-BD5A-853721C828A0}" dt="2026-08-29T15:24:09.296" v="520" actId="47"/>
        <pc:sldMkLst>
          <pc:docMk/>
          <pc:sldMk cId="1629194556" sldId="4453"/>
        </pc:sldMkLst>
      </pc:sldChg>
      <pc:sldChg chg="del">
        <pc:chgData name="Marie-Claude Trudel" userId="e09e5fd0-69eb-4066-ab3a-d45a4373e80c" providerId="ADAL" clId="{B5DE319A-E534-44C9-BD5A-853721C828A0}" dt="2026-08-29T15:24:47.238" v="525" actId="47"/>
        <pc:sldMkLst>
          <pc:docMk/>
          <pc:sldMk cId="19853985" sldId="4454"/>
        </pc:sldMkLst>
      </pc:sldChg>
      <pc:sldChg chg="del">
        <pc:chgData name="Marie-Claude Trudel" userId="e09e5fd0-69eb-4066-ab3a-d45a4373e80c" providerId="ADAL" clId="{B5DE319A-E534-44C9-BD5A-853721C828A0}" dt="2026-08-29T15:19:11.695" v="490" actId="47"/>
        <pc:sldMkLst>
          <pc:docMk/>
          <pc:sldMk cId="2884286986" sldId="4460"/>
        </pc:sldMkLst>
      </pc:sldChg>
      <pc:sldChg chg="del">
        <pc:chgData name="Marie-Claude Trudel" userId="e09e5fd0-69eb-4066-ab3a-d45a4373e80c" providerId="ADAL" clId="{B5DE319A-E534-44C9-BD5A-853721C828A0}" dt="2026-08-29T15:26:31.436" v="540" actId="47"/>
        <pc:sldMkLst>
          <pc:docMk/>
          <pc:sldMk cId="3182387992" sldId="4461"/>
        </pc:sldMkLst>
      </pc:sldChg>
      <pc:sldChg chg="del">
        <pc:chgData name="Marie-Claude Trudel" userId="e09e5fd0-69eb-4066-ab3a-d45a4373e80c" providerId="ADAL" clId="{B5DE319A-E534-44C9-BD5A-853721C828A0}" dt="2026-08-29T15:19:41.723" v="495" actId="47"/>
        <pc:sldMkLst>
          <pc:docMk/>
          <pc:sldMk cId="278220050" sldId="4462"/>
        </pc:sldMkLst>
      </pc:sldChg>
      <pc:sldChg chg="addSp delSp del mod">
        <pc:chgData name="Marie-Claude Trudel" userId="e09e5fd0-69eb-4066-ab3a-d45a4373e80c" providerId="ADAL" clId="{B5DE319A-E534-44C9-BD5A-853721C828A0}" dt="2026-08-29T15:28:25.403" v="557" actId="47"/>
        <pc:sldMkLst>
          <pc:docMk/>
          <pc:sldMk cId="2969829168" sldId="4466"/>
        </pc:sldMkLst>
        <pc:picChg chg="add del">
          <ac:chgData name="Marie-Claude Trudel" userId="e09e5fd0-69eb-4066-ab3a-d45a4373e80c" providerId="ADAL" clId="{B5DE319A-E534-44C9-BD5A-853721C828A0}" dt="2026-08-29T15:28:10.213" v="553" actId="478"/>
          <ac:picMkLst>
            <pc:docMk/>
            <pc:sldMk cId="2969829168" sldId="4466"/>
            <ac:picMk id="5" creationId="{803AB93F-08C1-24E0-7C87-06A1F1F61A48}"/>
          </ac:picMkLst>
        </pc:picChg>
      </pc:sldChg>
      <pc:sldChg chg="del">
        <pc:chgData name="Marie-Claude Trudel" userId="e09e5fd0-69eb-4066-ab3a-d45a4373e80c" providerId="ADAL" clId="{B5DE319A-E534-44C9-BD5A-853721C828A0}" dt="2026-08-29T15:11:51.092" v="429" actId="47"/>
        <pc:sldMkLst>
          <pc:docMk/>
          <pc:sldMk cId="860818105" sldId="4468"/>
        </pc:sldMkLst>
      </pc:sldChg>
      <pc:sldChg chg="del">
        <pc:chgData name="Marie-Claude Trudel" userId="e09e5fd0-69eb-4066-ab3a-d45a4373e80c" providerId="ADAL" clId="{B5DE319A-E534-44C9-BD5A-853721C828A0}" dt="2026-08-29T15:18:34.251" v="485" actId="47"/>
        <pc:sldMkLst>
          <pc:docMk/>
          <pc:sldMk cId="1091878016" sldId="4469"/>
        </pc:sldMkLst>
      </pc:sldChg>
      <pc:sldChg chg="del">
        <pc:chgData name="Marie-Claude Trudel" userId="e09e5fd0-69eb-4066-ab3a-d45a4373e80c" providerId="ADAL" clId="{B5DE319A-E534-44C9-BD5A-853721C828A0}" dt="2026-08-29T15:29:03.260" v="562" actId="47"/>
        <pc:sldMkLst>
          <pc:docMk/>
          <pc:sldMk cId="2277838621" sldId="4542"/>
        </pc:sldMkLst>
      </pc:sldChg>
      <pc:sldChg chg="del">
        <pc:chgData name="Marie-Claude Trudel" userId="e09e5fd0-69eb-4066-ab3a-d45a4373e80c" providerId="ADAL" clId="{B5DE319A-E534-44C9-BD5A-853721C828A0}" dt="2026-08-29T15:25:24.912" v="530" actId="47"/>
        <pc:sldMkLst>
          <pc:docMk/>
          <pc:sldMk cId="2179062345" sldId="4551"/>
        </pc:sldMkLst>
      </pc:sldChg>
      <pc:sldChg chg="del">
        <pc:chgData name="Marie-Claude Trudel" userId="e09e5fd0-69eb-4066-ab3a-d45a4373e80c" providerId="ADAL" clId="{B5DE319A-E534-44C9-BD5A-853721C828A0}" dt="2026-08-29T15:25:58.399" v="535" actId="47"/>
        <pc:sldMkLst>
          <pc:docMk/>
          <pc:sldMk cId="2708211480" sldId="4552"/>
        </pc:sldMkLst>
      </pc:sldChg>
      <pc:sldChg chg="del">
        <pc:chgData name="Marie-Claude Trudel" userId="e09e5fd0-69eb-4066-ab3a-d45a4373e80c" providerId="ADAL" clId="{B5DE319A-E534-44C9-BD5A-853721C828A0}" dt="2026-08-29T15:29:34.426" v="567" actId="47"/>
        <pc:sldMkLst>
          <pc:docMk/>
          <pc:sldMk cId="3872711511" sldId="4553"/>
        </pc:sldMkLst>
      </pc:sldChg>
      <pc:sldChg chg="del">
        <pc:chgData name="Marie-Claude Trudel" userId="e09e5fd0-69eb-4066-ab3a-d45a4373e80c" providerId="ADAL" clId="{B5DE319A-E534-44C9-BD5A-853721C828A0}" dt="2026-08-29T15:30:04.626" v="571" actId="47"/>
        <pc:sldMkLst>
          <pc:docMk/>
          <pc:sldMk cId="3179555208" sldId="4555"/>
        </pc:sldMkLst>
      </pc:sldChg>
      <pc:sldChg chg="del">
        <pc:chgData name="Marie-Claude Trudel" userId="e09e5fd0-69eb-4066-ab3a-d45a4373e80c" providerId="ADAL" clId="{B5DE319A-E534-44C9-BD5A-853721C828A0}" dt="2026-08-29T14:37:14.211" v="358" actId="47"/>
        <pc:sldMkLst>
          <pc:docMk/>
          <pc:sldMk cId="2302866697" sldId="4556"/>
        </pc:sldMkLst>
      </pc:sldChg>
      <pc:sldChg chg="del">
        <pc:chgData name="Marie-Claude Trudel" userId="e09e5fd0-69eb-4066-ab3a-d45a4373e80c" providerId="ADAL" clId="{B5DE319A-E534-44C9-BD5A-853721C828A0}" dt="2026-08-29T14:37:54.830" v="364" actId="47"/>
        <pc:sldMkLst>
          <pc:docMk/>
          <pc:sldMk cId="3950967144" sldId="4557"/>
        </pc:sldMkLst>
      </pc:sldChg>
      <pc:sldChg chg="del">
        <pc:chgData name="Marie-Claude Trudel" userId="e09e5fd0-69eb-4066-ab3a-d45a4373e80c" providerId="ADAL" clId="{B5DE319A-E534-44C9-BD5A-853721C828A0}" dt="2026-08-29T15:04:06.646" v="370" actId="47"/>
        <pc:sldMkLst>
          <pc:docMk/>
          <pc:sldMk cId="1536751753" sldId="4558"/>
        </pc:sldMkLst>
      </pc:sldChg>
      <pc:sldChg chg="del">
        <pc:chgData name="Marie-Claude Trudel" userId="e09e5fd0-69eb-4066-ab3a-d45a4373e80c" providerId="ADAL" clId="{B5DE319A-E534-44C9-BD5A-853721C828A0}" dt="2026-08-29T15:05:53.710" v="382" actId="47"/>
        <pc:sldMkLst>
          <pc:docMk/>
          <pc:sldMk cId="331357165" sldId="4559"/>
        </pc:sldMkLst>
      </pc:sldChg>
      <pc:sldChg chg="del">
        <pc:chgData name="Marie-Claude Trudel" userId="e09e5fd0-69eb-4066-ab3a-d45a4373e80c" providerId="ADAL" clId="{B5DE319A-E534-44C9-BD5A-853721C828A0}" dt="2026-08-29T15:12:48.049" v="436" actId="47"/>
        <pc:sldMkLst>
          <pc:docMk/>
          <pc:sldMk cId="2209700544" sldId="4560"/>
        </pc:sldMkLst>
      </pc:sldChg>
      <pc:sldChg chg="modSp del mod">
        <pc:chgData name="Marie-Claude Trudel" userId="e09e5fd0-69eb-4066-ab3a-d45a4373e80c" providerId="ADAL" clId="{B5DE319A-E534-44C9-BD5A-853721C828A0}" dt="2026-08-29T15:14:30.009" v="450" actId="47"/>
        <pc:sldMkLst>
          <pc:docMk/>
          <pc:sldMk cId="1045087782" sldId="4561"/>
        </pc:sldMkLst>
      </pc:sldChg>
      <pc:sldChg chg="del">
        <pc:chgData name="Marie-Claude Trudel" userId="e09e5fd0-69eb-4066-ab3a-d45a4373e80c" providerId="ADAL" clId="{B5DE319A-E534-44C9-BD5A-853721C828A0}" dt="2026-08-29T14:08:21.375" v="178" actId="47"/>
        <pc:sldMkLst>
          <pc:docMk/>
          <pc:sldMk cId="2726182042" sldId="4562"/>
        </pc:sldMkLst>
      </pc:sldChg>
      <pc:sldChg chg="del">
        <pc:chgData name="Marie-Claude Trudel" userId="e09e5fd0-69eb-4066-ab3a-d45a4373e80c" providerId="ADAL" clId="{B5DE319A-E534-44C9-BD5A-853721C828A0}" dt="2026-08-29T14:20:21.064" v="255" actId="47"/>
        <pc:sldMkLst>
          <pc:docMk/>
          <pc:sldMk cId="1791269167" sldId="4566"/>
        </pc:sldMkLst>
      </pc:sldChg>
      <pc:sldChg chg="del">
        <pc:chgData name="Marie-Claude Trudel" userId="e09e5fd0-69eb-4066-ab3a-d45a4373e80c" providerId="ADAL" clId="{B5DE319A-E534-44C9-BD5A-853721C828A0}" dt="2026-08-29T14:23:35.213" v="268" actId="47"/>
        <pc:sldMkLst>
          <pc:docMk/>
          <pc:sldMk cId="3798794214" sldId="4567"/>
        </pc:sldMkLst>
      </pc:sldChg>
      <pc:sldChg chg="del">
        <pc:chgData name="Marie-Claude Trudel" userId="e09e5fd0-69eb-4066-ab3a-d45a4373e80c" providerId="ADAL" clId="{B5DE319A-E534-44C9-BD5A-853721C828A0}" dt="2026-08-29T14:24:34.620" v="274" actId="47"/>
        <pc:sldMkLst>
          <pc:docMk/>
          <pc:sldMk cId="2574461275" sldId="4568"/>
        </pc:sldMkLst>
      </pc:sldChg>
      <pc:sldChg chg="del">
        <pc:chgData name="Marie-Claude Trudel" userId="e09e5fd0-69eb-4066-ab3a-d45a4373e80c" providerId="ADAL" clId="{B5DE319A-E534-44C9-BD5A-853721C828A0}" dt="2026-08-29T14:25:32.899" v="280" actId="47"/>
        <pc:sldMkLst>
          <pc:docMk/>
          <pc:sldMk cId="2353897815" sldId="4569"/>
        </pc:sldMkLst>
      </pc:sldChg>
      <pc:sldChg chg="del">
        <pc:chgData name="Marie-Claude Trudel" userId="e09e5fd0-69eb-4066-ab3a-d45a4373e80c" providerId="ADAL" clId="{B5DE319A-E534-44C9-BD5A-853721C828A0}" dt="2026-08-29T14:27:49.935" v="296" actId="47"/>
        <pc:sldMkLst>
          <pc:docMk/>
          <pc:sldMk cId="555952655" sldId="4570"/>
        </pc:sldMkLst>
      </pc:sldChg>
      <pc:sldChg chg="del">
        <pc:chgData name="Marie-Claude Trudel" userId="e09e5fd0-69eb-4066-ab3a-d45a4373e80c" providerId="ADAL" clId="{B5DE319A-E534-44C9-BD5A-853721C828A0}" dt="2026-08-29T14:29:12.412" v="302" actId="47"/>
        <pc:sldMkLst>
          <pc:docMk/>
          <pc:sldMk cId="1508050439" sldId="4571"/>
        </pc:sldMkLst>
      </pc:sldChg>
      <pc:sldChg chg="del">
        <pc:chgData name="Marie-Claude Trudel" userId="e09e5fd0-69eb-4066-ab3a-d45a4373e80c" providerId="ADAL" clId="{B5DE319A-E534-44C9-BD5A-853721C828A0}" dt="2026-08-29T14:30:01.828" v="308" actId="47"/>
        <pc:sldMkLst>
          <pc:docMk/>
          <pc:sldMk cId="1752720024" sldId="4572"/>
        </pc:sldMkLst>
      </pc:sldChg>
      <pc:sldChg chg="del">
        <pc:chgData name="Marie-Claude Trudel" userId="e09e5fd0-69eb-4066-ab3a-d45a4373e80c" providerId="ADAL" clId="{B5DE319A-E534-44C9-BD5A-853721C828A0}" dt="2026-08-29T14:30:46.627" v="314" actId="47"/>
        <pc:sldMkLst>
          <pc:docMk/>
          <pc:sldMk cId="3552302744" sldId="4573"/>
        </pc:sldMkLst>
      </pc:sldChg>
      <pc:sldChg chg="modSp add del mod">
        <pc:chgData name="Marie-Claude Trudel" userId="e09e5fd0-69eb-4066-ab3a-d45a4373e80c" providerId="ADAL" clId="{B5DE319A-E534-44C9-BD5A-853721C828A0}" dt="2026-08-29T14:32:03.596" v="320" actId="47"/>
        <pc:sldMkLst>
          <pc:docMk/>
          <pc:sldMk cId="3160989611" sldId="4574"/>
        </pc:sldMkLst>
      </pc:sldChg>
      <pc:sldChg chg="del">
        <pc:chgData name="Marie-Claude Trudel" userId="e09e5fd0-69eb-4066-ab3a-d45a4373e80c" providerId="ADAL" clId="{B5DE319A-E534-44C9-BD5A-853721C828A0}" dt="2026-08-29T14:33:07.014" v="326" actId="47"/>
        <pc:sldMkLst>
          <pc:docMk/>
          <pc:sldMk cId="3335452549" sldId="4575"/>
        </pc:sldMkLst>
      </pc:sldChg>
      <pc:sldChg chg="addSp modSp del mod">
        <pc:chgData name="Marie-Claude Trudel" userId="e09e5fd0-69eb-4066-ab3a-d45a4373e80c" providerId="ADAL" clId="{B5DE319A-E534-44C9-BD5A-853721C828A0}" dt="2026-08-29T15:15:58.450" v="459" actId="47"/>
        <pc:sldMkLst>
          <pc:docMk/>
          <pc:sldMk cId="3190503225" sldId="4577"/>
        </pc:sldMkLst>
        <pc:picChg chg="add mod">
          <ac:chgData name="Marie-Claude Trudel" userId="e09e5fd0-69eb-4066-ab3a-d45a4373e80c" providerId="ADAL" clId="{B5DE319A-E534-44C9-BD5A-853721C828A0}" dt="2026-08-29T15:15:18.641" v="454"/>
          <ac:picMkLst>
            <pc:docMk/>
            <pc:sldMk cId="3190503225" sldId="4577"/>
            <ac:picMk id="3" creationId="{DC28F6E6-4435-A00D-9624-3B44A8AB9CD4}"/>
          </ac:picMkLst>
        </pc:picChg>
        <pc:picChg chg="mod">
          <ac:chgData name="Marie-Claude Trudel" userId="e09e5fd0-69eb-4066-ab3a-d45a4373e80c" providerId="ADAL" clId="{B5DE319A-E534-44C9-BD5A-853721C828A0}" dt="2026-08-29T15:15:11.099" v="453" actId="1076"/>
          <ac:picMkLst>
            <pc:docMk/>
            <pc:sldMk cId="3190503225" sldId="4577"/>
            <ac:picMk id="5" creationId="{DD78F31A-9662-AD0B-69FF-C1F54A9038AF}"/>
          </ac:picMkLst>
        </pc:picChg>
      </pc:sldChg>
      <pc:sldChg chg="del">
        <pc:chgData name="Marie-Claude Trudel" userId="e09e5fd0-69eb-4066-ab3a-d45a4373e80c" providerId="ADAL" clId="{B5DE319A-E534-44C9-BD5A-853721C828A0}" dt="2026-08-29T15:05:07.571" v="376" actId="47"/>
        <pc:sldMkLst>
          <pc:docMk/>
          <pc:sldMk cId="391134878" sldId="4578"/>
        </pc:sldMkLst>
      </pc:sldChg>
      <pc:sldChg chg="del">
        <pc:chgData name="Marie-Claude Trudel" userId="e09e5fd0-69eb-4066-ab3a-d45a4373e80c" providerId="ADAL" clId="{B5DE319A-E534-44C9-BD5A-853721C828A0}" dt="2026-08-29T15:21:46.213" v="500" actId="47"/>
        <pc:sldMkLst>
          <pc:docMk/>
          <pc:sldMk cId="3315922706" sldId="4579"/>
        </pc:sldMkLst>
      </pc:sldChg>
      <pc:sldChg chg="del">
        <pc:chgData name="Marie-Claude Trudel" userId="e09e5fd0-69eb-4066-ab3a-d45a4373e80c" providerId="ADAL" clId="{B5DE319A-E534-44C9-BD5A-853721C828A0}" dt="2026-08-29T15:06:55.612" v="391" actId="47"/>
        <pc:sldMkLst>
          <pc:docMk/>
          <pc:sldMk cId="119856291" sldId="4580"/>
        </pc:sldMkLst>
      </pc:sldChg>
      <pc:sldChg chg="del">
        <pc:chgData name="Marie-Claude Trudel" userId="e09e5fd0-69eb-4066-ab3a-d45a4373e80c" providerId="ADAL" clId="{B5DE319A-E534-44C9-BD5A-853721C828A0}" dt="2026-08-29T14:35:37.672" v="346" actId="47"/>
        <pc:sldMkLst>
          <pc:docMk/>
          <pc:sldMk cId="1287946448" sldId="4581"/>
        </pc:sldMkLst>
      </pc:sldChg>
      <pc:sldChg chg="del">
        <pc:chgData name="Marie-Claude Trudel" userId="e09e5fd0-69eb-4066-ab3a-d45a4373e80c" providerId="ADAL" clId="{B5DE319A-E534-44C9-BD5A-853721C828A0}" dt="2026-08-29T15:23:37.698" v="515" actId="47"/>
        <pc:sldMkLst>
          <pc:docMk/>
          <pc:sldMk cId="3454183421" sldId="4582"/>
        </pc:sldMkLst>
      </pc:sldChg>
      <pc:sldChg chg="del">
        <pc:chgData name="Marie-Claude Trudel" userId="e09e5fd0-69eb-4066-ab3a-d45a4373e80c" providerId="ADAL" clId="{B5DE319A-E534-44C9-BD5A-853721C828A0}" dt="2026-08-29T14:33:57.207" v="332" actId="47"/>
        <pc:sldMkLst>
          <pc:docMk/>
          <pc:sldMk cId="3306728196" sldId="4583"/>
        </pc:sldMkLst>
      </pc:sldChg>
      <pc:sldChg chg="del">
        <pc:chgData name="Marie-Claude Trudel" userId="e09e5fd0-69eb-4066-ab3a-d45a4373e80c" providerId="ADAL" clId="{B5DE319A-E534-44C9-BD5A-853721C828A0}" dt="2026-08-29T15:23:00.043" v="510" actId="47"/>
        <pc:sldMkLst>
          <pc:docMk/>
          <pc:sldMk cId="1995033462" sldId="4585"/>
        </pc:sldMkLst>
      </pc:sldChg>
      <pc:sldChg chg="addSp delSp modSp new mod">
        <pc:chgData name="Marie-Claude Trudel" userId="e09e5fd0-69eb-4066-ab3a-d45a4373e80c" providerId="ADAL" clId="{B5DE319A-E534-44C9-BD5A-853721C828A0}" dt="2026-08-29T14:12:23.904" v="206" actId="34135"/>
        <pc:sldMkLst>
          <pc:docMk/>
          <pc:sldMk cId="2466135750" sldId="4586"/>
        </pc:sldMkLst>
        <pc:spChg chg="mod">
          <ac:chgData name="Marie-Claude Trudel" userId="e09e5fd0-69eb-4066-ab3a-d45a4373e80c" providerId="ADAL" clId="{B5DE319A-E534-44C9-BD5A-853721C828A0}" dt="2026-08-29T14:06:51.522" v="165" actId="20577"/>
          <ac:spMkLst>
            <pc:docMk/>
            <pc:sldMk cId="2466135750" sldId="4586"/>
            <ac:spMk id="2" creationId="{A3B65AF4-5454-D83B-BC38-504EC20FF207}"/>
          </ac:spMkLst>
        </pc:spChg>
        <pc:picChg chg="add del">
          <ac:chgData name="Marie-Claude Trudel" userId="e09e5fd0-69eb-4066-ab3a-d45a4373e80c" providerId="ADAL" clId="{B5DE319A-E534-44C9-BD5A-853721C828A0}" dt="2026-08-29T14:07:19.180" v="169" actId="22"/>
          <ac:picMkLst>
            <pc:docMk/>
            <pc:sldMk cId="2466135750" sldId="4586"/>
            <ac:picMk id="4" creationId="{41474BF8-BED6-6E71-CEEF-346832C6447C}"/>
          </ac:picMkLst>
        </pc:picChg>
        <pc:picChg chg="add mod">
          <ac:chgData name="Marie-Claude Trudel" userId="e09e5fd0-69eb-4066-ab3a-d45a4373e80c" providerId="ADAL" clId="{B5DE319A-E534-44C9-BD5A-853721C828A0}" dt="2026-08-29T14:12:23.904" v="206" actId="34135"/>
          <ac:picMkLst>
            <pc:docMk/>
            <pc:sldMk cId="2466135750" sldId="4586"/>
            <ac:picMk id="6" creationId="{049A7990-28D3-D75D-FFD7-3B348898F4AC}"/>
          </ac:picMkLst>
        </pc:picChg>
      </pc:sldChg>
      <pc:sldChg chg="add del">
        <pc:chgData name="Marie-Claude Trudel" userId="e09e5fd0-69eb-4066-ab3a-d45a4373e80c" providerId="ADAL" clId="{B5DE319A-E534-44C9-BD5A-853721C828A0}" dt="2026-08-29T14:06:34.635" v="163" actId="47"/>
        <pc:sldMkLst>
          <pc:docMk/>
          <pc:sldMk cId="4137448792" sldId="4586"/>
        </pc:sldMkLst>
      </pc:sldChg>
      <pc:sldChg chg="addSp modSp new mod">
        <pc:chgData name="Marie-Claude Trudel" userId="e09e5fd0-69eb-4066-ab3a-d45a4373e80c" providerId="ADAL" clId="{B5DE319A-E534-44C9-BD5A-853721C828A0}" dt="2026-08-29T14:12:28.151" v="207" actId="34135"/>
        <pc:sldMkLst>
          <pc:docMk/>
          <pc:sldMk cId="917985704" sldId="4587"/>
        </pc:sldMkLst>
        <pc:picChg chg="add mod">
          <ac:chgData name="Marie-Claude Trudel" userId="e09e5fd0-69eb-4066-ab3a-d45a4373e80c" providerId="ADAL" clId="{B5DE319A-E534-44C9-BD5A-853721C828A0}" dt="2026-08-29T14:12:28.151" v="207" actId="34135"/>
          <ac:picMkLst>
            <pc:docMk/>
            <pc:sldMk cId="917985704" sldId="4587"/>
            <ac:picMk id="3" creationId="{727E5C34-15BC-9ABB-B10B-EE9DE5F54171}"/>
          </ac:picMkLst>
        </pc:picChg>
      </pc:sldChg>
      <pc:sldChg chg="addSp modSp new mod">
        <pc:chgData name="Marie-Claude Trudel" userId="e09e5fd0-69eb-4066-ab3a-d45a4373e80c" providerId="ADAL" clId="{B5DE319A-E534-44C9-BD5A-853721C828A0}" dt="2026-08-29T14:12:32.298" v="208" actId="34135"/>
        <pc:sldMkLst>
          <pc:docMk/>
          <pc:sldMk cId="3448928756" sldId="4588"/>
        </pc:sldMkLst>
        <pc:picChg chg="add mod">
          <ac:chgData name="Marie-Claude Trudel" userId="e09e5fd0-69eb-4066-ab3a-d45a4373e80c" providerId="ADAL" clId="{B5DE319A-E534-44C9-BD5A-853721C828A0}" dt="2026-08-29T14:12:32.298" v="208" actId="34135"/>
          <ac:picMkLst>
            <pc:docMk/>
            <pc:sldMk cId="3448928756" sldId="4588"/>
            <ac:picMk id="3" creationId="{126D8108-0C28-D0F6-8D6B-9FE2CB4F3623}"/>
          </ac:picMkLst>
        </pc:picChg>
      </pc:sldChg>
      <pc:sldChg chg="addSp modSp new mod">
        <pc:chgData name="Marie-Claude Trudel" userId="e09e5fd0-69eb-4066-ab3a-d45a4373e80c" providerId="ADAL" clId="{B5DE319A-E534-44C9-BD5A-853721C828A0}" dt="2026-08-29T14:12:37.108" v="209" actId="34135"/>
        <pc:sldMkLst>
          <pc:docMk/>
          <pc:sldMk cId="3303631833" sldId="4589"/>
        </pc:sldMkLst>
        <pc:picChg chg="add mod">
          <ac:chgData name="Marie-Claude Trudel" userId="e09e5fd0-69eb-4066-ab3a-d45a4373e80c" providerId="ADAL" clId="{B5DE319A-E534-44C9-BD5A-853721C828A0}" dt="2026-08-29T14:12:37.108" v="209" actId="34135"/>
          <ac:picMkLst>
            <pc:docMk/>
            <pc:sldMk cId="3303631833" sldId="4589"/>
            <ac:picMk id="3" creationId="{5F72528F-C921-E5DF-A36A-06CD32240F73}"/>
          </ac:picMkLst>
        </pc:picChg>
      </pc:sldChg>
      <pc:sldChg chg="addSp modSp new mod">
        <pc:chgData name="Marie-Claude Trudel" userId="e09e5fd0-69eb-4066-ab3a-d45a4373e80c" providerId="ADAL" clId="{B5DE319A-E534-44C9-BD5A-853721C828A0}" dt="2026-08-29T14:12:41.605" v="210" actId="34135"/>
        <pc:sldMkLst>
          <pc:docMk/>
          <pc:sldMk cId="3717656537" sldId="4590"/>
        </pc:sldMkLst>
        <pc:picChg chg="add mod">
          <ac:chgData name="Marie-Claude Trudel" userId="e09e5fd0-69eb-4066-ab3a-d45a4373e80c" providerId="ADAL" clId="{B5DE319A-E534-44C9-BD5A-853721C828A0}" dt="2026-08-29T14:12:41.605" v="210" actId="34135"/>
          <ac:picMkLst>
            <pc:docMk/>
            <pc:sldMk cId="3717656537" sldId="4590"/>
            <ac:picMk id="3" creationId="{0B6B022A-0B90-8D90-7D76-BD5E63456ED7}"/>
          </ac:picMkLst>
        </pc:picChg>
      </pc:sldChg>
      <pc:sldChg chg="new del">
        <pc:chgData name="Marie-Claude Trudel" userId="e09e5fd0-69eb-4066-ab3a-d45a4373e80c" providerId="ADAL" clId="{B5DE319A-E534-44C9-BD5A-853721C828A0}" dt="2026-08-29T14:11:21.291" v="197" actId="680"/>
        <pc:sldMkLst>
          <pc:docMk/>
          <pc:sldMk cId="2321777773" sldId="4591"/>
        </pc:sldMkLst>
      </pc:sldChg>
      <pc:sldChg chg="addSp modSp new mod">
        <pc:chgData name="Marie-Claude Trudel" userId="e09e5fd0-69eb-4066-ab3a-d45a4373e80c" providerId="ADAL" clId="{B5DE319A-E534-44C9-BD5A-853721C828A0}" dt="2026-08-29T14:12:48.046" v="211" actId="34135"/>
        <pc:sldMkLst>
          <pc:docMk/>
          <pc:sldMk cId="2555157826" sldId="4591"/>
        </pc:sldMkLst>
        <pc:picChg chg="add mod">
          <ac:chgData name="Marie-Claude Trudel" userId="e09e5fd0-69eb-4066-ab3a-d45a4373e80c" providerId="ADAL" clId="{B5DE319A-E534-44C9-BD5A-853721C828A0}" dt="2026-08-29T14:12:48.046" v="211" actId="34135"/>
          <ac:picMkLst>
            <pc:docMk/>
            <pc:sldMk cId="2555157826" sldId="4591"/>
            <ac:picMk id="3" creationId="{89F6617F-6BAA-6E26-51C9-DB422033579E}"/>
          </ac:picMkLst>
        </pc:picChg>
      </pc:sldChg>
      <pc:sldChg chg="addSp modSp new mod">
        <pc:chgData name="Marie-Claude Trudel" userId="e09e5fd0-69eb-4066-ab3a-d45a4373e80c" providerId="ADAL" clId="{B5DE319A-E534-44C9-BD5A-853721C828A0}" dt="2026-08-29T14:13:50.187" v="219" actId="34135"/>
        <pc:sldMkLst>
          <pc:docMk/>
          <pc:sldMk cId="2066349692" sldId="4592"/>
        </pc:sldMkLst>
        <pc:picChg chg="add mod">
          <ac:chgData name="Marie-Claude Trudel" userId="e09e5fd0-69eb-4066-ab3a-d45a4373e80c" providerId="ADAL" clId="{B5DE319A-E534-44C9-BD5A-853721C828A0}" dt="2026-08-29T14:13:50.187" v="219" actId="34135"/>
          <ac:picMkLst>
            <pc:docMk/>
            <pc:sldMk cId="2066349692" sldId="4592"/>
            <ac:picMk id="3" creationId="{3F50BB19-59D3-9A32-B7E6-B6F534745917}"/>
          </ac:picMkLst>
        </pc:picChg>
      </pc:sldChg>
      <pc:sldChg chg="addSp modSp new mod">
        <pc:chgData name="Marie-Claude Trudel" userId="e09e5fd0-69eb-4066-ab3a-d45a4373e80c" providerId="ADAL" clId="{B5DE319A-E534-44C9-BD5A-853721C828A0}" dt="2026-08-29T14:15:55.505" v="224" actId="34135"/>
        <pc:sldMkLst>
          <pc:docMk/>
          <pc:sldMk cId="2730761257" sldId="4593"/>
        </pc:sldMkLst>
        <pc:picChg chg="add mod">
          <ac:chgData name="Marie-Claude Trudel" userId="e09e5fd0-69eb-4066-ab3a-d45a4373e80c" providerId="ADAL" clId="{B5DE319A-E534-44C9-BD5A-853721C828A0}" dt="2026-08-29T14:15:55.505" v="224" actId="34135"/>
          <ac:picMkLst>
            <pc:docMk/>
            <pc:sldMk cId="2730761257" sldId="4593"/>
            <ac:picMk id="3" creationId="{5FF84E0A-2022-38DC-F3CA-C73E82E8B276}"/>
          </ac:picMkLst>
        </pc:picChg>
      </pc:sldChg>
      <pc:sldChg chg="addSp modSp new mod">
        <pc:chgData name="Marie-Claude Trudel" userId="e09e5fd0-69eb-4066-ab3a-d45a4373e80c" providerId="ADAL" clId="{B5DE319A-E534-44C9-BD5A-853721C828A0}" dt="2026-08-29T14:16:43.345" v="230" actId="34135"/>
        <pc:sldMkLst>
          <pc:docMk/>
          <pc:sldMk cId="4076234891" sldId="4594"/>
        </pc:sldMkLst>
        <pc:picChg chg="add mod">
          <ac:chgData name="Marie-Claude Trudel" userId="e09e5fd0-69eb-4066-ab3a-d45a4373e80c" providerId="ADAL" clId="{B5DE319A-E534-44C9-BD5A-853721C828A0}" dt="2026-08-29T14:16:43.345" v="230" actId="34135"/>
          <ac:picMkLst>
            <pc:docMk/>
            <pc:sldMk cId="4076234891" sldId="4594"/>
            <ac:picMk id="3" creationId="{8BF656E0-F2F9-190E-2677-A6157C0A27C1}"/>
          </ac:picMkLst>
        </pc:picChg>
      </pc:sldChg>
      <pc:sldChg chg="addSp modSp new mod chgLayout">
        <pc:chgData name="Marie-Claude Trudel" userId="e09e5fd0-69eb-4066-ab3a-d45a4373e80c" providerId="ADAL" clId="{B5DE319A-E534-44C9-BD5A-853721C828A0}" dt="2026-08-29T14:17:41.833" v="237" actId="34135"/>
        <pc:sldMkLst>
          <pc:docMk/>
          <pc:sldMk cId="1328177385" sldId="4595"/>
        </pc:sldMkLst>
        <pc:spChg chg="mod ord">
          <ac:chgData name="Marie-Claude Trudel" userId="e09e5fd0-69eb-4066-ab3a-d45a4373e80c" providerId="ADAL" clId="{B5DE319A-E534-44C9-BD5A-853721C828A0}" dt="2026-08-29T14:17:03.947" v="233" actId="700"/>
          <ac:spMkLst>
            <pc:docMk/>
            <pc:sldMk cId="1328177385" sldId="4595"/>
            <ac:spMk id="2" creationId="{2EA5C43F-39F6-8A82-62A7-31E41CB8F7A5}"/>
          </ac:spMkLst>
        </pc:spChg>
        <pc:picChg chg="add mod">
          <ac:chgData name="Marie-Claude Trudel" userId="e09e5fd0-69eb-4066-ab3a-d45a4373e80c" providerId="ADAL" clId="{B5DE319A-E534-44C9-BD5A-853721C828A0}" dt="2026-08-29T14:17:41.833" v="237" actId="34135"/>
          <ac:picMkLst>
            <pc:docMk/>
            <pc:sldMk cId="1328177385" sldId="4595"/>
            <ac:picMk id="4" creationId="{E20F2CF3-0190-233D-F2C6-FD3FC31594DD}"/>
          </ac:picMkLst>
        </pc:picChg>
      </pc:sldChg>
      <pc:sldChg chg="addSp modSp new mod">
        <pc:chgData name="Marie-Claude Trudel" userId="e09e5fd0-69eb-4066-ab3a-d45a4373e80c" providerId="ADAL" clId="{B5DE319A-E534-44C9-BD5A-853721C828A0}" dt="2026-08-29T14:18:45.691" v="245" actId="34135"/>
        <pc:sldMkLst>
          <pc:docMk/>
          <pc:sldMk cId="2597376811" sldId="4596"/>
        </pc:sldMkLst>
        <pc:picChg chg="add mod">
          <ac:chgData name="Marie-Claude Trudel" userId="e09e5fd0-69eb-4066-ab3a-d45a4373e80c" providerId="ADAL" clId="{B5DE319A-E534-44C9-BD5A-853721C828A0}" dt="2026-08-29T14:18:45.691" v="245" actId="34135"/>
          <ac:picMkLst>
            <pc:docMk/>
            <pc:sldMk cId="2597376811" sldId="4596"/>
            <ac:picMk id="3" creationId="{BF840B0F-BE37-3DB2-9BBC-821BB5D7172C}"/>
          </ac:picMkLst>
        </pc:picChg>
      </pc:sldChg>
      <pc:sldChg chg="addSp modSp new mod">
        <pc:chgData name="Marie-Claude Trudel" userId="e09e5fd0-69eb-4066-ab3a-d45a4373e80c" providerId="ADAL" clId="{B5DE319A-E534-44C9-BD5A-853721C828A0}" dt="2026-08-29T14:20:30.384" v="258" actId="34135"/>
        <pc:sldMkLst>
          <pc:docMk/>
          <pc:sldMk cId="95834841" sldId="4597"/>
        </pc:sldMkLst>
        <pc:picChg chg="add mod">
          <ac:chgData name="Marie-Claude Trudel" userId="e09e5fd0-69eb-4066-ab3a-d45a4373e80c" providerId="ADAL" clId="{B5DE319A-E534-44C9-BD5A-853721C828A0}" dt="2026-08-29T14:20:30.384" v="258" actId="34135"/>
          <ac:picMkLst>
            <pc:docMk/>
            <pc:sldMk cId="95834841" sldId="4597"/>
            <ac:picMk id="3" creationId="{848BEA92-7925-7A78-A6BA-CC7D6458CAE5}"/>
          </ac:picMkLst>
        </pc:picChg>
      </pc:sldChg>
      <pc:sldChg chg="addSp modSp new mod">
        <pc:chgData name="Marie-Claude Trudel" userId="e09e5fd0-69eb-4066-ab3a-d45a4373e80c" providerId="ADAL" clId="{B5DE319A-E534-44C9-BD5A-853721C828A0}" dt="2026-08-29T14:23:20.013" v="267" actId="34135"/>
        <pc:sldMkLst>
          <pc:docMk/>
          <pc:sldMk cId="2223065499" sldId="4598"/>
        </pc:sldMkLst>
        <pc:picChg chg="add mod">
          <ac:chgData name="Marie-Claude Trudel" userId="e09e5fd0-69eb-4066-ab3a-d45a4373e80c" providerId="ADAL" clId="{B5DE319A-E534-44C9-BD5A-853721C828A0}" dt="2026-08-29T14:23:20.013" v="267" actId="34135"/>
          <ac:picMkLst>
            <pc:docMk/>
            <pc:sldMk cId="2223065499" sldId="4598"/>
            <ac:picMk id="3" creationId="{954BBFF9-447E-6891-C889-E6BDD45A7007}"/>
          </ac:picMkLst>
        </pc:picChg>
      </pc:sldChg>
      <pc:sldChg chg="addSp modSp new mod">
        <pc:chgData name="Marie-Claude Trudel" userId="e09e5fd0-69eb-4066-ab3a-d45a4373e80c" providerId="ADAL" clId="{B5DE319A-E534-44C9-BD5A-853721C828A0}" dt="2026-08-29T14:24:28.120" v="273" actId="34135"/>
        <pc:sldMkLst>
          <pc:docMk/>
          <pc:sldMk cId="787328817" sldId="4599"/>
        </pc:sldMkLst>
        <pc:picChg chg="add mod">
          <ac:chgData name="Marie-Claude Trudel" userId="e09e5fd0-69eb-4066-ab3a-d45a4373e80c" providerId="ADAL" clId="{B5DE319A-E534-44C9-BD5A-853721C828A0}" dt="2026-08-29T14:24:28.120" v="273" actId="34135"/>
          <ac:picMkLst>
            <pc:docMk/>
            <pc:sldMk cId="787328817" sldId="4599"/>
            <ac:picMk id="3" creationId="{CB33D184-C822-4C71-4AF7-7327A6CC50C5}"/>
          </ac:picMkLst>
        </pc:picChg>
      </pc:sldChg>
      <pc:sldChg chg="add del">
        <pc:chgData name="Marie-Claude Trudel" userId="e09e5fd0-69eb-4066-ab3a-d45a4373e80c" providerId="ADAL" clId="{B5DE319A-E534-44C9-BD5A-853721C828A0}" dt="2026-08-29T14:22:46.286" v="263" actId="47"/>
        <pc:sldMkLst>
          <pc:docMk/>
          <pc:sldMk cId="1139486096" sldId="4599"/>
        </pc:sldMkLst>
      </pc:sldChg>
      <pc:sldChg chg="add del">
        <pc:chgData name="Marie-Claude Trudel" userId="e09e5fd0-69eb-4066-ab3a-d45a4373e80c" providerId="ADAL" clId="{B5DE319A-E534-44C9-BD5A-853721C828A0}" dt="2026-08-29T14:21:55.900" v="261"/>
        <pc:sldMkLst>
          <pc:docMk/>
          <pc:sldMk cId="2844705509" sldId="4599"/>
        </pc:sldMkLst>
      </pc:sldChg>
      <pc:sldChg chg="addSp modSp new mod">
        <pc:chgData name="Marie-Claude Trudel" userId="e09e5fd0-69eb-4066-ab3a-d45a4373e80c" providerId="ADAL" clId="{B5DE319A-E534-44C9-BD5A-853721C828A0}" dt="2026-08-29T14:25:30.650" v="279" actId="34135"/>
        <pc:sldMkLst>
          <pc:docMk/>
          <pc:sldMk cId="3148160697" sldId="4600"/>
        </pc:sldMkLst>
        <pc:picChg chg="add mod">
          <ac:chgData name="Marie-Claude Trudel" userId="e09e5fd0-69eb-4066-ab3a-d45a4373e80c" providerId="ADAL" clId="{B5DE319A-E534-44C9-BD5A-853721C828A0}" dt="2026-08-29T14:25:30.650" v="279" actId="34135"/>
          <ac:picMkLst>
            <pc:docMk/>
            <pc:sldMk cId="3148160697" sldId="4600"/>
            <ac:picMk id="3" creationId="{8D945495-E3EB-6836-C246-D0D54ABC2B8B}"/>
          </ac:picMkLst>
        </pc:picChg>
      </pc:sldChg>
      <pc:sldChg chg="addSp delSp modSp new mod">
        <pc:chgData name="Marie-Claude Trudel" userId="e09e5fd0-69eb-4066-ab3a-d45a4373e80c" providerId="ADAL" clId="{B5DE319A-E534-44C9-BD5A-853721C828A0}" dt="2026-08-29T14:27:44.760" v="295" actId="34135"/>
        <pc:sldMkLst>
          <pc:docMk/>
          <pc:sldMk cId="4016302437" sldId="4601"/>
        </pc:sldMkLst>
        <pc:picChg chg="add del mod">
          <ac:chgData name="Marie-Claude Trudel" userId="e09e5fd0-69eb-4066-ab3a-d45a4373e80c" providerId="ADAL" clId="{B5DE319A-E534-44C9-BD5A-853721C828A0}" dt="2026-08-29T14:27:10.965" v="291" actId="478"/>
          <ac:picMkLst>
            <pc:docMk/>
            <pc:sldMk cId="4016302437" sldId="4601"/>
            <ac:picMk id="3" creationId="{70D024CE-E3E0-9EC4-4B78-09BF1F8B2722}"/>
          </ac:picMkLst>
        </pc:picChg>
        <pc:picChg chg="add mod">
          <ac:chgData name="Marie-Claude Trudel" userId="e09e5fd0-69eb-4066-ab3a-d45a4373e80c" providerId="ADAL" clId="{B5DE319A-E534-44C9-BD5A-853721C828A0}" dt="2026-08-29T14:27:44.760" v="295" actId="34135"/>
          <ac:picMkLst>
            <pc:docMk/>
            <pc:sldMk cId="4016302437" sldId="4601"/>
            <ac:picMk id="5" creationId="{67D838B2-3017-0E12-21A0-B27833544328}"/>
          </ac:picMkLst>
        </pc:picChg>
      </pc:sldChg>
      <pc:sldChg chg="addSp modSp new mod">
        <pc:chgData name="Marie-Claude Trudel" userId="e09e5fd0-69eb-4066-ab3a-d45a4373e80c" providerId="ADAL" clId="{B5DE319A-E534-44C9-BD5A-853721C828A0}" dt="2026-08-29T14:29:04.733" v="301" actId="34135"/>
        <pc:sldMkLst>
          <pc:docMk/>
          <pc:sldMk cId="2733581368" sldId="4602"/>
        </pc:sldMkLst>
        <pc:picChg chg="add mod">
          <ac:chgData name="Marie-Claude Trudel" userId="e09e5fd0-69eb-4066-ab3a-d45a4373e80c" providerId="ADAL" clId="{B5DE319A-E534-44C9-BD5A-853721C828A0}" dt="2026-08-29T14:29:04.733" v="301" actId="34135"/>
          <ac:picMkLst>
            <pc:docMk/>
            <pc:sldMk cId="2733581368" sldId="4602"/>
            <ac:picMk id="3" creationId="{DFC19A88-D6F8-14CB-059F-6016E189F9C0}"/>
          </ac:picMkLst>
        </pc:picChg>
      </pc:sldChg>
      <pc:sldChg chg="addSp modSp new mod">
        <pc:chgData name="Marie-Claude Trudel" userId="e09e5fd0-69eb-4066-ab3a-d45a4373e80c" providerId="ADAL" clId="{B5DE319A-E534-44C9-BD5A-853721C828A0}" dt="2026-08-29T14:29:57.723" v="307" actId="34135"/>
        <pc:sldMkLst>
          <pc:docMk/>
          <pc:sldMk cId="19397954" sldId="4603"/>
        </pc:sldMkLst>
        <pc:picChg chg="add mod">
          <ac:chgData name="Marie-Claude Trudel" userId="e09e5fd0-69eb-4066-ab3a-d45a4373e80c" providerId="ADAL" clId="{B5DE319A-E534-44C9-BD5A-853721C828A0}" dt="2026-08-29T14:29:57.723" v="307" actId="34135"/>
          <ac:picMkLst>
            <pc:docMk/>
            <pc:sldMk cId="19397954" sldId="4603"/>
            <ac:picMk id="3" creationId="{215659E6-6C17-5D13-E133-AE2589DE948E}"/>
          </ac:picMkLst>
        </pc:picChg>
      </pc:sldChg>
      <pc:sldChg chg="addSp modSp new mod">
        <pc:chgData name="Marie-Claude Trudel" userId="e09e5fd0-69eb-4066-ab3a-d45a4373e80c" providerId="ADAL" clId="{B5DE319A-E534-44C9-BD5A-853721C828A0}" dt="2026-08-29T14:30:43.464" v="313" actId="34135"/>
        <pc:sldMkLst>
          <pc:docMk/>
          <pc:sldMk cId="1029838434" sldId="4604"/>
        </pc:sldMkLst>
        <pc:picChg chg="add mod">
          <ac:chgData name="Marie-Claude Trudel" userId="e09e5fd0-69eb-4066-ab3a-d45a4373e80c" providerId="ADAL" clId="{B5DE319A-E534-44C9-BD5A-853721C828A0}" dt="2026-08-29T14:30:43.464" v="313" actId="34135"/>
          <ac:picMkLst>
            <pc:docMk/>
            <pc:sldMk cId="1029838434" sldId="4604"/>
            <ac:picMk id="3" creationId="{50B60B35-8A21-B7F2-0071-4A63E55654A5}"/>
          </ac:picMkLst>
        </pc:picChg>
      </pc:sldChg>
      <pc:sldChg chg="addSp modSp new mod">
        <pc:chgData name="Marie-Claude Trudel" userId="e09e5fd0-69eb-4066-ab3a-d45a4373e80c" providerId="ADAL" clId="{B5DE319A-E534-44C9-BD5A-853721C828A0}" dt="2026-08-29T14:31:58.522" v="319" actId="34135"/>
        <pc:sldMkLst>
          <pc:docMk/>
          <pc:sldMk cId="2608490096" sldId="4605"/>
        </pc:sldMkLst>
        <pc:picChg chg="add mod">
          <ac:chgData name="Marie-Claude Trudel" userId="e09e5fd0-69eb-4066-ab3a-d45a4373e80c" providerId="ADAL" clId="{B5DE319A-E534-44C9-BD5A-853721C828A0}" dt="2026-08-29T14:31:58.522" v="319" actId="34135"/>
          <ac:picMkLst>
            <pc:docMk/>
            <pc:sldMk cId="2608490096" sldId="4605"/>
            <ac:picMk id="3" creationId="{F081369E-8B30-D147-A439-9461AEFECD50}"/>
          </ac:picMkLst>
        </pc:picChg>
      </pc:sldChg>
      <pc:sldChg chg="addSp modSp new mod">
        <pc:chgData name="Marie-Claude Trudel" userId="e09e5fd0-69eb-4066-ab3a-d45a4373e80c" providerId="ADAL" clId="{B5DE319A-E534-44C9-BD5A-853721C828A0}" dt="2026-08-29T14:32:59.382" v="325" actId="34135"/>
        <pc:sldMkLst>
          <pc:docMk/>
          <pc:sldMk cId="1288867085" sldId="4606"/>
        </pc:sldMkLst>
        <pc:picChg chg="add mod">
          <ac:chgData name="Marie-Claude Trudel" userId="e09e5fd0-69eb-4066-ab3a-d45a4373e80c" providerId="ADAL" clId="{B5DE319A-E534-44C9-BD5A-853721C828A0}" dt="2026-08-29T14:32:59.382" v="325" actId="34135"/>
          <ac:picMkLst>
            <pc:docMk/>
            <pc:sldMk cId="1288867085" sldId="4606"/>
            <ac:picMk id="3" creationId="{DF4AB435-2680-934C-65BC-0744E44CF1CE}"/>
          </ac:picMkLst>
        </pc:picChg>
      </pc:sldChg>
      <pc:sldChg chg="addSp modSp new mod">
        <pc:chgData name="Marie-Claude Trudel" userId="e09e5fd0-69eb-4066-ab3a-d45a4373e80c" providerId="ADAL" clId="{B5DE319A-E534-44C9-BD5A-853721C828A0}" dt="2026-08-29T14:33:54.985" v="331" actId="34135"/>
        <pc:sldMkLst>
          <pc:docMk/>
          <pc:sldMk cId="2014217130" sldId="4607"/>
        </pc:sldMkLst>
        <pc:picChg chg="add mod">
          <ac:chgData name="Marie-Claude Trudel" userId="e09e5fd0-69eb-4066-ab3a-d45a4373e80c" providerId="ADAL" clId="{B5DE319A-E534-44C9-BD5A-853721C828A0}" dt="2026-08-29T14:33:54.985" v="331" actId="34135"/>
          <ac:picMkLst>
            <pc:docMk/>
            <pc:sldMk cId="2014217130" sldId="4607"/>
            <ac:picMk id="3" creationId="{D1863E20-7E6F-1301-239E-2CB24E3C161A}"/>
          </ac:picMkLst>
        </pc:picChg>
      </pc:sldChg>
      <pc:sldChg chg="addSp modSp new mod">
        <pc:chgData name="Marie-Claude Trudel" userId="e09e5fd0-69eb-4066-ab3a-d45a4373e80c" providerId="ADAL" clId="{B5DE319A-E534-44C9-BD5A-853721C828A0}" dt="2026-08-29T14:34:58.209" v="339" actId="34135"/>
        <pc:sldMkLst>
          <pc:docMk/>
          <pc:sldMk cId="2426760566" sldId="4608"/>
        </pc:sldMkLst>
        <pc:picChg chg="add mod">
          <ac:chgData name="Marie-Claude Trudel" userId="e09e5fd0-69eb-4066-ab3a-d45a4373e80c" providerId="ADAL" clId="{B5DE319A-E534-44C9-BD5A-853721C828A0}" dt="2026-08-29T14:34:58.209" v="339" actId="34135"/>
          <ac:picMkLst>
            <pc:docMk/>
            <pc:sldMk cId="2426760566" sldId="4608"/>
            <ac:picMk id="3" creationId="{B73F8243-1C74-DD73-E8C0-35375404A2B5}"/>
          </ac:picMkLst>
        </pc:picChg>
      </pc:sldChg>
      <pc:sldChg chg="addSp delSp modSp new mod">
        <pc:chgData name="Marie-Claude Trudel" userId="e09e5fd0-69eb-4066-ab3a-d45a4373e80c" providerId="ADAL" clId="{B5DE319A-E534-44C9-BD5A-853721C828A0}" dt="2026-08-30T23:09:44.207" v="578" actId="478"/>
        <pc:sldMkLst>
          <pc:docMk/>
          <pc:sldMk cId="1795072334" sldId="4609"/>
        </pc:sldMkLst>
        <pc:picChg chg="add del mod">
          <ac:chgData name="Marie-Claude Trudel" userId="e09e5fd0-69eb-4066-ab3a-d45a4373e80c" providerId="ADAL" clId="{B5DE319A-E534-44C9-BD5A-853721C828A0}" dt="2026-08-30T23:09:44.207" v="578" actId="478"/>
          <ac:picMkLst>
            <pc:docMk/>
            <pc:sldMk cId="1795072334" sldId="4609"/>
            <ac:picMk id="3" creationId="{102A2F00-5A1C-98BB-B35B-C5C28D6AB567}"/>
          </ac:picMkLst>
        </pc:picChg>
      </pc:sldChg>
      <pc:sldChg chg="addSp delSp modSp new mod">
        <pc:chgData name="Marie-Claude Trudel" userId="e09e5fd0-69eb-4066-ab3a-d45a4373e80c" providerId="ADAL" clId="{B5DE319A-E534-44C9-BD5A-853721C828A0}" dt="2026-08-30T23:09:50.028" v="580" actId="478"/>
        <pc:sldMkLst>
          <pc:docMk/>
          <pc:sldMk cId="4049950502" sldId="4610"/>
        </pc:sldMkLst>
        <pc:picChg chg="add del mod">
          <ac:chgData name="Marie-Claude Trudel" userId="e09e5fd0-69eb-4066-ab3a-d45a4373e80c" providerId="ADAL" clId="{B5DE319A-E534-44C9-BD5A-853721C828A0}" dt="2026-08-30T23:09:50.028" v="580" actId="478"/>
          <ac:picMkLst>
            <pc:docMk/>
            <pc:sldMk cId="4049950502" sldId="4610"/>
            <ac:picMk id="3" creationId="{ED2F9EC6-02CD-B98A-827C-B30B7B192135}"/>
          </ac:picMkLst>
        </pc:picChg>
      </pc:sldChg>
      <pc:sldChg chg="addSp delSp modSp new mod">
        <pc:chgData name="Marie-Claude Trudel" userId="e09e5fd0-69eb-4066-ab3a-d45a4373e80c" providerId="ADAL" clId="{B5DE319A-E534-44C9-BD5A-853721C828A0}" dt="2026-08-30T23:09:54.881" v="582" actId="478"/>
        <pc:sldMkLst>
          <pc:docMk/>
          <pc:sldMk cId="1902549317" sldId="4611"/>
        </pc:sldMkLst>
        <pc:picChg chg="add del mod">
          <ac:chgData name="Marie-Claude Trudel" userId="e09e5fd0-69eb-4066-ab3a-d45a4373e80c" providerId="ADAL" clId="{B5DE319A-E534-44C9-BD5A-853721C828A0}" dt="2026-08-30T23:09:54.881" v="582" actId="478"/>
          <ac:picMkLst>
            <pc:docMk/>
            <pc:sldMk cId="1902549317" sldId="4611"/>
            <ac:picMk id="3" creationId="{F6D7F14B-0235-315F-9B10-DCC4BB7C0206}"/>
          </ac:picMkLst>
        </pc:picChg>
      </pc:sldChg>
      <pc:sldChg chg="addSp delSp modSp new mod">
        <pc:chgData name="Marie-Claude Trudel" userId="e09e5fd0-69eb-4066-ab3a-d45a4373e80c" providerId="ADAL" clId="{B5DE319A-E534-44C9-BD5A-853721C828A0}" dt="2026-08-30T23:10:00.496" v="584" actId="478"/>
        <pc:sldMkLst>
          <pc:docMk/>
          <pc:sldMk cId="2253287072" sldId="4612"/>
        </pc:sldMkLst>
        <pc:picChg chg="add del mod">
          <ac:chgData name="Marie-Claude Trudel" userId="e09e5fd0-69eb-4066-ab3a-d45a4373e80c" providerId="ADAL" clId="{B5DE319A-E534-44C9-BD5A-853721C828A0}" dt="2026-08-30T23:10:00.496" v="584" actId="478"/>
          <ac:picMkLst>
            <pc:docMk/>
            <pc:sldMk cId="2253287072" sldId="4612"/>
            <ac:picMk id="3" creationId="{9FE5625A-5A90-88F3-9E47-E36A94AA5873}"/>
          </ac:picMkLst>
        </pc:picChg>
      </pc:sldChg>
      <pc:sldChg chg="addSp delSp modSp new mod">
        <pc:chgData name="Marie-Claude Trudel" userId="e09e5fd0-69eb-4066-ab3a-d45a4373e80c" providerId="ADAL" clId="{B5DE319A-E534-44C9-BD5A-853721C828A0}" dt="2026-08-30T23:10:06.818" v="586" actId="478"/>
        <pc:sldMkLst>
          <pc:docMk/>
          <pc:sldMk cId="1086107957" sldId="4613"/>
        </pc:sldMkLst>
        <pc:picChg chg="add del mod">
          <ac:chgData name="Marie-Claude Trudel" userId="e09e5fd0-69eb-4066-ab3a-d45a4373e80c" providerId="ADAL" clId="{B5DE319A-E534-44C9-BD5A-853721C828A0}" dt="2026-08-30T23:10:06.818" v="586" actId="478"/>
          <ac:picMkLst>
            <pc:docMk/>
            <pc:sldMk cId="1086107957" sldId="4613"/>
            <ac:picMk id="3" creationId="{561BBF97-1D85-5D82-BCB5-3DF0EF709E4A}"/>
          </ac:picMkLst>
        </pc:picChg>
      </pc:sldChg>
      <pc:sldChg chg="addSp delSp modSp new mod">
        <pc:chgData name="Marie-Claude Trudel" userId="e09e5fd0-69eb-4066-ab3a-d45a4373e80c" providerId="ADAL" clId="{B5DE319A-E534-44C9-BD5A-853721C828A0}" dt="2026-08-30T23:10:12.399" v="588" actId="478"/>
        <pc:sldMkLst>
          <pc:docMk/>
          <pc:sldMk cId="386522722" sldId="4614"/>
        </pc:sldMkLst>
        <pc:picChg chg="add del mod">
          <ac:chgData name="Marie-Claude Trudel" userId="e09e5fd0-69eb-4066-ab3a-d45a4373e80c" providerId="ADAL" clId="{B5DE319A-E534-44C9-BD5A-853721C828A0}" dt="2026-08-30T23:10:12.399" v="588" actId="478"/>
          <ac:picMkLst>
            <pc:docMk/>
            <pc:sldMk cId="386522722" sldId="4614"/>
            <ac:picMk id="3" creationId="{EA369B4E-25A1-3F1B-61E4-1B39EE18EC60}"/>
          </ac:picMkLst>
        </pc:picChg>
      </pc:sldChg>
      <pc:sldChg chg="addSp delSp modSp new mod">
        <pc:chgData name="Marie-Claude Trudel" userId="e09e5fd0-69eb-4066-ab3a-d45a4373e80c" providerId="ADAL" clId="{B5DE319A-E534-44C9-BD5A-853721C828A0}" dt="2026-08-30T23:10:21.920" v="590" actId="478"/>
        <pc:sldMkLst>
          <pc:docMk/>
          <pc:sldMk cId="1407109471" sldId="4615"/>
        </pc:sldMkLst>
        <pc:picChg chg="add del mod">
          <ac:chgData name="Marie-Claude Trudel" userId="e09e5fd0-69eb-4066-ab3a-d45a4373e80c" providerId="ADAL" clId="{B5DE319A-E534-44C9-BD5A-853721C828A0}" dt="2026-08-30T23:10:21.920" v="590" actId="478"/>
          <ac:picMkLst>
            <pc:docMk/>
            <pc:sldMk cId="1407109471" sldId="4615"/>
            <ac:picMk id="3" creationId="{28AF6EEB-1A35-D7E4-C17E-B90DE9670B73}"/>
          </ac:picMkLst>
        </pc:picChg>
      </pc:sldChg>
      <pc:sldChg chg="addSp modSp new mod ord">
        <pc:chgData name="Marie-Claude Trudel" userId="e09e5fd0-69eb-4066-ab3a-d45a4373e80c" providerId="ADAL" clId="{B5DE319A-E534-44C9-BD5A-853721C828A0}" dt="2026-08-29T15:07:29.276" v="395" actId="34135"/>
        <pc:sldMkLst>
          <pc:docMk/>
          <pc:sldMk cId="1053232449" sldId="4616"/>
        </pc:sldMkLst>
        <pc:picChg chg="add mod">
          <ac:chgData name="Marie-Claude Trudel" userId="e09e5fd0-69eb-4066-ab3a-d45a4373e80c" providerId="ADAL" clId="{B5DE319A-E534-44C9-BD5A-853721C828A0}" dt="2026-08-29T15:07:29.276" v="395" actId="34135"/>
          <ac:picMkLst>
            <pc:docMk/>
            <pc:sldMk cId="1053232449" sldId="4616"/>
            <ac:picMk id="3" creationId="{EECA2EBC-5B5C-2AA0-9F8B-EC8527E026E8}"/>
          </ac:picMkLst>
        </pc:picChg>
      </pc:sldChg>
      <pc:sldChg chg="addSp modSp new mod">
        <pc:chgData name="Marie-Claude Trudel" userId="e09e5fd0-69eb-4066-ab3a-d45a4373e80c" providerId="ADAL" clId="{B5DE319A-E534-44C9-BD5A-853721C828A0}" dt="2026-08-29T15:06:47.685" v="388" actId="34135"/>
        <pc:sldMkLst>
          <pc:docMk/>
          <pc:sldMk cId="1146290894" sldId="4617"/>
        </pc:sldMkLst>
        <pc:picChg chg="add mod">
          <ac:chgData name="Marie-Claude Trudel" userId="e09e5fd0-69eb-4066-ab3a-d45a4373e80c" providerId="ADAL" clId="{B5DE319A-E534-44C9-BD5A-853721C828A0}" dt="2026-08-29T15:06:47.685" v="388" actId="34135"/>
          <ac:picMkLst>
            <pc:docMk/>
            <pc:sldMk cId="1146290894" sldId="4617"/>
            <ac:picMk id="3" creationId="{B1C8C0B7-4761-736E-5B76-00F0F0EA415A}"/>
          </ac:picMkLst>
        </pc:picChg>
      </pc:sldChg>
      <pc:sldChg chg="addSp delSp modSp new mod">
        <pc:chgData name="Marie-Claude Trudel" userId="e09e5fd0-69eb-4066-ab3a-d45a4373e80c" providerId="ADAL" clId="{B5DE319A-E534-44C9-BD5A-853721C828A0}" dt="2026-08-30T23:10:34.511" v="592" actId="478"/>
        <pc:sldMkLst>
          <pc:docMk/>
          <pc:sldMk cId="3131580755" sldId="4618"/>
        </pc:sldMkLst>
        <pc:picChg chg="add del mod">
          <ac:chgData name="Marie-Claude Trudel" userId="e09e5fd0-69eb-4066-ab3a-d45a4373e80c" providerId="ADAL" clId="{B5DE319A-E534-44C9-BD5A-853721C828A0}" dt="2026-08-30T23:10:34.511" v="592" actId="478"/>
          <ac:picMkLst>
            <pc:docMk/>
            <pc:sldMk cId="3131580755" sldId="4618"/>
            <ac:picMk id="3" creationId="{C27C6127-3A70-15C8-53C4-01F311C7EA0E}"/>
          </ac:picMkLst>
        </pc:picChg>
      </pc:sldChg>
      <pc:sldChg chg="new del">
        <pc:chgData name="Marie-Claude Trudel" userId="e09e5fd0-69eb-4066-ab3a-d45a4373e80c" providerId="ADAL" clId="{B5DE319A-E534-44C9-BD5A-853721C828A0}" dt="2026-08-29T15:07:47.929" v="398" actId="680"/>
        <pc:sldMkLst>
          <pc:docMk/>
          <pc:sldMk cId="3609080685" sldId="4618"/>
        </pc:sldMkLst>
      </pc:sldChg>
      <pc:sldChg chg="addSp modSp new mod">
        <pc:chgData name="Marie-Claude Trudel" userId="e09e5fd0-69eb-4066-ab3a-d45a4373e80c" providerId="ADAL" clId="{B5DE319A-E534-44C9-BD5A-853721C828A0}" dt="2026-08-29T15:09:12.833" v="410" actId="34135"/>
        <pc:sldMkLst>
          <pc:docMk/>
          <pc:sldMk cId="3203649134" sldId="4619"/>
        </pc:sldMkLst>
        <pc:picChg chg="add mod">
          <ac:chgData name="Marie-Claude Trudel" userId="e09e5fd0-69eb-4066-ab3a-d45a4373e80c" providerId="ADAL" clId="{B5DE319A-E534-44C9-BD5A-853721C828A0}" dt="2026-08-29T15:09:12.833" v="410" actId="34135"/>
          <ac:picMkLst>
            <pc:docMk/>
            <pc:sldMk cId="3203649134" sldId="4619"/>
            <ac:picMk id="3" creationId="{AC32DC61-C223-4CC9-08FF-EA6D6B48E7D4}"/>
          </ac:picMkLst>
        </pc:picChg>
      </pc:sldChg>
      <pc:sldChg chg="addSp modSp new mod">
        <pc:chgData name="Marie-Claude Trudel" userId="e09e5fd0-69eb-4066-ab3a-d45a4373e80c" providerId="ADAL" clId="{B5DE319A-E534-44C9-BD5A-853721C828A0}" dt="2026-08-29T15:10:02.829" v="417" actId="34135"/>
        <pc:sldMkLst>
          <pc:docMk/>
          <pc:sldMk cId="817258730" sldId="4620"/>
        </pc:sldMkLst>
        <pc:picChg chg="add mod">
          <ac:chgData name="Marie-Claude Trudel" userId="e09e5fd0-69eb-4066-ab3a-d45a4373e80c" providerId="ADAL" clId="{B5DE319A-E534-44C9-BD5A-853721C828A0}" dt="2026-08-29T15:10:02.829" v="417" actId="34135"/>
          <ac:picMkLst>
            <pc:docMk/>
            <pc:sldMk cId="817258730" sldId="4620"/>
            <ac:picMk id="3" creationId="{6C198062-247A-7E65-0AEB-C2DD81248857}"/>
          </ac:picMkLst>
        </pc:picChg>
      </pc:sldChg>
      <pc:sldChg chg="addSp modSp new mod">
        <pc:chgData name="Marie-Claude Trudel" userId="e09e5fd0-69eb-4066-ab3a-d45a4373e80c" providerId="ADAL" clId="{B5DE319A-E534-44C9-BD5A-853721C828A0}" dt="2026-08-30T23:11:06.129" v="596" actId="34135"/>
        <pc:sldMkLst>
          <pc:docMk/>
          <pc:sldMk cId="825643677" sldId="4621"/>
        </pc:sldMkLst>
        <pc:spChg chg="add mod">
          <ac:chgData name="Marie-Claude Trudel" userId="e09e5fd0-69eb-4066-ab3a-d45a4373e80c" providerId="ADAL" clId="{B5DE319A-E534-44C9-BD5A-853721C828A0}" dt="2026-08-30T23:11:06.129" v="596" actId="34135"/>
          <ac:spMkLst>
            <pc:docMk/>
            <pc:sldMk cId="825643677" sldId="4621"/>
            <ac:spMk id="2" creationId="{C4F823FC-84B5-36DF-53B5-038E00030C6B}"/>
          </ac:spMkLst>
        </pc:spChg>
        <pc:picChg chg="add mod">
          <ac:chgData name="Marie-Claude Trudel" userId="e09e5fd0-69eb-4066-ab3a-d45a4373e80c" providerId="ADAL" clId="{B5DE319A-E534-44C9-BD5A-853721C828A0}" dt="2026-08-29T15:10:56.983" v="423" actId="34135"/>
          <ac:picMkLst>
            <pc:docMk/>
            <pc:sldMk cId="825643677" sldId="4621"/>
            <ac:picMk id="3" creationId="{A3DE28F9-C7CA-E664-602A-EC645B7779C9}"/>
          </ac:picMkLst>
        </pc:picChg>
      </pc:sldChg>
      <pc:sldChg chg="addSp modSp new mod">
        <pc:chgData name="Marie-Claude Trudel" userId="e09e5fd0-69eb-4066-ab3a-d45a4373e80c" providerId="ADAL" clId="{B5DE319A-E534-44C9-BD5A-853721C828A0}" dt="2026-08-29T15:11:57.731" v="430" actId="34135"/>
        <pc:sldMkLst>
          <pc:docMk/>
          <pc:sldMk cId="4128921220" sldId="4622"/>
        </pc:sldMkLst>
        <pc:picChg chg="add mod">
          <ac:chgData name="Marie-Claude Trudel" userId="e09e5fd0-69eb-4066-ab3a-d45a4373e80c" providerId="ADAL" clId="{B5DE319A-E534-44C9-BD5A-853721C828A0}" dt="2026-08-29T15:11:57.731" v="430" actId="34135"/>
          <ac:picMkLst>
            <pc:docMk/>
            <pc:sldMk cId="4128921220" sldId="4622"/>
            <ac:picMk id="3" creationId="{DAF7FE4B-B6D3-6F3E-C097-CC630A140E54}"/>
          </ac:picMkLst>
        </pc:picChg>
      </pc:sldChg>
      <pc:sldChg chg="addSp modSp new mod">
        <pc:chgData name="Marie-Claude Trudel" userId="e09e5fd0-69eb-4066-ab3a-d45a4373e80c" providerId="ADAL" clId="{B5DE319A-E534-44C9-BD5A-853721C828A0}" dt="2026-08-29T15:12:44.571" v="435" actId="34135"/>
        <pc:sldMkLst>
          <pc:docMk/>
          <pc:sldMk cId="2204633426" sldId="4623"/>
        </pc:sldMkLst>
        <pc:picChg chg="add mod">
          <ac:chgData name="Marie-Claude Trudel" userId="e09e5fd0-69eb-4066-ab3a-d45a4373e80c" providerId="ADAL" clId="{B5DE319A-E534-44C9-BD5A-853721C828A0}" dt="2026-08-29T15:12:44.571" v="435" actId="34135"/>
          <ac:picMkLst>
            <pc:docMk/>
            <pc:sldMk cId="2204633426" sldId="4623"/>
            <ac:picMk id="3" creationId="{679A0724-6A7A-10D4-6514-AB975DDC28B1}"/>
          </ac:picMkLst>
        </pc:picChg>
      </pc:sldChg>
      <pc:sldChg chg="addSp modSp new mod">
        <pc:chgData name="Marie-Claude Trudel" userId="e09e5fd0-69eb-4066-ab3a-d45a4373e80c" providerId="ADAL" clId="{B5DE319A-E534-44C9-BD5A-853721C828A0}" dt="2026-08-29T15:13:28.640" v="441" actId="34135"/>
        <pc:sldMkLst>
          <pc:docMk/>
          <pc:sldMk cId="4202291454" sldId="4624"/>
        </pc:sldMkLst>
        <pc:picChg chg="add mod">
          <ac:chgData name="Marie-Claude Trudel" userId="e09e5fd0-69eb-4066-ab3a-d45a4373e80c" providerId="ADAL" clId="{B5DE319A-E534-44C9-BD5A-853721C828A0}" dt="2026-08-29T15:13:28.640" v="441" actId="34135"/>
          <ac:picMkLst>
            <pc:docMk/>
            <pc:sldMk cId="4202291454" sldId="4624"/>
            <ac:picMk id="3" creationId="{BFB7070E-B258-C38C-6637-EEBD1DAFD042}"/>
          </ac:picMkLst>
        </pc:picChg>
      </pc:sldChg>
      <pc:sldChg chg="addSp modSp new mod">
        <pc:chgData name="Marie-Claude Trudel" userId="e09e5fd0-69eb-4066-ab3a-d45a4373e80c" providerId="ADAL" clId="{B5DE319A-E534-44C9-BD5A-853721C828A0}" dt="2026-08-29T15:14:27.634" v="449" actId="34135"/>
        <pc:sldMkLst>
          <pc:docMk/>
          <pc:sldMk cId="4121264507" sldId="4625"/>
        </pc:sldMkLst>
        <pc:picChg chg="add mod">
          <ac:chgData name="Marie-Claude Trudel" userId="e09e5fd0-69eb-4066-ab3a-d45a4373e80c" providerId="ADAL" clId="{B5DE319A-E534-44C9-BD5A-853721C828A0}" dt="2026-08-29T15:14:27.634" v="449" actId="34135"/>
          <ac:picMkLst>
            <pc:docMk/>
            <pc:sldMk cId="4121264507" sldId="4625"/>
            <ac:picMk id="3" creationId="{FC2306DB-1F8A-9E67-8EF2-FA24D0594837}"/>
          </ac:picMkLst>
        </pc:picChg>
      </pc:sldChg>
      <pc:sldChg chg="addSp delSp modSp new mod">
        <pc:chgData name="Marie-Claude Trudel" userId="e09e5fd0-69eb-4066-ab3a-d45a4373e80c" providerId="ADAL" clId="{B5DE319A-E534-44C9-BD5A-853721C828A0}" dt="2026-08-29T15:16:01.939" v="461" actId="27309"/>
        <pc:sldMkLst>
          <pc:docMk/>
          <pc:sldMk cId="3314608021" sldId="4626"/>
        </pc:sldMkLst>
        <pc:graphicFrameChg chg="add del modGraphic">
          <ac:chgData name="Marie-Claude Trudel" userId="e09e5fd0-69eb-4066-ab3a-d45a4373e80c" providerId="ADAL" clId="{B5DE319A-E534-44C9-BD5A-853721C828A0}" dt="2026-08-29T15:16:01.939" v="461" actId="27309"/>
          <ac:graphicFrameMkLst>
            <pc:docMk/>
            <pc:sldMk cId="3314608021" sldId="4626"/>
            <ac:graphicFrameMk id="5" creationId="{F82476E5-F2BE-33E8-2D65-5606271C15ED}"/>
          </ac:graphicFrameMkLst>
        </pc:graphicFrameChg>
        <pc:picChg chg="add mod">
          <ac:chgData name="Marie-Claude Trudel" userId="e09e5fd0-69eb-4066-ab3a-d45a4373e80c" providerId="ADAL" clId="{B5DE319A-E534-44C9-BD5A-853721C828A0}" dt="2026-08-29T15:15:55.091" v="458" actId="34135"/>
          <ac:picMkLst>
            <pc:docMk/>
            <pc:sldMk cId="3314608021" sldId="4626"/>
            <ac:picMk id="3" creationId="{B7AD4325-1B35-9042-79F5-5DC77AD76B4B}"/>
          </ac:picMkLst>
        </pc:picChg>
      </pc:sldChg>
      <pc:sldChg chg="addSp modSp new mod">
        <pc:chgData name="Marie-Claude Trudel" userId="e09e5fd0-69eb-4066-ab3a-d45a4373e80c" providerId="ADAL" clId="{B5DE319A-E534-44C9-BD5A-853721C828A0}" dt="2026-08-29T15:16:33.086" v="465" actId="34135"/>
        <pc:sldMkLst>
          <pc:docMk/>
          <pc:sldMk cId="1372388710" sldId="4627"/>
        </pc:sldMkLst>
        <pc:picChg chg="add mod">
          <ac:chgData name="Marie-Claude Trudel" userId="e09e5fd0-69eb-4066-ab3a-d45a4373e80c" providerId="ADAL" clId="{B5DE319A-E534-44C9-BD5A-853721C828A0}" dt="2026-08-29T15:16:33.086" v="465" actId="34135"/>
          <ac:picMkLst>
            <pc:docMk/>
            <pc:sldMk cId="1372388710" sldId="4627"/>
            <ac:picMk id="3" creationId="{73251AE0-8375-39A0-CDD7-A1BB29C60494}"/>
          </ac:picMkLst>
        </pc:picChg>
      </pc:sldChg>
      <pc:sldChg chg="addSp modSp new mod">
        <pc:chgData name="Marie-Claude Trudel" userId="e09e5fd0-69eb-4066-ab3a-d45a4373e80c" providerId="ADAL" clId="{B5DE319A-E534-44C9-BD5A-853721C828A0}" dt="2026-08-29T15:18:32.459" v="484" actId="34135"/>
        <pc:sldMkLst>
          <pc:docMk/>
          <pc:sldMk cId="2081538222" sldId="4628"/>
        </pc:sldMkLst>
        <pc:picChg chg="add mod">
          <ac:chgData name="Marie-Claude Trudel" userId="e09e5fd0-69eb-4066-ab3a-d45a4373e80c" providerId="ADAL" clId="{B5DE319A-E534-44C9-BD5A-853721C828A0}" dt="2026-08-29T15:18:32.459" v="484" actId="34135"/>
          <ac:picMkLst>
            <pc:docMk/>
            <pc:sldMk cId="2081538222" sldId="4628"/>
            <ac:picMk id="3" creationId="{3D3C60FF-C744-722B-E6A5-6BA4F0AB295E}"/>
          </ac:picMkLst>
        </pc:picChg>
      </pc:sldChg>
      <pc:sldChg chg="addSp modSp new mod">
        <pc:chgData name="Marie-Claude Trudel" userId="e09e5fd0-69eb-4066-ab3a-d45a4373e80c" providerId="ADAL" clId="{B5DE319A-E534-44C9-BD5A-853721C828A0}" dt="2026-08-29T15:19:08.909" v="489" actId="34135"/>
        <pc:sldMkLst>
          <pc:docMk/>
          <pc:sldMk cId="3976087643" sldId="4629"/>
        </pc:sldMkLst>
        <pc:picChg chg="add mod">
          <ac:chgData name="Marie-Claude Trudel" userId="e09e5fd0-69eb-4066-ab3a-d45a4373e80c" providerId="ADAL" clId="{B5DE319A-E534-44C9-BD5A-853721C828A0}" dt="2026-08-29T15:19:08.909" v="489" actId="34135"/>
          <ac:picMkLst>
            <pc:docMk/>
            <pc:sldMk cId="3976087643" sldId="4629"/>
            <ac:picMk id="3" creationId="{AFF71A5F-5918-8AE8-CFB7-F6EF70105600}"/>
          </ac:picMkLst>
        </pc:picChg>
      </pc:sldChg>
      <pc:sldChg chg="addSp modSp new mod">
        <pc:chgData name="Marie-Claude Trudel" userId="e09e5fd0-69eb-4066-ab3a-d45a4373e80c" providerId="ADAL" clId="{B5DE319A-E534-44C9-BD5A-853721C828A0}" dt="2026-08-29T15:19:38.244" v="494" actId="34135"/>
        <pc:sldMkLst>
          <pc:docMk/>
          <pc:sldMk cId="2435228859" sldId="4630"/>
        </pc:sldMkLst>
        <pc:picChg chg="add mod">
          <ac:chgData name="Marie-Claude Trudel" userId="e09e5fd0-69eb-4066-ab3a-d45a4373e80c" providerId="ADAL" clId="{B5DE319A-E534-44C9-BD5A-853721C828A0}" dt="2026-08-29T15:19:38.244" v="494" actId="34135"/>
          <ac:picMkLst>
            <pc:docMk/>
            <pc:sldMk cId="2435228859" sldId="4630"/>
            <ac:picMk id="3" creationId="{6402B604-3F91-4481-3283-F85F1B44A26B}"/>
          </ac:picMkLst>
        </pc:picChg>
      </pc:sldChg>
      <pc:sldChg chg="addSp delSp modSp new mod">
        <pc:chgData name="Marie-Claude Trudel" userId="e09e5fd0-69eb-4066-ab3a-d45a4373e80c" providerId="ADAL" clId="{B5DE319A-E534-44C9-BD5A-853721C828A0}" dt="2026-08-30T23:11:36.972" v="598" actId="478"/>
        <pc:sldMkLst>
          <pc:docMk/>
          <pc:sldMk cId="1700223030" sldId="4631"/>
        </pc:sldMkLst>
        <pc:picChg chg="add del mod">
          <ac:chgData name="Marie-Claude Trudel" userId="e09e5fd0-69eb-4066-ab3a-d45a4373e80c" providerId="ADAL" clId="{B5DE319A-E534-44C9-BD5A-853721C828A0}" dt="2026-08-30T23:11:36.972" v="598" actId="478"/>
          <ac:picMkLst>
            <pc:docMk/>
            <pc:sldMk cId="1700223030" sldId="4631"/>
            <ac:picMk id="3" creationId="{FEA74CC0-4AE2-7ADA-F712-A4FD5F6277DA}"/>
          </ac:picMkLst>
        </pc:picChg>
      </pc:sldChg>
      <pc:sldChg chg="addSp modSp new mod">
        <pc:chgData name="Marie-Claude Trudel" userId="e09e5fd0-69eb-4066-ab3a-d45a4373e80c" providerId="ADAL" clId="{B5DE319A-E534-44C9-BD5A-853721C828A0}" dt="2026-08-29T15:22:24.605" v="504" actId="34135"/>
        <pc:sldMkLst>
          <pc:docMk/>
          <pc:sldMk cId="67658674" sldId="4632"/>
        </pc:sldMkLst>
        <pc:picChg chg="add mod">
          <ac:chgData name="Marie-Claude Trudel" userId="e09e5fd0-69eb-4066-ab3a-d45a4373e80c" providerId="ADAL" clId="{B5DE319A-E534-44C9-BD5A-853721C828A0}" dt="2026-08-29T15:22:24.605" v="504" actId="34135"/>
          <ac:picMkLst>
            <pc:docMk/>
            <pc:sldMk cId="67658674" sldId="4632"/>
            <ac:picMk id="3" creationId="{D6DBD1F2-9508-1F68-FE13-D837F9A377FF}"/>
          </ac:picMkLst>
        </pc:picChg>
      </pc:sldChg>
      <pc:sldChg chg="addSp modSp new mod">
        <pc:chgData name="Marie-Claude Trudel" userId="e09e5fd0-69eb-4066-ab3a-d45a4373e80c" providerId="ADAL" clId="{B5DE319A-E534-44C9-BD5A-853721C828A0}" dt="2026-08-29T15:22:57.674" v="509" actId="34135"/>
        <pc:sldMkLst>
          <pc:docMk/>
          <pc:sldMk cId="1867430818" sldId="4633"/>
        </pc:sldMkLst>
        <pc:picChg chg="add mod">
          <ac:chgData name="Marie-Claude Trudel" userId="e09e5fd0-69eb-4066-ab3a-d45a4373e80c" providerId="ADAL" clId="{B5DE319A-E534-44C9-BD5A-853721C828A0}" dt="2026-08-29T15:22:57.674" v="509" actId="34135"/>
          <ac:picMkLst>
            <pc:docMk/>
            <pc:sldMk cId="1867430818" sldId="4633"/>
            <ac:picMk id="3" creationId="{FDA3ED6E-8FB2-7199-55C1-2047C454CF2B}"/>
          </ac:picMkLst>
        </pc:picChg>
      </pc:sldChg>
      <pc:sldChg chg="addSp delSp modSp new mod">
        <pc:chgData name="Marie-Claude Trudel" userId="e09e5fd0-69eb-4066-ab3a-d45a4373e80c" providerId="ADAL" clId="{B5DE319A-E534-44C9-BD5A-853721C828A0}" dt="2026-08-30T23:11:48.562" v="600" actId="478"/>
        <pc:sldMkLst>
          <pc:docMk/>
          <pc:sldMk cId="4066001228" sldId="4634"/>
        </pc:sldMkLst>
        <pc:picChg chg="add del mod">
          <ac:chgData name="Marie-Claude Trudel" userId="e09e5fd0-69eb-4066-ab3a-d45a4373e80c" providerId="ADAL" clId="{B5DE319A-E534-44C9-BD5A-853721C828A0}" dt="2026-08-30T23:11:48.562" v="600" actId="478"/>
          <ac:picMkLst>
            <pc:docMk/>
            <pc:sldMk cId="4066001228" sldId="4634"/>
            <ac:picMk id="3" creationId="{8E18481C-3464-859F-3739-8FF9EA3556D4}"/>
          </ac:picMkLst>
        </pc:picChg>
      </pc:sldChg>
      <pc:sldChg chg="addSp modSp new mod">
        <pc:chgData name="Marie-Claude Trudel" userId="e09e5fd0-69eb-4066-ab3a-d45a4373e80c" providerId="ADAL" clId="{B5DE319A-E534-44C9-BD5A-853721C828A0}" dt="2026-08-29T15:24:06.298" v="519" actId="34135"/>
        <pc:sldMkLst>
          <pc:docMk/>
          <pc:sldMk cId="2838970719" sldId="4635"/>
        </pc:sldMkLst>
        <pc:picChg chg="add mod">
          <ac:chgData name="Marie-Claude Trudel" userId="e09e5fd0-69eb-4066-ab3a-d45a4373e80c" providerId="ADAL" clId="{B5DE319A-E534-44C9-BD5A-853721C828A0}" dt="2026-08-29T15:24:06.298" v="519" actId="34135"/>
          <ac:picMkLst>
            <pc:docMk/>
            <pc:sldMk cId="2838970719" sldId="4635"/>
            <ac:picMk id="3" creationId="{097CC748-4D56-F3A0-3BB8-8E5432956259}"/>
          </ac:picMkLst>
        </pc:picChg>
      </pc:sldChg>
      <pc:sldChg chg="addSp modSp new mod">
        <pc:chgData name="Marie-Claude Trudel" userId="e09e5fd0-69eb-4066-ab3a-d45a4373e80c" providerId="ADAL" clId="{B5DE319A-E534-44C9-BD5A-853721C828A0}" dt="2026-08-29T15:24:44.625" v="524" actId="34135"/>
        <pc:sldMkLst>
          <pc:docMk/>
          <pc:sldMk cId="1716226563" sldId="4636"/>
        </pc:sldMkLst>
        <pc:picChg chg="add mod">
          <ac:chgData name="Marie-Claude Trudel" userId="e09e5fd0-69eb-4066-ab3a-d45a4373e80c" providerId="ADAL" clId="{B5DE319A-E534-44C9-BD5A-853721C828A0}" dt="2026-08-29T15:24:44.625" v="524" actId="34135"/>
          <ac:picMkLst>
            <pc:docMk/>
            <pc:sldMk cId="1716226563" sldId="4636"/>
            <ac:picMk id="3" creationId="{ADE369D6-54C0-DB4C-C211-104F2229D3D3}"/>
          </ac:picMkLst>
        </pc:picChg>
      </pc:sldChg>
      <pc:sldChg chg="addSp delSp modSp new mod">
        <pc:chgData name="Marie-Claude Trudel" userId="e09e5fd0-69eb-4066-ab3a-d45a4373e80c" providerId="ADAL" clId="{B5DE319A-E534-44C9-BD5A-853721C828A0}" dt="2026-08-30T23:11:58.213" v="602" actId="478"/>
        <pc:sldMkLst>
          <pc:docMk/>
          <pc:sldMk cId="1910033451" sldId="4637"/>
        </pc:sldMkLst>
        <pc:picChg chg="add del mod">
          <ac:chgData name="Marie-Claude Trudel" userId="e09e5fd0-69eb-4066-ab3a-d45a4373e80c" providerId="ADAL" clId="{B5DE319A-E534-44C9-BD5A-853721C828A0}" dt="2026-08-30T23:11:58.213" v="602" actId="478"/>
          <ac:picMkLst>
            <pc:docMk/>
            <pc:sldMk cId="1910033451" sldId="4637"/>
            <ac:picMk id="3" creationId="{D83BC356-F5A7-BEEA-C960-B8D00B1BB466}"/>
          </ac:picMkLst>
        </pc:picChg>
      </pc:sldChg>
      <pc:sldChg chg="addSp delSp modSp new mod">
        <pc:chgData name="Marie-Claude Trudel" userId="e09e5fd0-69eb-4066-ab3a-d45a4373e80c" providerId="ADAL" clId="{B5DE319A-E534-44C9-BD5A-853721C828A0}" dt="2026-08-30T23:12:02.888" v="604" actId="478"/>
        <pc:sldMkLst>
          <pc:docMk/>
          <pc:sldMk cId="3647411507" sldId="4638"/>
        </pc:sldMkLst>
        <pc:picChg chg="add del mod">
          <ac:chgData name="Marie-Claude Trudel" userId="e09e5fd0-69eb-4066-ab3a-d45a4373e80c" providerId="ADAL" clId="{B5DE319A-E534-44C9-BD5A-853721C828A0}" dt="2026-08-30T23:12:02.888" v="604" actId="478"/>
          <ac:picMkLst>
            <pc:docMk/>
            <pc:sldMk cId="3647411507" sldId="4638"/>
            <ac:picMk id="3" creationId="{A5A18A69-0E3F-D00C-8B2A-8EB7FEF5162E}"/>
          </ac:picMkLst>
        </pc:picChg>
      </pc:sldChg>
      <pc:sldChg chg="addSp modSp new mod">
        <pc:chgData name="Marie-Claude Trudel" userId="e09e5fd0-69eb-4066-ab3a-d45a4373e80c" providerId="ADAL" clId="{B5DE319A-E534-44C9-BD5A-853721C828A0}" dt="2026-08-29T15:26:28.578" v="539" actId="34135"/>
        <pc:sldMkLst>
          <pc:docMk/>
          <pc:sldMk cId="1982996522" sldId="4639"/>
        </pc:sldMkLst>
        <pc:picChg chg="add mod">
          <ac:chgData name="Marie-Claude Trudel" userId="e09e5fd0-69eb-4066-ab3a-d45a4373e80c" providerId="ADAL" clId="{B5DE319A-E534-44C9-BD5A-853721C828A0}" dt="2026-08-29T15:26:28.578" v="539" actId="34135"/>
          <ac:picMkLst>
            <pc:docMk/>
            <pc:sldMk cId="1982996522" sldId="4639"/>
            <ac:picMk id="3" creationId="{481C4588-12D4-4783-037D-0CC0C5A7C413}"/>
          </ac:picMkLst>
        </pc:picChg>
      </pc:sldChg>
      <pc:sldChg chg="addSp delSp modSp new mod">
        <pc:chgData name="Marie-Claude Trudel" userId="e09e5fd0-69eb-4066-ab3a-d45a4373e80c" providerId="ADAL" clId="{B5DE319A-E534-44C9-BD5A-853721C828A0}" dt="2026-08-30T23:12:14.202" v="606" actId="478"/>
        <pc:sldMkLst>
          <pc:docMk/>
          <pc:sldMk cId="1688243656" sldId="4640"/>
        </pc:sldMkLst>
        <pc:picChg chg="add del mod">
          <ac:chgData name="Marie-Claude Trudel" userId="e09e5fd0-69eb-4066-ab3a-d45a4373e80c" providerId="ADAL" clId="{B5DE319A-E534-44C9-BD5A-853721C828A0}" dt="2026-08-30T23:12:14.202" v="606" actId="478"/>
          <ac:picMkLst>
            <pc:docMk/>
            <pc:sldMk cId="1688243656" sldId="4640"/>
            <ac:picMk id="3" creationId="{4B06222F-A8EE-1C52-B47F-DA5343A325C7}"/>
          </ac:picMkLst>
        </pc:picChg>
      </pc:sldChg>
      <pc:sldChg chg="addSp modSp new mod">
        <pc:chgData name="Marie-Claude Trudel" userId="e09e5fd0-69eb-4066-ab3a-d45a4373e80c" providerId="ADAL" clId="{B5DE319A-E534-44C9-BD5A-853721C828A0}" dt="2026-08-29T15:28:23.243" v="556" actId="34135"/>
        <pc:sldMkLst>
          <pc:docMk/>
          <pc:sldMk cId="1478318356" sldId="4641"/>
        </pc:sldMkLst>
        <pc:picChg chg="add mod">
          <ac:chgData name="Marie-Claude Trudel" userId="e09e5fd0-69eb-4066-ab3a-d45a4373e80c" providerId="ADAL" clId="{B5DE319A-E534-44C9-BD5A-853721C828A0}" dt="2026-08-29T15:28:23.243" v="556" actId="34135"/>
          <ac:picMkLst>
            <pc:docMk/>
            <pc:sldMk cId="1478318356" sldId="4641"/>
            <ac:picMk id="3" creationId="{2993CB88-B6E0-02A7-F839-106510410186}"/>
          </ac:picMkLst>
        </pc:picChg>
      </pc:sldChg>
      <pc:sldChg chg="addSp modSp new mod">
        <pc:chgData name="Marie-Claude Trudel" userId="e09e5fd0-69eb-4066-ab3a-d45a4373e80c" providerId="ADAL" clId="{B5DE319A-E534-44C9-BD5A-853721C828A0}" dt="2026-08-29T15:29:01.094" v="561" actId="34135"/>
        <pc:sldMkLst>
          <pc:docMk/>
          <pc:sldMk cId="3009003146" sldId="4642"/>
        </pc:sldMkLst>
        <pc:picChg chg="add mod">
          <ac:chgData name="Marie-Claude Trudel" userId="e09e5fd0-69eb-4066-ab3a-d45a4373e80c" providerId="ADAL" clId="{B5DE319A-E534-44C9-BD5A-853721C828A0}" dt="2026-08-29T15:29:01.094" v="561" actId="34135"/>
          <ac:picMkLst>
            <pc:docMk/>
            <pc:sldMk cId="3009003146" sldId="4642"/>
            <ac:picMk id="3" creationId="{81BAB95F-1728-A347-B979-63473810A4BD}"/>
          </ac:picMkLst>
        </pc:picChg>
      </pc:sldChg>
      <pc:sldChg chg="addSp modSp new mod">
        <pc:chgData name="Marie-Claude Trudel" userId="e09e5fd0-69eb-4066-ab3a-d45a4373e80c" providerId="ADAL" clId="{B5DE319A-E534-44C9-BD5A-853721C828A0}" dt="2026-08-29T15:29:31.237" v="566" actId="34135"/>
        <pc:sldMkLst>
          <pc:docMk/>
          <pc:sldMk cId="1645363371" sldId="4643"/>
        </pc:sldMkLst>
        <pc:picChg chg="add mod">
          <ac:chgData name="Marie-Claude Trudel" userId="e09e5fd0-69eb-4066-ab3a-d45a4373e80c" providerId="ADAL" clId="{B5DE319A-E534-44C9-BD5A-853721C828A0}" dt="2026-08-29T15:29:31.237" v="566" actId="34135"/>
          <ac:picMkLst>
            <pc:docMk/>
            <pc:sldMk cId="1645363371" sldId="4643"/>
            <ac:picMk id="3" creationId="{25D8773E-58E6-EE28-17A0-FE078C2BF25A}"/>
          </ac:picMkLst>
        </pc:picChg>
      </pc:sldChg>
      <pc:sldChg chg="addSp modSp new mod">
        <pc:chgData name="Marie-Claude Trudel" userId="e09e5fd0-69eb-4066-ab3a-d45a4373e80c" providerId="ADAL" clId="{B5DE319A-E534-44C9-BD5A-853721C828A0}" dt="2026-08-29T15:30:02.304" v="570" actId="14100"/>
        <pc:sldMkLst>
          <pc:docMk/>
          <pc:sldMk cId="92792505" sldId="4644"/>
        </pc:sldMkLst>
        <pc:picChg chg="add mod">
          <ac:chgData name="Marie-Claude Trudel" userId="e09e5fd0-69eb-4066-ab3a-d45a4373e80c" providerId="ADAL" clId="{B5DE319A-E534-44C9-BD5A-853721C828A0}" dt="2026-08-29T15:30:02.304" v="570" actId="14100"/>
          <ac:picMkLst>
            <pc:docMk/>
            <pc:sldMk cId="92792505" sldId="4644"/>
            <ac:picMk id="3" creationId="{D99B3C87-8866-FEB3-E379-2BB91884E6ED}"/>
          </ac:picMkLst>
        </pc:picChg>
      </pc:sldChg>
      <pc:sldChg chg="addSp modSp new mod">
        <pc:chgData name="Marie-Claude Trudel" userId="e09e5fd0-69eb-4066-ab3a-d45a4373e80c" providerId="ADAL" clId="{B5DE319A-E534-44C9-BD5A-853721C828A0}" dt="2026-08-29T15:30:33.501" v="575" actId="34135"/>
        <pc:sldMkLst>
          <pc:docMk/>
          <pc:sldMk cId="1421977659" sldId="4645"/>
        </pc:sldMkLst>
        <pc:picChg chg="add mod">
          <ac:chgData name="Marie-Claude Trudel" userId="e09e5fd0-69eb-4066-ab3a-d45a4373e80c" providerId="ADAL" clId="{B5DE319A-E534-44C9-BD5A-853721C828A0}" dt="2026-08-29T15:30:33.501" v="575" actId="34135"/>
          <ac:picMkLst>
            <pc:docMk/>
            <pc:sldMk cId="1421977659" sldId="4645"/>
            <ac:picMk id="3" creationId="{FA08F77B-35BA-A0C1-F738-ECAA2EBC8DA4}"/>
          </ac:picMkLst>
        </pc:picChg>
      </pc:sldChg>
      <pc:sldMasterChg chg="delSldLayout">
        <pc:chgData name="Marie-Claude Trudel" userId="e09e5fd0-69eb-4066-ab3a-d45a4373e80c" providerId="ADAL" clId="{B5DE319A-E534-44C9-BD5A-853721C828A0}" dt="2026-08-29T15:05:53.710" v="382" actId="47"/>
        <pc:sldMasterMkLst>
          <pc:docMk/>
          <pc:sldMasterMk cId="126471998" sldId="2147483660"/>
        </pc:sldMasterMkLst>
        <pc:sldLayoutChg chg="del">
          <pc:chgData name="Marie-Claude Trudel" userId="e09e5fd0-69eb-4066-ab3a-d45a4373e80c" providerId="ADAL" clId="{B5DE319A-E534-44C9-BD5A-853721C828A0}" dt="2026-08-29T15:05:53.710" v="382" actId="47"/>
          <pc:sldLayoutMkLst>
            <pc:docMk/>
            <pc:sldMasterMk cId="126471998" sldId="2147483660"/>
            <pc:sldLayoutMk cId="2573670376" sldId="2147483745"/>
          </pc:sldLayoutMkLst>
        </pc:sldLayoutChg>
      </pc:sldMasterChg>
      <pc:sldMasterChg chg="delSldLayout">
        <pc:chgData name="Marie-Claude Trudel" userId="e09e5fd0-69eb-4066-ab3a-d45a4373e80c" providerId="ADAL" clId="{B5DE319A-E534-44C9-BD5A-853721C828A0}" dt="2026-08-29T15:18:34.251" v="485" actId="47"/>
        <pc:sldMasterMkLst>
          <pc:docMk/>
          <pc:sldMasterMk cId="377030672" sldId="2147483674"/>
        </pc:sldMasterMkLst>
        <pc:sldLayoutChg chg="del">
          <pc:chgData name="Marie-Claude Trudel" userId="e09e5fd0-69eb-4066-ab3a-d45a4373e80c" providerId="ADAL" clId="{B5DE319A-E534-44C9-BD5A-853721C828A0}" dt="2026-08-29T15:18:34.251" v="485" actId="47"/>
          <pc:sldLayoutMkLst>
            <pc:docMk/>
            <pc:sldMasterMk cId="377030672" sldId="2147483674"/>
            <pc:sldLayoutMk cId="4025941154" sldId="2147483744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BAED48-BE2C-4A1B-B573-E015B81D09C4}" type="datetimeFigureOut">
              <a:rPr lang="fr-CA" smtClean="0"/>
              <a:t>2026-08-30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61DCC7-8E76-430B-A7BA-633787079C4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349656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61DCC7-8E76-430B-A7BA-633787079C46}" type="slidenum">
              <a:rPr lang="fr-CA" smtClean="0"/>
              <a:t>16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962543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6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oup of people sitting on stairs&#10;&#10;Description automatically generated with medium confidence">
            <a:extLst>
              <a:ext uri="{FF2B5EF4-FFF2-40B4-BE49-F238E27FC236}">
                <a16:creationId xmlns:a16="http://schemas.microsoft.com/office/drawing/2014/main" id="{A135F293-1906-8D22-0785-79DD186470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1" y="0"/>
            <a:ext cx="12188389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39C312D-7B7E-DC4F-822B-B07C630DC7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537" y="1990728"/>
            <a:ext cx="5978135" cy="2254161"/>
          </a:xfrm>
        </p:spPr>
        <p:txBody>
          <a:bodyPr anchor="b" anchorCtr="0"/>
          <a:lstStyle>
            <a:lvl1pPr>
              <a:defRPr sz="6000" b="1" i="0">
                <a:solidFill>
                  <a:schemeClr val="accent1"/>
                </a:solidFill>
                <a:latin typeface="Visby Slab CF Demi Bold" pitchFamily="2" charset="77"/>
              </a:defRPr>
            </a:lvl1pPr>
          </a:lstStyle>
          <a:p>
            <a:r>
              <a:rPr lang="en-US" err="1"/>
              <a:t>Titre</a:t>
            </a:r>
            <a:endParaRPr lang="en-US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F57E83D3-5DC7-CC40-8CEF-5A831CCB86B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4537" y="4178603"/>
            <a:ext cx="5978136" cy="1885315"/>
          </a:xfrm>
        </p:spPr>
        <p:txBody>
          <a:bodyPr>
            <a:normAutofit/>
          </a:bodyPr>
          <a:lstStyle>
            <a:lvl1pPr marL="0" indent="0">
              <a:buNone/>
              <a:defRPr sz="2667" b="0" i="0">
                <a:solidFill>
                  <a:schemeClr val="tx2"/>
                </a:solidFill>
                <a:latin typeface="Visby CF" pitchFamily="2" charset="77"/>
              </a:defRPr>
            </a:lvl1pPr>
          </a:lstStyle>
          <a:p>
            <a:pPr lvl="0"/>
            <a:r>
              <a:rPr lang="en-US"/>
              <a:t>Sous-</a:t>
            </a:r>
            <a:r>
              <a:rPr lang="en-US" err="1"/>
              <a:t>titre</a:t>
            </a:r>
            <a:endParaRPr lang="en-US"/>
          </a:p>
        </p:txBody>
      </p:sp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id="{565FE128-B25A-2246-949C-DFF179096C9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883" y="427921"/>
            <a:ext cx="1562807" cy="1562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409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85A992C-FD7E-DB48-739E-CAF22E9A1F21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4" r="6667"/>
          <a:stretch/>
        </p:blipFill>
        <p:spPr bwMode="auto">
          <a:xfrm>
            <a:off x="3411415" y="0"/>
            <a:ext cx="878059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id="{565FE128-B25A-2246-949C-DFF179096C9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883" y="427921"/>
            <a:ext cx="1562807" cy="156280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305BF1E-891C-A4AF-A479-36FE7F8FD500}"/>
              </a:ext>
            </a:extLst>
          </p:cNvPr>
          <p:cNvSpPr/>
          <p:nvPr userDrawn="1"/>
        </p:nvSpPr>
        <p:spPr>
          <a:xfrm>
            <a:off x="6019200" y="5212800"/>
            <a:ext cx="547200" cy="547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73C427-BBB4-0544-1B2E-B7C9449FD0DD}"/>
              </a:ext>
            </a:extLst>
          </p:cNvPr>
          <p:cNvSpPr/>
          <p:nvPr userDrawn="1"/>
        </p:nvSpPr>
        <p:spPr>
          <a:xfrm>
            <a:off x="6566400" y="5212800"/>
            <a:ext cx="5625600" cy="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DEB207-92C5-842B-6134-B04F2E996053}"/>
              </a:ext>
            </a:extLst>
          </p:cNvPr>
          <p:cNvSpPr/>
          <p:nvPr userDrawn="1"/>
        </p:nvSpPr>
        <p:spPr>
          <a:xfrm>
            <a:off x="-62752" y="0"/>
            <a:ext cx="3474160" cy="6858000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10000"/>
                  <a:lumOff val="90000"/>
                  <a:shade val="30000"/>
                  <a:satMod val="115000"/>
                </a:schemeClr>
              </a:gs>
              <a:gs pos="50000">
                <a:schemeClr val="tx2">
                  <a:lumMod val="10000"/>
                  <a:lumOff val="90000"/>
                  <a:shade val="67500"/>
                  <a:satMod val="115000"/>
                </a:schemeClr>
              </a:gs>
              <a:gs pos="100000">
                <a:schemeClr val="tx2">
                  <a:lumMod val="10000"/>
                  <a:lumOff val="90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/>
          </a:p>
        </p:txBody>
      </p:sp>
      <p:pic>
        <p:nvPicPr>
          <p:cNvPr id="3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id="{19C71502-14D3-54DC-BEE9-12B69D6BCE9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083" y="631121"/>
            <a:ext cx="1562807" cy="156280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65B9265B-4FFC-F2C8-F435-6CA51324C7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537" y="1990728"/>
            <a:ext cx="5978135" cy="2254161"/>
          </a:xfrm>
          <a:ln>
            <a:noFill/>
          </a:ln>
        </p:spPr>
        <p:txBody>
          <a:bodyPr anchor="b" anchorCtr="0"/>
          <a:lstStyle>
            <a:lvl1pPr>
              <a:defRPr sz="6000" b="0">
                <a:solidFill>
                  <a:schemeClr val="tx2"/>
                </a:solidFill>
                <a:latin typeface="Visby Slab CF Bold" panose="00000800000000000000" pitchFamily="50" charset="0"/>
              </a:defRPr>
            </a:lvl1pPr>
          </a:lstStyle>
          <a:p>
            <a:r>
              <a:rPr lang="en-US" err="1"/>
              <a:t>Titre</a:t>
            </a:r>
            <a:endParaRPr lang="en-US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85BB9CD6-5516-AEB6-5F47-CFAD3E0256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4538" y="4178603"/>
            <a:ext cx="2906545" cy="2383563"/>
          </a:xfrm>
        </p:spPr>
        <p:txBody>
          <a:bodyPr>
            <a:normAutofit/>
          </a:bodyPr>
          <a:lstStyle>
            <a:lvl1pPr marL="0" indent="0">
              <a:buNone/>
              <a:defRPr sz="2667" b="0" i="0">
                <a:solidFill>
                  <a:schemeClr val="bg2">
                    <a:lumMod val="50000"/>
                  </a:schemeClr>
                </a:solidFill>
                <a:latin typeface="Visby CF Bold" pitchFamily="50" charset="0"/>
              </a:defRPr>
            </a:lvl1pPr>
          </a:lstStyle>
          <a:p>
            <a:pPr lvl="0"/>
            <a:r>
              <a:rPr lang="en-US"/>
              <a:t>Sous-</a:t>
            </a:r>
            <a:r>
              <a:rPr lang="en-US" err="1"/>
              <a:t>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944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9375C50-436C-3C80-C642-31F554885E1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39C312D-7B7E-DC4F-822B-B07C630DC7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537" y="1990728"/>
            <a:ext cx="5978135" cy="2254161"/>
          </a:xfrm>
        </p:spPr>
        <p:txBody>
          <a:bodyPr anchor="b" anchorCtr="0"/>
          <a:lstStyle>
            <a:lvl1pPr>
              <a:defRPr sz="6000">
                <a:solidFill>
                  <a:schemeClr val="bg1"/>
                </a:solidFill>
                <a:latin typeface="Visby Slab CF" pitchFamily="2" charset="77"/>
              </a:defRPr>
            </a:lvl1pPr>
          </a:lstStyle>
          <a:p>
            <a:r>
              <a:rPr lang="en-US" err="1"/>
              <a:t>Titre</a:t>
            </a:r>
            <a:endParaRPr lang="en-US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F57E83D3-5DC7-CC40-8CEF-5A831CCB86B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4537" y="4178603"/>
            <a:ext cx="5978136" cy="1885315"/>
          </a:xfrm>
        </p:spPr>
        <p:txBody>
          <a:bodyPr>
            <a:normAutofit/>
          </a:bodyPr>
          <a:lstStyle>
            <a:lvl1pPr marL="0" indent="0">
              <a:buNone/>
              <a:defRPr sz="2667" b="0" i="0">
                <a:solidFill>
                  <a:schemeClr val="bg1"/>
                </a:solidFill>
                <a:latin typeface="Visby CF" pitchFamily="2" charset="77"/>
              </a:defRPr>
            </a:lvl1pPr>
          </a:lstStyle>
          <a:p>
            <a:pPr lvl="0"/>
            <a:r>
              <a:rPr lang="en-US"/>
              <a:t>Sous-</a:t>
            </a:r>
            <a:r>
              <a:rPr lang="en-US" err="1"/>
              <a:t>titre</a:t>
            </a:r>
            <a:endParaRPr lang="en-US"/>
          </a:p>
        </p:txBody>
      </p:sp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id="{565FE128-B25A-2246-949C-DFF179096C9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883" y="427921"/>
            <a:ext cx="1562807" cy="156280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305BF1E-891C-A4AF-A479-36FE7F8FD500}"/>
              </a:ext>
            </a:extLst>
          </p:cNvPr>
          <p:cNvSpPr/>
          <p:nvPr userDrawn="1"/>
        </p:nvSpPr>
        <p:spPr>
          <a:xfrm>
            <a:off x="6019200" y="5212800"/>
            <a:ext cx="547200" cy="547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73C427-BBB4-0544-1B2E-B7C9449FD0DD}"/>
              </a:ext>
            </a:extLst>
          </p:cNvPr>
          <p:cNvSpPr/>
          <p:nvPr userDrawn="1"/>
        </p:nvSpPr>
        <p:spPr>
          <a:xfrm>
            <a:off x="6566400" y="5212800"/>
            <a:ext cx="5625600" cy="54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/>
          </a:p>
        </p:txBody>
      </p:sp>
    </p:spTree>
    <p:extLst>
      <p:ext uri="{BB962C8B-B14F-4D97-AF65-F5344CB8AC3E}">
        <p14:creationId xmlns:p14="http://schemas.microsoft.com/office/powerpoint/2010/main" val="508515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building, outdoor, sky, city&#10;&#10;Description automatically generated">
            <a:extLst>
              <a:ext uri="{FF2B5EF4-FFF2-40B4-BE49-F238E27FC236}">
                <a16:creationId xmlns:a16="http://schemas.microsoft.com/office/drawing/2014/main" id="{04743DEF-FC3C-DBAA-AEF4-43E7EC16259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39C312D-7B7E-DC4F-822B-B07C630DC7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537" y="1990728"/>
            <a:ext cx="5978135" cy="2254161"/>
          </a:xfrm>
        </p:spPr>
        <p:txBody>
          <a:bodyPr anchor="b" anchorCtr="0"/>
          <a:lstStyle>
            <a:lvl1pPr>
              <a:defRPr sz="6000" b="1" i="0">
                <a:solidFill>
                  <a:schemeClr val="accent1"/>
                </a:solidFill>
                <a:latin typeface="Visby Slab CF Demi Bold" pitchFamily="2" charset="77"/>
              </a:defRPr>
            </a:lvl1pPr>
          </a:lstStyle>
          <a:p>
            <a:br>
              <a:rPr lang="en-US"/>
            </a:br>
            <a:br>
              <a:rPr lang="en-US"/>
            </a:br>
            <a:r>
              <a:rPr lang="en-US" err="1"/>
              <a:t>Titre</a:t>
            </a:r>
            <a:endParaRPr lang="en-US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F57E83D3-5DC7-CC40-8CEF-5A831CCB86B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4537" y="4178603"/>
            <a:ext cx="5978136" cy="1885315"/>
          </a:xfrm>
        </p:spPr>
        <p:txBody>
          <a:bodyPr>
            <a:normAutofit/>
          </a:bodyPr>
          <a:lstStyle>
            <a:lvl1pPr marL="0" indent="0">
              <a:buNone/>
              <a:defRPr sz="2667" b="0" i="0">
                <a:solidFill>
                  <a:schemeClr val="tx2"/>
                </a:solidFill>
                <a:latin typeface="Visby CF" pitchFamily="2" charset="77"/>
              </a:defRPr>
            </a:lvl1pPr>
          </a:lstStyle>
          <a:p>
            <a:pPr lvl="0"/>
            <a:r>
              <a:rPr lang="en-US"/>
              <a:t>Sous-</a:t>
            </a:r>
            <a:r>
              <a:rPr lang="en-US" err="1"/>
              <a:t>titre</a:t>
            </a:r>
            <a:endParaRPr lang="en-US"/>
          </a:p>
        </p:txBody>
      </p:sp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id="{565FE128-B25A-2246-949C-DFF179096C9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883" y="427921"/>
            <a:ext cx="1562807" cy="1562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181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92509" y="2126743"/>
            <a:ext cx="10915200" cy="3825587"/>
          </a:xfrm>
        </p:spPr>
        <p:txBody>
          <a:bodyPr/>
          <a:lstStyle>
            <a:lvl1pPr>
              <a:defRPr b="0" i="0">
                <a:latin typeface="Visby CF" pitchFamily="2" charset="77"/>
              </a:defRPr>
            </a:lvl1pPr>
            <a:lvl2pPr>
              <a:defRPr b="0" i="0">
                <a:latin typeface="Visby CF" pitchFamily="2" charset="77"/>
              </a:defRPr>
            </a:lvl2pPr>
            <a:lvl3pPr>
              <a:defRPr b="0" i="0">
                <a:latin typeface="Visby CF" pitchFamily="2" charset="77"/>
              </a:defRPr>
            </a:lvl3pPr>
            <a:lvl4pPr>
              <a:defRPr b="0" i="0">
                <a:latin typeface="Visby CF" pitchFamily="2" charset="77"/>
              </a:defRPr>
            </a:lvl4pPr>
            <a:lvl5pPr>
              <a:defRPr b="0" i="0">
                <a:latin typeface="Visby CF" pitchFamily="2" charset="77"/>
              </a:defRPr>
            </a:lvl5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461433" y="5718811"/>
            <a:ext cx="1219200" cy="1097280"/>
          </a:xfrm>
          <a:prstGeom prst="rect">
            <a:avLst/>
          </a:prstGeom>
        </p:spPr>
        <p:txBody>
          <a:bodyPr vert="horz" wrap="none" lIns="109728" tIns="54864" rIns="109728" bIns="54864" rtlCol="0">
            <a:normAutofit/>
          </a:bodyPr>
          <a:lstStyle/>
          <a:p>
            <a:pPr marL="185755" indent="-185755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2004" noProof="0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B80B1BCF-CD6C-E84F-90BB-05BEA3F2C6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2509" y="302168"/>
            <a:ext cx="10915200" cy="987552"/>
          </a:xfrm>
        </p:spPr>
        <p:txBody>
          <a:bodyPr/>
          <a:lstStyle>
            <a:lvl1pPr>
              <a:defRPr sz="4000" b="1" i="0">
                <a:solidFill>
                  <a:schemeClr val="accent3"/>
                </a:solidFill>
                <a:latin typeface="Visby Slab CF Demi Bold" pitchFamily="2" charset="77"/>
              </a:defRPr>
            </a:lvl1pPr>
          </a:lstStyle>
          <a:p>
            <a:r>
              <a:rPr lang="fr-CA" noProof="0"/>
              <a:t>Click to </a:t>
            </a:r>
            <a:r>
              <a:rPr lang="fr-CA" noProof="0" err="1"/>
              <a:t>edit</a:t>
            </a:r>
            <a:r>
              <a:rPr lang="fr-CA" noProof="0"/>
              <a:t> </a:t>
            </a:r>
            <a:r>
              <a:rPr lang="fr-CA" noProof="0" err="1"/>
              <a:t>title</a:t>
            </a:r>
            <a:r>
              <a:rPr lang="fr-CA" noProof="0"/>
              <a:t> style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C464AAE5-5DAC-A240-98C4-F842ECA497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2510" y="1139191"/>
            <a:ext cx="6991349" cy="576720"/>
          </a:xfrm>
        </p:spPr>
        <p:txBody>
          <a:bodyPr>
            <a:normAutofit/>
          </a:bodyPr>
          <a:lstStyle>
            <a:lvl1pPr>
              <a:defRPr sz="2133" b="1" i="0">
                <a:solidFill>
                  <a:srgbClr val="002060"/>
                </a:solidFill>
                <a:latin typeface="Visby CF Bold" pitchFamily="2" charset="77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CCD79C-672A-61B0-B580-98FFDF24F8E9}"/>
              </a:ext>
            </a:extLst>
          </p:cNvPr>
          <p:cNvSpPr/>
          <p:nvPr userDrawn="1"/>
        </p:nvSpPr>
        <p:spPr>
          <a:xfrm rot="16200000">
            <a:off x="0" y="832983"/>
            <a:ext cx="194443" cy="1944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59B664-BA8B-6545-1B6A-D590CD0B05E9}"/>
              </a:ext>
            </a:extLst>
          </p:cNvPr>
          <p:cNvSpPr/>
          <p:nvPr userDrawn="1"/>
        </p:nvSpPr>
        <p:spPr>
          <a:xfrm rot="16200000">
            <a:off x="-191139" y="447401"/>
            <a:ext cx="576720" cy="19444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/>
          </a:p>
        </p:txBody>
      </p:sp>
    </p:spTree>
    <p:extLst>
      <p:ext uri="{BB962C8B-B14F-4D97-AF65-F5344CB8AC3E}">
        <p14:creationId xmlns:p14="http://schemas.microsoft.com/office/powerpoint/2010/main" val="458198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D3F3F4C7-C34A-AD9F-3DE8-A4645D3C5A97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-245807" y="6300024"/>
            <a:ext cx="12683615" cy="121920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9C6"/>
              </a:buClr>
              <a:buSzPct val="125000"/>
              <a:buFontTx/>
              <a:buNone/>
              <a:tabLst/>
              <a:defRPr/>
            </a:pPr>
            <a:r>
              <a:rPr kumimoji="0" lang="fr-CA" sz="54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Visby CF Bold" pitchFamily="50" charset="0"/>
                <a:ea typeface="+mn-ea"/>
                <a:cs typeface="+mn-cs"/>
              </a:rPr>
              <a:t>Mobiliser les technologies numériques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31CD24-C12F-731C-7F6F-BB3218CFB32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 rot="5400000">
            <a:off x="10408212" y="5479915"/>
            <a:ext cx="2269787" cy="48638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A" sz="1800" b="0" i="0" u="none" strike="noStrike" kern="1200" cap="none" spc="0" normalizeH="0" baseline="0" noProof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93C20F-61A3-A6C8-0181-89A4026E81E7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11300297" y="4588213"/>
            <a:ext cx="486000" cy="48638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1800" b="0" i="0" u="none" strike="noStrike" kern="1200" cap="none" spc="0" normalizeH="0" baseline="0" noProof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latin typeface="Visby Slab CF Bold" panose="00000800000000000000" pitchFamily="50" charset="0"/>
              </a:rPr>
              <a:t>2</a:t>
            </a:r>
          </a:p>
        </p:txBody>
      </p:sp>
      <p:sp>
        <p:nvSpPr>
          <p:cNvPr id="8" name="Espace réservé du texte 11">
            <a:extLst>
              <a:ext uri="{FF2B5EF4-FFF2-40B4-BE49-F238E27FC236}">
                <a16:creationId xmlns:a16="http://schemas.microsoft.com/office/drawing/2014/main" id="{91597A1C-88F1-6A77-E6E3-6BDD491BD5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51113" y="1524000"/>
            <a:ext cx="9909313" cy="4994275"/>
          </a:xfrm>
        </p:spPr>
        <p:txBody>
          <a:bodyPr>
            <a:normAutofit/>
          </a:bodyPr>
          <a:lstStyle>
            <a:lvl1pPr marL="114300" indent="-228600" algn="l" defTabSz="914400" rtl="0" eaLnBrk="1" latinLnBrk="0" hangingPunct="1">
              <a:lnSpc>
                <a:spcPts val="4000"/>
              </a:lnSpc>
              <a:spcBef>
                <a:spcPts val="1200"/>
              </a:spcBef>
              <a:buClr>
                <a:srgbClr val="888B8D"/>
              </a:buClr>
              <a:buFont typeface="Wingdings" panose="05000000000000000000" pitchFamily="2" charset="2"/>
              <a:buChar char="§"/>
              <a:defRPr lang="fr-FR" sz="2400" kern="1200" smtClean="0">
                <a:solidFill>
                  <a:schemeClr val="bg2">
                    <a:lumMod val="25000"/>
                  </a:schemeClr>
                </a:solidFill>
                <a:latin typeface="Visby CF Medium" pitchFamily="50" charset="0"/>
                <a:ea typeface="+mn-ea"/>
                <a:cs typeface="Cordia New" panose="020B0304020202020204" pitchFamily="34" charset="-34"/>
              </a:defRPr>
            </a:lvl1pPr>
            <a:lvl2pPr marL="658606" indent="-228600" algn="l" defTabSz="914400" rtl="0" eaLnBrk="1" latinLnBrk="0" hangingPunct="1">
              <a:lnSpc>
                <a:spcPts val="4000"/>
              </a:lnSpc>
              <a:spcBef>
                <a:spcPts val="1200"/>
              </a:spcBef>
              <a:buClr>
                <a:srgbClr val="888B8D"/>
              </a:buClr>
              <a:buFont typeface="Wingdings" panose="05000000000000000000" pitchFamily="2" charset="2"/>
              <a:buChar char="§"/>
              <a:defRPr lang="fr-FR" sz="2400" kern="1200" smtClean="0">
                <a:solidFill>
                  <a:schemeClr val="bg2">
                    <a:lumMod val="25000"/>
                  </a:schemeClr>
                </a:solidFill>
                <a:latin typeface="Visby CF Medium" pitchFamily="50" charset="0"/>
                <a:ea typeface="+mn-ea"/>
                <a:cs typeface="Cordia New" panose="020B0304020202020204" pitchFamily="34" charset="-34"/>
              </a:defRPr>
            </a:lvl2pPr>
            <a:lvl3pPr marL="1017157" indent="-228600" algn="l" defTabSz="914400" rtl="0" eaLnBrk="1" latinLnBrk="0" hangingPunct="1">
              <a:lnSpc>
                <a:spcPts val="4000"/>
              </a:lnSpc>
              <a:spcBef>
                <a:spcPts val="1200"/>
              </a:spcBef>
              <a:buClr>
                <a:srgbClr val="888B8D"/>
              </a:buClr>
              <a:buFont typeface="Wingdings" panose="05000000000000000000" pitchFamily="2" charset="2"/>
              <a:buChar char="§"/>
              <a:defRPr lang="fr-FR" sz="2400" kern="1200" smtClean="0">
                <a:solidFill>
                  <a:schemeClr val="bg2">
                    <a:lumMod val="25000"/>
                  </a:schemeClr>
                </a:solidFill>
                <a:latin typeface="Visby CF Medium" pitchFamily="50" charset="0"/>
                <a:ea typeface="+mn-ea"/>
                <a:cs typeface="Cordia New" panose="020B0304020202020204" pitchFamily="34" charset="-34"/>
              </a:defRPr>
            </a:lvl3pPr>
            <a:lvl4pPr marL="1371389" indent="-228600" algn="l" defTabSz="914400" rtl="0" eaLnBrk="1" latinLnBrk="0" hangingPunct="1">
              <a:lnSpc>
                <a:spcPts val="4000"/>
              </a:lnSpc>
              <a:spcBef>
                <a:spcPts val="1200"/>
              </a:spcBef>
              <a:buClr>
                <a:srgbClr val="888B8D"/>
              </a:buClr>
              <a:buFont typeface="Wingdings" panose="05000000000000000000" pitchFamily="2" charset="2"/>
              <a:buChar char="§"/>
              <a:defRPr lang="fr-FR" sz="2400" kern="1200" smtClean="0">
                <a:solidFill>
                  <a:schemeClr val="bg2">
                    <a:lumMod val="25000"/>
                  </a:schemeClr>
                </a:solidFill>
                <a:latin typeface="Visby CF Medium" pitchFamily="50" charset="0"/>
                <a:ea typeface="+mn-ea"/>
                <a:cs typeface="Cordia New" panose="020B0304020202020204" pitchFamily="34" charset="-34"/>
              </a:defRPr>
            </a:lvl4pPr>
            <a:lvl5pPr marL="1729940" indent="-228600" algn="l" defTabSz="914400" rtl="0" eaLnBrk="1" latinLnBrk="0" hangingPunct="1">
              <a:lnSpc>
                <a:spcPts val="4000"/>
              </a:lnSpc>
              <a:spcBef>
                <a:spcPts val="1200"/>
              </a:spcBef>
              <a:buClr>
                <a:srgbClr val="888B8D"/>
              </a:buClr>
              <a:buFont typeface="Wingdings" panose="05000000000000000000" pitchFamily="2" charset="2"/>
              <a:buChar char="§"/>
              <a:defRPr lang="fr-CA" sz="2400" kern="1200">
                <a:solidFill>
                  <a:schemeClr val="bg2">
                    <a:lumMod val="25000"/>
                  </a:schemeClr>
                </a:solidFill>
                <a:latin typeface="Visby CF Medium" pitchFamily="50" charset="0"/>
                <a:ea typeface="+mn-ea"/>
                <a:cs typeface="Cordia New" panose="020B0304020202020204" pitchFamily="34" charset="-34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C210122D-1EA6-0C84-47BB-25F8208C275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1209965" y="-1414475"/>
            <a:ext cx="6053853" cy="4572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882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age v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04BB53-CD8C-3F9D-7025-648C03686B6F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2519464" y="5126475"/>
            <a:ext cx="9672536" cy="48638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A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A99A2C-0E4A-B4A1-FFA8-A471A4B5A16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2519464" y="5126475"/>
            <a:ext cx="486000" cy="48638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A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itre 4">
            <a:extLst>
              <a:ext uri="{FF2B5EF4-FFF2-40B4-BE49-F238E27FC236}">
                <a16:creationId xmlns:a16="http://schemas.microsoft.com/office/drawing/2014/main" id="{BA7E816B-D6C4-3809-3F57-A292D0046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356" y="2145322"/>
            <a:ext cx="10341272" cy="1840524"/>
          </a:xfrm>
        </p:spPr>
        <p:txBody>
          <a:bodyPr anchor="t"/>
          <a:lstStyle>
            <a:lvl1pPr>
              <a:lnSpc>
                <a:spcPct val="150000"/>
              </a:lnSpc>
              <a:defRPr kumimoji="0" lang="fr-CA" sz="36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Visby Slab CF Bold" panose="00000800000000000000" pitchFamily="50" charset="0"/>
                <a:ea typeface="+mn-ea"/>
                <a:cs typeface="+mn-cs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9C6"/>
              </a:buClr>
              <a:buSzPct val="125000"/>
              <a:buFontTx/>
              <a:buNone/>
              <a:tabLst/>
              <a:defRPr/>
            </a:pPr>
            <a:r>
              <a:rPr lang="fr-FR"/>
              <a:t>Modifiez le style du titre</a:t>
            </a:r>
            <a:endParaRPr lang="fr-CA"/>
          </a:p>
        </p:txBody>
      </p:sp>
      <p:sp>
        <p:nvSpPr>
          <p:cNvPr id="5" name="Espace réservé du texte 7">
            <a:extLst>
              <a:ext uri="{FF2B5EF4-FFF2-40B4-BE49-F238E27FC236}">
                <a16:creationId xmlns:a16="http://schemas.microsoft.com/office/drawing/2014/main" id="{88FEA5B9-0BBE-40C4-AA58-17D0AE299A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43354" y="1458156"/>
            <a:ext cx="10341272" cy="687165"/>
          </a:xfrm>
        </p:spPr>
        <p:txBody>
          <a:bodyPr anchor="ctr">
            <a:noAutofit/>
          </a:bodyPr>
          <a:lstStyle>
            <a:lvl1pPr>
              <a:defRPr sz="3200" b="0">
                <a:solidFill>
                  <a:schemeClr val="tx2"/>
                </a:solidFill>
                <a:latin typeface="Visby CF" pitchFamily="50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C9D6B61-1012-A9A2-4219-80E088E336A5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-245807" y="6300024"/>
            <a:ext cx="12683615" cy="121920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9C6"/>
              </a:buClr>
              <a:buSzPct val="125000"/>
              <a:buFontTx/>
              <a:buNone/>
              <a:tabLst/>
              <a:defRPr/>
            </a:pPr>
            <a:r>
              <a:rPr kumimoji="0" lang="fr-CA" sz="5400" b="0" i="0" u="none" strike="noStrike" kern="1200" cap="none" spc="0" normalizeH="0" baseline="0" noProof="0">
                <a:ln>
                  <a:noFill/>
                </a:ln>
                <a:solidFill>
                  <a:srgbClr val="86D7AE"/>
                </a:solidFill>
                <a:effectLst/>
                <a:uLnTx/>
                <a:uFillTx/>
                <a:latin typeface="Visby CF Bold" pitchFamily="50" charset="0"/>
                <a:ea typeface="+mn-ea"/>
                <a:cs typeface="+mn-cs"/>
              </a:rPr>
              <a:t>Mobiliser les technologies numériques</a:t>
            </a:r>
          </a:p>
        </p:txBody>
      </p:sp>
    </p:spTree>
    <p:extLst>
      <p:ext uri="{BB962C8B-B14F-4D97-AF65-F5344CB8AC3E}">
        <p14:creationId xmlns:p14="http://schemas.microsoft.com/office/powerpoint/2010/main" val="1857524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Page 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662443F0-DC2E-3B56-D5E8-926C32A777AE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-245807" y="6300024"/>
            <a:ext cx="12683615" cy="121920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9C6"/>
              </a:buClr>
              <a:buSzPct val="125000"/>
              <a:buFontTx/>
              <a:buNone/>
              <a:tabLst/>
              <a:defRPr/>
            </a:pPr>
            <a:r>
              <a:rPr kumimoji="0" lang="fr-CA" sz="54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Visby CF Bold" pitchFamily="50" charset="0"/>
                <a:ea typeface="+mn-ea"/>
                <a:cs typeface="+mn-cs"/>
              </a:rPr>
              <a:t>Mobiliser les technologies numériques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F38810-CD83-4A71-7D30-7FAC17F97E6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4634891"/>
            <a:ext cx="8760541" cy="72000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A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4DDCA0-01DD-E3DC-723A-8EE932071EE2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8760541" y="4634891"/>
            <a:ext cx="720000" cy="7200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A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Titre 4">
            <a:extLst>
              <a:ext uri="{FF2B5EF4-FFF2-40B4-BE49-F238E27FC236}">
                <a16:creationId xmlns:a16="http://schemas.microsoft.com/office/drawing/2014/main" id="{CFC22666-9781-1D5E-6E14-F7A7F692F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428" y="984738"/>
            <a:ext cx="10915200" cy="1971634"/>
          </a:xfrm>
        </p:spPr>
        <p:txBody>
          <a:bodyPr/>
          <a:lstStyle>
            <a:lvl1pPr>
              <a:defRPr kumimoji="0" lang="fr-CA" sz="7200" b="0" i="0" u="none" strike="noStrike" kern="1200" cap="none" spc="0" normalizeH="0" baseline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Visby Slab CF Bold" panose="00000800000000000000" pitchFamily="50" charset="0"/>
                <a:ea typeface="+mn-ea"/>
                <a:cs typeface="+mn-cs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9C6"/>
              </a:buClr>
              <a:buSzPct val="125000"/>
              <a:buFontTx/>
              <a:buNone/>
              <a:tabLst/>
              <a:defRPr/>
            </a:pPr>
            <a:r>
              <a:rPr lang="fr-FR"/>
              <a:t>Modifiez le style du titre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0466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92509" y="2126744"/>
            <a:ext cx="5384800" cy="3897529"/>
          </a:xfrm>
        </p:spPr>
        <p:txBody>
          <a:bodyPr>
            <a:normAutofit/>
          </a:bodyPr>
          <a:lstStyle>
            <a:lvl1pPr>
              <a:defRPr sz="2004"/>
            </a:lvl1pPr>
            <a:lvl2pPr>
              <a:defRPr sz="2004"/>
            </a:lvl2pPr>
            <a:lvl3pPr>
              <a:defRPr sz="2004"/>
            </a:lvl3pPr>
            <a:lvl4pPr>
              <a:defRPr sz="2004"/>
            </a:lvl4pPr>
            <a:lvl5pPr>
              <a:defRPr sz="2004"/>
            </a:lvl5pPr>
            <a:lvl6pPr>
              <a:defRPr sz="2160"/>
            </a:lvl6pPr>
            <a:lvl7pPr>
              <a:defRPr sz="2160"/>
            </a:lvl7pPr>
            <a:lvl8pPr>
              <a:defRPr sz="2160"/>
            </a:lvl8pPr>
            <a:lvl9pPr>
              <a:defRPr sz="216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80509" y="2126744"/>
            <a:ext cx="5384800" cy="3897529"/>
          </a:xfrm>
        </p:spPr>
        <p:txBody>
          <a:bodyPr>
            <a:normAutofit/>
          </a:bodyPr>
          <a:lstStyle>
            <a:lvl1pPr>
              <a:defRPr sz="2004"/>
            </a:lvl1pPr>
            <a:lvl2pPr>
              <a:defRPr sz="2004"/>
            </a:lvl2pPr>
            <a:lvl3pPr>
              <a:defRPr sz="2004"/>
            </a:lvl3pPr>
            <a:lvl4pPr>
              <a:defRPr sz="2004"/>
            </a:lvl4pPr>
            <a:lvl5pPr>
              <a:defRPr sz="2004"/>
            </a:lvl5pPr>
            <a:lvl6pPr>
              <a:defRPr sz="2160"/>
            </a:lvl6pPr>
            <a:lvl7pPr>
              <a:defRPr sz="2160"/>
            </a:lvl7pPr>
            <a:lvl8pPr>
              <a:defRPr sz="2160"/>
            </a:lvl8pPr>
            <a:lvl9pPr>
              <a:defRPr sz="216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5DC87F9A-0B14-5044-A85E-4048F6B5FF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2509" y="302168"/>
            <a:ext cx="10915200" cy="987552"/>
          </a:xfrm>
        </p:spPr>
        <p:txBody>
          <a:bodyPr/>
          <a:lstStyle>
            <a:lvl1pPr>
              <a:defRPr sz="4000">
                <a:solidFill>
                  <a:schemeClr val="accent3"/>
                </a:solidFill>
              </a:defRPr>
            </a:lvl1pPr>
          </a:lstStyle>
          <a:p>
            <a:r>
              <a:rPr lang="fr-CA" noProof="0"/>
              <a:t>Click to </a:t>
            </a:r>
            <a:r>
              <a:rPr lang="fr-CA" noProof="0" err="1"/>
              <a:t>edit</a:t>
            </a:r>
            <a:r>
              <a:rPr lang="fr-CA" noProof="0"/>
              <a:t> </a:t>
            </a:r>
            <a:r>
              <a:rPr lang="fr-CA" noProof="0" err="1"/>
              <a:t>title</a:t>
            </a:r>
            <a:r>
              <a:rPr lang="fr-CA" noProof="0"/>
              <a:t> style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9EF46E6C-4B7F-3C48-9C35-05A2107595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2510" y="1139191"/>
            <a:ext cx="6991349" cy="576720"/>
          </a:xfrm>
        </p:spPr>
        <p:txBody>
          <a:bodyPr>
            <a:normAutofit/>
          </a:bodyPr>
          <a:lstStyle>
            <a:lvl1pPr>
              <a:defRPr sz="2133" b="1">
                <a:solidFill>
                  <a:srgbClr val="002060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372939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92510" y="2126743"/>
            <a:ext cx="5386917" cy="639763"/>
          </a:xfrm>
        </p:spPr>
        <p:txBody>
          <a:bodyPr anchor="b">
            <a:noAutofit/>
          </a:bodyPr>
          <a:lstStyle>
            <a:lvl1pPr marL="0" indent="0">
              <a:buNone/>
              <a:defRPr sz="1800" b="1" cap="all" baseline="0"/>
            </a:lvl1pPr>
            <a:lvl2pPr marL="548626" indent="0">
              <a:buNone/>
              <a:defRPr sz="2400" b="1"/>
            </a:lvl2pPr>
            <a:lvl3pPr marL="1097253" indent="0">
              <a:buNone/>
              <a:defRPr sz="2160" b="1"/>
            </a:lvl3pPr>
            <a:lvl4pPr marL="1645879" indent="0">
              <a:buNone/>
              <a:defRPr sz="1920" b="1"/>
            </a:lvl4pPr>
            <a:lvl5pPr marL="2194505" indent="0">
              <a:buNone/>
              <a:defRPr sz="1920" b="1"/>
            </a:lvl5pPr>
            <a:lvl6pPr marL="2743131" indent="0">
              <a:buNone/>
              <a:defRPr sz="1920" b="1"/>
            </a:lvl6pPr>
            <a:lvl7pPr marL="3291758" indent="0">
              <a:buNone/>
              <a:defRPr sz="1920" b="1"/>
            </a:lvl7pPr>
            <a:lvl8pPr marL="3840384" indent="0">
              <a:buNone/>
              <a:defRPr sz="1920" b="1"/>
            </a:lvl8pPr>
            <a:lvl9pPr marL="4389010" indent="0">
              <a:buNone/>
              <a:defRPr sz="1920" b="1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92510" y="2766505"/>
            <a:ext cx="5386917" cy="3265488"/>
          </a:xfrm>
        </p:spPr>
        <p:txBody>
          <a:bodyPr>
            <a:normAutofit/>
          </a:bodyPr>
          <a:lstStyle>
            <a:lvl1pPr>
              <a:defRPr sz="2004"/>
            </a:lvl1pPr>
            <a:lvl2pPr>
              <a:defRPr sz="2004"/>
            </a:lvl2pPr>
            <a:lvl3pPr>
              <a:defRPr sz="2004"/>
            </a:lvl3pPr>
            <a:lvl4pPr>
              <a:defRPr sz="2004"/>
            </a:lvl4pPr>
            <a:lvl5pPr>
              <a:defRPr sz="2004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076280" y="2126743"/>
            <a:ext cx="5389033" cy="639763"/>
          </a:xfrm>
        </p:spPr>
        <p:txBody>
          <a:bodyPr anchor="b">
            <a:noAutofit/>
          </a:bodyPr>
          <a:lstStyle>
            <a:lvl1pPr marL="0" indent="0">
              <a:buNone/>
              <a:defRPr sz="1800" b="1" cap="all" baseline="0"/>
            </a:lvl1pPr>
            <a:lvl2pPr marL="548626" indent="0">
              <a:buNone/>
              <a:defRPr sz="2400" b="1"/>
            </a:lvl2pPr>
            <a:lvl3pPr marL="1097253" indent="0">
              <a:buNone/>
              <a:defRPr sz="2160" b="1"/>
            </a:lvl3pPr>
            <a:lvl4pPr marL="1645879" indent="0">
              <a:buNone/>
              <a:defRPr sz="1920" b="1"/>
            </a:lvl4pPr>
            <a:lvl5pPr marL="2194505" indent="0">
              <a:buNone/>
              <a:defRPr sz="1920" b="1"/>
            </a:lvl5pPr>
            <a:lvl6pPr marL="2743131" indent="0">
              <a:buNone/>
              <a:defRPr sz="1920" b="1"/>
            </a:lvl6pPr>
            <a:lvl7pPr marL="3291758" indent="0">
              <a:buNone/>
              <a:defRPr sz="1920" b="1"/>
            </a:lvl7pPr>
            <a:lvl8pPr marL="3840384" indent="0">
              <a:buNone/>
              <a:defRPr sz="1920" b="1"/>
            </a:lvl8pPr>
            <a:lvl9pPr marL="4389010" indent="0">
              <a:buNone/>
              <a:defRPr sz="1920" b="1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076280" y="2766505"/>
            <a:ext cx="5389033" cy="3265488"/>
          </a:xfrm>
        </p:spPr>
        <p:txBody>
          <a:bodyPr>
            <a:normAutofit/>
          </a:bodyPr>
          <a:lstStyle>
            <a:lvl1pPr>
              <a:defRPr sz="2004"/>
            </a:lvl1pPr>
            <a:lvl2pPr>
              <a:defRPr sz="2004"/>
            </a:lvl2pPr>
            <a:lvl3pPr>
              <a:defRPr sz="2004"/>
            </a:lvl3pPr>
            <a:lvl4pPr>
              <a:defRPr sz="2004"/>
            </a:lvl4pPr>
            <a:lvl5pPr>
              <a:defRPr sz="2004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774571B3-8C99-AF4B-A06D-5BCDBDA55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2509" y="302168"/>
            <a:ext cx="10915200" cy="987552"/>
          </a:xfrm>
        </p:spPr>
        <p:txBody>
          <a:bodyPr/>
          <a:lstStyle>
            <a:lvl1pPr>
              <a:defRPr sz="4000">
                <a:solidFill>
                  <a:schemeClr val="accent3"/>
                </a:solidFill>
              </a:defRPr>
            </a:lvl1pPr>
          </a:lstStyle>
          <a:p>
            <a:r>
              <a:rPr lang="fr-CA" noProof="0"/>
              <a:t>Click to </a:t>
            </a:r>
            <a:r>
              <a:rPr lang="fr-CA" noProof="0" err="1"/>
              <a:t>edit</a:t>
            </a:r>
            <a:r>
              <a:rPr lang="fr-CA" noProof="0"/>
              <a:t> </a:t>
            </a:r>
            <a:r>
              <a:rPr lang="fr-CA" noProof="0" err="1"/>
              <a:t>title</a:t>
            </a:r>
            <a:r>
              <a:rPr lang="fr-CA" noProof="0"/>
              <a:t> style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6C4B472A-7EF1-4148-BA9C-E519EA28DFD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2510" y="1139191"/>
            <a:ext cx="6991349" cy="576720"/>
          </a:xfrm>
        </p:spPr>
        <p:txBody>
          <a:bodyPr>
            <a:normAutofit/>
          </a:bodyPr>
          <a:lstStyle>
            <a:lvl1pPr>
              <a:defRPr sz="2133" b="1">
                <a:solidFill>
                  <a:srgbClr val="002060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097766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sitting, computer, laptop, game&#10;&#10;Description automatically generated">
            <a:extLst>
              <a:ext uri="{FF2B5EF4-FFF2-40B4-BE49-F238E27FC236}">
                <a16:creationId xmlns:a16="http://schemas.microsoft.com/office/drawing/2014/main" id="{9D41478B-8AD6-D542-8657-FAEFBD0F236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re 1">
            <a:extLst>
              <a:ext uri="{FF2B5EF4-FFF2-40B4-BE49-F238E27FC236}">
                <a16:creationId xmlns:a16="http://schemas.microsoft.com/office/drawing/2014/main" id="{D53DE90F-EE13-BE4E-8537-0BF93F44AB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2509" y="302168"/>
            <a:ext cx="10915200" cy="987552"/>
          </a:xfrm>
        </p:spPr>
        <p:txBody>
          <a:bodyPr/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fr-CA" noProof="0"/>
              <a:t>Click to </a:t>
            </a:r>
            <a:r>
              <a:rPr lang="fr-CA" noProof="0" err="1"/>
              <a:t>edit</a:t>
            </a:r>
            <a:r>
              <a:rPr lang="fr-CA" noProof="0"/>
              <a:t> </a:t>
            </a:r>
            <a:r>
              <a:rPr lang="fr-CA" noProof="0" err="1"/>
              <a:t>title</a:t>
            </a:r>
            <a:r>
              <a:rPr lang="fr-CA" noProof="0"/>
              <a:t> style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453A668A-512D-B24E-A0FF-F58D1ABCA0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2510" y="1139191"/>
            <a:ext cx="6991349" cy="576720"/>
          </a:xfrm>
        </p:spPr>
        <p:txBody>
          <a:bodyPr>
            <a:normAutofit/>
          </a:bodyPr>
          <a:lstStyle>
            <a:lvl1pPr>
              <a:defRPr sz="2133" b="1">
                <a:solidFill>
                  <a:srgbClr val="002060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0F4BC23-4785-1690-BCC4-506746ADE516}"/>
              </a:ext>
            </a:extLst>
          </p:cNvPr>
          <p:cNvSpPr/>
          <p:nvPr userDrawn="1"/>
        </p:nvSpPr>
        <p:spPr>
          <a:xfrm rot="16200000">
            <a:off x="0" y="832983"/>
            <a:ext cx="194443" cy="1944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21AB4C-33E0-5FB1-B4E5-64FCD3F84235}"/>
              </a:ext>
            </a:extLst>
          </p:cNvPr>
          <p:cNvSpPr/>
          <p:nvPr userDrawn="1"/>
        </p:nvSpPr>
        <p:spPr>
          <a:xfrm rot="16200000">
            <a:off x="-191139" y="447401"/>
            <a:ext cx="576720" cy="1944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/>
          </a:p>
        </p:txBody>
      </p:sp>
    </p:spTree>
    <p:extLst>
      <p:ext uri="{BB962C8B-B14F-4D97-AF65-F5344CB8AC3E}">
        <p14:creationId xmlns:p14="http://schemas.microsoft.com/office/powerpoint/2010/main" val="35900113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01309" y="2126743"/>
            <a:ext cx="6796800" cy="3913531"/>
          </a:xfrm>
        </p:spPr>
        <p:txBody>
          <a:bodyPr>
            <a:normAutofit/>
          </a:bodyPr>
          <a:lstStyle>
            <a:lvl1pPr>
              <a:defRPr sz="2004"/>
            </a:lvl1pPr>
            <a:lvl2pPr>
              <a:defRPr sz="2004"/>
            </a:lvl2pPr>
            <a:lvl3pPr>
              <a:defRPr sz="2004"/>
            </a:lvl3pPr>
            <a:lvl4pPr>
              <a:defRPr sz="2004"/>
            </a:lvl4pPr>
            <a:lvl5pPr>
              <a:defRPr sz="2004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92509" y="2126743"/>
            <a:ext cx="3984000" cy="3913531"/>
          </a:xfrm>
        </p:spPr>
        <p:txBody>
          <a:bodyPr>
            <a:normAutofit/>
          </a:bodyPr>
          <a:lstStyle>
            <a:lvl1pPr marL="0" indent="0">
              <a:buNone/>
              <a:defRPr sz="1800" b="1" cap="all" baseline="0"/>
            </a:lvl1pPr>
            <a:lvl2pPr marL="548626" indent="0">
              <a:buNone/>
              <a:defRPr sz="1440"/>
            </a:lvl2pPr>
            <a:lvl3pPr marL="1097253" indent="0">
              <a:buNone/>
              <a:defRPr sz="1200"/>
            </a:lvl3pPr>
            <a:lvl4pPr marL="1645879" indent="0">
              <a:buNone/>
              <a:defRPr sz="1080"/>
            </a:lvl4pPr>
            <a:lvl5pPr marL="2194505" indent="0">
              <a:buNone/>
              <a:defRPr sz="1080"/>
            </a:lvl5pPr>
            <a:lvl6pPr marL="2743131" indent="0">
              <a:buNone/>
              <a:defRPr sz="1080"/>
            </a:lvl6pPr>
            <a:lvl7pPr marL="3291758" indent="0">
              <a:buNone/>
              <a:defRPr sz="1080"/>
            </a:lvl7pPr>
            <a:lvl8pPr marL="3840384" indent="0">
              <a:buNone/>
              <a:defRPr sz="1080"/>
            </a:lvl8pPr>
            <a:lvl9pPr marL="4389010" indent="0">
              <a:buNone/>
              <a:defRPr sz="108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58858A58-66D0-B848-B566-D94130F680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2509" y="302168"/>
            <a:ext cx="10915200" cy="987552"/>
          </a:xfrm>
        </p:spPr>
        <p:txBody>
          <a:bodyPr/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fr-CA" noProof="0"/>
              <a:t>Click to </a:t>
            </a:r>
            <a:r>
              <a:rPr lang="fr-CA" noProof="0" err="1"/>
              <a:t>edit</a:t>
            </a:r>
            <a:r>
              <a:rPr lang="fr-CA" noProof="0"/>
              <a:t> </a:t>
            </a:r>
            <a:r>
              <a:rPr lang="fr-CA" noProof="0" err="1"/>
              <a:t>title</a:t>
            </a:r>
            <a:r>
              <a:rPr lang="fr-CA" noProof="0"/>
              <a:t> style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F34D983-8FC4-6B4C-A271-28E076618E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2510" y="1139191"/>
            <a:ext cx="6991349" cy="576720"/>
          </a:xfrm>
        </p:spPr>
        <p:txBody>
          <a:bodyPr>
            <a:normAutofit/>
          </a:bodyPr>
          <a:lstStyle>
            <a:lvl1pPr>
              <a:defRPr sz="2133" b="1">
                <a:solidFill>
                  <a:srgbClr val="002060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6452268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vec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492509" y="2791850"/>
            <a:ext cx="10905600" cy="3240717"/>
          </a:xfrm>
        </p:spPr>
        <p:txBody>
          <a:bodyPr>
            <a:normAutofit/>
          </a:bodyPr>
          <a:lstStyle>
            <a:lvl1pPr marL="0" indent="0">
              <a:buNone/>
              <a:defRPr sz="2004"/>
            </a:lvl1pPr>
            <a:lvl2pPr marL="548626" indent="0">
              <a:buNone/>
              <a:defRPr sz="3360"/>
            </a:lvl2pPr>
            <a:lvl3pPr marL="1097253" indent="0">
              <a:buNone/>
              <a:defRPr sz="2880"/>
            </a:lvl3pPr>
            <a:lvl4pPr marL="1645879" indent="0">
              <a:buNone/>
              <a:defRPr sz="2400"/>
            </a:lvl4pPr>
            <a:lvl5pPr marL="2194505" indent="0">
              <a:buNone/>
              <a:defRPr sz="2400"/>
            </a:lvl5pPr>
            <a:lvl6pPr marL="2743131" indent="0">
              <a:buNone/>
              <a:defRPr sz="2400"/>
            </a:lvl6pPr>
            <a:lvl7pPr marL="3291758" indent="0">
              <a:buNone/>
              <a:defRPr sz="2400"/>
            </a:lvl7pPr>
            <a:lvl8pPr marL="3840384" indent="0">
              <a:buNone/>
              <a:defRPr sz="2400"/>
            </a:lvl8pPr>
            <a:lvl9pPr marL="4389010" indent="0">
              <a:buNone/>
              <a:defRPr sz="2400"/>
            </a:lvl9pPr>
          </a:lstStyle>
          <a:p>
            <a:r>
              <a:rPr lang="fr-FR" noProof="0"/>
              <a:t>Cliquez sur l'icône pour ajouter une image</a:t>
            </a:r>
            <a:endParaRPr lang="fr-CA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92509" y="2135209"/>
            <a:ext cx="10905600" cy="626400"/>
          </a:xfrm>
        </p:spPr>
        <p:txBody>
          <a:bodyPr>
            <a:normAutofit/>
          </a:bodyPr>
          <a:lstStyle>
            <a:lvl1pPr marL="0" indent="0">
              <a:buNone/>
              <a:defRPr sz="1800" b="1" cap="all" baseline="0"/>
            </a:lvl1pPr>
            <a:lvl2pPr marL="548626" indent="0">
              <a:buNone/>
              <a:defRPr sz="1440"/>
            </a:lvl2pPr>
            <a:lvl3pPr marL="1097253" indent="0">
              <a:buNone/>
              <a:defRPr sz="1200"/>
            </a:lvl3pPr>
            <a:lvl4pPr marL="1645879" indent="0">
              <a:buNone/>
              <a:defRPr sz="1080"/>
            </a:lvl4pPr>
            <a:lvl5pPr marL="2194505" indent="0">
              <a:buNone/>
              <a:defRPr sz="1080"/>
            </a:lvl5pPr>
            <a:lvl6pPr marL="2743131" indent="0">
              <a:buNone/>
              <a:defRPr sz="1080"/>
            </a:lvl6pPr>
            <a:lvl7pPr marL="3291758" indent="0">
              <a:buNone/>
              <a:defRPr sz="1080"/>
            </a:lvl7pPr>
            <a:lvl8pPr marL="3840384" indent="0">
              <a:buNone/>
              <a:defRPr sz="1080"/>
            </a:lvl8pPr>
            <a:lvl9pPr marL="4389010" indent="0">
              <a:buNone/>
              <a:defRPr sz="108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31F822D9-3DEC-3047-80E7-91FEF03AD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2509" y="302168"/>
            <a:ext cx="10915200" cy="987552"/>
          </a:xfrm>
        </p:spPr>
        <p:txBody>
          <a:bodyPr/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fr-CA" noProof="0"/>
              <a:t>Click to </a:t>
            </a:r>
            <a:r>
              <a:rPr lang="fr-CA" noProof="0" err="1"/>
              <a:t>edit</a:t>
            </a:r>
            <a:r>
              <a:rPr lang="fr-CA" noProof="0"/>
              <a:t> </a:t>
            </a:r>
            <a:r>
              <a:rPr lang="fr-CA" noProof="0" err="1"/>
              <a:t>title</a:t>
            </a:r>
            <a:r>
              <a:rPr lang="fr-CA" noProof="0"/>
              <a:t> style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012413CD-0402-DF4B-B461-41211EB387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2510" y="1139191"/>
            <a:ext cx="6991349" cy="576720"/>
          </a:xfrm>
        </p:spPr>
        <p:txBody>
          <a:bodyPr>
            <a:normAutofit/>
          </a:bodyPr>
          <a:lstStyle>
            <a:lvl1pPr>
              <a:defRPr sz="2133" b="1">
                <a:solidFill>
                  <a:srgbClr val="002060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4156351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A4852420-8753-0547-A124-EA1822DD27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509" y="2126743"/>
            <a:ext cx="10915200" cy="3825587"/>
          </a:xfrm>
        </p:spPr>
        <p:txBody>
          <a:bodyPr/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1A0E864F-8F4A-CC42-8321-8A205C5B03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2509" y="302168"/>
            <a:ext cx="10915200" cy="987552"/>
          </a:xfrm>
        </p:spPr>
        <p:txBody>
          <a:bodyPr/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fr-CA" noProof="0"/>
              <a:t>Click to </a:t>
            </a:r>
            <a:r>
              <a:rPr lang="fr-CA" noProof="0" err="1"/>
              <a:t>edit</a:t>
            </a:r>
            <a:r>
              <a:rPr lang="fr-CA" noProof="0"/>
              <a:t> </a:t>
            </a:r>
            <a:r>
              <a:rPr lang="fr-CA" noProof="0" err="1"/>
              <a:t>title</a:t>
            </a:r>
            <a:r>
              <a:rPr lang="fr-CA" noProof="0"/>
              <a:t> style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0D22B6CC-C7ED-5745-BD28-3822207DE7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2510" y="1139191"/>
            <a:ext cx="6991349" cy="576720"/>
          </a:xfrm>
        </p:spPr>
        <p:txBody>
          <a:bodyPr>
            <a:normAutofit/>
          </a:bodyPr>
          <a:lstStyle>
            <a:lvl1pPr>
              <a:defRPr sz="2133" b="1">
                <a:solidFill>
                  <a:srgbClr val="002060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6051320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>
            <a:extLst>
              <a:ext uri="{FF2B5EF4-FFF2-40B4-BE49-F238E27FC236}">
                <a16:creationId xmlns:a16="http://schemas.microsoft.com/office/drawing/2014/main" id="{1AD97A31-589D-5648-AA82-BCBA4A3924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2509" y="302168"/>
            <a:ext cx="10915200" cy="987552"/>
          </a:xfrm>
        </p:spPr>
        <p:txBody>
          <a:bodyPr/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fr-CA" noProof="0"/>
              <a:t>Click to </a:t>
            </a:r>
            <a:r>
              <a:rPr lang="fr-CA" noProof="0" err="1"/>
              <a:t>edit</a:t>
            </a:r>
            <a:r>
              <a:rPr lang="fr-CA" noProof="0"/>
              <a:t> </a:t>
            </a:r>
            <a:r>
              <a:rPr lang="fr-CA" noProof="0" err="1"/>
              <a:t>title</a:t>
            </a:r>
            <a:r>
              <a:rPr lang="fr-CA" noProof="0"/>
              <a:t> style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2CC07A2E-488D-9643-9E9E-69C3CB294B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2510" y="1139191"/>
            <a:ext cx="6991349" cy="576720"/>
          </a:xfrm>
        </p:spPr>
        <p:txBody>
          <a:bodyPr>
            <a:normAutofit/>
          </a:bodyPr>
          <a:lstStyle>
            <a:lvl1pPr>
              <a:defRPr sz="2133" b="1">
                <a:solidFill>
                  <a:srgbClr val="002060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3540041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BB2C9CB-2066-4279-A68C-D7E978D80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D5BF6-20CC-48B5-A010-8238257C1994}" type="datetime1">
              <a:rPr lang="fr-CA" smtClean="0"/>
              <a:t>2026-08-30</a:t>
            </a:fld>
            <a:endParaRPr lang="fr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01F4E27-6958-4070-AA66-9A182D798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D2A506C-C42C-491E-9BF5-093EF3AC5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AF1F-2696-4F34-A7F3-E326E3C5B51E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190709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95BECF-9B91-45B8-B4E7-71F25E612F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800">
                <a:solidFill>
                  <a:srgbClr val="203864"/>
                </a:solidFill>
                <a:latin typeface="Visby Slab CF Heavy" panose="00000A00000000000000" pitchFamily="50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449BEA6-82C1-4CA4-9D5F-B4C1E31064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7208662" cy="1655762"/>
          </a:xfrm>
        </p:spPr>
        <p:txBody>
          <a:bodyPr/>
          <a:lstStyle>
            <a:lvl1pPr marL="0" indent="0" algn="l">
              <a:buNone/>
              <a:defRPr sz="2400">
                <a:latin typeface="Visby CF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2ED4691-0A4D-434C-8BF0-365FF340A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1EE63-599B-4F40-876A-C3F41FADE508}" type="datetime1">
              <a:rPr lang="fr-CA" smtClean="0"/>
              <a:t>2026-08-30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C802B9F-6DBA-488F-84CF-568F926F9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98DF1A-E6D3-486E-8E29-D212F66F4115}"/>
              </a:ext>
            </a:extLst>
          </p:cNvPr>
          <p:cNvSpPr/>
          <p:nvPr userDrawn="1"/>
        </p:nvSpPr>
        <p:spPr>
          <a:xfrm>
            <a:off x="5677786" y="5349875"/>
            <a:ext cx="6514214" cy="1508125"/>
          </a:xfrm>
          <a:prstGeom prst="rect">
            <a:avLst/>
          </a:prstGeom>
          <a:solidFill>
            <a:srgbClr val="888B8D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2050" name="Picture 2" descr="HEC Montréal | Ashoka U">
            <a:extLst>
              <a:ext uri="{FF2B5EF4-FFF2-40B4-BE49-F238E27FC236}">
                <a16:creationId xmlns:a16="http://schemas.microsoft.com/office/drawing/2014/main" id="{8F2C9BC7-3173-4890-BB81-F0353DD5EF4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60" t="13983" r="14477" b="14854"/>
          <a:stretch/>
        </p:blipFill>
        <p:spPr bwMode="auto">
          <a:xfrm>
            <a:off x="8732662" y="3878526"/>
            <a:ext cx="2986820" cy="2986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2C8A807-E98A-4582-B2A6-42B51C0E2655}"/>
              </a:ext>
            </a:extLst>
          </p:cNvPr>
          <p:cNvSpPr/>
          <p:nvPr userDrawn="1"/>
        </p:nvSpPr>
        <p:spPr>
          <a:xfrm>
            <a:off x="0" y="0"/>
            <a:ext cx="472518" cy="298682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DEF1BA-B4FB-ACFD-6A79-0E1CE0C8860E}"/>
              </a:ext>
            </a:extLst>
          </p:cNvPr>
          <p:cNvSpPr/>
          <p:nvPr userDrawn="1"/>
        </p:nvSpPr>
        <p:spPr>
          <a:xfrm>
            <a:off x="0" y="2725615"/>
            <a:ext cx="472518" cy="471600"/>
          </a:xfrm>
          <a:prstGeom prst="rect">
            <a:avLst/>
          </a:prstGeom>
          <a:solidFill>
            <a:srgbClr val="203864"/>
          </a:solidFill>
          <a:ln>
            <a:solidFill>
              <a:srgbClr val="203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413926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95BECF-9B91-45B8-B4E7-71F25E612F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800">
                <a:solidFill>
                  <a:srgbClr val="203864"/>
                </a:solidFill>
                <a:latin typeface="Visby Slab CF Bold" panose="00000800000000000000" pitchFamily="50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449BEA6-82C1-4CA4-9D5F-B4C1E31064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7208662" cy="1655762"/>
          </a:xfrm>
        </p:spPr>
        <p:txBody>
          <a:bodyPr/>
          <a:lstStyle>
            <a:lvl1pPr marL="0" indent="0" algn="l">
              <a:buNone/>
              <a:defRPr sz="2400">
                <a:latin typeface="Visby CF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2ED4691-0A4D-434C-8BF0-365FF340A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1EE63-599B-4F40-876A-C3F41FADE508}" type="datetime1">
              <a:rPr lang="fr-CA" smtClean="0"/>
              <a:t>2026-08-30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C802B9F-6DBA-488F-84CF-568F926F9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1308427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95BECF-9B91-45B8-B4E7-71F25E612F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800">
                <a:solidFill>
                  <a:srgbClr val="203864"/>
                </a:solidFill>
                <a:latin typeface="Visby Slab CF Bold" panose="00000800000000000000" pitchFamily="50" charset="0"/>
              </a:defRPr>
            </a:lvl1pPr>
          </a:lstStyle>
          <a:p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449BEA6-82C1-4CA4-9D5F-B4C1E31064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7208662" cy="1655762"/>
          </a:xfrm>
        </p:spPr>
        <p:txBody>
          <a:bodyPr/>
          <a:lstStyle>
            <a:lvl1pPr marL="0" indent="0" algn="l">
              <a:buNone/>
              <a:defRPr sz="2400">
                <a:latin typeface="Visby CF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2ED4691-0A4D-434C-8BF0-365FF340A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1EE63-599B-4F40-876A-C3F41FADE508}" type="datetime1">
              <a:rPr lang="fr-CA" smtClean="0"/>
              <a:t>2026-08-30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C802B9F-6DBA-488F-84CF-568F926F9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2050" name="Picture 2" descr="HEC Montréal | Ashoka U">
            <a:extLst>
              <a:ext uri="{FF2B5EF4-FFF2-40B4-BE49-F238E27FC236}">
                <a16:creationId xmlns:a16="http://schemas.microsoft.com/office/drawing/2014/main" id="{8F2C9BC7-3173-4890-BB81-F0353DD5EF4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4360" t="13983" r="14477" b="14854"/>
          <a:stretch/>
        </p:blipFill>
        <p:spPr bwMode="auto">
          <a:xfrm>
            <a:off x="8732662" y="3878526"/>
            <a:ext cx="2986820" cy="2986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2C8A807-E98A-4582-B2A6-42B51C0E2655}"/>
              </a:ext>
            </a:extLst>
          </p:cNvPr>
          <p:cNvSpPr/>
          <p:nvPr userDrawn="1"/>
        </p:nvSpPr>
        <p:spPr>
          <a:xfrm>
            <a:off x="0" y="0"/>
            <a:ext cx="472518" cy="298682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DEF1BA-B4FB-ACFD-6A79-0E1CE0C8860E}"/>
              </a:ext>
            </a:extLst>
          </p:cNvPr>
          <p:cNvSpPr/>
          <p:nvPr userDrawn="1"/>
        </p:nvSpPr>
        <p:spPr>
          <a:xfrm>
            <a:off x="0" y="2725615"/>
            <a:ext cx="472518" cy="471600"/>
          </a:xfrm>
          <a:prstGeom prst="rect">
            <a:avLst/>
          </a:prstGeom>
          <a:solidFill>
            <a:srgbClr val="203864"/>
          </a:solidFill>
          <a:ln>
            <a:solidFill>
              <a:srgbClr val="203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493257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95BECF-9B91-45B8-B4E7-71F25E612F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800">
                <a:solidFill>
                  <a:schemeClr val="accent4"/>
                </a:solidFill>
                <a:latin typeface="Visby Slab CF Bold" panose="00000800000000000000" pitchFamily="50" charset="0"/>
              </a:defRPr>
            </a:lvl1pPr>
          </a:lstStyle>
          <a:p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449BEA6-82C1-4CA4-9D5F-B4C1E31064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7208662" cy="1655762"/>
          </a:xfrm>
        </p:spPr>
        <p:txBody>
          <a:bodyPr/>
          <a:lstStyle>
            <a:lvl1pPr marL="0" indent="0" algn="l">
              <a:buNone/>
              <a:defRPr sz="2400">
                <a:latin typeface="Visby CF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2ED4691-0A4D-434C-8BF0-365FF340A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1EE63-599B-4F40-876A-C3F41FADE508}" type="datetime1">
              <a:rPr lang="fr-CA" smtClean="0"/>
              <a:t>2026-08-30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C802B9F-6DBA-488F-84CF-568F926F9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2050" name="Picture 2" descr="HEC Montréal | Ashoka U">
            <a:extLst>
              <a:ext uri="{FF2B5EF4-FFF2-40B4-BE49-F238E27FC236}">
                <a16:creationId xmlns:a16="http://schemas.microsoft.com/office/drawing/2014/main" id="{8F2C9BC7-3173-4890-BB81-F0353DD5EF4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4360" t="13983" r="14477" b="14854"/>
          <a:stretch/>
        </p:blipFill>
        <p:spPr bwMode="auto">
          <a:xfrm>
            <a:off x="8732662" y="3878526"/>
            <a:ext cx="2986820" cy="2986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2C8A807-E98A-4582-B2A6-42B51C0E2655}"/>
              </a:ext>
            </a:extLst>
          </p:cNvPr>
          <p:cNvSpPr/>
          <p:nvPr userDrawn="1"/>
        </p:nvSpPr>
        <p:spPr>
          <a:xfrm>
            <a:off x="0" y="0"/>
            <a:ext cx="472518" cy="2986820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DEF1BA-B4FB-ACFD-6A79-0E1CE0C8860E}"/>
              </a:ext>
            </a:extLst>
          </p:cNvPr>
          <p:cNvSpPr/>
          <p:nvPr userDrawn="1"/>
        </p:nvSpPr>
        <p:spPr>
          <a:xfrm>
            <a:off x="0" y="2725615"/>
            <a:ext cx="472518" cy="471600"/>
          </a:xfrm>
          <a:prstGeom prst="rect">
            <a:avLst/>
          </a:prstGeom>
          <a:solidFill>
            <a:srgbClr val="203864"/>
          </a:solidFill>
          <a:ln>
            <a:solidFill>
              <a:srgbClr val="203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198574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185EE1-A7BF-4AD5-BC17-F265808F8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Visby Slab CF Bold" panose="00000800000000000000" pitchFamily="50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DAABD6A-C539-4986-8D7A-CD2C406F66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>
            <a:lvl1pPr marL="2286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1pPr>
            <a:lvl2pPr marL="6858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4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2pPr>
            <a:lvl3pPr marL="11430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0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3pPr>
            <a:lvl4pPr marL="16002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4pPr>
            <a:lvl5pPr marL="20574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934BDF9-CB23-494B-B363-9E25B36D0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C9F17-3A02-44C2-9C14-398C33D5EF03}" type="datetime1">
              <a:rPr lang="fr-CA" smtClean="0"/>
              <a:t>2026-08-30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3A02F70-0106-4D01-94E1-DB447CF45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8E416A0-68C3-4BA8-B81F-3419DBBCB5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472" r="1427"/>
          <a:stretch/>
        </p:blipFill>
        <p:spPr>
          <a:xfrm>
            <a:off x="11057862" y="6210411"/>
            <a:ext cx="654974" cy="657227"/>
          </a:xfrm>
          <a:prstGeom prst="rect">
            <a:avLst/>
          </a:prstGeom>
        </p:spPr>
      </p:pic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DC0AD9BE-B0C3-435D-BC3E-4521EBEEF9C7}"/>
              </a:ext>
            </a:extLst>
          </p:cNvPr>
          <p:cNvSpPr txBox="1">
            <a:spLocks/>
          </p:cNvSpPr>
          <p:nvPr userDrawn="1"/>
        </p:nvSpPr>
        <p:spPr>
          <a:xfrm>
            <a:off x="11664803" y="6536326"/>
            <a:ext cx="540488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162AF1F-2696-4F34-A7F3-E326E3C5B51E}" type="slidenum">
              <a:rPr lang="fr-CA" sz="1400" smtClean="0">
                <a:solidFill>
                  <a:schemeClr val="accent6"/>
                </a:solidFill>
                <a:latin typeface="Visby Slab CF Bold" panose="00000800000000000000" pitchFamily="50" charset="0"/>
              </a:rPr>
              <a:pPr algn="ctr"/>
              <a:t>‹N°›</a:t>
            </a:fld>
            <a:endParaRPr lang="fr-CA" sz="1400">
              <a:solidFill>
                <a:schemeClr val="accent6"/>
              </a:solidFill>
              <a:latin typeface="Visby Slab CF Bold" panose="00000800000000000000" pitchFamily="50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6567A4-6355-BD3C-4037-FBD5088829F8}"/>
              </a:ext>
            </a:extLst>
          </p:cNvPr>
          <p:cNvSpPr/>
          <p:nvPr userDrawn="1"/>
        </p:nvSpPr>
        <p:spPr>
          <a:xfrm>
            <a:off x="838200" y="1709553"/>
            <a:ext cx="10533184" cy="1080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FD178C0-E3DD-03F4-E12B-9D8A2DEA6913}"/>
              </a:ext>
            </a:extLst>
          </p:cNvPr>
          <p:cNvSpPr/>
          <p:nvPr userDrawn="1"/>
        </p:nvSpPr>
        <p:spPr>
          <a:xfrm>
            <a:off x="838200" y="1709553"/>
            <a:ext cx="108000" cy="108000"/>
          </a:xfrm>
          <a:prstGeom prst="rect">
            <a:avLst/>
          </a:prstGeom>
          <a:solidFill>
            <a:srgbClr val="203864"/>
          </a:solidFill>
          <a:ln>
            <a:solidFill>
              <a:srgbClr val="203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908201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185EE1-A7BF-4AD5-BC17-F265808F8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Visby Slab CF Bold" panose="00000800000000000000" pitchFamily="50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DAABD6A-C539-4986-8D7A-CD2C406F66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>
            <a:lvl1pPr marL="2286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1pPr>
            <a:lvl2pPr marL="6858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4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2pPr>
            <a:lvl3pPr marL="11430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0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3pPr>
            <a:lvl4pPr marL="16002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4pPr>
            <a:lvl5pPr marL="20574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934BDF9-CB23-494B-B363-9E25B36D0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C9F17-3A02-44C2-9C14-398C33D5EF03}" type="datetime1">
              <a:rPr lang="fr-CA" smtClean="0"/>
              <a:t>2026-08-30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3A02F70-0106-4D01-94E1-DB447CF45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8E416A0-68C3-4BA8-B81F-3419DBBCB5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472" r="1427"/>
          <a:stretch/>
        </p:blipFill>
        <p:spPr>
          <a:xfrm>
            <a:off x="11057862" y="6210411"/>
            <a:ext cx="654974" cy="657227"/>
          </a:xfrm>
          <a:prstGeom prst="rect">
            <a:avLst/>
          </a:prstGeom>
        </p:spPr>
      </p:pic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DC0AD9BE-B0C3-435D-BC3E-4521EBEEF9C7}"/>
              </a:ext>
            </a:extLst>
          </p:cNvPr>
          <p:cNvSpPr txBox="1">
            <a:spLocks/>
          </p:cNvSpPr>
          <p:nvPr userDrawn="1"/>
        </p:nvSpPr>
        <p:spPr>
          <a:xfrm>
            <a:off x="11664803" y="6536326"/>
            <a:ext cx="540488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162AF1F-2696-4F34-A7F3-E326E3C5B51E}" type="slidenum">
              <a:rPr lang="fr-CA" sz="1400" smtClean="0">
                <a:solidFill>
                  <a:schemeClr val="accent4"/>
                </a:solidFill>
                <a:latin typeface="Visby Slab CF Bold" panose="00000800000000000000" pitchFamily="50" charset="0"/>
              </a:rPr>
              <a:pPr algn="ctr"/>
              <a:t>‹N°›</a:t>
            </a:fld>
            <a:endParaRPr lang="fr-CA" sz="1400">
              <a:solidFill>
                <a:schemeClr val="accent4"/>
              </a:solidFill>
              <a:latin typeface="Visby Slab CF Bold" panose="00000800000000000000" pitchFamily="50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6567A4-6355-BD3C-4037-FBD5088829F8}"/>
              </a:ext>
            </a:extLst>
          </p:cNvPr>
          <p:cNvSpPr/>
          <p:nvPr userDrawn="1"/>
        </p:nvSpPr>
        <p:spPr>
          <a:xfrm>
            <a:off x="838200" y="1709553"/>
            <a:ext cx="10533184" cy="108000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FD178C0-E3DD-03F4-E12B-9D8A2DEA6913}"/>
              </a:ext>
            </a:extLst>
          </p:cNvPr>
          <p:cNvSpPr/>
          <p:nvPr userDrawn="1"/>
        </p:nvSpPr>
        <p:spPr>
          <a:xfrm>
            <a:off x="838200" y="1709553"/>
            <a:ext cx="108000" cy="108000"/>
          </a:xfrm>
          <a:prstGeom prst="rect">
            <a:avLst/>
          </a:prstGeom>
          <a:solidFill>
            <a:srgbClr val="203864"/>
          </a:solidFill>
          <a:ln>
            <a:solidFill>
              <a:srgbClr val="203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587054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24640" y="1017270"/>
            <a:ext cx="11767680" cy="5679922"/>
          </a:xfrm>
        </p:spPr>
        <p:txBody>
          <a:bodyPr/>
          <a:lstStyle>
            <a:lvl1pPr>
              <a:defRPr>
                <a:latin typeface="Visby CF Medium" pitchFamily="50" charset="0"/>
              </a:defRPr>
            </a:lvl1pPr>
            <a:lvl2pPr>
              <a:defRPr>
                <a:latin typeface="Visby CF Medium" pitchFamily="50" charset="0"/>
              </a:defRPr>
            </a:lvl2pPr>
            <a:lvl3pPr>
              <a:defRPr>
                <a:latin typeface="Visby CF Medium" pitchFamily="50" charset="0"/>
              </a:defRPr>
            </a:lvl3pPr>
            <a:lvl4pPr>
              <a:defRPr>
                <a:latin typeface="Visby CF Medium" pitchFamily="50" charset="0"/>
              </a:defRPr>
            </a:lvl4pPr>
            <a:lvl5pPr>
              <a:defRPr>
                <a:latin typeface="Visby CF Medium" pitchFamily="50" charset="0"/>
              </a:defRPr>
            </a:lvl5pPr>
          </a:lstStyle>
          <a:p>
            <a:pPr lvl="0"/>
            <a:r>
              <a:rPr lang="fr-FR" noProof="0"/>
              <a:t>Modifiez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/>
          </a:p>
        </p:txBody>
      </p:sp>
      <p:sp>
        <p:nvSpPr>
          <p:cNvPr id="7" name="TextBox 6"/>
          <p:cNvSpPr txBox="1"/>
          <p:nvPr/>
        </p:nvSpPr>
        <p:spPr>
          <a:xfrm>
            <a:off x="461434" y="5718810"/>
            <a:ext cx="1219200" cy="109728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206398" indent="-206398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2227" noProof="0"/>
          </a:p>
        </p:txBody>
      </p:sp>
      <p:sp>
        <p:nvSpPr>
          <p:cNvPr id="9" name="TextBox 6"/>
          <p:cNvSpPr txBox="1"/>
          <p:nvPr userDrawn="1"/>
        </p:nvSpPr>
        <p:spPr>
          <a:xfrm>
            <a:off x="461434" y="5718810"/>
            <a:ext cx="1219200" cy="109728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206398" indent="-206398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2227" noProof="0"/>
          </a:p>
        </p:txBody>
      </p:sp>
    </p:spTree>
    <p:extLst>
      <p:ext uri="{BB962C8B-B14F-4D97-AF65-F5344CB8AC3E}">
        <p14:creationId xmlns:p14="http://schemas.microsoft.com/office/powerpoint/2010/main" val="127065144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888022" y="0"/>
            <a:ext cx="11303977" cy="889920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>
            <a:normAutofit/>
          </a:bodyPr>
          <a:lstStyle>
            <a:lvl1pPr>
              <a:tabLst>
                <a:tab pos="320040" algn="l"/>
              </a:tabLst>
              <a:defRPr lang="fr-CA" sz="3200" kern="1200" noProof="0">
                <a:solidFill>
                  <a:schemeClr val="bg1"/>
                </a:solidFill>
                <a:latin typeface="Visby Slab CF Bold" panose="00000800000000000000" pitchFamily="50" charset="0"/>
                <a:ea typeface="+mj-ea"/>
                <a:cs typeface="+mj-cs"/>
              </a:defRPr>
            </a:lvl1pPr>
          </a:lstStyle>
          <a:p>
            <a:r>
              <a:rPr lang="fr-CA" noProof="0"/>
              <a:t>	Click to </a:t>
            </a:r>
            <a:r>
              <a:rPr lang="fr-CA" noProof="0" err="1"/>
              <a:t>edit</a:t>
            </a:r>
            <a:r>
              <a:rPr lang="fr-CA" noProof="0"/>
              <a:t> </a:t>
            </a:r>
            <a:r>
              <a:rPr lang="fr-CA" noProof="0" err="1"/>
              <a:t>title</a:t>
            </a:r>
            <a:r>
              <a:rPr lang="fr-CA" noProof="0"/>
              <a:t> style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24640" y="1017270"/>
            <a:ext cx="11767680" cy="5679922"/>
          </a:xfrm>
        </p:spPr>
        <p:txBody>
          <a:bodyPr/>
          <a:lstStyle>
            <a:lvl1pPr>
              <a:defRPr>
                <a:latin typeface="Visby CF Medium" pitchFamily="50" charset="0"/>
              </a:defRPr>
            </a:lvl1pPr>
            <a:lvl2pPr>
              <a:defRPr>
                <a:latin typeface="Visby CF Medium" pitchFamily="50" charset="0"/>
              </a:defRPr>
            </a:lvl2pPr>
            <a:lvl3pPr>
              <a:defRPr>
                <a:latin typeface="Visby CF Medium" pitchFamily="50" charset="0"/>
              </a:defRPr>
            </a:lvl3pPr>
            <a:lvl4pPr>
              <a:defRPr>
                <a:latin typeface="Visby CF Medium" pitchFamily="50" charset="0"/>
              </a:defRPr>
            </a:lvl4pPr>
            <a:lvl5pPr>
              <a:defRPr>
                <a:latin typeface="Visby CF Medium" pitchFamily="50" charset="0"/>
              </a:defRPr>
            </a:lvl5pPr>
          </a:lstStyle>
          <a:p>
            <a:pPr lvl="0"/>
            <a:r>
              <a:rPr lang="fr-FR" noProof="0"/>
              <a:t>Modifiez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/>
          </a:p>
        </p:txBody>
      </p:sp>
      <p:sp>
        <p:nvSpPr>
          <p:cNvPr id="7" name="TextBox 6"/>
          <p:cNvSpPr txBox="1"/>
          <p:nvPr/>
        </p:nvSpPr>
        <p:spPr>
          <a:xfrm>
            <a:off x="461434" y="5718810"/>
            <a:ext cx="1219200" cy="109728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206398" indent="-206398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2227" noProof="0"/>
          </a:p>
        </p:txBody>
      </p:sp>
      <p:sp>
        <p:nvSpPr>
          <p:cNvPr id="9" name="TextBox 6"/>
          <p:cNvSpPr txBox="1"/>
          <p:nvPr userDrawn="1"/>
        </p:nvSpPr>
        <p:spPr>
          <a:xfrm>
            <a:off x="461434" y="5718810"/>
            <a:ext cx="1219200" cy="109728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206398" indent="-206398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2227" noProof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772C3C-7BC7-07FC-6A24-A8C15B74B5C8}"/>
              </a:ext>
            </a:extLst>
          </p:cNvPr>
          <p:cNvSpPr/>
          <p:nvPr userDrawn="1"/>
        </p:nvSpPr>
        <p:spPr>
          <a:xfrm>
            <a:off x="0" y="0"/>
            <a:ext cx="888023" cy="8892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438396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888022" y="0"/>
            <a:ext cx="11303977" cy="88992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>
            <a:normAutofit/>
          </a:bodyPr>
          <a:lstStyle>
            <a:lvl1pPr>
              <a:tabLst>
                <a:tab pos="320040" algn="l"/>
              </a:tabLst>
              <a:defRPr lang="fr-CA" sz="3200" kern="1200" noProof="0">
                <a:solidFill>
                  <a:schemeClr val="bg1"/>
                </a:solidFill>
                <a:latin typeface="Visby Slab CF Bold" panose="00000800000000000000" pitchFamily="50" charset="0"/>
                <a:ea typeface="+mj-ea"/>
                <a:cs typeface="+mj-cs"/>
              </a:defRPr>
            </a:lvl1pPr>
          </a:lstStyle>
          <a:p>
            <a:r>
              <a:rPr lang="fr-CA" noProof="0"/>
              <a:t>	Click to </a:t>
            </a:r>
            <a:r>
              <a:rPr lang="fr-CA" noProof="0" err="1"/>
              <a:t>edit</a:t>
            </a:r>
            <a:r>
              <a:rPr lang="fr-CA" noProof="0"/>
              <a:t> </a:t>
            </a:r>
            <a:r>
              <a:rPr lang="fr-CA" noProof="0" err="1"/>
              <a:t>title</a:t>
            </a:r>
            <a:r>
              <a:rPr lang="fr-CA" noProof="0"/>
              <a:t> style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24640" y="1017270"/>
            <a:ext cx="11767680" cy="5679922"/>
          </a:xfrm>
        </p:spPr>
        <p:txBody>
          <a:bodyPr/>
          <a:lstStyle>
            <a:lvl1pPr>
              <a:defRPr>
                <a:latin typeface="Visby CF Medium" pitchFamily="50" charset="0"/>
              </a:defRPr>
            </a:lvl1pPr>
            <a:lvl2pPr>
              <a:defRPr>
                <a:latin typeface="Visby CF Medium" pitchFamily="50" charset="0"/>
              </a:defRPr>
            </a:lvl2pPr>
            <a:lvl3pPr>
              <a:defRPr>
                <a:latin typeface="Visby CF Medium" pitchFamily="50" charset="0"/>
              </a:defRPr>
            </a:lvl3pPr>
            <a:lvl4pPr>
              <a:defRPr>
                <a:latin typeface="Visby CF Medium" pitchFamily="50" charset="0"/>
              </a:defRPr>
            </a:lvl4pPr>
            <a:lvl5pPr>
              <a:defRPr>
                <a:latin typeface="Visby CF Medium" pitchFamily="50" charset="0"/>
              </a:defRPr>
            </a:lvl5pPr>
          </a:lstStyle>
          <a:p>
            <a:pPr lvl="0"/>
            <a:r>
              <a:rPr lang="fr-FR" noProof="0"/>
              <a:t>Modifiez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/>
          </a:p>
        </p:txBody>
      </p:sp>
      <p:sp>
        <p:nvSpPr>
          <p:cNvPr id="7" name="TextBox 6"/>
          <p:cNvSpPr txBox="1"/>
          <p:nvPr/>
        </p:nvSpPr>
        <p:spPr>
          <a:xfrm>
            <a:off x="461434" y="5718810"/>
            <a:ext cx="1219200" cy="109728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206398" indent="-206398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2227" noProof="0"/>
          </a:p>
        </p:txBody>
      </p:sp>
      <p:sp>
        <p:nvSpPr>
          <p:cNvPr id="9" name="TextBox 6"/>
          <p:cNvSpPr txBox="1"/>
          <p:nvPr userDrawn="1"/>
        </p:nvSpPr>
        <p:spPr>
          <a:xfrm>
            <a:off x="461434" y="5718810"/>
            <a:ext cx="1219200" cy="109728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206398" indent="-206398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2227" noProof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772C3C-7BC7-07FC-6A24-A8C15B74B5C8}"/>
              </a:ext>
            </a:extLst>
          </p:cNvPr>
          <p:cNvSpPr/>
          <p:nvPr userDrawn="1"/>
        </p:nvSpPr>
        <p:spPr>
          <a:xfrm>
            <a:off x="0" y="0"/>
            <a:ext cx="888023" cy="8892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8235892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888022" y="0"/>
            <a:ext cx="11303977" cy="88992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>
            <a:normAutofit/>
          </a:bodyPr>
          <a:lstStyle>
            <a:lvl1pPr>
              <a:tabLst>
                <a:tab pos="320040" algn="l"/>
              </a:tabLst>
              <a:defRPr lang="fr-CA" sz="3200" kern="1200" noProof="0">
                <a:solidFill>
                  <a:schemeClr val="bg1"/>
                </a:solidFill>
                <a:latin typeface="Visby Slab CF Bold" panose="00000800000000000000" pitchFamily="50" charset="0"/>
                <a:ea typeface="+mj-ea"/>
                <a:cs typeface="+mj-cs"/>
              </a:defRPr>
            </a:lvl1pPr>
          </a:lstStyle>
          <a:p>
            <a:r>
              <a:rPr lang="fr-CA" noProof="0"/>
              <a:t>Click to </a:t>
            </a:r>
            <a:r>
              <a:rPr lang="fr-CA" noProof="0" err="1"/>
              <a:t>edit</a:t>
            </a:r>
            <a:r>
              <a:rPr lang="fr-CA" noProof="0"/>
              <a:t> </a:t>
            </a:r>
            <a:r>
              <a:rPr lang="fr-CA" noProof="0" err="1"/>
              <a:t>title</a:t>
            </a:r>
            <a:r>
              <a:rPr lang="fr-CA" noProof="0"/>
              <a:t> style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24640" y="1017270"/>
            <a:ext cx="11767680" cy="5679922"/>
          </a:xfrm>
        </p:spPr>
        <p:txBody>
          <a:bodyPr/>
          <a:lstStyle>
            <a:lvl1pPr>
              <a:defRPr>
                <a:latin typeface="Visby CF Medium" pitchFamily="50" charset="0"/>
              </a:defRPr>
            </a:lvl1pPr>
            <a:lvl2pPr>
              <a:defRPr>
                <a:latin typeface="Visby CF Medium" pitchFamily="50" charset="0"/>
              </a:defRPr>
            </a:lvl2pPr>
            <a:lvl3pPr>
              <a:defRPr>
                <a:latin typeface="Visby CF Medium" pitchFamily="50" charset="0"/>
              </a:defRPr>
            </a:lvl3pPr>
            <a:lvl4pPr>
              <a:defRPr>
                <a:latin typeface="Visby CF Medium" pitchFamily="50" charset="0"/>
              </a:defRPr>
            </a:lvl4pPr>
            <a:lvl5pPr>
              <a:defRPr>
                <a:latin typeface="Visby CF Medium" pitchFamily="50" charset="0"/>
              </a:defRPr>
            </a:lvl5pPr>
          </a:lstStyle>
          <a:p>
            <a:pPr lvl="0"/>
            <a:r>
              <a:rPr lang="fr-FR" noProof="0"/>
              <a:t>Modifiez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/>
          </a:p>
        </p:txBody>
      </p:sp>
      <p:sp>
        <p:nvSpPr>
          <p:cNvPr id="7" name="TextBox 6"/>
          <p:cNvSpPr txBox="1"/>
          <p:nvPr/>
        </p:nvSpPr>
        <p:spPr>
          <a:xfrm>
            <a:off x="461434" y="5718810"/>
            <a:ext cx="1219200" cy="109728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206398" indent="-206398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2227" noProof="0"/>
          </a:p>
        </p:txBody>
      </p:sp>
      <p:sp>
        <p:nvSpPr>
          <p:cNvPr id="9" name="TextBox 6"/>
          <p:cNvSpPr txBox="1"/>
          <p:nvPr userDrawn="1"/>
        </p:nvSpPr>
        <p:spPr>
          <a:xfrm>
            <a:off x="461434" y="5718810"/>
            <a:ext cx="1219200" cy="109728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206398" indent="-206398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2227" noProof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772C3C-7BC7-07FC-6A24-A8C15B74B5C8}"/>
              </a:ext>
            </a:extLst>
          </p:cNvPr>
          <p:cNvSpPr/>
          <p:nvPr userDrawn="1"/>
        </p:nvSpPr>
        <p:spPr>
          <a:xfrm>
            <a:off x="0" y="0"/>
            <a:ext cx="888023" cy="8892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8466785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888022" y="0"/>
            <a:ext cx="11303977" cy="88992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>
            <a:normAutofit/>
          </a:bodyPr>
          <a:lstStyle>
            <a:lvl1pPr>
              <a:tabLst>
                <a:tab pos="320040" algn="l"/>
              </a:tabLst>
              <a:defRPr lang="fr-CA" sz="3200" kern="1200" noProof="0">
                <a:solidFill>
                  <a:schemeClr val="bg1"/>
                </a:solidFill>
                <a:latin typeface="Visby Slab CF Bold" panose="00000800000000000000" pitchFamily="50" charset="0"/>
                <a:ea typeface="+mj-ea"/>
                <a:cs typeface="+mj-cs"/>
              </a:defRPr>
            </a:lvl1pPr>
          </a:lstStyle>
          <a:p>
            <a:r>
              <a:rPr lang="fr-CA" noProof="0"/>
              <a:t>Click to </a:t>
            </a:r>
            <a:r>
              <a:rPr lang="fr-CA" noProof="0" err="1"/>
              <a:t>edit</a:t>
            </a:r>
            <a:r>
              <a:rPr lang="fr-CA" noProof="0"/>
              <a:t> </a:t>
            </a:r>
            <a:r>
              <a:rPr lang="fr-CA" noProof="0" err="1"/>
              <a:t>title</a:t>
            </a:r>
            <a:r>
              <a:rPr lang="fr-CA" noProof="0"/>
              <a:t> style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24640" y="1017270"/>
            <a:ext cx="11767680" cy="5679922"/>
          </a:xfrm>
        </p:spPr>
        <p:txBody>
          <a:bodyPr/>
          <a:lstStyle>
            <a:lvl1pPr>
              <a:defRPr>
                <a:latin typeface="Visby CF Medium" pitchFamily="50" charset="0"/>
              </a:defRPr>
            </a:lvl1pPr>
            <a:lvl2pPr>
              <a:defRPr>
                <a:latin typeface="Visby CF Medium" pitchFamily="50" charset="0"/>
              </a:defRPr>
            </a:lvl2pPr>
            <a:lvl3pPr>
              <a:defRPr>
                <a:latin typeface="Visby CF Medium" pitchFamily="50" charset="0"/>
              </a:defRPr>
            </a:lvl3pPr>
            <a:lvl4pPr>
              <a:defRPr>
                <a:latin typeface="Visby CF Medium" pitchFamily="50" charset="0"/>
              </a:defRPr>
            </a:lvl4pPr>
            <a:lvl5pPr>
              <a:defRPr>
                <a:latin typeface="Visby CF Medium" pitchFamily="50" charset="0"/>
              </a:defRPr>
            </a:lvl5pPr>
          </a:lstStyle>
          <a:p>
            <a:pPr lvl="0"/>
            <a:r>
              <a:rPr lang="fr-FR" noProof="0"/>
              <a:t>Modifiez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/>
          </a:p>
        </p:txBody>
      </p:sp>
      <p:sp>
        <p:nvSpPr>
          <p:cNvPr id="7" name="TextBox 6"/>
          <p:cNvSpPr txBox="1"/>
          <p:nvPr/>
        </p:nvSpPr>
        <p:spPr>
          <a:xfrm>
            <a:off x="461434" y="5718810"/>
            <a:ext cx="1219200" cy="109728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206398" indent="-206398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2227" noProof="0"/>
          </a:p>
        </p:txBody>
      </p:sp>
      <p:sp>
        <p:nvSpPr>
          <p:cNvPr id="9" name="TextBox 6"/>
          <p:cNvSpPr txBox="1"/>
          <p:nvPr userDrawn="1"/>
        </p:nvSpPr>
        <p:spPr>
          <a:xfrm>
            <a:off x="461434" y="5718810"/>
            <a:ext cx="1219200" cy="109728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206398" indent="-206398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2227" noProof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772C3C-7BC7-07FC-6A24-A8C15B74B5C8}"/>
              </a:ext>
            </a:extLst>
          </p:cNvPr>
          <p:cNvSpPr/>
          <p:nvPr userDrawn="1"/>
        </p:nvSpPr>
        <p:spPr>
          <a:xfrm>
            <a:off x="0" y="0"/>
            <a:ext cx="888023" cy="8892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480478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888022" y="0"/>
            <a:ext cx="11303977" cy="889920"/>
          </a:xfrm>
          <a:prstGeom prst="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>
            <a:normAutofit/>
          </a:bodyPr>
          <a:lstStyle>
            <a:lvl1pPr>
              <a:tabLst>
                <a:tab pos="320040" algn="l"/>
              </a:tabLst>
              <a:defRPr lang="fr-CA" sz="3200" kern="1200" noProof="0">
                <a:solidFill>
                  <a:schemeClr val="bg1"/>
                </a:solidFill>
                <a:latin typeface="Visby Slab CF Bold" panose="00000800000000000000" pitchFamily="50" charset="0"/>
                <a:ea typeface="+mj-ea"/>
                <a:cs typeface="+mj-cs"/>
              </a:defRPr>
            </a:lvl1pPr>
          </a:lstStyle>
          <a:p>
            <a:r>
              <a:rPr lang="fr-CA" noProof="0"/>
              <a:t>Click to </a:t>
            </a:r>
            <a:r>
              <a:rPr lang="fr-CA" noProof="0" err="1"/>
              <a:t>edit</a:t>
            </a:r>
            <a:r>
              <a:rPr lang="fr-CA" noProof="0"/>
              <a:t> </a:t>
            </a:r>
            <a:r>
              <a:rPr lang="fr-CA" noProof="0" err="1"/>
              <a:t>title</a:t>
            </a:r>
            <a:r>
              <a:rPr lang="fr-CA" noProof="0"/>
              <a:t> style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24640" y="1017270"/>
            <a:ext cx="11767680" cy="5679922"/>
          </a:xfrm>
        </p:spPr>
        <p:txBody>
          <a:bodyPr/>
          <a:lstStyle>
            <a:lvl1pPr>
              <a:defRPr>
                <a:latin typeface="Visby CF Medium" pitchFamily="50" charset="0"/>
              </a:defRPr>
            </a:lvl1pPr>
            <a:lvl2pPr>
              <a:defRPr>
                <a:latin typeface="Visby CF Medium" pitchFamily="50" charset="0"/>
              </a:defRPr>
            </a:lvl2pPr>
            <a:lvl3pPr>
              <a:defRPr>
                <a:latin typeface="Visby CF Medium" pitchFamily="50" charset="0"/>
              </a:defRPr>
            </a:lvl3pPr>
            <a:lvl4pPr>
              <a:defRPr>
                <a:latin typeface="Visby CF Medium" pitchFamily="50" charset="0"/>
              </a:defRPr>
            </a:lvl4pPr>
            <a:lvl5pPr>
              <a:defRPr>
                <a:latin typeface="Visby CF Medium" pitchFamily="50" charset="0"/>
              </a:defRPr>
            </a:lvl5pPr>
          </a:lstStyle>
          <a:p>
            <a:pPr lvl="0"/>
            <a:r>
              <a:rPr lang="fr-FR" noProof="0"/>
              <a:t>Modifiez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/>
          </a:p>
        </p:txBody>
      </p:sp>
      <p:sp>
        <p:nvSpPr>
          <p:cNvPr id="7" name="TextBox 6"/>
          <p:cNvSpPr txBox="1"/>
          <p:nvPr/>
        </p:nvSpPr>
        <p:spPr>
          <a:xfrm>
            <a:off x="461434" y="5718810"/>
            <a:ext cx="1219200" cy="109728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206398" indent="-206398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2227" noProof="0"/>
          </a:p>
        </p:txBody>
      </p:sp>
      <p:sp>
        <p:nvSpPr>
          <p:cNvPr id="9" name="TextBox 6"/>
          <p:cNvSpPr txBox="1"/>
          <p:nvPr userDrawn="1"/>
        </p:nvSpPr>
        <p:spPr>
          <a:xfrm>
            <a:off x="461434" y="5718810"/>
            <a:ext cx="1219200" cy="109728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206398" indent="-206398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2227" noProof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772C3C-7BC7-07FC-6A24-A8C15B74B5C8}"/>
              </a:ext>
            </a:extLst>
          </p:cNvPr>
          <p:cNvSpPr/>
          <p:nvPr userDrawn="1"/>
        </p:nvSpPr>
        <p:spPr>
          <a:xfrm>
            <a:off x="0" y="0"/>
            <a:ext cx="888023" cy="8892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6307779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61434" y="5718810"/>
            <a:ext cx="1219200" cy="109728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206398" indent="-206398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2227" noProof="0"/>
          </a:p>
        </p:txBody>
      </p:sp>
      <p:sp>
        <p:nvSpPr>
          <p:cNvPr id="9" name="TextBox 6"/>
          <p:cNvSpPr txBox="1"/>
          <p:nvPr userDrawn="1"/>
        </p:nvSpPr>
        <p:spPr>
          <a:xfrm>
            <a:off x="461434" y="5718810"/>
            <a:ext cx="1219200" cy="109728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206398" indent="-206398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2227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598EAB-A240-EB77-7D97-E2AAED96ECA1}"/>
              </a:ext>
            </a:extLst>
          </p:cNvPr>
          <p:cNvSpPr/>
          <p:nvPr userDrawn="1"/>
        </p:nvSpPr>
        <p:spPr>
          <a:xfrm rot="5400000">
            <a:off x="10462333" y="5119540"/>
            <a:ext cx="472518" cy="298682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7794EF-2032-F1DC-2B6D-82457CDBCD05}"/>
              </a:ext>
            </a:extLst>
          </p:cNvPr>
          <p:cNvSpPr/>
          <p:nvPr userDrawn="1"/>
        </p:nvSpPr>
        <p:spPr>
          <a:xfrm rot="5400000">
            <a:off x="8994328" y="6377150"/>
            <a:ext cx="472518" cy="471600"/>
          </a:xfrm>
          <a:prstGeom prst="rect">
            <a:avLst/>
          </a:prstGeom>
          <a:solidFill>
            <a:srgbClr val="203864"/>
          </a:solidFill>
          <a:ln>
            <a:solidFill>
              <a:srgbClr val="203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A8EE9A53-C187-19EC-7879-455208C1C9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8022" y="0"/>
            <a:ext cx="11303977" cy="88992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>
            <a:lvl1pPr>
              <a:tabLst>
                <a:tab pos="320040" algn="l"/>
              </a:tabLst>
              <a:defRPr lang="fr-CA" sz="3200" kern="1200" noProof="0">
                <a:solidFill>
                  <a:schemeClr val="tx2"/>
                </a:solidFill>
                <a:latin typeface="Visby Slab CF Bold" panose="00000800000000000000" pitchFamily="50" charset="0"/>
                <a:ea typeface="+mj-ea"/>
                <a:cs typeface="+mj-cs"/>
              </a:defRPr>
            </a:lvl1pPr>
          </a:lstStyle>
          <a:p>
            <a:r>
              <a:rPr lang="fr-CA" noProof="0"/>
              <a:t>	Click to </a:t>
            </a:r>
            <a:r>
              <a:rPr lang="fr-CA" noProof="0" err="1"/>
              <a:t>edit</a:t>
            </a:r>
            <a:r>
              <a:rPr lang="fr-CA" noProof="0"/>
              <a:t> </a:t>
            </a:r>
            <a:r>
              <a:rPr lang="fr-CA" noProof="0" err="1"/>
              <a:t>title</a:t>
            </a:r>
            <a:r>
              <a:rPr lang="fr-CA" noProof="0"/>
              <a:t> style</a:t>
            </a:r>
          </a:p>
        </p:txBody>
      </p:sp>
    </p:spTree>
    <p:extLst>
      <p:ext uri="{BB962C8B-B14F-4D97-AF65-F5344CB8AC3E}">
        <p14:creationId xmlns:p14="http://schemas.microsoft.com/office/powerpoint/2010/main" val="154425394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61434" y="5718810"/>
            <a:ext cx="1219200" cy="109728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206398" indent="-206398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2227" noProof="0"/>
          </a:p>
        </p:txBody>
      </p:sp>
      <p:sp>
        <p:nvSpPr>
          <p:cNvPr id="9" name="TextBox 6"/>
          <p:cNvSpPr txBox="1"/>
          <p:nvPr userDrawn="1"/>
        </p:nvSpPr>
        <p:spPr>
          <a:xfrm>
            <a:off x="461434" y="5718810"/>
            <a:ext cx="1219200" cy="109728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206398" indent="-206398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2227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598EAB-A240-EB77-7D97-E2AAED96ECA1}"/>
              </a:ext>
            </a:extLst>
          </p:cNvPr>
          <p:cNvSpPr/>
          <p:nvPr userDrawn="1"/>
        </p:nvSpPr>
        <p:spPr>
          <a:xfrm rot="5400000">
            <a:off x="10462333" y="5119540"/>
            <a:ext cx="472518" cy="298682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7794EF-2032-F1DC-2B6D-82457CDBCD05}"/>
              </a:ext>
            </a:extLst>
          </p:cNvPr>
          <p:cNvSpPr/>
          <p:nvPr userDrawn="1"/>
        </p:nvSpPr>
        <p:spPr>
          <a:xfrm rot="5400000">
            <a:off x="8994328" y="6377150"/>
            <a:ext cx="472518" cy="471600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A8EE9A53-C187-19EC-7879-455208C1C9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8022" y="0"/>
            <a:ext cx="11303977" cy="88992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>
            <a:lvl1pPr>
              <a:tabLst>
                <a:tab pos="320040" algn="l"/>
              </a:tabLst>
              <a:defRPr lang="fr-CA" sz="3200" kern="1200" noProof="0">
                <a:solidFill>
                  <a:schemeClr val="accent4"/>
                </a:solidFill>
                <a:latin typeface="Visby Slab CF Bold" panose="00000800000000000000" pitchFamily="50" charset="0"/>
                <a:ea typeface="+mj-ea"/>
                <a:cs typeface="+mj-cs"/>
              </a:defRPr>
            </a:lvl1pPr>
          </a:lstStyle>
          <a:p>
            <a:r>
              <a:rPr lang="fr-CA" noProof="0"/>
              <a:t>Click to </a:t>
            </a:r>
            <a:r>
              <a:rPr lang="fr-CA" noProof="0" err="1"/>
              <a:t>edit</a:t>
            </a:r>
            <a:r>
              <a:rPr lang="fr-CA" noProof="0"/>
              <a:t> </a:t>
            </a:r>
            <a:r>
              <a:rPr lang="fr-CA" noProof="0" err="1"/>
              <a:t>title</a:t>
            </a:r>
            <a:r>
              <a:rPr lang="fr-CA" noProof="0"/>
              <a:t> style</a:t>
            </a:r>
          </a:p>
        </p:txBody>
      </p:sp>
    </p:spTree>
    <p:extLst>
      <p:ext uri="{BB962C8B-B14F-4D97-AF65-F5344CB8AC3E}">
        <p14:creationId xmlns:p14="http://schemas.microsoft.com/office/powerpoint/2010/main" val="383696608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7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185EE1-A7BF-4AD5-BC17-F265808F8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Visby Slab CF Bold" panose="00000800000000000000" pitchFamily="50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DAABD6A-C539-4986-8D7A-CD2C406F66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>
            <a:lvl1pPr marL="2286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1pPr>
            <a:lvl2pPr marL="6858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4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2pPr>
            <a:lvl3pPr marL="11430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0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3pPr>
            <a:lvl4pPr marL="16002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4pPr>
            <a:lvl5pPr marL="20574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934BDF9-CB23-494B-B363-9E25B36D0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C9F17-3A02-44C2-9C14-398C33D5EF03}" type="datetime1">
              <a:rPr lang="fr-CA" smtClean="0"/>
              <a:t>2026-08-30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3A02F70-0106-4D01-94E1-DB447CF45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8E416A0-68C3-4BA8-B81F-3419DBBCB5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472" r="1427"/>
          <a:stretch/>
        </p:blipFill>
        <p:spPr>
          <a:xfrm>
            <a:off x="11057862" y="6210411"/>
            <a:ext cx="654974" cy="657227"/>
          </a:xfrm>
          <a:prstGeom prst="rect">
            <a:avLst/>
          </a:prstGeom>
        </p:spPr>
      </p:pic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DC0AD9BE-B0C3-435D-BC3E-4521EBEEF9C7}"/>
              </a:ext>
            </a:extLst>
          </p:cNvPr>
          <p:cNvSpPr txBox="1">
            <a:spLocks/>
          </p:cNvSpPr>
          <p:nvPr userDrawn="1"/>
        </p:nvSpPr>
        <p:spPr>
          <a:xfrm>
            <a:off x="11664803" y="6536326"/>
            <a:ext cx="540488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162AF1F-2696-4F34-A7F3-E326E3C5B51E}" type="slidenum">
              <a:rPr lang="fr-CA" sz="1400" smtClean="0">
                <a:solidFill>
                  <a:schemeClr val="accent4"/>
                </a:solidFill>
                <a:latin typeface="Visby Slab CF Bold" panose="00000800000000000000" pitchFamily="50" charset="0"/>
              </a:rPr>
              <a:pPr algn="ctr"/>
              <a:t>‹N°›</a:t>
            </a:fld>
            <a:endParaRPr lang="fr-CA" sz="1400">
              <a:solidFill>
                <a:schemeClr val="accent4"/>
              </a:solidFill>
              <a:latin typeface="Visby Slab CF Bold" panose="00000800000000000000" pitchFamily="50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6567A4-6355-BD3C-4037-FBD5088829F8}"/>
              </a:ext>
            </a:extLst>
          </p:cNvPr>
          <p:cNvSpPr/>
          <p:nvPr userDrawn="1"/>
        </p:nvSpPr>
        <p:spPr>
          <a:xfrm>
            <a:off x="838200" y="1709553"/>
            <a:ext cx="10533184" cy="10800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FD178C0-E3DD-03F4-E12B-9D8A2DEA6913}"/>
              </a:ext>
            </a:extLst>
          </p:cNvPr>
          <p:cNvSpPr/>
          <p:nvPr userDrawn="1"/>
        </p:nvSpPr>
        <p:spPr>
          <a:xfrm>
            <a:off x="838200" y="1709553"/>
            <a:ext cx="108000" cy="108000"/>
          </a:xfrm>
          <a:prstGeom prst="rect">
            <a:avLst/>
          </a:prstGeom>
          <a:solidFill>
            <a:srgbClr val="203864"/>
          </a:solidFill>
          <a:ln>
            <a:solidFill>
              <a:srgbClr val="203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9894190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185EE1-A7BF-4AD5-BC17-F265808F8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Visby Slab CF Bold" panose="00000800000000000000" pitchFamily="50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DAABD6A-C539-4986-8D7A-CD2C406F66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92262" cy="4351338"/>
          </a:xfrm>
        </p:spPr>
        <p:txBody>
          <a:bodyPr anchor="ctr">
            <a:normAutofit/>
          </a:bodyPr>
          <a:lstStyle>
            <a:lvl1pPr marL="2286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1pPr>
            <a:lvl2pPr marL="6858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4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2pPr>
            <a:lvl3pPr marL="11430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0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3pPr>
            <a:lvl4pPr marL="16002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4pPr>
            <a:lvl5pPr marL="20574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934BDF9-CB23-494B-B363-9E25B36D0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C9F17-3A02-44C2-9C14-398C33D5EF03}" type="datetime1">
              <a:rPr lang="fr-CA" smtClean="0"/>
              <a:t>2026-08-30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3A02F70-0106-4D01-94E1-DB447CF45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8E416A0-68C3-4BA8-B81F-3419DBBCB5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472" r="1427"/>
          <a:stretch/>
        </p:blipFill>
        <p:spPr>
          <a:xfrm>
            <a:off x="11057862" y="6210411"/>
            <a:ext cx="654974" cy="657227"/>
          </a:xfrm>
          <a:prstGeom prst="rect">
            <a:avLst/>
          </a:prstGeom>
        </p:spPr>
      </p:pic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DC0AD9BE-B0C3-435D-BC3E-4521EBEEF9C7}"/>
              </a:ext>
            </a:extLst>
          </p:cNvPr>
          <p:cNvSpPr txBox="1">
            <a:spLocks/>
          </p:cNvSpPr>
          <p:nvPr userDrawn="1"/>
        </p:nvSpPr>
        <p:spPr>
          <a:xfrm>
            <a:off x="11664803" y="6536326"/>
            <a:ext cx="540488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162AF1F-2696-4F34-A7F3-E326E3C5B51E}" type="slidenum">
              <a:rPr lang="fr-CA" sz="1400" smtClean="0">
                <a:solidFill>
                  <a:schemeClr val="accent2"/>
                </a:solidFill>
                <a:latin typeface="Visby Slab CF Bold" panose="00000800000000000000" pitchFamily="50" charset="0"/>
              </a:rPr>
              <a:pPr algn="ctr"/>
              <a:t>‹N°›</a:t>
            </a:fld>
            <a:endParaRPr lang="fr-CA" sz="1400">
              <a:solidFill>
                <a:schemeClr val="accent2"/>
              </a:solidFill>
              <a:latin typeface="Visby Slab CF Bold" panose="00000800000000000000" pitchFamily="50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ED1FFB-4E60-EE52-12A7-B696E9EEBB39}"/>
              </a:ext>
            </a:extLst>
          </p:cNvPr>
          <p:cNvSpPr/>
          <p:nvPr userDrawn="1"/>
        </p:nvSpPr>
        <p:spPr>
          <a:xfrm>
            <a:off x="838200" y="1709553"/>
            <a:ext cx="5492262" cy="116072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83D631-88E3-FF4E-2562-9CA27B86EC6F}"/>
              </a:ext>
            </a:extLst>
          </p:cNvPr>
          <p:cNvSpPr/>
          <p:nvPr userDrawn="1"/>
        </p:nvSpPr>
        <p:spPr>
          <a:xfrm>
            <a:off x="838200" y="1709553"/>
            <a:ext cx="108000" cy="108000"/>
          </a:xfrm>
          <a:prstGeom prst="rect">
            <a:avLst/>
          </a:prstGeom>
          <a:solidFill>
            <a:srgbClr val="203864"/>
          </a:solidFill>
          <a:ln>
            <a:solidFill>
              <a:srgbClr val="203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5439270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185EE1-A7BF-4AD5-BC17-F265808F8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Visby Slab CF Bold" panose="00000800000000000000" pitchFamily="50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DAABD6A-C539-4986-8D7A-CD2C406F66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92262" cy="4351338"/>
          </a:xfrm>
        </p:spPr>
        <p:txBody>
          <a:bodyPr anchor="ctr">
            <a:normAutofit/>
          </a:bodyPr>
          <a:lstStyle>
            <a:lvl1pPr marL="2286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1pPr>
            <a:lvl2pPr marL="6858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4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2pPr>
            <a:lvl3pPr marL="11430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0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3pPr>
            <a:lvl4pPr marL="16002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4pPr>
            <a:lvl5pPr marL="20574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934BDF9-CB23-494B-B363-9E25B36D0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C9F17-3A02-44C2-9C14-398C33D5EF03}" type="datetime1">
              <a:rPr lang="fr-CA" smtClean="0"/>
              <a:t>2026-08-30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3A02F70-0106-4D01-94E1-DB447CF45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8E416A0-68C3-4BA8-B81F-3419DBBCB5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472" r="1427"/>
          <a:stretch/>
        </p:blipFill>
        <p:spPr>
          <a:xfrm>
            <a:off x="11057862" y="6210411"/>
            <a:ext cx="654974" cy="657227"/>
          </a:xfrm>
          <a:prstGeom prst="rect">
            <a:avLst/>
          </a:prstGeom>
        </p:spPr>
      </p:pic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DC0AD9BE-B0C3-435D-BC3E-4521EBEEF9C7}"/>
              </a:ext>
            </a:extLst>
          </p:cNvPr>
          <p:cNvSpPr txBox="1">
            <a:spLocks/>
          </p:cNvSpPr>
          <p:nvPr userDrawn="1"/>
        </p:nvSpPr>
        <p:spPr>
          <a:xfrm>
            <a:off x="11664803" y="6536326"/>
            <a:ext cx="540488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162AF1F-2696-4F34-A7F3-E326E3C5B51E}" type="slidenum">
              <a:rPr lang="fr-CA" sz="1400" smtClean="0">
                <a:solidFill>
                  <a:schemeClr val="accent2"/>
                </a:solidFill>
                <a:latin typeface="Visby Slab CF Bold" panose="00000800000000000000" pitchFamily="50" charset="0"/>
              </a:rPr>
              <a:pPr algn="ctr"/>
              <a:t>‹N°›</a:t>
            </a:fld>
            <a:endParaRPr lang="fr-CA" sz="1400">
              <a:solidFill>
                <a:schemeClr val="accent2"/>
              </a:solidFill>
              <a:latin typeface="Visby Slab CF Bold" panose="00000800000000000000" pitchFamily="50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ED1FFB-4E60-EE52-12A7-B696E9EEBB39}"/>
              </a:ext>
            </a:extLst>
          </p:cNvPr>
          <p:cNvSpPr/>
          <p:nvPr userDrawn="1"/>
        </p:nvSpPr>
        <p:spPr>
          <a:xfrm>
            <a:off x="838200" y="1709553"/>
            <a:ext cx="5492262" cy="116072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83D631-88E3-FF4E-2562-9CA27B86EC6F}"/>
              </a:ext>
            </a:extLst>
          </p:cNvPr>
          <p:cNvSpPr/>
          <p:nvPr userDrawn="1"/>
        </p:nvSpPr>
        <p:spPr>
          <a:xfrm>
            <a:off x="838200" y="1709553"/>
            <a:ext cx="108000" cy="108000"/>
          </a:xfrm>
          <a:prstGeom prst="rect">
            <a:avLst/>
          </a:prstGeom>
          <a:solidFill>
            <a:srgbClr val="203864"/>
          </a:solidFill>
          <a:ln>
            <a:solidFill>
              <a:srgbClr val="203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1446300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185EE1-A7BF-4AD5-BC17-F265808F8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Visby Slab CF Bold" panose="00000800000000000000" pitchFamily="50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DC0AD9BE-B0C3-435D-BC3E-4521EBEEF9C7}"/>
              </a:ext>
            </a:extLst>
          </p:cNvPr>
          <p:cNvSpPr txBox="1">
            <a:spLocks/>
          </p:cNvSpPr>
          <p:nvPr userDrawn="1"/>
        </p:nvSpPr>
        <p:spPr>
          <a:xfrm>
            <a:off x="11664803" y="6536326"/>
            <a:ext cx="540488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162AF1F-2696-4F34-A7F3-E326E3C5B51E}" type="slidenum">
              <a:rPr lang="fr-CA" sz="1200" smtClean="0">
                <a:solidFill>
                  <a:srgbClr val="003C71"/>
                </a:solidFill>
                <a:latin typeface="Visby CF" pitchFamily="50" charset="0"/>
              </a:rPr>
              <a:pPr algn="ctr"/>
              <a:t>‹N°›</a:t>
            </a:fld>
            <a:endParaRPr lang="fr-CA" sz="1200">
              <a:solidFill>
                <a:srgbClr val="003C71"/>
              </a:solidFill>
              <a:latin typeface="Visby CF" pitchFamily="50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59D36B-EA26-D450-5622-4C9069AAC298}"/>
              </a:ext>
            </a:extLst>
          </p:cNvPr>
          <p:cNvSpPr/>
          <p:nvPr userDrawn="1"/>
        </p:nvSpPr>
        <p:spPr>
          <a:xfrm rot="5400000">
            <a:off x="10462333" y="5119540"/>
            <a:ext cx="472518" cy="2986820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BBD810-0277-793C-EA97-93FAC7EB8040}"/>
              </a:ext>
            </a:extLst>
          </p:cNvPr>
          <p:cNvSpPr/>
          <p:nvPr userDrawn="1"/>
        </p:nvSpPr>
        <p:spPr>
          <a:xfrm rot="5400000">
            <a:off x="8994328" y="6377150"/>
            <a:ext cx="472518" cy="471600"/>
          </a:xfrm>
          <a:prstGeom prst="rect">
            <a:avLst/>
          </a:prstGeom>
          <a:solidFill>
            <a:srgbClr val="203864"/>
          </a:solidFill>
          <a:ln>
            <a:solidFill>
              <a:srgbClr val="203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6344752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185EE1-A7BF-4AD5-BC17-F265808F8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Visby Slab CF Bold" panose="00000800000000000000" pitchFamily="50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DAABD6A-C539-4986-8D7A-CD2C406F66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>
            <a:lvl1pPr marL="2286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1pPr>
            <a:lvl2pPr marL="6858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4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2pPr>
            <a:lvl3pPr marL="11430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0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3pPr>
            <a:lvl4pPr marL="16002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4pPr>
            <a:lvl5pPr marL="20574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934BDF9-CB23-494B-B363-9E25B36D0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C9F17-3A02-44C2-9C14-398C33D5EF03}" type="datetime1">
              <a:rPr lang="fr-CA" smtClean="0"/>
              <a:t>2026-08-30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3A02F70-0106-4D01-94E1-DB447CF45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8E416A0-68C3-4BA8-B81F-3419DBBCB5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472" r="1427"/>
          <a:stretch/>
        </p:blipFill>
        <p:spPr>
          <a:xfrm>
            <a:off x="11057862" y="6210411"/>
            <a:ext cx="654974" cy="657227"/>
          </a:xfrm>
          <a:prstGeom prst="rect">
            <a:avLst/>
          </a:prstGeom>
        </p:spPr>
      </p:pic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DC0AD9BE-B0C3-435D-BC3E-4521EBEEF9C7}"/>
              </a:ext>
            </a:extLst>
          </p:cNvPr>
          <p:cNvSpPr txBox="1">
            <a:spLocks/>
          </p:cNvSpPr>
          <p:nvPr userDrawn="1"/>
        </p:nvSpPr>
        <p:spPr>
          <a:xfrm>
            <a:off x="11664803" y="6536326"/>
            <a:ext cx="540488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162AF1F-2696-4F34-A7F3-E326E3C5B51E}" type="slidenum">
              <a:rPr lang="fr-CA" sz="1400" b="0" smtClean="0">
                <a:solidFill>
                  <a:schemeClr val="accent2"/>
                </a:solidFill>
                <a:latin typeface="Visby Slab CF Bold" panose="00000800000000000000" pitchFamily="50" charset="0"/>
              </a:rPr>
              <a:pPr algn="ctr"/>
              <a:t>‹N°›</a:t>
            </a:fld>
            <a:endParaRPr lang="fr-CA" sz="1200" b="0">
              <a:solidFill>
                <a:schemeClr val="accent2"/>
              </a:solidFill>
              <a:latin typeface="Visby Slab CF Bold" panose="00000800000000000000" pitchFamily="50" charset="0"/>
            </a:endParaRPr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91D0E067-7F7F-2D6B-48CC-ECADEEA552C9}"/>
              </a:ext>
            </a:extLst>
          </p:cNvPr>
          <p:cNvGrpSpPr/>
          <p:nvPr userDrawn="1"/>
        </p:nvGrpSpPr>
        <p:grpSpPr>
          <a:xfrm>
            <a:off x="838200" y="1709553"/>
            <a:ext cx="10533184" cy="108000"/>
            <a:chOff x="838200" y="1709553"/>
            <a:chExt cx="10533184" cy="10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56567A4-6355-BD3C-4037-FBD5088829F8}"/>
                </a:ext>
              </a:extLst>
            </p:cNvPr>
            <p:cNvSpPr/>
            <p:nvPr userDrawn="1"/>
          </p:nvSpPr>
          <p:spPr>
            <a:xfrm>
              <a:off x="838200" y="1709553"/>
              <a:ext cx="10533184" cy="1080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FD178C0-E3DD-03F4-E12B-9D8A2DEA6913}"/>
                </a:ext>
              </a:extLst>
            </p:cNvPr>
            <p:cNvSpPr/>
            <p:nvPr userDrawn="1"/>
          </p:nvSpPr>
          <p:spPr>
            <a:xfrm>
              <a:off x="838200" y="1709553"/>
              <a:ext cx="108000" cy="108000"/>
            </a:xfrm>
            <a:prstGeom prst="rect">
              <a:avLst/>
            </a:prstGeom>
            <a:solidFill>
              <a:srgbClr val="203864"/>
            </a:solidFill>
            <a:ln>
              <a:solidFill>
                <a:srgbClr val="2038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</p:grpSp>
    </p:spTree>
    <p:extLst>
      <p:ext uri="{BB962C8B-B14F-4D97-AF65-F5344CB8AC3E}">
        <p14:creationId xmlns:p14="http://schemas.microsoft.com/office/powerpoint/2010/main" val="318785942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185EE1-A7BF-4AD5-BC17-F265808F8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Visby Slab CF Bold" panose="00000800000000000000" pitchFamily="50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DAABD6A-C539-4986-8D7A-CD2C406F66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>
            <a:lvl1pPr marL="2286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1pPr>
            <a:lvl2pPr marL="6858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4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2pPr>
            <a:lvl3pPr marL="11430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0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3pPr>
            <a:lvl4pPr marL="16002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4pPr>
            <a:lvl5pPr marL="20574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934BDF9-CB23-494B-B363-9E25B36D0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C9F17-3A02-44C2-9C14-398C33D5EF03}" type="datetime1">
              <a:rPr lang="fr-CA" smtClean="0"/>
              <a:t>2026-08-30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3A02F70-0106-4D01-94E1-DB447CF45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8E416A0-68C3-4BA8-B81F-3419DBBCB5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472" r="1427"/>
          <a:stretch/>
        </p:blipFill>
        <p:spPr>
          <a:xfrm>
            <a:off x="11383031" y="6061296"/>
            <a:ext cx="654974" cy="657227"/>
          </a:xfrm>
          <a:prstGeom prst="rect">
            <a:avLst/>
          </a:prstGeom>
        </p:spPr>
      </p:pic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DC0AD9BE-B0C3-435D-BC3E-4521EBEEF9C7}"/>
              </a:ext>
            </a:extLst>
          </p:cNvPr>
          <p:cNvSpPr txBox="1">
            <a:spLocks/>
          </p:cNvSpPr>
          <p:nvPr userDrawn="1"/>
        </p:nvSpPr>
        <p:spPr>
          <a:xfrm>
            <a:off x="10899211" y="6455575"/>
            <a:ext cx="540488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162AF1F-2696-4F34-A7F3-E326E3C5B51E}" type="slidenum">
              <a:rPr lang="fr-CA" sz="1400" b="0" smtClean="0">
                <a:solidFill>
                  <a:schemeClr val="accent2"/>
                </a:solidFill>
                <a:latin typeface="Visby Slab CF Bold" panose="00000800000000000000" pitchFamily="50" charset="0"/>
              </a:rPr>
              <a:pPr algn="ctr"/>
              <a:t>‹N°›</a:t>
            </a:fld>
            <a:endParaRPr lang="fr-CA" sz="1200" b="0">
              <a:solidFill>
                <a:schemeClr val="accent2"/>
              </a:solidFill>
              <a:latin typeface="Visby Slab CF Bold" panose="00000800000000000000" pitchFamily="50" charset="0"/>
            </a:endParaRPr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91D0E067-7F7F-2D6B-48CC-ECADEEA552C9}"/>
              </a:ext>
            </a:extLst>
          </p:cNvPr>
          <p:cNvGrpSpPr/>
          <p:nvPr userDrawn="1"/>
        </p:nvGrpSpPr>
        <p:grpSpPr>
          <a:xfrm>
            <a:off x="838200" y="1709553"/>
            <a:ext cx="10533184" cy="108000"/>
            <a:chOff x="838200" y="1709553"/>
            <a:chExt cx="10533184" cy="10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56567A4-6355-BD3C-4037-FBD5088829F8}"/>
                </a:ext>
              </a:extLst>
            </p:cNvPr>
            <p:cNvSpPr/>
            <p:nvPr userDrawn="1"/>
          </p:nvSpPr>
          <p:spPr>
            <a:xfrm>
              <a:off x="838200" y="1709553"/>
              <a:ext cx="10533184" cy="1080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FD178C0-E3DD-03F4-E12B-9D8A2DEA6913}"/>
                </a:ext>
              </a:extLst>
            </p:cNvPr>
            <p:cNvSpPr/>
            <p:nvPr userDrawn="1"/>
          </p:nvSpPr>
          <p:spPr>
            <a:xfrm>
              <a:off x="838200" y="1709553"/>
              <a:ext cx="108000" cy="108000"/>
            </a:xfrm>
            <a:prstGeom prst="rect">
              <a:avLst/>
            </a:prstGeom>
            <a:solidFill>
              <a:srgbClr val="203864"/>
            </a:solidFill>
            <a:ln>
              <a:solidFill>
                <a:srgbClr val="2038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</p:grpSp>
    </p:spTree>
    <p:extLst>
      <p:ext uri="{BB962C8B-B14F-4D97-AF65-F5344CB8AC3E}">
        <p14:creationId xmlns:p14="http://schemas.microsoft.com/office/powerpoint/2010/main" val="389988943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e 12">
            <a:extLst>
              <a:ext uri="{FF2B5EF4-FFF2-40B4-BE49-F238E27FC236}">
                <a16:creationId xmlns:a16="http://schemas.microsoft.com/office/drawing/2014/main" id="{EBDD9D57-9370-83B4-9116-276A686DC0E2}"/>
              </a:ext>
            </a:extLst>
          </p:cNvPr>
          <p:cNvGrpSpPr/>
          <p:nvPr userDrawn="1"/>
        </p:nvGrpSpPr>
        <p:grpSpPr>
          <a:xfrm>
            <a:off x="831850" y="3686829"/>
            <a:ext cx="10521950" cy="900001"/>
            <a:chOff x="831850" y="3686829"/>
            <a:chExt cx="10521950" cy="90000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3DAD92D-B154-D982-F8D5-1C42DEFAC34E}"/>
                </a:ext>
              </a:extLst>
            </p:cNvPr>
            <p:cNvSpPr/>
            <p:nvPr userDrawn="1"/>
          </p:nvSpPr>
          <p:spPr>
            <a:xfrm rot="5400000">
              <a:off x="5642825" y="-1124146"/>
              <a:ext cx="900000" cy="1052195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1BA741F-8330-9175-BB85-E6E8D878CB1F}"/>
                </a:ext>
              </a:extLst>
            </p:cNvPr>
            <p:cNvSpPr/>
            <p:nvPr userDrawn="1"/>
          </p:nvSpPr>
          <p:spPr>
            <a:xfrm rot="5400000">
              <a:off x="834502" y="3686830"/>
              <a:ext cx="900000" cy="900000"/>
            </a:xfrm>
            <a:prstGeom prst="rect">
              <a:avLst/>
            </a:prstGeom>
            <a:solidFill>
              <a:srgbClr val="203864"/>
            </a:solidFill>
            <a:ln>
              <a:solidFill>
                <a:srgbClr val="2038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AEBDF881-2B87-4A64-9F9F-77C401AA7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4502" y="1709738"/>
            <a:ext cx="9612948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  <a:latin typeface="Visby CF" pitchFamily="50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0367424-D776-493C-987D-ECE5A1EE12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2">
                    <a:lumMod val="25000"/>
                  </a:schemeClr>
                </a:solidFill>
                <a:latin typeface="Visby Slab CF Bold" panose="00000800000000000000" pitchFamily="50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3B1EB46-6A6F-4051-916B-173FABD96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A3F56-1CBF-4B71-BCF0-9D49C229BC9E}" type="datetime1">
              <a:rPr lang="fr-CA" smtClean="0"/>
              <a:t>2026-08-30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045C6CD-773E-49C9-9C0F-00A841E49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6AFFE51-28AD-499E-9A51-17A8F9ED7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AF1F-2696-4F34-A7F3-E326E3C5B51E}" type="slidenum">
              <a:rPr lang="fr-CA" smtClean="0"/>
              <a:t>‹N°›</a:t>
            </a:fld>
            <a:endParaRPr lang="fr-CA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92A690AD-01A7-4AED-9076-FBB008D79B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472" r="1427"/>
          <a:stretch/>
        </p:blipFill>
        <p:spPr>
          <a:xfrm>
            <a:off x="11057862" y="6210411"/>
            <a:ext cx="654974" cy="657227"/>
          </a:xfrm>
          <a:prstGeom prst="rect">
            <a:avLst/>
          </a:prstGeom>
        </p:spPr>
      </p:pic>
      <p:sp>
        <p:nvSpPr>
          <p:cNvPr id="9" name="Espace réservé du numéro de diapositive 5">
            <a:extLst>
              <a:ext uri="{FF2B5EF4-FFF2-40B4-BE49-F238E27FC236}">
                <a16:creationId xmlns:a16="http://schemas.microsoft.com/office/drawing/2014/main" id="{F88E85E2-9F61-4B62-80C6-8FE9ECE2F8C9}"/>
              </a:ext>
            </a:extLst>
          </p:cNvPr>
          <p:cNvSpPr txBox="1">
            <a:spLocks/>
          </p:cNvSpPr>
          <p:nvPr userDrawn="1"/>
        </p:nvSpPr>
        <p:spPr>
          <a:xfrm>
            <a:off x="11664803" y="6536326"/>
            <a:ext cx="540488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162AF1F-2696-4F34-A7F3-E326E3C5B51E}" type="slidenum">
              <a:rPr lang="fr-CA" sz="1400" smtClean="0">
                <a:solidFill>
                  <a:schemeClr val="accent2"/>
                </a:solidFill>
                <a:latin typeface="Visby Slab CF Bold" panose="00000800000000000000" pitchFamily="50" charset="0"/>
              </a:rPr>
              <a:pPr algn="ctr"/>
              <a:t>‹N°›</a:t>
            </a:fld>
            <a:endParaRPr lang="fr-CA" sz="1400">
              <a:solidFill>
                <a:schemeClr val="accent2"/>
              </a:solidFill>
              <a:latin typeface="Visby Slab CF Bold" panose="000008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862193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e 6">
            <a:extLst>
              <a:ext uri="{FF2B5EF4-FFF2-40B4-BE49-F238E27FC236}">
                <a16:creationId xmlns:a16="http://schemas.microsoft.com/office/drawing/2014/main" id="{E322D8C5-A4B1-D227-6B9A-DD26950FB037}"/>
              </a:ext>
            </a:extLst>
          </p:cNvPr>
          <p:cNvGrpSpPr/>
          <p:nvPr userDrawn="1"/>
        </p:nvGrpSpPr>
        <p:grpSpPr>
          <a:xfrm>
            <a:off x="831850" y="2410691"/>
            <a:ext cx="7478137" cy="900001"/>
            <a:chOff x="831850" y="2410691"/>
            <a:chExt cx="7478137" cy="90000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3DAD92D-B154-D982-F8D5-1C42DEFAC34E}"/>
                </a:ext>
              </a:extLst>
            </p:cNvPr>
            <p:cNvSpPr/>
            <p:nvPr userDrawn="1"/>
          </p:nvSpPr>
          <p:spPr>
            <a:xfrm rot="5400000">
              <a:off x="4120919" y="-878378"/>
              <a:ext cx="900000" cy="747813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1BA741F-8330-9175-BB85-E6E8D878CB1F}"/>
                </a:ext>
              </a:extLst>
            </p:cNvPr>
            <p:cNvSpPr/>
            <p:nvPr userDrawn="1"/>
          </p:nvSpPr>
          <p:spPr>
            <a:xfrm rot="5400000">
              <a:off x="834502" y="2410692"/>
              <a:ext cx="900000" cy="900000"/>
            </a:xfrm>
            <a:prstGeom prst="rect">
              <a:avLst/>
            </a:prstGeom>
            <a:solidFill>
              <a:srgbClr val="203864"/>
            </a:solidFill>
            <a:ln>
              <a:solidFill>
                <a:srgbClr val="2038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AEBDF881-2B87-4A64-9F9F-77C401AA7986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1734502" y="433600"/>
            <a:ext cx="6575485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 marL="180975" indent="0">
              <a:defRPr sz="4800">
                <a:solidFill>
                  <a:schemeClr val="bg1"/>
                </a:solidFill>
                <a:latin typeface="Visby CF" pitchFamily="50" charset="0"/>
              </a:defRPr>
            </a:lvl1pPr>
          </a:lstStyle>
          <a:p>
            <a:r>
              <a:rPr lang="fr-FR"/>
              <a:t>Modifiezle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0367424-D776-493C-987D-ECE5A1EE120C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831850" y="3313325"/>
            <a:ext cx="7478137" cy="2775976"/>
          </a:xfrm>
        </p:spPr>
        <p:txBody>
          <a:bodyPr/>
          <a:lstStyle>
            <a:lvl1pPr marL="0" indent="0">
              <a:buNone/>
              <a:defRPr sz="2400">
                <a:solidFill>
                  <a:schemeClr val="bg2">
                    <a:lumMod val="25000"/>
                  </a:schemeClr>
                </a:solidFill>
                <a:latin typeface="Visby Slab CF Bold" panose="00000800000000000000" pitchFamily="50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3B1EB46-6A6F-4051-916B-173FABD96FDE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C3FA3F56-1CBF-4B71-BCF0-9D49C229BC9E}" type="datetime1">
              <a:rPr lang="fr-CA" smtClean="0"/>
              <a:t>2026-08-30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045C6CD-773E-49C9-9C0F-00A841E4914D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6AFFE51-28AD-499E-9A51-17A8F9ED76B1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4162AF1F-2696-4F34-A7F3-E326E3C5B51E}" type="slidenum">
              <a:rPr lang="fr-CA" smtClean="0"/>
              <a:t>‹N°›</a:t>
            </a:fld>
            <a:endParaRPr lang="fr-CA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92A690AD-01A7-4AED-9076-FBB008D79B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472" r="1427"/>
          <a:stretch/>
        </p:blipFill>
        <p:spPr>
          <a:xfrm>
            <a:off x="11057862" y="6210411"/>
            <a:ext cx="654974" cy="657227"/>
          </a:xfrm>
          <a:prstGeom prst="rect">
            <a:avLst/>
          </a:prstGeom>
        </p:spPr>
      </p:pic>
      <p:sp>
        <p:nvSpPr>
          <p:cNvPr id="9" name="Espace réservé du numéro de diapositive 5">
            <a:extLst>
              <a:ext uri="{FF2B5EF4-FFF2-40B4-BE49-F238E27FC236}">
                <a16:creationId xmlns:a16="http://schemas.microsoft.com/office/drawing/2014/main" id="{F88E85E2-9F61-4B62-80C6-8FE9ECE2F8C9}"/>
              </a:ext>
            </a:extLst>
          </p:cNvPr>
          <p:cNvSpPr txBox="1">
            <a:spLocks/>
          </p:cNvSpPr>
          <p:nvPr userDrawn="1"/>
        </p:nvSpPr>
        <p:spPr>
          <a:xfrm>
            <a:off x="11664803" y="6536326"/>
            <a:ext cx="540488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162AF1F-2696-4F34-A7F3-E326E3C5B51E}" type="slidenum">
              <a:rPr lang="fr-CA" sz="1400" smtClean="0">
                <a:solidFill>
                  <a:schemeClr val="accent2"/>
                </a:solidFill>
                <a:latin typeface="Visby Slab CF Bold" panose="00000800000000000000" pitchFamily="50" charset="0"/>
              </a:rPr>
              <a:pPr algn="ctr"/>
              <a:t>‹N°›</a:t>
            </a:fld>
            <a:endParaRPr lang="fr-CA" sz="1400">
              <a:solidFill>
                <a:schemeClr val="accent2"/>
              </a:solidFill>
              <a:latin typeface="Visby Slab CF Bold" panose="000008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68194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D6FF520-7EBC-4D23-9027-BE7F20AC6B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59523"/>
            <a:ext cx="5181600" cy="4717440"/>
          </a:xfrm>
        </p:spPr>
        <p:txBody>
          <a:bodyPr>
            <a:normAutofit/>
          </a:bodyPr>
          <a:lstStyle>
            <a:lvl1pPr marL="2286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400">
                <a:solidFill>
                  <a:schemeClr val="bg2">
                    <a:lumMod val="10000"/>
                  </a:schemeClr>
                </a:solidFill>
              </a:defRPr>
            </a:lvl1pPr>
            <a:lvl2pPr marL="6858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000">
                <a:solidFill>
                  <a:schemeClr val="bg2">
                    <a:lumMod val="10000"/>
                  </a:schemeClr>
                </a:solidFill>
              </a:defRPr>
            </a:lvl2pPr>
            <a:lvl3pPr marL="11430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10000"/>
                  </a:schemeClr>
                </a:solidFill>
              </a:defRPr>
            </a:lvl3pPr>
            <a:lvl4pPr marL="16002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600">
                <a:solidFill>
                  <a:schemeClr val="bg2">
                    <a:lumMod val="10000"/>
                  </a:schemeClr>
                </a:solidFill>
              </a:defRPr>
            </a:lvl4pPr>
            <a:lvl5pPr marL="20574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600"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0F1508B-6CF9-436F-AE7F-373AE84289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59523"/>
            <a:ext cx="5181600" cy="4717440"/>
          </a:xfrm>
        </p:spPr>
        <p:txBody>
          <a:bodyPr>
            <a:normAutofit/>
          </a:bodyPr>
          <a:lstStyle>
            <a:lvl1pPr marL="2286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400">
                <a:solidFill>
                  <a:schemeClr val="bg2">
                    <a:lumMod val="10000"/>
                  </a:schemeClr>
                </a:solidFill>
              </a:defRPr>
            </a:lvl1pPr>
            <a:lvl2pPr marL="6858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000">
                <a:solidFill>
                  <a:schemeClr val="bg2">
                    <a:lumMod val="10000"/>
                  </a:schemeClr>
                </a:solidFill>
              </a:defRPr>
            </a:lvl2pPr>
            <a:lvl3pPr marL="11430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10000"/>
                  </a:schemeClr>
                </a:solidFill>
              </a:defRPr>
            </a:lvl3pPr>
            <a:lvl4pPr marL="16002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600">
                <a:solidFill>
                  <a:schemeClr val="bg2">
                    <a:lumMod val="10000"/>
                  </a:schemeClr>
                </a:solidFill>
              </a:defRPr>
            </a:lvl4pPr>
            <a:lvl5pPr marL="20574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600"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1D1BB8EB-77F7-0447-0817-CCF477C778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8022" y="0"/>
            <a:ext cx="11303977" cy="88992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>
            <a:normAutofit/>
          </a:bodyPr>
          <a:lstStyle>
            <a:lvl1pPr>
              <a:tabLst>
                <a:tab pos="320040" algn="l"/>
              </a:tabLst>
              <a:defRPr lang="fr-CA" sz="3200" kern="1200" noProof="0">
                <a:solidFill>
                  <a:schemeClr val="bg1"/>
                </a:solidFill>
                <a:latin typeface="Visby Slab CF Bold" panose="00000800000000000000" pitchFamily="50" charset="0"/>
                <a:ea typeface="+mj-ea"/>
                <a:cs typeface="+mj-cs"/>
              </a:defRPr>
            </a:lvl1pPr>
          </a:lstStyle>
          <a:p>
            <a:r>
              <a:rPr lang="fr-CA" noProof="0"/>
              <a:t>	Click to </a:t>
            </a:r>
            <a:r>
              <a:rPr lang="fr-CA" noProof="0" err="1"/>
              <a:t>edit</a:t>
            </a:r>
            <a:r>
              <a:rPr lang="fr-CA" noProof="0"/>
              <a:t> </a:t>
            </a:r>
            <a:r>
              <a:rPr lang="fr-CA" noProof="0" err="1"/>
              <a:t>title</a:t>
            </a:r>
            <a:r>
              <a:rPr lang="fr-CA" noProof="0"/>
              <a:t> style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337692-CA06-8A6E-800A-88C2CB7BA118}"/>
              </a:ext>
            </a:extLst>
          </p:cNvPr>
          <p:cNvSpPr/>
          <p:nvPr userDrawn="1"/>
        </p:nvSpPr>
        <p:spPr>
          <a:xfrm>
            <a:off x="0" y="0"/>
            <a:ext cx="888023" cy="8892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6713405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D6FF520-7EBC-4D23-9027-BE7F20AC6B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59523"/>
            <a:ext cx="5181600" cy="4717440"/>
          </a:xfrm>
        </p:spPr>
        <p:txBody>
          <a:bodyPr>
            <a:normAutofit/>
          </a:bodyPr>
          <a:lstStyle>
            <a:lvl1pPr marL="2286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400">
                <a:solidFill>
                  <a:schemeClr val="bg2">
                    <a:lumMod val="10000"/>
                  </a:schemeClr>
                </a:solidFill>
              </a:defRPr>
            </a:lvl1pPr>
            <a:lvl2pPr marL="6858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000">
                <a:solidFill>
                  <a:schemeClr val="bg2">
                    <a:lumMod val="10000"/>
                  </a:schemeClr>
                </a:solidFill>
              </a:defRPr>
            </a:lvl2pPr>
            <a:lvl3pPr marL="11430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10000"/>
                  </a:schemeClr>
                </a:solidFill>
              </a:defRPr>
            </a:lvl3pPr>
            <a:lvl4pPr marL="16002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600">
                <a:solidFill>
                  <a:schemeClr val="bg2">
                    <a:lumMod val="10000"/>
                  </a:schemeClr>
                </a:solidFill>
              </a:defRPr>
            </a:lvl4pPr>
            <a:lvl5pPr marL="20574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600"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0F1508B-6CF9-436F-AE7F-373AE84289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59523"/>
            <a:ext cx="5181600" cy="4717440"/>
          </a:xfrm>
        </p:spPr>
        <p:txBody>
          <a:bodyPr>
            <a:normAutofit/>
          </a:bodyPr>
          <a:lstStyle>
            <a:lvl1pPr marL="2286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400">
                <a:solidFill>
                  <a:schemeClr val="bg2">
                    <a:lumMod val="10000"/>
                  </a:schemeClr>
                </a:solidFill>
              </a:defRPr>
            </a:lvl1pPr>
            <a:lvl2pPr marL="6858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000">
                <a:solidFill>
                  <a:schemeClr val="bg2">
                    <a:lumMod val="10000"/>
                  </a:schemeClr>
                </a:solidFill>
              </a:defRPr>
            </a:lvl2pPr>
            <a:lvl3pPr marL="11430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10000"/>
                  </a:schemeClr>
                </a:solidFill>
              </a:defRPr>
            </a:lvl3pPr>
            <a:lvl4pPr marL="16002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600">
                <a:solidFill>
                  <a:schemeClr val="bg2">
                    <a:lumMod val="10000"/>
                  </a:schemeClr>
                </a:solidFill>
              </a:defRPr>
            </a:lvl4pPr>
            <a:lvl5pPr marL="20574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600"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1D1BB8EB-77F7-0447-0817-CCF477C778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8022" y="0"/>
            <a:ext cx="11303977" cy="889920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>
            <a:normAutofit/>
          </a:bodyPr>
          <a:lstStyle>
            <a:lvl1pPr>
              <a:tabLst>
                <a:tab pos="320040" algn="l"/>
              </a:tabLst>
              <a:defRPr lang="fr-CA" sz="3200" kern="1200" noProof="0">
                <a:solidFill>
                  <a:schemeClr val="bg1"/>
                </a:solidFill>
                <a:latin typeface="Visby Slab CF Bold" panose="00000800000000000000" pitchFamily="50" charset="0"/>
                <a:ea typeface="+mj-ea"/>
                <a:cs typeface="+mj-cs"/>
              </a:defRPr>
            </a:lvl1pPr>
          </a:lstStyle>
          <a:p>
            <a:r>
              <a:rPr lang="fr-CA" noProof="0"/>
              <a:t>Click to </a:t>
            </a:r>
            <a:r>
              <a:rPr lang="fr-CA" noProof="0" err="1"/>
              <a:t>edit</a:t>
            </a:r>
            <a:r>
              <a:rPr lang="fr-CA" noProof="0"/>
              <a:t> </a:t>
            </a:r>
            <a:r>
              <a:rPr lang="fr-CA" noProof="0" err="1"/>
              <a:t>title</a:t>
            </a:r>
            <a:r>
              <a:rPr lang="fr-CA" noProof="0"/>
              <a:t> style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337692-CA06-8A6E-800A-88C2CB7BA118}"/>
              </a:ext>
            </a:extLst>
          </p:cNvPr>
          <p:cNvSpPr/>
          <p:nvPr userDrawn="1"/>
        </p:nvSpPr>
        <p:spPr>
          <a:xfrm>
            <a:off x="0" y="0"/>
            <a:ext cx="888023" cy="8892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910146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E47C7D-ED3A-4278-A72A-48345246A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Visby Slab CF Bold" panose="00000800000000000000" pitchFamily="50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0E886C2-319B-46B8-AEEA-C66D91E93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57375"/>
            <a:ext cx="5157787" cy="64770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accent4"/>
                </a:solidFill>
                <a:latin typeface="Visby Slab CF Bold" panose="00000800000000000000" pitchFamily="50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9913E5C-7FCE-4545-9F38-F46AC53B5A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 marL="2286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400">
                <a:solidFill>
                  <a:schemeClr val="bg2">
                    <a:lumMod val="10000"/>
                  </a:schemeClr>
                </a:solidFill>
              </a:defRPr>
            </a:lvl1pPr>
            <a:lvl2pPr marL="6858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000">
                <a:solidFill>
                  <a:schemeClr val="bg2">
                    <a:lumMod val="10000"/>
                  </a:schemeClr>
                </a:solidFill>
              </a:defRPr>
            </a:lvl2pPr>
            <a:lvl3pPr marL="11430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10000"/>
                  </a:schemeClr>
                </a:solidFill>
              </a:defRPr>
            </a:lvl3pPr>
            <a:lvl4pPr marL="16002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600">
                <a:solidFill>
                  <a:schemeClr val="bg2">
                    <a:lumMod val="10000"/>
                  </a:schemeClr>
                </a:solidFill>
              </a:defRPr>
            </a:lvl4pPr>
            <a:lvl5pPr marL="20574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600"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37AAED7-E9B6-48F2-A2E0-FEC8023F89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57375"/>
            <a:ext cx="5183188" cy="64770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accent4"/>
                </a:solidFill>
                <a:latin typeface="Visby Slab CF Bold" panose="00000800000000000000" pitchFamily="50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ADA2E83-D189-4767-ADCE-540349D0EF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 marL="2286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400">
                <a:solidFill>
                  <a:schemeClr val="bg2">
                    <a:lumMod val="10000"/>
                  </a:schemeClr>
                </a:solidFill>
              </a:defRPr>
            </a:lvl1pPr>
            <a:lvl2pPr marL="6858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000">
                <a:solidFill>
                  <a:schemeClr val="bg2">
                    <a:lumMod val="10000"/>
                  </a:schemeClr>
                </a:solidFill>
              </a:defRPr>
            </a:lvl2pPr>
            <a:lvl3pPr marL="11430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10000"/>
                  </a:schemeClr>
                </a:solidFill>
              </a:defRPr>
            </a:lvl3pPr>
            <a:lvl4pPr marL="16002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600">
                <a:solidFill>
                  <a:schemeClr val="bg2">
                    <a:lumMod val="10000"/>
                  </a:schemeClr>
                </a:solidFill>
              </a:defRPr>
            </a:lvl4pPr>
            <a:lvl5pPr marL="20574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600"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5C8475E-69CC-4760-BC4D-744440FA2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9ED92-C0A7-4E10-8DD3-6743B6F44C7B}" type="datetime1">
              <a:rPr lang="fr-CA" smtClean="0"/>
              <a:t>2026-08-30</a:t>
            </a:fld>
            <a:endParaRPr lang="fr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8F30160-070B-4EFD-9E9E-BC0F83F6A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F012686-7446-4AAB-A356-87A58A8AB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AF1F-2696-4F34-A7F3-E326E3C5B51E}" type="slidenum">
              <a:rPr lang="fr-CA" smtClean="0"/>
              <a:t>‹N°›</a:t>
            </a:fld>
            <a:endParaRPr lang="fr-CA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EED67E66-1270-42BB-90A8-FC65102E80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472" r="1427"/>
          <a:stretch/>
        </p:blipFill>
        <p:spPr>
          <a:xfrm>
            <a:off x="11057862" y="6210411"/>
            <a:ext cx="654974" cy="657227"/>
          </a:xfrm>
          <a:prstGeom prst="rect">
            <a:avLst/>
          </a:prstGeom>
        </p:spPr>
      </p:pic>
      <p:grpSp>
        <p:nvGrpSpPr>
          <p:cNvPr id="13" name="Groupe 12">
            <a:extLst>
              <a:ext uri="{FF2B5EF4-FFF2-40B4-BE49-F238E27FC236}">
                <a16:creationId xmlns:a16="http://schemas.microsoft.com/office/drawing/2014/main" id="{3AC88339-9552-A25D-2921-A87AA4DFDD4B}"/>
              </a:ext>
            </a:extLst>
          </p:cNvPr>
          <p:cNvGrpSpPr/>
          <p:nvPr userDrawn="1"/>
        </p:nvGrpSpPr>
        <p:grpSpPr>
          <a:xfrm>
            <a:off x="838200" y="1709553"/>
            <a:ext cx="10533184" cy="108000"/>
            <a:chOff x="838200" y="1709553"/>
            <a:chExt cx="10533184" cy="10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0CF4B4C-BFD0-8C2A-2386-F412098246A6}"/>
                </a:ext>
              </a:extLst>
            </p:cNvPr>
            <p:cNvSpPr/>
            <p:nvPr userDrawn="1"/>
          </p:nvSpPr>
          <p:spPr>
            <a:xfrm>
              <a:off x="838200" y="1709553"/>
              <a:ext cx="10533184" cy="1080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2B810E8-6C17-FB8B-D457-5256556C269D}"/>
                </a:ext>
              </a:extLst>
            </p:cNvPr>
            <p:cNvSpPr/>
            <p:nvPr userDrawn="1"/>
          </p:nvSpPr>
          <p:spPr>
            <a:xfrm>
              <a:off x="838200" y="1709553"/>
              <a:ext cx="108000" cy="108000"/>
            </a:xfrm>
            <a:prstGeom prst="rect">
              <a:avLst/>
            </a:prstGeom>
            <a:solidFill>
              <a:srgbClr val="203864"/>
            </a:solidFill>
            <a:ln>
              <a:solidFill>
                <a:srgbClr val="2038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</p:grp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5D05A552-4479-6999-0E35-5C8EE1CCB186}"/>
              </a:ext>
            </a:extLst>
          </p:cNvPr>
          <p:cNvSpPr txBox="1">
            <a:spLocks/>
          </p:cNvSpPr>
          <p:nvPr userDrawn="1"/>
        </p:nvSpPr>
        <p:spPr>
          <a:xfrm>
            <a:off x="11664803" y="6536326"/>
            <a:ext cx="540488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162AF1F-2696-4F34-A7F3-E326E3C5B51E}" type="slidenum">
              <a:rPr lang="fr-CA" sz="1400" smtClean="0">
                <a:solidFill>
                  <a:schemeClr val="accent2"/>
                </a:solidFill>
                <a:latin typeface="Visby Slab CF Bold" panose="00000800000000000000" pitchFamily="50" charset="0"/>
              </a:rPr>
              <a:pPr algn="ctr"/>
              <a:t>‹N°›</a:t>
            </a:fld>
            <a:endParaRPr lang="fr-CA" sz="1400">
              <a:solidFill>
                <a:schemeClr val="accent2"/>
              </a:solidFill>
              <a:latin typeface="Visby Slab CF Bold" panose="000008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802612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54DEB8-4F5E-4AAE-A758-E30BDC47F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Visby Slab CF Bold" panose="00000800000000000000" pitchFamily="50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A14BE86-3DA4-4ACC-9F51-02FE94A7B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1101E-C5D6-48CB-B6D1-4E1641070EEB}" type="datetime1">
              <a:rPr lang="fr-CA" smtClean="0"/>
              <a:t>2026-08-30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7E88ACB-9530-4D5B-BB1B-4CA0A7E92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775DFD6-489D-42B5-9D6F-592A6E5D9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AF1F-2696-4F34-A7F3-E326E3C5B51E}" type="slidenum">
              <a:rPr lang="fr-CA" smtClean="0"/>
              <a:t>‹N°›</a:t>
            </a:fld>
            <a:endParaRPr lang="fr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C9CBCD-40E8-4EE8-B41F-8CB8DDB16B8C}"/>
              </a:ext>
            </a:extLst>
          </p:cNvPr>
          <p:cNvSpPr/>
          <p:nvPr userDrawn="1"/>
        </p:nvSpPr>
        <p:spPr>
          <a:xfrm>
            <a:off x="8527312" y="6517758"/>
            <a:ext cx="3664688" cy="340242"/>
          </a:xfrm>
          <a:prstGeom prst="rect">
            <a:avLst/>
          </a:prstGeom>
          <a:solidFill>
            <a:srgbClr val="888B8D"/>
          </a:solidFill>
          <a:ln>
            <a:solidFill>
              <a:srgbClr val="888B8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A7B8A08-0129-4753-B49F-46CD5D78F6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472" r="1427"/>
          <a:stretch/>
        </p:blipFill>
        <p:spPr>
          <a:xfrm>
            <a:off x="11057862" y="6210411"/>
            <a:ext cx="654974" cy="657227"/>
          </a:xfrm>
          <a:prstGeom prst="rect">
            <a:avLst/>
          </a:prstGeom>
        </p:spPr>
      </p:pic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DAA6D7D7-2752-44C8-B867-BB292699DEEC}"/>
              </a:ext>
            </a:extLst>
          </p:cNvPr>
          <p:cNvSpPr txBox="1">
            <a:spLocks/>
          </p:cNvSpPr>
          <p:nvPr userDrawn="1"/>
        </p:nvSpPr>
        <p:spPr>
          <a:xfrm>
            <a:off x="11664803" y="6536326"/>
            <a:ext cx="540488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162AF1F-2696-4F34-A7F3-E326E3C5B51E}" type="slidenum">
              <a:rPr lang="fr-CA" sz="1200" smtClean="0">
                <a:solidFill>
                  <a:schemeClr val="tx2"/>
                </a:solidFill>
                <a:latin typeface="Visby CF" pitchFamily="50" charset="0"/>
              </a:rPr>
              <a:pPr algn="ctr"/>
              <a:t>‹N°›</a:t>
            </a:fld>
            <a:endParaRPr lang="fr-CA" sz="1200">
              <a:solidFill>
                <a:schemeClr val="tx2"/>
              </a:solidFill>
              <a:latin typeface="Visby CF" pitchFamily="50" charset="0"/>
            </a:endParaRP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224B0C09-CC67-AFAA-5567-2D88140A4C21}"/>
              </a:ext>
            </a:extLst>
          </p:cNvPr>
          <p:cNvGrpSpPr/>
          <p:nvPr userDrawn="1"/>
        </p:nvGrpSpPr>
        <p:grpSpPr>
          <a:xfrm>
            <a:off x="838200" y="1709553"/>
            <a:ext cx="10533184" cy="108000"/>
            <a:chOff x="838200" y="1709553"/>
            <a:chExt cx="10533184" cy="10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A474C50-6FC7-1299-7A01-369B3B568D86}"/>
                </a:ext>
              </a:extLst>
            </p:cNvPr>
            <p:cNvSpPr/>
            <p:nvPr userDrawn="1"/>
          </p:nvSpPr>
          <p:spPr>
            <a:xfrm>
              <a:off x="838200" y="1709553"/>
              <a:ext cx="10533184" cy="1080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0B80BA3-3EC3-7880-F6B1-940ABD8A8019}"/>
                </a:ext>
              </a:extLst>
            </p:cNvPr>
            <p:cNvSpPr/>
            <p:nvPr userDrawn="1"/>
          </p:nvSpPr>
          <p:spPr>
            <a:xfrm>
              <a:off x="838200" y="1709553"/>
              <a:ext cx="108000" cy="108000"/>
            </a:xfrm>
            <a:prstGeom prst="rect">
              <a:avLst/>
            </a:prstGeom>
            <a:solidFill>
              <a:srgbClr val="203864"/>
            </a:solidFill>
            <a:ln>
              <a:solidFill>
                <a:srgbClr val="2038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</p:grpSp>
    </p:spTree>
    <p:extLst>
      <p:ext uri="{BB962C8B-B14F-4D97-AF65-F5344CB8AC3E}">
        <p14:creationId xmlns:p14="http://schemas.microsoft.com/office/powerpoint/2010/main" val="243983271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BB2C9CB-2066-4279-A68C-D7E978D80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D5BF6-20CC-48B5-A010-8238257C1994}" type="datetime1">
              <a:rPr lang="fr-CA" smtClean="0"/>
              <a:t>2026-08-30</a:t>
            </a:fld>
            <a:endParaRPr lang="fr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01F4E27-6958-4070-AA66-9A182D798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D2A506C-C42C-491E-9BF5-093EF3AC5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AF1F-2696-4F34-A7F3-E326E3C5B51E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3717181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F51677-42BF-4FC2-8CE3-7E864674D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tx2"/>
                </a:solidFill>
                <a:latin typeface="Visby Slab CF Bold" panose="00000800000000000000" pitchFamily="50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18D88F3-8BDC-4C17-8D4A-8F4C884C4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1E9FF7B-CFD3-4931-97F0-F095DB122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DC5A066-9CAF-4775-A347-FFE32DA2A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B9842-C8FA-4217-AC08-028192B15B24}" type="datetime1">
              <a:rPr lang="fr-CA" smtClean="0"/>
              <a:t>2026-08-30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C62906C-320F-4B5D-9C84-4F2B8ACBF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BA4ADDC-7251-4089-BAF1-3A0B93DD7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AF1F-2696-4F34-A7F3-E326E3C5B51E}" type="slidenum">
              <a:rPr lang="fr-CA" smtClean="0"/>
              <a:t>‹N°›</a:t>
            </a:fld>
            <a:endParaRPr lang="fr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4DDD5A-DEA7-4CD1-8D7A-AF3A6B240B1C}"/>
              </a:ext>
            </a:extLst>
          </p:cNvPr>
          <p:cNvSpPr/>
          <p:nvPr userDrawn="1"/>
        </p:nvSpPr>
        <p:spPr>
          <a:xfrm>
            <a:off x="8527312" y="6517758"/>
            <a:ext cx="3664688" cy="34024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AD89B3DA-2FAE-490D-A4FC-F4E4E1FC589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472" r="1427"/>
          <a:stretch/>
        </p:blipFill>
        <p:spPr>
          <a:xfrm>
            <a:off x="11057862" y="6210411"/>
            <a:ext cx="654974" cy="657227"/>
          </a:xfrm>
          <a:prstGeom prst="rect">
            <a:avLst/>
          </a:prstGeom>
        </p:spPr>
      </p:pic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54C9F896-D6A0-4997-A045-99EB2D4FA30C}"/>
              </a:ext>
            </a:extLst>
          </p:cNvPr>
          <p:cNvSpPr txBox="1">
            <a:spLocks/>
          </p:cNvSpPr>
          <p:nvPr userDrawn="1"/>
        </p:nvSpPr>
        <p:spPr>
          <a:xfrm>
            <a:off x="11664803" y="6536326"/>
            <a:ext cx="540488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162AF1F-2696-4F34-A7F3-E326E3C5B51E}" type="slidenum">
              <a:rPr lang="fr-CA" sz="1200" smtClean="0">
                <a:solidFill>
                  <a:srgbClr val="003C71"/>
                </a:solidFill>
                <a:latin typeface="Arial Rounded MT Bold" panose="020F0704030504030204" pitchFamily="34" charset="0"/>
              </a:rPr>
              <a:pPr algn="ctr"/>
              <a:t>‹N°›</a:t>
            </a:fld>
            <a:endParaRPr lang="fr-CA" sz="1200">
              <a:solidFill>
                <a:srgbClr val="003C7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680209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49ECDF-A604-443E-8A4F-EA05FFF6F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tx2"/>
                </a:solidFill>
                <a:latin typeface="Visby Slab CF Bold" panose="00000800000000000000" pitchFamily="50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346E8B3-AC30-4A96-91CA-2F94780478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9FEFE5B-5101-4D36-9F68-ECDECB2D20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77E3281-5E78-4495-93B6-1C292584C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CB3C4-D721-4A49-A7A3-5AED191ECCD4}" type="datetime1">
              <a:rPr lang="fr-CA" smtClean="0"/>
              <a:t>2026-08-30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16C1F57-F6DF-4568-B538-E07867004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456E195-F0F6-4CCC-AF5E-D024B7D3D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AF1F-2696-4F34-A7F3-E326E3C5B51E}" type="slidenum">
              <a:rPr lang="fr-CA" smtClean="0"/>
              <a:t>‹N°›</a:t>
            </a:fld>
            <a:endParaRPr lang="fr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6C7529-1657-4E25-B7AA-C3903B6AE45F}"/>
              </a:ext>
            </a:extLst>
          </p:cNvPr>
          <p:cNvSpPr/>
          <p:nvPr userDrawn="1"/>
        </p:nvSpPr>
        <p:spPr>
          <a:xfrm>
            <a:off x="8527312" y="6517758"/>
            <a:ext cx="3664688" cy="34024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C01413F5-9437-488A-B736-A631EF2529A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472" r="1427"/>
          <a:stretch/>
        </p:blipFill>
        <p:spPr>
          <a:xfrm>
            <a:off x="11057862" y="6210411"/>
            <a:ext cx="654974" cy="657227"/>
          </a:xfrm>
          <a:prstGeom prst="rect">
            <a:avLst/>
          </a:prstGeom>
        </p:spPr>
      </p:pic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C5FB3474-7D12-4CF4-9943-98EE47AE6F85}"/>
              </a:ext>
            </a:extLst>
          </p:cNvPr>
          <p:cNvSpPr txBox="1">
            <a:spLocks/>
          </p:cNvSpPr>
          <p:nvPr userDrawn="1"/>
        </p:nvSpPr>
        <p:spPr>
          <a:xfrm>
            <a:off x="11664803" y="6536326"/>
            <a:ext cx="540488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162AF1F-2696-4F34-A7F3-E326E3C5B51E}" type="slidenum">
              <a:rPr lang="fr-CA" sz="1200" smtClean="0">
                <a:solidFill>
                  <a:srgbClr val="003C71"/>
                </a:solidFill>
                <a:latin typeface="Arial Rounded MT Bold" panose="020F0704030504030204" pitchFamily="34" charset="0"/>
              </a:rPr>
              <a:pPr algn="ctr"/>
              <a:t>‹N°›</a:t>
            </a:fld>
            <a:endParaRPr lang="fr-CA" sz="1200">
              <a:solidFill>
                <a:srgbClr val="003C7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769160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5E406E-95F4-499A-BBE9-B9D97B562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Visby Slab CF Bold" panose="00000800000000000000" pitchFamily="50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0A157FC-67D7-4281-A18E-62948D66A1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4DBF626-1B08-4CB3-8602-7F9E2514A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68845-574F-4A39-9217-7572E8838CEC}" type="datetime1">
              <a:rPr lang="fr-CA" smtClean="0"/>
              <a:t>2026-08-30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B14F398-5C2F-49BD-8C4D-1D9D1EFD2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5D41BFF-3D7A-4FDC-A6A5-3948EE9DD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AF1F-2696-4F34-A7F3-E326E3C5B51E}" type="slidenum">
              <a:rPr lang="fr-CA" smtClean="0"/>
              <a:t>‹N°›</a:t>
            </a:fld>
            <a:endParaRPr lang="fr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615985-F4BD-4105-A719-4A8F90123318}"/>
              </a:ext>
            </a:extLst>
          </p:cNvPr>
          <p:cNvSpPr/>
          <p:nvPr userDrawn="1"/>
        </p:nvSpPr>
        <p:spPr>
          <a:xfrm>
            <a:off x="8527312" y="6517758"/>
            <a:ext cx="3664688" cy="34024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D810BD40-0F11-40A6-ADA5-84CA00EBD8F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472" r="1427"/>
          <a:stretch/>
        </p:blipFill>
        <p:spPr>
          <a:xfrm>
            <a:off x="11057862" y="6210411"/>
            <a:ext cx="654974" cy="657227"/>
          </a:xfrm>
          <a:prstGeom prst="rect">
            <a:avLst/>
          </a:prstGeom>
        </p:spPr>
      </p:pic>
      <p:sp>
        <p:nvSpPr>
          <p:cNvPr id="9" name="Espace réservé du numéro de diapositive 5">
            <a:extLst>
              <a:ext uri="{FF2B5EF4-FFF2-40B4-BE49-F238E27FC236}">
                <a16:creationId xmlns:a16="http://schemas.microsoft.com/office/drawing/2014/main" id="{C05E0136-25C9-41F6-987D-BA6FA2D7937D}"/>
              </a:ext>
            </a:extLst>
          </p:cNvPr>
          <p:cNvSpPr txBox="1">
            <a:spLocks/>
          </p:cNvSpPr>
          <p:nvPr userDrawn="1"/>
        </p:nvSpPr>
        <p:spPr>
          <a:xfrm>
            <a:off x="11664803" y="6536326"/>
            <a:ext cx="540488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162AF1F-2696-4F34-A7F3-E326E3C5B51E}" type="slidenum">
              <a:rPr lang="fr-CA" sz="1200" smtClean="0">
                <a:solidFill>
                  <a:srgbClr val="003C71"/>
                </a:solidFill>
                <a:latin typeface="Arial Rounded MT Bold" panose="020F0704030504030204" pitchFamily="34" charset="0"/>
              </a:rPr>
              <a:pPr algn="ctr"/>
              <a:t>‹N°›</a:t>
            </a:fld>
            <a:endParaRPr lang="fr-CA" sz="1200">
              <a:solidFill>
                <a:srgbClr val="003C7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004262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1446C12-A80C-412A-9A11-679AF22FF0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>
            <a:lvl1pPr>
              <a:defRPr>
                <a:solidFill>
                  <a:schemeClr val="tx2"/>
                </a:solidFill>
                <a:latin typeface="Visby Slab CF Bold" panose="00000800000000000000" pitchFamily="50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D9A4679-A280-4B03-8A9F-E7D006F2D0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596C72D-9CBF-4C48-B563-BC7D243ED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BC5B7-CE7D-4A09-B93C-4EBB0CFF1E76}" type="datetime1">
              <a:rPr lang="fr-CA" smtClean="0"/>
              <a:t>2026-08-30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80006D5-634E-4D99-A352-36C3A9A13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F633BE9-F50C-4F57-BAA6-3D8F730A6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AF1F-2696-4F34-A7F3-E326E3C5B51E}" type="slidenum">
              <a:rPr lang="fr-CA" smtClean="0"/>
              <a:t>‹N°›</a:t>
            </a:fld>
            <a:endParaRPr lang="fr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C6842D-D75C-4675-BF79-E7AB15B5E720}"/>
              </a:ext>
            </a:extLst>
          </p:cNvPr>
          <p:cNvSpPr/>
          <p:nvPr userDrawn="1"/>
        </p:nvSpPr>
        <p:spPr>
          <a:xfrm>
            <a:off x="8527312" y="6517758"/>
            <a:ext cx="3664688" cy="34024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FF97A3BA-7BFA-4CF2-BD72-D8589B5C64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472" r="1427"/>
          <a:stretch/>
        </p:blipFill>
        <p:spPr>
          <a:xfrm>
            <a:off x="11057862" y="6210411"/>
            <a:ext cx="654974" cy="657227"/>
          </a:xfrm>
          <a:prstGeom prst="rect">
            <a:avLst/>
          </a:prstGeom>
        </p:spPr>
      </p:pic>
      <p:sp>
        <p:nvSpPr>
          <p:cNvPr id="9" name="Espace réservé du numéro de diapositive 5">
            <a:extLst>
              <a:ext uri="{FF2B5EF4-FFF2-40B4-BE49-F238E27FC236}">
                <a16:creationId xmlns:a16="http://schemas.microsoft.com/office/drawing/2014/main" id="{7C0059E3-14CD-433D-978F-883A1558973F}"/>
              </a:ext>
            </a:extLst>
          </p:cNvPr>
          <p:cNvSpPr txBox="1">
            <a:spLocks/>
          </p:cNvSpPr>
          <p:nvPr userDrawn="1"/>
        </p:nvSpPr>
        <p:spPr>
          <a:xfrm>
            <a:off x="11664803" y="6536326"/>
            <a:ext cx="540488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162AF1F-2696-4F34-A7F3-E326E3C5B51E}" type="slidenum">
              <a:rPr lang="fr-CA" sz="1200" smtClean="0">
                <a:solidFill>
                  <a:srgbClr val="003C71"/>
                </a:solidFill>
                <a:latin typeface="Arial Rounded MT Bold" panose="020F0704030504030204" pitchFamily="34" charset="0"/>
              </a:rPr>
              <a:pPr algn="ctr"/>
              <a:t>‹N°›</a:t>
            </a:fld>
            <a:endParaRPr lang="fr-CA" sz="1200">
              <a:solidFill>
                <a:srgbClr val="003C7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708196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Page 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115016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95BECF-9B91-45B8-B4E7-71F25E612F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800">
                <a:solidFill>
                  <a:srgbClr val="203864"/>
                </a:solidFill>
                <a:latin typeface="Visby Slab CF Heavy" panose="00000A00000000000000" pitchFamily="50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449BEA6-82C1-4CA4-9D5F-B4C1E31064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7208662" cy="1655762"/>
          </a:xfrm>
        </p:spPr>
        <p:txBody>
          <a:bodyPr/>
          <a:lstStyle>
            <a:lvl1pPr marL="0" indent="0" algn="l">
              <a:buNone/>
              <a:defRPr sz="2400">
                <a:latin typeface="Visby CF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2ED4691-0A4D-434C-8BF0-365FF340A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1EE63-599B-4F40-876A-C3F41FADE508}" type="datetime1">
              <a:rPr lang="fr-CA" smtClean="0"/>
              <a:t>2026-08-30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C802B9F-6DBA-488F-84CF-568F926F9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98DF1A-E6D3-486E-8E29-D212F66F4115}"/>
              </a:ext>
            </a:extLst>
          </p:cNvPr>
          <p:cNvSpPr/>
          <p:nvPr userDrawn="1"/>
        </p:nvSpPr>
        <p:spPr>
          <a:xfrm>
            <a:off x="5677786" y="5349875"/>
            <a:ext cx="6514214" cy="1508125"/>
          </a:xfrm>
          <a:prstGeom prst="rect">
            <a:avLst/>
          </a:prstGeom>
          <a:solidFill>
            <a:srgbClr val="888B8D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2050" name="Picture 2" descr="HEC Montréal | Ashoka U">
            <a:extLst>
              <a:ext uri="{FF2B5EF4-FFF2-40B4-BE49-F238E27FC236}">
                <a16:creationId xmlns:a16="http://schemas.microsoft.com/office/drawing/2014/main" id="{8F2C9BC7-3173-4890-BB81-F0353DD5EF4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60" t="13983" r="14477" b="14854"/>
          <a:stretch/>
        </p:blipFill>
        <p:spPr bwMode="auto">
          <a:xfrm>
            <a:off x="8732662" y="3878526"/>
            <a:ext cx="2986820" cy="2986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2C8A807-E98A-4582-B2A6-42B51C0E2655}"/>
              </a:ext>
            </a:extLst>
          </p:cNvPr>
          <p:cNvSpPr/>
          <p:nvPr userDrawn="1"/>
        </p:nvSpPr>
        <p:spPr>
          <a:xfrm>
            <a:off x="0" y="0"/>
            <a:ext cx="472518" cy="298682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DEF1BA-B4FB-ACFD-6A79-0E1CE0C8860E}"/>
              </a:ext>
            </a:extLst>
          </p:cNvPr>
          <p:cNvSpPr/>
          <p:nvPr userDrawn="1"/>
        </p:nvSpPr>
        <p:spPr>
          <a:xfrm>
            <a:off x="0" y="2725615"/>
            <a:ext cx="472518" cy="471600"/>
          </a:xfrm>
          <a:prstGeom prst="rect">
            <a:avLst/>
          </a:prstGeom>
          <a:solidFill>
            <a:srgbClr val="203864"/>
          </a:solidFill>
          <a:ln>
            <a:solidFill>
              <a:srgbClr val="203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20287726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95BECF-9B91-45B8-B4E7-71F25E612F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800">
                <a:solidFill>
                  <a:srgbClr val="203864"/>
                </a:solidFill>
                <a:latin typeface="Visby Slab CF Bold" panose="00000800000000000000" pitchFamily="50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449BEA6-82C1-4CA4-9D5F-B4C1E31064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7208662" cy="1655762"/>
          </a:xfrm>
        </p:spPr>
        <p:txBody>
          <a:bodyPr/>
          <a:lstStyle>
            <a:lvl1pPr marL="0" indent="0" algn="l">
              <a:buNone/>
              <a:defRPr sz="2400">
                <a:latin typeface="Visby CF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2ED4691-0A4D-434C-8BF0-365FF340A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1EE63-599B-4F40-876A-C3F41FADE508}" type="datetime1">
              <a:rPr lang="fr-CA" smtClean="0"/>
              <a:t>2026-08-30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C802B9F-6DBA-488F-84CF-568F926F9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6822124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95BECF-9B91-45B8-B4E7-71F25E612F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800">
                <a:solidFill>
                  <a:srgbClr val="203864"/>
                </a:solidFill>
                <a:latin typeface="Visby Slab CF Bold" panose="00000800000000000000" pitchFamily="50" charset="0"/>
              </a:defRPr>
            </a:lvl1pPr>
          </a:lstStyle>
          <a:p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449BEA6-82C1-4CA4-9D5F-B4C1E31064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7208662" cy="1655762"/>
          </a:xfrm>
        </p:spPr>
        <p:txBody>
          <a:bodyPr/>
          <a:lstStyle>
            <a:lvl1pPr marL="0" indent="0" algn="l">
              <a:buNone/>
              <a:defRPr sz="2400">
                <a:latin typeface="Visby CF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2ED4691-0A4D-434C-8BF0-365FF340A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1EE63-599B-4F40-876A-C3F41FADE508}" type="datetime1">
              <a:rPr lang="fr-CA" smtClean="0"/>
              <a:t>2026-08-30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C802B9F-6DBA-488F-84CF-568F926F9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2050" name="Picture 2" descr="HEC Montréal | Ashoka U">
            <a:extLst>
              <a:ext uri="{FF2B5EF4-FFF2-40B4-BE49-F238E27FC236}">
                <a16:creationId xmlns:a16="http://schemas.microsoft.com/office/drawing/2014/main" id="{8F2C9BC7-3173-4890-BB81-F0353DD5EF4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4360" t="13983" r="14477" b="14854"/>
          <a:stretch/>
        </p:blipFill>
        <p:spPr bwMode="auto">
          <a:xfrm>
            <a:off x="8732662" y="3878526"/>
            <a:ext cx="2986820" cy="2986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2C8A807-E98A-4582-B2A6-42B51C0E2655}"/>
              </a:ext>
            </a:extLst>
          </p:cNvPr>
          <p:cNvSpPr/>
          <p:nvPr userDrawn="1"/>
        </p:nvSpPr>
        <p:spPr>
          <a:xfrm>
            <a:off x="0" y="0"/>
            <a:ext cx="472518" cy="298682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DEF1BA-B4FB-ACFD-6A79-0E1CE0C8860E}"/>
              </a:ext>
            </a:extLst>
          </p:cNvPr>
          <p:cNvSpPr/>
          <p:nvPr userDrawn="1"/>
        </p:nvSpPr>
        <p:spPr>
          <a:xfrm>
            <a:off x="0" y="2725615"/>
            <a:ext cx="472518" cy="471600"/>
          </a:xfrm>
          <a:prstGeom prst="rect">
            <a:avLst/>
          </a:prstGeom>
          <a:solidFill>
            <a:srgbClr val="203864"/>
          </a:solidFill>
          <a:ln>
            <a:solidFill>
              <a:srgbClr val="203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7378725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95BECF-9B91-45B8-B4E7-71F25E612F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800">
                <a:solidFill>
                  <a:schemeClr val="accent4"/>
                </a:solidFill>
                <a:latin typeface="Visby Slab CF Bold" panose="00000800000000000000" pitchFamily="50" charset="0"/>
              </a:defRPr>
            </a:lvl1pPr>
          </a:lstStyle>
          <a:p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449BEA6-82C1-4CA4-9D5F-B4C1E31064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7208662" cy="1655762"/>
          </a:xfrm>
        </p:spPr>
        <p:txBody>
          <a:bodyPr/>
          <a:lstStyle>
            <a:lvl1pPr marL="0" indent="0" algn="l">
              <a:buNone/>
              <a:defRPr sz="2400">
                <a:latin typeface="Visby CF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2ED4691-0A4D-434C-8BF0-365FF340A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1EE63-599B-4F40-876A-C3F41FADE508}" type="datetime1">
              <a:rPr lang="fr-CA" smtClean="0"/>
              <a:t>2026-08-30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C802B9F-6DBA-488F-84CF-568F926F9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2050" name="Picture 2" descr="HEC Montréal | Ashoka U">
            <a:extLst>
              <a:ext uri="{FF2B5EF4-FFF2-40B4-BE49-F238E27FC236}">
                <a16:creationId xmlns:a16="http://schemas.microsoft.com/office/drawing/2014/main" id="{8F2C9BC7-3173-4890-BB81-F0353DD5EF4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4360" t="13983" r="14477" b="14854"/>
          <a:stretch/>
        </p:blipFill>
        <p:spPr bwMode="auto">
          <a:xfrm>
            <a:off x="8732662" y="3878526"/>
            <a:ext cx="2986820" cy="2986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2C8A807-E98A-4582-B2A6-42B51C0E2655}"/>
              </a:ext>
            </a:extLst>
          </p:cNvPr>
          <p:cNvSpPr/>
          <p:nvPr userDrawn="1"/>
        </p:nvSpPr>
        <p:spPr>
          <a:xfrm>
            <a:off x="0" y="0"/>
            <a:ext cx="472518" cy="2986820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DEF1BA-B4FB-ACFD-6A79-0E1CE0C8860E}"/>
              </a:ext>
            </a:extLst>
          </p:cNvPr>
          <p:cNvSpPr/>
          <p:nvPr userDrawn="1"/>
        </p:nvSpPr>
        <p:spPr>
          <a:xfrm>
            <a:off x="0" y="2725615"/>
            <a:ext cx="472518" cy="471600"/>
          </a:xfrm>
          <a:prstGeom prst="rect">
            <a:avLst/>
          </a:prstGeom>
          <a:solidFill>
            <a:srgbClr val="203864"/>
          </a:solidFill>
          <a:ln>
            <a:solidFill>
              <a:srgbClr val="203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6654367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185EE1-A7BF-4AD5-BC17-F265808F8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Visby Slab CF Bold" panose="00000800000000000000" pitchFamily="50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DAABD6A-C539-4986-8D7A-CD2C406F66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>
            <a:lvl1pPr marL="2286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1pPr>
            <a:lvl2pPr marL="6858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4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2pPr>
            <a:lvl3pPr marL="11430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0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3pPr>
            <a:lvl4pPr marL="16002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4pPr>
            <a:lvl5pPr marL="20574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934BDF9-CB23-494B-B363-9E25B36D0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C9F17-3A02-44C2-9C14-398C33D5EF03}" type="datetime1">
              <a:rPr lang="fr-CA" smtClean="0"/>
              <a:t>2026-08-30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3A02F70-0106-4D01-94E1-DB447CF45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8E416A0-68C3-4BA8-B81F-3419DBBCB5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472" r="1427"/>
          <a:stretch/>
        </p:blipFill>
        <p:spPr>
          <a:xfrm>
            <a:off x="11057862" y="6210411"/>
            <a:ext cx="654974" cy="657227"/>
          </a:xfrm>
          <a:prstGeom prst="rect">
            <a:avLst/>
          </a:prstGeom>
        </p:spPr>
      </p:pic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DC0AD9BE-B0C3-435D-BC3E-4521EBEEF9C7}"/>
              </a:ext>
            </a:extLst>
          </p:cNvPr>
          <p:cNvSpPr txBox="1">
            <a:spLocks/>
          </p:cNvSpPr>
          <p:nvPr userDrawn="1"/>
        </p:nvSpPr>
        <p:spPr>
          <a:xfrm>
            <a:off x="11664803" y="6536326"/>
            <a:ext cx="540488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162AF1F-2696-4F34-A7F3-E326E3C5B51E}" type="slidenum">
              <a:rPr lang="fr-CA" sz="1400" smtClean="0">
                <a:solidFill>
                  <a:schemeClr val="accent6"/>
                </a:solidFill>
                <a:latin typeface="Visby Slab CF Bold" panose="00000800000000000000" pitchFamily="50" charset="0"/>
              </a:rPr>
              <a:pPr algn="ctr"/>
              <a:t>‹N°›</a:t>
            </a:fld>
            <a:endParaRPr lang="fr-CA" sz="1400">
              <a:solidFill>
                <a:schemeClr val="accent6"/>
              </a:solidFill>
              <a:latin typeface="Visby Slab CF Bold" panose="00000800000000000000" pitchFamily="50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6567A4-6355-BD3C-4037-FBD5088829F8}"/>
              </a:ext>
            </a:extLst>
          </p:cNvPr>
          <p:cNvSpPr/>
          <p:nvPr userDrawn="1"/>
        </p:nvSpPr>
        <p:spPr>
          <a:xfrm>
            <a:off x="838200" y="1709553"/>
            <a:ext cx="10533184" cy="1080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FD178C0-E3DD-03F4-E12B-9D8A2DEA6913}"/>
              </a:ext>
            </a:extLst>
          </p:cNvPr>
          <p:cNvSpPr/>
          <p:nvPr userDrawn="1"/>
        </p:nvSpPr>
        <p:spPr>
          <a:xfrm>
            <a:off x="838200" y="1709553"/>
            <a:ext cx="108000" cy="108000"/>
          </a:xfrm>
          <a:prstGeom prst="rect">
            <a:avLst/>
          </a:prstGeom>
          <a:solidFill>
            <a:srgbClr val="203864"/>
          </a:solidFill>
          <a:ln>
            <a:solidFill>
              <a:srgbClr val="203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7291706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185EE1-A7BF-4AD5-BC17-F265808F8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Visby Slab CF Bold" panose="00000800000000000000" pitchFamily="50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DAABD6A-C539-4986-8D7A-CD2C406F66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>
            <a:lvl1pPr marL="2286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1pPr>
            <a:lvl2pPr marL="6858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4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2pPr>
            <a:lvl3pPr marL="11430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0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3pPr>
            <a:lvl4pPr marL="16002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4pPr>
            <a:lvl5pPr marL="20574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934BDF9-CB23-494B-B363-9E25B36D0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C9F17-3A02-44C2-9C14-398C33D5EF03}" type="datetime1">
              <a:rPr lang="fr-CA" smtClean="0"/>
              <a:t>2026-08-30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3A02F70-0106-4D01-94E1-DB447CF45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8E416A0-68C3-4BA8-B81F-3419DBBCB5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472" r="1427"/>
          <a:stretch/>
        </p:blipFill>
        <p:spPr>
          <a:xfrm>
            <a:off x="11057862" y="6210411"/>
            <a:ext cx="654974" cy="657227"/>
          </a:xfrm>
          <a:prstGeom prst="rect">
            <a:avLst/>
          </a:prstGeom>
        </p:spPr>
      </p:pic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DC0AD9BE-B0C3-435D-BC3E-4521EBEEF9C7}"/>
              </a:ext>
            </a:extLst>
          </p:cNvPr>
          <p:cNvSpPr txBox="1">
            <a:spLocks/>
          </p:cNvSpPr>
          <p:nvPr userDrawn="1"/>
        </p:nvSpPr>
        <p:spPr>
          <a:xfrm>
            <a:off x="11664803" y="6536326"/>
            <a:ext cx="540488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162AF1F-2696-4F34-A7F3-E326E3C5B51E}" type="slidenum">
              <a:rPr lang="fr-CA" sz="1400" smtClean="0">
                <a:solidFill>
                  <a:schemeClr val="accent4"/>
                </a:solidFill>
                <a:latin typeface="Visby Slab CF Bold" panose="00000800000000000000" pitchFamily="50" charset="0"/>
              </a:rPr>
              <a:pPr algn="ctr"/>
              <a:t>‹N°›</a:t>
            </a:fld>
            <a:endParaRPr lang="fr-CA" sz="1400">
              <a:solidFill>
                <a:schemeClr val="accent4"/>
              </a:solidFill>
              <a:latin typeface="Visby Slab CF Bold" panose="00000800000000000000" pitchFamily="50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6567A4-6355-BD3C-4037-FBD5088829F8}"/>
              </a:ext>
            </a:extLst>
          </p:cNvPr>
          <p:cNvSpPr/>
          <p:nvPr userDrawn="1"/>
        </p:nvSpPr>
        <p:spPr>
          <a:xfrm>
            <a:off x="838200" y="1709553"/>
            <a:ext cx="10533184" cy="108000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FD178C0-E3DD-03F4-E12B-9D8A2DEA6913}"/>
              </a:ext>
            </a:extLst>
          </p:cNvPr>
          <p:cNvSpPr/>
          <p:nvPr userDrawn="1"/>
        </p:nvSpPr>
        <p:spPr>
          <a:xfrm>
            <a:off x="838200" y="1709553"/>
            <a:ext cx="108000" cy="108000"/>
          </a:xfrm>
          <a:prstGeom prst="rect">
            <a:avLst/>
          </a:prstGeom>
          <a:solidFill>
            <a:srgbClr val="203864"/>
          </a:solidFill>
          <a:ln>
            <a:solidFill>
              <a:srgbClr val="203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23003239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24640" y="1017270"/>
            <a:ext cx="11767680" cy="5679922"/>
          </a:xfrm>
        </p:spPr>
        <p:txBody>
          <a:bodyPr/>
          <a:lstStyle>
            <a:lvl1pPr>
              <a:defRPr>
                <a:latin typeface="Visby CF Medium" pitchFamily="50" charset="0"/>
              </a:defRPr>
            </a:lvl1pPr>
            <a:lvl2pPr>
              <a:defRPr>
                <a:latin typeface="Visby CF Medium" pitchFamily="50" charset="0"/>
              </a:defRPr>
            </a:lvl2pPr>
            <a:lvl3pPr>
              <a:defRPr>
                <a:latin typeface="Visby CF Medium" pitchFamily="50" charset="0"/>
              </a:defRPr>
            </a:lvl3pPr>
            <a:lvl4pPr>
              <a:defRPr>
                <a:latin typeface="Visby CF Medium" pitchFamily="50" charset="0"/>
              </a:defRPr>
            </a:lvl4pPr>
            <a:lvl5pPr>
              <a:defRPr>
                <a:latin typeface="Visby CF Medium" pitchFamily="50" charset="0"/>
              </a:defRPr>
            </a:lvl5pPr>
          </a:lstStyle>
          <a:p>
            <a:pPr lvl="0"/>
            <a:r>
              <a:rPr lang="fr-FR" noProof="0"/>
              <a:t>Modifiez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/>
          </a:p>
        </p:txBody>
      </p:sp>
      <p:sp>
        <p:nvSpPr>
          <p:cNvPr id="7" name="TextBox 6"/>
          <p:cNvSpPr txBox="1"/>
          <p:nvPr/>
        </p:nvSpPr>
        <p:spPr>
          <a:xfrm>
            <a:off x="461434" y="5718810"/>
            <a:ext cx="1219200" cy="109728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206398" indent="-206398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2227" noProof="0"/>
          </a:p>
        </p:txBody>
      </p:sp>
      <p:sp>
        <p:nvSpPr>
          <p:cNvPr id="9" name="TextBox 6"/>
          <p:cNvSpPr txBox="1"/>
          <p:nvPr userDrawn="1"/>
        </p:nvSpPr>
        <p:spPr>
          <a:xfrm>
            <a:off x="461434" y="5718810"/>
            <a:ext cx="1219200" cy="109728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206398" indent="-206398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2227" noProof="0"/>
          </a:p>
        </p:txBody>
      </p:sp>
    </p:spTree>
    <p:extLst>
      <p:ext uri="{BB962C8B-B14F-4D97-AF65-F5344CB8AC3E}">
        <p14:creationId xmlns:p14="http://schemas.microsoft.com/office/powerpoint/2010/main" val="359973725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888022" y="0"/>
            <a:ext cx="11303977" cy="889920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>
            <a:normAutofit/>
          </a:bodyPr>
          <a:lstStyle>
            <a:lvl1pPr>
              <a:tabLst>
                <a:tab pos="320040" algn="l"/>
              </a:tabLst>
              <a:defRPr lang="fr-CA" sz="3200" kern="1200" noProof="0">
                <a:solidFill>
                  <a:schemeClr val="bg1"/>
                </a:solidFill>
                <a:latin typeface="Visby Slab CF Bold" panose="00000800000000000000" pitchFamily="50" charset="0"/>
                <a:ea typeface="+mj-ea"/>
                <a:cs typeface="+mj-cs"/>
              </a:defRPr>
            </a:lvl1pPr>
          </a:lstStyle>
          <a:p>
            <a:r>
              <a:rPr lang="fr-CA" noProof="0"/>
              <a:t>	Click to </a:t>
            </a:r>
            <a:r>
              <a:rPr lang="fr-CA" noProof="0" err="1"/>
              <a:t>edit</a:t>
            </a:r>
            <a:r>
              <a:rPr lang="fr-CA" noProof="0"/>
              <a:t> </a:t>
            </a:r>
            <a:r>
              <a:rPr lang="fr-CA" noProof="0" err="1"/>
              <a:t>title</a:t>
            </a:r>
            <a:r>
              <a:rPr lang="fr-CA" noProof="0"/>
              <a:t> style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24640" y="1017270"/>
            <a:ext cx="11767680" cy="5679922"/>
          </a:xfrm>
        </p:spPr>
        <p:txBody>
          <a:bodyPr/>
          <a:lstStyle>
            <a:lvl1pPr>
              <a:defRPr>
                <a:latin typeface="Visby CF Medium" pitchFamily="50" charset="0"/>
              </a:defRPr>
            </a:lvl1pPr>
            <a:lvl2pPr>
              <a:defRPr>
                <a:latin typeface="Visby CF Medium" pitchFamily="50" charset="0"/>
              </a:defRPr>
            </a:lvl2pPr>
            <a:lvl3pPr>
              <a:defRPr>
                <a:latin typeface="Visby CF Medium" pitchFamily="50" charset="0"/>
              </a:defRPr>
            </a:lvl3pPr>
            <a:lvl4pPr>
              <a:defRPr>
                <a:latin typeface="Visby CF Medium" pitchFamily="50" charset="0"/>
              </a:defRPr>
            </a:lvl4pPr>
            <a:lvl5pPr>
              <a:defRPr>
                <a:latin typeface="Visby CF Medium" pitchFamily="50" charset="0"/>
              </a:defRPr>
            </a:lvl5pPr>
          </a:lstStyle>
          <a:p>
            <a:pPr lvl="0"/>
            <a:r>
              <a:rPr lang="fr-FR" noProof="0"/>
              <a:t>Modifiez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/>
          </a:p>
        </p:txBody>
      </p:sp>
      <p:sp>
        <p:nvSpPr>
          <p:cNvPr id="7" name="TextBox 6"/>
          <p:cNvSpPr txBox="1"/>
          <p:nvPr/>
        </p:nvSpPr>
        <p:spPr>
          <a:xfrm>
            <a:off x="461434" y="5718810"/>
            <a:ext cx="1219200" cy="109728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206398" indent="-206398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2227" noProof="0"/>
          </a:p>
        </p:txBody>
      </p:sp>
      <p:sp>
        <p:nvSpPr>
          <p:cNvPr id="9" name="TextBox 6"/>
          <p:cNvSpPr txBox="1"/>
          <p:nvPr userDrawn="1"/>
        </p:nvSpPr>
        <p:spPr>
          <a:xfrm>
            <a:off x="461434" y="5718810"/>
            <a:ext cx="1219200" cy="109728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206398" indent="-206398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2227" noProof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772C3C-7BC7-07FC-6A24-A8C15B74B5C8}"/>
              </a:ext>
            </a:extLst>
          </p:cNvPr>
          <p:cNvSpPr/>
          <p:nvPr userDrawn="1"/>
        </p:nvSpPr>
        <p:spPr>
          <a:xfrm>
            <a:off x="0" y="0"/>
            <a:ext cx="888023" cy="8892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76809633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888022" y="0"/>
            <a:ext cx="11303977" cy="88992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>
            <a:normAutofit/>
          </a:bodyPr>
          <a:lstStyle>
            <a:lvl1pPr>
              <a:tabLst>
                <a:tab pos="320040" algn="l"/>
              </a:tabLst>
              <a:defRPr lang="fr-CA" sz="3200" kern="1200" noProof="0">
                <a:solidFill>
                  <a:schemeClr val="bg1"/>
                </a:solidFill>
                <a:latin typeface="Visby Slab CF Bold" panose="00000800000000000000" pitchFamily="50" charset="0"/>
                <a:ea typeface="+mj-ea"/>
                <a:cs typeface="+mj-cs"/>
              </a:defRPr>
            </a:lvl1pPr>
          </a:lstStyle>
          <a:p>
            <a:r>
              <a:rPr lang="fr-CA" noProof="0"/>
              <a:t>	Click to </a:t>
            </a:r>
            <a:r>
              <a:rPr lang="fr-CA" noProof="0" err="1"/>
              <a:t>edit</a:t>
            </a:r>
            <a:r>
              <a:rPr lang="fr-CA" noProof="0"/>
              <a:t> </a:t>
            </a:r>
            <a:r>
              <a:rPr lang="fr-CA" noProof="0" err="1"/>
              <a:t>title</a:t>
            </a:r>
            <a:r>
              <a:rPr lang="fr-CA" noProof="0"/>
              <a:t> style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24640" y="1017270"/>
            <a:ext cx="11767680" cy="5679922"/>
          </a:xfrm>
        </p:spPr>
        <p:txBody>
          <a:bodyPr/>
          <a:lstStyle>
            <a:lvl1pPr>
              <a:defRPr>
                <a:latin typeface="Visby CF Medium" pitchFamily="50" charset="0"/>
              </a:defRPr>
            </a:lvl1pPr>
            <a:lvl2pPr>
              <a:defRPr>
                <a:latin typeface="Visby CF Medium" pitchFamily="50" charset="0"/>
              </a:defRPr>
            </a:lvl2pPr>
            <a:lvl3pPr>
              <a:defRPr>
                <a:latin typeface="Visby CF Medium" pitchFamily="50" charset="0"/>
              </a:defRPr>
            </a:lvl3pPr>
            <a:lvl4pPr>
              <a:defRPr>
                <a:latin typeface="Visby CF Medium" pitchFamily="50" charset="0"/>
              </a:defRPr>
            </a:lvl4pPr>
            <a:lvl5pPr>
              <a:defRPr>
                <a:latin typeface="Visby CF Medium" pitchFamily="50" charset="0"/>
              </a:defRPr>
            </a:lvl5pPr>
          </a:lstStyle>
          <a:p>
            <a:pPr lvl="0"/>
            <a:r>
              <a:rPr lang="fr-FR" noProof="0"/>
              <a:t>Modifiez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/>
          </a:p>
        </p:txBody>
      </p:sp>
      <p:sp>
        <p:nvSpPr>
          <p:cNvPr id="7" name="TextBox 6"/>
          <p:cNvSpPr txBox="1"/>
          <p:nvPr/>
        </p:nvSpPr>
        <p:spPr>
          <a:xfrm>
            <a:off x="461434" y="5718810"/>
            <a:ext cx="1219200" cy="109728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206398" indent="-206398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2227" noProof="0"/>
          </a:p>
        </p:txBody>
      </p:sp>
      <p:sp>
        <p:nvSpPr>
          <p:cNvPr id="9" name="TextBox 6"/>
          <p:cNvSpPr txBox="1"/>
          <p:nvPr userDrawn="1"/>
        </p:nvSpPr>
        <p:spPr>
          <a:xfrm>
            <a:off x="461434" y="5718810"/>
            <a:ext cx="1219200" cy="109728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206398" indent="-206398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2227" noProof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772C3C-7BC7-07FC-6A24-A8C15B74B5C8}"/>
              </a:ext>
            </a:extLst>
          </p:cNvPr>
          <p:cNvSpPr/>
          <p:nvPr userDrawn="1"/>
        </p:nvSpPr>
        <p:spPr>
          <a:xfrm>
            <a:off x="0" y="0"/>
            <a:ext cx="888023" cy="8892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8324838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888022" y="0"/>
            <a:ext cx="11303977" cy="88992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>
            <a:normAutofit/>
          </a:bodyPr>
          <a:lstStyle>
            <a:lvl1pPr>
              <a:tabLst>
                <a:tab pos="320040" algn="l"/>
              </a:tabLst>
              <a:defRPr lang="fr-CA" sz="3200" kern="1200" noProof="0">
                <a:solidFill>
                  <a:schemeClr val="bg1"/>
                </a:solidFill>
                <a:latin typeface="Visby Slab CF Bold" panose="00000800000000000000" pitchFamily="50" charset="0"/>
                <a:ea typeface="+mj-ea"/>
                <a:cs typeface="+mj-cs"/>
              </a:defRPr>
            </a:lvl1pPr>
          </a:lstStyle>
          <a:p>
            <a:r>
              <a:rPr lang="fr-CA" noProof="0"/>
              <a:t>Click to </a:t>
            </a:r>
            <a:r>
              <a:rPr lang="fr-CA" noProof="0" err="1"/>
              <a:t>edit</a:t>
            </a:r>
            <a:r>
              <a:rPr lang="fr-CA" noProof="0"/>
              <a:t> </a:t>
            </a:r>
            <a:r>
              <a:rPr lang="fr-CA" noProof="0" err="1"/>
              <a:t>title</a:t>
            </a:r>
            <a:r>
              <a:rPr lang="fr-CA" noProof="0"/>
              <a:t> style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24640" y="1017270"/>
            <a:ext cx="11767680" cy="5679922"/>
          </a:xfrm>
        </p:spPr>
        <p:txBody>
          <a:bodyPr/>
          <a:lstStyle>
            <a:lvl1pPr>
              <a:defRPr>
                <a:latin typeface="Visby CF Medium" pitchFamily="50" charset="0"/>
              </a:defRPr>
            </a:lvl1pPr>
            <a:lvl2pPr>
              <a:defRPr>
                <a:latin typeface="Visby CF Medium" pitchFamily="50" charset="0"/>
              </a:defRPr>
            </a:lvl2pPr>
            <a:lvl3pPr>
              <a:defRPr>
                <a:latin typeface="Visby CF Medium" pitchFamily="50" charset="0"/>
              </a:defRPr>
            </a:lvl3pPr>
            <a:lvl4pPr>
              <a:defRPr>
                <a:latin typeface="Visby CF Medium" pitchFamily="50" charset="0"/>
              </a:defRPr>
            </a:lvl4pPr>
            <a:lvl5pPr>
              <a:defRPr>
                <a:latin typeface="Visby CF Medium" pitchFamily="50" charset="0"/>
              </a:defRPr>
            </a:lvl5pPr>
          </a:lstStyle>
          <a:p>
            <a:pPr lvl="0"/>
            <a:r>
              <a:rPr lang="fr-FR" noProof="0"/>
              <a:t>Modifiez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/>
          </a:p>
        </p:txBody>
      </p:sp>
      <p:sp>
        <p:nvSpPr>
          <p:cNvPr id="7" name="TextBox 6"/>
          <p:cNvSpPr txBox="1"/>
          <p:nvPr/>
        </p:nvSpPr>
        <p:spPr>
          <a:xfrm>
            <a:off x="461434" y="5718810"/>
            <a:ext cx="1219200" cy="109728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206398" indent="-206398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2227" noProof="0"/>
          </a:p>
        </p:txBody>
      </p:sp>
      <p:sp>
        <p:nvSpPr>
          <p:cNvPr id="9" name="TextBox 6"/>
          <p:cNvSpPr txBox="1"/>
          <p:nvPr userDrawn="1"/>
        </p:nvSpPr>
        <p:spPr>
          <a:xfrm>
            <a:off x="461434" y="5718810"/>
            <a:ext cx="1219200" cy="109728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206398" indent="-206398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2227" noProof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772C3C-7BC7-07FC-6A24-A8C15B74B5C8}"/>
              </a:ext>
            </a:extLst>
          </p:cNvPr>
          <p:cNvSpPr/>
          <p:nvPr userDrawn="1"/>
        </p:nvSpPr>
        <p:spPr>
          <a:xfrm>
            <a:off x="0" y="0"/>
            <a:ext cx="888023" cy="8892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0336781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888022" y="0"/>
            <a:ext cx="11303977" cy="88992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>
            <a:normAutofit/>
          </a:bodyPr>
          <a:lstStyle>
            <a:lvl1pPr>
              <a:tabLst>
                <a:tab pos="320040" algn="l"/>
              </a:tabLst>
              <a:defRPr lang="fr-CA" sz="3200" kern="1200" noProof="0">
                <a:solidFill>
                  <a:schemeClr val="bg1"/>
                </a:solidFill>
                <a:latin typeface="Visby Slab CF Bold" panose="00000800000000000000" pitchFamily="50" charset="0"/>
                <a:ea typeface="+mj-ea"/>
                <a:cs typeface="+mj-cs"/>
              </a:defRPr>
            </a:lvl1pPr>
          </a:lstStyle>
          <a:p>
            <a:r>
              <a:rPr lang="fr-CA" noProof="0"/>
              <a:t>Click to </a:t>
            </a:r>
            <a:r>
              <a:rPr lang="fr-CA" noProof="0" err="1"/>
              <a:t>edit</a:t>
            </a:r>
            <a:r>
              <a:rPr lang="fr-CA" noProof="0"/>
              <a:t> </a:t>
            </a:r>
            <a:r>
              <a:rPr lang="fr-CA" noProof="0" err="1"/>
              <a:t>title</a:t>
            </a:r>
            <a:r>
              <a:rPr lang="fr-CA" noProof="0"/>
              <a:t> style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24640" y="1017270"/>
            <a:ext cx="11767680" cy="5679922"/>
          </a:xfrm>
        </p:spPr>
        <p:txBody>
          <a:bodyPr/>
          <a:lstStyle>
            <a:lvl1pPr>
              <a:defRPr>
                <a:latin typeface="Visby CF Medium" pitchFamily="50" charset="0"/>
              </a:defRPr>
            </a:lvl1pPr>
            <a:lvl2pPr>
              <a:defRPr>
                <a:latin typeface="Visby CF Medium" pitchFamily="50" charset="0"/>
              </a:defRPr>
            </a:lvl2pPr>
            <a:lvl3pPr>
              <a:defRPr>
                <a:latin typeface="Visby CF Medium" pitchFamily="50" charset="0"/>
              </a:defRPr>
            </a:lvl3pPr>
            <a:lvl4pPr>
              <a:defRPr>
                <a:latin typeface="Visby CF Medium" pitchFamily="50" charset="0"/>
              </a:defRPr>
            </a:lvl4pPr>
            <a:lvl5pPr>
              <a:defRPr>
                <a:latin typeface="Visby CF Medium" pitchFamily="50" charset="0"/>
              </a:defRPr>
            </a:lvl5pPr>
          </a:lstStyle>
          <a:p>
            <a:pPr lvl="0"/>
            <a:r>
              <a:rPr lang="fr-FR" noProof="0"/>
              <a:t>Modifiez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/>
          </a:p>
        </p:txBody>
      </p:sp>
      <p:sp>
        <p:nvSpPr>
          <p:cNvPr id="7" name="TextBox 6"/>
          <p:cNvSpPr txBox="1"/>
          <p:nvPr/>
        </p:nvSpPr>
        <p:spPr>
          <a:xfrm>
            <a:off x="461434" y="5718810"/>
            <a:ext cx="1219200" cy="109728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206398" indent="-206398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2227" noProof="0"/>
          </a:p>
        </p:txBody>
      </p:sp>
      <p:sp>
        <p:nvSpPr>
          <p:cNvPr id="9" name="TextBox 6"/>
          <p:cNvSpPr txBox="1"/>
          <p:nvPr userDrawn="1"/>
        </p:nvSpPr>
        <p:spPr>
          <a:xfrm>
            <a:off x="461434" y="5718810"/>
            <a:ext cx="1219200" cy="109728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206398" indent="-206398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2227" noProof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772C3C-7BC7-07FC-6A24-A8C15B74B5C8}"/>
              </a:ext>
            </a:extLst>
          </p:cNvPr>
          <p:cNvSpPr/>
          <p:nvPr userDrawn="1"/>
        </p:nvSpPr>
        <p:spPr>
          <a:xfrm>
            <a:off x="0" y="0"/>
            <a:ext cx="888023" cy="8892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6432934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888022" y="0"/>
            <a:ext cx="11303977" cy="88992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>
            <a:normAutofit/>
          </a:bodyPr>
          <a:lstStyle>
            <a:lvl1pPr>
              <a:tabLst>
                <a:tab pos="320040" algn="l"/>
              </a:tabLst>
              <a:defRPr lang="fr-CA" sz="3200" kern="1200" noProof="0">
                <a:solidFill>
                  <a:schemeClr val="bg1"/>
                </a:solidFill>
                <a:latin typeface="Visby Slab CF Bold" panose="00000800000000000000" pitchFamily="50" charset="0"/>
                <a:ea typeface="+mj-ea"/>
                <a:cs typeface="+mj-cs"/>
              </a:defRPr>
            </a:lvl1pPr>
          </a:lstStyle>
          <a:p>
            <a:r>
              <a:rPr lang="fr-CA" noProof="0"/>
              <a:t>Click to </a:t>
            </a:r>
            <a:r>
              <a:rPr lang="fr-CA" noProof="0" err="1"/>
              <a:t>edit</a:t>
            </a:r>
            <a:r>
              <a:rPr lang="fr-CA" noProof="0"/>
              <a:t> </a:t>
            </a:r>
            <a:r>
              <a:rPr lang="fr-CA" noProof="0" err="1"/>
              <a:t>title</a:t>
            </a:r>
            <a:r>
              <a:rPr lang="fr-CA" noProof="0"/>
              <a:t> style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24640" y="1017270"/>
            <a:ext cx="11767680" cy="5679922"/>
          </a:xfrm>
        </p:spPr>
        <p:txBody>
          <a:bodyPr/>
          <a:lstStyle>
            <a:lvl1pPr>
              <a:defRPr>
                <a:latin typeface="Visby CF Medium" pitchFamily="50" charset="0"/>
              </a:defRPr>
            </a:lvl1pPr>
            <a:lvl2pPr>
              <a:defRPr>
                <a:latin typeface="Visby CF Medium" pitchFamily="50" charset="0"/>
              </a:defRPr>
            </a:lvl2pPr>
            <a:lvl3pPr>
              <a:defRPr>
                <a:latin typeface="Visby CF Medium" pitchFamily="50" charset="0"/>
              </a:defRPr>
            </a:lvl3pPr>
            <a:lvl4pPr>
              <a:defRPr>
                <a:latin typeface="Visby CF Medium" pitchFamily="50" charset="0"/>
              </a:defRPr>
            </a:lvl4pPr>
            <a:lvl5pPr>
              <a:defRPr>
                <a:latin typeface="Visby CF Medium" pitchFamily="50" charset="0"/>
              </a:defRPr>
            </a:lvl5pPr>
          </a:lstStyle>
          <a:p>
            <a:pPr lvl="0"/>
            <a:r>
              <a:rPr lang="fr-FR" noProof="0"/>
              <a:t>Modifiez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/>
          </a:p>
        </p:txBody>
      </p:sp>
      <p:sp>
        <p:nvSpPr>
          <p:cNvPr id="7" name="TextBox 6"/>
          <p:cNvSpPr txBox="1"/>
          <p:nvPr/>
        </p:nvSpPr>
        <p:spPr>
          <a:xfrm>
            <a:off x="461434" y="5718810"/>
            <a:ext cx="1219200" cy="109728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206398" indent="-206398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2227" noProof="0"/>
          </a:p>
        </p:txBody>
      </p:sp>
      <p:sp>
        <p:nvSpPr>
          <p:cNvPr id="9" name="TextBox 6"/>
          <p:cNvSpPr txBox="1"/>
          <p:nvPr userDrawn="1"/>
        </p:nvSpPr>
        <p:spPr>
          <a:xfrm>
            <a:off x="461434" y="5718810"/>
            <a:ext cx="1219200" cy="109728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206398" indent="-206398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2227" noProof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772C3C-7BC7-07FC-6A24-A8C15B74B5C8}"/>
              </a:ext>
            </a:extLst>
          </p:cNvPr>
          <p:cNvSpPr/>
          <p:nvPr userDrawn="1"/>
        </p:nvSpPr>
        <p:spPr>
          <a:xfrm>
            <a:off x="0" y="0"/>
            <a:ext cx="888023" cy="8892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8362421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888022" y="0"/>
            <a:ext cx="11303977" cy="889920"/>
          </a:xfrm>
          <a:prstGeom prst="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>
            <a:normAutofit/>
          </a:bodyPr>
          <a:lstStyle>
            <a:lvl1pPr>
              <a:tabLst>
                <a:tab pos="320040" algn="l"/>
              </a:tabLst>
              <a:defRPr lang="fr-CA" sz="3200" kern="1200" noProof="0">
                <a:solidFill>
                  <a:schemeClr val="bg1"/>
                </a:solidFill>
                <a:latin typeface="Visby Slab CF Bold" panose="00000800000000000000" pitchFamily="50" charset="0"/>
                <a:ea typeface="+mj-ea"/>
                <a:cs typeface="+mj-cs"/>
              </a:defRPr>
            </a:lvl1pPr>
          </a:lstStyle>
          <a:p>
            <a:r>
              <a:rPr lang="fr-CA" noProof="0"/>
              <a:t>Click to </a:t>
            </a:r>
            <a:r>
              <a:rPr lang="fr-CA" noProof="0" err="1"/>
              <a:t>edit</a:t>
            </a:r>
            <a:r>
              <a:rPr lang="fr-CA" noProof="0"/>
              <a:t> </a:t>
            </a:r>
            <a:r>
              <a:rPr lang="fr-CA" noProof="0" err="1"/>
              <a:t>title</a:t>
            </a:r>
            <a:r>
              <a:rPr lang="fr-CA" noProof="0"/>
              <a:t> style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24640" y="1017270"/>
            <a:ext cx="11767680" cy="5679922"/>
          </a:xfrm>
        </p:spPr>
        <p:txBody>
          <a:bodyPr/>
          <a:lstStyle>
            <a:lvl1pPr>
              <a:defRPr>
                <a:latin typeface="Visby CF Medium" pitchFamily="50" charset="0"/>
              </a:defRPr>
            </a:lvl1pPr>
            <a:lvl2pPr>
              <a:defRPr>
                <a:latin typeface="Visby CF Medium" pitchFamily="50" charset="0"/>
              </a:defRPr>
            </a:lvl2pPr>
            <a:lvl3pPr>
              <a:defRPr>
                <a:latin typeface="Visby CF Medium" pitchFamily="50" charset="0"/>
              </a:defRPr>
            </a:lvl3pPr>
            <a:lvl4pPr>
              <a:defRPr>
                <a:latin typeface="Visby CF Medium" pitchFamily="50" charset="0"/>
              </a:defRPr>
            </a:lvl4pPr>
            <a:lvl5pPr>
              <a:defRPr>
                <a:latin typeface="Visby CF Medium" pitchFamily="50" charset="0"/>
              </a:defRPr>
            </a:lvl5pPr>
          </a:lstStyle>
          <a:p>
            <a:pPr lvl="0"/>
            <a:r>
              <a:rPr lang="fr-FR" noProof="0"/>
              <a:t>Modifiez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/>
          </a:p>
        </p:txBody>
      </p:sp>
      <p:sp>
        <p:nvSpPr>
          <p:cNvPr id="7" name="TextBox 6"/>
          <p:cNvSpPr txBox="1"/>
          <p:nvPr/>
        </p:nvSpPr>
        <p:spPr>
          <a:xfrm>
            <a:off x="461434" y="5718810"/>
            <a:ext cx="1219200" cy="109728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206398" indent="-206398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2227" noProof="0"/>
          </a:p>
        </p:txBody>
      </p:sp>
      <p:sp>
        <p:nvSpPr>
          <p:cNvPr id="9" name="TextBox 6"/>
          <p:cNvSpPr txBox="1"/>
          <p:nvPr userDrawn="1"/>
        </p:nvSpPr>
        <p:spPr>
          <a:xfrm>
            <a:off x="461434" y="5718810"/>
            <a:ext cx="1219200" cy="109728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206398" indent="-206398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2227" noProof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772C3C-7BC7-07FC-6A24-A8C15B74B5C8}"/>
              </a:ext>
            </a:extLst>
          </p:cNvPr>
          <p:cNvSpPr/>
          <p:nvPr userDrawn="1"/>
        </p:nvSpPr>
        <p:spPr>
          <a:xfrm>
            <a:off x="0" y="0"/>
            <a:ext cx="888023" cy="8892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5817907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61434" y="5718810"/>
            <a:ext cx="1219200" cy="109728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206398" indent="-206398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2227" noProof="0"/>
          </a:p>
        </p:txBody>
      </p:sp>
      <p:sp>
        <p:nvSpPr>
          <p:cNvPr id="9" name="TextBox 6"/>
          <p:cNvSpPr txBox="1"/>
          <p:nvPr userDrawn="1"/>
        </p:nvSpPr>
        <p:spPr>
          <a:xfrm>
            <a:off x="461434" y="5718810"/>
            <a:ext cx="1219200" cy="109728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206398" indent="-206398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2227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598EAB-A240-EB77-7D97-E2AAED96ECA1}"/>
              </a:ext>
            </a:extLst>
          </p:cNvPr>
          <p:cNvSpPr/>
          <p:nvPr userDrawn="1"/>
        </p:nvSpPr>
        <p:spPr>
          <a:xfrm rot="5400000">
            <a:off x="10462333" y="5119540"/>
            <a:ext cx="472518" cy="298682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7794EF-2032-F1DC-2B6D-82457CDBCD05}"/>
              </a:ext>
            </a:extLst>
          </p:cNvPr>
          <p:cNvSpPr/>
          <p:nvPr userDrawn="1"/>
        </p:nvSpPr>
        <p:spPr>
          <a:xfrm rot="5400000">
            <a:off x="8994328" y="6377150"/>
            <a:ext cx="472518" cy="471600"/>
          </a:xfrm>
          <a:prstGeom prst="rect">
            <a:avLst/>
          </a:prstGeom>
          <a:solidFill>
            <a:srgbClr val="203864"/>
          </a:solidFill>
          <a:ln>
            <a:solidFill>
              <a:srgbClr val="203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A8EE9A53-C187-19EC-7879-455208C1C9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8022" y="0"/>
            <a:ext cx="11303977" cy="88992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>
            <a:lvl1pPr>
              <a:tabLst>
                <a:tab pos="320040" algn="l"/>
              </a:tabLst>
              <a:defRPr lang="fr-CA" sz="3200" kern="1200" noProof="0">
                <a:solidFill>
                  <a:schemeClr val="tx2"/>
                </a:solidFill>
                <a:latin typeface="Visby Slab CF Bold" panose="00000800000000000000" pitchFamily="50" charset="0"/>
                <a:ea typeface="+mj-ea"/>
                <a:cs typeface="+mj-cs"/>
              </a:defRPr>
            </a:lvl1pPr>
          </a:lstStyle>
          <a:p>
            <a:r>
              <a:rPr lang="fr-CA" noProof="0"/>
              <a:t>	Click to </a:t>
            </a:r>
            <a:r>
              <a:rPr lang="fr-CA" noProof="0" err="1"/>
              <a:t>edit</a:t>
            </a:r>
            <a:r>
              <a:rPr lang="fr-CA" noProof="0"/>
              <a:t> </a:t>
            </a:r>
            <a:r>
              <a:rPr lang="fr-CA" noProof="0" err="1"/>
              <a:t>title</a:t>
            </a:r>
            <a:r>
              <a:rPr lang="fr-CA" noProof="0"/>
              <a:t> style</a:t>
            </a:r>
          </a:p>
        </p:txBody>
      </p:sp>
    </p:spTree>
    <p:extLst>
      <p:ext uri="{BB962C8B-B14F-4D97-AF65-F5344CB8AC3E}">
        <p14:creationId xmlns:p14="http://schemas.microsoft.com/office/powerpoint/2010/main" val="37001817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61434" y="5718810"/>
            <a:ext cx="1219200" cy="109728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206398" indent="-206398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2227" noProof="0"/>
          </a:p>
        </p:txBody>
      </p:sp>
      <p:sp>
        <p:nvSpPr>
          <p:cNvPr id="9" name="TextBox 6"/>
          <p:cNvSpPr txBox="1"/>
          <p:nvPr userDrawn="1"/>
        </p:nvSpPr>
        <p:spPr>
          <a:xfrm>
            <a:off x="461434" y="5718810"/>
            <a:ext cx="1219200" cy="109728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206398" indent="-206398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2227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598EAB-A240-EB77-7D97-E2AAED96ECA1}"/>
              </a:ext>
            </a:extLst>
          </p:cNvPr>
          <p:cNvSpPr/>
          <p:nvPr userDrawn="1"/>
        </p:nvSpPr>
        <p:spPr>
          <a:xfrm rot="5400000">
            <a:off x="10462333" y="5119540"/>
            <a:ext cx="472518" cy="298682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7794EF-2032-F1DC-2B6D-82457CDBCD05}"/>
              </a:ext>
            </a:extLst>
          </p:cNvPr>
          <p:cNvSpPr/>
          <p:nvPr userDrawn="1"/>
        </p:nvSpPr>
        <p:spPr>
          <a:xfrm rot="5400000">
            <a:off x="8994328" y="6377150"/>
            <a:ext cx="472518" cy="471600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A8EE9A53-C187-19EC-7879-455208C1C9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8022" y="0"/>
            <a:ext cx="11303977" cy="88992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>
            <a:lvl1pPr>
              <a:tabLst>
                <a:tab pos="320040" algn="l"/>
              </a:tabLst>
              <a:defRPr lang="fr-CA" sz="3200" kern="1200" noProof="0">
                <a:solidFill>
                  <a:schemeClr val="accent4"/>
                </a:solidFill>
                <a:latin typeface="Visby Slab CF Bold" panose="00000800000000000000" pitchFamily="50" charset="0"/>
                <a:ea typeface="+mj-ea"/>
                <a:cs typeface="+mj-cs"/>
              </a:defRPr>
            </a:lvl1pPr>
          </a:lstStyle>
          <a:p>
            <a:r>
              <a:rPr lang="fr-CA" noProof="0"/>
              <a:t>Click to </a:t>
            </a:r>
            <a:r>
              <a:rPr lang="fr-CA" noProof="0" err="1"/>
              <a:t>edit</a:t>
            </a:r>
            <a:r>
              <a:rPr lang="fr-CA" noProof="0"/>
              <a:t> </a:t>
            </a:r>
            <a:r>
              <a:rPr lang="fr-CA" noProof="0" err="1"/>
              <a:t>title</a:t>
            </a:r>
            <a:r>
              <a:rPr lang="fr-CA" noProof="0"/>
              <a:t> style</a:t>
            </a:r>
          </a:p>
        </p:txBody>
      </p:sp>
    </p:spTree>
    <p:extLst>
      <p:ext uri="{BB962C8B-B14F-4D97-AF65-F5344CB8AC3E}">
        <p14:creationId xmlns:p14="http://schemas.microsoft.com/office/powerpoint/2010/main" val="423870306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7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185EE1-A7BF-4AD5-BC17-F265808F8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Visby Slab CF Bold" panose="00000800000000000000" pitchFamily="50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DAABD6A-C539-4986-8D7A-CD2C406F66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>
            <a:lvl1pPr marL="2286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1pPr>
            <a:lvl2pPr marL="6858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4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2pPr>
            <a:lvl3pPr marL="11430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0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3pPr>
            <a:lvl4pPr marL="16002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4pPr>
            <a:lvl5pPr marL="20574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934BDF9-CB23-494B-B363-9E25B36D0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C9F17-3A02-44C2-9C14-398C33D5EF03}" type="datetime1">
              <a:rPr lang="fr-CA" smtClean="0"/>
              <a:t>2026-08-30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3A02F70-0106-4D01-94E1-DB447CF45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8E416A0-68C3-4BA8-B81F-3419DBBCB5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472" r="1427"/>
          <a:stretch/>
        </p:blipFill>
        <p:spPr>
          <a:xfrm>
            <a:off x="11057862" y="6210411"/>
            <a:ext cx="654974" cy="657227"/>
          </a:xfrm>
          <a:prstGeom prst="rect">
            <a:avLst/>
          </a:prstGeom>
        </p:spPr>
      </p:pic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DC0AD9BE-B0C3-435D-BC3E-4521EBEEF9C7}"/>
              </a:ext>
            </a:extLst>
          </p:cNvPr>
          <p:cNvSpPr txBox="1">
            <a:spLocks/>
          </p:cNvSpPr>
          <p:nvPr userDrawn="1"/>
        </p:nvSpPr>
        <p:spPr>
          <a:xfrm>
            <a:off x="11664803" y="6536326"/>
            <a:ext cx="540488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162AF1F-2696-4F34-A7F3-E326E3C5B51E}" type="slidenum">
              <a:rPr lang="fr-CA" sz="1400" smtClean="0">
                <a:solidFill>
                  <a:schemeClr val="accent4"/>
                </a:solidFill>
                <a:latin typeface="Visby Slab CF Bold" panose="00000800000000000000" pitchFamily="50" charset="0"/>
              </a:rPr>
              <a:pPr algn="ctr"/>
              <a:t>‹N°›</a:t>
            </a:fld>
            <a:endParaRPr lang="fr-CA" sz="1400">
              <a:solidFill>
                <a:schemeClr val="accent4"/>
              </a:solidFill>
              <a:latin typeface="Visby Slab CF Bold" panose="00000800000000000000" pitchFamily="50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6567A4-6355-BD3C-4037-FBD5088829F8}"/>
              </a:ext>
            </a:extLst>
          </p:cNvPr>
          <p:cNvSpPr/>
          <p:nvPr userDrawn="1"/>
        </p:nvSpPr>
        <p:spPr>
          <a:xfrm>
            <a:off x="838200" y="1709553"/>
            <a:ext cx="10533184" cy="10800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FD178C0-E3DD-03F4-E12B-9D8A2DEA6913}"/>
              </a:ext>
            </a:extLst>
          </p:cNvPr>
          <p:cNvSpPr/>
          <p:nvPr userDrawn="1"/>
        </p:nvSpPr>
        <p:spPr>
          <a:xfrm>
            <a:off x="838200" y="1709553"/>
            <a:ext cx="108000" cy="108000"/>
          </a:xfrm>
          <a:prstGeom prst="rect">
            <a:avLst/>
          </a:prstGeom>
          <a:solidFill>
            <a:srgbClr val="203864"/>
          </a:solidFill>
          <a:ln>
            <a:solidFill>
              <a:srgbClr val="203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4962186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185EE1-A7BF-4AD5-BC17-F265808F8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Visby Slab CF Bold" panose="00000800000000000000" pitchFamily="50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DAABD6A-C539-4986-8D7A-CD2C406F66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92262" cy="4351338"/>
          </a:xfrm>
        </p:spPr>
        <p:txBody>
          <a:bodyPr anchor="ctr">
            <a:normAutofit/>
          </a:bodyPr>
          <a:lstStyle>
            <a:lvl1pPr marL="2286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1pPr>
            <a:lvl2pPr marL="6858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4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2pPr>
            <a:lvl3pPr marL="11430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0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3pPr>
            <a:lvl4pPr marL="16002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4pPr>
            <a:lvl5pPr marL="20574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934BDF9-CB23-494B-B363-9E25B36D0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C9F17-3A02-44C2-9C14-398C33D5EF03}" type="datetime1">
              <a:rPr lang="fr-CA" smtClean="0"/>
              <a:t>2026-08-30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3A02F70-0106-4D01-94E1-DB447CF45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8E416A0-68C3-4BA8-B81F-3419DBBCB5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472" r="1427"/>
          <a:stretch/>
        </p:blipFill>
        <p:spPr>
          <a:xfrm>
            <a:off x="11057862" y="6210411"/>
            <a:ext cx="654974" cy="657227"/>
          </a:xfrm>
          <a:prstGeom prst="rect">
            <a:avLst/>
          </a:prstGeom>
        </p:spPr>
      </p:pic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DC0AD9BE-B0C3-435D-BC3E-4521EBEEF9C7}"/>
              </a:ext>
            </a:extLst>
          </p:cNvPr>
          <p:cNvSpPr txBox="1">
            <a:spLocks/>
          </p:cNvSpPr>
          <p:nvPr userDrawn="1"/>
        </p:nvSpPr>
        <p:spPr>
          <a:xfrm>
            <a:off x="11664803" y="6536326"/>
            <a:ext cx="540488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162AF1F-2696-4F34-A7F3-E326E3C5B51E}" type="slidenum">
              <a:rPr lang="fr-CA" sz="1400" smtClean="0">
                <a:solidFill>
                  <a:schemeClr val="accent2"/>
                </a:solidFill>
                <a:latin typeface="Visby Slab CF Bold" panose="00000800000000000000" pitchFamily="50" charset="0"/>
              </a:rPr>
              <a:pPr algn="ctr"/>
              <a:t>‹N°›</a:t>
            </a:fld>
            <a:endParaRPr lang="fr-CA" sz="1400">
              <a:solidFill>
                <a:schemeClr val="accent2"/>
              </a:solidFill>
              <a:latin typeface="Visby Slab CF Bold" panose="00000800000000000000" pitchFamily="50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ED1FFB-4E60-EE52-12A7-B696E9EEBB39}"/>
              </a:ext>
            </a:extLst>
          </p:cNvPr>
          <p:cNvSpPr/>
          <p:nvPr userDrawn="1"/>
        </p:nvSpPr>
        <p:spPr>
          <a:xfrm>
            <a:off x="838200" y="1709553"/>
            <a:ext cx="5492262" cy="116072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83D631-88E3-FF4E-2562-9CA27B86EC6F}"/>
              </a:ext>
            </a:extLst>
          </p:cNvPr>
          <p:cNvSpPr/>
          <p:nvPr userDrawn="1"/>
        </p:nvSpPr>
        <p:spPr>
          <a:xfrm>
            <a:off x="838200" y="1709553"/>
            <a:ext cx="108000" cy="108000"/>
          </a:xfrm>
          <a:prstGeom prst="rect">
            <a:avLst/>
          </a:prstGeom>
          <a:solidFill>
            <a:srgbClr val="203864"/>
          </a:solidFill>
          <a:ln>
            <a:solidFill>
              <a:srgbClr val="203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159858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185EE1-A7BF-4AD5-BC17-F265808F8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Visby Slab CF Bold" panose="00000800000000000000" pitchFamily="50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DAABD6A-C539-4986-8D7A-CD2C406F66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92262" cy="4351338"/>
          </a:xfrm>
        </p:spPr>
        <p:txBody>
          <a:bodyPr anchor="ctr">
            <a:normAutofit/>
          </a:bodyPr>
          <a:lstStyle>
            <a:lvl1pPr marL="2286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1pPr>
            <a:lvl2pPr marL="6858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4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2pPr>
            <a:lvl3pPr marL="11430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0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3pPr>
            <a:lvl4pPr marL="16002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4pPr>
            <a:lvl5pPr marL="20574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934BDF9-CB23-494B-B363-9E25B36D0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C9F17-3A02-44C2-9C14-398C33D5EF03}" type="datetime1">
              <a:rPr lang="fr-CA" smtClean="0"/>
              <a:t>2026-08-30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3A02F70-0106-4D01-94E1-DB447CF45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8E416A0-68C3-4BA8-B81F-3419DBBCB5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472" r="1427"/>
          <a:stretch/>
        </p:blipFill>
        <p:spPr>
          <a:xfrm>
            <a:off x="11057862" y="6210411"/>
            <a:ext cx="654974" cy="657227"/>
          </a:xfrm>
          <a:prstGeom prst="rect">
            <a:avLst/>
          </a:prstGeom>
        </p:spPr>
      </p:pic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DC0AD9BE-B0C3-435D-BC3E-4521EBEEF9C7}"/>
              </a:ext>
            </a:extLst>
          </p:cNvPr>
          <p:cNvSpPr txBox="1">
            <a:spLocks/>
          </p:cNvSpPr>
          <p:nvPr userDrawn="1"/>
        </p:nvSpPr>
        <p:spPr>
          <a:xfrm>
            <a:off x="11664803" y="6536326"/>
            <a:ext cx="540488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162AF1F-2696-4F34-A7F3-E326E3C5B51E}" type="slidenum">
              <a:rPr lang="fr-CA" sz="1400" smtClean="0">
                <a:solidFill>
                  <a:schemeClr val="accent2"/>
                </a:solidFill>
                <a:latin typeface="Visby Slab CF Bold" panose="00000800000000000000" pitchFamily="50" charset="0"/>
              </a:rPr>
              <a:pPr algn="ctr"/>
              <a:t>‹N°›</a:t>
            </a:fld>
            <a:endParaRPr lang="fr-CA" sz="1400">
              <a:solidFill>
                <a:schemeClr val="accent2"/>
              </a:solidFill>
              <a:latin typeface="Visby Slab CF Bold" panose="00000800000000000000" pitchFamily="50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ED1FFB-4E60-EE52-12A7-B696E9EEBB39}"/>
              </a:ext>
            </a:extLst>
          </p:cNvPr>
          <p:cNvSpPr/>
          <p:nvPr userDrawn="1"/>
        </p:nvSpPr>
        <p:spPr>
          <a:xfrm>
            <a:off x="838200" y="1709553"/>
            <a:ext cx="5492262" cy="116072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83D631-88E3-FF4E-2562-9CA27B86EC6F}"/>
              </a:ext>
            </a:extLst>
          </p:cNvPr>
          <p:cNvSpPr/>
          <p:nvPr userDrawn="1"/>
        </p:nvSpPr>
        <p:spPr>
          <a:xfrm>
            <a:off x="838200" y="1709553"/>
            <a:ext cx="108000" cy="108000"/>
          </a:xfrm>
          <a:prstGeom prst="rect">
            <a:avLst/>
          </a:prstGeom>
          <a:solidFill>
            <a:srgbClr val="203864"/>
          </a:solidFill>
          <a:ln>
            <a:solidFill>
              <a:srgbClr val="203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4938858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185EE1-A7BF-4AD5-BC17-F265808F8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Visby Slab CF Bold" panose="00000800000000000000" pitchFamily="50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DC0AD9BE-B0C3-435D-BC3E-4521EBEEF9C7}"/>
              </a:ext>
            </a:extLst>
          </p:cNvPr>
          <p:cNvSpPr txBox="1">
            <a:spLocks/>
          </p:cNvSpPr>
          <p:nvPr userDrawn="1"/>
        </p:nvSpPr>
        <p:spPr>
          <a:xfrm>
            <a:off x="11664803" y="6536326"/>
            <a:ext cx="540488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162AF1F-2696-4F34-A7F3-E326E3C5B51E}" type="slidenum">
              <a:rPr lang="fr-CA" sz="1200" smtClean="0">
                <a:solidFill>
                  <a:srgbClr val="003C71"/>
                </a:solidFill>
                <a:latin typeface="Visby CF" pitchFamily="50" charset="0"/>
              </a:rPr>
              <a:pPr algn="ctr"/>
              <a:t>‹N°›</a:t>
            </a:fld>
            <a:endParaRPr lang="fr-CA" sz="1200">
              <a:solidFill>
                <a:srgbClr val="003C71"/>
              </a:solidFill>
              <a:latin typeface="Visby CF" pitchFamily="50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59D36B-EA26-D450-5622-4C9069AAC298}"/>
              </a:ext>
            </a:extLst>
          </p:cNvPr>
          <p:cNvSpPr/>
          <p:nvPr userDrawn="1"/>
        </p:nvSpPr>
        <p:spPr>
          <a:xfrm rot="5400000">
            <a:off x="10462333" y="5119540"/>
            <a:ext cx="472518" cy="2986820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BBD810-0277-793C-EA97-93FAC7EB8040}"/>
              </a:ext>
            </a:extLst>
          </p:cNvPr>
          <p:cNvSpPr/>
          <p:nvPr userDrawn="1"/>
        </p:nvSpPr>
        <p:spPr>
          <a:xfrm rot="5400000">
            <a:off x="8994328" y="6377150"/>
            <a:ext cx="472518" cy="471600"/>
          </a:xfrm>
          <a:prstGeom prst="rect">
            <a:avLst/>
          </a:prstGeom>
          <a:solidFill>
            <a:srgbClr val="203864"/>
          </a:solidFill>
          <a:ln>
            <a:solidFill>
              <a:srgbClr val="203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1467854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185EE1-A7BF-4AD5-BC17-F265808F8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Visby Slab CF Bold" panose="00000800000000000000" pitchFamily="50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DAABD6A-C539-4986-8D7A-CD2C406F66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>
            <a:lvl1pPr marL="2286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1pPr>
            <a:lvl2pPr marL="6858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4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2pPr>
            <a:lvl3pPr marL="11430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0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3pPr>
            <a:lvl4pPr marL="16002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4pPr>
            <a:lvl5pPr marL="20574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934BDF9-CB23-494B-B363-9E25B36D0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C9F17-3A02-44C2-9C14-398C33D5EF03}" type="datetime1">
              <a:rPr lang="fr-CA" smtClean="0"/>
              <a:t>2026-08-30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3A02F70-0106-4D01-94E1-DB447CF45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8E416A0-68C3-4BA8-B81F-3419DBBCB5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472" r="1427"/>
          <a:stretch/>
        </p:blipFill>
        <p:spPr>
          <a:xfrm>
            <a:off x="11057862" y="6210411"/>
            <a:ext cx="654974" cy="657227"/>
          </a:xfrm>
          <a:prstGeom prst="rect">
            <a:avLst/>
          </a:prstGeom>
        </p:spPr>
      </p:pic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DC0AD9BE-B0C3-435D-BC3E-4521EBEEF9C7}"/>
              </a:ext>
            </a:extLst>
          </p:cNvPr>
          <p:cNvSpPr txBox="1">
            <a:spLocks/>
          </p:cNvSpPr>
          <p:nvPr userDrawn="1"/>
        </p:nvSpPr>
        <p:spPr>
          <a:xfrm>
            <a:off x="11664803" y="6536326"/>
            <a:ext cx="540488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162AF1F-2696-4F34-A7F3-E326E3C5B51E}" type="slidenum">
              <a:rPr lang="fr-CA" sz="1400" b="0" smtClean="0">
                <a:solidFill>
                  <a:schemeClr val="accent2"/>
                </a:solidFill>
                <a:latin typeface="Visby Slab CF Bold" panose="00000800000000000000" pitchFamily="50" charset="0"/>
              </a:rPr>
              <a:pPr algn="ctr"/>
              <a:t>‹N°›</a:t>
            </a:fld>
            <a:endParaRPr lang="fr-CA" sz="1200" b="0">
              <a:solidFill>
                <a:schemeClr val="accent2"/>
              </a:solidFill>
              <a:latin typeface="Visby Slab CF Bold" panose="00000800000000000000" pitchFamily="50" charset="0"/>
            </a:endParaRPr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91D0E067-7F7F-2D6B-48CC-ECADEEA552C9}"/>
              </a:ext>
            </a:extLst>
          </p:cNvPr>
          <p:cNvGrpSpPr/>
          <p:nvPr userDrawn="1"/>
        </p:nvGrpSpPr>
        <p:grpSpPr>
          <a:xfrm>
            <a:off x="838200" y="1709553"/>
            <a:ext cx="10533184" cy="108000"/>
            <a:chOff x="838200" y="1709553"/>
            <a:chExt cx="10533184" cy="10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56567A4-6355-BD3C-4037-FBD5088829F8}"/>
                </a:ext>
              </a:extLst>
            </p:cNvPr>
            <p:cNvSpPr/>
            <p:nvPr userDrawn="1"/>
          </p:nvSpPr>
          <p:spPr>
            <a:xfrm>
              <a:off x="838200" y="1709553"/>
              <a:ext cx="10533184" cy="1080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FD178C0-E3DD-03F4-E12B-9D8A2DEA6913}"/>
                </a:ext>
              </a:extLst>
            </p:cNvPr>
            <p:cNvSpPr/>
            <p:nvPr userDrawn="1"/>
          </p:nvSpPr>
          <p:spPr>
            <a:xfrm>
              <a:off x="838200" y="1709553"/>
              <a:ext cx="108000" cy="108000"/>
            </a:xfrm>
            <a:prstGeom prst="rect">
              <a:avLst/>
            </a:prstGeom>
            <a:solidFill>
              <a:srgbClr val="203864"/>
            </a:solidFill>
            <a:ln>
              <a:solidFill>
                <a:srgbClr val="2038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</p:grpSp>
    </p:spTree>
    <p:extLst>
      <p:ext uri="{BB962C8B-B14F-4D97-AF65-F5344CB8AC3E}">
        <p14:creationId xmlns:p14="http://schemas.microsoft.com/office/powerpoint/2010/main" val="17919715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185EE1-A7BF-4AD5-BC17-F265808F8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Visby Slab CF Bold" panose="00000800000000000000" pitchFamily="50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DAABD6A-C539-4986-8D7A-CD2C406F66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>
            <a:lvl1pPr marL="2286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1pPr>
            <a:lvl2pPr marL="6858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4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2pPr>
            <a:lvl3pPr marL="11430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0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3pPr>
            <a:lvl4pPr marL="16002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4pPr>
            <a:lvl5pPr marL="20574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934BDF9-CB23-494B-B363-9E25B36D0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C9F17-3A02-44C2-9C14-398C33D5EF03}" type="datetime1">
              <a:rPr lang="fr-CA" smtClean="0"/>
              <a:t>2026-08-30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3A02F70-0106-4D01-94E1-DB447CF45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8E416A0-68C3-4BA8-B81F-3419DBBCB5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472" r="1427"/>
          <a:stretch/>
        </p:blipFill>
        <p:spPr>
          <a:xfrm>
            <a:off x="11383031" y="6061296"/>
            <a:ext cx="654974" cy="657227"/>
          </a:xfrm>
          <a:prstGeom prst="rect">
            <a:avLst/>
          </a:prstGeom>
        </p:spPr>
      </p:pic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DC0AD9BE-B0C3-435D-BC3E-4521EBEEF9C7}"/>
              </a:ext>
            </a:extLst>
          </p:cNvPr>
          <p:cNvSpPr txBox="1">
            <a:spLocks/>
          </p:cNvSpPr>
          <p:nvPr userDrawn="1"/>
        </p:nvSpPr>
        <p:spPr>
          <a:xfrm>
            <a:off x="10899211" y="6455575"/>
            <a:ext cx="540488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162AF1F-2696-4F34-A7F3-E326E3C5B51E}" type="slidenum">
              <a:rPr lang="fr-CA" sz="1400" b="0" smtClean="0">
                <a:solidFill>
                  <a:schemeClr val="accent2"/>
                </a:solidFill>
                <a:latin typeface="Visby Slab CF Bold" panose="00000800000000000000" pitchFamily="50" charset="0"/>
              </a:rPr>
              <a:pPr algn="ctr"/>
              <a:t>‹N°›</a:t>
            </a:fld>
            <a:endParaRPr lang="fr-CA" sz="1200" b="0">
              <a:solidFill>
                <a:schemeClr val="accent2"/>
              </a:solidFill>
              <a:latin typeface="Visby Slab CF Bold" panose="00000800000000000000" pitchFamily="50" charset="0"/>
            </a:endParaRPr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91D0E067-7F7F-2D6B-48CC-ECADEEA552C9}"/>
              </a:ext>
            </a:extLst>
          </p:cNvPr>
          <p:cNvGrpSpPr/>
          <p:nvPr userDrawn="1"/>
        </p:nvGrpSpPr>
        <p:grpSpPr>
          <a:xfrm>
            <a:off x="838200" y="1709553"/>
            <a:ext cx="10533184" cy="108000"/>
            <a:chOff x="838200" y="1709553"/>
            <a:chExt cx="10533184" cy="10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56567A4-6355-BD3C-4037-FBD5088829F8}"/>
                </a:ext>
              </a:extLst>
            </p:cNvPr>
            <p:cNvSpPr/>
            <p:nvPr userDrawn="1"/>
          </p:nvSpPr>
          <p:spPr>
            <a:xfrm>
              <a:off x="838200" y="1709553"/>
              <a:ext cx="10533184" cy="1080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FD178C0-E3DD-03F4-E12B-9D8A2DEA6913}"/>
                </a:ext>
              </a:extLst>
            </p:cNvPr>
            <p:cNvSpPr/>
            <p:nvPr userDrawn="1"/>
          </p:nvSpPr>
          <p:spPr>
            <a:xfrm>
              <a:off x="838200" y="1709553"/>
              <a:ext cx="108000" cy="108000"/>
            </a:xfrm>
            <a:prstGeom prst="rect">
              <a:avLst/>
            </a:prstGeom>
            <a:solidFill>
              <a:srgbClr val="203864"/>
            </a:solidFill>
            <a:ln>
              <a:solidFill>
                <a:srgbClr val="2038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</p:grpSp>
    </p:spTree>
    <p:extLst>
      <p:ext uri="{BB962C8B-B14F-4D97-AF65-F5344CB8AC3E}">
        <p14:creationId xmlns:p14="http://schemas.microsoft.com/office/powerpoint/2010/main" val="30268737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e 12">
            <a:extLst>
              <a:ext uri="{FF2B5EF4-FFF2-40B4-BE49-F238E27FC236}">
                <a16:creationId xmlns:a16="http://schemas.microsoft.com/office/drawing/2014/main" id="{EBDD9D57-9370-83B4-9116-276A686DC0E2}"/>
              </a:ext>
            </a:extLst>
          </p:cNvPr>
          <p:cNvGrpSpPr/>
          <p:nvPr userDrawn="1"/>
        </p:nvGrpSpPr>
        <p:grpSpPr>
          <a:xfrm>
            <a:off x="831850" y="3686829"/>
            <a:ext cx="10521950" cy="900001"/>
            <a:chOff x="831850" y="3686829"/>
            <a:chExt cx="10521950" cy="90000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3DAD92D-B154-D982-F8D5-1C42DEFAC34E}"/>
                </a:ext>
              </a:extLst>
            </p:cNvPr>
            <p:cNvSpPr/>
            <p:nvPr userDrawn="1"/>
          </p:nvSpPr>
          <p:spPr>
            <a:xfrm rot="5400000">
              <a:off x="5642825" y="-1124146"/>
              <a:ext cx="900000" cy="1052195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1BA741F-8330-9175-BB85-E6E8D878CB1F}"/>
                </a:ext>
              </a:extLst>
            </p:cNvPr>
            <p:cNvSpPr/>
            <p:nvPr userDrawn="1"/>
          </p:nvSpPr>
          <p:spPr>
            <a:xfrm rot="5400000">
              <a:off x="834502" y="3686830"/>
              <a:ext cx="900000" cy="900000"/>
            </a:xfrm>
            <a:prstGeom prst="rect">
              <a:avLst/>
            </a:prstGeom>
            <a:solidFill>
              <a:srgbClr val="203864"/>
            </a:solidFill>
            <a:ln>
              <a:solidFill>
                <a:srgbClr val="2038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AEBDF881-2B87-4A64-9F9F-77C401AA7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4502" y="1709738"/>
            <a:ext cx="9612948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  <a:latin typeface="Visby CF" pitchFamily="50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0367424-D776-493C-987D-ECE5A1EE12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2">
                    <a:lumMod val="25000"/>
                  </a:schemeClr>
                </a:solidFill>
                <a:latin typeface="Visby Slab CF Bold" panose="00000800000000000000" pitchFamily="50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3B1EB46-6A6F-4051-916B-173FABD96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A3F56-1CBF-4B71-BCF0-9D49C229BC9E}" type="datetime1">
              <a:rPr lang="fr-CA" smtClean="0"/>
              <a:t>2026-08-30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045C6CD-773E-49C9-9C0F-00A841E49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6AFFE51-28AD-499E-9A51-17A8F9ED7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AF1F-2696-4F34-A7F3-E326E3C5B51E}" type="slidenum">
              <a:rPr lang="fr-CA" smtClean="0"/>
              <a:t>‹N°›</a:t>
            </a:fld>
            <a:endParaRPr lang="fr-CA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92A690AD-01A7-4AED-9076-FBB008D79B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472" r="1427"/>
          <a:stretch/>
        </p:blipFill>
        <p:spPr>
          <a:xfrm>
            <a:off x="11057862" y="6210411"/>
            <a:ext cx="654974" cy="657227"/>
          </a:xfrm>
          <a:prstGeom prst="rect">
            <a:avLst/>
          </a:prstGeom>
        </p:spPr>
      </p:pic>
      <p:sp>
        <p:nvSpPr>
          <p:cNvPr id="9" name="Espace réservé du numéro de diapositive 5">
            <a:extLst>
              <a:ext uri="{FF2B5EF4-FFF2-40B4-BE49-F238E27FC236}">
                <a16:creationId xmlns:a16="http://schemas.microsoft.com/office/drawing/2014/main" id="{F88E85E2-9F61-4B62-80C6-8FE9ECE2F8C9}"/>
              </a:ext>
            </a:extLst>
          </p:cNvPr>
          <p:cNvSpPr txBox="1">
            <a:spLocks/>
          </p:cNvSpPr>
          <p:nvPr userDrawn="1"/>
        </p:nvSpPr>
        <p:spPr>
          <a:xfrm>
            <a:off x="11664803" y="6536326"/>
            <a:ext cx="540488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162AF1F-2696-4F34-A7F3-E326E3C5B51E}" type="slidenum">
              <a:rPr lang="fr-CA" sz="1400" smtClean="0">
                <a:solidFill>
                  <a:schemeClr val="accent2"/>
                </a:solidFill>
                <a:latin typeface="Visby Slab CF Bold" panose="00000800000000000000" pitchFamily="50" charset="0"/>
              </a:rPr>
              <a:pPr algn="ctr"/>
              <a:t>‹N°›</a:t>
            </a:fld>
            <a:endParaRPr lang="fr-CA" sz="1400">
              <a:solidFill>
                <a:schemeClr val="accent2"/>
              </a:solidFill>
              <a:latin typeface="Visby Slab CF Bold" panose="000008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736389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e 6">
            <a:extLst>
              <a:ext uri="{FF2B5EF4-FFF2-40B4-BE49-F238E27FC236}">
                <a16:creationId xmlns:a16="http://schemas.microsoft.com/office/drawing/2014/main" id="{E322D8C5-A4B1-D227-6B9A-DD26950FB037}"/>
              </a:ext>
            </a:extLst>
          </p:cNvPr>
          <p:cNvGrpSpPr/>
          <p:nvPr userDrawn="1"/>
        </p:nvGrpSpPr>
        <p:grpSpPr>
          <a:xfrm>
            <a:off x="831850" y="2410691"/>
            <a:ext cx="7478137" cy="900001"/>
            <a:chOff x="831850" y="2410691"/>
            <a:chExt cx="7478137" cy="90000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3DAD92D-B154-D982-F8D5-1C42DEFAC34E}"/>
                </a:ext>
              </a:extLst>
            </p:cNvPr>
            <p:cNvSpPr/>
            <p:nvPr userDrawn="1"/>
          </p:nvSpPr>
          <p:spPr>
            <a:xfrm rot="5400000">
              <a:off x="4120919" y="-878378"/>
              <a:ext cx="900000" cy="747813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1BA741F-8330-9175-BB85-E6E8D878CB1F}"/>
                </a:ext>
              </a:extLst>
            </p:cNvPr>
            <p:cNvSpPr/>
            <p:nvPr userDrawn="1"/>
          </p:nvSpPr>
          <p:spPr>
            <a:xfrm rot="5400000">
              <a:off x="834502" y="2410692"/>
              <a:ext cx="900000" cy="900000"/>
            </a:xfrm>
            <a:prstGeom prst="rect">
              <a:avLst/>
            </a:prstGeom>
            <a:solidFill>
              <a:srgbClr val="203864"/>
            </a:solidFill>
            <a:ln>
              <a:solidFill>
                <a:srgbClr val="2038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AEBDF881-2B87-4A64-9F9F-77C401AA7986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1734502" y="433600"/>
            <a:ext cx="6575485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 marL="180975" indent="0">
              <a:defRPr sz="4800">
                <a:solidFill>
                  <a:schemeClr val="bg1"/>
                </a:solidFill>
                <a:latin typeface="Visby CF" pitchFamily="50" charset="0"/>
              </a:defRPr>
            </a:lvl1pPr>
          </a:lstStyle>
          <a:p>
            <a:r>
              <a:rPr lang="fr-FR"/>
              <a:t>Modifiezle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0367424-D776-493C-987D-ECE5A1EE120C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831850" y="3313325"/>
            <a:ext cx="7478137" cy="2775976"/>
          </a:xfrm>
        </p:spPr>
        <p:txBody>
          <a:bodyPr/>
          <a:lstStyle>
            <a:lvl1pPr marL="0" indent="0">
              <a:buNone/>
              <a:defRPr sz="2400">
                <a:solidFill>
                  <a:schemeClr val="bg2">
                    <a:lumMod val="25000"/>
                  </a:schemeClr>
                </a:solidFill>
                <a:latin typeface="Visby Slab CF Bold" panose="00000800000000000000" pitchFamily="50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3B1EB46-6A6F-4051-916B-173FABD96FDE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C3FA3F56-1CBF-4B71-BCF0-9D49C229BC9E}" type="datetime1">
              <a:rPr lang="fr-CA" smtClean="0"/>
              <a:t>2026-08-30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045C6CD-773E-49C9-9C0F-00A841E4914D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6AFFE51-28AD-499E-9A51-17A8F9ED76B1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4162AF1F-2696-4F34-A7F3-E326E3C5B51E}" type="slidenum">
              <a:rPr lang="fr-CA" smtClean="0"/>
              <a:t>‹N°›</a:t>
            </a:fld>
            <a:endParaRPr lang="fr-CA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92A690AD-01A7-4AED-9076-FBB008D79B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472" r="1427"/>
          <a:stretch/>
        </p:blipFill>
        <p:spPr>
          <a:xfrm>
            <a:off x="11057862" y="6210411"/>
            <a:ext cx="654974" cy="657227"/>
          </a:xfrm>
          <a:prstGeom prst="rect">
            <a:avLst/>
          </a:prstGeom>
        </p:spPr>
      </p:pic>
      <p:sp>
        <p:nvSpPr>
          <p:cNvPr id="9" name="Espace réservé du numéro de diapositive 5">
            <a:extLst>
              <a:ext uri="{FF2B5EF4-FFF2-40B4-BE49-F238E27FC236}">
                <a16:creationId xmlns:a16="http://schemas.microsoft.com/office/drawing/2014/main" id="{F88E85E2-9F61-4B62-80C6-8FE9ECE2F8C9}"/>
              </a:ext>
            </a:extLst>
          </p:cNvPr>
          <p:cNvSpPr txBox="1">
            <a:spLocks/>
          </p:cNvSpPr>
          <p:nvPr userDrawn="1"/>
        </p:nvSpPr>
        <p:spPr>
          <a:xfrm>
            <a:off x="11664803" y="6536326"/>
            <a:ext cx="540488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162AF1F-2696-4F34-A7F3-E326E3C5B51E}" type="slidenum">
              <a:rPr lang="fr-CA" sz="1400" smtClean="0">
                <a:solidFill>
                  <a:schemeClr val="accent2"/>
                </a:solidFill>
                <a:latin typeface="Visby Slab CF Bold" panose="00000800000000000000" pitchFamily="50" charset="0"/>
              </a:rPr>
              <a:pPr algn="ctr"/>
              <a:t>‹N°›</a:t>
            </a:fld>
            <a:endParaRPr lang="fr-CA" sz="1400">
              <a:solidFill>
                <a:schemeClr val="accent2"/>
              </a:solidFill>
              <a:latin typeface="Visby Slab CF Bold" panose="000008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470369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D6FF520-7EBC-4D23-9027-BE7F20AC6B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59523"/>
            <a:ext cx="5181600" cy="4717440"/>
          </a:xfrm>
        </p:spPr>
        <p:txBody>
          <a:bodyPr>
            <a:normAutofit/>
          </a:bodyPr>
          <a:lstStyle>
            <a:lvl1pPr marL="2286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400">
                <a:solidFill>
                  <a:schemeClr val="bg2">
                    <a:lumMod val="10000"/>
                  </a:schemeClr>
                </a:solidFill>
              </a:defRPr>
            </a:lvl1pPr>
            <a:lvl2pPr marL="6858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000">
                <a:solidFill>
                  <a:schemeClr val="bg2">
                    <a:lumMod val="10000"/>
                  </a:schemeClr>
                </a:solidFill>
              </a:defRPr>
            </a:lvl2pPr>
            <a:lvl3pPr marL="11430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10000"/>
                  </a:schemeClr>
                </a:solidFill>
              </a:defRPr>
            </a:lvl3pPr>
            <a:lvl4pPr marL="16002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600">
                <a:solidFill>
                  <a:schemeClr val="bg2">
                    <a:lumMod val="10000"/>
                  </a:schemeClr>
                </a:solidFill>
              </a:defRPr>
            </a:lvl4pPr>
            <a:lvl5pPr marL="20574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600"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0F1508B-6CF9-436F-AE7F-373AE84289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59523"/>
            <a:ext cx="5181600" cy="4717440"/>
          </a:xfrm>
        </p:spPr>
        <p:txBody>
          <a:bodyPr>
            <a:normAutofit/>
          </a:bodyPr>
          <a:lstStyle>
            <a:lvl1pPr marL="2286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400">
                <a:solidFill>
                  <a:schemeClr val="bg2">
                    <a:lumMod val="10000"/>
                  </a:schemeClr>
                </a:solidFill>
              </a:defRPr>
            </a:lvl1pPr>
            <a:lvl2pPr marL="6858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000">
                <a:solidFill>
                  <a:schemeClr val="bg2">
                    <a:lumMod val="10000"/>
                  </a:schemeClr>
                </a:solidFill>
              </a:defRPr>
            </a:lvl2pPr>
            <a:lvl3pPr marL="11430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10000"/>
                  </a:schemeClr>
                </a:solidFill>
              </a:defRPr>
            </a:lvl3pPr>
            <a:lvl4pPr marL="16002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600">
                <a:solidFill>
                  <a:schemeClr val="bg2">
                    <a:lumMod val="10000"/>
                  </a:schemeClr>
                </a:solidFill>
              </a:defRPr>
            </a:lvl4pPr>
            <a:lvl5pPr marL="20574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600"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1D1BB8EB-77F7-0447-0817-CCF477C778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8022" y="0"/>
            <a:ext cx="11303977" cy="88992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>
            <a:normAutofit/>
          </a:bodyPr>
          <a:lstStyle>
            <a:lvl1pPr>
              <a:tabLst>
                <a:tab pos="320040" algn="l"/>
              </a:tabLst>
              <a:defRPr lang="fr-CA" sz="3200" kern="1200" noProof="0">
                <a:solidFill>
                  <a:schemeClr val="bg1"/>
                </a:solidFill>
                <a:latin typeface="Visby Slab CF Bold" panose="00000800000000000000" pitchFamily="50" charset="0"/>
                <a:ea typeface="+mj-ea"/>
                <a:cs typeface="+mj-cs"/>
              </a:defRPr>
            </a:lvl1pPr>
          </a:lstStyle>
          <a:p>
            <a:r>
              <a:rPr lang="fr-CA" noProof="0"/>
              <a:t>	Click to </a:t>
            </a:r>
            <a:r>
              <a:rPr lang="fr-CA" noProof="0" err="1"/>
              <a:t>edit</a:t>
            </a:r>
            <a:r>
              <a:rPr lang="fr-CA" noProof="0"/>
              <a:t> </a:t>
            </a:r>
            <a:r>
              <a:rPr lang="fr-CA" noProof="0" err="1"/>
              <a:t>title</a:t>
            </a:r>
            <a:r>
              <a:rPr lang="fr-CA" noProof="0"/>
              <a:t> style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337692-CA06-8A6E-800A-88C2CB7BA118}"/>
              </a:ext>
            </a:extLst>
          </p:cNvPr>
          <p:cNvSpPr/>
          <p:nvPr userDrawn="1"/>
        </p:nvSpPr>
        <p:spPr>
          <a:xfrm>
            <a:off x="0" y="0"/>
            <a:ext cx="888023" cy="8892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4679351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D6FF520-7EBC-4D23-9027-BE7F20AC6B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59523"/>
            <a:ext cx="5181600" cy="4717440"/>
          </a:xfrm>
        </p:spPr>
        <p:txBody>
          <a:bodyPr>
            <a:normAutofit/>
          </a:bodyPr>
          <a:lstStyle>
            <a:lvl1pPr marL="2286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400">
                <a:solidFill>
                  <a:schemeClr val="bg2">
                    <a:lumMod val="10000"/>
                  </a:schemeClr>
                </a:solidFill>
              </a:defRPr>
            </a:lvl1pPr>
            <a:lvl2pPr marL="6858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000">
                <a:solidFill>
                  <a:schemeClr val="bg2">
                    <a:lumMod val="10000"/>
                  </a:schemeClr>
                </a:solidFill>
              </a:defRPr>
            </a:lvl2pPr>
            <a:lvl3pPr marL="11430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10000"/>
                  </a:schemeClr>
                </a:solidFill>
              </a:defRPr>
            </a:lvl3pPr>
            <a:lvl4pPr marL="16002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600">
                <a:solidFill>
                  <a:schemeClr val="bg2">
                    <a:lumMod val="10000"/>
                  </a:schemeClr>
                </a:solidFill>
              </a:defRPr>
            </a:lvl4pPr>
            <a:lvl5pPr marL="20574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600"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0F1508B-6CF9-436F-AE7F-373AE84289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59523"/>
            <a:ext cx="5181600" cy="4717440"/>
          </a:xfrm>
        </p:spPr>
        <p:txBody>
          <a:bodyPr>
            <a:normAutofit/>
          </a:bodyPr>
          <a:lstStyle>
            <a:lvl1pPr marL="2286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400">
                <a:solidFill>
                  <a:schemeClr val="bg2">
                    <a:lumMod val="10000"/>
                  </a:schemeClr>
                </a:solidFill>
              </a:defRPr>
            </a:lvl1pPr>
            <a:lvl2pPr marL="6858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000">
                <a:solidFill>
                  <a:schemeClr val="bg2">
                    <a:lumMod val="10000"/>
                  </a:schemeClr>
                </a:solidFill>
              </a:defRPr>
            </a:lvl2pPr>
            <a:lvl3pPr marL="11430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10000"/>
                  </a:schemeClr>
                </a:solidFill>
              </a:defRPr>
            </a:lvl3pPr>
            <a:lvl4pPr marL="16002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600">
                <a:solidFill>
                  <a:schemeClr val="bg2">
                    <a:lumMod val="10000"/>
                  </a:schemeClr>
                </a:solidFill>
              </a:defRPr>
            </a:lvl4pPr>
            <a:lvl5pPr marL="20574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600"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1D1BB8EB-77F7-0447-0817-CCF477C778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8022" y="0"/>
            <a:ext cx="11303977" cy="889920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>
            <a:normAutofit/>
          </a:bodyPr>
          <a:lstStyle>
            <a:lvl1pPr>
              <a:tabLst>
                <a:tab pos="320040" algn="l"/>
              </a:tabLst>
              <a:defRPr lang="fr-CA" sz="3200" kern="1200" noProof="0">
                <a:solidFill>
                  <a:schemeClr val="bg1"/>
                </a:solidFill>
                <a:latin typeface="Visby Slab CF Bold" panose="00000800000000000000" pitchFamily="50" charset="0"/>
                <a:ea typeface="+mj-ea"/>
                <a:cs typeface="+mj-cs"/>
              </a:defRPr>
            </a:lvl1pPr>
          </a:lstStyle>
          <a:p>
            <a:r>
              <a:rPr lang="fr-CA" noProof="0"/>
              <a:t>Click to </a:t>
            </a:r>
            <a:r>
              <a:rPr lang="fr-CA" noProof="0" err="1"/>
              <a:t>edit</a:t>
            </a:r>
            <a:r>
              <a:rPr lang="fr-CA" noProof="0"/>
              <a:t> </a:t>
            </a:r>
            <a:r>
              <a:rPr lang="fr-CA" noProof="0" err="1"/>
              <a:t>title</a:t>
            </a:r>
            <a:r>
              <a:rPr lang="fr-CA" noProof="0"/>
              <a:t> style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337692-CA06-8A6E-800A-88C2CB7BA118}"/>
              </a:ext>
            </a:extLst>
          </p:cNvPr>
          <p:cNvSpPr/>
          <p:nvPr userDrawn="1"/>
        </p:nvSpPr>
        <p:spPr>
          <a:xfrm>
            <a:off x="0" y="0"/>
            <a:ext cx="888023" cy="8892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5739988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E47C7D-ED3A-4278-A72A-48345246A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Visby Slab CF Bold" panose="00000800000000000000" pitchFamily="50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0E886C2-319B-46B8-AEEA-C66D91E93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57375"/>
            <a:ext cx="5157787" cy="64770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accent4"/>
                </a:solidFill>
                <a:latin typeface="Visby Slab CF Bold" panose="00000800000000000000" pitchFamily="50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9913E5C-7FCE-4545-9F38-F46AC53B5A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 marL="2286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400">
                <a:solidFill>
                  <a:schemeClr val="bg2">
                    <a:lumMod val="10000"/>
                  </a:schemeClr>
                </a:solidFill>
              </a:defRPr>
            </a:lvl1pPr>
            <a:lvl2pPr marL="6858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000">
                <a:solidFill>
                  <a:schemeClr val="bg2">
                    <a:lumMod val="10000"/>
                  </a:schemeClr>
                </a:solidFill>
              </a:defRPr>
            </a:lvl2pPr>
            <a:lvl3pPr marL="11430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10000"/>
                  </a:schemeClr>
                </a:solidFill>
              </a:defRPr>
            </a:lvl3pPr>
            <a:lvl4pPr marL="16002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600">
                <a:solidFill>
                  <a:schemeClr val="bg2">
                    <a:lumMod val="10000"/>
                  </a:schemeClr>
                </a:solidFill>
              </a:defRPr>
            </a:lvl4pPr>
            <a:lvl5pPr marL="20574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600"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37AAED7-E9B6-48F2-A2E0-FEC8023F89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57375"/>
            <a:ext cx="5183188" cy="64770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accent4"/>
                </a:solidFill>
                <a:latin typeface="Visby Slab CF Bold" panose="00000800000000000000" pitchFamily="50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ADA2E83-D189-4767-ADCE-540349D0EF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 marL="2286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400">
                <a:solidFill>
                  <a:schemeClr val="bg2">
                    <a:lumMod val="10000"/>
                  </a:schemeClr>
                </a:solidFill>
              </a:defRPr>
            </a:lvl1pPr>
            <a:lvl2pPr marL="6858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000">
                <a:solidFill>
                  <a:schemeClr val="bg2">
                    <a:lumMod val="10000"/>
                  </a:schemeClr>
                </a:solidFill>
              </a:defRPr>
            </a:lvl2pPr>
            <a:lvl3pPr marL="11430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10000"/>
                  </a:schemeClr>
                </a:solidFill>
              </a:defRPr>
            </a:lvl3pPr>
            <a:lvl4pPr marL="16002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600">
                <a:solidFill>
                  <a:schemeClr val="bg2">
                    <a:lumMod val="10000"/>
                  </a:schemeClr>
                </a:solidFill>
              </a:defRPr>
            </a:lvl4pPr>
            <a:lvl5pPr marL="20574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600"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5C8475E-69CC-4760-BC4D-744440FA2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9ED92-C0A7-4E10-8DD3-6743B6F44C7B}" type="datetime1">
              <a:rPr lang="fr-CA" smtClean="0"/>
              <a:t>2026-08-30</a:t>
            </a:fld>
            <a:endParaRPr lang="fr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8F30160-070B-4EFD-9E9E-BC0F83F6A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F012686-7446-4AAB-A356-87A58A8AB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AF1F-2696-4F34-A7F3-E326E3C5B51E}" type="slidenum">
              <a:rPr lang="fr-CA" smtClean="0"/>
              <a:t>‹N°›</a:t>
            </a:fld>
            <a:endParaRPr lang="fr-CA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EED67E66-1270-42BB-90A8-FC65102E80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472" r="1427"/>
          <a:stretch/>
        </p:blipFill>
        <p:spPr>
          <a:xfrm>
            <a:off x="11057862" y="6210411"/>
            <a:ext cx="654974" cy="657227"/>
          </a:xfrm>
          <a:prstGeom prst="rect">
            <a:avLst/>
          </a:prstGeom>
        </p:spPr>
      </p:pic>
      <p:grpSp>
        <p:nvGrpSpPr>
          <p:cNvPr id="13" name="Groupe 12">
            <a:extLst>
              <a:ext uri="{FF2B5EF4-FFF2-40B4-BE49-F238E27FC236}">
                <a16:creationId xmlns:a16="http://schemas.microsoft.com/office/drawing/2014/main" id="{3AC88339-9552-A25D-2921-A87AA4DFDD4B}"/>
              </a:ext>
            </a:extLst>
          </p:cNvPr>
          <p:cNvGrpSpPr/>
          <p:nvPr userDrawn="1"/>
        </p:nvGrpSpPr>
        <p:grpSpPr>
          <a:xfrm>
            <a:off x="838200" y="1709553"/>
            <a:ext cx="10533184" cy="108000"/>
            <a:chOff x="838200" y="1709553"/>
            <a:chExt cx="10533184" cy="10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0CF4B4C-BFD0-8C2A-2386-F412098246A6}"/>
                </a:ext>
              </a:extLst>
            </p:cNvPr>
            <p:cNvSpPr/>
            <p:nvPr userDrawn="1"/>
          </p:nvSpPr>
          <p:spPr>
            <a:xfrm>
              <a:off x="838200" y="1709553"/>
              <a:ext cx="10533184" cy="1080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2B810E8-6C17-FB8B-D457-5256556C269D}"/>
                </a:ext>
              </a:extLst>
            </p:cNvPr>
            <p:cNvSpPr/>
            <p:nvPr userDrawn="1"/>
          </p:nvSpPr>
          <p:spPr>
            <a:xfrm>
              <a:off x="838200" y="1709553"/>
              <a:ext cx="108000" cy="108000"/>
            </a:xfrm>
            <a:prstGeom prst="rect">
              <a:avLst/>
            </a:prstGeom>
            <a:solidFill>
              <a:srgbClr val="203864"/>
            </a:solidFill>
            <a:ln>
              <a:solidFill>
                <a:srgbClr val="2038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</p:grp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5D05A552-4479-6999-0E35-5C8EE1CCB186}"/>
              </a:ext>
            </a:extLst>
          </p:cNvPr>
          <p:cNvSpPr txBox="1">
            <a:spLocks/>
          </p:cNvSpPr>
          <p:nvPr userDrawn="1"/>
        </p:nvSpPr>
        <p:spPr>
          <a:xfrm>
            <a:off x="11664803" y="6536326"/>
            <a:ext cx="540488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162AF1F-2696-4F34-A7F3-E326E3C5B51E}" type="slidenum">
              <a:rPr lang="fr-CA" sz="1400" smtClean="0">
                <a:solidFill>
                  <a:schemeClr val="accent2"/>
                </a:solidFill>
                <a:latin typeface="Visby Slab CF Bold" panose="00000800000000000000" pitchFamily="50" charset="0"/>
              </a:rPr>
              <a:pPr algn="ctr"/>
              <a:t>‹N°›</a:t>
            </a:fld>
            <a:endParaRPr lang="fr-CA" sz="1400">
              <a:solidFill>
                <a:schemeClr val="accent2"/>
              </a:solidFill>
              <a:latin typeface="Visby Slab CF Bold" panose="000008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91912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54DEB8-4F5E-4AAE-A758-E30BDC47F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Visby Slab CF Bold" panose="00000800000000000000" pitchFamily="50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A14BE86-3DA4-4ACC-9F51-02FE94A7B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1101E-C5D6-48CB-B6D1-4E1641070EEB}" type="datetime1">
              <a:rPr lang="fr-CA" smtClean="0"/>
              <a:t>2026-08-30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7E88ACB-9530-4D5B-BB1B-4CA0A7E92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775DFD6-489D-42B5-9D6F-592A6E5D9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AF1F-2696-4F34-A7F3-E326E3C5B51E}" type="slidenum">
              <a:rPr lang="fr-CA" smtClean="0"/>
              <a:t>‹N°›</a:t>
            </a:fld>
            <a:endParaRPr lang="fr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C9CBCD-40E8-4EE8-B41F-8CB8DDB16B8C}"/>
              </a:ext>
            </a:extLst>
          </p:cNvPr>
          <p:cNvSpPr/>
          <p:nvPr userDrawn="1"/>
        </p:nvSpPr>
        <p:spPr>
          <a:xfrm>
            <a:off x="8527312" y="6517758"/>
            <a:ext cx="3664688" cy="340242"/>
          </a:xfrm>
          <a:prstGeom prst="rect">
            <a:avLst/>
          </a:prstGeom>
          <a:solidFill>
            <a:srgbClr val="888B8D"/>
          </a:solidFill>
          <a:ln>
            <a:solidFill>
              <a:srgbClr val="888B8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A7B8A08-0129-4753-B49F-46CD5D78F6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472" r="1427"/>
          <a:stretch/>
        </p:blipFill>
        <p:spPr>
          <a:xfrm>
            <a:off x="11057862" y="6210411"/>
            <a:ext cx="654974" cy="657227"/>
          </a:xfrm>
          <a:prstGeom prst="rect">
            <a:avLst/>
          </a:prstGeom>
        </p:spPr>
      </p:pic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DAA6D7D7-2752-44C8-B867-BB292699DEEC}"/>
              </a:ext>
            </a:extLst>
          </p:cNvPr>
          <p:cNvSpPr txBox="1">
            <a:spLocks/>
          </p:cNvSpPr>
          <p:nvPr userDrawn="1"/>
        </p:nvSpPr>
        <p:spPr>
          <a:xfrm>
            <a:off x="11664803" y="6536326"/>
            <a:ext cx="540488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162AF1F-2696-4F34-A7F3-E326E3C5B51E}" type="slidenum">
              <a:rPr lang="fr-CA" sz="1200" smtClean="0">
                <a:solidFill>
                  <a:schemeClr val="tx2"/>
                </a:solidFill>
                <a:latin typeface="Visby CF" pitchFamily="50" charset="0"/>
              </a:rPr>
              <a:pPr algn="ctr"/>
              <a:t>‹N°›</a:t>
            </a:fld>
            <a:endParaRPr lang="fr-CA" sz="1200">
              <a:solidFill>
                <a:schemeClr val="tx2"/>
              </a:solidFill>
              <a:latin typeface="Visby CF" pitchFamily="50" charset="0"/>
            </a:endParaRP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224B0C09-CC67-AFAA-5567-2D88140A4C21}"/>
              </a:ext>
            </a:extLst>
          </p:cNvPr>
          <p:cNvGrpSpPr/>
          <p:nvPr userDrawn="1"/>
        </p:nvGrpSpPr>
        <p:grpSpPr>
          <a:xfrm>
            <a:off x="838200" y="1709553"/>
            <a:ext cx="10533184" cy="108000"/>
            <a:chOff x="838200" y="1709553"/>
            <a:chExt cx="10533184" cy="10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A474C50-6FC7-1299-7A01-369B3B568D86}"/>
                </a:ext>
              </a:extLst>
            </p:cNvPr>
            <p:cNvSpPr/>
            <p:nvPr userDrawn="1"/>
          </p:nvSpPr>
          <p:spPr>
            <a:xfrm>
              <a:off x="838200" y="1709553"/>
              <a:ext cx="10533184" cy="1080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0B80BA3-3EC3-7880-F6B1-940ABD8A8019}"/>
                </a:ext>
              </a:extLst>
            </p:cNvPr>
            <p:cNvSpPr/>
            <p:nvPr userDrawn="1"/>
          </p:nvSpPr>
          <p:spPr>
            <a:xfrm>
              <a:off x="838200" y="1709553"/>
              <a:ext cx="108000" cy="108000"/>
            </a:xfrm>
            <a:prstGeom prst="rect">
              <a:avLst/>
            </a:prstGeom>
            <a:solidFill>
              <a:srgbClr val="203864"/>
            </a:solidFill>
            <a:ln>
              <a:solidFill>
                <a:srgbClr val="2038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</p:grpSp>
    </p:spTree>
    <p:extLst>
      <p:ext uri="{BB962C8B-B14F-4D97-AF65-F5344CB8AC3E}">
        <p14:creationId xmlns:p14="http://schemas.microsoft.com/office/powerpoint/2010/main" val="289056844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BB2C9CB-2066-4279-A68C-D7E978D80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D5BF6-20CC-48B5-A010-8238257C1994}" type="datetime1">
              <a:rPr lang="fr-CA" smtClean="0"/>
              <a:t>2026-08-30</a:t>
            </a:fld>
            <a:endParaRPr lang="fr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01F4E27-6958-4070-AA66-9A182D798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D2A506C-C42C-491E-9BF5-093EF3AC5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AF1F-2696-4F34-A7F3-E326E3C5B51E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800485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F51677-42BF-4FC2-8CE3-7E864674D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tx2"/>
                </a:solidFill>
                <a:latin typeface="Visby Slab CF Bold" panose="00000800000000000000" pitchFamily="50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18D88F3-8BDC-4C17-8D4A-8F4C884C4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1E9FF7B-CFD3-4931-97F0-F095DB122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DC5A066-9CAF-4775-A347-FFE32DA2A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B9842-C8FA-4217-AC08-028192B15B24}" type="datetime1">
              <a:rPr lang="fr-CA" smtClean="0"/>
              <a:t>2026-08-30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C62906C-320F-4B5D-9C84-4F2B8ACBF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BA4ADDC-7251-4089-BAF1-3A0B93DD7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AF1F-2696-4F34-A7F3-E326E3C5B51E}" type="slidenum">
              <a:rPr lang="fr-CA" smtClean="0"/>
              <a:t>‹N°›</a:t>
            </a:fld>
            <a:endParaRPr lang="fr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4DDD5A-DEA7-4CD1-8D7A-AF3A6B240B1C}"/>
              </a:ext>
            </a:extLst>
          </p:cNvPr>
          <p:cNvSpPr/>
          <p:nvPr userDrawn="1"/>
        </p:nvSpPr>
        <p:spPr>
          <a:xfrm>
            <a:off x="8527312" y="6517758"/>
            <a:ext cx="3664688" cy="34024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AD89B3DA-2FAE-490D-A4FC-F4E4E1FC589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472" r="1427"/>
          <a:stretch/>
        </p:blipFill>
        <p:spPr>
          <a:xfrm>
            <a:off x="11057862" y="6210411"/>
            <a:ext cx="654974" cy="657227"/>
          </a:xfrm>
          <a:prstGeom prst="rect">
            <a:avLst/>
          </a:prstGeom>
        </p:spPr>
      </p:pic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54C9F896-D6A0-4997-A045-99EB2D4FA30C}"/>
              </a:ext>
            </a:extLst>
          </p:cNvPr>
          <p:cNvSpPr txBox="1">
            <a:spLocks/>
          </p:cNvSpPr>
          <p:nvPr userDrawn="1"/>
        </p:nvSpPr>
        <p:spPr>
          <a:xfrm>
            <a:off x="11664803" y="6536326"/>
            <a:ext cx="540488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162AF1F-2696-4F34-A7F3-E326E3C5B51E}" type="slidenum">
              <a:rPr lang="fr-CA" sz="1200" smtClean="0">
                <a:solidFill>
                  <a:srgbClr val="003C71"/>
                </a:solidFill>
                <a:latin typeface="Arial Rounded MT Bold" panose="020F0704030504030204" pitchFamily="34" charset="0"/>
              </a:rPr>
              <a:pPr algn="ctr"/>
              <a:t>‹N°›</a:t>
            </a:fld>
            <a:endParaRPr lang="fr-CA" sz="1200">
              <a:solidFill>
                <a:srgbClr val="003C7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6490393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49ECDF-A604-443E-8A4F-EA05FFF6F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tx2"/>
                </a:solidFill>
                <a:latin typeface="Visby Slab CF Bold" panose="00000800000000000000" pitchFamily="50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346E8B3-AC30-4A96-91CA-2F94780478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9FEFE5B-5101-4D36-9F68-ECDECB2D20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77E3281-5E78-4495-93B6-1C292584C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CB3C4-D721-4A49-A7A3-5AED191ECCD4}" type="datetime1">
              <a:rPr lang="fr-CA" smtClean="0"/>
              <a:t>2026-08-30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16C1F57-F6DF-4568-B538-E07867004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456E195-F0F6-4CCC-AF5E-D024B7D3D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AF1F-2696-4F34-A7F3-E326E3C5B51E}" type="slidenum">
              <a:rPr lang="fr-CA" smtClean="0"/>
              <a:t>‹N°›</a:t>
            </a:fld>
            <a:endParaRPr lang="fr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6C7529-1657-4E25-B7AA-C3903B6AE45F}"/>
              </a:ext>
            </a:extLst>
          </p:cNvPr>
          <p:cNvSpPr/>
          <p:nvPr userDrawn="1"/>
        </p:nvSpPr>
        <p:spPr>
          <a:xfrm>
            <a:off x="8527312" y="6517758"/>
            <a:ext cx="3664688" cy="34024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C01413F5-9437-488A-B736-A631EF2529A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472" r="1427"/>
          <a:stretch/>
        </p:blipFill>
        <p:spPr>
          <a:xfrm>
            <a:off x="11057862" y="6210411"/>
            <a:ext cx="654974" cy="657227"/>
          </a:xfrm>
          <a:prstGeom prst="rect">
            <a:avLst/>
          </a:prstGeom>
        </p:spPr>
      </p:pic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C5FB3474-7D12-4CF4-9943-98EE47AE6F85}"/>
              </a:ext>
            </a:extLst>
          </p:cNvPr>
          <p:cNvSpPr txBox="1">
            <a:spLocks/>
          </p:cNvSpPr>
          <p:nvPr userDrawn="1"/>
        </p:nvSpPr>
        <p:spPr>
          <a:xfrm>
            <a:off x="11664803" y="6536326"/>
            <a:ext cx="540488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162AF1F-2696-4F34-A7F3-E326E3C5B51E}" type="slidenum">
              <a:rPr lang="fr-CA" sz="1200" smtClean="0">
                <a:solidFill>
                  <a:srgbClr val="003C71"/>
                </a:solidFill>
                <a:latin typeface="Arial Rounded MT Bold" panose="020F0704030504030204" pitchFamily="34" charset="0"/>
              </a:rPr>
              <a:pPr algn="ctr"/>
              <a:t>‹N°›</a:t>
            </a:fld>
            <a:endParaRPr lang="fr-CA" sz="1200">
              <a:solidFill>
                <a:srgbClr val="003C7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0088324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5E406E-95F4-499A-BBE9-B9D97B562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Visby Slab CF Bold" panose="00000800000000000000" pitchFamily="50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0A157FC-67D7-4281-A18E-62948D66A1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4DBF626-1B08-4CB3-8602-7F9E2514A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68845-574F-4A39-9217-7572E8838CEC}" type="datetime1">
              <a:rPr lang="fr-CA" smtClean="0"/>
              <a:t>2026-08-30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B14F398-5C2F-49BD-8C4D-1D9D1EFD2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5D41BFF-3D7A-4FDC-A6A5-3948EE9DD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AF1F-2696-4F34-A7F3-E326E3C5B51E}" type="slidenum">
              <a:rPr lang="fr-CA" smtClean="0"/>
              <a:t>‹N°›</a:t>
            </a:fld>
            <a:endParaRPr lang="fr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615985-F4BD-4105-A719-4A8F90123318}"/>
              </a:ext>
            </a:extLst>
          </p:cNvPr>
          <p:cNvSpPr/>
          <p:nvPr userDrawn="1"/>
        </p:nvSpPr>
        <p:spPr>
          <a:xfrm>
            <a:off x="8527312" y="6517758"/>
            <a:ext cx="3664688" cy="34024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D810BD40-0F11-40A6-ADA5-84CA00EBD8F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472" r="1427"/>
          <a:stretch/>
        </p:blipFill>
        <p:spPr>
          <a:xfrm>
            <a:off x="11057862" y="6210411"/>
            <a:ext cx="654974" cy="657227"/>
          </a:xfrm>
          <a:prstGeom prst="rect">
            <a:avLst/>
          </a:prstGeom>
        </p:spPr>
      </p:pic>
      <p:sp>
        <p:nvSpPr>
          <p:cNvPr id="9" name="Espace réservé du numéro de diapositive 5">
            <a:extLst>
              <a:ext uri="{FF2B5EF4-FFF2-40B4-BE49-F238E27FC236}">
                <a16:creationId xmlns:a16="http://schemas.microsoft.com/office/drawing/2014/main" id="{C05E0136-25C9-41F6-987D-BA6FA2D7937D}"/>
              </a:ext>
            </a:extLst>
          </p:cNvPr>
          <p:cNvSpPr txBox="1">
            <a:spLocks/>
          </p:cNvSpPr>
          <p:nvPr userDrawn="1"/>
        </p:nvSpPr>
        <p:spPr>
          <a:xfrm>
            <a:off x="11664803" y="6536326"/>
            <a:ext cx="540488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162AF1F-2696-4F34-A7F3-E326E3C5B51E}" type="slidenum">
              <a:rPr lang="fr-CA" sz="1200" smtClean="0">
                <a:solidFill>
                  <a:srgbClr val="003C71"/>
                </a:solidFill>
                <a:latin typeface="Arial Rounded MT Bold" panose="020F0704030504030204" pitchFamily="34" charset="0"/>
              </a:rPr>
              <a:pPr algn="ctr"/>
              <a:t>‹N°›</a:t>
            </a:fld>
            <a:endParaRPr lang="fr-CA" sz="1200">
              <a:solidFill>
                <a:srgbClr val="003C7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8800044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1446C12-A80C-412A-9A11-679AF22FF0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>
            <a:lvl1pPr>
              <a:defRPr>
                <a:solidFill>
                  <a:schemeClr val="tx2"/>
                </a:solidFill>
                <a:latin typeface="Visby Slab CF Bold" panose="00000800000000000000" pitchFamily="50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D9A4679-A280-4B03-8A9F-E7D006F2D0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596C72D-9CBF-4C48-B563-BC7D243ED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BC5B7-CE7D-4A09-B93C-4EBB0CFF1E76}" type="datetime1">
              <a:rPr lang="fr-CA" smtClean="0"/>
              <a:t>2026-08-30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80006D5-634E-4D99-A352-36C3A9A13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F633BE9-F50C-4F57-BAA6-3D8F730A6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AF1F-2696-4F34-A7F3-E326E3C5B51E}" type="slidenum">
              <a:rPr lang="fr-CA" smtClean="0"/>
              <a:t>‹N°›</a:t>
            </a:fld>
            <a:endParaRPr lang="fr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C6842D-D75C-4675-BF79-E7AB15B5E720}"/>
              </a:ext>
            </a:extLst>
          </p:cNvPr>
          <p:cNvSpPr/>
          <p:nvPr userDrawn="1"/>
        </p:nvSpPr>
        <p:spPr>
          <a:xfrm>
            <a:off x="8527312" y="6517758"/>
            <a:ext cx="3664688" cy="34024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FF97A3BA-7BFA-4CF2-BD72-D8589B5C64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472" r="1427"/>
          <a:stretch/>
        </p:blipFill>
        <p:spPr>
          <a:xfrm>
            <a:off x="11057862" y="6210411"/>
            <a:ext cx="654974" cy="657227"/>
          </a:xfrm>
          <a:prstGeom prst="rect">
            <a:avLst/>
          </a:prstGeom>
        </p:spPr>
      </p:pic>
      <p:sp>
        <p:nvSpPr>
          <p:cNvPr id="9" name="Espace réservé du numéro de diapositive 5">
            <a:extLst>
              <a:ext uri="{FF2B5EF4-FFF2-40B4-BE49-F238E27FC236}">
                <a16:creationId xmlns:a16="http://schemas.microsoft.com/office/drawing/2014/main" id="{7C0059E3-14CD-433D-978F-883A1558973F}"/>
              </a:ext>
            </a:extLst>
          </p:cNvPr>
          <p:cNvSpPr txBox="1">
            <a:spLocks/>
          </p:cNvSpPr>
          <p:nvPr userDrawn="1"/>
        </p:nvSpPr>
        <p:spPr>
          <a:xfrm>
            <a:off x="11664803" y="6536326"/>
            <a:ext cx="540488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162AF1F-2696-4F34-A7F3-E326E3C5B51E}" type="slidenum">
              <a:rPr lang="fr-CA" sz="1200" smtClean="0">
                <a:solidFill>
                  <a:srgbClr val="003C71"/>
                </a:solidFill>
                <a:latin typeface="Arial Rounded MT Bold" panose="020F0704030504030204" pitchFamily="34" charset="0"/>
              </a:rPr>
              <a:pPr algn="ctr"/>
              <a:t>‹N°›</a:t>
            </a:fld>
            <a:endParaRPr lang="fr-CA" sz="1200">
              <a:solidFill>
                <a:srgbClr val="003C7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4465107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Page 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4985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42.xml"/><Relationship Id="rId3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37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33.xml"/><Relationship Id="rId25" Type="http://schemas.openxmlformats.org/officeDocument/2006/relationships/slideLayout" Target="../slideLayouts/slideLayout41.xml"/><Relationship Id="rId33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20" Type="http://schemas.openxmlformats.org/officeDocument/2006/relationships/slideLayout" Target="../slideLayouts/slideLayout36.xml"/><Relationship Id="rId29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24" Type="http://schemas.openxmlformats.org/officeDocument/2006/relationships/slideLayout" Target="../slideLayouts/slideLayout40.xml"/><Relationship Id="rId32" Type="http://schemas.openxmlformats.org/officeDocument/2006/relationships/slideLayout" Target="../slideLayouts/slideLayout48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23" Type="http://schemas.openxmlformats.org/officeDocument/2006/relationships/slideLayout" Target="../slideLayouts/slideLayout39.xml"/><Relationship Id="rId28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6.xml"/><Relationship Id="rId19" Type="http://schemas.openxmlformats.org/officeDocument/2006/relationships/slideLayout" Target="../slideLayouts/slideLayout35.xml"/><Relationship Id="rId31" Type="http://schemas.openxmlformats.org/officeDocument/2006/relationships/slideLayout" Target="../slideLayouts/slideLayout47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Relationship Id="rId22" Type="http://schemas.openxmlformats.org/officeDocument/2006/relationships/slideLayout" Target="../slideLayouts/slideLayout38.xml"/><Relationship Id="rId27" Type="http://schemas.openxmlformats.org/officeDocument/2006/relationships/slideLayout" Target="../slideLayouts/slideLayout43.xml"/><Relationship Id="rId30" Type="http://schemas.openxmlformats.org/officeDocument/2006/relationships/slideLayout" Target="../slideLayouts/slideLayout46.xml"/><Relationship Id="rId8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1.xml"/><Relationship Id="rId18" Type="http://schemas.openxmlformats.org/officeDocument/2006/relationships/slideLayout" Target="../slideLayouts/slideLayout66.xml"/><Relationship Id="rId26" Type="http://schemas.openxmlformats.org/officeDocument/2006/relationships/slideLayout" Target="../slideLayouts/slideLayout74.xml"/><Relationship Id="rId3" Type="http://schemas.openxmlformats.org/officeDocument/2006/relationships/slideLayout" Target="../slideLayouts/slideLayout51.xml"/><Relationship Id="rId21" Type="http://schemas.openxmlformats.org/officeDocument/2006/relationships/slideLayout" Target="../slideLayouts/slideLayout69.xml"/><Relationship Id="rId34" Type="http://schemas.openxmlformats.org/officeDocument/2006/relationships/theme" Target="../theme/theme3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17" Type="http://schemas.openxmlformats.org/officeDocument/2006/relationships/slideLayout" Target="../slideLayouts/slideLayout65.xml"/><Relationship Id="rId25" Type="http://schemas.openxmlformats.org/officeDocument/2006/relationships/slideLayout" Target="../slideLayouts/slideLayout73.xml"/><Relationship Id="rId33" Type="http://schemas.openxmlformats.org/officeDocument/2006/relationships/slideLayout" Target="../slideLayouts/slideLayout81.xml"/><Relationship Id="rId2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64.xml"/><Relationship Id="rId20" Type="http://schemas.openxmlformats.org/officeDocument/2006/relationships/slideLayout" Target="../slideLayouts/slideLayout68.xml"/><Relationship Id="rId29" Type="http://schemas.openxmlformats.org/officeDocument/2006/relationships/slideLayout" Target="../slideLayouts/slideLayout77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24" Type="http://schemas.openxmlformats.org/officeDocument/2006/relationships/slideLayout" Target="../slideLayouts/slideLayout72.xml"/><Relationship Id="rId32" Type="http://schemas.openxmlformats.org/officeDocument/2006/relationships/slideLayout" Target="../slideLayouts/slideLayout80.xml"/><Relationship Id="rId5" Type="http://schemas.openxmlformats.org/officeDocument/2006/relationships/slideLayout" Target="../slideLayouts/slideLayout53.xml"/><Relationship Id="rId15" Type="http://schemas.openxmlformats.org/officeDocument/2006/relationships/slideLayout" Target="../slideLayouts/slideLayout63.xml"/><Relationship Id="rId23" Type="http://schemas.openxmlformats.org/officeDocument/2006/relationships/slideLayout" Target="../slideLayouts/slideLayout71.xml"/><Relationship Id="rId28" Type="http://schemas.openxmlformats.org/officeDocument/2006/relationships/slideLayout" Target="../slideLayouts/slideLayout76.xml"/><Relationship Id="rId10" Type="http://schemas.openxmlformats.org/officeDocument/2006/relationships/slideLayout" Target="../slideLayouts/slideLayout58.xml"/><Relationship Id="rId19" Type="http://schemas.openxmlformats.org/officeDocument/2006/relationships/slideLayout" Target="../slideLayouts/slideLayout67.xml"/><Relationship Id="rId31" Type="http://schemas.openxmlformats.org/officeDocument/2006/relationships/slideLayout" Target="../slideLayouts/slideLayout79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70.xml"/><Relationship Id="rId27" Type="http://schemas.openxmlformats.org/officeDocument/2006/relationships/slideLayout" Target="../slideLayouts/slideLayout75.xml"/><Relationship Id="rId30" Type="http://schemas.openxmlformats.org/officeDocument/2006/relationships/slideLayout" Target="../slideLayouts/slideLayout78.xml"/><Relationship Id="rId8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38400" y="582231"/>
            <a:ext cx="10915200" cy="99298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CA" noProof="0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38400" y="1821452"/>
            <a:ext cx="10915200" cy="38973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CA" noProof="0"/>
              <a:t>Cliquez pour modifier les styles du texte du masque</a:t>
            </a:r>
          </a:p>
          <a:p>
            <a:pPr lvl="1"/>
            <a:r>
              <a:rPr lang="fr-CA" noProof="0"/>
              <a:t>Deuxième niveau</a:t>
            </a:r>
          </a:p>
          <a:p>
            <a:pPr lvl="2"/>
            <a:r>
              <a:rPr lang="fr-CA" noProof="0"/>
              <a:t>Troisième niveau</a:t>
            </a:r>
          </a:p>
          <a:p>
            <a:pPr lvl="3"/>
            <a:r>
              <a:rPr lang="fr-CA" noProof="0"/>
              <a:t>Quatrième niveau</a:t>
            </a:r>
          </a:p>
          <a:p>
            <a:pPr lvl="4"/>
            <a:r>
              <a:rPr lang="fr-CA" noProof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26471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743" r:id="rId6"/>
    <p:sldLayoutId id="2147483666" r:id="rId7"/>
    <p:sldLayoutId id="2147483742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746" r:id="rId16"/>
  </p:sldLayoutIdLst>
  <p:hf hdr="0" ftr="0" dt="0"/>
  <p:txStyles>
    <p:titleStyle>
      <a:lvl1pPr algn="l" defTabSz="1097253" rtl="0" eaLnBrk="1" latinLnBrk="0" hangingPunct="1">
        <a:spcBef>
          <a:spcPct val="0"/>
        </a:spcBef>
        <a:buNone/>
        <a:defRPr sz="3120" b="1" i="0" kern="1200">
          <a:solidFill>
            <a:schemeClr val="accent2"/>
          </a:solidFill>
          <a:latin typeface="Visby Slab CF Demi Bold" pitchFamily="2" charset="77"/>
          <a:ea typeface="+mj-ea"/>
          <a:cs typeface="+mj-cs"/>
        </a:defRPr>
      </a:lvl1pPr>
    </p:titleStyle>
    <p:bodyStyle>
      <a:lvl1pPr marL="0" indent="0" algn="l" defTabSz="1097253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None/>
        <a:defRPr sz="2004" b="0" i="0" kern="1200">
          <a:solidFill>
            <a:schemeClr val="tx1"/>
          </a:solidFill>
          <a:latin typeface="Visby CF" pitchFamily="2" charset="77"/>
          <a:ea typeface="+mn-ea"/>
          <a:cs typeface="+mn-cs"/>
        </a:defRPr>
      </a:lvl1pPr>
      <a:lvl2pPr marL="544306" indent="-185755" algn="l" defTabSz="1097253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2004" b="0" i="0" kern="1200">
          <a:solidFill>
            <a:schemeClr val="tx1"/>
          </a:solidFill>
          <a:latin typeface="Visby CF" pitchFamily="2" charset="77"/>
          <a:ea typeface="+mn-ea"/>
          <a:cs typeface="+mn-cs"/>
        </a:defRPr>
      </a:lvl2pPr>
      <a:lvl3pPr marL="902857" indent="-185755" algn="l" defTabSz="1097253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2004" b="0" i="0" kern="1200">
          <a:solidFill>
            <a:schemeClr val="tx1"/>
          </a:solidFill>
          <a:latin typeface="Visby CF" pitchFamily="2" charset="77"/>
          <a:ea typeface="+mn-ea"/>
          <a:cs typeface="+mn-cs"/>
        </a:defRPr>
      </a:lvl3pPr>
      <a:lvl4pPr marL="1257089" indent="-185755" algn="l" defTabSz="1097253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2004" b="0" i="0" kern="1200">
          <a:solidFill>
            <a:schemeClr val="tx1"/>
          </a:solidFill>
          <a:latin typeface="Visby CF" pitchFamily="2" charset="77"/>
          <a:ea typeface="+mn-ea"/>
          <a:cs typeface="+mn-cs"/>
        </a:defRPr>
      </a:lvl4pPr>
      <a:lvl5pPr marL="1615640" indent="-185755" algn="l" defTabSz="1097253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2004" b="0" i="0" kern="1200">
          <a:solidFill>
            <a:schemeClr val="tx1"/>
          </a:solidFill>
          <a:latin typeface="Visby CF" pitchFamily="2" charset="77"/>
          <a:ea typeface="+mn-ea"/>
          <a:cs typeface="+mn-cs"/>
        </a:defRPr>
      </a:lvl5pPr>
      <a:lvl6pPr marL="3017445" indent="-274313" algn="l" defTabSz="1097253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66071" indent="-274313" algn="l" defTabSz="1097253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14697" indent="-274313" algn="l" defTabSz="1097253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63323" indent="-274313" algn="l" defTabSz="1097253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53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26" algn="l" defTabSz="1097253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53" algn="l" defTabSz="1097253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879" algn="l" defTabSz="1097253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05" algn="l" defTabSz="1097253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131" algn="l" defTabSz="1097253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758" algn="l" defTabSz="1097253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384" algn="l" defTabSz="1097253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010" algn="l" defTabSz="1097253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33FE462-E973-4630-85F5-AD42936CEE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D377AAD-50B2-4339-8EAF-D393C19B01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  <a:latin typeface="Visby CF Light" pitchFamily="50" charset="0"/>
              </a:defRPr>
            </a:lvl1pPr>
          </a:lstStyle>
          <a:p>
            <a:fld id="{654C6E13-401B-4F3B-802C-5626CA646EED}" type="datetime1">
              <a:rPr lang="fr-CA" smtClean="0"/>
              <a:pPr/>
              <a:t>2026-08-30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3DCBB9F-2F1C-41F3-B42D-E004B4DDBB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  <a:latin typeface="Visby CF Light" pitchFamily="50" charset="0"/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00AFECF-C337-4A3F-A262-15E07FB176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  <a:latin typeface="Visby CF Light" pitchFamily="50" charset="0"/>
              </a:defRPr>
            </a:lvl1pPr>
          </a:lstStyle>
          <a:p>
            <a:fld id="{4162AF1F-2696-4F34-A7F3-E326E3C5B51E}" type="slidenum">
              <a:rPr lang="fr-CA" smtClean="0"/>
              <a:pPr/>
              <a:t>‹N°›</a:t>
            </a:fld>
            <a:endParaRPr lang="fr-CA"/>
          </a:p>
        </p:txBody>
      </p:sp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B779E69-6F38-4172-8DD2-568BC0636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022" y="18255"/>
            <a:ext cx="11303976" cy="87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77030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  <p:sldLayoutId id="2147483692" r:id="rId18"/>
    <p:sldLayoutId id="2147483693" r:id="rId19"/>
    <p:sldLayoutId id="2147483694" r:id="rId20"/>
    <p:sldLayoutId id="2147483695" r:id="rId21"/>
    <p:sldLayoutId id="2147483696" r:id="rId22"/>
    <p:sldLayoutId id="2147483697" r:id="rId23"/>
    <p:sldLayoutId id="2147483698" r:id="rId24"/>
    <p:sldLayoutId id="2147483699" r:id="rId25"/>
    <p:sldLayoutId id="2147483700" r:id="rId26"/>
    <p:sldLayoutId id="2147483701" r:id="rId27"/>
    <p:sldLayoutId id="2147483702" r:id="rId28"/>
    <p:sldLayoutId id="2147483703" r:id="rId29"/>
    <p:sldLayoutId id="2147483704" r:id="rId30"/>
    <p:sldLayoutId id="2147483705" r:id="rId31"/>
    <p:sldLayoutId id="2147483706" r:id="rId32"/>
  </p:sldLayoutIdLst>
  <p:hf hdr="0" ftr="0" dt="0"/>
  <p:txStyles>
    <p:titleStyle>
      <a:lvl1pPr marL="360363" indent="0" algn="l" defTabSz="914400" rtl="0" eaLnBrk="1" latinLnBrk="0" hangingPunct="1">
        <a:lnSpc>
          <a:spcPct val="90000"/>
        </a:lnSpc>
        <a:spcBef>
          <a:spcPct val="0"/>
        </a:spcBef>
        <a:buNone/>
        <a:tabLst/>
        <a:defRPr sz="3200" kern="1200">
          <a:solidFill>
            <a:schemeClr val="bg1"/>
          </a:solidFill>
          <a:latin typeface="Visby Slab CF Heavy" panose="00000A00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0"/>
        </a:spcBef>
        <a:buClr>
          <a:srgbClr val="888B8D"/>
        </a:buClr>
        <a:buFont typeface="Wingdings" panose="05000000000000000000" pitchFamily="2" charset="2"/>
        <a:buChar char="§"/>
        <a:defRPr sz="2400" kern="1200">
          <a:solidFill>
            <a:schemeClr val="bg2">
              <a:lumMod val="25000"/>
            </a:schemeClr>
          </a:solidFill>
          <a:latin typeface="Visby CF" pitchFamily="50" charset="0"/>
          <a:ea typeface="+mn-ea"/>
          <a:cs typeface="Cordia New" panose="020B0304020202020204" pitchFamily="34" charset="-34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0"/>
        </a:spcBef>
        <a:buClr>
          <a:srgbClr val="888B8D"/>
        </a:buClr>
        <a:buFont typeface="Wingdings" panose="05000000000000000000" pitchFamily="2" charset="2"/>
        <a:buChar char="§"/>
        <a:defRPr sz="2000" kern="1200">
          <a:solidFill>
            <a:schemeClr val="bg2">
              <a:lumMod val="25000"/>
            </a:schemeClr>
          </a:solidFill>
          <a:latin typeface="Visby CF" pitchFamily="50" charset="0"/>
          <a:ea typeface="+mn-ea"/>
          <a:cs typeface="Cordia New" panose="020B0304020202020204" pitchFamily="34" charset="-34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0"/>
        </a:spcBef>
        <a:buClr>
          <a:srgbClr val="888B8D"/>
        </a:buClr>
        <a:buFont typeface="Wingdings" panose="05000000000000000000" pitchFamily="2" charset="2"/>
        <a:buChar char="§"/>
        <a:defRPr sz="1800" kern="1200">
          <a:solidFill>
            <a:schemeClr val="bg2">
              <a:lumMod val="25000"/>
            </a:schemeClr>
          </a:solidFill>
          <a:latin typeface="Visby CF" pitchFamily="50" charset="0"/>
          <a:ea typeface="+mn-ea"/>
          <a:cs typeface="Cordia New" panose="020B0304020202020204" pitchFamily="34" charset="-34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0"/>
        </a:spcBef>
        <a:buClr>
          <a:srgbClr val="888B8D"/>
        </a:buClr>
        <a:buFont typeface="Wingdings" panose="05000000000000000000" pitchFamily="2" charset="2"/>
        <a:buChar char="§"/>
        <a:defRPr sz="1600" kern="1200">
          <a:solidFill>
            <a:schemeClr val="bg2">
              <a:lumMod val="25000"/>
            </a:schemeClr>
          </a:solidFill>
          <a:latin typeface="Visby CF" pitchFamily="50" charset="0"/>
          <a:ea typeface="+mn-ea"/>
          <a:cs typeface="Cordia New" panose="020B0304020202020204" pitchFamily="34" charset="-34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0"/>
        </a:spcBef>
        <a:buClr>
          <a:srgbClr val="888B8D"/>
        </a:buClr>
        <a:buFont typeface="Wingdings" panose="05000000000000000000" pitchFamily="2" charset="2"/>
        <a:buChar char="§"/>
        <a:defRPr sz="1600" kern="1200">
          <a:solidFill>
            <a:schemeClr val="bg2">
              <a:lumMod val="25000"/>
            </a:schemeClr>
          </a:solidFill>
          <a:latin typeface="Visby CF" pitchFamily="50" charset="0"/>
          <a:ea typeface="+mn-ea"/>
          <a:cs typeface="Cordia New" panose="020B0304020202020204" pitchFamily="34" charset="-34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33FE462-E973-4630-85F5-AD42936CEE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D377AAD-50B2-4339-8EAF-D393C19B01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  <a:latin typeface="Visby CF Light" pitchFamily="50" charset="0"/>
              </a:defRPr>
            </a:lvl1pPr>
          </a:lstStyle>
          <a:p>
            <a:fld id="{654C6E13-401B-4F3B-802C-5626CA646EED}" type="datetime1">
              <a:rPr lang="fr-CA" smtClean="0"/>
              <a:pPr/>
              <a:t>2026-08-30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3DCBB9F-2F1C-41F3-B42D-E004B4DDBB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  <a:latin typeface="Visby CF Light" pitchFamily="50" charset="0"/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00AFECF-C337-4A3F-A262-15E07FB176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  <a:latin typeface="Visby CF Light" pitchFamily="50" charset="0"/>
              </a:defRPr>
            </a:lvl1pPr>
          </a:lstStyle>
          <a:p>
            <a:fld id="{4162AF1F-2696-4F34-A7F3-E326E3C5B51E}" type="slidenum">
              <a:rPr lang="fr-CA" smtClean="0"/>
              <a:pPr/>
              <a:t>‹N°›</a:t>
            </a:fld>
            <a:endParaRPr lang="fr-CA"/>
          </a:p>
        </p:txBody>
      </p:sp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B779E69-6F38-4172-8DD2-568BC0636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022" y="18255"/>
            <a:ext cx="11303976" cy="87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346003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  <p:sldLayoutId id="2147483726" r:id="rId18"/>
    <p:sldLayoutId id="2147483727" r:id="rId19"/>
    <p:sldLayoutId id="2147483728" r:id="rId20"/>
    <p:sldLayoutId id="2147483729" r:id="rId21"/>
    <p:sldLayoutId id="2147483730" r:id="rId22"/>
    <p:sldLayoutId id="2147483731" r:id="rId23"/>
    <p:sldLayoutId id="2147483732" r:id="rId24"/>
    <p:sldLayoutId id="2147483733" r:id="rId25"/>
    <p:sldLayoutId id="2147483734" r:id="rId26"/>
    <p:sldLayoutId id="2147483735" r:id="rId27"/>
    <p:sldLayoutId id="2147483736" r:id="rId28"/>
    <p:sldLayoutId id="2147483737" r:id="rId29"/>
    <p:sldLayoutId id="2147483738" r:id="rId30"/>
    <p:sldLayoutId id="2147483739" r:id="rId31"/>
    <p:sldLayoutId id="2147483740" r:id="rId32"/>
    <p:sldLayoutId id="2147483741" r:id="rId33"/>
  </p:sldLayoutIdLst>
  <p:hf hdr="0" ftr="0" dt="0"/>
  <p:txStyles>
    <p:titleStyle>
      <a:lvl1pPr marL="360363" indent="0" algn="l" defTabSz="914400" rtl="0" eaLnBrk="1" latinLnBrk="0" hangingPunct="1">
        <a:lnSpc>
          <a:spcPct val="90000"/>
        </a:lnSpc>
        <a:spcBef>
          <a:spcPct val="0"/>
        </a:spcBef>
        <a:buNone/>
        <a:tabLst/>
        <a:defRPr sz="3200" kern="1200">
          <a:solidFill>
            <a:schemeClr val="bg1"/>
          </a:solidFill>
          <a:latin typeface="Visby Slab CF Heavy" panose="00000A00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0"/>
        </a:spcBef>
        <a:buClr>
          <a:srgbClr val="888B8D"/>
        </a:buClr>
        <a:buFont typeface="Wingdings" panose="05000000000000000000" pitchFamily="2" charset="2"/>
        <a:buChar char="§"/>
        <a:defRPr sz="2400" kern="1200">
          <a:solidFill>
            <a:schemeClr val="bg2">
              <a:lumMod val="25000"/>
            </a:schemeClr>
          </a:solidFill>
          <a:latin typeface="Visby CF" pitchFamily="50" charset="0"/>
          <a:ea typeface="+mn-ea"/>
          <a:cs typeface="Cordia New" panose="020B0304020202020204" pitchFamily="34" charset="-34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0"/>
        </a:spcBef>
        <a:buClr>
          <a:srgbClr val="888B8D"/>
        </a:buClr>
        <a:buFont typeface="Wingdings" panose="05000000000000000000" pitchFamily="2" charset="2"/>
        <a:buChar char="§"/>
        <a:defRPr sz="2000" kern="1200">
          <a:solidFill>
            <a:schemeClr val="bg2">
              <a:lumMod val="25000"/>
            </a:schemeClr>
          </a:solidFill>
          <a:latin typeface="Visby CF" pitchFamily="50" charset="0"/>
          <a:ea typeface="+mn-ea"/>
          <a:cs typeface="Cordia New" panose="020B0304020202020204" pitchFamily="34" charset="-34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0"/>
        </a:spcBef>
        <a:buClr>
          <a:srgbClr val="888B8D"/>
        </a:buClr>
        <a:buFont typeface="Wingdings" panose="05000000000000000000" pitchFamily="2" charset="2"/>
        <a:buChar char="§"/>
        <a:defRPr sz="1800" kern="1200">
          <a:solidFill>
            <a:schemeClr val="bg2">
              <a:lumMod val="25000"/>
            </a:schemeClr>
          </a:solidFill>
          <a:latin typeface="Visby CF" pitchFamily="50" charset="0"/>
          <a:ea typeface="+mn-ea"/>
          <a:cs typeface="Cordia New" panose="020B0304020202020204" pitchFamily="34" charset="-34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0"/>
        </a:spcBef>
        <a:buClr>
          <a:srgbClr val="888B8D"/>
        </a:buClr>
        <a:buFont typeface="Wingdings" panose="05000000000000000000" pitchFamily="2" charset="2"/>
        <a:buChar char="§"/>
        <a:defRPr sz="1600" kern="1200">
          <a:solidFill>
            <a:schemeClr val="bg2">
              <a:lumMod val="25000"/>
            </a:schemeClr>
          </a:solidFill>
          <a:latin typeface="Visby CF" pitchFamily="50" charset="0"/>
          <a:ea typeface="+mn-ea"/>
          <a:cs typeface="Cordia New" panose="020B0304020202020204" pitchFamily="34" charset="-34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0"/>
        </a:spcBef>
        <a:buClr>
          <a:srgbClr val="888B8D"/>
        </a:buClr>
        <a:buFont typeface="Wingdings" panose="05000000000000000000" pitchFamily="2" charset="2"/>
        <a:buChar char="§"/>
        <a:defRPr sz="1600" kern="1200">
          <a:solidFill>
            <a:schemeClr val="bg2">
              <a:lumMod val="25000"/>
            </a:schemeClr>
          </a:solidFill>
          <a:latin typeface="Visby CF" pitchFamily="50" charset="0"/>
          <a:ea typeface="+mn-ea"/>
          <a:cs typeface="Cordia New" panose="020B0304020202020204" pitchFamily="34" charset="-34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8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8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8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8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8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8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8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8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8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3B65AF4-5454-D83B-BC38-504EC20FF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049A7990-28D3-D75D-FFD7-3B348898F4A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42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1357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727E5C34-15BC-9ABB-B10B-EE9DE5F5417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19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985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126D8108-0C28-D0F6-8D6B-9FE2CB4F362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112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928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5F72528F-C921-E5DF-A36A-06CD32240F7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52"/>
            <a:ext cx="12192000" cy="6813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631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0B6B022A-0B90-8D90-7D76-BD5E63456ED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2799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656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89F6617F-6BAA-6E26-51C9-DB422033579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52"/>
            <a:ext cx="12192000" cy="6842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157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3F50BB19-59D3-9A32-B7E6-B6F53474591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9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349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5FF84E0A-2022-38DC-F3CA-C73E82E8B27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45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761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8BF656E0-F2F9-190E-2677-A6157C0A27C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79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2348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2EA5C43F-39F6-8A82-62A7-31E41CB8F7A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fld id="{4162AF1F-2696-4F34-A7F3-E326E3C5B51E}" type="slidenum">
              <a:rPr lang="fr-CA" smtClean="0"/>
              <a:t>10</a:t>
            </a:fld>
            <a:endParaRPr lang="fr-CA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20F2CF3-0190-233D-F2C6-FD3FC31594D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7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1773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BF840B0F-BE37-3DB2-9BBC-821BB5D7172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04"/>
            <a:ext cx="12192000" cy="6814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3768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848BEA92-7925-7A78-A6BA-CC7D6458CAE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04"/>
            <a:ext cx="12192000" cy="6804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348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54BBFF9-447E-6891-C889-E6BDD45A700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0654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B33D184-C822-4C71-4AF7-7327A6CC50C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14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3288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8D945495-E3EB-6836-C246-D0D54ABC2B8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72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1606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67D838B2-3017-0E12-21A0-B2783354432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69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3024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FC19A88-D6F8-14CB-059F-6016E189F9C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45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5813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215659E6-6C17-5D13-E133-AE2589DE948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93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79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50B60B35-8A21-B7F2-0071-4A63E55654A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8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8384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F081369E-8B30-D147-A439-9461AEFECD5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92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4900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F4AB435-2680-934C-65BC-0744E44CF1C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39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8670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1863E20-7E6F-1301-239E-2CB24E3C161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92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2171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B73F8243-1C74-DD73-E8C0-35375404A2B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400"/>
            <a:ext cx="12192000" cy="6788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7605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50723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99505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25493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32870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61079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5227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71094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B1C8C0B7-4761-736E-5B76-00F0F0EA415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5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2908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EECA2EBC-5B5C-2AA0-9F8B-EC8527E026E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5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2324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15807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C32DC61-C223-4CC9-08FF-EA6D6B48E7D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5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6491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6C198062-247A-7E65-0AEB-C2DD8124885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28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2587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3DE28F9-C7CA-E664-602A-EC645B7779C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560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4F823FC-84B5-36DF-53B5-038E00030C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69830" y="4411980"/>
            <a:ext cx="548640" cy="3886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256436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AF7FE4B-B6D3-6F3E-C097-CC630A140E5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24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9212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679A0724-6A7A-10D4-6514-AB975DDC28B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8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6334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BFB7070E-B258-C38C-6637-EEBD1DAFD04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73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2914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FC2306DB-1F8A-9E67-8EF2-FA24D059483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8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26450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B7AD4325-1B35-9042-79F5-5DC77AD76B4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27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60802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73251AE0-8375-39A0-CDD7-A1BB29C6049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75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3887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3D3C60FF-C744-722B-E6A5-6BA4F0AB295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921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5382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FF71A5F-5918-8AE8-CFB7-F6EF7010560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93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08764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6402B604-3F91-4481-3283-F85F1B44A26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41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22885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022303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6DBD1F2-9508-1F68-FE13-D837F9A377F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35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5867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FDA3ED6E-8FB2-7199-55C1-2047C454CF2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72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43081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600122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097CC748-4D56-F3A0-3BB8-8E543295625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9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97071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DE369D6-54C0-DB4C-C211-104F2229D3D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1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22656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003345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741150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481C4588-12D4-4783-037D-0CC0C5A7C41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1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99652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824365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2993CB88-B6E0-02A7-F839-10651041018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42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31835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81BAB95F-1728-A347-B979-63473810A4B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14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00314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25D8773E-58E6-EE28-17A0-FE078C2BF25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35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36337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99B3C87-8866-FEB3-E379-2BB91884E6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10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9250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FA08F77B-35BA-A0C1-F738-ECAA2EBC8DA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42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97765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heme/theme1.xml><?xml version="1.0" encoding="utf-8"?>
<a:theme xmlns:a="http://schemas.openxmlformats.org/drawingml/2006/main" name="2_Thème HEC">
  <a:themeElements>
    <a:clrScheme name="HEC">
      <a:dk1>
        <a:srgbClr val="000000"/>
      </a:dk1>
      <a:lt1>
        <a:sysClr val="window" lastClr="FFFFFF"/>
      </a:lt1>
      <a:dk2>
        <a:srgbClr val="002855"/>
      </a:dk2>
      <a:lt2>
        <a:srgbClr val="DDDDDD"/>
      </a:lt2>
      <a:accent1>
        <a:srgbClr val="0072CE"/>
      </a:accent1>
      <a:accent2>
        <a:srgbClr val="00AEC7"/>
      </a:accent2>
      <a:accent3>
        <a:srgbClr val="26D07C"/>
      </a:accent3>
      <a:accent4>
        <a:srgbClr val="FF585D"/>
      </a:accent4>
      <a:accent5>
        <a:srgbClr val="EB6FBD"/>
      </a:accent5>
      <a:accent6>
        <a:srgbClr val="F3D03E"/>
      </a:accent6>
      <a:hlink>
        <a:srgbClr val="48A23F"/>
      </a:hlink>
      <a:folHlink>
        <a:srgbClr val="00285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91440" tIns="45720" rIns="91440" bIns="45720" rtlCol="0">
        <a:normAutofit/>
      </a:bodyPr>
      <a:lstStyle>
        <a:defPPr marL="154800" indent="-154800">
          <a:buClr>
            <a:schemeClr val="accent2"/>
          </a:buClr>
          <a:buSzPct val="125000"/>
          <a:buFont typeface="Arial" panose="020B0604020202020204" pitchFamily="34" charset="0"/>
          <a:buChar char="•"/>
          <a:defRPr sz="167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HECMontreal-Gabarit" id="{90B23BB6-748E-9A4B-9146-9546151205D4}" vid="{48ADA872-361A-1B4C-ABD7-4D4607940B7F}"/>
    </a:ext>
  </a:extLst>
</a:theme>
</file>

<file path=ppt/theme/theme2.xml><?xml version="1.0" encoding="utf-8"?>
<a:theme xmlns:a="http://schemas.openxmlformats.org/drawingml/2006/main" name="1_Thème Office">
  <a:themeElements>
    <a:clrScheme name="HEC">
      <a:dk1>
        <a:srgbClr val="000000"/>
      </a:dk1>
      <a:lt1>
        <a:sysClr val="window" lastClr="FFFFFF"/>
      </a:lt1>
      <a:dk2>
        <a:srgbClr val="002855"/>
      </a:dk2>
      <a:lt2>
        <a:srgbClr val="DDDDDD"/>
      </a:lt2>
      <a:accent1>
        <a:srgbClr val="0072CE"/>
      </a:accent1>
      <a:accent2>
        <a:srgbClr val="00AEC7"/>
      </a:accent2>
      <a:accent3>
        <a:srgbClr val="26D07C"/>
      </a:accent3>
      <a:accent4>
        <a:srgbClr val="FF585D"/>
      </a:accent4>
      <a:accent5>
        <a:srgbClr val="EB6FBD"/>
      </a:accent5>
      <a:accent6>
        <a:srgbClr val="F3D03E"/>
      </a:accent6>
      <a:hlink>
        <a:srgbClr val="48A23F"/>
      </a:hlink>
      <a:folHlink>
        <a:srgbClr val="00285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Thème Office">
  <a:themeElements>
    <a:clrScheme name="HEC">
      <a:dk1>
        <a:srgbClr val="000000"/>
      </a:dk1>
      <a:lt1>
        <a:sysClr val="window" lastClr="FFFFFF"/>
      </a:lt1>
      <a:dk2>
        <a:srgbClr val="002855"/>
      </a:dk2>
      <a:lt2>
        <a:srgbClr val="DDDDDD"/>
      </a:lt2>
      <a:accent1>
        <a:srgbClr val="0072CE"/>
      </a:accent1>
      <a:accent2>
        <a:srgbClr val="00AEC7"/>
      </a:accent2>
      <a:accent3>
        <a:srgbClr val="26D07C"/>
      </a:accent3>
      <a:accent4>
        <a:srgbClr val="FF585D"/>
      </a:accent4>
      <a:accent5>
        <a:srgbClr val="EB6FBD"/>
      </a:accent5>
      <a:accent6>
        <a:srgbClr val="F3D03E"/>
      </a:accent6>
      <a:hlink>
        <a:srgbClr val="48A23F"/>
      </a:hlink>
      <a:folHlink>
        <a:srgbClr val="00285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F8066646054FA44B64BA3F261D01FFA" ma:contentTypeVersion="11" ma:contentTypeDescription="Create a new document." ma:contentTypeScope="" ma:versionID="17235d8c12a527bd2794a98d2393b7c2">
  <xsd:schema xmlns:xsd="http://www.w3.org/2001/XMLSchema" xmlns:xs="http://www.w3.org/2001/XMLSchema" xmlns:p="http://schemas.microsoft.com/office/2006/metadata/properties" xmlns:ns2="39887826-ec16-479a-b3e6-521b243ce3b6" xmlns:ns3="6f205008-2c9f-4643-9908-e102020b9c2b" targetNamespace="http://schemas.microsoft.com/office/2006/metadata/properties" ma:root="true" ma:fieldsID="3944bf616f84c60017edf7f7269d0250" ns2:_="" ns3:_="">
    <xsd:import namespace="39887826-ec16-479a-b3e6-521b243ce3b6"/>
    <xsd:import namespace="6f205008-2c9f-4643-9908-e102020b9c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887826-ec16-479a-b3e6-521b243ce3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ae0b311d-aef2-47fc-9a4e-3c9c045afdc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205008-2c9f-4643-9908-e102020b9c2b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510d19aa-0911-40c9-a95b-a16fb4b717b1}" ma:internalName="TaxCatchAll" ma:showField="CatchAllData" ma:web="6f205008-2c9f-4643-9908-e102020b9c2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f205008-2c9f-4643-9908-e102020b9c2b" xsi:nil="true"/>
    <lcf76f155ced4ddcb4097134ff3c332f xmlns="39887826-ec16-479a-b3e6-521b243ce3b6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442E23A-113F-4BDD-AE87-5051E979F547}">
  <ds:schemaRefs>
    <ds:schemaRef ds:uri="39887826-ec16-479a-b3e6-521b243ce3b6"/>
    <ds:schemaRef ds:uri="6f205008-2c9f-4643-9908-e102020b9c2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4733BD04-29B3-4451-A6C3-125B1EE80844}">
  <ds:schemaRefs>
    <ds:schemaRef ds:uri="http://purl.org/dc/elements/1.1/"/>
    <ds:schemaRef ds:uri="http://purl.org/dc/dcmitype/"/>
    <ds:schemaRef ds:uri="http://schemas.microsoft.com/office/2006/documentManagement/types"/>
    <ds:schemaRef ds:uri="39887826-ec16-479a-b3e6-521b243ce3b6"/>
    <ds:schemaRef ds:uri="http://purl.org/dc/terms/"/>
    <ds:schemaRef ds:uri="http://schemas.microsoft.com/office/infopath/2007/PartnerControls"/>
    <ds:schemaRef ds:uri="http://www.w3.org/XML/1998/namespace"/>
    <ds:schemaRef ds:uri="http://schemas.microsoft.com/office/2006/metadata/properties"/>
    <ds:schemaRef ds:uri="http://schemas.openxmlformats.org/package/2006/metadata/core-properties"/>
    <ds:schemaRef ds:uri="6f205008-2c9f-4643-9908-e102020b9c2b"/>
  </ds:schemaRefs>
</ds:datastoreItem>
</file>

<file path=customXml/itemProps3.xml><?xml version="1.0" encoding="utf-8"?>
<ds:datastoreItem xmlns:ds="http://schemas.openxmlformats.org/officeDocument/2006/customXml" ds:itemID="{AE834BA2-A31E-448B-A432-ACF44D275AF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586</TotalTime>
  <Words>2</Words>
  <Application>Microsoft Office PowerPoint</Application>
  <PresentationFormat>Grand écran</PresentationFormat>
  <Paragraphs>2</Paragraphs>
  <Slides>60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12</vt:i4>
      </vt:variant>
      <vt:variant>
        <vt:lpstr>Thème</vt:lpstr>
      </vt:variant>
      <vt:variant>
        <vt:i4>3</vt:i4>
      </vt:variant>
      <vt:variant>
        <vt:lpstr>Titres des diapositives</vt:lpstr>
      </vt:variant>
      <vt:variant>
        <vt:i4>60</vt:i4>
      </vt:variant>
    </vt:vector>
  </HeadingPairs>
  <TitlesOfParts>
    <vt:vector size="75" baseType="lpstr">
      <vt:lpstr>Aptos</vt:lpstr>
      <vt:lpstr>Visby Slab CF</vt:lpstr>
      <vt:lpstr>Visby CF</vt:lpstr>
      <vt:lpstr>Wingdings</vt:lpstr>
      <vt:lpstr>Arial Rounded MT Bold</vt:lpstr>
      <vt:lpstr>Visby Slab CF Heavy</vt:lpstr>
      <vt:lpstr>Visby CF Bold</vt:lpstr>
      <vt:lpstr>Arial</vt:lpstr>
      <vt:lpstr>Visby CF Medium</vt:lpstr>
      <vt:lpstr>Visby Slab CF Bold</vt:lpstr>
      <vt:lpstr>Visby CF Light</vt:lpstr>
      <vt:lpstr>Visby Slab CF Demi Bold</vt:lpstr>
      <vt:lpstr>2_Thème HEC</vt:lpstr>
      <vt:lpstr>1_Thème Office</vt:lpstr>
      <vt:lpstr>2_Thème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Marie-Claude Trudel</dc:creator>
  <cp:lastModifiedBy>Marie-Claude Trudel</cp:lastModifiedBy>
  <cp:revision>17</cp:revision>
  <dcterms:created xsi:type="dcterms:W3CDTF">2024-08-23T11:18:20Z</dcterms:created>
  <dcterms:modified xsi:type="dcterms:W3CDTF">2026-08-30T23:12:21Z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0x0101009F8066646054FA44B64BA3F261D01FFA</vt:lpwstr>
  </property>
  <property fmtid="{D5CDD505-2E9C-101B-9397-08002B2CF9AE}" pid="3" name="MediaServiceImageTags">
    <vt:lpwstr/>
  </property>
  <property fmtid="{D5CDD505-2E9C-101B-9397-08002B2CF9AE}" pid="4" name="MSIP_Label_6a7d8d5d-78e2-4a62-9fcd-016eb5e4c57c_Enabled">
    <vt:lpwstr>true</vt:lpwstr>
  </property>
  <property fmtid="{D5CDD505-2E9C-101B-9397-08002B2CF9AE}" pid="5" name="MSIP_Label_6a7d8d5d-78e2-4a62-9fcd-016eb5e4c57c_SetDate">
    <vt:lpwstr>2026-04-27T18:28:19Z</vt:lpwstr>
  </property>
  <property fmtid="{D5CDD505-2E9C-101B-9397-08002B2CF9AE}" pid="6" name="MSIP_Label_6a7d8d5d-78e2-4a62-9fcd-016eb5e4c57c_Method">
    <vt:lpwstr>Standard</vt:lpwstr>
  </property>
  <property fmtid="{D5CDD505-2E9C-101B-9397-08002B2CF9AE}" pid="7" name="MSIP_Label_6a7d8d5d-78e2-4a62-9fcd-016eb5e4c57c_Name">
    <vt:lpwstr>Général</vt:lpwstr>
  </property>
  <property fmtid="{D5CDD505-2E9C-101B-9397-08002B2CF9AE}" pid="8" name="MSIP_Label_6a7d8d5d-78e2-4a62-9fcd-016eb5e4c57c_SiteId">
    <vt:lpwstr>06e1fe28-5f8b-4075-bf6c-ae24be1a7992</vt:lpwstr>
  </property>
  <property fmtid="{D5CDD505-2E9C-101B-9397-08002B2CF9AE}" pid="9" name="MSIP_Label_6a7d8d5d-78e2-4a62-9fcd-016eb5e4c57c_ActionId">
    <vt:lpwstr>8776aca1-e62e-471a-9bf6-91e2cc0417c9</vt:lpwstr>
  </property>
  <property fmtid="{D5CDD505-2E9C-101B-9397-08002B2CF9AE}" pid="10" name="MSIP_Label_6a7d8d5d-78e2-4a62-9fcd-016eb5e4c57c_ContentBits">
    <vt:lpwstr>0</vt:lpwstr>
  </property>
  <property fmtid="{D5CDD505-2E9C-101B-9397-08002B2CF9AE}" pid="11" name="MSIP_Label_6a7d8d5d-78e2-4a62-9fcd-016eb5e4c57c_Tag">
    <vt:lpwstr>50, 3, 0, 1</vt:lpwstr>
  </property>
</Properties>
</file>