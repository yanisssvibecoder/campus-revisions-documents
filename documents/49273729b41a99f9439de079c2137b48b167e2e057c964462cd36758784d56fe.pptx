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theme/theme3.xml" ContentType="application/vnd.openxmlformats-officedocument.theme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theme/theme4.xml" ContentType="application/vnd.openxmlformats-officedocument.theme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heme/theme5.xml" ContentType="application/vnd.openxmlformats-officedocument.theme+xml"/>
  <Override PartName="/ppt/theme/theme6.xml" ContentType="application/vnd.openxmlformats-officedocument.theme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notesSlides/notesSlide1.xml" ContentType="application/vnd.openxmlformats-officedocument.presentationml.notesSlide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notesSlides/notesSlide3.xml" ContentType="application/vnd.openxmlformats-officedocument.presentationml.notesSlide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notesSlides/notesSlide4.xml" ContentType="application/vnd.openxmlformats-officedocument.presentationml.notesSlide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notesSlides/notesSlide5.xml" ContentType="application/vnd.openxmlformats-officedocument.presentationml.notesSlide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notesSlides/notesSlide6.xml" ContentType="application/vnd.openxmlformats-officedocument.presentationml.notesSlide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notesSlides/notesSlide7.xml" ContentType="application/vnd.openxmlformats-officedocument.presentationml.notesSlide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notesSlides/notesSlide8.xml" ContentType="application/vnd.openxmlformats-officedocument.presentationml.notesSlide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notesSlides/notesSlide9.xml" ContentType="application/vnd.openxmlformats-officedocument.presentationml.notesSlide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notesSlides/notesSlide10.xml" ContentType="application/vnd.openxmlformats-officedocument.presentationml.notesSlide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notesSlides/notesSlide11.xml" ContentType="application/vnd.openxmlformats-officedocument.presentationml.notesSlide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notesSlides/notesSlide12.xml" ContentType="application/vnd.openxmlformats-officedocument.presentationml.notesSlide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notesSlides/notesSlide13.xml" ContentType="application/vnd.openxmlformats-officedocument.presentationml.notesSlide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notesSlides/notesSlide14.xml" ContentType="application/vnd.openxmlformats-officedocument.presentationml.notesSlide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notesSlides/notesSlide15.xml" ContentType="application/vnd.openxmlformats-officedocument.presentationml.notesSlide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notesSlides/notesSlide16.xml" ContentType="application/vnd.openxmlformats-officedocument.presentationml.notesSlide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notesSlides/notesSlide17.xml" ContentType="application/vnd.openxmlformats-officedocument.presentationml.notesSlide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notesSlides/notesSlide18.xml" ContentType="application/vnd.openxmlformats-officedocument.presentationml.notesSlide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notesSlides/notesSlide19.xml" ContentType="application/vnd.openxmlformats-officedocument.presentationml.notesSlide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notesSlides/notesSlide20.xml" ContentType="application/vnd.openxmlformats-officedocument.presentationml.notesSlide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notesSlides/notesSlide21.xml" ContentType="application/vnd.openxmlformats-officedocument.presentationml.notesSlide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notesSlides/notesSlide22.xml" ContentType="application/vnd.openxmlformats-officedocument.presentationml.notesSlide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notesSlides/notesSlide23.xml" ContentType="application/vnd.openxmlformats-officedocument.presentationml.notesSlide+xml"/>
  <Override PartName="/ppt/theme/themeOverride1.xml" ContentType="application/vnd.openxmlformats-officedocument.themeOverride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notesSlides/notesSlide24.xml" ContentType="application/vnd.openxmlformats-officedocument.presentationml.notesSlide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notesSlides/notesSlide2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60" r:id="rId4"/>
    <p:sldMasterId id="2147483674" r:id="rId5"/>
    <p:sldMasterId id="2147483722" r:id="rId6"/>
    <p:sldMasterId id="2147483760" r:id="rId7"/>
  </p:sldMasterIdLst>
  <p:notesMasterIdLst>
    <p:notesMasterId r:id="rId53"/>
  </p:notesMasterIdLst>
  <p:handoutMasterIdLst>
    <p:handoutMasterId r:id="rId54"/>
  </p:handoutMasterIdLst>
  <p:sldIdLst>
    <p:sldId id="4372" r:id="rId8"/>
    <p:sldId id="4620" r:id="rId9"/>
    <p:sldId id="4509" r:id="rId10"/>
    <p:sldId id="4511" r:id="rId11"/>
    <p:sldId id="308" r:id="rId12"/>
    <p:sldId id="4433" r:id="rId13"/>
    <p:sldId id="4626" r:id="rId14"/>
    <p:sldId id="4627" r:id="rId15"/>
    <p:sldId id="4621" r:id="rId16"/>
    <p:sldId id="4449" r:id="rId17"/>
    <p:sldId id="4593" r:id="rId18"/>
    <p:sldId id="4556" r:id="rId19"/>
    <p:sldId id="4435" r:id="rId20"/>
    <p:sldId id="4475" r:id="rId21"/>
    <p:sldId id="4549" r:id="rId22"/>
    <p:sldId id="4558" r:id="rId23"/>
    <p:sldId id="4543" r:id="rId24"/>
    <p:sldId id="4476" r:id="rId25"/>
    <p:sldId id="4477" r:id="rId26"/>
    <p:sldId id="4478" r:id="rId27"/>
    <p:sldId id="4544" r:id="rId28"/>
    <p:sldId id="450" r:id="rId29"/>
    <p:sldId id="4550" r:id="rId30"/>
    <p:sldId id="4484" r:id="rId31"/>
    <p:sldId id="4548" r:id="rId32"/>
    <p:sldId id="4545" r:id="rId33"/>
    <p:sldId id="4551" r:id="rId34"/>
    <p:sldId id="4590" r:id="rId35"/>
    <p:sldId id="4485" r:id="rId36"/>
    <p:sldId id="4559" r:id="rId37"/>
    <p:sldId id="4563" r:id="rId38"/>
    <p:sldId id="4479" r:id="rId39"/>
    <p:sldId id="4564" r:id="rId40"/>
    <p:sldId id="4510" r:id="rId41"/>
    <p:sldId id="4622" r:id="rId42"/>
    <p:sldId id="4628" r:id="rId43"/>
    <p:sldId id="4624" r:id="rId44"/>
    <p:sldId id="4625" r:id="rId45"/>
    <p:sldId id="4513" r:id="rId46"/>
    <p:sldId id="4629" r:id="rId47"/>
    <p:sldId id="4542" r:id="rId48"/>
    <p:sldId id="4553" r:id="rId49"/>
    <p:sldId id="4555" r:id="rId50"/>
    <p:sldId id="4554" r:id="rId51"/>
    <p:sldId id="4487" r:id="rId52"/>
  </p:sldIdLst>
  <p:sldSz cx="12192000" cy="6858000"/>
  <p:notesSz cx="6858000" cy="9144000"/>
  <p:embeddedFontLst>
    <p:embeddedFont>
      <p:font typeface="Agency FB" panose="020B0503020202020204" pitchFamily="34" charset="0"/>
      <p:regular r:id="rId55"/>
      <p:bold r:id="rId56"/>
    </p:embeddedFont>
    <p:embeddedFont>
      <p:font typeface="Arial Rounded MT Bold" panose="020F0704030504030204" pitchFamily="34" charset="0"/>
      <p:regular r:id="rId57"/>
    </p:embeddedFont>
    <p:embeddedFont>
      <p:font typeface="Script MT Bold" panose="03040602040607080904" pitchFamily="66" charset="0"/>
      <p:bold r:id="rId58"/>
    </p:embeddedFont>
    <p:embeddedFont>
      <p:font typeface="Visby CF" pitchFamily="50" charset="0"/>
      <p:regular r:id="rId59"/>
      <p:italic r:id="rId60"/>
    </p:embeddedFont>
    <p:embeddedFont>
      <p:font typeface="Visby CF Bold" pitchFamily="50" charset="0"/>
      <p:bold r:id="rId61"/>
      <p:italic r:id="rId62"/>
      <p:boldItalic r:id="rId63"/>
    </p:embeddedFont>
    <p:embeddedFont>
      <p:font typeface="Visby CF Light" pitchFamily="50" charset="0"/>
      <p:regular r:id="rId64"/>
      <p:italic r:id="rId65"/>
    </p:embeddedFont>
    <p:embeddedFont>
      <p:font typeface="Visby CF Medium" pitchFamily="50" charset="0"/>
      <p:regular r:id="rId66"/>
      <p:italic r:id="rId67"/>
    </p:embeddedFont>
    <p:embeddedFont>
      <p:font typeface="Visby Slab CF" panose="00000500000000000000" pitchFamily="50" charset="0"/>
      <p:regular r:id="rId68"/>
      <p:italic r:id="rId69"/>
    </p:embeddedFont>
    <p:embeddedFont>
      <p:font typeface="Visby Slab CF Bold" panose="00000800000000000000" pitchFamily="50" charset="0"/>
      <p:bold r:id="rId70"/>
      <p:italic r:id="rId71"/>
      <p:boldItalic r:id="rId72"/>
    </p:embeddedFont>
    <p:embeddedFont>
      <p:font typeface="Visby Slab CF Demi Bold" panose="00000700000000000000" pitchFamily="50" charset="0"/>
      <p:regular r:id="rId73"/>
      <p:bold r:id="rId74"/>
      <p:italic r:id="rId75"/>
      <p:boldItalic r:id="rId76"/>
    </p:embeddedFont>
    <p:embeddedFont>
      <p:font typeface="Visby Slab CF Heavy" panose="00000A00000000000000" pitchFamily="50" charset="0"/>
      <p:bold r:id="rId77"/>
      <p:italic r:id="rId78"/>
      <p:boldItalic r:id="rId79"/>
    </p:embeddedFont>
  </p:embeddedFontLst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3E000671-254D-D987-7CDE-C35D78D20347}" name="Marie-Claude Trudel" initials="MCT" userId="S::marie-claude.trudel@hec.ca::e09e5fd0-69eb-4066-ab3a-d45a4373e80c" providerId="AD"/>
  <p188:author id="{1ED457F9-35BF-CD35-3B95-6E03F5ABB5AD}" name="Frederic Schlackl" initials="FS" userId="S::frederic.schlackl@hec.ca::e634d196-5c2c-456e-846e-5fbb06bb2560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98F1B"/>
    <a:srgbClr val="F7D5E8"/>
    <a:srgbClr val="FBEBF4"/>
    <a:srgbClr val="FDF7E8"/>
    <a:srgbClr val="FAEECE"/>
    <a:srgbClr val="AEA3A9"/>
    <a:srgbClr val="AED79D"/>
    <a:srgbClr val="61A945"/>
    <a:srgbClr val="FEC757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273CC9B-D40C-411D-88D8-5910C077BA7A}" v="1" dt="2026-09-08T20:09:40.58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Style moyen 2 - Accentuation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Style moyen 2 - Accentuation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Style moyen 2 - Accentuatio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Style moyen 2 - Accentuation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Style moyen 2 - Accentuation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Style moye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668"/>
    <p:restoredTop sz="84589"/>
  </p:normalViewPr>
  <p:slideViewPr>
    <p:cSldViewPr snapToGrid="0">
      <p:cViewPr varScale="1">
        <p:scale>
          <a:sx n="90" d="100"/>
          <a:sy n="90" d="100"/>
        </p:scale>
        <p:origin x="138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19.xml"/><Relationship Id="rId21" Type="http://schemas.openxmlformats.org/officeDocument/2006/relationships/slide" Target="slides/slide14.xml"/><Relationship Id="rId42" Type="http://schemas.openxmlformats.org/officeDocument/2006/relationships/slide" Target="slides/slide35.xml"/><Relationship Id="rId47" Type="http://schemas.openxmlformats.org/officeDocument/2006/relationships/slide" Target="slides/slide40.xml"/><Relationship Id="rId63" Type="http://schemas.openxmlformats.org/officeDocument/2006/relationships/font" Target="fonts/font9.fntdata"/><Relationship Id="rId68" Type="http://schemas.openxmlformats.org/officeDocument/2006/relationships/font" Target="fonts/font14.fntdata"/><Relationship Id="rId84" Type="http://schemas.microsoft.com/office/2016/11/relationships/changesInfo" Target="changesInfos/changesInfo1.xml"/><Relationship Id="rId16" Type="http://schemas.openxmlformats.org/officeDocument/2006/relationships/slide" Target="slides/slide9.xml"/><Relationship Id="rId11" Type="http://schemas.openxmlformats.org/officeDocument/2006/relationships/slide" Target="slides/slide4.xml"/><Relationship Id="rId32" Type="http://schemas.openxmlformats.org/officeDocument/2006/relationships/slide" Target="slides/slide25.xml"/><Relationship Id="rId37" Type="http://schemas.openxmlformats.org/officeDocument/2006/relationships/slide" Target="slides/slide30.xml"/><Relationship Id="rId53" Type="http://schemas.openxmlformats.org/officeDocument/2006/relationships/notesMaster" Target="notesMasters/notesMaster1.xml"/><Relationship Id="rId58" Type="http://schemas.openxmlformats.org/officeDocument/2006/relationships/font" Target="fonts/font4.fntdata"/><Relationship Id="rId74" Type="http://schemas.openxmlformats.org/officeDocument/2006/relationships/font" Target="fonts/font20.fntdata"/><Relationship Id="rId79" Type="http://schemas.openxmlformats.org/officeDocument/2006/relationships/font" Target="fonts/font25.fntdata"/><Relationship Id="rId5" Type="http://schemas.openxmlformats.org/officeDocument/2006/relationships/slideMaster" Target="slideMasters/slideMaster2.xml"/><Relationship Id="rId19" Type="http://schemas.openxmlformats.org/officeDocument/2006/relationships/slide" Target="slides/slide1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slide" Target="slides/slide20.xml"/><Relationship Id="rId30" Type="http://schemas.openxmlformats.org/officeDocument/2006/relationships/slide" Target="slides/slide23.xml"/><Relationship Id="rId35" Type="http://schemas.openxmlformats.org/officeDocument/2006/relationships/slide" Target="slides/slide28.xml"/><Relationship Id="rId43" Type="http://schemas.openxmlformats.org/officeDocument/2006/relationships/slide" Target="slides/slide36.xml"/><Relationship Id="rId48" Type="http://schemas.openxmlformats.org/officeDocument/2006/relationships/slide" Target="slides/slide41.xml"/><Relationship Id="rId56" Type="http://schemas.openxmlformats.org/officeDocument/2006/relationships/font" Target="fonts/font2.fntdata"/><Relationship Id="rId64" Type="http://schemas.openxmlformats.org/officeDocument/2006/relationships/font" Target="fonts/font10.fntdata"/><Relationship Id="rId69" Type="http://schemas.openxmlformats.org/officeDocument/2006/relationships/font" Target="fonts/font15.fntdata"/><Relationship Id="rId77" Type="http://schemas.openxmlformats.org/officeDocument/2006/relationships/font" Target="fonts/font23.fntdata"/><Relationship Id="rId8" Type="http://schemas.openxmlformats.org/officeDocument/2006/relationships/slide" Target="slides/slide1.xml"/><Relationship Id="rId51" Type="http://schemas.openxmlformats.org/officeDocument/2006/relationships/slide" Target="slides/slide44.xml"/><Relationship Id="rId72" Type="http://schemas.openxmlformats.org/officeDocument/2006/relationships/font" Target="fonts/font18.fntdata"/><Relationship Id="rId80" Type="http://schemas.openxmlformats.org/officeDocument/2006/relationships/presProps" Target="presProps.xml"/><Relationship Id="rId85" Type="http://schemas.microsoft.com/office/2015/10/relationships/revisionInfo" Target="revisionInfo.xml"/><Relationship Id="rId3" Type="http://schemas.openxmlformats.org/officeDocument/2006/relationships/customXml" Target="../customXml/item3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slide" Target="slides/slide18.xml"/><Relationship Id="rId33" Type="http://schemas.openxmlformats.org/officeDocument/2006/relationships/slide" Target="slides/slide26.xml"/><Relationship Id="rId38" Type="http://schemas.openxmlformats.org/officeDocument/2006/relationships/slide" Target="slides/slide31.xml"/><Relationship Id="rId46" Type="http://schemas.openxmlformats.org/officeDocument/2006/relationships/slide" Target="slides/slide39.xml"/><Relationship Id="rId59" Type="http://schemas.openxmlformats.org/officeDocument/2006/relationships/font" Target="fonts/font5.fntdata"/><Relationship Id="rId67" Type="http://schemas.openxmlformats.org/officeDocument/2006/relationships/font" Target="fonts/font13.fntdata"/><Relationship Id="rId20" Type="http://schemas.openxmlformats.org/officeDocument/2006/relationships/slide" Target="slides/slide13.xml"/><Relationship Id="rId41" Type="http://schemas.openxmlformats.org/officeDocument/2006/relationships/slide" Target="slides/slide34.xml"/><Relationship Id="rId54" Type="http://schemas.openxmlformats.org/officeDocument/2006/relationships/handoutMaster" Target="handoutMasters/handoutMaster1.xml"/><Relationship Id="rId62" Type="http://schemas.openxmlformats.org/officeDocument/2006/relationships/font" Target="fonts/font8.fntdata"/><Relationship Id="rId70" Type="http://schemas.openxmlformats.org/officeDocument/2006/relationships/font" Target="fonts/font16.fntdata"/><Relationship Id="rId75" Type="http://schemas.openxmlformats.org/officeDocument/2006/relationships/font" Target="fonts/font21.fntdata"/><Relationship Id="rId83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slide" Target="slides/slide21.xml"/><Relationship Id="rId36" Type="http://schemas.openxmlformats.org/officeDocument/2006/relationships/slide" Target="slides/slide29.xml"/><Relationship Id="rId49" Type="http://schemas.openxmlformats.org/officeDocument/2006/relationships/slide" Target="slides/slide42.xml"/><Relationship Id="rId57" Type="http://schemas.openxmlformats.org/officeDocument/2006/relationships/font" Target="fonts/font3.fntdata"/><Relationship Id="rId10" Type="http://schemas.openxmlformats.org/officeDocument/2006/relationships/slide" Target="slides/slide3.xml"/><Relationship Id="rId31" Type="http://schemas.openxmlformats.org/officeDocument/2006/relationships/slide" Target="slides/slide24.xml"/><Relationship Id="rId44" Type="http://schemas.openxmlformats.org/officeDocument/2006/relationships/slide" Target="slides/slide37.xml"/><Relationship Id="rId52" Type="http://schemas.openxmlformats.org/officeDocument/2006/relationships/slide" Target="slides/slide45.xml"/><Relationship Id="rId60" Type="http://schemas.openxmlformats.org/officeDocument/2006/relationships/font" Target="fonts/font6.fntdata"/><Relationship Id="rId65" Type="http://schemas.openxmlformats.org/officeDocument/2006/relationships/font" Target="fonts/font11.fntdata"/><Relationship Id="rId73" Type="http://schemas.openxmlformats.org/officeDocument/2006/relationships/font" Target="fonts/font19.fntdata"/><Relationship Id="rId78" Type="http://schemas.openxmlformats.org/officeDocument/2006/relationships/font" Target="fonts/font24.fntdata"/><Relationship Id="rId81" Type="http://schemas.openxmlformats.org/officeDocument/2006/relationships/viewProps" Target="viewProps.xml"/><Relationship Id="rId86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39" Type="http://schemas.openxmlformats.org/officeDocument/2006/relationships/slide" Target="slides/slide32.xml"/><Relationship Id="rId34" Type="http://schemas.openxmlformats.org/officeDocument/2006/relationships/slide" Target="slides/slide27.xml"/><Relationship Id="rId50" Type="http://schemas.openxmlformats.org/officeDocument/2006/relationships/slide" Target="slides/slide43.xml"/><Relationship Id="rId55" Type="http://schemas.openxmlformats.org/officeDocument/2006/relationships/font" Target="fonts/font1.fntdata"/><Relationship Id="rId76" Type="http://schemas.openxmlformats.org/officeDocument/2006/relationships/font" Target="fonts/font22.fntdata"/><Relationship Id="rId7" Type="http://schemas.openxmlformats.org/officeDocument/2006/relationships/slideMaster" Target="slideMasters/slideMaster4.xml"/><Relationship Id="rId71" Type="http://schemas.openxmlformats.org/officeDocument/2006/relationships/font" Target="fonts/font17.fntdata"/><Relationship Id="rId2" Type="http://schemas.openxmlformats.org/officeDocument/2006/relationships/customXml" Target="../customXml/item2.xml"/><Relationship Id="rId29" Type="http://schemas.openxmlformats.org/officeDocument/2006/relationships/slide" Target="slides/slide22.xml"/><Relationship Id="rId24" Type="http://schemas.openxmlformats.org/officeDocument/2006/relationships/slide" Target="slides/slide17.xml"/><Relationship Id="rId40" Type="http://schemas.openxmlformats.org/officeDocument/2006/relationships/slide" Target="slides/slide33.xml"/><Relationship Id="rId45" Type="http://schemas.openxmlformats.org/officeDocument/2006/relationships/slide" Target="slides/slide38.xml"/><Relationship Id="rId66" Type="http://schemas.openxmlformats.org/officeDocument/2006/relationships/font" Target="fonts/font12.fntdata"/><Relationship Id="rId61" Type="http://schemas.openxmlformats.org/officeDocument/2006/relationships/font" Target="fonts/font7.fntdata"/><Relationship Id="rId8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ie-Claude Trudel" userId="e09e5fd0-69eb-4066-ab3a-d45a4373e80c" providerId="ADAL" clId="{B5DE319A-E534-44C9-BD5A-853721C828A0}"/>
    <pc:docChg chg="undo custSel addSld delSld modSld sldOrd modMainMaster">
      <pc:chgData name="Marie-Claude Trudel" userId="e09e5fd0-69eb-4066-ab3a-d45a4373e80c" providerId="ADAL" clId="{B5DE319A-E534-44C9-BD5A-853721C828A0}" dt="2026-09-08T20:09:40.583" v="15444"/>
      <pc:docMkLst>
        <pc:docMk/>
      </pc:docMkLst>
      <pc:sldChg chg="modNotesTx">
        <pc:chgData name="Marie-Claude Trudel" userId="e09e5fd0-69eb-4066-ab3a-d45a4373e80c" providerId="ADAL" clId="{B5DE319A-E534-44C9-BD5A-853721C828A0}" dt="2026-09-04T19:54:41.829" v="15430" actId="6549"/>
        <pc:sldMkLst>
          <pc:docMk/>
          <pc:sldMk cId="3856872219" sldId="4449"/>
        </pc:sldMkLst>
      </pc:sldChg>
      <pc:sldChg chg="modNotesTx">
        <pc:chgData name="Marie-Claude Trudel" userId="e09e5fd0-69eb-4066-ab3a-d45a4373e80c" providerId="ADAL" clId="{B5DE319A-E534-44C9-BD5A-853721C828A0}" dt="2026-09-04T19:54:48.054" v="15431" actId="6549"/>
        <pc:sldMkLst>
          <pc:docMk/>
          <pc:sldMk cId="3858432703" sldId="4475"/>
        </pc:sldMkLst>
      </pc:sldChg>
      <pc:sldChg chg="delSp modSp mod modNotesTx">
        <pc:chgData name="Marie-Claude Trudel" userId="e09e5fd0-69eb-4066-ab3a-d45a4373e80c" providerId="ADAL" clId="{B5DE319A-E534-44C9-BD5A-853721C828A0}" dt="2026-09-04T19:54:53.344" v="15432" actId="6549"/>
        <pc:sldMkLst>
          <pc:docMk/>
          <pc:sldMk cId="1662479105" sldId="4476"/>
        </pc:sldMkLst>
        <pc:spChg chg="mod">
          <ac:chgData name="Marie-Claude Trudel" userId="e09e5fd0-69eb-4066-ab3a-d45a4373e80c" providerId="ADAL" clId="{B5DE319A-E534-44C9-BD5A-853721C828A0}" dt="2026-09-04T19:44:34.848" v="15377" actId="20577"/>
          <ac:spMkLst>
            <pc:docMk/>
            <pc:sldMk cId="1662479105" sldId="4476"/>
            <ac:spMk id="6" creationId="{D204223B-A5DB-1A5C-94A1-926798EF4D57}"/>
          </ac:spMkLst>
        </pc:spChg>
      </pc:sldChg>
      <pc:sldChg chg="addSp delSp modSp mod">
        <pc:chgData name="Marie-Claude Trudel" userId="e09e5fd0-69eb-4066-ab3a-d45a4373e80c" providerId="ADAL" clId="{B5DE319A-E534-44C9-BD5A-853721C828A0}" dt="2026-09-04T19:44:55.716" v="15384" actId="20577"/>
        <pc:sldMkLst>
          <pc:docMk/>
          <pc:sldMk cId="672056223" sldId="4477"/>
        </pc:sldMkLst>
        <pc:spChg chg="mod">
          <ac:chgData name="Marie-Claude Trudel" userId="e09e5fd0-69eb-4066-ab3a-d45a4373e80c" providerId="ADAL" clId="{B5DE319A-E534-44C9-BD5A-853721C828A0}" dt="2026-09-04T19:44:55.716" v="15384" actId="20577"/>
          <ac:spMkLst>
            <pc:docMk/>
            <pc:sldMk cId="672056223" sldId="4477"/>
            <ac:spMk id="6" creationId="{D204223B-A5DB-1A5C-94A1-926798EF4D57}"/>
          </ac:spMkLst>
        </pc:spChg>
      </pc:sldChg>
      <pc:sldChg chg="delSp modSp mod">
        <pc:chgData name="Marie-Claude Trudel" userId="e09e5fd0-69eb-4066-ab3a-d45a4373e80c" providerId="ADAL" clId="{B5DE319A-E534-44C9-BD5A-853721C828A0}" dt="2026-09-04T19:45:13.332" v="15389" actId="478"/>
        <pc:sldMkLst>
          <pc:docMk/>
          <pc:sldMk cId="3763257751" sldId="4478"/>
        </pc:sldMkLst>
        <pc:spChg chg="mod">
          <ac:chgData name="Marie-Claude Trudel" userId="e09e5fd0-69eb-4066-ab3a-d45a4373e80c" providerId="ADAL" clId="{B5DE319A-E534-44C9-BD5A-853721C828A0}" dt="2026-09-04T19:45:09.034" v="15388" actId="20577"/>
          <ac:spMkLst>
            <pc:docMk/>
            <pc:sldMk cId="3763257751" sldId="4478"/>
            <ac:spMk id="6" creationId="{D204223B-A5DB-1A5C-94A1-926798EF4D57}"/>
          </ac:spMkLst>
        </pc:spChg>
      </pc:sldChg>
      <pc:sldChg chg="delSp modSp mod">
        <pc:chgData name="Marie-Claude Trudel" userId="e09e5fd0-69eb-4066-ab3a-d45a4373e80c" providerId="ADAL" clId="{B5DE319A-E534-44C9-BD5A-853721C828A0}" dt="2026-09-04T19:45:45.642" v="15400" actId="478"/>
        <pc:sldMkLst>
          <pc:docMk/>
          <pc:sldMk cId="2721073602" sldId="4484"/>
        </pc:sldMkLst>
        <pc:spChg chg="mod">
          <ac:chgData name="Marie-Claude Trudel" userId="e09e5fd0-69eb-4066-ab3a-d45a4373e80c" providerId="ADAL" clId="{B5DE319A-E534-44C9-BD5A-853721C828A0}" dt="2026-09-04T19:45:43.298" v="15399" actId="27636"/>
          <ac:spMkLst>
            <pc:docMk/>
            <pc:sldMk cId="2721073602" sldId="4484"/>
            <ac:spMk id="6" creationId="{D204223B-A5DB-1A5C-94A1-926798EF4D57}"/>
          </ac:spMkLst>
        </pc:spChg>
      </pc:sldChg>
      <pc:sldChg chg="delSp modSp mod modNotesTx">
        <pc:chgData name="Marie-Claude Trudel" userId="e09e5fd0-69eb-4066-ab3a-d45a4373e80c" providerId="ADAL" clId="{B5DE319A-E534-44C9-BD5A-853721C828A0}" dt="2026-09-04T19:46:36.186" v="15419" actId="20577"/>
        <pc:sldMkLst>
          <pc:docMk/>
          <pc:sldMk cId="2056284778" sldId="4485"/>
        </pc:sldMkLst>
        <pc:spChg chg="mod">
          <ac:chgData name="Marie-Claude Trudel" userId="e09e5fd0-69eb-4066-ab3a-d45a4373e80c" providerId="ADAL" clId="{B5DE319A-E534-44C9-BD5A-853721C828A0}" dt="2026-09-04T19:46:32.477" v="15418" actId="20577"/>
          <ac:spMkLst>
            <pc:docMk/>
            <pc:sldMk cId="2056284778" sldId="4485"/>
            <ac:spMk id="6" creationId="{D204223B-A5DB-1A5C-94A1-926798EF4D57}"/>
          </ac:spMkLst>
        </pc:spChg>
      </pc:sldChg>
      <pc:sldChg chg="modNotesTx">
        <pc:chgData name="Marie-Claude Trudel" userId="e09e5fd0-69eb-4066-ab3a-d45a4373e80c" providerId="ADAL" clId="{B5DE319A-E534-44C9-BD5A-853721C828A0}" dt="2026-09-04T19:55:14.673" v="15435" actId="6549"/>
        <pc:sldMkLst>
          <pc:docMk/>
          <pc:sldMk cId="2277838621" sldId="4542"/>
        </pc:sldMkLst>
      </pc:sldChg>
      <pc:sldChg chg="modSp mod">
        <pc:chgData name="Marie-Claude Trudel" userId="e09e5fd0-69eb-4066-ab3a-d45a4373e80c" providerId="ADAL" clId="{B5DE319A-E534-44C9-BD5A-853721C828A0}" dt="2026-09-08T16:07:33.475" v="15439" actId="113"/>
        <pc:sldMkLst>
          <pc:docMk/>
          <pc:sldMk cId="1257413265" sldId="4543"/>
        </pc:sldMkLst>
        <pc:spChg chg="mod">
          <ac:chgData name="Marie-Claude Trudel" userId="e09e5fd0-69eb-4066-ab3a-d45a4373e80c" providerId="ADAL" clId="{B5DE319A-E534-44C9-BD5A-853721C828A0}" dt="2026-09-08T16:07:33.475" v="15439" actId="113"/>
          <ac:spMkLst>
            <pc:docMk/>
            <pc:sldMk cId="1257413265" sldId="4543"/>
            <ac:spMk id="4" creationId="{08FA7139-51C8-A1C6-3331-2894527E9190}"/>
          </ac:spMkLst>
        </pc:spChg>
      </pc:sldChg>
      <pc:sldChg chg="modSp mod">
        <pc:chgData name="Marie-Claude Trudel" userId="e09e5fd0-69eb-4066-ab3a-d45a4373e80c" providerId="ADAL" clId="{B5DE319A-E534-44C9-BD5A-853721C828A0}" dt="2026-09-08T16:07:43.880" v="15441" actId="113"/>
        <pc:sldMkLst>
          <pc:docMk/>
          <pc:sldMk cId="3593231840" sldId="4544"/>
        </pc:sldMkLst>
        <pc:spChg chg="mod">
          <ac:chgData name="Marie-Claude Trudel" userId="e09e5fd0-69eb-4066-ab3a-d45a4373e80c" providerId="ADAL" clId="{B5DE319A-E534-44C9-BD5A-853721C828A0}" dt="2026-09-08T16:07:43.880" v="15441" actId="113"/>
          <ac:spMkLst>
            <pc:docMk/>
            <pc:sldMk cId="3593231840" sldId="4544"/>
            <ac:spMk id="5" creationId="{81A28E52-BA31-4BE4-D507-8C4D588D7B94}"/>
          </ac:spMkLst>
        </pc:spChg>
      </pc:sldChg>
      <pc:sldChg chg="modSp mod">
        <pc:chgData name="Marie-Claude Trudel" userId="e09e5fd0-69eb-4066-ab3a-d45a4373e80c" providerId="ADAL" clId="{B5DE319A-E534-44C9-BD5A-853721C828A0}" dt="2026-09-08T16:07:59.165" v="15443" actId="113"/>
        <pc:sldMkLst>
          <pc:docMk/>
          <pc:sldMk cId="1822129899" sldId="4545"/>
        </pc:sldMkLst>
        <pc:spChg chg="mod">
          <ac:chgData name="Marie-Claude Trudel" userId="e09e5fd0-69eb-4066-ab3a-d45a4373e80c" providerId="ADAL" clId="{B5DE319A-E534-44C9-BD5A-853721C828A0}" dt="2026-09-08T16:07:59.165" v="15443" actId="113"/>
          <ac:spMkLst>
            <pc:docMk/>
            <pc:sldMk cId="1822129899" sldId="4545"/>
            <ac:spMk id="4" creationId="{D86FF6C1-4954-B9AE-6A45-EF4CD8651D2E}"/>
          </ac:spMkLst>
        </pc:spChg>
      </pc:sldChg>
      <pc:sldChg chg="delSp mod">
        <pc:chgData name="Marie-Claude Trudel" userId="e09e5fd0-69eb-4066-ab3a-d45a4373e80c" providerId="ADAL" clId="{B5DE319A-E534-44C9-BD5A-853721C828A0}" dt="2026-09-04T19:45:51.780" v="15402" actId="478"/>
        <pc:sldMkLst>
          <pc:docMk/>
          <pc:sldMk cId="4042697945" sldId="4548"/>
        </pc:sldMkLst>
      </pc:sldChg>
      <pc:sldChg chg="delSp modSp mod modNotesTx">
        <pc:chgData name="Marie-Claude Trudel" userId="e09e5fd0-69eb-4066-ab3a-d45a4373e80c" providerId="ADAL" clId="{B5DE319A-E534-44C9-BD5A-853721C828A0}" dt="2026-09-04T19:45:33.666" v="15396" actId="6549"/>
        <pc:sldMkLst>
          <pc:docMk/>
          <pc:sldMk cId="2115074891" sldId="4550"/>
        </pc:sldMkLst>
        <pc:spChg chg="mod">
          <ac:chgData name="Marie-Claude Trudel" userId="e09e5fd0-69eb-4066-ab3a-d45a4373e80c" providerId="ADAL" clId="{B5DE319A-E534-44C9-BD5A-853721C828A0}" dt="2026-09-04T19:45:22.543" v="15392" actId="27636"/>
          <ac:spMkLst>
            <pc:docMk/>
            <pc:sldMk cId="2115074891" sldId="4550"/>
            <ac:spMk id="6" creationId="{D204223B-A5DB-1A5C-94A1-926798EF4D57}"/>
          </ac:spMkLst>
        </pc:spChg>
      </pc:sldChg>
      <pc:sldChg chg="delSp modSp mod">
        <pc:chgData name="Marie-Claude Trudel" userId="e09e5fd0-69eb-4066-ab3a-d45a4373e80c" providerId="ADAL" clId="{B5DE319A-E534-44C9-BD5A-853721C828A0}" dt="2026-09-04T19:46:10.266" v="15406" actId="478"/>
        <pc:sldMkLst>
          <pc:docMk/>
          <pc:sldMk cId="2409517192" sldId="4551"/>
        </pc:sldMkLst>
        <pc:spChg chg="mod">
          <ac:chgData name="Marie-Claude Trudel" userId="e09e5fd0-69eb-4066-ab3a-d45a4373e80c" providerId="ADAL" clId="{B5DE319A-E534-44C9-BD5A-853721C828A0}" dt="2026-09-04T19:46:04.820" v="15405" actId="20577"/>
          <ac:spMkLst>
            <pc:docMk/>
            <pc:sldMk cId="2409517192" sldId="4551"/>
            <ac:spMk id="6" creationId="{D204223B-A5DB-1A5C-94A1-926798EF4D57}"/>
          </ac:spMkLst>
        </pc:spChg>
      </pc:sldChg>
      <pc:sldChg chg="modSp mod">
        <pc:chgData name="Marie-Claude Trudel" userId="e09e5fd0-69eb-4066-ab3a-d45a4373e80c" providerId="ADAL" clId="{B5DE319A-E534-44C9-BD5A-853721C828A0}" dt="2026-09-08T16:07:24.746" v="15437" actId="113"/>
        <pc:sldMkLst>
          <pc:docMk/>
          <pc:sldMk cId="3436049527" sldId="4558"/>
        </pc:sldMkLst>
        <pc:spChg chg="mod">
          <ac:chgData name="Marie-Claude Trudel" userId="e09e5fd0-69eb-4066-ab3a-d45a4373e80c" providerId="ADAL" clId="{B5DE319A-E534-44C9-BD5A-853721C828A0}" dt="2026-09-08T16:07:24.746" v="15437" actId="113"/>
          <ac:spMkLst>
            <pc:docMk/>
            <pc:sldMk cId="3436049527" sldId="4558"/>
            <ac:spMk id="4" creationId="{DEDAB848-ECD5-E580-F44B-96A9C5A81F61}"/>
          </ac:spMkLst>
        </pc:spChg>
      </pc:sldChg>
      <pc:sldChg chg="delSp mod">
        <pc:chgData name="Marie-Claude Trudel" userId="e09e5fd0-69eb-4066-ab3a-d45a4373e80c" providerId="ADAL" clId="{B5DE319A-E534-44C9-BD5A-853721C828A0}" dt="2026-09-04T19:46:52.533" v="15423" actId="478"/>
        <pc:sldMkLst>
          <pc:docMk/>
          <pc:sldMk cId="1188981397" sldId="4559"/>
        </pc:sldMkLst>
      </pc:sldChg>
      <pc:sldChg chg="addSp delSp modSp mod modNotesTx">
        <pc:chgData name="Marie-Claude Trudel" userId="e09e5fd0-69eb-4066-ab3a-d45a4373e80c" providerId="ADAL" clId="{B5DE319A-E534-44C9-BD5A-853721C828A0}" dt="2026-09-04T19:47:08.478" v="15427" actId="6549"/>
        <pc:sldMkLst>
          <pc:docMk/>
          <pc:sldMk cId="2086359779" sldId="4563"/>
        </pc:sldMkLst>
      </pc:sldChg>
      <pc:sldChg chg="delSp mod">
        <pc:chgData name="Marie-Claude Trudel" userId="e09e5fd0-69eb-4066-ab3a-d45a4373e80c" providerId="ADAL" clId="{B5DE319A-E534-44C9-BD5A-853721C828A0}" dt="2026-09-04T19:47:14.900" v="15429" actId="478"/>
        <pc:sldMkLst>
          <pc:docMk/>
          <pc:sldMk cId="3797588179" sldId="4564"/>
        </pc:sldMkLst>
      </pc:sldChg>
      <pc:sldChg chg="delSp modSp mod">
        <pc:chgData name="Marie-Claude Trudel" userId="e09e5fd0-69eb-4066-ab3a-d45a4373e80c" providerId="ADAL" clId="{B5DE319A-E534-44C9-BD5A-853721C828A0}" dt="2026-09-04T19:46:23.497" v="15415" actId="478"/>
        <pc:sldMkLst>
          <pc:docMk/>
          <pc:sldMk cId="1150226299" sldId="4590"/>
        </pc:sldMkLst>
        <pc:spChg chg="mod">
          <ac:chgData name="Marie-Claude Trudel" userId="e09e5fd0-69eb-4066-ab3a-d45a4373e80c" providerId="ADAL" clId="{B5DE319A-E534-44C9-BD5A-853721C828A0}" dt="2026-09-04T19:46:20.682" v="15414" actId="5793"/>
          <ac:spMkLst>
            <pc:docMk/>
            <pc:sldMk cId="1150226299" sldId="4590"/>
            <ac:spMk id="6" creationId="{A1212478-B3A5-C145-E36E-C36489F133F3}"/>
          </ac:spMkLst>
        </pc:spChg>
      </pc:sldChg>
      <pc:sldChg chg="modSp">
        <pc:chgData name="Marie-Claude Trudel" userId="e09e5fd0-69eb-4066-ab3a-d45a4373e80c" providerId="ADAL" clId="{B5DE319A-E534-44C9-BD5A-853721C828A0}" dt="2026-09-08T20:09:40.583" v="15444"/>
        <pc:sldMkLst>
          <pc:docMk/>
          <pc:sldMk cId="461153231" sldId="4624"/>
        </pc:sldMkLst>
        <pc:spChg chg="mod">
          <ac:chgData name="Marie-Claude Trudel" userId="e09e5fd0-69eb-4066-ab3a-d45a4373e80c" providerId="ADAL" clId="{B5DE319A-E534-44C9-BD5A-853721C828A0}" dt="2026-09-08T20:09:40.583" v="15444"/>
          <ac:spMkLst>
            <pc:docMk/>
            <pc:sldMk cId="461153231" sldId="4624"/>
            <ac:spMk id="3" creationId="{5EE795A8-6D53-0B38-E9A7-78847474D2DA}"/>
          </ac:spMkLst>
        </pc:spChg>
      </pc:sldChg>
      <pc:sldChg chg="modNotesTx">
        <pc:chgData name="Marie-Claude Trudel" userId="e09e5fd0-69eb-4066-ab3a-d45a4373e80c" providerId="ADAL" clId="{B5DE319A-E534-44C9-BD5A-853721C828A0}" dt="2026-09-04T19:55:08.097" v="15433" actId="6549"/>
        <pc:sldMkLst>
          <pc:docMk/>
          <pc:sldMk cId="14139865" sldId="4625"/>
        </pc:sldMkLst>
      </pc:sldChg>
      <pc:sldChg chg="modNotesTx">
        <pc:chgData name="Marie-Claude Trudel" userId="e09e5fd0-69eb-4066-ab3a-d45a4373e80c" providerId="ADAL" clId="{B5DE319A-E534-44C9-BD5A-853721C828A0}" dt="2026-09-04T19:55:12.066" v="15434" actId="6549"/>
        <pc:sldMkLst>
          <pc:docMk/>
          <pc:sldMk cId="1967385442" sldId="4629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4DCC87F-961E-4DF8-B92D-75C80AE4CE4F}" type="doc">
      <dgm:prSet loTypeId="urn:microsoft.com/office/officeart/2005/8/layout/list1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fr-CA"/>
        </a:p>
      </dgm:t>
    </dgm:pt>
    <dgm:pt modelId="{8A1DF76F-BB6E-479A-B791-12AA1D3E9567}">
      <dgm:prSet phldrT="[Texte]" custT="1"/>
      <dgm:spPr>
        <a:solidFill>
          <a:schemeClr val="tx2">
            <a:lumMod val="10000"/>
            <a:lumOff val="90000"/>
          </a:schemeClr>
        </a:solidFill>
        <a:ln>
          <a:noFill/>
        </a:ln>
      </dgm:spPr>
      <dgm:t>
        <a:bodyPr/>
        <a:lstStyle/>
        <a:p>
          <a:r>
            <a:rPr lang="fr-CA" sz="1100" b="1" dirty="0">
              <a:latin typeface="Visby CF Medium" pitchFamily="50" charset="0"/>
            </a:rPr>
            <a:t>1 – À la base d’une transformation numérique réussie : une stratégie et une architecture</a:t>
          </a:r>
        </a:p>
      </dgm:t>
    </dgm:pt>
    <dgm:pt modelId="{80126F50-3606-41B3-BAE8-E1F8859AAE70}" type="parTrans" cxnId="{F6CFD425-31F9-4822-94D5-D1399F625D31}">
      <dgm:prSet/>
      <dgm:spPr/>
      <dgm:t>
        <a:bodyPr/>
        <a:lstStyle/>
        <a:p>
          <a:endParaRPr lang="fr-CA"/>
        </a:p>
      </dgm:t>
    </dgm:pt>
    <dgm:pt modelId="{5C5137A3-B785-40FB-99CC-E60534FB182F}" type="sibTrans" cxnId="{F6CFD425-31F9-4822-94D5-D1399F625D31}">
      <dgm:prSet/>
      <dgm:spPr/>
      <dgm:t>
        <a:bodyPr/>
        <a:lstStyle/>
        <a:p>
          <a:endParaRPr lang="fr-CA"/>
        </a:p>
      </dgm:t>
    </dgm:pt>
    <dgm:pt modelId="{10708408-6D36-4B7D-BEBF-A590AC2B2C93}">
      <dgm:prSet phldrT="[Texte]" custT="1"/>
      <dgm:spPr>
        <a:solidFill>
          <a:schemeClr val="accent3">
            <a:lumMod val="20000"/>
            <a:lumOff val="80000"/>
          </a:schemeClr>
        </a:solidFill>
        <a:ln>
          <a:noFill/>
        </a:ln>
      </dgm:spPr>
      <dgm:t>
        <a:bodyPr/>
        <a:lstStyle/>
        <a:p>
          <a:r>
            <a:rPr lang="fr-CA" sz="1100" b="0" dirty="0">
              <a:latin typeface="Visby CF Medium" pitchFamily="50" charset="0"/>
            </a:rPr>
            <a:t>2 – Au cœur des systèmes d’information : des processus d’affaires</a:t>
          </a:r>
        </a:p>
      </dgm:t>
    </dgm:pt>
    <dgm:pt modelId="{8D2B13C8-5A34-47CA-85F8-9805230B2A3D}" type="parTrans" cxnId="{9B18F61D-CF74-4131-A1F4-2F91F6E40EE5}">
      <dgm:prSet/>
      <dgm:spPr/>
      <dgm:t>
        <a:bodyPr/>
        <a:lstStyle/>
        <a:p>
          <a:endParaRPr lang="fr-CA"/>
        </a:p>
      </dgm:t>
    </dgm:pt>
    <dgm:pt modelId="{9BF9C8D2-D621-4D98-B87C-BF558387DF06}" type="sibTrans" cxnId="{9B18F61D-CF74-4131-A1F4-2F91F6E40EE5}">
      <dgm:prSet/>
      <dgm:spPr/>
      <dgm:t>
        <a:bodyPr/>
        <a:lstStyle/>
        <a:p>
          <a:endParaRPr lang="fr-CA"/>
        </a:p>
      </dgm:t>
    </dgm:pt>
    <dgm:pt modelId="{354638AD-F668-46FD-B66B-13F8AF7906FB}">
      <dgm:prSet phldrT="[Texte]" custT="1"/>
      <dgm:spPr>
        <a:ln w="12700">
          <a:solidFill>
            <a:schemeClr val="accent4"/>
          </a:solidFill>
        </a:ln>
      </dgm:spPr>
      <dgm:t>
        <a:bodyPr/>
        <a:lstStyle/>
        <a:p>
          <a:r>
            <a:rPr lang="fr-CA" sz="1100" b="0" dirty="0">
              <a:latin typeface="Visby CF Medium" pitchFamily="50" charset="0"/>
            </a:rPr>
            <a:t>3 – La matière première des systèmes d’information : des données </a:t>
          </a:r>
        </a:p>
      </dgm:t>
    </dgm:pt>
    <dgm:pt modelId="{B748A4E7-66A8-407D-BEB5-1A548C1D9DF5}" type="parTrans" cxnId="{8D247FD2-6E5F-414B-8989-646255A9AB97}">
      <dgm:prSet/>
      <dgm:spPr/>
      <dgm:t>
        <a:bodyPr/>
        <a:lstStyle/>
        <a:p>
          <a:endParaRPr lang="fr-CA"/>
        </a:p>
      </dgm:t>
    </dgm:pt>
    <dgm:pt modelId="{3E98947C-1BAF-4823-A024-236E0B217241}" type="sibTrans" cxnId="{8D247FD2-6E5F-414B-8989-646255A9AB97}">
      <dgm:prSet/>
      <dgm:spPr/>
      <dgm:t>
        <a:bodyPr/>
        <a:lstStyle/>
        <a:p>
          <a:endParaRPr lang="fr-CA"/>
        </a:p>
      </dgm:t>
    </dgm:pt>
    <dgm:pt modelId="{5F77CF9E-BCFD-4325-8E43-7AC3589B6B7E}">
      <dgm:prSet phldrT="[Texte]" custT="1"/>
      <dgm:spPr>
        <a:ln>
          <a:noFill/>
        </a:ln>
      </dgm:spPr>
      <dgm:t>
        <a:bodyPr/>
        <a:lstStyle/>
        <a:p>
          <a:r>
            <a:rPr lang="fr-CA" sz="1100" b="0" dirty="0">
              <a:latin typeface="Visby CF Medium" pitchFamily="50" charset="0"/>
            </a:rPr>
            <a:t>4 – L’utilisation des systèmes d’information : des interfaces et des droits </a:t>
          </a:r>
        </a:p>
      </dgm:t>
    </dgm:pt>
    <dgm:pt modelId="{8896BD91-0238-49C7-8D75-390D6CFA76D8}" type="parTrans" cxnId="{F3F017E9-E228-418B-BF74-FB35BBCFB9A6}">
      <dgm:prSet/>
      <dgm:spPr/>
      <dgm:t>
        <a:bodyPr/>
        <a:lstStyle/>
        <a:p>
          <a:endParaRPr lang="fr-CA"/>
        </a:p>
      </dgm:t>
    </dgm:pt>
    <dgm:pt modelId="{09014239-DABB-4244-993C-4B9885734537}" type="sibTrans" cxnId="{F3F017E9-E228-418B-BF74-FB35BBCFB9A6}">
      <dgm:prSet/>
      <dgm:spPr/>
      <dgm:t>
        <a:bodyPr/>
        <a:lstStyle/>
        <a:p>
          <a:endParaRPr lang="fr-CA"/>
        </a:p>
      </dgm:t>
    </dgm:pt>
    <dgm:pt modelId="{D5A81B6A-B302-4D00-9D9E-EB7D005F070A}">
      <dgm:prSet phldrT="[Texte]" custT="1"/>
      <dgm:spPr>
        <a:solidFill>
          <a:schemeClr val="accent1"/>
        </a:solidFill>
        <a:ln>
          <a:noFill/>
        </a:ln>
      </dgm:spPr>
      <dgm:t>
        <a:bodyPr/>
        <a:lstStyle/>
        <a:p>
          <a:r>
            <a:rPr lang="fr-CA" sz="1100" b="0">
              <a:solidFill>
                <a:schemeClr val="bg1"/>
              </a:solidFill>
              <a:latin typeface="Visby CF Medium" pitchFamily="50" charset="0"/>
            </a:rPr>
            <a:t>5 – L’utilisation des systèmes d’information : des requêtes simples et des enjeux de cybersécurité</a:t>
          </a:r>
          <a:endParaRPr lang="fr-CA" sz="1100" b="0" dirty="0">
            <a:solidFill>
              <a:schemeClr val="bg1"/>
            </a:solidFill>
            <a:latin typeface="Visby CF Medium" pitchFamily="50" charset="0"/>
          </a:endParaRPr>
        </a:p>
      </dgm:t>
    </dgm:pt>
    <dgm:pt modelId="{37B01D62-F882-432D-B2B7-DCA8A403C6ED}" type="parTrans" cxnId="{01C45015-D83D-499C-99EC-771F2A57CB2D}">
      <dgm:prSet/>
      <dgm:spPr/>
      <dgm:t>
        <a:bodyPr/>
        <a:lstStyle/>
        <a:p>
          <a:endParaRPr lang="fr-CA"/>
        </a:p>
      </dgm:t>
    </dgm:pt>
    <dgm:pt modelId="{2515C32E-B45F-44AD-8FC5-012A9A23FC26}" type="sibTrans" cxnId="{01C45015-D83D-499C-99EC-771F2A57CB2D}">
      <dgm:prSet/>
      <dgm:spPr/>
      <dgm:t>
        <a:bodyPr/>
        <a:lstStyle/>
        <a:p>
          <a:endParaRPr lang="fr-CA"/>
        </a:p>
      </dgm:t>
    </dgm:pt>
    <dgm:pt modelId="{D88F6FC3-7BDD-42F7-B19F-99B2BCCA3E92}">
      <dgm:prSet phldrT="[Texte]" custT="1"/>
      <dgm:spPr>
        <a:solidFill>
          <a:schemeClr val="accent3"/>
        </a:solidFill>
        <a:ln>
          <a:noFill/>
        </a:ln>
      </dgm:spPr>
      <dgm:t>
        <a:bodyPr/>
        <a:lstStyle/>
        <a:p>
          <a:r>
            <a:rPr lang="fr-CA" sz="1100" b="0">
              <a:latin typeface="Visby CF Medium" pitchFamily="50" charset="0"/>
            </a:rPr>
            <a:t>6 - Au cœur des systèmes d’information : des algorithmes et de l’intelligence artificielle</a:t>
          </a:r>
          <a:endParaRPr lang="fr-CA" sz="1100" b="0" dirty="0">
            <a:latin typeface="Visby CF Medium" pitchFamily="50" charset="0"/>
          </a:endParaRPr>
        </a:p>
      </dgm:t>
    </dgm:pt>
    <dgm:pt modelId="{5FC457B8-A9F4-41FB-A6D6-4BC02D5F4CCD}" type="parTrans" cxnId="{76232C6A-03B2-43A8-A8AD-40D747B4DE9B}">
      <dgm:prSet/>
      <dgm:spPr/>
      <dgm:t>
        <a:bodyPr/>
        <a:lstStyle/>
        <a:p>
          <a:endParaRPr lang="fr-CA"/>
        </a:p>
      </dgm:t>
    </dgm:pt>
    <dgm:pt modelId="{414DEF70-243E-4028-8153-477A4091A5FB}" type="sibTrans" cxnId="{76232C6A-03B2-43A8-A8AD-40D747B4DE9B}">
      <dgm:prSet/>
      <dgm:spPr/>
      <dgm:t>
        <a:bodyPr/>
        <a:lstStyle/>
        <a:p>
          <a:endParaRPr lang="fr-CA"/>
        </a:p>
      </dgm:t>
    </dgm:pt>
    <dgm:pt modelId="{4E26A5B3-C522-43B4-9AAA-2BC9BAA39234}">
      <dgm:prSet phldrT="[Texte]" custT="1"/>
      <dgm:spPr>
        <a:solidFill>
          <a:schemeClr val="accent6"/>
        </a:solidFill>
        <a:ln>
          <a:noFill/>
        </a:ln>
      </dgm:spPr>
      <dgm:t>
        <a:bodyPr/>
        <a:lstStyle/>
        <a:p>
          <a:r>
            <a:rPr lang="fr-CA" sz="1100" b="0" dirty="0">
              <a:latin typeface="Visby CF Medium" pitchFamily="50" charset="0"/>
            </a:rPr>
            <a:t>7 - Pour passer du concept au système matérialisé </a:t>
          </a:r>
          <a:r>
            <a:rPr lang="fr-CA" sz="1100" b="0">
              <a:latin typeface="Visby CF Medium" pitchFamily="50" charset="0"/>
            </a:rPr>
            <a:t>: des projets structurés</a:t>
          </a:r>
          <a:endParaRPr lang="fr-CA" sz="1100" b="0" dirty="0">
            <a:latin typeface="Visby CF Medium" pitchFamily="50" charset="0"/>
          </a:endParaRPr>
        </a:p>
      </dgm:t>
    </dgm:pt>
    <dgm:pt modelId="{00D0D682-2043-42C0-9E9F-91BE89916147}" type="parTrans" cxnId="{0310DE33-D7E8-402C-B78B-69DFD42C01EA}">
      <dgm:prSet/>
      <dgm:spPr/>
      <dgm:t>
        <a:bodyPr/>
        <a:lstStyle/>
        <a:p>
          <a:endParaRPr lang="fr-CA"/>
        </a:p>
      </dgm:t>
    </dgm:pt>
    <dgm:pt modelId="{1BEA1745-1A91-4B8A-AA4D-D270E3744A78}" type="sibTrans" cxnId="{0310DE33-D7E8-402C-B78B-69DFD42C01EA}">
      <dgm:prSet/>
      <dgm:spPr/>
      <dgm:t>
        <a:bodyPr/>
        <a:lstStyle/>
        <a:p>
          <a:endParaRPr lang="fr-CA"/>
        </a:p>
      </dgm:t>
    </dgm:pt>
    <dgm:pt modelId="{785ACB87-2795-42CB-A43A-743DD2227EA6}">
      <dgm:prSet phldrT="[Texte]" custT="1"/>
      <dgm:spPr>
        <a:solidFill>
          <a:schemeClr val="accent2"/>
        </a:solidFill>
        <a:ln>
          <a:noFill/>
        </a:ln>
      </dgm:spPr>
      <dgm:t>
        <a:bodyPr/>
        <a:lstStyle/>
        <a:p>
          <a:r>
            <a:rPr lang="fr-CA" sz="1100" b="0" dirty="0">
              <a:latin typeface="Visby CF Medium" pitchFamily="50" charset="0"/>
            </a:rPr>
            <a:t>8 - Des processus standardisés et des données intégrées : des progiciels de gestion intégrés</a:t>
          </a:r>
        </a:p>
      </dgm:t>
    </dgm:pt>
    <dgm:pt modelId="{F511A68B-3DCC-40A1-B8E9-6F7F3E83B551}" type="parTrans" cxnId="{CB26B09F-AA64-46A7-AF90-35335CDBD9D8}">
      <dgm:prSet/>
      <dgm:spPr/>
      <dgm:t>
        <a:bodyPr/>
        <a:lstStyle/>
        <a:p>
          <a:endParaRPr lang="fr-CA"/>
        </a:p>
      </dgm:t>
    </dgm:pt>
    <dgm:pt modelId="{7A30C6C8-EFEC-43E3-A457-BDA410C78405}" type="sibTrans" cxnId="{CB26B09F-AA64-46A7-AF90-35335CDBD9D8}">
      <dgm:prSet/>
      <dgm:spPr/>
      <dgm:t>
        <a:bodyPr/>
        <a:lstStyle/>
        <a:p>
          <a:endParaRPr lang="fr-CA"/>
        </a:p>
      </dgm:t>
    </dgm:pt>
    <dgm:pt modelId="{C83BDD41-8921-45D5-B42C-FA68B5FD02BF}">
      <dgm:prSet phldrT="[Texte]" custT="1"/>
      <dgm:spPr>
        <a:solidFill>
          <a:schemeClr val="accent4"/>
        </a:solidFill>
        <a:ln>
          <a:noFill/>
        </a:ln>
      </dgm:spPr>
      <dgm:t>
        <a:bodyPr/>
        <a:lstStyle/>
        <a:p>
          <a:r>
            <a:rPr lang="fr-CA" sz="1100" b="0" dirty="0">
              <a:latin typeface="Visby CF Medium" pitchFamily="50" charset="0"/>
            </a:rPr>
            <a:t>9 – La matière première des systèmes d’information : toujours plus de données</a:t>
          </a:r>
        </a:p>
      </dgm:t>
    </dgm:pt>
    <dgm:pt modelId="{D42DD6BB-91F3-4351-8469-B92EEC984110}" type="parTrans" cxnId="{0C41F0EE-A9EB-4F39-98A6-A945E357CB29}">
      <dgm:prSet/>
      <dgm:spPr/>
      <dgm:t>
        <a:bodyPr/>
        <a:lstStyle/>
        <a:p>
          <a:endParaRPr lang="fr-CA"/>
        </a:p>
      </dgm:t>
    </dgm:pt>
    <dgm:pt modelId="{8E21A9B9-3D3D-42EB-B472-2B0A75689488}" type="sibTrans" cxnId="{0C41F0EE-A9EB-4F39-98A6-A945E357CB29}">
      <dgm:prSet/>
      <dgm:spPr/>
      <dgm:t>
        <a:bodyPr/>
        <a:lstStyle/>
        <a:p>
          <a:endParaRPr lang="fr-CA"/>
        </a:p>
      </dgm:t>
    </dgm:pt>
    <dgm:pt modelId="{2EE85648-0BC9-4AA0-89FF-B575F12576B8}">
      <dgm:prSet phldrT="[Texte]" custT="1"/>
      <dgm:spPr>
        <a:solidFill>
          <a:srgbClr val="EB6FBD">
            <a:hueOff val="0"/>
            <a:satOff val="0"/>
            <a:lumOff val="0"/>
            <a:alphaOff val="0"/>
          </a:srgbClr>
        </a:solidFill>
        <a:ln w="12700" cap="flat" cmpd="sng" algn="ctr">
          <a:noFill/>
          <a:prstDash val="solid"/>
          <a:miter lim="800000"/>
        </a:ln>
        <a:effectLst/>
      </dgm:spPr>
      <dgm:t>
        <a:bodyPr spcFirstLastPara="0" vert="horz" wrap="square" lIns="276278" tIns="0" rIns="276278" bIns="0" numCol="1" spcCol="1270" anchor="ctr" anchorCtr="0"/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100" b="0" kern="1200" dirty="0">
              <a:solidFill>
                <a:prstClr val="white"/>
              </a:solidFill>
              <a:latin typeface="Visby CF Medium" pitchFamily="50" charset="0"/>
              <a:ea typeface="+mn-ea"/>
              <a:cs typeface="+mn-cs"/>
            </a:rPr>
            <a:t>11 - À l’avant scène des systèmes d’information : une expérience utilisateur réfléchie</a:t>
          </a:r>
          <a:endParaRPr lang="fr-CA" sz="1100" b="0" kern="1200" dirty="0">
            <a:solidFill>
              <a:schemeClr val="bg1"/>
            </a:solidFill>
            <a:latin typeface="Visby CF Medium" pitchFamily="50" charset="0"/>
            <a:ea typeface="+mn-ea"/>
            <a:cs typeface="+mn-cs"/>
          </a:endParaRPr>
        </a:p>
      </dgm:t>
    </dgm:pt>
    <dgm:pt modelId="{B36C580A-A389-45FC-B1BC-A40A8BB5F7A6}" type="parTrans" cxnId="{2B543A5A-AB47-4626-83F7-273EE9F70706}">
      <dgm:prSet/>
      <dgm:spPr/>
      <dgm:t>
        <a:bodyPr/>
        <a:lstStyle/>
        <a:p>
          <a:endParaRPr lang="fr-CA"/>
        </a:p>
      </dgm:t>
    </dgm:pt>
    <dgm:pt modelId="{D42B14E0-D5B9-4A29-9056-091A82A2D32B}" type="sibTrans" cxnId="{2B543A5A-AB47-4626-83F7-273EE9F70706}">
      <dgm:prSet/>
      <dgm:spPr/>
      <dgm:t>
        <a:bodyPr/>
        <a:lstStyle/>
        <a:p>
          <a:endParaRPr lang="fr-CA"/>
        </a:p>
      </dgm:t>
    </dgm:pt>
    <dgm:pt modelId="{09B1DCEF-6CCF-4E27-8F53-C9241CF7DE48}">
      <dgm:prSet phldrT="[Texte]" custT="1"/>
      <dgm:spPr>
        <a:solidFill>
          <a:schemeClr val="accent1"/>
        </a:solidFill>
        <a:ln w="12700" cap="flat" cmpd="sng" algn="ctr">
          <a:noFill/>
          <a:prstDash val="solid"/>
          <a:miter lim="800000"/>
        </a:ln>
        <a:effectLst/>
      </dgm:spPr>
      <dgm:t>
        <a:bodyPr spcFirstLastPara="0" vert="horz" wrap="square" lIns="276278" tIns="0" rIns="276278" bIns="0" numCol="1" spcCol="1270" anchor="ctr" anchorCtr="0"/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100" b="0" kern="1200">
              <a:solidFill>
                <a:schemeClr val="bg1"/>
              </a:solidFill>
              <a:latin typeface="Visby CF Medium" pitchFamily="50" charset="0"/>
            </a:rPr>
            <a:t>10 </a:t>
          </a:r>
          <a:r>
            <a:rPr lang="fr-CA" sz="1100" b="0" kern="1200" dirty="0">
              <a:solidFill>
                <a:schemeClr val="bg1"/>
              </a:solidFill>
              <a:latin typeface="Visby CF Medium" pitchFamily="50" charset="0"/>
            </a:rPr>
            <a:t>– L’utilisation des systèmes d’information : des requêtes complexes à l’aide de tableaux de bord</a:t>
          </a:r>
          <a:endParaRPr lang="fr-CA" sz="1100" b="0" kern="1200" dirty="0">
            <a:solidFill>
              <a:prstClr val="white"/>
            </a:solidFill>
            <a:latin typeface="Visby CF Medium" pitchFamily="50" charset="0"/>
            <a:ea typeface="+mn-ea"/>
            <a:cs typeface="+mn-cs"/>
          </a:endParaRPr>
        </a:p>
      </dgm:t>
    </dgm:pt>
    <dgm:pt modelId="{BFADC8F6-8864-4668-ABF2-3ADF8E87DEBB}" type="parTrans" cxnId="{64308A61-2A69-4BFB-862E-3E771C486BAB}">
      <dgm:prSet/>
      <dgm:spPr/>
      <dgm:t>
        <a:bodyPr/>
        <a:lstStyle/>
        <a:p>
          <a:endParaRPr lang="fr-CA"/>
        </a:p>
      </dgm:t>
    </dgm:pt>
    <dgm:pt modelId="{AAF95CA0-02D7-4B60-8BAD-C3D13F6C2847}" type="sibTrans" cxnId="{64308A61-2A69-4BFB-862E-3E771C486BAB}">
      <dgm:prSet/>
      <dgm:spPr/>
      <dgm:t>
        <a:bodyPr/>
        <a:lstStyle/>
        <a:p>
          <a:endParaRPr lang="fr-CA"/>
        </a:p>
      </dgm:t>
    </dgm:pt>
    <dgm:pt modelId="{6920EEEC-8D2C-4678-8B13-80F013410BDD}">
      <dgm:prSet phldrT="[Texte]" custT="1"/>
      <dgm:spPr>
        <a:solidFill>
          <a:schemeClr val="accent2"/>
        </a:solidFill>
        <a:ln>
          <a:noFill/>
        </a:ln>
      </dgm:spPr>
      <dgm:t>
        <a:bodyPr/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100" b="0" kern="1200" dirty="0">
              <a:solidFill>
                <a:schemeClr val="bg1"/>
              </a:solidFill>
              <a:latin typeface="Visby CF Medium" pitchFamily="50" charset="0"/>
              <a:ea typeface="+mn-ea"/>
              <a:cs typeface="+mn-cs"/>
            </a:rPr>
            <a:t>12 – Une solution complète : un tableau de bord pour soutenir l’utilisation d’un progiciel de gestion intégré</a:t>
          </a:r>
        </a:p>
      </dgm:t>
    </dgm:pt>
    <dgm:pt modelId="{6CC2C35A-C4F4-44B8-822F-58BA688B4E3F}" type="parTrans" cxnId="{A48E4EE6-1E33-4DDC-B917-7D1921C2DA37}">
      <dgm:prSet/>
      <dgm:spPr/>
      <dgm:t>
        <a:bodyPr/>
        <a:lstStyle/>
        <a:p>
          <a:endParaRPr lang="fr-CA"/>
        </a:p>
      </dgm:t>
    </dgm:pt>
    <dgm:pt modelId="{3E1BD0E5-6F34-480C-B732-F43B7DCD031B}" type="sibTrans" cxnId="{A48E4EE6-1E33-4DDC-B917-7D1921C2DA37}">
      <dgm:prSet/>
      <dgm:spPr/>
      <dgm:t>
        <a:bodyPr/>
        <a:lstStyle/>
        <a:p>
          <a:endParaRPr lang="fr-CA"/>
        </a:p>
      </dgm:t>
    </dgm:pt>
    <dgm:pt modelId="{0B780D78-199E-4300-A693-D6F97EF5F986}" type="pres">
      <dgm:prSet presAssocID="{74DCC87F-961E-4DF8-B92D-75C80AE4CE4F}" presName="linear" presStyleCnt="0">
        <dgm:presLayoutVars>
          <dgm:dir/>
          <dgm:animLvl val="lvl"/>
          <dgm:resizeHandles val="exact"/>
        </dgm:presLayoutVars>
      </dgm:prSet>
      <dgm:spPr/>
    </dgm:pt>
    <dgm:pt modelId="{AB711B2A-DB8A-4E78-8A51-7A006FB82405}" type="pres">
      <dgm:prSet presAssocID="{8A1DF76F-BB6E-479A-B791-12AA1D3E9567}" presName="parentLin" presStyleCnt="0"/>
      <dgm:spPr/>
    </dgm:pt>
    <dgm:pt modelId="{C1C73789-F552-4FF2-B95E-C69C025A1060}" type="pres">
      <dgm:prSet presAssocID="{8A1DF76F-BB6E-479A-B791-12AA1D3E9567}" presName="parentLeftMargin" presStyleLbl="node1" presStyleIdx="0" presStyleCnt="12"/>
      <dgm:spPr/>
    </dgm:pt>
    <dgm:pt modelId="{FC5595AD-741D-479C-94ED-B41127C2D30C}" type="pres">
      <dgm:prSet presAssocID="{8A1DF76F-BB6E-479A-B791-12AA1D3E9567}" presName="parentText" presStyleLbl="node1" presStyleIdx="0" presStyleCnt="12" custScaleX="114283">
        <dgm:presLayoutVars>
          <dgm:chMax val="0"/>
          <dgm:bulletEnabled val="1"/>
        </dgm:presLayoutVars>
      </dgm:prSet>
      <dgm:spPr/>
    </dgm:pt>
    <dgm:pt modelId="{5B43CB98-6094-4D72-AEC4-3B56AD698D0D}" type="pres">
      <dgm:prSet presAssocID="{8A1DF76F-BB6E-479A-B791-12AA1D3E9567}" presName="negativeSpace" presStyleCnt="0"/>
      <dgm:spPr/>
    </dgm:pt>
    <dgm:pt modelId="{C9227AC1-1BF1-4CB5-864D-1F1C35C267D4}" type="pres">
      <dgm:prSet presAssocID="{8A1DF76F-BB6E-479A-B791-12AA1D3E9567}" presName="childText" presStyleLbl="conFgAcc1" presStyleIdx="0" presStyleCnt="12">
        <dgm:presLayoutVars>
          <dgm:bulletEnabled val="1"/>
        </dgm:presLayoutVars>
      </dgm:prSet>
      <dgm:spPr>
        <a:ln w="12700">
          <a:solidFill>
            <a:schemeClr val="tx2">
              <a:lumMod val="10000"/>
              <a:lumOff val="90000"/>
            </a:schemeClr>
          </a:solidFill>
        </a:ln>
      </dgm:spPr>
    </dgm:pt>
    <dgm:pt modelId="{76379CA2-9CD9-4B68-BA3F-BB94A437B20B}" type="pres">
      <dgm:prSet presAssocID="{5C5137A3-B785-40FB-99CC-E60534FB182F}" presName="spaceBetweenRectangles" presStyleCnt="0"/>
      <dgm:spPr/>
    </dgm:pt>
    <dgm:pt modelId="{047E0C47-3DB2-431F-A4C8-4CD363D3B823}" type="pres">
      <dgm:prSet presAssocID="{10708408-6D36-4B7D-BEBF-A590AC2B2C93}" presName="parentLin" presStyleCnt="0"/>
      <dgm:spPr/>
    </dgm:pt>
    <dgm:pt modelId="{78B90B25-6254-4BB0-B462-8B502E1DD088}" type="pres">
      <dgm:prSet presAssocID="{10708408-6D36-4B7D-BEBF-A590AC2B2C93}" presName="parentLeftMargin" presStyleLbl="node1" presStyleIdx="0" presStyleCnt="12"/>
      <dgm:spPr/>
    </dgm:pt>
    <dgm:pt modelId="{D5FBFB3E-AF30-4644-971E-72A9D5B69B7E}" type="pres">
      <dgm:prSet presAssocID="{10708408-6D36-4B7D-BEBF-A590AC2B2C93}" presName="parentText" presStyleLbl="node1" presStyleIdx="1" presStyleCnt="12" custScaleX="114283">
        <dgm:presLayoutVars>
          <dgm:chMax val="0"/>
          <dgm:bulletEnabled val="1"/>
        </dgm:presLayoutVars>
      </dgm:prSet>
      <dgm:spPr/>
    </dgm:pt>
    <dgm:pt modelId="{86CF052E-923F-4227-ABF0-95C2FF075F55}" type="pres">
      <dgm:prSet presAssocID="{10708408-6D36-4B7D-BEBF-A590AC2B2C93}" presName="negativeSpace" presStyleCnt="0"/>
      <dgm:spPr/>
    </dgm:pt>
    <dgm:pt modelId="{4B705F14-EF6E-47A1-83AC-F9A4EA9DCD99}" type="pres">
      <dgm:prSet presAssocID="{10708408-6D36-4B7D-BEBF-A590AC2B2C93}" presName="childText" presStyleLbl="conFgAcc1" presStyleIdx="1" presStyleCnt="12">
        <dgm:presLayoutVars>
          <dgm:bulletEnabled val="1"/>
        </dgm:presLayoutVars>
      </dgm:prSet>
      <dgm:spPr>
        <a:ln w="12700">
          <a:solidFill>
            <a:schemeClr val="accent3">
              <a:lumMod val="20000"/>
              <a:lumOff val="80000"/>
            </a:schemeClr>
          </a:solidFill>
        </a:ln>
      </dgm:spPr>
    </dgm:pt>
    <dgm:pt modelId="{64D9A99A-B3BE-4D6A-B34A-A753C38956F0}" type="pres">
      <dgm:prSet presAssocID="{9BF9C8D2-D621-4D98-B87C-BF558387DF06}" presName="spaceBetweenRectangles" presStyleCnt="0"/>
      <dgm:spPr/>
    </dgm:pt>
    <dgm:pt modelId="{84921B4F-9AA1-4618-97E3-FC85366EB2A0}" type="pres">
      <dgm:prSet presAssocID="{354638AD-F668-46FD-B66B-13F8AF7906FB}" presName="parentLin" presStyleCnt="0"/>
      <dgm:spPr/>
    </dgm:pt>
    <dgm:pt modelId="{0949B521-3F4C-422C-A2EC-7F0FDC407213}" type="pres">
      <dgm:prSet presAssocID="{354638AD-F668-46FD-B66B-13F8AF7906FB}" presName="parentLeftMargin" presStyleLbl="node1" presStyleIdx="1" presStyleCnt="12"/>
      <dgm:spPr/>
    </dgm:pt>
    <dgm:pt modelId="{4E0EC255-89F1-4ECD-8CEB-A36054D0B55B}" type="pres">
      <dgm:prSet presAssocID="{354638AD-F668-46FD-B66B-13F8AF7906FB}" presName="parentText" presStyleLbl="node1" presStyleIdx="2" presStyleCnt="12" custScaleX="114283">
        <dgm:presLayoutVars>
          <dgm:chMax val="0"/>
          <dgm:bulletEnabled val="1"/>
        </dgm:presLayoutVars>
      </dgm:prSet>
      <dgm:spPr/>
    </dgm:pt>
    <dgm:pt modelId="{2D8EB3B2-C86A-4D2D-ABC7-680390DCF5E0}" type="pres">
      <dgm:prSet presAssocID="{354638AD-F668-46FD-B66B-13F8AF7906FB}" presName="negativeSpace" presStyleCnt="0"/>
      <dgm:spPr/>
    </dgm:pt>
    <dgm:pt modelId="{0893C5BF-2D1A-475E-9A5B-CF95378A190A}" type="pres">
      <dgm:prSet presAssocID="{354638AD-F668-46FD-B66B-13F8AF7906FB}" presName="childText" presStyleLbl="conFgAcc1" presStyleIdx="2" presStyleCnt="12">
        <dgm:presLayoutVars>
          <dgm:bulletEnabled val="1"/>
        </dgm:presLayoutVars>
      </dgm:prSet>
      <dgm:spPr>
        <a:ln w="38100">
          <a:solidFill>
            <a:schemeClr val="accent4"/>
          </a:solidFill>
        </a:ln>
      </dgm:spPr>
    </dgm:pt>
    <dgm:pt modelId="{2F6A9ABE-AE6B-4CC3-9355-62F4AC9DDBAF}" type="pres">
      <dgm:prSet presAssocID="{3E98947C-1BAF-4823-A024-236E0B217241}" presName="spaceBetweenRectangles" presStyleCnt="0"/>
      <dgm:spPr/>
    </dgm:pt>
    <dgm:pt modelId="{D8C37164-49F5-48D3-9F3A-364CBCB7E616}" type="pres">
      <dgm:prSet presAssocID="{5F77CF9E-BCFD-4325-8E43-7AC3589B6B7E}" presName="parentLin" presStyleCnt="0"/>
      <dgm:spPr/>
    </dgm:pt>
    <dgm:pt modelId="{11928AEB-E32B-4689-A238-C18B7111190E}" type="pres">
      <dgm:prSet presAssocID="{5F77CF9E-BCFD-4325-8E43-7AC3589B6B7E}" presName="parentLeftMargin" presStyleLbl="node1" presStyleIdx="2" presStyleCnt="12"/>
      <dgm:spPr/>
    </dgm:pt>
    <dgm:pt modelId="{2690095D-C682-4C4A-BD20-A8FC25F1AE82}" type="pres">
      <dgm:prSet presAssocID="{5F77CF9E-BCFD-4325-8E43-7AC3589B6B7E}" presName="parentText" presStyleLbl="node1" presStyleIdx="3" presStyleCnt="12" custScaleX="114283">
        <dgm:presLayoutVars>
          <dgm:chMax val="0"/>
          <dgm:bulletEnabled val="1"/>
        </dgm:presLayoutVars>
      </dgm:prSet>
      <dgm:spPr/>
    </dgm:pt>
    <dgm:pt modelId="{2F81A02B-4240-46B4-8A69-235672922F6A}" type="pres">
      <dgm:prSet presAssocID="{5F77CF9E-BCFD-4325-8E43-7AC3589B6B7E}" presName="negativeSpace" presStyleCnt="0"/>
      <dgm:spPr/>
    </dgm:pt>
    <dgm:pt modelId="{BA0A9E78-6452-4B8A-AE51-6D689E339484}" type="pres">
      <dgm:prSet presAssocID="{5F77CF9E-BCFD-4325-8E43-7AC3589B6B7E}" presName="childText" presStyleLbl="conFgAcc1" presStyleIdx="3" presStyleCnt="12">
        <dgm:presLayoutVars>
          <dgm:bulletEnabled val="1"/>
        </dgm:presLayoutVars>
      </dgm:prSet>
      <dgm:spPr>
        <a:ln w="12700">
          <a:solidFill>
            <a:schemeClr val="accent5"/>
          </a:solidFill>
        </a:ln>
      </dgm:spPr>
    </dgm:pt>
    <dgm:pt modelId="{AA21A30D-C12B-4264-A542-9601FE254C5D}" type="pres">
      <dgm:prSet presAssocID="{09014239-DABB-4244-993C-4B9885734537}" presName="spaceBetweenRectangles" presStyleCnt="0"/>
      <dgm:spPr/>
    </dgm:pt>
    <dgm:pt modelId="{6686CB89-8EEC-4F53-BF0D-BA644582D393}" type="pres">
      <dgm:prSet presAssocID="{D5A81B6A-B302-4D00-9D9E-EB7D005F070A}" presName="parentLin" presStyleCnt="0"/>
      <dgm:spPr/>
    </dgm:pt>
    <dgm:pt modelId="{B3B02199-AC2A-4F0B-A4CD-FDDC33232A60}" type="pres">
      <dgm:prSet presAssocID="{D5A81B6A-B302-4D00-9D9E-EB7D005F070A}" presName="parentLeftMargin" presStyleLbl="node1" presStyleIdx="3" presStyleCnt="12"/>
      <dgm:spPr/>
    </dgm:pt>
    <dgm:pt modelId="{A08B0E8E-8C7F-4255-A3F8-34FAAC135F61}" type="pres">
      <dgm:prSet presAssocID="{D5A81B6A-B302-4D00-9D9E-EB7D005F070A}" presName="parentText" presStyleLbl="node1" presStyleIdx="4" presStyleCnt="12" custScaleX="114283">
        <dgm:presLayoutVars>
          <dgm:chMax val="0"/>
          <dgm:bulletEnabled val="1"/>
        </dgm:presLayoutVars>
      </dgm:prSet>
      <dgm:spPr/>
    </dgm:pt>
    <dgm:pt modelId="{7973F4F7-49DE-4E60-AEFF-6F126D957018}" type="pres">
      <dgm:prSet presAssocID="{D5A81B6A-B302-4D00-9D9E-EB7D005F070A}" presName="negativeSpace" presStyleCnt="0"/>
      <dgm:spPr/>
    </dgm:pt>
    <dgm:pt modelId="{D524D4B0-4F47-4D31-8A61-14197528B68A}" type="pres">
      <dgm:prSet presAssocID="{D5A81B6A-B302-4D00-9D9E-EB7D005F070A}" presName="childText" presStyleLbl="conFgAcc1" presStyleIdx="4" presStyleCnt="12">
        <dgm:presLayoutVars>
          <dgm:bulletEnabled val="1"/>
        </dgm:presLayoutVars>
      </dgm:prSet>
      <dgm:spPr>
        <a:ln w="12700">
          <a:solidFill>
            <a:schemeClr val="accent1"/>
          </a:solidFill>
        </a:ln>
      </dgm:spPr>
    </dgm:pt>
    <dgm:pt modelId="{8C4392E4-1661-4A3E-8965-BE4D2933256A}" type="pres">
      <dgm:prSet presAssocID="{2515C32E-B45F-44AD-8FC5-012A9A23FC26}" presName="spaceBetweenRectangles" presStyleCnt="0"/>
      <dgm:spPr/>
    </dgm:pt>
    <dgm:pt modelId="{12CACB77-AB8B-4B26-856E-F96DE5F76361}" type="pres">
      <dgm:prSet presAssocID="{D88F6FC3-7BDD-42F7-B19F-99B2BCCA3E92}" presName="parentLin" presStyleCnt="0"/>
      <dgm:spPr/>
    </dgm:pt>
    <dgm:pt modelId="{33274E35-8751-45BB-88C7-053174B419F5}" type="pres">
      <dgm:prSet presAssocID="{D88F6FC3-7BDD-42F7-B19F-99B2BCCA3E92}" presName="parentLeftMargin" presStyleLbl="node1" presStyleIdx="4" presStyleCnt="12"/>
      <dgm:spPr/>
    </dgm:pt>
    <dgm:pt modelId="{A9CC9630-0510-47D5-B845-7B11EF8C8726}" type="pres">
      <dgm:prSet presAssocID="{D88F6FC3-7BDD-42F7-B19F-99B2BCCA3E92}" presName="parentText" presStyleLbl="node1" presStyleIdx="5" presStyleCnt="12" custScaleX="114283">
        <dgm:presLayoutVars>
          <dgm:chMax val="0"/>
          <dgm:bulletEnabled val="1"/>
        </dgm:presLayoutVars>
      </dgm:prSet>
      <dgm:spPr/>
    </dgm:pt>
    <dgm:pt modelId="{9CABAB8E-DB53-4E78-88F7-D9EA5BD787D8}" type="pres">
      <dgm:prSet presAssocID="{D88F6FC3-7BDD-42F7-B19F-99B2BCCA3E92}" presName="negativeSpace" presStyleCnt="0"/>
      <dgm:spPr/>
    </dgm:pt>
    <dgm:pt modelId="{6B5F2D5C-5996-49E2-9ECD-B986D8E044FB}" type="pres">
      <dgm:prSet presAssocID="{D88F6FC3-7BDD-42F7-B19F-99B2BCCA3E92}" presName="childText" presStyleLbl="conFgAcc1" presStyleIdx="5" presStyleCnt="12">
        <dgm:presLayoutVars>
          <dgm:bulletEnabled val="1"/>
        </dgm:presLayoutVars>
      </dgm:prSet>
      <dgm:spPr>
        <a:ln w="12700">
          <a:solidFill>
            <a:schemeClr val="accent3"/>
          </a:solidFill>
        </a:ln>
      </dgm:spPr>
    </dgm:pt>
    <dgm:pt modelId="{A2D80F7B-59FB-421B-A04B-377A227DC3AC}" type="pres">
      <dgm:prSet presAssocID="{414DEF70-243E-4028-8153-477A4091A5FB}" presName="spaceBetweenRectangles" presStyleCnt="0"/>
      <dgm:spPr/>
    </dgm:pt>
    <dgm:pt modelId="{90A94F11-7CA8-4ED1-8CAE-FE7B1FE44954}" type="pres">
      <dgm:prSet presAssocID="{4E26A5B3-C522-43B4-9AAA-2BC9BAA39234}" presName="parentLin" presStyleCnt="0"/>
      <dgm:spPr/>
    </dgm:pt>
    <dgm:pt modelId="{74BEE3E3-6965-4F4B-9525-1FB38C5FE925}" type="pres">
      <dgm:prSet presAssocID="{4E26A5B3-C522-43B4-9AAA-2BC9BAA39234}" presName="parentLeftMargin" presStyleLbl="node1" presStyleIdx="5" presStyleCnt="12"/>
      <dgm:spPr/>
    </dgm:pt>
    <dgm:pt modelId="{2E6479BD-17C2-4B62-9598-1A179A816511}" type="pres">
      <dgm:prSet presAssocID="{4E26A5B3-C522-43B4-9AAA-2BC9BAA39234}" presName="parentText" presStyleLbl="node1" presStyleIdx="6" presStyleCnt="12" custScaleX="114283">
        <dgm:presLayoutVars>
          <dgm:chMax val="0"/>
          <dgm:bulletEnabled val="1"/>
        </dgm:presLayoutVars>
      </dgm:prSet>
      <dgm:spPr/>
    </dgm:pt>
    <dgm:pt modelId="{8E6892FB-1175-4A61-9E12-AFDA53ACE2C7}" type="pres">
      <dgm:prSet presAssocID="{4E26A5B3-C522-43B4-9AAA-2BC9BAA39234}" presName="negativeSpace" presStyleCnt="0"/>
      <dgm:spPr/>
    </dgm:pt>
    <dgm:pt modelId="{B767CEFF-DB6B-4AE7-8BAC-740813957E5C}" type="pres">
      <dgm:prSet presAssocID="{4E26A5B3-C522-43B4-9AAA-2BC9BAA39234}" presName="childText" presStyleLbl="conFgAcc1" presStyleIdx="6" presStyleCnt="12">
        <dgm:presLayoutVars>
          <dgm:bulletEnabled val="1"/>
        </dgm:presLayoutVars>
      </dgm:prSet>
      <dgm:spPr>
        <a:ln w="12700">
          <a:solidFill>
            <a:schemeClr val="accent6"/>
          </a:solidFill>
        </a:ln>
      </dgm:spPr>
    </dgm:pt>
    <dgm:pt modelId="{0142F35C-9F1F-49DD-A2C1-323D45E8804C}" type="pres">
      <dgm:prSet presAssocID="{1BEA1745-1A91-4B8A-AA4D-D270E3744A78}" presName="spaceBetweenRectangles" presStyleCnt="0"/>
      <dgm:spPr/>
    </dgm:pt>
    <dgm:pt modelId="{06354F8E-18CC-480F-9E44-519978943993}" type="pres">
      <dgm:prSet presAssocID="{785ACB87-2795-42CB-A43A-743DD2227EA6}" presName="parentLin" presStyleCnt="0"/>
      <dgm:spPr/>
    </dgm:pt>
    <dgm:pt modelId="{827C1C72-3CAA-4D03-920E-89A9E556E12D}" type="pres">
      <dgm:prSet presAssocID="{785ACB87-2795-42CB-A43A-743DD2227EA6}" presName="parentLeftMargin" presStyleLbl="node1" presStyleIdx="6" presStyleCnt="12"/>
      <dgm:spPr/>
    </dgm:pt>
    <dgm:pt modelId="{527F5BA3-371D-4AE0-B87A-668DCEE6A1CA}" type="pres">
      <dgm:prSet presAssocID="{785ACB87-2795-42CB-A43A-743DD2227EA6}" presName="parentText" presStyleLbl="node1" presStyleIdx="7" presStyleCnt="12" custScaleX="114283" custLinFactX="6009" custLinFactNeighborX="100000">
        <dgm:presLayoutVars>
          <dgm:chMax val="0"/>
          <dgm:bulletEnabled val="1"/>
        </dgm:presLayoutVars>
      </dgm:prSet>
      <dgm:spPr/>
    </dgm:pt>
    <dgm:pt modelId="{66E2C8D4-A5E1-44BF-A380-25A010595765}" type="pres">
      <dgm:prSet presAssocID="{785ACB87-2795-42CB-A43A-743DD2227EA6}" presName="negativeSpace" presStyleCnt="0"/>
      <dgm:spPr/>
    </dgm:pt>
    <dgm:pt modelId="{618D87AA-43A7-4801-AF8D-665093B79FC2}" type="pres">
      <dgm:prSet presAssocID="{785ACB87-2795-42CB-A43A-743DD2227EA6}" presName="childText" presStyleLbl="conFgAcc1" presStyleIdx="7" presStyleCnt="12">
        <dgm:presLayoutVars>
          <dgm:bulletEnabled val="1"/>
        </dgm:presLayoutVars>
      </dgm:prSet>
      <dgm:spPr>
        <a:ln w="12700">
          <a:solidFill>
            <a:schemeClr val="accent2"/>
          </a:solidFill>
        </a:ln>
      </dgm:spPr>
    </dgm:pt>
    <dgm:pt modelId="{3CC66BF5-743F-4F5A-ACA4-39198CD8BF75}" type="pres">
      <dgm:prSet presAssocID="{7A30C6C8-EFEC-43E3-A457-BDA410C78405}" presName="spaceBetweenRectangles" presStyleCnt="0"/>
      <dgm:spPr/>
    </dgm:pt>
    <dgm:pt modelId="{65278A73-4950-46F5-BFFF-3808B94E5A68}" type="pres">
      <dgm:prSet presAssocID="{C83BDD41-8921-45D5-B42C-FA68B5FD02BF}" presName="parentLin" presStyleCnt="0"/>
      <dgm:spPr/>
    </dgm:pt>
    <dgm:pt modelId="{5B1CD7BF-057B-40C6-95E4-0CA5CF8E263B}" type="pres">
      <dgm:prSet presAssocID="{C83BDD41-8921-45D5-B42C-FA68B5FD02BF}" presName="parentLeftMargin" presStyleLbl="node1" presStyleIdx="7" presStyleCnt="12"/>
      <dgm:spPr/>
    </dgm:pt>
    <dgm:pt modelId="{EAB68C95-726F-4985-BDFC-96AE74956DB2}" type="pres">
      <dgm:prSet presAssocID="{C83BDD41-8921-45D5-B42C-FA68B5FD02BF}" presName="parentText" presStyleLbl="node1" presStyleIdx="8" presStyleCnt="12" custScaleX="114283" custLinFactX="6009" custLinFactNeighborX="100000">
        <dgm:presLayoutVars>
          <dgm:chMax val="0"/>
          <dgm:bulletEnabled val="1"/>
        </dgm:presLayoutVars>
      </dgm:prSet>
      <dgm:spPr/>
    </dgm:pt>
    <dgm:pt modelId="{AA1F27E5-B285-48F1-B677-553153BD46C1}" type="pres">
      <dgm:prSet presAssocID="{C83BDD41-8921-45D5-B42C-FA68B5FD02BF}" presName="negativeSpace" presStyleCnt="0"/>
      <dgm:spPr/>
    </dgm:pt>
    <dgm:pt modelId="{AEAED330-3F0C-4930-826B-6E673746044E}" type="pres">
      <dgm:prSet presAssocID="{C83BDD41-8921-45D5-B42C-FA68B5FD02BF}" presName="childText" presStyleLbl="conFgAcc1" presStyleIdx="8" presStyleCnt="12">
        <dgm:presLayoutVars>
          <dgm:bulletEnabled val="1"/>
        </dgm:presLayoutVars>
      </dgm:prSet>
      <dgm:spPr>
        <a:ln w="12700">
          <a:solidFill>
            <a:schemeClr val="accent4"/>
          </a:solidFill>
        </a:ln>
      </dgm:spPr>
    </dgm:pt>
    <dgm:pt modelId="{06A1786F-0367-44E6-8266-FDEAFA391FC0}" type="pres">
      <dgm:prSet presAssocID="{8E21A9B9-3D3D-42EB-B472-2B0A75689488}" presName="spaceBetweenRectangles" presStyleCnt="0"/>
      <dgm:spPr/>
    </dgm:pt>
    <dgm:pt modelId="{7F884000-6D93-465F-A85C-FAF112612AAC}" type="pres">
      <dgm:prSet presAssocID="{09B1DCEF-6CCF-4E27-8F53-C9241CF7DE48}" presName="parentLin" presStyleCnt="0"/>
      <dgm:spPr/>
    </dgm:pt>
    <dgm:pt modelId="{44E4CD8E-9E25-4D22-8CB4-00A3E6601428}" type="pres">
      <dgm:prSet presAssocID="{09B1DCEF-6CCF-4E27-8F53-C9241CF7DE48}" presName="parentLeftMargin" presStyleLbl="node1" presStyleIdx="8" presStyleCnt="12"/>
      <dgm:spPr/>
    </dgm:pt>
    <dgm:pt modelId="{0A427700-7D58-459E-9B8B-B9175C296A48}" type="pres">
      <dgm:prSet presAssocID="{09B1DCEF-6CCF-4E27-8F53-C9241CF7DE48}" presName="parentText" presStyleLbl="node1" presStyleIdx="9" presStyleCnt="12" custScaleX="114283" custLinFactX="6009" custLinFactNeighborX="100000">
        <dgm:presLayoutVars>
          <dgm:chMax val="0"/>
          <dgm:bulletEnabled val="1"/>
        </dgm:presLayoutVars>
      </dgm:prSet>
      <dgm:spPr>
        <a:xfrm>
          <a:off x="1483422" y="4652492"/>
          <a:ext cx="8353405" cy="324720"/>
        </a:xfrm>
        <a:prstGeom prst="roundRect">
          <a:avLst/>
        </a:prstGeom>
      </dgm:spPr>
    </dgm:pt>
    <dgm:pt modelId="{F6E47545-EA14-4B16-B900-5F0A196F8194}" type="pres">
      <dgm:prSet presAssocID="{09B1DCEF-6CCF-4E27-8F53-C9241CF7DE48}" presName="negativeSpace" presStyleCnt="0"/>
      <dgm:spPr/>
    </dgm:pt>
    <dgm:pt modelId="{FDEC5003-E064-4B42-B2CB-36DA6448A6B3}" type="pres">
      <dgm:prSet presAssocID="{09B1DCEF-6CCF-4E27-8F53-C9241CF7DE48}" presName="childText" presStyleLbl="conFgAcc1" presStyleIdx="9" presStyleCnt="12">
        <dgm:presLayoutVars>
          <dgm:bulletEnabled val="1"/>
        </dgm:presLayoutVars>
      </dgm:prSet>
      <dgm:spPr>
        <a:ln w="12700">
          <a:solidFill>
            <a:schemeClr val="accent1"/>
          </a:solidFill>
        </a:ln>
      </dgm:spPr>
    </dgm:pt>
    <dgm:pt modelId="{96FF8E25-9CCE-49A2-84E2-B51CC6D3A7D2}" type="pres">
      <dgm:prSet presAssocID="{AAF95CA0-02D7-4B60-8BAD-C3D13F6C2847}" presName="spaceBetweenRectangles" presStyleCnt="0"/>
      <dgm:spPr/>
    </dgm:pt>
    <dgm:pt modelId="{3FA9F286-8656-4505-AA4F-00630DEE4D3B}" type="pres">
      <dgm:prSet presAssocID="{2EE85648-0BC9-4AA0-89FF-B575F12576B8}" presName="parentLin" presStyleCnt="0"/>
      <dgm:spPr/>
    </dgm:pt>
    <dgm:pt modelId="{EAE2C596-F46E-415D-9FB8-D0EA3E813BF3}" type="pres">
      <dgm:prSet presAssocID="{2EE85648-0BC9-4AA0-89FF-B575F12576B8}" presName="parentLeftMargin" presStyleLbl="node1" presStyleIdx="9" presStyleCnt="12"/>
      <dgm:spPr/>
    </dgm:pt>
    <dgm:pt modelId="{FA30E27F-5C4F-48D2-835C-4875060C454B}" type="pres">
      <dgm:prSet presAssocID="{2EE85648-0BC9-4AA0-89FF-B575F12576B8}" presName="parentText" presStyleLbl="node1" presStyleIdx="10" presStyleCnt="12" custScaleX="114283" custLinFactX="6009" custLinFactNeighborX="100000">
        <dgm:presLayoutVars>
          <dgm:chMax val="0"/>
          <dgm:bulletEnabled val="1"/>
        </dgm:presLayoutVars>
      </dgm:prSet>
      <dgm:spPr>
        <a:xfrm>
          <a:off x="1483422" y="5151452"/>
          <a:ext cx="8353405" cy="324720"/>
        </a:xfrm>
        <a:prstGeom prst="roundRect">
          <a:avLst/>
        </a:prstGeom>
      </dgm:spPr>
    </dgm:pt>
    <dgm:pt modelId="{C082A8F9-6046-47C1-B8D4-728ACD0D5F6B}" type="pres">
      <dgm:prSet presAssocID="{2EE85648-0BC9-4AA0-89FF-B575F12576B8}" presName="negativeSpace" presStyleCnt="0"/>
      <dgm:spPr/>
    </dgm:pt>
    <dgm:pt modelId="{7670992B-5481-4BDB-8246-511B6FFC5E72}" type="pres">
      <dgm:prSet presAssocID="{2EE85648-0BC9-4AA0-89FF-B575F12576B8}" presName="childText" presStyleLbl="conFgAcc1" presStyleIdx="10" presStyleCnt="12">
        <dgm:presLayoutVars>
          <dgm:bulletEnabled val="1"/>
        </dgm:presLayoutVars>
      </dgm:prSet>
      <dgm:spPr>
        <a:ln w="12700">
          <a:solidFill>
            <a:schemeClr val="accent5"/>
          </a:solidFill>
        </a:ln>
      </dgm:spPr>
    </dgm:pt>
    <dgm:pt modelId="{F6E50838-DEB5-4EC7-986B-EDC14F096219}" type="pres">
      <dgm:prSet presAssocID="{D42B14E0-D5B9-4A29-9056-091A82A2D32B}" presName="spaceBetweenRectangles" presStyleCnt="0"/>
      <dgm:spPr/>
    </dgm:pt>
    <dgm:pt modelId="{C61250EB-FA0F-4C8E-9F5D-C1FDEF87F6D3}" type="pres">
      <dgm:prSet presAssocID="{6920EEEC-8D2C-4678-8B13-80F013410BDD}" presName="parentLin" presStyleCnt="0"/>
      <dgm:spPr/>
    </dgm:pt>
    <dgm:pt modelId="{227FD569-7C22-4BC0-8CCF-54D834AF3383}" type="pres">
      <dgm:prSet presAssocID="{6920EEEC-8D2C-4678-8B13-80F013410BDD}" presName="parentLeftMargin" presStyleLbl="node1" presStyleIdx="10" presStyleCnt="12"/>
      <dgm:spPr/>
    </dgm:pt>
    <dgm:pt modelId="{7D55F781-07F4-4C31-A2E4-EAA06630527E}" type="pres">
      <dgm:prSet presAssocID="{6920EEEC-8D2C-4678-8B13-80F013410BDD}" presName="parentText" presStyleLbl="node1" presStyleIdx="11" presStyleCnt="12" custScaleX="114264" custLinFactX="5942" custLinFactNeighborX="100000" custLinFactNeighborY="6279">
        <dgm:presLayoutVars>
          <dgm:chMax val="0"/>
          <dgm:bulletEnabled val="1"/>
        </dgm:presLayoutVars>
      </dgm:prSet>
      <dgm:spPr/>
    </dgm:pt>
    <dgm:pt modelId="{F88554E0-BDDB-4FBD-A1A9-9D6EE00A8CD0}" type="pres">
      <dgm:prSet presAssocID="{6920EEEC-8D2C-4678-8B13-80F013410BDD}" presName="negativeSpace" presStyleCnt="0"/>
      <dgm:spPr/>
    </dgm:pt>
    <dgm:pt modelId="{3DD60EED-76E8-483E-8D2A-8589B7533F55}" type="pres">
      <dgm:prSet presAssocID="{6920EEEC-8D2C-4678-8B13-80F013410BDD}" presName="childText" presStyleLbl="conFgAcc1" presStyleIdx="11" presStyleCnt="12">
        <dgm:presLayoutVars>
          <dgm:bulletEnabled val="1"/>
        </dgm:presLayoutVars>
      </dgm:prSet>
      <dgm:spPr>
        <a:ln w="12700">
          <a:solidFill>
            <a:schemeClr val="accent2"/>
          </a:solidFill>
        </a:ln>
      </dgm:spPr>
    </dgm:pt>
  </dgm:ptLst>
  <dgm:cxnLst>
    <dgm:cxn modelId="{2575F00D-62B6-41ED-B9B2-391E73DD7A81}" type="presOf" srcId="{D88F6FC3-7BDD-42F7-B19F-99B2BCCA3E92}" destId="{A9CC9630-0510-47D5-B845-7B11EF8C8726}" srcOrd="1" destOrd="0" presId="urn:microsoft.com/office/officeart/2005/8/layout/list1"/>
    <dgm:cxn modelId="{C7E2C30F-4A5D-4F19-91A4-D692C14D85AF}" type="presOf" srcId="{D88F6FC3-7BDD-42F7-B19F-99B2BCCA3E92}" destId="{33274E35-8751-45BB-88C7-053174B419F5}" srcOrd="0" destOrd="0" presId="urn:microsoft.com/office/officeart/2005/8/layout/list1"/>
    <dgm:cxn modelId="{01C45015-D83D-499C-99EC-771F2A57CB2D}" srcId="{74DCC87F-961E-4DF8-B92D-75C80AE4CE4F}" destId="{D5A81B6A-B302-4D00-9D9E-EB7D005F070A}" srcOrd="4" destOrd="0" parTransId="{37B01D62-F882-432D-B2B7-DCA8A403C6ED}" sibTransId="{2515C32E-B45F-44AD-8FC5-012A9A23FC26}"/>
    <dgm:cxn modelId="{9B18F61D-CF74-4131-A1F4-2F91F6E40EE5}" srcId="{74DCC87F-961E-4DF8-B92D-75C80AE4CE4F}" destId="{10708408-6D36-4B7D-BEBF-A590AC2B2C93}" srcOrd="1" destOrd="0" parTransId="{8D2B13C8-5A34-47CA-85F8-9805230B2A3D}" sibTransId="{9BF9C8D2-D621-4D98-B87C-BF558387DF06}"/>
    <dgm:cxn modelId="{F6CFD425-31F9-4822-94D5-D1399F625D31}" srcId="{74DCC87F-961E-4DF8-B92D-75C80AE4CE4F}" destId="{8A1DF76F-BB6E-479A-B791-12AA1D3E9567}" srcOrd="0" destOrd="0" parTransId="{80126F50-3606-41B3-BAE8-E1F8859AAE70}" sibTransId="{5C5137A3-B785-40FB-99CC-E60534FB182F}"/>
    <dgm:cxn modelId="{0310DE33-D7E8-402C-B78B-69DFD42C01EA}" srcId="{74DCC87F-961E-4DF8-B92D-75C80AE4CE4F}" destId="{4E26A5B3-C522-43B4-9AAA-2BC9BAA39234}" srcOrd="6" destOrd="0" parTransId="{00D0D682-2043-42C0-9E9F-91BE89916147}" sibTransId="{1BEA1745-1A91-4B8A-AA4D-D270E3744A78}"/>
    <dgm:cxn modelId="{BD253C3E-90DE-4EA9-8A9C-3C0089E3F19F}" type="presOf" srcId="{4E26A5B3-C522-43B4-9AAA-2BC9BAA39234}" destId="{74BEE3E3-6965-4F4B-9525-1FB38C5FE925}" srcOrd="0" destOrd="0" presId="urn:microsoft.com/office/officeart/2005/8/layout/list1"/>
    <dgm:cxn modelId="{6F9C345F-FBCE-478B-8159-2E6DCE7BAF6D}" type="presOf" srcId="{785ACB87-2795-42CB-A43A-743DD2227EA6}" destId="{527F5BA3-371D-4AE0-B87A-668DCEE6A1CA}" srcOrd="1" destOrd="0" presId="urn:microsoft.com/office/officeart/2005/8/layout/list1"/>
    <dgm:cxn modelId="{A6DDB060-2FEC-4E3E-A5F1-5BF8B3485D6F}" type="presOf" srcId="{5F77CF9E-BCFD-4325-8E43-7AC3589B6B7E}" destId="{11928AEB-E32B-4689-A238-C18B7111190E}" srcOrd="0" destOrd="0" presId="urn:microsoft.com/office/officeart/2005/8/layout/list1"/>
    <dgm:cxn modelId="{90A57041-D25E-497F-B6A8-F08953DA737C}" type="presOf" srcId="{8A1DF76F-BB6E-479A-B791-12AA1D3E9567}" destId="{FC5595AD-741D-479C-94ED-B41127C2D30C}" srcOrd="1" destOrd="0" presId="urn:microsoft.com/office/officeart/2005/8/layout/list1"/>
    <dgm:cxn modelId="{64308A61-2A69-4BFB-862E-3E771C486BAB}" srcId="{74DCC87F-961E-4DF8-B92D-75C80AE4CE4F}" destId="{09B1DCEF-6CCF-4E27-8F53-C9241CF7DE48}" srcOrd="9" destOrd="0" parTransId="{BFADC8F6-8864-4668-ABF2-3ADF8E87DEBB}" sibTransId="{AAF95CA0-02D7-4B60-8BAD-C3D13F6C2847}"/>
    <dgm:cxn modelId="{A85F6C65-03C9-4B05-9CAD-D7EEED8A2BB4}" type="presOf" srcId="{D5A81B6A-B302-4D00-9D9E-EB7D005F070A}" destId="{A08B0E8E-8C7F-4255-A3F8-34FAAC135F61}" srcOrd="1" destOrd="0" presId="urn:microsoft.com/office/officeart/2005/8/layout/list1"/>
    <dgm:cxn modelId="{A9445846-FEA2-421B-8981-046678AE2A1C}" type="presOf" srcId="{10708408-6D36-4B7D-BEBF-A590AC2B2C93}" destId="{D5FBFB3E-AF30-4644-971E-72A9D5B69B7E}" srcOrd="1" destOrd="0" presId="urn:microsoft.com/office/officeart/2005/8/layout/list1"/>
    <dgm:cxn modelId="{76232C6A-03B2-43A8-A8AD-40D747B4DE9B}" srcId="{74DCC87F-961E-4DF8-B92D-75C80AE4CE4F}" destId="{D88F6FC3-7BDD-42F7-B19F-99B2BCCA3E92}" srcOrd="5" destOrd="0" parTransId="{5FC457B8-A9F4-41FB-A6D6-4BC02D5F4CCD}" sibTransId="{414DEF70-243E-4028-8153-477A4091A5FB}"/>
    <dgm:cxn modelId="{51FF816D-9D03-4750-9221-228E100D7C80}" type="presOf" srcId="{D5A81B6A-B302-4D00-9D9E-EB7D005F070A}" destId="{B3B02199-AC2A-4F0B-A4CD-FDDC33232A60}" srcOrd="0" destOrd="0" presId="urn:microsoft.com/office/officeart/2005/8/layout/list1"/>
    <dgm:cxn modelId="{8B676470-28F6-46B0-A6D8-DB2486EC20E3}" type="presOf" srcId="{354638AD-F668-46FD-B66B-13F8AF7906FB}" destId="{4E0EC255-89F1-4ECD-8CEB-A36054D0B55B}" srcOrd="1" destOrd="0" presId="urn:microsoft.com/office/officeart/2005/8/layout/list1"/>
    <dgm:cxn modelId="{2B543A5A-AB47-4626-83F7-273EE9F70706}" srcId="{74DCC87F-961E-4DF8-B92D-75C80AE4CE4F}" destId="{2EE85648-0BC9-4AA0-89FF-B575F12576B8}" srcOrd="10" destOrd="0" parTransId="{B36C580A-A389-45FC-B1BC-A40A8BB5F7A6}" sibTransId="{D42B14E0-D5B9-4A29-9056-091A82A2D32B}"/>
    <dgm:cxn modelId="{8EEC5095-9CEB-4392-93D0-A1174A269F61}" type="presOf" srcId="{C83BDD41-8921-45D5-B42C-FA68B5FD02BF}" destId="{EAB68C95-726F-4985-BDFC-96AE74956DB2}" srcOrd="1" destOrd="0" presId="urn:microsoft.com/office/officeart/2005/8/layout/list1"/>
    <dgm:cxn modelId="{CB26B09F-AA64-46A7-AF90-35335CDBD9D8}" srcId="{74DCC87F-961E-4DF8-B92D-75C80AE4CE4F}" destId="{785ACB87-2795-42CB-A43A-743DD2227EA6}" srcOrd="7" destOrd="0" parTransId="{F511A68B-3DCC-40A1-B8E9-6F7F3E83B551}" sibTransId="{7A30C6C8-EFEC-43E3-A457-BDA410C78405}"/>
    <dgm:cxn modelId="{A50E68A0-7F18-4AC8-89DF-6C7098939306}" type="presOf" srcId="{09B1DCEF-6CCF-4E27-8F53-C9241CF7DE48}" destId="{44E4CD8E-9E25-4D22-8CB4-00A3E6601428}" srcOrd="0" destOrd="0" presId="urn:microsoft.com/office/officeart/2005/8/layout/list1"/>
    <dgm:cxn modelId="{BBE7E4A2-C20B-4577-A4D2-638D054E2399}" type="presOf" srcId="{C83BDD41-8921-45D5-B42C-FA68B5FD02BF}" destId="{5B1CD7BF-057B-40C6-95E4-0CA5CF8E263B}" srcOrd="0" destOrd="0" presId="urn:microsoft.com/office/officeart/2005/8/layout/list1"/>
    <dgm:cxn modelId="{8B9707AB-F6E8-459F-9B04-0B4E8AABE490}" type="presOf" srcId="{6920EEEC-8D2C-4678-8B13-80F013410BDD}" destId="{227FD569-7C22-4BC0-8CCF-54D834AF3383}" srcOrd="0" destOrd="0" presId="urn:microsoft.com/office/officeart/2005/8/layout/list1"/>
    <dgm:cxn modelId="{AF927DAC-20AD-4CDB-9895-6826E9BC7478}" type="presOf" srcId="{354638AD-F668-46FD-B66B-13F8AF7906FB}" destId="{0949B521-3F4C-422C-A2EC-7F0FDC407213}" srcOrd="0" destOrd="0" presId="urn:microsoft.com/office/officeart/2005/8/layout/list1"/>
    <dgm:cxn modelId="{5ACBFFB5-29C8-4BCA-8682-220015B95BD1}" type="presOf" srcId="{74DCC87F-961E-4DF8-B92D-75C80AE4CE4F}" destId="{0B780D78-199E-4300-A693-D6F97EF5F986}" srcOrd="0" destOrd="0" presId="urn:microsoft.com/office/officeart/2005/8/layout/list1"/>
    <dgm:cxn modelId="{542287BA-53EF-4F8F-9CA4-744CE940A6EE}" type="presOf" srcId="{6920EEEC-8D2C-4678-8B13-80F013410BDD}" destId="{7D55F781-07F4-4C31-A2E4-EAA06630527E}" srcOrd="1" destOrd="0" presId="urn:microsoft.com/office/officeart/2005/8/layout/list1"/>
    <dgm:cxn modelId="{D7BFAFC4-B07D-4FE3-8BCB-482A4CC7A9B8}" type="presOf" srcId="{5F77CF9E-BCFD-4325-8E43-7AC3589B6B7E}" destId="{2690095D-C682-4C4A-BD20-A8FC25F1AE82}" srcOrd="1" destOrd="0" presId="urn:microsoft.com/office/officeart/2005/8/layout/list1"/>
    <dgm:cxn modelId="{5061B1CC-E50A-4D73-91BD-637C5137A4AD}" type="presOf" srcId="{4E26A5B3-C522-43B4-9AAA-2BC9BAA39234}" destId="{2E6479BD-17C2-4B62-9598-1A179A816511}" srcOrd="1" destOrd="0" presId="urn:microsoft.com/office/officeart/2005/8/layout/list1"/>
    <dgm:cxn modelId="{8D247FD2-6E5F-414B-8989-646255A9AB97}" srcId="{74DCC87F-961E-4DF8-B92D-75C80AE4CE4F}" destId="{354638AD-F668-46FD-B66B-13F8AF7906FB}" srcOrd="2" destOrd="0" parTransId="{B748A4E7-66A8-407D-BEB5-1A548C1D9DF5}" sibTransId="{3E98947C-1BAF-4823-A024-236E0B217241}"/>
    <dgm:cxn modelId="{6C4765DA-387D-401D-B3C8-3EEE2F5055BA}" type="presOf" srcId="{09B1DCEF-6CCF-4E27-8F53-C9241CF7DE48}" destId="{0A427700-7D58-459E-9B8B-B9175C296A48}" srcOrd="1" destOrd="0" presId="urn:microsoft.com/office/officeart/2005/8/layout/list1"/>
    <dgm:cxn modelId="{766A8CDA-C184-4636-B3F9-959B8220623A}" type="presOf" srcId="{10708408-6D36-4B7D-BEBF-A590AC2B2C93}" destId="{78B90B25-6254-4BB0-B462-8B502E1DD088}" srcOrd="0" destOrd="0" presId="urn:microsoft.com/office/officeart/2005/8/layout/list1"/>
    <dgm:cxn modelId="{48F2B5DA-347B-4946-A020-5BE4233A9B23}" type="presOf" srcId="{785ACB87-2795-42CB-A43A-743DD2227EA6}" destId="{827C1C72-3CAA-4D03-920E-89A9E556E12D}" srcOrd="0" destOrd="0" presId="urn:microsoft.com/office/officeart/2005/8/layout/list1"/>
    <dgm:cxn modelId="{A48E4EE6-1E33-4DDC-B917-7D1921C2DA37}" srcId="{74DCC87F-961E-4DF8-B92D-75C80AE4CE4F}" destId="{6920EEEC-8D2C-4678-8B13-80F013410BDD}" srcOrd="11" destOrd="0" parTransId="{6CC2C35A-C4F4-44B8-822F-58BA688B4E3F}" sibTransId="{3E1BD0E5-6F34-480C-B732-F43B7DCD031B}"/>
    <dgm:cxn modelId="{F3F017E9-E228-418B-BF74-FB35BBCFB9A6}" srcId="{74DCC87F-961E-4DF8-B92D-75C80AE4CE4F}" destId="{5F77CF9E-BCFD-4325-8E43-7AC3589B6B7E}" srcOrd="3" destOrd="0" parTransId="{8896BD91-0238-49C7-8D75-390D6CFA76D8}" sibTransId="{09014239-DABB-4244-993C-4B9885734537}"/>
    <dgm:cxn modelId="{1AF99CEA-8C2E-45FE-96E2-44E8010EF6D2}" type="presOf" srcId="{2EE85648-0BC9-4AA0-89FF-B575F12576B8}" destId="{EAE2C596-F46E-415D-9FB8-D0EA3E813BF3}" srcOrd="0" destOrd="0" presId="urn:microsoft.com/office/officeart/2005/8/layout/list1"/>
    <dgm:cxn modelId="{0C41F0EE-A9EB-4F39-98A6-A945E357CB29}" srcId="{74DCC87F-961E-4DF8-B92D-75C80AE4CE4F}" destId="{C83BDD41-8921-45D5-B42C-FA68B5FD02BF}" srcOrd="8" destOrd="0" parTransId="{D42DD6BB-91F3-4351-8469-B92EEC984110}" sibTransId="{8E21A9B9-3D3D-42EB-B472-2B0A75689488}"/>
    <dgm:cxn modelId="{E556FAF2-0756-45E6-A58A-EB1167123B89}" type="presOf" srcId="{8A1DF76F-BB6E-479A-B791-12AA1D3E9567}" destId="{C1C73789-F552-4FF2-B95E-C69C025A1060}" srcOrd="0" destOrd="0" presId="urn:microsoft.com/office/officeart/2005/8/layout/list1"/>
    <dgm:cxn modelId="{8774EAF6-7582-4B7C-9099-6BEE2AB95AB4}" type="presOf" srcId="{2EE85648-0BC9-4AA0-89FF-B575F12576B8}" destId="{FA30E27F-5C4F-48D2-835C-4875060C454B}" srcOrd="1" destOrd="0" presId="urn:microsoft.com/office/officeart/2005/8/layout/list1"/>
    <dgm:cxn modelId="{9AD2CDF8-8548-4EFC-A0D4-3D19C66F97C4}" type="presParOf" srcId="{0B780D78-199E-4300-A693-D6F97EF5F986}" destId="{AB711B2A-DB8A-4E78-8A51-7A006FB82405}" srcOrd="0" destOrd="0" presId="urn:microsoft.com/office/officeart/2005/8/layout/list1"/>
    <dgm:cxn modelId="{31596D92-3595-42CD-A4E0-52470E1CCA04}" type="presParOf" srcId="{AB711B2A-DB8A-4E78-8A51-7A006FB82405}" destId="{C1C73789-F552-4FF2-B95E-C69C025A1060}" srcOrd="0" destOrd="0" presId="urn:microsoft.com/office/officeart/2005/8/layout/list1"/>
    <dgm:cxn modelId="{95A4ED9C-D0E2-4D8B-B738-6CDF707ABC6E}" type="presParOf" srcId="{AB711B2A-DB8A-4E78-8A51-7A006FB82405}" destId="{FC5595AD-741D-479C-94ED-B41127C2D30C}" srcOrd="1" destOrd="0" presId="urn:microsoft.com/office/officeart/2005/8/layout/list1"/>
    <dgm:cxn modelId="{3243A367-FCD7-40ED-B09B-78DC2892E8D5}" type="presParOf" srcId="{0B780D78-199E-4300-A693-D6F97EF5F986}" destId="{5B43CB98-6094-4D72-AEC4-3B56AD698D0D}" srcOrd="1" destOrd="0" presId="urn:microsoft.com/office/officeart/2005/8/layout/list1"/>
    <dgm:cxn modelId="{7AEB638D-93FA-42AE-B0A0-B11B201B1219}" type="presParOf" srcId="{0B780D78-199E-4300-A693-D6F97EF5F986}" destId="{C9227AC1-1BF1-4CB5-864D-1F1C35C267D4}" srcOrd="2" destOrd="0" presId="urn:microsoft.com/office/officeart/2005/8/layout/list1"/>
    <dgm:cxn modelId="{F4AEB36B-6B0B-4103-93B8-639DD32D6E6D}" type="presParOf" srcId="{0B780D78-199E-4300-A693-D6F97EF5F986}" destId="{76379CA2-9CD9-4B68-BA3F-BB94A437B20B}" srcOrd="3" destOrd="0" presId="urn:microsoft.com/office/officeart/2005/8/layout/list1"/>
    <dgm:cxn modelId="{14D23396-2BEF-4AE8-BF41-DE29E0B971AC}" type="presParOf" srcId="{0B780D78-199E-4300-A693-D6F97EF5F986}" destId="{047E0C47-3DB2-431F-A4C8-4CD363D3B823}" srcOrd="4" destOrd="0" presId="urn:microsoft.com/office/officeart/2005/8/layout/list1"/>
    <dgm:cxn modelId="{3E8D037E-B1EA-41AD-8707-873651EC413B}" type="presParOf" srcId="{047E0C47-3DB2-431F-A4C8-4CD363D3B823}" destId="{78B90B25-6254-4BB0-B462-8B502E1DD088}" srcOrd="0" destOrd="0" presId="urn:microsoft.com/office/officeart/2005/8/layout/list1"/>
    <dgm:cxn modelId="{CCDFA129-3781-4693-BE54-FBCAF97DF990}" type="presParOf" srcId="{047E0C47-3DB2-431F-A4C8-4CD363D3B823}" destId="{D5FBFB3E-AF30-4644-971E-72A9D5B69B7E}" srcOrd="1" destOrd="0" presId="urn:microsoft.com/office/officeart/2005/8/layout/list1"/>
    <dgm:cxn modelId="{2E95FC64-2486-4B58-98C2-65972322001F}" type="presParOf" srcId="{0B780D78-199E-4300-A693-D6F97EF5F986}" destId="{86CF052E-923F-4227-ABF0-95C2FF075F55}" srcOrd="5" destOrd="0" presId="urn:microsoft.com/office/officeart/2005/8/layout/list1"/>
    <dgm:cxn modelId="{B1610561-2CC1-4072-843A-4B1B329E3BCB}" type="presParOf" srcId="{0B780D78-199E-4300-A693-D6F97EF5F986}" destId="{4B705F14-EF6E-47A1-83AC-F9A4EA9DCD99}" srcOrd="6" destOrd="0" presId="urn:microsoft.com/office/officeart/2005/8/layout/list1"/>
    <dgm:cxn modelId="{E41A112E-C81F-4766-A8B0-4EEFC10402A6}" type="presParOf" srcId="{0B780D78-199E-4300-A693-D6F97EF5F986}" destId="{64D9A99A-B3BE-4D6A-B34A-A753C38956F0}" srcOrd="7" destOrd="0" presId="urn:microsoft.com/office/officeart/2005/8/layout/list1"/>
    <dgm:cxn modelId="{2F059963-FEFE-4465-A4B3-C0E5BEACE7D1}" type="presParOf" srcId="{0B780D78-199E-4300-A693-D6F97EF5F986}" destId="{84921B4F-9AA1-4618-97E3-FC85366EB2A0}" srcOrd="8" destOrd="0" presId="urn:microsoft.com/office/officeart/2005/8/layout/list1"/>
    <dgm:cxn modelId="{4F646866-05C4-4FD1-9D3A-D3BACD96ACB6}" type="presParOf" srcId="{84921B4F-9AA1-4618-97E3-FC85366EB2A0}" destId="{0949B521-3F4C-422C-A2EC-7F0FDC407213}" srcOrd="0" destOrd="0" presId="urn:microsoft.com/office/officeart/2005/8/layout/list1"/>
    <dgm:cxn modelId="{BF16DC0E-03C5-4483-9859-D447D2D0CF36}" type="presParOf" srcId="{84921B4F-9AA1-4618-97E3-FC85366EB2A0}" destId="{4E0EC255-89F1-4ECD-8CEB-A36054D0B55B}" srcOrd="1" destOrd="0" presId="urn:microsoft.com/office/officeart/2005/8/layout/list1"/>
    <dgm:cxn modelId="{6D2F65B7-7790-43F1-A153-B2BD18C3F598}" type="presParOf" srcId="{0B780D78-199E-4300-A693-D6F97EF5F986}" destId="{2D8EB3B2-C86A-4D2D-ABC7-680390DCF5E0}" srcOrd="9" destOrd="0" presId="urn:microsoft.com/office/officeart/2005/8/layout/list1"/>
    <dgm:cxn modelId="{A6EA18BA-20C1-4B99-84ED-9AE84FBFA41C}" type="presParOf" srcId="{0B780D78-199E-4300-A693-D6F97EF5F986}" destId="{0893C5BF-2D1A-475E-9A5B-CF95378A190A}" srcOrd="10" destOrd="0" presId="urn:microsoft.com/office/officeart/2005/8/layout/list1"/>
    <dgm:cxn modelId="{959D3CBC-AEA5-4733-81B9-24940E52473D}" type="presParOf" srcId="{0B780D78-199E-4300-A693-D6F97EF5F986}" destId="{2F6A9ABE-AE6B-4CC3-9355-62F4AC9DDBAF}" srcOrd="11" destOrd="0" presId="urn:microsoft.com/office/officeart/2005/8/layout/list1"/>
    <dgm:cxn modelId="{DC0609E9-F77F-404A-9D6F-3489842EDF49}" type="presParOf" srcId="{0B780D78-199E-4300-A693-D6F97EF5F986}" destId="{D8C37164-49F5-48D3-9F3A-364CBCB7E616}" srcOrd="12" destOrd="0" presId="urn:microsoft.com/office/officeart/2005/8/layout/list1"/>
    <dgm:cxn modelId="{18B44991-0E81-4270-BF7A-BF40AC6D8989}" type="presParOf" srcId="{D8C37164-49F5-48D3-9F3A-364CBCB7E616}" destId="{11928AEB-E32B-4689-A238-C18B7111190E}" srcOrd="0" destOrd="0" presId="urn:microsoft.com/office/officeart/2005/8/layout/list1"/>
    <dgm:cxn modelId="{7CCA4C35-05D1-4004-9C8E-B6ADE9FF3614}" type="presParOf" srcId="{D8C37164-49F5-48D3-9F3A-364CBCB7E616}" destId="{2690095D-C682-4C4A-BD20-A8FC25F1AE82}" srcOrd="1" destOrd="0" presId="urn:microsoft.com/office/officeart/2005/8/layout/list1"/>
    <dgm:cxn modelId="{B995B663-D0BA-4DA0-8B11-ED10DD89ABE3}" type="presParOf" srcId="{0B780D78-199E-4300-A693-D6F97EF5F986}" destId="{2F81A02B-4240-46B4-8A69-235672922F6A}" srcOrd="13" destOrd="0" presId="urn:microsoft.com/office/officeart/2005/8/layout/list1"/>
    <dgm:cxn modelId="{CA84FAE0-0C26-432B-AD9A-A1EF582B00D9}" type="presParOf" srcId="{0B780D78-199E-4300-A693-D6F97EF5F986}" destId="{BA0A9E78-6452-4B8A-AE51-6D689E339484}" srcOrd="14" destOrd="0" presId="urn:microsoft.com/office/officeart/2005/8/layout/list1"/>
    <dgm:cxn modelId="{7E32A89C-BB69-44B9-8B5D-011EDF81E2C4}" type="presParOf" srcId="{0B780D78-199E-4300-A693-D6F97EF5F986}" destId="{AA21A30D-C12B-4264-A542-9601FE254C5D}" srcOrd="15" destOrd="0" presId="urn:microsoft.com/office/officeart/2005/8/layout/list1"/>
    <dgm:cxn modelId="{7FC9CC5A-0897-4EF3-9ABC-8DD052F39188}" type="presParOf" srcId="{0B780D78-199E-4300-A693-D6F97EF5F986}" destId="{6686CB89-8EEC-4F53-BF0D-BA644582D393}" srcOrd="16" destOrd="0" presId="urn:microsoft.com/office/officeart/2005/8/layout/list1"/>
    <dgm:cxn modelId="{5A4FC97C-2DE4-4E08-A9A5-1EE5C8803069}" type="presParOf" srcId="{6686CB89-8EEC-4F53-BF0D-BA644582D393}" destId="{B3B02199-AC2A-4F0B-A4CD-FDDC33232A60}" srcOrd="0" destOrd="0" presId="urn:microsoft.com/office/officeart/2005/8/layout/list1"/>
    <dgm:cxn modelId="{FD1F95D6-5FBA-4A3B-95B6-C1DC2A97D98D}" type="presParOf" srcId="{6686CB89-8EEC-4F53-BF0D-BA644582D393}" destId="{A08B0E8E-8C7F-4255-A3F8-34FAAC135F61}" srcOrd="1" destOrd="0" presId="urn:microsoft.com/office/officeart/2005/8/layout/list1"/>
    <dgm:cxn modelId="{C67027EA-79E3-4E42-A8A6-312A66DCAC3B}" type="presParOf" srcId="{0B780D78-199E-4300-A693-D6F97EF5F986}" destId="{7973F4F7-49DE-4E60-AEFF-6F126D957018}" srcOrd="17" destOrd="0" presId="urn:microsoft.com/office/officeart/2005/8/layout/list1"/>
    <dgm:cxn modelId="{3BAD0C44-5813-4A39-B7F3-3D10DDDB8BFA}" type="presParOf" srcId="{0B780D78-199E-4300-A693-D6F97EF5F986}" destId="{D524D4B0-4F47-4D31-8A61-14197528B68A}" srcOrd="18" destOrd="0" presId="urn:microsoft.com/office/officeart/2005/8/layout/list1"/>
    <dgm:cxn modelId="{90C9B675-4904-4383-A548-DCB245E6A2A8}" type="presParOf" srcId="{0B780D78-199E-4300-A693-D6F97EF5F986}" destId="{8C4392E4-1661-4A3E-8965-BE4D2933256A}" srcOrd="19" destOrd="0" presId="urn:microsoft.com/office/officeart/2005/8/layout/list1"/>
    <dgm:cxn modelId="{C1D7B994-DCBF-4034-9A82-18F341295018}" type="presParOf" srcId="{0B780D78-199E-4300-A693-D6F97EF5F986}" destId="{12CACB77-AB8B-4B26-856E-F96DE5F76361}" srcOrd="20" destOrd="0" presId="urn:microsoft.com/office/officeart/2005/8/layout/list1"/>
    <dgm:cxn modelId="{A136ED57-3E5E-4B91-BBCA-5B975C279BC1}" type="presParOf" srcId="{12CACB77-AB8B-4B26-856E-F96DE5F76361}" destId="{33274E35-8751-45BB-88C7-053174B419F5}" srcOrd="0" destOrd="0" presId="urn:microsoft.com/office/officeart/2005/8/layout/list1"/>
    <dgm:cxn modelId="{1CCBE254-D5D5-45FF-9B66-11F6FEF890A8}" type="presParOf" srcId="{12CACB77-AB8B-4B26-856E-F96DE5F76361}" destId="{A9CC9630-0510-47D5-B845-7B11EF8C8726}" srcOrd="1" destOrd="0" presId="urn:microsoft.com/office/officeart/2005/8/layout/list1"/>
    <dgm:cxn modelId="{94455B8C-D382-4FB3-89D0-5BB44FF8D733}" type="presParOf" srcId="{0B780D78-199E-4300-A693-D6F97EF5F986}" destId="{9CABAB8E-DB53-4E78-88F7-D9EA5BD787D8}" srcOrd="21" destOrd="0" presId="urn:microsoft.com/office/officeart/2005/8/layout/list1"/>
    <dgm:cxn modelId="{E254B85D-481C-465E-B8C2-C263BB03862F}" type="presParOf" srcId="{0B780D78-199E-4300-A693-D6F97EF5F986}" destId="{6B5F2D5C-5996-49E2-9ECD-B986D8E044FB}" srcOrd="22" destOrd="0" presId="urn:microsoft.com/office/officeart/2005/8/layout/list1"/>
    <dgm:cxn modelId="{8C8160FA-B65C-4578-869F-7DE22D317293}" type="presParOf" srcId="{0B780D78-199E-4300-A693-D6F97EF5F986}" destId="{A2D80F7B-59FB-421B-A04B-377A227DC3AC}" srcOrd="23" destOrd="0" presId="urn:microsoft.com/office/officeart/2005/8/layout/list1"/>
    <dgm:cxn modelId="{19F626DA-ABF9-4F3B-A31C-29D384112F86}" type="presParOf" srcId="{0B780D78-199E-4300-A693-D6F97EF5F986}" destId="{90A94F11-7CA8-4ED1-8CAE-FE7B1FE44954}" srcOrd="24" destOrd="0" presId="urn:microsoft.com/office/officeart/2005/8/layout/list1"/>
    <dgm:cxn modelId="{8466EA73-F47A-4AFB-A90E-3629D2F1DD4C}" type="presParOf" srcId="{90A94F11-7CA8-4ED1-8CAE-FE7B1FE44954}" destId="{74BEE3E3-6965-4F4B-9525-1FB38C5FE925}" srcOrd="0" destOrd="0" presId="urn:microsoft.com/office/officeart/2005/8/layout/list1"/>
    <dgm:cxn modelId="{DAACF701-86A6-433F-B830-E1DDF6E938A0}" type="presParOf" srcId="{90A94F11-7CA8-4ED1-8CAE-FE7B1FE44954}" destId="{2E6479BD-17C2-4B62-9598-1A179A816511}" srcOrd="1" destOrd="0" presId="urn:microsoft.com/office/officeart/2005/8/layout/list1"/>
    <dgm:cxn modelId="{17D414E8-AA26-449D-A04D-4DC9078316C1}" type="presParOf" srcId="{0B780D78-199E-4300-A693-D6F97EF5F986}" destId="{8E6892FB-1175-4A61-9E12-AFDA53ACE2C7}" srcOrd="25" destOrd="0" presId="urn:microsoft.com/office/officeart/2005/8/layout/list1"/>
    <dgm:cxn modelId="{66A43AD0-7132-4111-A8EC-0CA2375D0BF9}" type="presParOf" srcId="{0B780D78-199E-4300-A693-D6F97EF5F986}" destId="{B767CEFF-DB6B-4AE7-8BAC-740813957E5C}" srcOrd="26" destOrd="0" presId="urn:microsoft.com/office/officeart/2005/8/layout/list1"/>
    <dgm:cxn modelId="{B83715A1-EBEA-4F3F-AB45-C09FAC278D1C}" type="presParOf" srcId="{0B780D78-199E-4300-A693-D6F97EF5F986}" destId="{0142F35C-9F1F-49DD-A2C1-323D45E8804C}" srcOrd="27" destOrd="0" presId="urn:microsoft.com/office/officeart/2005/8/layout/list1"/>
    <dgm:cxn modelId="{8A7F2857-F8A2-4FC2-AE86-1FF03548131A}" type="presParOf" srcId="{0B780D78-199E-4300-A693-D6F97EF5F986}" destId="{06354F8E-18CC-480F-9E44-519978943993}" srcOrd="28" destOrd="0" presId="urn:microsoft.com/office/officeart/2005/8/layout/list1"/>
    <dgm:cxn modelId="{005C7110-7678-4D84-848D-0129A0460D29}" type="presParOf" srcId="{06354F8E-18CC-480F-9E44-519978943993}" destId="{827C1C72-3CAA-4D03-920E-89A9E556E12D}" srcOrd="0" destOrd="0" presId="urn:microsoft.com/office/officeart/2005/8/layout/list1"/>
    <dgm:cxn modelId="{DFF69763-0DB0-4F17-A53E-381041BBB79A}" type="presParOf" srcId="{06354F8E-18CC-480F-9E44-519978943993}" destId="{527F5BA3-371D-4AE0-B87A-668DCEE6A1CA}" srcOrd="1" destOrd="0" presId="urn:microsoft.com/office/officeart/2005/8/layout/list1"/>
    <dgm:cxn modelId="{BE5D1799-3794-4CEA-BDE0-F82DD3CB0BE0}" type="presParOf" srcId="{0B780D78-199E-4300-A693-D6F97EF5F986}" destId="{66E2C8D4-A5E1-44BF-A380-25A010595765}" srcOrd="29" destOrd="0" presId="urn:microsoft.com/office/officeart/2005/8/layout/list1"/>
    <dgm:cxn modelId="{458DBF49-B43C-47C8-8633-CD06820C4D23}" type="presParOf" srcId="{0B780D78-199E-4300-A693-D6F97EF5F986}" destId="{618D87AA-43A7-4801-AF8D-665093B79FC2}" srcOrd="30" destOrd="0" presId="urn:microsoft.com/office/officeart/2005/8/layout/list1"/>
    <dgm:cxn modelId="{F4EE51DD-34BB-4BF9-9BC5-D3A5B3571291}" type="presParOf" srcId="{0B780D78-199E-4300-A693-D6F97EF5F986}" destId="{3CC66BF5-743F-4F5A-ACA4-39198CD8BF75}" srcOrd="31" destOrd="0" presId="urn:microsoft.com/office/officeart/2005/8/layout/list1"/>
    <dgm:cxn modelId="{FA4D7E3F-F1C8-412B-AA32-ED016EA347A7}" type="presParOf" srcId="{0B780D78-199E-4300-A693-D6F97EF5F986}" destId="{65278A73-4950-46F5-BFFF-3808B94E5A68}" srcOrd="32" destOrd="0" presId="urn:microsoft.com/office/officeart/2005/8/layout/list1"/>
    <dgm:cxn modelId="{791FAB7B-C6B7-461C-9A38-FC4205AEE2E1}" type="presParOf" srcId="{65278A73-4950-46F5-BFFF-3808B94E5A68}" destId="{5B1CD7BF-057B-40C6-95E4-0CA5CF8E263B}" srcOrd="0" destOrd="0" presId="urn:microsoft.com/office/officeart/2005/8/layout/list1"/>
    <dgm:cxn modelId="{00130F12-70BE-4A57-939B-340EC3EAF3DF}" type="presParOf" srcId="{65278A73-4950-46F5-BFFF-3808B94E5A68}" destId="{EAB68C95-726F-4985-BDFC-96AE74956DB2}" srcOrd="1" destOrd="0" presId="urn:microsoft.com/office/officeart/2005/8/layout/list1"/>
    <dgm:cxn modelId="{188937AC-A547-463B-92C4-455E99FD0061}" type="presParOf" srcId="{0B780D78-199E-4300-A693-D6F97EF5F986}" destId="{AA1F27E5-B285-48F1-B677-553153BD46C1}" srcOrd="33" destOrd="0" presId="urn:microsoft.com/office/officeart/2005/8/layout/list1"/>
    <dgm:cxn modelId="{7E44E6EC-5B9B-47F2-99B9-C04555BCEC17}" type="presParOf" srcId="{0B780D78-199E-4300-A693-D6F97EF5F986}" destId="{AEAED330-3F0C-4930-826B-6E673746044E}" srcOrd="34" destOrd="0" presId="urn:microsoft.com/office/officeart/2005/8/layout/list1"/>
    <dgm:cxn modelId="{467F555D-E17C-4771-A85E-43581B248C0F}" type="presParOf" srcId="{0B780D78-199E-4300-A693-D6F97EF5F986}" destId="{06A1786F-0367-44E6-8266-FDEAFA391FC0}" srcOrd="35" destOrd="0" presId="urn:microsoft.com/office/officeart/2005/8/layout/list1"/>
    <dgm:cxn modelId="{E2D0437C-CA04-438C-BDBD-34B14D71AB08}" type="presParOf" srcId="{0B780D78-199E-4300-A693-D6F97EF5F986}" destId="{7F884000-6D93-465F-A85C-FAF112612AAC}" srcOrd="36" destOrd="0" presId="urn:microsoft.com/office/officeart/2005/8/layout/list1"/>
    <dgm:cxn modelId="{326C1CDE-FDDC-4145-BD49-6D5EF8DC6931}" type="presParOf" srcId="{7F884000-6D93-465F-A85C-FAF112612AAC}" destId="{44E4CD8E-9E25-4D22-8CB4-00A3E6601428}" srcOrd="0" destOrd="0" presId="urn:microsoft.com/office/officeart/2005/8/layout/list1"/>
    <dgm:cxn modelId="{2F725FD9-BBC4-4058-B365-3D4D4DAC2C00}" type="presParOf" srcId="{7F884000-6D93-465F-A85C-FAF112612AAC}" destId="{0A427700-7D58-459E-9B8B-B9175C296A48}" srcOrd="1" destOrd="0" presId="urn:microsoft.com/office/officeart/2005/8/layout/list1"/>
    <dgm:cxn modelId="{719DADD3-70AE-4DF5-BEFA-0BCDC0982523}" type="presParOf" srcId="{0B780D78-199E-4300-A693-D6F97EF5F986}" destId="{F6E47545-EA14-4B16-B900-5F0A196F8194}" srcOrd="37" destOrd="0" presId="urn:microsoft.com/office/officeart/2005/8/layout/list1"/>
    <dgm:cxn modelId="{7E88DB79-FB81-4418-83DE-64D21BD7EF7A}" type="presParOf" srcId="{0B780D78-199E-4300-A693-D6F97EF5F986}" destId="{FDEC5003-E064-4B42-B2CB-36DA6448A6B3}" srcOrd="38" destOrd="0" presId="urn:microsoft.com/office/officeart/2005/8/layout/list1"/>
    <dgm:cxn modelId="{994D2EEC-670B-4664-9FD8-E86F193124EB}" type="presParOf" srcId="{0B780D78-199E-4300-A693-D6F97EF5F986}" destId="{96FF8E25-9CCE-49A2-84E2-B51CC6D3A7D2}" srcOrd="39" destOrd="0" presId="urn:microsoft.com/office/officeart/2005/8/layout/list1"/>
    <dgm:cxn modelId="{93497ED2-1AB8-4E76-B058-4EEDEC52148D}" type="presParOf" srcId="{0B780D78-199E-4300-A693-D6F97EF5F986}" destId="{3FA9F286-8656-4505-AA4F-00630DEE4D3B}" srcOrd="40" destOrd="0" presId="urn:microsoft.com/office/officeart/2005/8/layout/list1"/>
    <dgm:cxn modelId="{D42F7F3D-80E7-4A49-965C-27085AB8EAF1}" type="presParOf" srcId="{3FA9F286-8656-4505-AA4F-00630DEE4D3B}" destId="{EAE2C596-F46E-415D-9FB8-D0EA3E813BF3}" srcOrd="0" destOrd="0" presId="urn:microsoft.com/office/officeart/2005/8/layout/list1"/>
    <dgm:cxn modelId="{2F5D6766-6754-4441-921B-CE156240797C}" type="presParOf" srcId="{3FA9F286-8656-4505-AA4F-00630DEE4D3B}" destId="{FA30E27F-5C4F-48D2-835C-4875060C454B}" srcOrd="1" destOrd="0" presId="urn:microsoft.com/office/officeart/2005/8/layout/list1"/>
    <dgm:cxn modelId="{34FD1A9D-93CB-43B9-A3B3-6D5F3CDD7CCB}" type="presParOf" srcId="{0B780D78-199E-4300-A693-D6F97EF5F986}" destId="{C082A8F9-6046-47C1-B8D4-728ACD0D5F6B}" srcOrd="41" destOrd="0" presId="urn:microsoft.com/office/officeart/2005/8/layout/list1"/>
    <dgm:cxn modelId="{E0B3F568-3AEE-4121-A869-DCFDAADE58F9}" type="presParOf" srcId="{0B780D78-199E-4300-A693-D6F97EF5F986}" destId="{7670992B-5481-4BDB-8246-511B6FFC5E72}" srcOrd="42" destOrd="0" presId="urn:microsoft.com/office/officeart/2005/8/layout/list1"/>
    <dgm:cxn modelId="{CA47E834-A0F2-4AA5-9F9B-9E31B95BCF62}" type="presParOf" srcId="{0B780D78-199E-4300-A693-D6F97EF5F986}" destId="{F6E50838-DEB5-4EC7-986B-EDC14F096219}" srcOrd="43" destOrd="0" presId="urn:microsoft.com/office/officeart/2005/8/layout/list1"/>
    <dgm:cxn modelId="{2F0AD539-BCDA-4875-ABCA-205B64664294}" type="presParOf" srcId="{0B780D78-199E-4300-A693-D6F97EF5F986}" destId="{C61250EB-FA0F-4C8E-9F5D-C1FDEF87F6D3}" srcOrd="44" destOrd="0" presId="urn:microsoft.com/office/officeart/2005/8/layout/list1"/>
    <dgm:cxn modelId="{301C584F-3A4F-4D8D-A55D-5C4D32BA7231}" type="presParOf" srcId="{C61250EB-FA0F-4C8E-9F5D-C1FDEF87F6D3}" destId="{227FD569-7C22-4BC0-8CCF-54D834AF3383}" srcOrd="0" destOrd="0" presId="urn:microsoft.com/office/officeart/2005/8/layout/list1"/>
    <dgm:cxn modelId="{266753C3-D720-4546-9BB1-C4781AEF892D}" type="presParOf" srcId="{C61250EB-FA0F-4C8E-9F5D-C1FDEF87F6D3}" destId="{7D55F781-07F4-4C31-A2E4-EAA06630527E}" srcOrd="1" destOrd="0" presId="urn:microsoft.com/office/officeart/2005/8/layout/list1"/>
    <dgm:cxn modelId="{32351F8A-6153-4493-9B09-176FFF3471EA}" type="presParOf" srcId="{0B780D78-199E-4300-A693-D6F97EF5F986}" destId="{F88554E0-BDDB-4FBD-A1A9-9D6EE00A8CD0}" srcOrd="45" destOrd="0" presId="urn:microsoft.com/office/officeart/2005/8/layout/list1"/>
    <dgm:cxn modelId="{4FC8E37D-B975-41FE-8115-51CCDF8AAC51}" type="presParOf" srcId="{0B780D78-199E-4300-A693-D6F97EF5F986}" destId="{3DD60EED-76E8-483E-8D2A-8589B7533F55}" srcOrd="4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1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9227AC1-1BF1-4CB5-864D-1F1C35C267D4}">
      <dsp:nvSpPr>
        <dsp:cNvPr id="0" name=""/>
        <dsp:cNvSpPr/>
      </dsp:nvSpPr>
      <dsp:spPr>
        <a:xfrm>
          <a:off x="0" y="324212"/>
          <a:ext cx="10442005" cy="277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tx2">
              <a:lumMod val="10000"/>
              <a:lumOff val="9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C5595AD-741D-479C-94ED-B41127C2D30C}">
      <dsp:nvSpPr>
        <dsp:cNvPr id="0" name=""/>
        <dsp:cNvSpPr/>
      </dsp:nvSpPr>
      <dsp:spPr>
        <a:xfrm>
          <a:off x="522100" y="161852"/>
          <a:ext cx="8353405" cy="324720"/>
        </a:xfrm>
        <a:prstGeom prst="roundRect">
          <a:avLst/>
        </a:prstGeom>
        <a:solidFill>
          <a:schemeClr val="tx2">
            <a:lumMod val="10000"/>
            <a:lumOff val="90000"/>
          </a:schemeClr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6278" tIns="0" rIns="276278" bIns="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100" b="1" kern="1200" dirty="0">
              <a:latin typeface="Visby CF Medium" pitchFamily="50" charset="0"/>
            </a:rPr>
            <a:t>1 – À la base d’une transformation numérique réussie : une stratégie et une architecture</a:t>
          </a:r>
        </a:p>
      </dsp:txBody>
      <dsp:txXfrm>
        <a:off x="537952" y="177704"/>
        <a:ext cx="8321701" cy="293016"/>
      </dsp:txXfrm>
    </dsp:sp>
    <dsp:sp modelId="{4B705F14-EF6E-47A1-83AC-F9A4EA9DCD99}">
      <dsp:nvSpPr>
        <dsp:cNvPr id="0" name=""/>
        <dsp:cNvSpPr/>
      </dsp:nvSpPr>
      <dsp:spPr>
        <a:xfrm>
          <a:off x="0" y="823172"/>
          <a:ext cx="10442005" cy="277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lumMod val="20000"/>
              <a:lumOff val="8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5FBFB3E-AF30-4644-971E-72A9D5B69B7E}">
      <dsp:nvSpPr>
        <dsp:cNvPr id="0" name=""/>
        <dsp:cNvSpPr/>
      </dsp:nvSpPr>
      <dsp:spPr>
        <a:xfrm>
          <a:off x="522100" y="660812"/>
          <a:ext cx="8353405" cy="324720"/>
        </a:xfrm>
        <a:prstGeom prst="roundRect">
          <a:avLst/>
        </a:prstGeom>
        <a:solidFill>
          <a:schemeClr val="accent3">
            <a:lumMod val="20000"/>
            <a:lumOff val="80000"/>
          </a:schemeClr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6278" tIns="0" rIns="276278" bIns="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100" b="0" kern="1200" dirty="0">
              <a:latin typeface="Visby CF Medium" pitchFamily="50" charset="0"/>
            </a:rPr>
            <a:t>2 – Au cœur des systèmes d’information : des processus d’affaires</a:t>
          </a:r>
        </a:p>
      </dsp:txBody>
      <dsp:txXfrm>
        <a:off x="537952" y="676664"/>
        <a:ext cx="8321701" cy="293016"/>
      </dsp:txXfrm>
    </dsp:sp>
    <dsp:sp modelId="{0893C5BF-2D1A-475E-9A5B-CF95378A190A}">
      <dsp:nvSpPr>
        <dsp:cNvPr id="0" name=""/>
        <dsp:cNvSpPr/>
      </dsp:nvSpPr>
      <dsp:spPr>
        <a:xfrm>
          <a:off x="0" y="1322132"/>
          <a:ext cx="10442005" cy="277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accent4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E0EC255-89F1-4ECD-8CEB-A36054D0B55B}">
      <dsp:nvSpPr>
        <dsp:cNvPr id="0" name=""/>
        <dsp:cNvSpPr/>
      </dsp:nvSpPr>
      <dsp:spPr>
        <a:xfrm>
          <a:off x="522100" y="1159772"/>
          <a:ext cx="8353405" cy="32472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6278" tIns="0" rIns="276278" bIns="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100" b="0" kern="1200" dirty="0">
              <a:latin typeface="Visby CF Medium" pitchFamily="50" charset="0"/>
            </a:rPr>
            <a:t>3 – La matière première des systèmes d’information : des données </a:t>
          </a:r>
        </a:p>
      </dsp:txBody>
      <dsp:txXfrm>
        <a:off x="537952" y="1175624"/>
        <a:ext cx="8321701" cy="293016"/>
      </dsp:txXfrm>
    </dsp:sp>
    <dsp:sp modelId="{BA0A9E78-6452-4B8A-AE51-6D689E339484}">
      <dsp:nvSpPr>
        <dsp:cNvPr id="0" name=""/>
        <dsp:cNvSpPr/>
      </dsp:nvSpPr>
      <dsp:spPr>
        <a:xfrm>
          <a:off x="0" y="1821092"/>
          <a:ext cx="10442005" cy="277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690095D-C682-4C4A-BD20-A8FC25F1AE82}">
      <dsp:nvSpPr>
        <dsp:cNvPr id="0" name=""/>
        <dsp:cNvSpPr/>
      </dsp:nvSpPr>
      <dsp:spPr>
        <a:xfrm>
          <a:off x="522100" y="1658732"/>
          <a:ext cx="8353405" cy="32472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6278" tIns="0" rIns="276278" bIns="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100" b="0" kern="1200" dirty="0">
              <a:latin typeface="Visby CF Medium" pitchFamily="50" charset="0"/>
            </a:rPr>
            <a:t>4 – L’utilisation des systèmes d’information : des interfaces et des droits </a:t>
          </a:r>
        </a:p>
      </dsp:txBody>
      <dsp:txXfrm>
        <a:off x="537952" y="1674584"/>
        <a:ext cx="8321701" cy="293016"/>
      </dsp:txXfrm>
    </dsp:sp>
    <dsp:sp modelId="{D524D4B0-4F47-4D31-8A61-14197528B68A}">
      <dsp:nvSpPr>
        <dsp:cNvPr id="0" name=""/>
        <dsp:cNvSpPr/>
      </dsp:nvSpPr>
      <dsp:spPr>
        <a:xfrm>
          <a:off x="0" y="2320052"/>
          <a:ext cx="10442005" cy="277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08B0E8E-8C7F-4255-A3F8-34FAAC135F61}">
      <dsp:nvSpPr>
        <dsp:cNvPr id="0" name=""/>
        <dsp:cNvSpPr/>
      </dsp:nvSpPr>
      <dsp:spPr>
        <a:xfrm>
          <a:off x="522100" y="2157692"/>
          <a:ext cx="8353405" cy="324720"/>
        </a:xfrm>
        <a:prstGeom prst="roundRect">
          <a:avLst/>
        </a:prstGeom>
        <a:solidFill>
          <a:schemeClr val="accent1"/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6278" tIns="0" rIns="276278" bIns="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100" b="0" kern="1200">
              <a:solidFill>
                <a:schemeClr val="bg1"/>
              </a:solidFill>
              <a:latin typeface="Visby CF Medium" pitchFamily="50" charset="0"/>
            </a:rPr>
            <a:t>5 – L’utilisation des systèmes d’information : des requêtes simples et des enjeux de cybersécurité</a:t>
          </a:r>
          <a:endParaRPr lang="fr-CA" sz="1100" b="0" kern="1200" dirty="0">
            <a:solidFill>
              <a:schemeClr val="bg1"/>
            </a:solidFill>
            <a:latin typeface="Visby CF Medium" pitchFamily="50" charset="0"/>
          </a:endParaRPr>
        </a:p>
      </dsp:txBody>
      <dsp:txXfrm>
        <a:off x="537952" y="2173544"/>
        <a:ext cx="8321701" cy="293016"/>
      </dsp:txXfrm>
    </dsp:sp>
    <dsp:sp modelId="{6B5F2D5C-5996-49E2-9ECD-B986D8E044FB}">
      <dsp:nvSpPr>
        <dsp:cNvPr id="0" name=""/>
        <dsp:cNvSpPr/>
      </dsp:nvSpPr>
      <dsp:spPr>
        <a:xfrm>
          <a:off x="0" y="2819012"/>
          <a:ext cx="10442005" cy="277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9CC9630-0510-47D5-B845-7B11EF8C8726}">
      <dsp:nvSpPr>
        <dsp:cNvPr id="0" name=""/>
        <dsp:cNvSpPr/>
      </dsp:nvSpPr>
      <dsp:spPr>
        <a:xfrm>
          <a:off x="522100" y="2656652"/>
          <a:ext cx="8353405" cy="324720"/>
        </a:xfrm>
        <a:prstGeom prst="roundRect">
          <a:avLst/>
        </a:prstGeom>
        <a:solidFill>
          <a:schemeClr val="accent3"/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6278" tIns="0" rIns="276278" bIns="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100" b="0" kern="1200">
              <a:latin typeface="Visby CF Medium" pitchFamily="50" charset="0"/>
            </a:rPr>
            <a:t>6 - Au cœur des systèmes d’information : des algorithmes et de l’intelligence artificielle</a:t>
          </a:r>
          <a:endParaRPr lang="fr-CA" sz="1100" b="0" kern="1200" dirty="0">
            <a:latin typeface="Visby CF Medium" pitchFamily="50" charset="0"/>
          </a:endParaRPr>
        </a:p>
      </dsp:txBody>
      <dsp:txXfrm>
        <a:off x="537952" y="2672504"/>
        <a:ext cx="8321701" cy="293016"/>
      </dsp:txXfrm>
    </dsp:sp>
    <dsp:sp modelId="{B767CEFF-DB6B-4AE7-8BAC-740813957E5C}">
      <dsp:nvSpPr>
        <dsp:cNvPr id="0" name=""/>
        <dsp:cNvSpPr/>
      </dsp:nvSpPr>
      <dsp:spPr>
        <a:xfrm>
          <a:off x="0" y="3317972"/>
          <a:ext cx="10442005" cy="277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E6479BD-17C2-4B62-9598-1A179A816511}">
      <dsp:nvSpPr>
        <dsp:cNvPr id="0" name=""/>
        <dsp:cNvSpPr/>
      </dsp:nvSpPr>
      <dsp:spPr>
        <a:xfrm>
          <a:off x="522100" y="3155612"/>
          <a:ext cx="8353405" cy="324720"/>
        </a:xfrm>
        <a:prstGeom prst="roundRect">
          <a:avLst/>
        </a:prstGeom>
        <a:solidFill>
          <a:schemeClr val="accent6"/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6278" tIns="0" rIns="276278" bIns="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100" b="0" kern="1200" dirty="0">
              <a:latin typeface="Visby CF Medium" pitchFamily="50" charset="0"/>
            </a:rPr>
            <a:t>7 - Pour passer du concept au système matérialisé </a:t>
          </a:r>
          <a:r>
            <a:rPr lang="fr-CA" sz="1100" b="0" kern="1200">
              <a:latin typeface="Visby CF Medium" pitchFamily="50" charset="0"/>
            </a:rPr>
            <a:t>: des projets structurés</a:t>
          </a:r>
          <a:endParaRPr lang="fr-CA" sz="1100" b="0" kern="1200" dirty="0">
            <a:latin typeface="Visby CF Medium" pitchFamily="50" charset="0"/>
          </a:endParaRPr>
        </a:p>
      </dsp:txBody>
      <dsp:txXfrm>
        <a:off x="537952" y="3171464"/>
        <a:ext cx="8321701" cy="293016"/>
      </dsp:txXfrm>
    </dsp:sp>
    <dsp:sp modelId="{618D87AA-43A7-4801-AF8D-665093B79FC2}">
      <dsp:nvSpPr>
        <dsp:cNvPr id="0" name=""/>
        <dsp:cNvSpPr/>
      </dsp:nvSpPr>
      <dsp:spPr>
        <a:xfrm>
          <a:off x="0" y="3816932"/>
          <a:ext cx="10442005" cy="277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27F5BA3-371D-4AE0-B87A-668DCEE6A1CA}">
      <dsp:nvSpPr>
        <dsp:cNvPr id="0" name=""/>
        <dsp:cNvSpPr/>
      </dsp:nvSpPr>
      <dsp:spPr>
        <a:xfrm>
          <a:off x="1483422" y="3654572"/>
          <a:ext cx="8353405" cy="324720"/>
        </a:xfrm>
        <a:prstGeom prst="roundRect">
          <a:avLst/>
        </a:prstGeom>
        <a:solidFill>
          <a:schemeClr val="accent2"/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6278" tIns="0" rIns="276278" bIns="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100" b="0" kern="1200" dirty="0">
              <a:latin typeface="Visby CF Medium" pitchFamily="50" charset="0"/>
            </a:rPr>
            <a:t>8 - Des processus standardisés et des données intégrées : des progiciels de gestion intégrés</a:t>
          </a:r>
        </a:p>
      </dsp:txBody>
      <dsp:txXfrm>
        <a:off x="1499274" y="3670424"/>
        <a:ext cx="8321701" cy="293016"/>
      </dsp:txXfrm>
    </dsp:sp>
    <dsp:sp modelId="{AEAED330-3F0C-4930-826B-6E673746044E}">
      <dsp:nvSpPr>
        <dsp:cNvPr id="0" name=""/>
        <dsp:cNvSpPr/>
      </dsp:nvSpPr>
      <dsp:spPr>
        <a:xfrm>
          <a:off x="0" y="4315892"/>
          <a:ext cx="10442005" cy="277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AB68C95-726F-4985-BDFC-96AE74956DB2}">
      <dsp:nvSpPr>
        <dsp:cNvPr id="0" name=""/>
        <dsp:cNvSpPr/>
      </dsp:nvSpPr>
      <dsp:spPr>
        <a:xfrm>
          <a:off x="1483422" y="4153532"/>
          <a:ext cx="8353405" cy="324720"/>
        </a:xfrm>
        <a:prstGeom prst="roundRect">
          <a:avLst/>
        </a:prstGeom>
        <a:solidFill>
          <a:schemeClr val="accent4"/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6278" tIns="0" rIns="276278" bIns="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100" b="0" kern="1200" dirty="0">
              <a:latin typeface="Visby CF Medium" pitchFamily="50" charset="0"/>
            </a:rPr>
            <a:t>9 – La matière première des systèmes d’information : toujours plus de données</a:t>
          </a:r>
        </a:p>
      </dsp:txBody>
      <dsp:txXfrm>
        <a:off x="1499274" y="4169384"/>
        <a:ext cx="8321701" cy="293016"/>
      </dsp:txXfrm>
    </dsp:sp>
    <dsp:sp modelId="{FDEC5003-E064-4B42-B2CB-36DA6448A6B3}">
      <dsp:nvSpPr>
        <dsp:cNvPr id="0" name=""/>
        <dsp:cNvSpPr/>
      </dsp:nvSpPr>
      <dsp:spPr>
        <a:xfrm>
          <a:off x="0" y="4814852"/>
          <a:ext cx="10442005" cy="277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A427700-7D58-459E-9B8B-B9175C296A48}">
      <dsp:nvSpPr>
        <dsp:cNvPr id="0" name=""/>
        <dsp:cNvSpPr/>
      </dsp:nvSpPr>
      <dsp:spPr>
        <a:xfrm>
          <a:off x="1483422" y="4652492"/>
          <a:ext cx="8353405" cy="324720"/>
        </a:xfrm>
        <a:prstGeom prst="roundRect">
          <a:avLst/>
        </a:prstGeom>
        <a:solidFill>
          <a:schemeClr val="accent1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6278" tIns="0" rIns="276278" bIns="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100" b="0" kern="1200">
              <a:solidFill>
                <a:schemeClr val="bg1"/>
              </a:solidFill>
              <a:latin typeface="Visby CF Medium" pitchFamily="50" charset="0"/>
            </a:rPr>
            <a:t>10 </a:t>
          </a:r>
          <a:r>
            <a:rPr lang="fr-CA" sz="1100" b="0" kern="1200" dirty="0">
              <a:solidFill>
                <a:schemeClr val="bg1"/>
              </a:solidFill>
              <a:latin typeface="Visby CF Medium" pitchFamily="50" charset="0"/>
            </a:rPr>
            <a:t>– L’utilisation des systèmes d’information : des requêtes complexes à l’aide de tableaux de bord</a:t>
          </a:r>
          <a:endParaRPr lang="fr-CA" sz="1100" b="0" kern="1200" dirty="0">
            <a:solidFill>
              <a:prstClr val="white"/>
            </a:solidFill>
            <a:latin typeface="Visby CF Medium" pitchFamily="50" charset="0"/>
            <a:ea typeface="+mn-ea"/>
            <a:cs typeface="+mn-cs"/>
          </a:endParaRPr>
        </a:p>
      </dsp:txBody>
      <dsp:txXfrm>
        <a:off x="1499274" y="4668344"/>
        <a:ext cx="8321701" cy="293016"/>
      </dsp:txXfrm>
    </dsp:sp>
    <dsp:sp modelId="{7670992B-5481-4BDB-8246-511B6FFC5E72}">
      <dsp:nvSpPr>
        <dsp:cNvPr id="0" name=""/>
        <dsp:cNvSpPr/>
      </dsp:nvSpPr>
      <dsp:spPr>
        <a:xfrm>
          <a:off x="0" y="5313812"/>
          <a:ext cx="10442005" cy="277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A30E27F-5C4F-48D2-835C-4875060C454B}">
      <dsp:nvSpPr>
        <dsp:cNvPr id="0" name=""/>
        <dsp:cNvSpPr/>
      </dsp:nvSpPr>
      <dsp:spPr>
        <a:xfrm>
          <a:off x="1483422" y="5151452"/>
          <a:ext cx="8353405" cy="324720"/>
        </a:xfrm>
        <a:prstGeom prst="roundRect">
          <a:avLst/>
        </a:prstGeom>
        <a:solidFill>
          <a:srgbClr val="EB6FBD">
            <a:hueOff val="0"/>
            <a:satOff val="0"/>
            <a:lumOff val="0"/>
            <a:alphaOff val="0"/>
          </a:srgb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6278" tIns="0" rIns="276278" bIns="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100" b="0" kern="1200" dirty="0">
              <a:solidFill>
                <a:prstClr val="white"/>
              </a:solidFill>
              <a:latin typeface="Visby CF Medium" pitchFamily="50" charset="0"/>
              <a:ea typeface="+mn-ea"/>
              <a:cs typeface="+mn-cs"/>
            </a:rPr>
            <a:t>11 - À l’avant scène des systèmes d’information : une expérience utilisateur réfléchie</a:t>
          </a:r>
          <a:endParaRPr lang="fr-CA" sz="1100" b="0" kern="1200" dirty="0">
            <a:solidFill>
              <a:schemeClr val="bg1"/>
            </a:solidFill>
            <a:latin typeface="Visby CF Medium" pitchFamily="50" charset="0"/>
            <a:ea typeface="+mn-ea"/>
            <a:cs typeface="+mn-cs"/>
          </a:endParaRPr>
        </a:p>
      </dsp:txBody>
      <dsp:txXfrm>
        <a:off x="1499274" y="5167304"/>
        <a:ext cx="8321701" cy="293016"/>
      </dsp:txXfrm>
    </dsp:sp>
    <dsp:sp modelId="{3DD60EED-76E8-483E-8D2A-8589B7533F55}">
      <dsp:nvSpPr>
        <dsp:cNvPr id="0" name=""/>
        <dsp:cNvSpPr/>
      </dsp:nvSpPr>
      <dsp:spPr>
        <a:xfrm>
          <a:off x="0" y="5812772"/>
          <a:ext cx="10442005" cy="277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D55F781-07F4-4C31-A2E4-EAA06630527E}">
      <dsp:nvSpPr>
        <dsp:cNvPr id="0" name=""/>
        <dsp:cNvSpPr/>
      </dsp:nvSpPr>
      <dsp:spPr>
        <a:xfrm>
          <a:off x="1478525" y="5670801"/>
          <a:ext cx="8352016" cy="324720"/>
        </a:xfrm>
        <a:prstGeom prst="roundRect">
          <a:avLst/>
        </a:prstGeom>
        <a:solidFill>
          <a:schemeClr val="accent2"/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6278" tIns="0" rIns="276278" bIns="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100" b="0" kern="1200" dirty="0">
              <a:solidFill>
                <a:schemeClr val="bg1"/>
              </a:solidFill>
              <a:latin typeface="Visby CF Medium" pitchFamily="50" charset="0"/>
              <a:ea typeface="+mn-ea"/>
              <a:cs typeface="+mn-cs"/>
            </a:rPr>
            <a:t>12 – Une solution complète : un tableau de bord pour soutenir l’utilisation d’un progiciel de gestion intégré</a:t>
          </a:r>
        </a:p>
      </dsp:txBody>
      <dsp:txXfrm>
        <a:off x="1494377" y="5686653"/>
        <a:ext cx="8320312" cy="29301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>
              <a:ext uri="{FF2B5EF4-FFF2-40B4-BE49-F238E27FC236}">
                <a16:creationId xmlns:a16="http://schemas.microsoft.com/office/drawing/2014/main" id="{A2832BCF-5F10-C378-8442-84178C89E3C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CA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AB8B8496-19CF-1489-DE1D-5F5D4FC42F2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AEB402-9C42-4CA3-83F5-CF6DF081D018}" type="datetimeFigureOut">
              <a:rPr lang="fr-CA" smtClean="0"/>
              <a:t>2026-09-08</a:t>
            </a:fld>
            <a:endParaRPr lang="fr-CA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76C92A4-202F-29A3-0819-FAEF516EC5F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CA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7924B799-5026-415F-516B-A6EDD665A61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A31125-5C83-4EF1-983F-9E825C124D79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34559796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CA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412670-B241-4DFB-BEA9-DCA2E3AA764E}" type="datetimeFigureOut">
              <a:rPr lang="fr-CA" smtClean="0"/>
              <a:t>2026-09-08</a:t>
            </a:fld>
            <a:endParaRPr lang="fr-CA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CA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CA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A687DD-6364-4618-892C-4F9BA6970BA0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4794754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A"/>
              <a:t>Photo Martin LESAGE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4A12023-8865-4C23-8B72-934B74A72123}" type="slidenum">
              <a:rPr kumimoji="0" lang="fr-C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fr-C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641237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ACF4BB-DA33-69A6-3EA7-ECD9792A42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692D1700-9B11-B07F-F8B2-EB069A280E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924552DA-864E-94F8-C7C4-61B56E167C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8509B42-CB1C-41FA-411D-AB7AC0AFB5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EA55AE-FA0D-4484-8C53-18A7A77CEBFA}" type="slidenum">
              <a:rPr lang="fr-CA" smtClean="0"/>
              <a:t>2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4445658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4A12023-8865-4C23-8B72-934B74A72123}" type="slidenum">
              <a:rPr kumimoji="0" lang="fr-C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fr-C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670076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C0F4B4-F606-A259-D3C0-689A500A36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EBB0AE2B-9ACC-2A6B-3DA2-818EDD0DD9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A13D9C99-C379-636E-BD69-F83CA276A8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3C84549-3652-1498-BD02-C149FC9C82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4A12023-8865-4C23-8B72-934B74A72123}" type="slidenum">
              <a:rPr kumimoji="0" lang="fr-C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fr-C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8335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5112B1-A49A-40E1-0306-D744204783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72327396-F477-3AB3-DCFE-17D7091706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D8401343-DB87-CC02-291A-185B7B9C10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FEAAE52-5BB8-39D5-F5CF-8EAF7FE0DD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8EA55AE-FA0D-4484-8C53-18A7A77CEBFA}" type="slidenum">
              <a:rPr kumimoji="0" lang="fr-C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fr-C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677592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74637D-8351-BA6B-8D47-38EA3D47D2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57E95421-BE9E-B679-0DB1-CF3701571A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719556E7-B31D-4AAD-05DA-2C1ABCA52F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E78454C-6585-FC2C-63F3-1A065B416C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8EA55AE-FA0D-4484-8C53-18A7A77CEBFA}" type="slidenum">
              <a:rPr kumimoji="0" lang="fr-C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fr-C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214334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7600" cy="348615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8BC42A-5C03-431D-B855-CCCF13E3B37E}" type="slidenum">
              <a:rPr lang="fr-CA" smtClean="0"/>
              <a:pPr/>
              <a:t>10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9912734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C0F4B4-F606-A259-D3C0-689A500A36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EBB0AE2B-9ACC-2A6B-3DA2-818EDD0DD9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A13D9C99-C379-636E-BD69-F83CA276A8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3C84549-3652-1498-BD02-C149FC9C82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4A12023-8865-4C23-8B72-934B74A72123}" type="slidenum">
              <a:rPr kumimoji="0" lang="fr-C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fr-C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1317027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A687DD-6364-4618-892C-4F9BA6970BA0}" type="slidenum">
              <a:rPr lang="fr-CA" smtClean="0"/>
              <a:t>14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90202745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317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A687DD-6364-4618-892C-4F9BA6970BA0}" type="slidenum">
              <a:rPr kumimoji="0" lang="fr-CA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3177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fr-C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132765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317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A687DD-6364-4618-892C-4F9BA6970BA0}" type="slidenum">
              <a:rPr kumimoji="0" lang="fr-CA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3177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fr-C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3499243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317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A687DD-6364-4618-892C-4F9BA6970BA0}" type="slidenum">
              <a:rPr kumimoji="0" lang="fr-CA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3177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fr-C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2259438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F96F1C3-4D6B-426C-B47A-6CE5EA59CC32}" type="slidenum">
              <a:rPr lang="fr-CA" smtClean="0"/>
              <a:pPr/>
              <a:t>22</a:t>
            </a:fld>
            <a:endParaRPr lang="fr-CA"/>
          </a:p>
        </p:txBody>
      </p:sp>
      <p:sp>
        <p:nvSpPr>
          <p:cNvPr id="172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20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51950569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31774">
              <a:defRPr/>
            </a:pPr>
            <a:endParaRPr lang="fr-CA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31774">
              <a:defRPr/>
            </a:pPr>
            <a:fld id="{92A687DD-6364-4618-892C-4F9BA6970BA0}" type="slidenum">
              <a:rPr lang="fr-CA">
                <a:solidFill>
                  <a:prstClr val="black"/>
                </a:solidFill>
                <a:latin typeface="Aptos" panose="02110004020202020204"/>
              </a:rPr>
              <a:pPr defTabSz="931774">
                <a:defRPr/>
              </a:pPr>
              <a:t>23</a:t>
            </a:fld>
            <a:endParaRPr lang="fr-CA">
              <a:solidFill>
                <a:prstClr val="black"/>
              </a:solidFill>
              <a:latin typeface="Aptos" panose="021100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20024441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31774">
              <a:defRPr/>
            </a:pPr>
            <a:endParaRPr lang="fr-CA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31774">
              <a:defRPr/>
            </a:pPr>
            <a:fld id="{92A687DD-6364-4618-892C-4F9BA6970BA0}" type="slidenum">
              <a:rPr lang="fr-CA">
                <a:solidFill>
                  <a:prstClr val="black"/>
                </a:solidFill>
                <a:latin typeface="Aptos" panose="02110004020202020204"/>
              </a:rPr>
              <a:pPr defTabSz="931774">
                <a:defRPr/>
              </a:pPr>
              <a:t>24</a:t>
            </a:fld>
            <a:endParaRPr lang="fr-CA">
              <a:solidFill>
                <a:prstClr val="black"/>
              </a:solidFill>
              <a:latin typeface="Aptos" panose="021100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92006008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31774">
              <a:defRPr/>
            </a:pPr>
            <a:endParaRPr lang="fr-CA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31774">
              <a:defRPr/>
            </a:pPr>
            <a:fld id="{92A687DD-6364-4618-892C-4F9BA6970BA0}" type="slidenum">
              <a:rPr lang="fr-CA">
                <a:solidFill>
                  <a:prstClr val="black"/>
                </a:solidFill>
                <a:latin typeface="Aptos" panose="02110004020202020204"/>
              </a:rPr>
              <a:pPr defTabSz="931774">
                <a:defRPr/>
              </a:pPr>
              <a:t>27</a:t>
            </a:fld>
            <a:endParaRPr lang="fr-CA">
              <a:solidFill>
                <a:prstClr val="black"/>
              </a:solidFill>
              <a:latin typeface="Aptos" panose="021100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239105914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F43AF3-4FAD-D78C-11FA-FF35F87F1D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6AA75BEC-0FFC-E5AA-4032-CD076F3C1F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03B8AC9F-69B7-3E19-8829-970B78C469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31774">
              <a:defRPr/>
            </a:pPr>
            <a:endParaRPr lang="fr-CA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79344E1-B7FA-9D45-1F66-96FFE7A766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31774">
              <a:defRPr/>
            </a:pPr>
            <a:fld id="{92A687DD-6364-4618-892C-4F9BA6970BA0}" type="slidenum">
              <a:rPr lang="fr-CA">
                <a:solidFill>
                  <a:prstClr val="black"/>
                </a:solidFill>
                <a:latin typeface="Aptos" panose="02110004020202020204"/>
              </a:rPr>
              <a:pPr defTabSz="931774">
                <a:defRPr/>
              </a:pPr>
              <a:t>28</a:t>
            </a:fld>
            <a:endParaRPr lang="fr-CA">
              <a:solidFill>
                <a:prstClr val="black"/>
              </a:solidFill>
              <a:latin typeface="Aptos" panose="021100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34688198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31774">
              <a:defRPr/>
            </a:pPr>
            <a:endParaRPr lang="fr-CA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31774">
              <a:defRPr/>
            </a:pPr>
            <a:fld id="{92A687DD-6364-4618-892C-4F9BA6970BA0}" type="slidenum">
              <a:rPr lang="fr-CA">
                <a:solidFill>
                  <a:prstClr val="black"/>
                </a:solidFill>
                <a:latin typeface="Aptos" panose="02110004020202020204"/>
              </a:rPr>
              <a:pPr defTabSz="931774">
                <a:defRPr/>
              </a:pPr>
              <a:t>29</a:t>
            </a:fld>
            <a:endParaRPr lang="fr-CA">
              <a:solidFill>
                <a:prstClr val="black"/>
              </a:solidFill>
              <a:latin typeface="Aptos" panose="021100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225646717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31774">
              <a:defRPr/>
            </a:pPr>
            <a:endParaRPr lang="fr-CA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31774">
              <a:defRPr/>
            </a:pPr>
            <a:fld id="{92A687DD-6364-4618-892C-4F9BA6970BA0}" type="slidenum">
              <a:rPr lang="fr-CA">
                <a:solidFill>
                  <a:prstClr val="black"/>
                </a:solidFill>
                <a:latin typeface="Aptos" panose="02110004020202020204"/>
              </a:rPr>
              <a:pPr defTabSz="931774">
                <a:defRPr/>
              </a:pPr>
              <a:t>30</a:t>
            </a:fld>
            <a:endParaRPr lang="fr-CA">
              <a:solidFill>
                <a:prstClr val="black"/>
              </a:solidFill>
              <a:latin typeface="Aptos" panose="021100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336658764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DDE7A4-DFC0-B4D6-0EEE-856A94AAC5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C9294E94-10F6-C6F7-FEE2-6A1F888C47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610417CD-73A0-D324-1C4F-EEA95256E7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0E108F5-2C8B-1195-45B1-ABD1D2DE21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75D1DA-3409-4C8A-9E84-8A890D284BAF}" type="slidenum">
              <a:rPr lang="fr-CA" smtClean="0"/>
              <a:t>31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61411533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A687DD-6364-4618-892C-4F9BA6970BA0}" type="slidenum">
              <a:rPr lang="fr-CA" smtClean="0"/>
              <a:t>32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19575588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B217DC-04A5-427C-B99A-2BA32E6939DB}" type="slidenum">
              <a:rPr lang="fr-CA" smtClean="0"/>
              <a:t>38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65449185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EA55AE-FA0D-4484-8C53-18A7A77CEBFA}" type="slidenum">
              <a:rPr lang="fr-CA" smtClean="0"/>
              <a:t>40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12551567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EA55AE-FA0D-4484-8C53-18A7A77CEBFA}" type="slidenum">
              <a:rPr lang="fr-CA" smtClean="0"/>
              <a:t>41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12551567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8EA55AE-FA0D-4484-8C53-18A7A77CEBFA}" type="slidenum">
              <a:rPr kumimoji="0" lang="fr-C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45</a:t>
            </a:fld>
            <a:endParaRPr kumimoji="0" lang="fr-C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75269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tags" Target="../tags/tag6.xml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5" Type="http://schemas.openxmlformats.org/officeDocument/2006/relationships/slideMaster" Target="../slideMasters/slideMaster2.xml"/><Relationship Id="rId4" Type="http://schemas.openxmlformats.org/officeDocument/2006/relationships/tags" Target="../tags/tag7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tags" Target="../tags/tag10.xml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4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/Relationships>
</file>

<file path=ppt/slideLayouts/_rels/slideLayout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/Relationships>
</file>

<file path=ppt/slideLayouts/_rels/slideLayout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/Relationships>
</file>

<file path=ppt/slideLayouts/_rels/slideLayout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/Relationships>
</file>

<file path=ppt/slideLayouts/_rels/slideLayout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/Relationships>
</file>

<file path=ppt/slideLayouts/_rels/slideLayout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/Relationships>
</file>

<file path=ppt/slideLayouts/_rels/slideLayout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/Relationships>
</file>

<file path=ppt/slideLayouts/_rels/slideLayout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4.xml"/></Relationships>
</file>

<file path=ppt/slideLayouts/_rels/slideLayout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4.xml"/></Relationships>
</file>

<file path=ppt/slideLayouts/_rels/slideLayout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4.xml"/></Relationships>
</file>

<file path=ppt/slideLayouts/_rels/slideLayout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4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7.xml.rels><?xml version="1.0" encoding="UTF-8" standalone="yes"?>
<Relationships xmlns="http://schemas.openxmlformats.org/package/2006/relationships"><Relationship Id="rId3" Type="http://schemas.openxmlformats.org/officeDocument/2006/relationships/tags" Target="../tags/tag13.xml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5" Type="http://schemas.openxmlformats.org/officeDocument/2006/relationships/slideMaster" Target="../slideMasters/slideMaster4.xml"/><Relationship Id="rId4" Type="http://schemas.openxmlformats.org/officeDocument/2006/relationships/tags" Target="../tags/tag14.xml"/></Relationships>
</file>

<file path=ppt/slideLayouts/_rels/slideLayout88.xml.rels><?xml version="1.0" encoding="UTF-8" standalone="yes"?>
<Relationships xmlns="http://schemas.openxmlformats.org/package/2006/relationships"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tags" Target="../tags/tag15.xml"/><Relationship Id="rId4" Type="http://schemas.openxmlformats.org/officeDocument/2006/relationships/slideMaster" Target="../slideMasters/slideMaster4.xml"/></Relationships>
</file>

<file path=ppt/slideLayouts/_rels/slideLayout89.xml.rels><?xml version="1.0" encoding="UTF-8" standalone="yes"?>
<Relationships xmlns="http://schemas.openxmlformats.org/package/2006/relationships"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" Type="http://schemas.openxmlformats.org/officeDocument/2006/relationships/tags" Target="../tags/tag18.xml"/><Relationship Id="rId4" Type="http://schemas.openxmlformats.org/officeDocument/2006/relationships/slideMaster" Target="../slideMasters/slideMaster4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4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group of people sitting on stairs&#10;&#10;Description automatically generated with medium confidence">
            <a:extLst>
              <a:ext uri="{FF2B5EF4-FFF2-40B4-BE49-F238E27FC236}">
                <a16:creationId xmlns:a16="http://schemas.microsoft.com/office/drawing/2014/main" id="{A135F293-1906-8D22-0785-79DD186470F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1" y="0"/>
            <a:ext cx="12188389" cy="685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F39C312D-7B7E-DC4F-822B-B07C630DC7B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4537" y="1990728"/>
            <a:ext cx="5978135" cy="2254161"/>
          </a:xfrm>
        </p:spPr>
        <p:txBody>
          <a:bodyPr anchor="b" anchorCtr="0"/>
          <a:lstStyle>
            <a:lvl1pPr>
              <a:defRPr sz="6000" b="1" i="0">
                <a:solidFill>
                  <a:schemeClr val="accent1"/>
                </a:solidFill>
                <a:latin typeface="Visby Slab CF Demi Bold" pitchFamily="2" charset="77"/>
              </a:defRPr>
            </a:lvl1pPr>
          </a:lstStyle>
          <a:p>
            <a:r>
              <a:rPr lang="en-US" err="1"/>
              <a:t>Titre</a:t>
            </a:r>
            <a:endParaRPr lang="en-US"/>
          </a:p>
        </p:txBody>
      </p:sp>
      <p:sp>
        <p:nvSpPr>
          <p:cNvPr id="6" name="Text Placeholder 12">
            <a:extLst>
              <a:ext uri="{FF2B5EF4-FFF2-40B4-BE49-F238E27FC236}">
                <a16:creationId xmlns:a16="http://schemas.microsoft.com/office/drawing/2014/main" id="{F57E83D3-5DC7-CC40-8CEF-5A831CCB86B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4537" y="4178603"/>
            <a:ext cx="5978136" cy="1885315"/>
          </a:xfrm>
        </p:spPr>
        <p:txBody>
          <a:bodyPr>
            <a:normAutofit/>
          </a:bodyPr>
          <a:lstStyle>
            <a:lvl1pPr marL="0" indent="0">
              <a:buNone/>
              <a:defRPr sz="2667" b="0" i="0">
                <a:solidFill>
                  <a:schemeClr val="tx2"/>
                </a:solidFill>
                <a:latin typeface="Visby CF" pitchFamily="2" charset="77"/>
              </a:defRPr>
            </a:lvl1pPr>
          </a:lstStyle>
          <a:p>
            <a:pPr lvl="0"/>
            <a:r>
              <a:rPr lang="en-US"/>
              <a:t>Sous-</a:t>
            </a:r>
            <a:r>
              <a:rPr lang="en-US" err="1"/>
              <a:t>titre</a:t>
            </a:r>
            <a:endParaRPr lang="en-US"/>
          </a:p>
        </p:txBody>
      </p:sp>
      <p:pic>
        <p:nvPicPr>
          <p:cNvPr id="10" name="Picture 9" descr="A close up of a sign&#10;&#10;Description automatically generated">
            <a:extLst>
              <a:ext uri="{FF2B5EF4-FFF2-40B4-BE49-F238E27FC236}">
                <a16:creationId xmlns:a16="http://schemas.microsoft.com/office/drawing/2014/main" id="{565FE128-B25A-2246-949C-DFF179096C9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883" y="427921"/>
            <a:ext cx="1562807" cy="1562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77065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C85A992C-FD7E-DB48-739E-CAF22E9A1F21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34" r="6667"/>
          <a:stretch/>
        </p:blipFill>
        <p:spPr bwMode="auto">
          <a:xfrm>
            <a:off x="3411415" y="0"/>
            <a:ext cx="8780592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 descr="A close up of a sign&#10;&#10;Description automatically generated">
            <a:extLst>
              <a:ext uri="{FF2B5EF4-FFF2-40B4-BE49-F238E27FC236}">
                <a16:creationId xmlns:a16="http://schemas.microsoft.com/office/drawing/2014/main" id="{565FE128-B25A-2246-949C-DFF179096C9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883" y="427921"/>
            <a:ext cx="1562807" cy="1562807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1305BF1E-891C-A4AF-A479-36FE7F8FD500}"/>
              </a:ext>
            </a:extLst>
          </p:cNvPr>
          <p:cNvSpPr/>
          <p:nvPr userDrawn="1"/>
        </p:nvSpPr>
        <p:spPr>
          <a:xfrm>
            <a:off x="6019200" y="5212800"/>
            <a:ext cx="547200" cy="5472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sz="240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C73C427-BBB4-0544-1B2E-B7C9449FD0DD}"/>
              </a:ext>
            </a:extLst>
          </p:cNvPr>
          <p:cNvSpPr/>
          <p:nvPr userDrawn="1"/>
        </p:nvSpPr>
        <p:spPr>
          <a:xfrm>
            <a:off x="6566400" y="5212800"/>
            <a:ext cx="5625600" cy="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sz="240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CDEB207-92C5-842B-6134-B04F2E996053}"/>
              </a:ext>
            </a:extLst>
          </p:cNvPr>
          <p:cNvSpPr/>
          <p:nvPr userDrawn="1"/>
        </p:nvSpPr>
        <p:spPr>
          <a:xfrm>
            <a:off x="-62752" y="0"/>
            <a:ext cx="3474160" cy="6858000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10000"/>
                  <a:lumOff val="90000"/>
                  <a:shade val="30000"/>
                  <a:satMod val="115000"/>
                </a:schemeClr>
              </a:gs>
              <a:gs pos="50000">
                <a:schemeClr val="tx2">
                  <a:lumMod val="10000"/>
                  <a:lumOff val="90000"/>
                  <a:shade val="67500"/>
                  <a:satMod val="115000"/>
                </a:schemeClr>
              </a:gs>
              <a:gs pos="100000">
                <a:schemeClr val="tx2">
                  <a:lumMod val="10000"/>
                  <a:lumOff val="90000"/>
                  <a:shade val="100000"/>
                  <a:satMod val="115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sz="2400"/>
          </a:p>
        </p:txBody>
      </p:sp>
      <p:pic>
        <p:nvPicPr>
          <p:cNvPr id="3" name="Picture 9" descr="A close up of a sign&#10;&#10;Description automatically generated">
            <a:extLst>
              <a:ext uri="{FF2B5EF4-FFF2-40B4-BE49-F238E27FC236}">
                <a16:creationId xmlns:a16="http://schemas.microsoft.com/office/drawing/2014/main" id="{19C71502-14D3-54DC-BEE9-12B69D6BCE9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083" y="631121"/>
            <a:ext cx="1562807" cy="1562807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65B9265B-4FFC-F2C8-F435-6CA51324C7D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4537" y="1990728"/>
            <a:ext cx="5978135" cy="2254161"/>
          </a:xfrm>
          <a:ln>
            <a:noFill/>
          </a:ln>
        </p:spPr>
        <p:txBody>
          <a:bodyPr anchor="b" anchorCtr="0"/>
          <a:lstStyle>
            <a:lvl1pPr>
              <a:defRPr sz="6000" b="0">
                <a:solidFill>
                  <a:schemeClr val="tx2"/>
                </a:solidFill>
                <a:latin typeface="Visby Slab CF Bold" panose="00000800000000000000" pitchFamily="50" charset="0"/>
              </a:defRPr>
            </a:lvl1pPr>
          </a:lstStyle>
          <a:p>
            <a:r>
              <a:rPr lang="en-US" err="1"/>
              <a:t>Titre</a:t>
            </a:r>
            <a:endParaRPr lang="en-US"/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85BB9CD6-5516-AEB6-5F47-CFAD3E02564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4538" y="4178603"/>
            <a:ext cx="2906545" cy="2383563"/>
          </a:xfrm>
        </p:spPr>
        <p:txBody>
          <a:bodyPr>
            <a:normAutofit/>
          </a:bodyPr>
          <a:lstStyle>
            <a:lvl1pPr marL="0" indent="0">
              <a:buNone/>
              <a:defRPr sz="2667" b="0" i="0">
                <a:solidFill>
                  <a:schemeClr val="bg2">
                    <a:lumMod val="50000"/>
                  </a:schemeClr>
                </a:solidFill>
                <a:latin typeface="Visby CF Bold" pitchFamily="50" charset="0"/>
              </a:defRPr>
            </a:lvl1pPr>
          </a:lstStyle>
          <a:p>
            <a:pPr lvl="0"/>
            <a:r>
              <a:rPr lang="en-US"/>
              <a:t>Sous-</a:t>
            </a:r>
            <a:r>
              <a:rPr lang="en-US" err="1"/>
              <a:t>titre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63080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9375C50-436C-3C80-C642-31F554885E1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F39C312D-7B7E-DC4F-822B-B07C630DC7B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4537" y="1990728"/>
            <a:ext cx="5978135" cy="2254161"/>
          </a:xfrm>
        </p:spPr>
        <p:txBody>
          <a:bodyPr anchor="b" anchorCtr="0"/>
          <a:lstStyle>
            <a:lvl1pPr>
              <a:defRPr sz="6000">
                <a:solidFill>
                  <a:schemeClr val="bg1"/>
                </a:solidFill>
                <a:latin typeface="Visby Slab CF" pitchFamily="2" charset="77"/>
              </a:defRPr>
            </a:lvl1pPr>
          </a:lstStyle>
          <a:p>
            <a:r>
              <a:rPr lang="en-US" err="1"/>
              <a:t>Titre</a:t>
            </a:r>
            <a:endParaRPr lang="en-US"/>
          </a:p>
        </p:txBody>
      </p:sp>
      <p:sp>
        <p:nvSpPr>
          <p:cNvPr id="6" name="Text Placeholder 12">
            <a:extLst>
              <a:ext uri="{FF2B5EF4-FFF2-40B4-BE49-F238E27FC236}">
                <a16:creationId xmlns:a16="http://schemas.microsoft.com/office/drawing/2014/main" id="{F57E83D3-5DC7-CC40-8CEF-5A831CCB86B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4537" y="4178603"/>
            <a:ext cx="5978136" cy="1885315"/>
          </a:xfrm>
        </p:spPr>
        <p:txBody>
          <a:bodyPr>
            <a:normAutofit/>
          </a:bodyPr>
          <a:lstStyle>
            <a:lvl1pPr marL="0" indent="0">
              <a:buNone/>
              <a:defRPr sz="2667" b="0" i="0">
                <a:solidFill>
                  <a:schemeClr val="bg1"/>
                </a:solidFill>
                <a:latin typeface="Visby CF" pitchFamily="2" charset="77"/>
              </a:defRPr>
            </a:lvl1pPr>
          </a:lstStyle>
          <a:p>
            <a:pPr lvl="0"/>
            <a:r>
              <a:rPr lang="en-US"/>
              <a:t>Sous-</a:t>
            </a:r>
            <a:r>
              <a:rPr lang="en-US" err="1"/>
              <a:t>titre</a:t>
            </a:r>
            <a:endParaRPr lang="en-US"/>
          </a:p>
        </p:txBody>
      </p:sp>
      <p:pic>
        <p:nvPicPr>
          <p:cNvPr id="10" name="Picture 9" descr="A close up of a sign&#10;&#10;Description automatically generated">
            <a:extLst>
              <a:ext uri="{FF2B5EF4-FFF2-40B4-BE49-F238E27FC236}">
                <a16:creationId xmlns:a16="http://schemas.microsoft.com/office/drawing/2014/main" id="{565FE128-B25A-2246-949C-DFF179096C9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883" y="427921"/>
            <a:ext cx="1562807" cy="1562807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1305BF1E-891C-A4AF-A479-36FE7F8FD500}"/>
              </a:ext>
            </a:extLst>
          </p:cNvPr>
          <p:cNvSpPr/>
          <p:nvPr userDrawn="1"/>
        </p:nvSpPr>
        <p:spPr>
          <a:xfrm>
            <a:off x="6019200" y="5212800"/>
            <a:ext cx="547200" cy="5472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sz="240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C73C427-BBB4-0544-1B2E-B7C9449FD0DD}"/>
              </a:ext>
            </a:extLst>
          </p:cNvPr>
          <p:cNvSpPr/>
          <p:nvPr userDrawn="1"/>
        </p:nvSpPr>
        <p:spPr>
          <a:xfrm>
            <a:off x="6566400" y="5212800"/>
            <a:ext cx="5625600" cy="54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sz="2400"/>
          </a:p>
        </p:txBody>
      </p:sp>
    </p:spTree>
    <p:extLst>
      <p:ext uri="{BB962C8B-B14F-4D97-AF65-F5344CB8AC3E}">
        <p14:creationId xmlns:p14="http://schemas.microsoft.com/office/powerpoint/2010/main" val="401775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picture containing building, outdoor, sky, city&#10;&#10;Description automatically generated">
            <a:extLst>
              <a:ext uri="{FF2B5EF4-FFF2-40B4-BE49-F238E27FC236}">
                <a16:creationId xmlns:a16="http://schemas.microsoft.com/office/drawing/2014/main" id="{04743DEF-FC3C-DBAA-AEF4-43E7EC16259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F39C312D-7B7E-DC4F-822B-B07C630DC7B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4537" y="1990728"/>
            <a:ext cx="5978135" cy="2254161"/>
          </a:xfrm>
        </p:spPr>
        <p:txBody>
          <a:bodyPr anchor="b" anchorCtr="0"/>
          <a:lstStyle>
            <a:lvl1pPr>
              <a:defRPr sz="6000" b="1" i="0">
                <a:solidFill>
                  <a:schemeClr val="accent1"/>
                </a:solidFill>
                <a:latin typeface="Visby Slab CF Demi Bold" pitchFamily="2" charset="77"/>
              </a:defRPr>
            </a:lvl1pPr>
          </a:lstStyle>
          <a:p>
            <a:br>
              <a:rPr lang="en-US"/>
            </a:br>
            <a:br>
              <a:rPr lang="en-US"/>
            </a:br>
            <a:r>
              <a:rPr lang="en-US" err="1"/>
              <a:t>Titre</a:t>
            </a:r>
            <a:endParaRPr lang="en-US"/>
          </a:p>
        </p:txBody>
      </p:sp>
      <p:sp>
        <p:nvSpPr>
          <p:cNvPr id="6" name="Text Placeholder 12">
            <a:extLst>
              <a:ext uri="{FF2B5EF4-FFF2-40B4-BE49-F238E27FC236}">
                <a16:creationId xmlns:a16="http://schemas.microsoft.com/office/drawing/2014/main" id="{F57E83D3-5DC7-CC40-8CEF-5A831CCB86B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4537" y="4178603"/>
            <a:ext cx="5978136" cy="1885315"/>
          </a:xfrm>
        </p:spPr>
        <p:txBody>
          <a:bodyPr>
            <a:normAutofit/>
          </a:bodyPr>
          <a:lstStyle>
            <a:lvl1pPr marL="0" indent="0">
              <a:buNone/>
              <a:defRPr sz="2667" b="0" i="0">
                <a:solidFill>
                  <a:schemeClr val="tx2"/>
                </a:solidFill>
                <a:latin typeface="Visby CF" pitchFamily="2" charset="77"/>
              </a:defRPr>
            </a:lvl1pPr>
          </a:lstStyle>
          <a:p>
            <a:pPr lvl="0"/>
            <a:r>
              <a:rPr lang="en-US"/>
              <a:t>Sous-</a:t>
            </a:r>
            <a:r>
              <a:rPr lang="en-US" err="1"/>
              <a:t>titre</a:t>
            </a:r>
            <a:endParaRPr lang="en-US"/>
          </a:p>
        </p:txBody>
      </p:sp>
      <p:pic>
        <p:nvPicPr>
          <p:cNvPr id="10" name="Picture 9" descr="A close up of a sign&#10;&#10;Description automatically generated">
            <a:extLst>
              <a:ext uri="{FF2B5EF4-FFF2-40B4-BE49-F238E27FC236}">
                <a16:creationId xmlns:a16="http://schemas.microsoft.com/office/drawing/2014/main" id="{565FE128-B25A-2246-949C-DFF179096C9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883" y="427921"/>
            <a:ext cx="1562807" cy="1562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09487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92509" y="2126743"/>
            <a:ext cx="10915200" cy="3825587"/>
          </a:xfrm>
        </p:spPr>
        <p:txBody>
          <a:bodyPr/>
          <a:lstStyle>
            <a:lvl1pPr>
              <a:defRPr b="0" i="0">
                <a:latin typeface="Visby CF" pitchFamily="2" charset="77"/>
              </a:defRPr>
            </a:lvl1pPr>
            <a:lvl2pPr>
              <a:defRPr b="0" i="0">
                <a:latin typeface="Visby CF" pitchFamily="2" charset="77"/>
              </a:defRPr>
            </a:lvl2pPr>
            <a:lvl3pPr>
              <a:defRPr b="0" i="0">
                <a:latin typeface="Visby CF" pitchFamily="2" charset="77"/>
              </a:defRPr>
            </a:lvl3pPr>
            <a:lvl4pPr>
              <a:defRPr b="0" i="0">
                <a:latin typeface="Visby CF" pitchFamily="2" charset="77"/>
              </a:defRPr>
            </a:lvl4pPr>
            <a:lvl5pPr>
              <a:defRPr b="0" i="0">
                <a:latin typeface="Visby CF" pitchFamily="2" charset="77"/>
              </a:defRPr>
            </a:lvl5pPr>
          </a:lstStyle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  <a:endParaRPr lang="fr-CA" noProof="0"/>
          </a:p>
        </p:txBody>
      </p:sp>
      <p:sp>
        <p:nvSpPr>
          <p:cNvPr id="7" name="TextBox 6"/>
          <p:cNvSpPr txBox="1"/>
          <p:nvPr userDrawn="1"/>
        </p:nvSpPr>
        <p:spPr>
          <a:xfrm>
            <a:off x="461433" y="5718811"/>
            <a:ext cx="1219200" cy="1097280"/>
          </a:xfrm>
          <a:prstGeom prst="rect">
            <a:avLst/>
          </a:prstGeom>
        </p:spPr>
        <p:txBody>
          <a:bodyPr vert="horz" wrap="none" lIns="109728" tIns="54864" rIns="109728" bIns="54864" rtlCol="0">
            <a:normAutofit/>
          </a:bodyPr>
          <a:lstStyle/>
          <a:p>
            <a:pPr marL="185755" indent="-185755">
              <a:buClr>
                <a:schemeClr val="accent2"/>
              </a:buClr>
              <a:buSzPct val="125000"/>
              <a:buFont typeface="Arial" panose="020B0604020202020204" pitchFamily="34" charset="0"/>
              <a:buChar char="•"/>
            </a:pPr>
            <a:endParaRPr lang="fr-CA" sz="2004" noProof="0"/>
          </a:p>
        </p:txBody>
      </p:sp>
      <p:sp>
        <p:nvSpPr>
          <p:cNvPr id="11" name="Titre 1">
            <a:extLst>
              <a:ext uri="{FF2B5EF4-FFF2-40B4-BE49-F238E27FC236}">
                <a16:creationId xmlns:a16="http://schemas.microsoft.com/office/drawing/2014/main" id="{B80B1BCF-CD6C-E84F-90BB-05BEA3F2C6D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2509" y="302168"/>
            <a:ext cx="10915200" cy="987552"/>
          </a:xfrm>
        </p:spPr>
        <p:txBody>
          <a:bodyPr/>
          <a:lstStyle>
            <a:lvl1pPr>
              <a:defRPr sz="4000" b="1" i="0">
                <a:solidFill>
                  <a:schemeClr val="accent3"/>
                </a:solidFill>
                <a:latin typeface="Visby Slab CF Demi Bold" pitchFamily="2" charset="77"/>
              </a:defRPr>
            </a:lvl1pPr>
          </a:lstStyle>
          <a:p>
            <a:r>
              <a:rPr lang="fr-CA" noProof="0"/>
              <a:t>Click to </a:t>
            </a:r>
            <a:r>
              <a:rPr lang="fr-CA" noProof="0" err="1"/>
              <a:t>edit</a:t>
            </a:r>
            <a:r>
              <a:rPr lang="fr-CA" noProof="0"/>
              <a:t> </a:t>
            </a:r>
            <a:r>
              <a:rPr lang="fr-CA" noProof="0" err="1"/>
              <a:t>title</a:t>
            </a:r>
            <a:r>
              <a:rPr lang="fr-CA" noProof="0"/>
              <a:t> style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C464AAE5-5DAC-A240-98C4-F842ECA4972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92510" y="1139191"/>
            <a:ext cx="6991349" cy="576720"/>
          </a:xfrm>
        </p:spPr>
        <p:txBody>
          <a:bodyPr>
            <a:normAutofit/>
          </a:bodyPr>
          <a:lstStyle>
            <a:lvl1pPr>
              <a:defRPr sz="2133" b="1" i="0">
                <a:solidFill>
                  <a:srgbClr val="002060"/>
                </a:solidFill>
                <a:latin typeface="Visby CF Bold" pitchFamily="2" charset="77"/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5CCD79C-672A-61B0-B580-98FFDF24F8E9}"/>
              </a:ext>
            </a:extLst>
          </p:cNvPr>
          <p:cNvSpPr/>
          <p:nvPr userDrawn="1"/>
        </p:nvSpPr>
        <p:spPr>
          <a:xfrm rot="16200000">
            <a:off x="0" y="832983"/>
            <a:ext cx="194443" cy="19444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sz="240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359B664-BA8B-6545-1B6A-D590CD0B05E9}"/>
              </a:ext>
            </a:extLst>
          </p:cNvPr>
          <p:cNvSpPr/>
          <p:nvPr userDrawn="1"/>
        </p:nvSpPr>
        <p:spPr>
          <a:xfrm rot="16200000">
            <a:off x="-191139" y="447401"/>
            <a:ext cx="576720" cy="19444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sz="2400"/>
          </a:p>
        </p:txBody>
      </p:sp>
    </p:spTree>
    <p:extLst>
      <p:ext uri="{BB962C8B-B14F-4D97-AF65-F5344CB8AC3E}">
        <p14:creationId xmlns:p14="http://schemas.microsoft.com/office/powerpoint/2010/main" val="191902186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age 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466478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92509" y="2126744"/>
            <a:ext cx="5384800" cy="3897529"/>
          </a:xfrm>
        </p:spPr>
        <p:txBody>
          <a:bodyPr>
            <a:normAutofit/>
          </a:bodyPr>
          <a:lstStyle>
            <a:lvl1pPr>
              <a:defRPr sz="2004"/>
            </a:lvl1pPr>
            <a:lvl2pPr>
              <a:defRPr sz="2004"/>
            </a:lvl2pPr>
            <a:lvl3pPr>
              <a:defRPr sz="2004"/>
            </a:lvl3pPr>
            <a:lvl4pPr>
              <a:defRPr sz="2004"/>
            </a:lvl4pPr>
            <a:lvl5pPr>
              <a:defRPr sz="2004"/>
            </a:lvl5pPr>
            <a:lvl6pPr>
              <a:defRPr sz="2160"/>
            </a:lvl6pPr>
            <a:lvl7pPr>
              <a:defRPr sz="2160"/>
            </a:lvl7pPr>
            <a:lvl8pPr>
              <a:defRPr sz="2160"/>
            </a:lvl8pPr>
            <a:lvl9pPr>
              <a:defRPr sz="2160"/>
            </a:lvl9pPr>
          </a:lstStyle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  <a:endParaRPr lang="fr-CA" noProof="0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080509" y="2126744"/>
            <a:ext cx="5384800" cy="3897529"/>
          </a:xfrm>
        </p:spPr>
        <p:txBody>
          <a:bodyPr>
            <a:normAutofit/>
          </a:bodyPr>
          <a:lstStyle>
            <a:lvl1pPr>
              <a:defRPr sz="2004"/>
            </a:lvl1pPr>
            <a:lvl2pPr>
              <a:defRPr sz="2004"/>
            </a:lvl2pPr>
            <a:lvl3pPr>
              <a:defRPr sz="2004"/>
            </a:lvl3pPr>
            <a:lvl4pPr>
              <a:defRPr sz="2004"/>
            </a:lvl4pPr>
            <a:lvl5pPr>
              <a:defRPr sz="2004"/>
            </a:lvl5pPr>
            <a:lvl6pPr>
              <a:defRPr sz="2160"/>
            </a:lvl6pPr>
            <a:lvl7pPr>
              <a:defRPr sz="2160"/>
            </a:lvl7pPr>
            <a:lvl8pPr>
              <a:defRPr sz="2160"/>
            </a:lvl8pPr>
            <a:lvl9pPr>
              <a:defRPr sz="2160"/>
            </a:lvl9pPr>
          </a:lstStyle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  <a:endParaRPr lang="fr-CA" noProof="0"/>
          </a:p>
        </p:txBody>
      </p:sp>
      <p:sp>
        <p:nvSpPr>
          <p:cNvPr id="6" name="Titre 1">
            <a:extLst>
              <a:ext uri="{FF2B5EF4-FFF2-40B4-BE49-F238E27FC236}">
                <a16:creationId xmlns:a16="http://schemas.microsoft.com/office/drawing/2014/main" id="{5DC87F9A-0B14-5044-A85E-4048F6B5FF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2509" y="302168"/>
            <a:ext cx="10915200" cy="987552"/>
          </a:xfrm>
        </p:spPr>
        <p:txBody>
          <a:bodyPr/>
          <a:lstStyle>
            <a:lvl1pPr>
              <a:defRPr sz="4000">
                <a:solidFill>
                  <a:schemeClr val="accent3"/>
                </a:solidFill>
              </a:defRPr>
            </a:lvl1pPr>
          </a:lstStyle>
          <a:p>
            <a:r>
              <a:rPr lang="fr-CA" noProof="0"/>
              <a:t>Click to </a:t>
            </a:r>
            <a:r>
              <a:rPr lang="fr-CA" noProof="0" err="1"/>
              <a:t>edit</a:t>
            </a:r>
            <a:r>
              <a:rPr lang="fr-CA" noProof="0"/>
              <a:t> </a:t>
            </a:r>
            <a:r>
              <a:rPr lang="fr-CA" noProof="0" err="1"/>
              <a:t>title</a:t>
            </a:r>
            <a:r>
              <a:rPr lang="fr-CA" noProof="0"/>
              <a:t> style</a:t>
            </a:r>
          </a:p>
        </p:txBody>
      </p:sp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9EF46E6C-4B7F-3C48-9C35-05A21075958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92510" y="1139191"/>
            <a:ext cx="6991349" cy="576720"/>
          </a:xfrm>
        </p:spPr>
        <p:txBody>
          <a:bodyPr>
            <a:normAutofit/>
          </a:bodyPr>
          <a:lstStyle>
            <a:lvl1pPr>
              <a:defRPr sz="2133" b="1">
                <a:solidFill>
                  <a:srgbClr val="002060"/>
                </a:solidFill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54753996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92510" y="2126743"/>
            <a:ext cx="5386917" cy="639763"/>
          </a:xfrm>
        </p:spPr>
        <p:txBody>
          <a:bodyPr anchor="b">
            <a:noAutofit/>
          </a:bodyPr>
          <a:lstStyle>
            <a:lvl1pPr marL="0" indent="0">
              <a:buNone/>
              <a:defRPr sz="1800" b="1" cap="all" baseline="0"/>
            </a:lvl1pPr>
            <a:lvl2pPr marL="548626" indent="0">
              <a:buNone/>
              <a:defRPr sz="2400" b="1"/>
            </a:lvl2pPr>
            <a:lvl3pPr marL="1097253" indent="0">
              <a:buNone/>
              <a:defRPr sz="2160" b="1"/>
            </a:lvl3pPr>
            <a:lvl4pPr marL="1645879" indent="0">
              <a:buNone/>
              <a:defRPr sz="1920" b="1"/>
            </a:lvl4pPr>
            <a:lvl5pPr marL="2194505" indent="0">
              <a:buNone/>
              <a:defRPr sz="1920" b="1"/>
            </a:lvl5pPr>
            <a:lvl6pPr marL="2743131" indent="0">
              <a:buNone/>
              <a:defRPr sz="1920" b="1"/>
            </a:lvl6pPr>
            <a:lvl7pPr marL="3291758" indent="0">
              <a:buNone/>
              <a:defRPr sz="1920" b="1"/>
            </a:lvl7pPr>
            <a:lvl8pPr marL="3840384" indent="0">
              <a:buNone/>
              <a:defRPr sz="1920" b="1"/>
            </a:lvl8pPr>
            <a:lvl9pPr marL="4389010" indent="0">
              <a:buNone/>
              <a:defRPr sz="1920" b="1"/>
            </a:lvl9pPr>
          </a:lstStyle>
          <a:p>
            <a:pPr lvl="0"/>
            <a:r>
              <a:rPr lang="fr-FR" noProof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92510" y="2766505"/>
            <a:ext cx="5386917" cy="3265488"/>
          </a:xfrm>
        </p:spPr>
        <p:txBody>
          <a:bodyPr>
            <a:normAutofit/>
          </a:bodyPr>
          <a:lstStyle>
            <a:lvl1pPr>
              <a:defRPr sz="2004"/>
            </a:lvl1pPr>
            <a:lvl2pPr>
              <a:defRPr sz="2004"/>
            </a:lvl2pPr>
            <a:lvl3pPr>
              <a:defRPr sz="2004"/>
            </a:lvl3pPr>
            <a:lvl4pPr>
              <a:defRPr sz="2004"/>
            </a:lvl4pPr>
            <a:lvl5pPr>
              <a:defRPr sz="2004"/>
            </a:lvl5pPr>
            <a:lvl6pPr>
              <a:defRPr sz="1920"/>
            </a:lvl6pPr>
            <a:lvl7pPr>
              <a:defRPr sz="1920"/>
            </a:lvl7pPr>
            <a:lvl8pPr>
              <a:defRPr sz="1920"/>
            </a:lvl8pPr>
            <a:lvl9pPr>
              <a:defRPr sz="1920"/>
            </a:lvl9pPr>
          </a:lstStyle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  <a:endParaRPr lang="fr-CA" noProof="0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076280" y="2126743"/>
            <a:ext cx="5389033" cy="639763"/>
          </a:xfrm>
        </p:spPr>
        <p:txBody>
          <a:bodyPr anchor="b">
            <a:noAutofit/>
          </a:bodyPr>
          <a:lstStyle>
            <a:lvl1pPr marL="0" indent="0">
              <a:buNone/>
              <a:defRPr sz="1800" b="1" cap="all" baseline="0"/>
            </a:lvl1pPr>
            <a:lvl2pPr marL="548626" indent="0">
              <a:buNone/>
              <a:defRPr sz="2400" b="1"/>
            </a:lvl2pPr>
            <a:lvl3pPr marL="1097253" indent="0">
              <a:buNone/>
              <a:defRPr sz="2160" b="1"/>
            </a:lvl3pPr>
            <a:lvl4pPr marL="1645879" indent="0">
              <a:buNone/>
              <a:defRPr sz="1920" b="1"/>
            </a:lvl4pPr>
            <a:lvl5pPr marL="2194505" indent="0">
              <a:buNone/>
              <a:defRPr sz="1920" b="1"/>
            </a:lvl5pPr>
            <a:lvl6pPr marL="2743131" indent="0">
              <a:buNone/>
              <a:defRPr sz="1920" b="1"/>
            </a:lvl6pPr>
            <a:lvl7pPr marL="3291758" indent="0">
              <a:buNone/>
              <a:defRPr sz="1920" b="1"/>
            </a:lvl7pPr>
            <a:lvl8pPr marL="3840384" indent="0">
              <a:buNone/>
              <a:defRPr sz="1920" b="1"/>
            </a:lvl8pPr>
            <a:lvl9pPr marL="4389010" indent="0">
              <a:buNone/>
              <a:defRPr sz="1920" b="1"/>
            </a:lvl9pPr>
          </a:lstStyle>
          <a:p>
            <a:pPr lvl="0"/>
            <a:r>
              <a:rPr lang="fr-FR" noProof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076280" y="2766505"/>
            <a:ext cx="5389033" cy="3265488"/>
          </a:xfrm>
        </p:spPr>
        <p:txBody>
          <a:bodyPr>
            <a:normAutofit/>
          </a:bodyPr>
          <a:lstStyle>
            <a:lvl1pPr>
              <a:defRPr sz="2004"/>
            </a:lvl1pPr>
            <a:lvl2pPr>
              <a:defRPr sz="2004"/>
            </a:lvl2pPr>
            <a:lvl3pPr>
              <a:defRPr sz="2004"/>
            </a:lvl3pPr>
            <a:lvl4pPr>
              <a:defRPr sz="2004"/>
            </a:lvl4pPr>
            <a:lvl5pPr>
              <a:defRPr sz="2004"/>
            </a:lvl5pPr>
            <a:lvl6pPr>
              <a:defRPr sz="1920"/>
            </a:lvl6pPr>
            <a:lvl7pPr>
              <a:defRPr sz="1920"/>
            </a:lvl7pPr>
            <a:lvl8pPr>
              <a:defRPr sz="1920"/>
            </a:lvl8pPr>
            <a:lvl9pPr>
              <a:defRPr sz="1920"/>
            </a:lvl9pPr>
          </a:lstStyle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  <a:endParaRPr lang="fr-CA" noProof="0"/>
          </a:p>
        </p:txBody>
      </p:sp>
      <p:sp>
        <p:nvSpPr>
          <p:cNvPr id="8" name="Titre 1">
            <a:extLst>
              <a:ext uri="{FF2B5EF4-FFF2-40B4-BE49-F238E27FC236}">
                <a16:creationId xmlns:a16="http://schemas.microsoft.com/office/drawing/2014/main" id="{774571B3-8C99-AF4B-A06D-5BCDBDA555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2509" y="302168"/>
            <a:ext cx="10915200" cy="987552"/>
          </a:xfrm>
        </p:spPr>
        <p:txBody>
          <a:bodyPr/>
          <a:lstStyle>
            <a:lvl1pPr>
              <a:defRPr sz="4000">
                <a:solidFill>
                  <a:schemeClr val="accent3"/>
                </a:solidFill>
              </a:defRPr>
            </a:lvl1pPr>
          </a:lstStyle>
          <a:p>
            <a:r>
              <a:rPr lang="fr-CA" noProof="0"/>
              <a:t>Click to </a:t>
            </a:r>
            <a:r>
              <a:rPr lang="fr-CA" noProof="0" err="1"/>
              <a:t>edit</a:t>
            </a:r>
            <a:r>
              <a:rPr lang="fr-CA" noProof="0"/>
              <a:t> </a:t>
            </a:r>
            <a:r>
              <a:rPr lang="fr-CA" noProof="0" err="1"/>
              <a:t>title</a:t>
            </a:r>
            <a:r>
              <a:rPr lang="fr-CA" noProof="0"/>
              <a:t> style</a:t>
            </a:r>
          </a:p>
        </p:txBody>
      </p:sp>
      <p:sp>
        <p:nvSpPr>
          <p:cNvPr id="9" name="Text Placeholder 14">
            <a:extLst>
              <a:ext uri="{FF2B5EF4-FFF2-40B4-BE49-F238E27FC236}">
                <a16:creationId xmlns:a16="http://schemas.microsoft.com/office/drawing/2014/main" id="{6C4B472A-7EF1-4148-BA9C-E519EA28DFD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92510" y="1139191"/>
            <a:ext cx="6991349" cy="576720"/>
          </a:xfrm>
        </p:spPr>
        <p:txBody>
          <a:bodyPr>
            <a:normAutofit/>
          </a:bodyPr>
          <a:lstStyle>
            <a:lvl1pPr>
              <a:defRPr sz="2133" b="1">
                <a:solidFill>
                  <a:srgbClr val="002060"/>
                </a:solidFill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91180399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sitting, computer, laptop, game&#10;&#10;Description automatically generated">
            <a:extLst>
              <a:ext uri="{FF2B5EF4-FFF2-40B4-BE49-F238E27FC236}">
                <a16:creationId xmlns:a16="http://schemas.microsoft.com/office/drawing/2014/main" id="{9D41478B-8AD6-D542-8657-FAEFBD0F236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re 1">
            <a:extLst>
              <a:ext uri="{FF2B5EF4-FFF2-40B4-BE49-F238E27FC236}">
                <a16:creationId xmlns:a16="http://schemas.microsoft.com/office/drawing/2014/main" id="{D53DE90F-EE13-BE4E-8537-0BF93F44AB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2509" y="302168"/>
            <a:ext cx="10915200" cy="987552"/>
          </a:xfrm>
        </p:spPr>
        <p:txBody>
          <a:bodyPr/>
          <a:lstStyle>
            <a:lvl1pPr>
              <a:defRPr sz="4000">
                <a:solidFill>
                  <a:schemeClr val="accent1"/>
                </a:solidFill>
              </a:defRPr>
            </a:lvl1pPr>
          </a:lstStyle>
          <a:p>
            <a:r>
              <a:rPr lang="fr-CA" noProof="0"/>
              <a:t>Click to </a:t>
            </a:r>
            <a:r>
              <a:rPr lang="fr-CA" noProof="0" err="1"/>
              <a:t>edit</a:t>
            </a:r>
            <a:r>
              <a:rPr lang="fr-CA" noProof="0"/>
              <a:t> </a:t>
            </a:r>
            <a:r>
              <a:rPr lang="fr-CA" noProof="0" err="1"/>
              <a:t>title</a:t>
            </a:r>
            <a:r>
              <a:rPr lang="fr-CA" noProof="0"/>
              <a:t> style</a:t>
            </a:r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453A668A-512D-B24E-A0FF-F58D1ABCA06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92510" y="1139191"/>
            <a:ext cx="6991349" cy="576720"/>
          </a:xfrm>
        </p:spPr>
        <p:txBody>
          <a:bodyPr>
            <a:normAutofit/>
          </a:bodyPr>
          <a:lstStyle>
            <a:lvl1pPr>
              <a:defRPr sz="2133" b="1">
                <a:solidFill>
                  <a:srgbClr val="002060"/>
                </a:solidFill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0F4BC23-4785-1690-BCC4-506746ADE516}"/>
              </a:ext>
            </a:extLst>
          </p:cNvPr>
          <p:cNvSpPr/>
          <p:nvPr userDrawn="1"/>
        </p:nvSpPr>
        <p:spPr>
          <a:xfrm rot="16200000">
            <a:off x="0" y="832983"/>
            <a:ext cx="194443" cy="19444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sz="240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121AB4C-33E0-5FB1-B4E5-64FCD3F84235}"/>
              </a:ext>
            </a:extLst>
          </p:cNvPr>
          <p:cNvSpPr/>
          <p:nvPr userDrawn="1"/>
        </p:nvSpPr>
        <p:spPr>
          <a:xfrm rot="16200000">
            <a:off x="-191139" y="447401"/>
            <a:ext cx="576720" cy="19444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sz="2400"/>
          </a:p>
        </p:txBody>
      </p:sp>
    </p:spTree>
    <p:extLst>
      <p:ext uri="{BB962C8B-B14F-4D97-AF65-F5344CB8AC3E}">
        <p14:creationId xmlns:p14="http://schemas.microsoft.com/office/powerpoint/2010/main" val="412825354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601309" y="2126743"/>
            <a:ext cx="6796800" cy="3913531"/>
          </a:xfrm>
        </p:spPr>
        <p:txBody>
          <a:bodyPr>
            <a:normAutofit/>
          </a:bodyPr>
          <a:lstStyle>
            <a:lvl1pPr>
              <a:defRPr sz="2004"/>
            </a:lvl1pPr>
            <a:lvl2pPr>
              <a:defRPr sz="2004"/>
            </a:lvl2pPr>
            <a:lvl3pPr>
              <a:defRPr sz="2004"/>
            </a:lvl3pPr>
            <a:lvl4pPr>
              <a:defRPr sz="2004"/>
            </a:lvl4pPr>
            <a:lvl5pPr>
              <a:defRPr sz="2004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  <a:endParaRPr lang="fr-CA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92509" y="2126743"/>
            <a:ext cx="3984000" cy="3913531"/>
          </a:xfrm>
        </p:spPr>
        <p:txBody>
          <a:bodyPr>
            <a:normAutofit/>
          </a:bodyPr>
          <a:lstStyle>
            <a:lvl1pPr marL="0" indent="0">
              <a:buNone/>
              <a:defRPr sz="1800" b="1" cap="all" baseline="0"/>
            </a:lvl1pPr>
            <a:lvl2pPr marL="548626" indent="0">
              <a:buNone/>
              <a:defRPr sz="1440"/>
            </a:lvl2pPr>
            <a:lvl3pPr marL="1097253" indent="0">
              <a:buNone/>
              <a:defRPr sz="1200"/>
            </a:lvl3pPr>
            <a:lvl4pPr marL="1645879" indent="0">
              <a:buNone/>
              <a:defRPr sz="1080"/>
            </a:lvl4pPr>
            <a:lvl5pPr marL="2194505" indent="0">
              <a:buNone/>
              <a:defRPr sz="1080"/>
            </a:lvl5pPr>
            <a:lvl6pPr marL="2743131" indent="0">
              <a:buNone/>
              <a:defRPr sz="1080"/>
            </a:lvl6pPr>
            <a:lvl7pPr marL="3291758" indent="0">
              <a:buNone/>
              <a:defRPr sz="1080"/>
            </a:lvl7pPr>
            <a:lvl8pPr marL="3840384" indent="0">
              <a:buNone/>
              <a:defRPr sz="1080"/>
            </a:lvl8pPr>
            <a:lvl9pPr marL="4389010" indent="0">
              <a:buNone/>
              <a:defRPr sz="1080"/>
            </a:lvl9pPr>
          </a:lstStyle>
          <a:p>
            <a:pPr lvl="0"/>
            <a:r>
              <a:rPr lang="fr-FR" noProof="0"/>
              <a:t>Cliquez pour modifier les styles du texte du masque</a:t>
            </a:r>
          </a:p>
        </p:txBody>
      </p:sp>
      <p:sp>
        <p:nvSpPr>
          <p:cNvPr id="7" name="Titre 1">
            <a:extLst>
              <a:ext uri="{FF2B5EF4-FFF2-40B4-BE49-F238E27FC236}">
                <a16:creationId xmlns:a16="http://schemas.microsoft.com/office/drawing/2014/main" id="{58858A58-66D0-B848-B566-D94130F6808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2509" y="302168"/>
            <a:ext cx="10915200" cy="987552"/>
          </a:xfrm>
        </p:spPr>
        <p:txBody>
          <a:bodyPr/>
          <a:lstStyle>
            <a:lvl1pPr>
              <a:defRPr sz="4000">
                <a:solidFill>
                  <a:schemeClr val="accent1"/>
                </a:solidFill>
              </a:defRPr>
            </a:lvl1pPr>
          </a:lstStyle>
          <a:p>
            <a:r>
              <a:rPr lang="fr-CA" noProof="0"/>
              <a:t>Click to </a:t>
            </a:r>
            <a:r>
              <a:rPr lang="fr-CA" noProof="0" err="1"/>
              <a:t>edit</a:t>
            </a:r>
            <a:r>
              <a:rPr lang="fr-CA" noProof="0"/>
              <a:t> </a:t>
            </a:r>
            <a:r>
              <a:rPr lang="fr-CA" noProof="0" err="1"/>
              <a:t>title</a:t>
            </a:r>
            <a:r>
              <a:rPr lang="fr-CA" noProof="0"/>
              <a:t> style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4F34D983-8FC4-6B4C-A271-28E076618E5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92510" y="1139191"/>
            <a:ext cx="6991349" cy="576720"/>
          </a:xfrm>
        </p:spPr>
        <p:txBody>
          <a:bodyPr>
            <a:normAutofit/>
          </a:bodyPr>
          <a:lstStyle>
            <a:lvl1pPr>
              <a:defRPr sz="2133" b="1">
                <a:solidFill>
                  <a:srgbClr val="002060"/>
                </a:solidFill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373805395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vec sous-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492509" y="2791850"/>
            <a:ext cx="10905600" cy="3240717"/>
          </a:xfrm>
        </p:spPr>
        <p:txBody>
          <a:bodyPr>
            <a:normAutofit/>
          </a:bodyPr>
          <a:lstStyle>
            <a:lvl1pPr marL="0" indent="0">
              <a:buNone/>
              <a:defRPr sz="2004"/>
            </a:lvl1pPr>
            <a:lvl2pPr marL="548626" indent="0">
              <a:buNone/>
              <a:defRPr sz="3360"/>
            </a:lvl2pPr>
            <a:lvl3pPr marL="1097253" indent="0">
              <a:buNone/>
              <a:defRPr sz="2880"/>
            </a:lvl3pPr>
            <a:lvl4pPr marL="1645879" indent="0">
              <a:buNone/>
              <a:defRPr sz="2400"/>
            </a:lvl4pPr>
            <a:lvl5pPr marL="2194505" indent="0">
              <a:buNone/>
              <a:defRPr sz="2400"/>
            </a:lvl5pPr>
            <a:lvl6pPr marL="2743131" indent="0">
              <a:buNone/>
              <a:defRPr sz="2400"/>
            </a:lvl6pPr>
            <a:lvl7pPr marL="3291758" indent="0">
              <a:buNone/>
              <a:defRPr sz="2400"/>
            </a:lvl7pPr>
            <a:lvl8pPr marL="3840384" indent="0">
              <a:buNone/>
              <a:defRPr sz="2400"/>
            </a:lvl8pPr>
            <a:lvl9pPr marL="4389010" indent="0">
              <a:buNone/>
              <a:defRPr sz="2400"/>
            </a:lvl9pPr>
          </a:lstStyle>
          <a:p>
            <a:r>
              <a:rPr lang="fr-FR" noProof="0"/>
              <a:t>Cliquez sur l'icône pour ajouter une image</a:t>
            </a:r>
            <a:endParaRPr lang="fr-CA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92509" y="2135209"/>
            <a:ext cx="10905600" cy="626400"/>
          </a:xfrm>
        </p:spPr>
        <p:txBody>
          <a:bodyPr>
            <a:normAutofit/>
          </a:bodyPr>
          <a:lstStyle>
            <a:lvl1pPr marL="0" indent="0">
              <a:buNone/>
              <a:defRPr sz="1800" b="1" cap="all" baseline="0"/>
            </a:lvl1pPr>
            <a:lvl2pPr marL="548626" indent="0">
              <a:buNone/>
              <a:defRPr sz="1440"/>
            </a:lvl2pPr>
            <a:lvl3pPr marL="1097253" indent="0">
              <a:buNone/>
              <a:defRPr sz="1200"/>
            </a:lvl3pPr>
            <a:lvl4pPr marL="1645879" indent="0">
              <a:buNone/>
              <a:defRPr sz="1080"/>
            </a:lvl4pPr>
            <a:lvl5pPr marL="2194505" indent="0">
              <a:buNone/>
              <a:defRPr sz="1080"/>
            </a:lvl5pPr>
            <a:lvl6pPr marL="2743131" indent="0">
              <a:buNone/>
              <a:defRPr sz="1080"/>
            </a:lvl6pPr>
            <a:lvl7pPr marL="3291758" indent="0">
              <a:buNone/>
              <a:defRPr sz="1080"/>
            </a:lvl7pPr>
            <a:lvl8pPr marL="3840384" indent="0">
              <a:buNone/>
              <a:defRPr sz="1080"/>
            </a:lvl8pPr>
            <a:lvl9pPr marL="4389010" indent="0">
              <a:buNone/>
              <a:defRPr sz="1080"/>
            </a:lvl9pPr>
          </a:lstStyle>
          <a:p>
            <a:pPr lvl="0"/>
            <a:r>
              <a:rPr lang="fr-FR" noProof="0"/>
              <a:t>Cliquez pour modifier les styles du texte du masque</a:t>
            </a:r>
          </a:p>
        </p:txBody>
      </p:sp>
      <p:sp>
        <p:nvSpPr>
          <p:cNvPr id="6" name="Titre 1">
            <a:extLst>
              <a:ext uri="{FF2B5EF4-FFF2-40B4-BE49-F238E27FC236}">
                <a16:creationId xmlns:a16="http://schemas.microsoft.com/office/drawing/2014/main" id="{31F822D9-3DEC-3047-80E7-91FEF03ADE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2509" y="302168"/>
            <a:ext cx="10915200" cy="987552"/>
          </a:xfrm>
        </p:spPr>
        <p:txBody>
          <a:bodyPr/>
          <a:lstStyle>
            <a:lvl1pPr>
              <a:defRPr sz="4000">
                <a:solidFill>
                  <a:schemeClr val="accent1"/>
                </a:solidFill>
              </a:defRPr>
            </a:lvl1pPr>
          </a:lstStyle>
          <a:p>
            <a:r>
              <a:rPr lang="fr-CA" noProof="0"/>
              <a:t>Click to </a:t>
            </a:r>
            <a:r>
              <a:rPr lang="fr-CA" noProof="0" err="1"/>
              <a:t>edit</a:t>
            </a:r>
            <a:r>
              <a:rPr lang="fr-CA" noProof="0"/>
              <a:t> </a:t>
            </a:r>
            <a:r>
              <a:rPr lang="fr-CA" noProof="0" err="1"/>
              <a:t>title</a:t>
            </a:r>
            <a:r>
              <a:rPr lang="fr-CA" noProof="0"/>
              <a:t> style</a:t>
            </a:r>
          </a:p>
        </p:txBody>
      </p:sp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012413CD-0402-DF4B-B461-41211EB387C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92510" y="1139191"/>
            <a:ext cx="6991349" cy="576720"/>
          </a:xfrm>
        </p:spPr>
        <p:txBody>
          <a:bodyPr>
            <a:normAutofit/>
          </a:bodyPr>
          <a:lstStyle>
            <a:lvl1pPr>
              <a:defRPr sz="2133" b="1">
                <a:solidFill>
                  <a:srgbClr val="002060"/>
                </a:solidFill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16100866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du contenu 2">
            <a:extLst>
              <a:ext uri="{FF2B5EF4-FFF2-40B4-BE49-F238E27FC236}">
                <a16:creationId xmlns:a16="http://schemas.microsoft.com/office/drawing/2014/main" id="{A4852420-8753-0547-A124-EA1822DD27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2509" y="2126743"/>
            <a:ext cx="10915200" cy="3825587"/>
          </a:xfrm>
        </p:spPr>
        <p:txBody>
          <a:bodyPr/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  <a:endParaRPr lang="fr-CA" noProof="0"/>
          </a:p>
        </p:txBody>
      </p:sp>
      <p:sp>
        <p:nvSpPr>
          <p:cNvPr id="8" name="Titre 1">
            <a:extLst>
              <a:ext uri="{FF2B5EF4-FFF2-40B4-BE49-F238E27FC236}">
                <a16:creationId xmlns:a16="http://schemas.microsoft.com/office/drawing/2014/main" id="{1A0E864F-8F4A-CC42-8321-8A205C5B03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2509" y="302168"/>
            <a:ext cx="10915200" cy="987552"/>
          </a:xfrm>
        </p:spPr>
        <p:txBody>
          <a:bodyPr/>
          <a:lstStyle>
            <a:lvl1pPr>
              <a:defRPr sz="4000">
                <a:solidFill>
                  <a:schemeClr val="accent1"/>
                </a:solidFill>
              </a:defRPr>
            </a:lvl1pPr>
          </a:lstStyle>
          <a:p>
            <a:r>
              <a:rPr lang="fr-CA" noProof="0"/>
              <a:t>Click to </a:t>
            </a:r>
            <a:r>
              <a:rPr lang="fr-CA" noProof="0" err="1"/>
              <a:t>edit</a:t>
            </a:r>
            <a:r>
              <a:rPr lang="fr-CA" noProof="0"/>
              <a:t> </a:t>
            </a:r>
            <a:r>
              <a:rPr lang="fr-CA" noProof="0" err="1"/>
              <a:t>title</a:t>
            </a:r>
            <a:r>
              <a:rPr lang="fr-CA" noProof="0"/>
              <a:t> style</a:t>
            </a:r>
          </a:p>
        </p:txBody>
      </p:sp>
      <p:sp>
        <p:nvSpPr>
          <p:cNvPr id="9" name="Text Placeholder 14">
            <a:extLst>
              <a:ext uri="{FF2B5EF4-FFF2-40B4-BE49-F238E27FC236}">
                <a16:creationId xmlns:a16="http://schemas.microsoft.com/office/drawing/2014/main" id="{0D22B6CC-C7ED-5745-BD28-3822207DE77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92510" y="1139191"/>
            <a:ext cx="6991349" cy="576720"/>
          </a:xfrm>
        </p:spPr>
        <p:txBody>
          <a:bodyPr>
            <a:normAutofit/>
          </a:bodyPr>
          <a:lstStyle>
            <a:lvl1pPr>
              <a:defRPr sz="2133" b="1">
                <a:solidFill>
                  <a:srgbClr val="002060"/>
                </a:solidFill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189700056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1">
            <a:extLst>
              <a:ext uri="{FF2B5EF4-FFF2-40B4-BE49-F238E27FC236}">
                <a16:creationId xmlns:a16="http://schemas.microsoft.com/office/drawing/2014/main" id="{1AD97A31-589D-5648-AA82-BCBA4A39247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2509" y="302168"/>
            <a:ext cx="10915200" cy="987552"/>
          </a:xfrm>
        </p:spPr>
        <p:txBody>
          <a:bodyPr/>
          <a:lstStyle>
            <a:lvl1pPr>
              <a:defRPr sz="4000">
                <a:solidFill>
                  <a:schemeClr val="accent1"/>
                </a:solidFill>
              </a:defRPr>
            </a:lvl1pPr>
          </a:lstStyle>
          <a:p>
            <a:r>
              <a:rPr lang="fr-CA" noProof="0"/>
              <a:t>Click to </a:t>
            </a:r>
            <a:r>
              <a:rPr lang="fr-CA" noProof="0" err="1"/>
              <a:t>edit</a:t>
            </a:r>
            <a:r>
              <a:rPr lang="fr-CA" noProof="0"/>
              <a:t> </a:t>
            </a:r>
            <a:r>
              <a:rPr lang="fr-CA" noProof="0" err="1"/>
              <a:t>title</a:t>
            </a:r>
            <a:r>
              <a:rPr lang="fr-CA" noProof="0"/>
              <a:t> style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2CC07A2E-488D-9643-9E9E-69C3CB294B7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92510" y="1139191"/>
            <a:ext cx="6991349" cy="576720"/>
          </a:xfrm>
        </p:spPr>
        <p:txBody>
          <a:bodyPr>
            <a:normAutofit/>
          </a:bodyPr>
          <a:lstStyle>
            <a:lvl1pPr>
              <a:defRPr sz="2133" b="1">
                <a:solidFill>
                  <a:srgbClr val="002060"/>
                </a:solidFill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65484884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495BECF-9B91-45B8-B4E7-71F25E612F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4800">
                <a:solidFill>
                  <a:srgbClr val="203864"/>
                </a:solidFill>
                <a:latin typeface="Visby Slab CF Heavy" panose="00000A00000000000000" pitchFamily="50" charset="0"/>
              </a:defRPr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F449BEA6-82C1-4CA4-9D5F-B4C1E31064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7208662" cy="1655762"/>
          </a:xfrm>
        </p:spPr>
        <p:txBody>
          <a:bodyPr/>
          <a:lstStyle>
            <a:lvl1pPr marL="0" indent="0" algn="l">
              <a:buNone/>
              <a:defRPr sz="2400">
                <a:latin typeface="Visby CF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2ED4691-0A4D-434C-8BF0-365FF340A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1EE63-599B-4F40-876A-C3F41FADE508}" type="datetime1">
              <a:rPr lang="fr-CA" smtClean="0"/>
              <a:t>2026-09-08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C802B9F-6DBA-488F-84CF-568F926F95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298DF1A-E6D3-486E-8E29-D212F66F4115}"/>
              </a:ext>
            </a:extLst>
          </p:cNvPr>
          <p:cNvSpPr/>
          <p:nvPr userDrawn="1"/>
        </p:nvSpPr>
        <p:spPr>
          <a:xfrm>
            <a:off x="5677786" y="5349875"/>
            <a:ext cx="6514214" cy="1508125"/>
          </a:xfrm>
          <a:prstGeom prst="rect">
            <a:avLst/>
          </a:prstGeom>
          <a:solidFill>
            <a:srgbClr val="888B8D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pic>
        <p:nvPicPr>
          <p:cNvPr id="2050" name="Picture 2" descr="HEC Montréal | Ashoka U">
            <a:extLst>
              <a:ext uri="{FF2B5EF4-FFF2-40B4-BE49-F238E27FC236}">
                <a16:creationId xmlns:a16="http://schemas.microsoft.com/office/drawing/2014/main" id="{8F2C9BC7-3173-4890-BB81-F0353DD5EF4A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360" t="13983" r="14477" b="14854"/>
          <a:stretch/>
        </p:blipFill>
        <p:spPr bwMode="auto">
          <a:xfrm>
            <a:off x="8732662" y="3878526"/>
            <a:ext cx="2986820" cy="29868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62C8A807-E98A-4582-B2A6-42B51C0E2655}"/>
              </a:ext>
            </a:extLst>
          </p:cNvPr>
          <p:cNvSpPr/>
          <p:nvPr userDrawn="1"/>
        </p:nvSpPr>
        <p:spPr>
          <a:xfrm>
            <a:off x="0" y="0"/>
            <a:ext cx="472518" cy="2986820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EDEF1BA-B4FB-ACFD-6A79-0E1CE0C8860E}"/>
              </a:ext>
            </a:extLst>
          </p:cNvPr>
          <p:cNvSpPr/>
          <p:nvPr userDrawn="1"/>
        </p:nvSpPr>
        <p:spPr>
          <a:xfrm>
            <a:off x="0" y="2725615"/>
            <a:ext cx="472518" cy="471600"/>
          </a:xfrm>
          <a:prstGeom prst="rect">
            <a:avLst/>
          </a:prstGeom>
          <a:solidFill>
            <a:srgbClr val="203864"/>
          </a:solidFill>
          <a:ln>
            <a:solidFill>
              <a:srgbClr val="20386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80988579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Page 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662443F0-DC2E-3B56-D5E8-926C32A777AE}"/>
              </a:ext>
            </a:extLst>
          </p:cNvPr>
          <p:cNvSpPr txBox="1"/>
          <p:nvPr userDrawn="1">
            <p:custDataLst>
              <p:tags r:id="rId1"/>
            </p:custDataLst>
          </p:nvPr>
        </p:nvSpPr>
        <p:spPr>
          <a:xfrm>
            <a:off x="-245807" y="6300024"/>
            <a:ext cx="12683615" cy="1219200"/>
          </a:xfrm>
          <a:prstGeom prst="rect">
            <a:avLst/>
          </a:prstGeom>
        </p:spPr>
        <p:txBody>
          <a:bodyPr vert="horz" wrap="none" lIns="121920" tIns="60960" rIns="121920" bIns="60960" rtlCol="0">
            <a:norm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9C6"/>
              </a:buClr>
              <a:buSzPct val="125000"/>
              <a:buFontTx/>
              <a:buNone/>
              <a:tabLst/>
              <a:defRPr/>
            </a:pPr>
            <a:r>
              <a:rPr kumimoji="0" lang="fr-CA" sz="5400" b="0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Visby CF Bold" pitchFamily="50" charset="0"/>
                <a:ea typeface="+mn-ea"/>
                <a:cs typeface="+mn-cs"/>
              </a:rPr>
              <a:t>Mobiliser les technologies numériques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BF38810-CD83-4A71-7D30-7FAC17F97E61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4634891"/>
            <a:ext cx="8760541" cy="720000"/>
          </a:xfrm>
          <a:prstGeom prst="rect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CA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E4DDCA0-01DD-E3DC-723A-8EE932071EE2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8760541" y="4634891"/>
            <a:ext cx="720000" cy="720000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CA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3" name="Titre 4">
            <a:extLst>
              <a:ext uri="{FF2B5EF4-FFF2-40B4-BE49-F238E27FC236}">
                <a16:creationId xmlns:a16="http://schemas.microsoft.com/office/drawing/2014/main" id="{CFC22666-9781-1D5E-6E14-F7A7F692FE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9428" y="984738"/>
            <a:ext cx="10915200" cy="1971634"/>
          </a:xfrm>
        </p:spPr>
        <p:txBody>
          <a:bodyPr/>
          <a:lstStyle>
            <a:lvl1pPr>
              <a:defRPr kumimoji="0" lang="fr-CA" sz="7200" b="0" i="0" u="none" strike="noStrike" kern="1200" cap="none" spc="0" normalizeH="0" baseline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Visby Slab CF Bold" panose="00000800000000000000" pitchFamily="50" charset="0"/>
                <a:ea typeface="+mn-ea"/>
                <a:cs typeface="+mn-cs"/>
              </a:defRPr>
            </a:lvl1pPr>
          </a:lstStyle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9C6"/>
              </a:buClr>
              <a:buSzPct val="125000"/>
              <a:buFontTx/>
              <a:buNone/>
              <a:tabLst/>
              <a:defRPr/>
            </a:pPr>
            <a:r>
              <a:rPr lang="fr-FR"/>
              <a:t>Modifiez le style du titre</a:t>
            </a:r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93742973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oneTexte 5">
            <a:extLst>
              <a:ext uri="{FF2B5EF4-FFF2-40B4-BE49-F238E27FC236}">
                <a16:creationId xmlns:a16="http://schemas.microsoft.com/office/drawing/2014/main" id="{6DA28613-0ED5-8AC4-820F-A78A51809E12}"/>
              </a:ext>
            </a:extLst>
          </p:cNvPr>
          <p:cNvSpPr txBox="1"/>
          <p:nvPr userDrawn="1">
            <p:custDataLst>
              <p:tags r:id="rId1"/>
            </p:custDataLst>
          </p:nvPr>
        </p:nvSpPr>
        <p:spPr>
          <a:xfrm rot="20159134">
            <a:off x="-440987" y="131322"/>
            <a:ext cx="3330103" cy="914400"/>
          </a:xfrm>
          <a:prstGeom prst="rect">
            <a:avLst/>
          </a:prstGeom>
        </p:spPr>
        <p:txBody>
          <a:bodyPr vert="horz" wrap="none" lIns="91440" tIns="45720" rIns="91440" bIns="45720" rtlCol="0">
            <a:noAutofit/>
          </a:bodyPr>
          <a:lstStyle/>
          <a:p>
            <a:pPr>
              <a:buClr>
                <a:schemeClr val="accent2"/>
              </a:buClr>
              <a:buSzPct val="125000"/>
            </a:pPr>
            <a:r>
              <a:rPr lang="fr-CA" sz="9600">
                <a:solidFill>
                  <a:schemeClr val="accent4">
                    <a:lumMod val="40000"/>
                    <a:lumOff val="60000"/>
                  </a:schemeClr>
                </a:solidFill>
                <a:latin typeface="Script MT Bold" panose="03040602040607080904" pitchFamily="66" charset="0"/>
                <a:cs typeface="Dreaming Outloud Script Pro" panose="03050502040304050704" pitchFamily="66" charset="0"/>
              </a:rPr>
              <a:t>objectifs</a:t>
            </a:r>
          </a:p>
        </p:txBody>
      </p:sp>
      <p:sp>
        <p:nvSpPr>
          <p:cNvPr id="12" name="Espace réservé du texte 11">
            <a:extLst>
              <a:ext uri="{FF2B5EF4-FFF2-40B4-BE49-F238E27FC236}">
                <a16:creationId xmlns:a16="http://schemas.microsoft.com/office/drawing/2014/main" id="{91C498F2-D8D2-F2A1-0CAC-1655FFF2454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451113" y="1524000"/>
            <a:ext cx="9909313" cy="4994275"/>
          </a:xfrm>
        </p:spPr>
        <p:txBody>
          <a:bodyPr>
            <a:normAutofit/>
          </a:bodyPr>
          <a:lstStyle>
            <a:lvl1pPr marL="114300" indent="-228600" algn="l" defTabSz="914400" rtl="0" eaLnBrk="1" latinLnBrk="0" hangingPunct="1">
              <a:lnSpc>
                <a:spcPts val="4000"/>
              </a:lnSpc>
              <a:spcBef>
                <a:spcPts val="1200"/>
              </a:spcBef>
              <a:buClr>
                <a:srgbClr val="888B8D"/>
              </a:buClr>
              <a:buFont typeface="Wingdings" panose="05000000000000000000" pitchFamily="2" charset="2"/>
              <a:buChar char="§"/>
              <a:defRPr lang="fr-FR" sz="2400" kern="1200" smtClean="0">
                <a:solidFill>
                  <a:schemeClr val="bg2">
                    <a:lumMod val="25000"/>
                  </a:schemeClr>
                </a:solidFill>
                <a:latin typeface="Visby CF Medium" pitchFamily="50" charset="0"/>
                <a:ea typeface="+mn-ea"/>
                <a:cs typeface="Cordia New" panose="020B0304020202020204" pitchFamily="34" charset="-34"/>
              </a:defRPr>
            </a:lvl1pPr>
            <a:lvl2pPr marL="658606" indent="-228600" algn="l" defTabSz="914400" rtl="0" eaLnBrk="1" latinLnBrk="0" hangingPunct="1">
              <a:lnSpc>
                <a:spcPts val="4000"/>
              </a:lnSpc>
              <a:spcBef>
                <a:spcPts val="1200"/>
              </a:spcBef>
              <a:buClr>
                <a:srgbClr val="888B8D"/>
              </a:buClr>
              <a:buFont typeface="Wingdings" panose="05000000000000000000" pitchFamily="2" charset="2"/>
              <a:buChar char="§"/>
              <a:defRPr lang="fr-FR" sz="2400" kern="1200" smtClean="0">
                <a:solidFill>
                  <a:schemeClr val="bg2">
                    <a:lumMod val="25000"/>
                  </a:schemeClr>
                </a:solidFill>
                <a:latin typeface="Visby CF Medium" pitchFamily="50" charset="0"/>
                <a:ea typeface="+mn-ea"/>
                <a:cs typeface="Cordia New" panose="020B0304020202020204" pitchFamily="34" charset="-34"/>
              </a:defRPr>
            </a:lvl2pPr>
            <a:lvl3pPr marL="1017157" indent="-228600" algn="l" defTabSz="914400" rtl="0" eaLnBrk="1" latinLnBrk="0" hangingPunct="1">
              <a:lnSpc>
                <a:spcPts val="4000"/>
              </a:lnSpc>
              <a:spcBef>
                <a:spcPts val="1200"/>
              </a:spcBef>
              <a:buClr>
                <a:srgbClr val="888B8D"/>
              </a:buClr>
              <a:buFont typeface="Wingdings" panose="05000000000000000000" pitchFamily="2" charset="2"/>
              <a:buChar char="§"/>
              <a:defRPr lang="fr-FR" sz="2400" kern="1200" smtClean="0">
                <a:solidFill>
                  <a:schemeClr val="bg2">
                    <a:lumMod val="25000"/>
                  </a:schemeClr>
                </a:solidFill>
                <a:latin typeface="Visby CF Medium" pitchFamily="50" charset="0"/>
                <a:ea typeface="+mn-ea"/>
                <a:cs typeface="Cordia New" panose="020B0304020202020204" pitchFamily="34" charset="-34"/>
              </a:defRPr>
            </a:lvl3pPr>
            <a:lvl4pPr marL="1371389" indent="-228600" algn="l" defTabSz="914400" rtl="0" eaLnBrk="1" latinLnBrk="0" hangingPunct="1">
              <a:lnSpc>
                <a:spcPts val="4000"/>
              </a:lnSpc>
              <a:spcBef>
                <a:spcPts val="1200"/>
              </a:spcBef>
              <a:buClr>
                <a:srgbClr val="888B8D"/>
              </a:buClr>
              <a:buFont typeface="Wingdings" panose="05000000000000000000" pitchFamily="2" charset="2"/>
              <a:buChar char="§"/>
              <a:defRPr lang="fr-FR" sz="2400" kern="1200" smtClean="0">
                <a:solidFill>
                  <a:schemeClr val="bg2">
                    <a:lumMod val="25000"/>
                  </a:schemeClr>
                </a:solidFill>
                <a:latin typeface="Visby CF Medium" pitchFamily="50" charset="0"/>
                <a:ea typeface="+mn-ea"/>
                <a:cs typeface="Cordia New" panose="020B0304020202020204" pitchFamily="34" charset="-34"/>
              </a:defRPr>
            </a:lvl4pPr>
            <a:lvl5pPr marL="1729940" indent="-228600" algn="l" defTabSz="914400" rtl="0" eaLnBrk="1" latinLnBrk="0" hangingPunct="1">
              <a:lnSpc>
                <a:spcPts val="4000"/>
              </a:lnSpc>
              <a:spcBef>
                <a:spcPts val="1200"/>
              </a:spcBef>
              <a:buClr>
                <a:srgbClr val="888B8D"/>
              </a:buClr>
              <a:buFont typeface="Wingdings" panose="05000000000000000000" pitchFamily="2" charset="2"/>
              <a:buChar char="§"/>
              <a:defRPr lang="fr-CA" sz="2400" kern="1200">
                <a:solidFill>
                  <a:schemeClr val="bg2">
                    <a:lumMod val="25000"/>
                  </a:schemeClr>
                </a:solidFill>
                <a:latin typeface="Visby CF Medium" pitchFamily="50" charset="0"/>
                <a:ea typeface="+mn-ea"/>
                <a:cs typeface="Cordia New" panose="020B0304020202020204" pitchFamily="34" charset="-34"/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D3F3F4C7-C34A-AD9F-3DE8-A4645D3C5A97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>
          <a:xfrm>
            <a:off x="-245807" y="6300024"/>
            <a:ext cx="12683615" cy="1219200"/>
          </a:xfrm>
          <a:prstGeom prst="rect">
            <a:avLst/>
          </a:prstGeom>
        </p:spPr>
        <p:txBody>
          <a:bodyPr vert="horz" wrap="none" lIns="121920" tIns="60960" rIns="121920" bIns="60960" rtlCol="0">
            <a:norm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9C6"/>
              </a:buClr>
              <a:buSzPct val="125000"/>
              <a:buFontTx/>
              <a:buNone/>
              <a:tabLst/>
              <a:defRPr/>
            </a:pPr>
            <a:r>
              <a:rPr kumimoji="0" lang="fr-CA" sz="5400" b="0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Visby CF Bold" pitchFamily="50" charset="0"/>
                <a:ea typeface="+mn-ea"/>
                <a:cs typeface="+mn-cs"/>
              </a:rPr>
              <a:t>Mobiliser les technologies numériques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731CD24-C12F-731C-7F6F-BB3218CFB324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 rot="5400000">
            <a:off x="10408212" y="5479915"/>
            <a:ext cx="2269787" cy="48638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CA" sz="1800" b="0" i="0" u="none" strike="noStrike" kern="1200" cap="none" spc="0" normalizeH="0" baseline="0" noProof="0">
              <a:ln>
                <a:noFill/>
              </a:ln>
              <a:solidFill>
                <a:schemeClr val="accent3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E93C20F-61A3-A6C8-0181-89A4026E81E7}"/>
              </a:ext>
            </a:extLst>
          </p:cNvPr>
          <p:cNvSpPr/>
          <p:nvPr userDrawn="1">
            <p:custDataLst>
              <p:tags r:id="rId4"/>
            </p:custDataLst>
          </p:nvPr>
        </p:nvSpPr>
        <p:spPr>
          <a:xfrm>
            <a:off x="11300297" y="4588213"/>
            <a:ext cx="486000" cy="48638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CA" sz="1800" b="0" i="0" u="none" strike="noStrike" kern="1200" cap="none" spc="0" normalizeH="0" baseline="0" noProof="0">
                <a:ln>
                  <a:noFill/>
                </a:ln>
                <a:solidFill>
                  <a:schemeClr val="accent4">
                    <a:lumMod val="50000"/>
                  </a:schemeClr>
                </a:solidFill>
                <a:effectLst/>
                <a:uLnTx/>
                <a:uFillTx/>
                <a:latin typeface="Visby Slab CF Bold" panose="00000800000000000000" pitchFamily="50" charset="0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64186739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495BECF-9B91-45B8-B4E7-71F25E612F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4800">
                <a:solidFill>
                  <a:srgbClr val="203864"/>
                </a:solidFill>
                <a:latin typeface="Visby Slab CF Bold" panose="00000800000000000000" pitchFamily="50" charset="0"/>
              </a:defRPr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F449BEA6-82C1-4CA4-9D5F-B4C1E31064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7208662" cy="1655762"/>
          </a:xfrm>
        </p:spPr>
        <p:txBody>
          <a:bodyPr/>
          <a:lstStyle>
            <a:lvl1pPr marL="0" indent="0" algn="l">
              <a:buNone/>
              <a:defRPr sz="2400">
                <a:latin typeface="Visby CF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2ED4691-0A4D-434C-8BF0-365FF340A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1EE63-599B-4F40-876A-C3F41FADE508}" type="datetime1">
              <a:rPr lang="fr-CA" smtClean="0"/>
              <a:t>2026-09-08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C802B9F-6DBA-488F-84CF-568F926F95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11103254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495BECF-9B91-45B8-B4E7-71F25E612F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4800">
                <a:solidFill>
                  <a:srgbClr val="203864"/>
                </a:solidFill>
                <a:latin typeface="Visby Slab CF Bold" panose="00000800000000000000" pitchFamily="50" charset="0"/>
              </a:defRPr>
            </a:lvl1pPr>
          </a:lstStyle>
          <a:p>
            <a:endParaRPr lang="fr-CA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F449BEA6-82C1-4CA4-9D5F-B4C1E31064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7208662" cy="1655762"/>
          </a:xfrm>
        </p:spPr>
        <p:txBody>
          <a:bodyPr/>
          <a:lstStyle>
            <a:lvl1pPr marL="0" indent="0" algn="l">
              <a:buNone/>
              <a:defRPr sz="2400">
                <a:latin typeface="Visby CF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2ED4691-0A4D-434C-8BF0-365FF340A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1EE63-599B-4F40-876A-C3F41FADE508}" type="datetime1">
              <a:rPr lang="fr-CA" smtClean="0"/>
              <a:t>2026-09-08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C802B9F-6DBA-488F-84CF-568F926F95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pic>
        <p:nvPicPr>
          <p:cNvPr id="2050" name="Picture 2" descr="HEC Montréal | Ashoka U">
            <a:extLst>
              <a:ext uri="{FF2B5EF4-FFF2-40B4-BE49-F238E27FC236}">
                <a16:creationId xmlns:a16="http://schemas.microsoft.com/office/drawing/2014/main" id="{8F2C9BC7-3173-4890-BB81-F0353DD5EF4A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6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4360" t="13983" r="14477" b="14854"/>
          <a:stretch/>
        </p:blipFill>
        <p:spPr bwMode="auto">
          <a:xfrm>
            <a:off x="8732662" y="3878526"/>
            <a:ext cx="2986820" cy="29868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62C8A807-E98A-4582-B2A6-42B51C0E2655}"/>
              </a:ext>
            </a:extLst>
          </p:cNvPr>
          <p:cNvSpPr/>
          <p:nvPr userDrawn="1"/>
        </p:nvSpPr>
        <p:spPr>
          <a:xfrm>
            <a:off x="0" y="0"/>
            <a:ext cx="472518" cy="2986820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EDEF1BA-B4FB-ACFD-6A79-0E1CE0C8860E}"/>
              </a:ext>
            </a:extLst>
          </p:cNvPr>
          <p:cNvSpPr/>
          <p:nvPr userDrawn="1"/>
        </p:nvSpPr>
        <p:spPr>
          <a:xfrm>
            <a:off x="0" y="2725615"/>
            <a:ext cx="472518" cy="471600"/>
          </a:xfrm>
          <a:prstGeom prst="rect">
            <a:avLst/>
          </a:prstGeom>
          <a:solidFill>
            <a:srgbClr val="203864"/>
          </a:solidFill>
          <a:ln>
            <a:solidFill>
              <a:srgbClr val="20386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82960953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3_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495BECF-9B91-45B8-B4E7-71F25E612F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4800">
                <a:solidFill>
                  <a:schemeClr val="accent4"/>
                </a:solidFill>
                <a:latin typeface="Visby Slab CF Bold" panose="00000800000000000000" pitchFamily="50" charset="0"/>
              </a:defRPr>
            </a:lvl1pPr>
          </a:lstStyle>
          <a:p>
            <a:endParaRPr lang="fr-CA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F449BEA6-82C1-4CA4-9D5F-B4C1E31064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7208662" cy="1655762"/>
          </a:xfrm>
        </p:spPr>
        <p:txBody>
          <a:bodyPr/>
          <a:lstStyle>
            <a:lvl1pPr marL="0" indent="0" algn="l">
              <a:buNone/>
              <a:defRPr sz="2400">
                <a:latin typeface="Visby CF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2ED4691-0A4D-434C-8BF0-365FF340A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1EE63-599B-4F40-876A-C3F41FADE508}" type="datetime1">
              <a:rPr lang="fr-CA" smtClean="0"/>
              <a:t>2026-09-08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C802B9F-6DBA-488F-84CF-568F926F95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pic>
        <p:nvPicPr>
          <p:cNvPr id="2050" name="Picture 2" descr="HEC Montréal | Ashoka U">
            <a:extLst>
              <a:ext uri="{FF2B5EF4-FFF2-40B4-BE49-F238E27FC236}">
                <a16:creationId xmlns:a16="http://schemas.microsoft.com/office/drawing/2014/main" id="{8F2C9BC7-3173-4890-BB81-F0353DD5EF4A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6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4360" t="13983" r="14477" b="14854"/>
          <a:stretch/>
        </p:blipFill>
        <p:spPr bwMode="auto">
          <a:xfrm>
            <a:off x="8732662" y="3878526"/>
            <a:ext cx="2986820" cy="29868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62C8A807-E98A-4582-B2A6-42B51C0E2655}"/>
              </a:ext>
            </a:extLst>
          </p:cNvPr>
          <p:cNvSpPr/>
          <p:nvPr userDrawn="1"/>
        </p:nvSpPr>
        <p:spPr>
          <a:xfrm>
            <a:off x="0" y="0"/>
            <a:ext cx="472518" cy="2986820"/>
          </a:xfrm>
          <a:prstGeom prst="rect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EDEF1BA-B4FB-ACFD-6A79-0E1CE0C8860E}"/>
              </a:ext>
            </a:extLst>
          </p:cNvPr>
          <p:cNvSpPr/>
          <p:nvPr userDrawn="1"/>
        </p:nvSpPr>
        <p:spPr>
          <a:xfrm>
            <a:off x="0" y="2725615"/>
            <a:ext cx="472518" cy="471600"/>
          </a:xfrm>
          <a:prstGeom prst="rect">
            <a:avLst/>
          </a:prstGeom>
          <a:solidFill>
            <a:srgbClr val="203864"/>
          </a:solidFill>
          <a:ln>
            <a:solidFill>
              <a:srgbClr val="20386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4215187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4185EE1-A7BF-4AD5-BC17-F265808F8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  <a:latin typeface="Visby Slab CF Bold" panose="00000800000000000000" pitchFamily="50" charset="0"/>
              </a:defRPr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DAABD6A-C539-4986-8D7A-CD2C406F66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>
            <a:lvl1pPr marL="228600" indent="-228600">
              <a:buClr>
                <a:srgbClr val="888B8D"/>
              </a:buClr>
              <a:buFont typeface="Wingdings" panose="05000000000000000000" pitchFamily="2" charset="2"/>
              <a:buChar char="§"/>
              <a:defRPr sz="2800">
                <a:solidFill>
                  <a:schemeClr val="bg2">
                    <a:lumMod val="25000"/>
                  </a:schemeClr>
                </a:solidFill>
                <a:latin typeface="Visby CF" pitchFamily="50" charset="0"/>
              </a:defRPr>
            </a:lvl1pPr>
            <a:lvl2pPr marL="685800" indent="-228600">
              <a:buClr>
                <a:srgbClr val="888B8D"/>
              </a:buClr>
              <a:buFont typeface="Wingdings" panose="05000000000000000000" pitchFamily="2" charset="2"/>
              <a:buChar char="§"/>
              <a:defRPr sz="2400">
                <a:solidFill>
                  <a:schemeClr val="bg2">
                    <a:lumMod val="25000"/>
                  </a:schemeClr>
                </a:solidFill>
                <a:latin typeface="Visby CF" pitchFamily="50" charset="0"/>
              </a:defRPr>
            </a:lvl2pPr>
            <a:lvl3pPr marL="1143000" indent="-228600">
              <a:buClr>
                <a:srgbClr val="888B8D"/>
              </a:buClr>
              <a:buFont typeface="Wingdings" panose="05000000000000000000" pitchFamily="2" charset="2"/>
              <a:buChar char="§"/>
              <a:defRPr sz="2000">
                <a:solidFill>
                  <a:schemeClr val="bg2">
                    <a:lumMod val="25000"/>
                  </a:schemeClr>
                </a:solidFill>
                <a:latin typeface="Visby CF" pitchFamily="50" charset="0"/>
              </a:defRPr>
            </a:lvl3pPr>
            <a:lvl4pPr marL="1600200" indent="-228600">
              <a:buClr>
                <a:srgbClr val="888B8D"/>
              </a:buClr>
              <a:buFont typeface="Wingdings" panose="05000000000000000000" pitchFamily="2" charset="2"/>
              <a:buChar char="§"/>
              <a:defRPr sz="1800">
                <a:solidFill>
                  <a:schemeClr val="bg2">
                    <a:lumMod val="25000"/>
                  </a:schemeClr>
                </a:solidFill>
                <a:latin typeface="Visby CF" pitchFamily="50" charset="0"/>
              </a:defRPr>
            </a:lvl4pPr>
            <a:lvl5pPr marL="2057400" indent="-228600">
              <a:buClr>
                <a:srgbClr val="888B8D"/>
              </a:buClr>
              <a:buFont typeface="Wingdings" panose="05000000000000000000" pitchFamily="2" charset="2"/>
              <a:buChar char="§"/>
              <a:defRPr sz="1800">
                <a:solidFill>
                  <a:schemeClr val="bg2">
                    <a:lumMod val="25000"/>
                  </a:schemeClr>
                </a:solidFill>
                <a:latin typeface="Visby CF" pitchFamily="50" charset="0"/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934BDF9-CB23-494B-B363-9E25B36D04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C9F17-3A02-44C2-9C14-398C33D5EF03}" type="datetime1">
              <a:rPr lang="fr-CA" smtClean="0"/>
              <a:t>2026-09-08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3A02F70-0106-4D01-94E1-DB447CF45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B8E416A0-68C3-4BA8-B81F-3419DBBCB50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2472" r="1427"/>
          <a:stretch/>
        </p:blipFill>
        <p:spPr>
          <a:xfrm>
            <a:off x="11057862" y="6210411"/>
            <a:ext cx="654974" cy="657227"/>
          </a:xfrm>
          <a:prstGeom prst="rect">
            <a:avLst/>
          </a:prstGeom>
        </p:spPr>
      </p:pic>
      <p:sp>
        <p:nvSpPr>
          <p:cNvPr id="10" name="Espace réservé du numéro de diapositive 5">
            <a:extLst>
              <a:ext uri="{FF2B5EF4-FFF2-40B4-BE49-F238E27FC236}">
                <a16:creationId xmlns:a16="http://schemas.microsoft.com/office/drawing/2014/main" id="{DC0AD9BE-B0C3-435D-BC3E-4521EBEEF9C7}"/>
              </a:ext>
            </a:extLst>
          </p:cNvPr>
          <p:cNvSpPr txBox="1">
            <a:spLocks/>
          </p:cNvSpPr>
          <p:nvPr userDrawn="1"/>
        </p:nvSpPr>
        <p:spPr>
          <a:xfrm>
            <a:off x="11664803" y="6536326"/>
            <a:ext cx="540488" cy="365125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4162AF1F-2696-4F34-A7F3-E326E3C5B51E}" type="slidenum">
              <a:rPr lang="fr-CA" sz="1400" smtClean="0">
                <a:solidFill>
                  <a:schemeClr val="accent6"/>
                </a:solidFill>
                <a:latin typeface="Visby Slab CF Bold" panose="00000800000000000000" pitchFamily="50" charset="0"/>
              </a:rPr>
              <a:pPr algn="ctr"/>
              <a:t>‹N°›</a:t>
            </a:fld>
            <a:endParaRPr lang="fr-CA" sz="1400">
              <a:solidFill>
                <a:schemeClr val="accent6"/>
              </a:solidFill>
              <a:latin typeface="Visby Slab CF Bold" panose="00000800000000000000" pitchFamily="50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56567A4-6355-BD3C-4037-FBD5088829F8}"/>
              </a:ext>
            </a:extLst>
          </p:cNvPr>
          <p:cNvSpPr/>
          <p:nvPr userDrawn="1"/>
        </p:nvSpPr>
        <p:spPr>
          <a:xfrm>
            <a:off x="838200" y="1709553"/>
            <a:ext cx="10533184" cy="108000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FD178C0-E3DD-03F4-E12B-9D8A2DEA6913}"/>
              </a:ext>
            </a:extLst>
          </p:cNvPr>
          <p:cNvSpPr/>
          <p:nvPr userDrawn="1"/>
        </p:nvSpPr>
        <p:spPr>
          <a:xfrm>
            <a:off x="838200" y="1709553"/>
            <a:ext cx="108000" cy="108000"/>
          </a:xfrm>
          <a:prstGeom prst="rect">
            <a:avLst/>
          </a:prstGeom>
          <a:solidFill>
            <a:srgbClr val="203864"/>
          </a:solidFill>
          <a:ln>
            <a:solidFill>
              <a:srgbClr val="20386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66719708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5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4185EE1-A7BF-4AD5-BC17-F265808F8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  <a:latin typeface="Visby Slab CF Bold" panose="00000800000000000000" pitchFamily="50" charset="0"/>
              </a:defRPr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DAABD6A-C539-4986-8D7A-CD2C406F66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>
            <a:lvl1pPr marL="228600" indent="-228600">
              <a:buClr>
                <a:srgbClr val="888B8D"/>
              </a:buClr>
              <a:buFont typeface="Wingdings" panose="05000000000000000000" pitchFamily="2" charset="2"/>
              <a:buChar char="§"/>
              <a:defRPr sz="2800">
                <a:solidFill>
                  <a:schemeClr val="bg2">
                    <a:lumMod val="25000"/>
                  </a:schemeClr>
                </a:solidFill>
                <a:latin typeface="Visby CF" pitchFamily="50" charset="0"/>
              </a:defRPr>
            </a:lvl1pPr>
            <a:lvl2pPr marL="685800" indent="-228600">
              <a:buClr>
                <a:srgbClr val="888B8D"/>
              </a:buClr>
              <a:buFont typeface="Wingdings" panose="05000000000000000000" pitchFamily="2" charset="2"/>
              <a:buChar char="§"/>
              <a:defRPr sz="2400">
                <a:solidFill>
                  <a:schemeClr val="bg2">
                    <a:lumMod val="25000"/>
                  </a:schemeClr>
                </a:solidFill>
                <a:latin typeface="Visby CF" pitchFamily="50" charset="0"/>
              </a:defRPr>
            </a:lvl2pPr>
            <a:lvl3pPr marL="1143000" indent="-228600">
              <a:buClr>
                <a:srgbClr val="888B8D"/>
              </a:buClr>
              <a:buFont typeface="Wingdings" panose="05000000000000000000" pitchFamily="2" charset="2"/>
              <a:buChar char="§"/>
              <a:defRPr sz="2000">
                <a:solidFill>
                  <a:schemeClr val="bg2">
                    <a:lumMod val="25000"/>
                  </a:schemeClr>
                </a:solidFill>
                <a:latin typeface="Visby CF" pitchFamily="50" charset="0"/>
              </a:defRPr>
            </a:lvl3pPr>
            <a:lvl4pPr marL="1600200" indent="-228600">
              <a:buClr>
                <a:srgbClr val="888B8D"/>
              </a:buClr>
              <a:buFont typeface="Wingdings" panose="05000000000000000000" pitchFamily="2" charset="2"/>
              <a:buChar char="§"/>
              <a:defRPr sz="1800">
                <a:solidFill>
                  <a:schemeClr val="bg2">
                    <a:lumMod val="25000"/>
                  </a:schemeClr>
                </a:solidFill>
                <a:latin typeface="Visby CF" pitchFamily="50" charset="0"/>
              </a:defRPr>
            </a:lvl4pPr>
            <a:lvl5pPr marL="2057400" indent="-228600">
              <a:buClr>
                <a:srgbClr val="888B8D"/>
              </a:buClr>
              <a:buFont typeface="Wingdings" panose="05000000000000000000" pitchFamily="2" charset="2"/>
              <a:buChar char="§"/>
              <a:defRPr sz="1800">
                <a:solidFill>
                  <a:schemeClr val="bg2">
                    <a:lumMod val="25000"/>
                  </a:schemeClr>
                </a:solidFill>
                <a:latin typeface="Visby CF" pitchFamily="50" charset="0"/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934BDF9-CB23-494B-B363-9E25B36D04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C9F17-3A02-44C2-9C14-398C33D5EF03}" type="datetime1">
              <a:rPr lang="fr-CA" smtClean="0"/>
              <a:t>2026-09-08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3A02F70-0106-4D01-94E1-DB447CF45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B8E416A0-68C3-4BA8-B81F-3419DBBCB50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2472" r="1427"/>
          <a:stretch/>
        </p:blipFill>
        <p:spPr>
          <a:xfrm>
            <a:off x="11057862" y="6210411"/>
            <a:ext cx="654974" cy="657227"/>
          </a:xfrm>
          <a:prstGeom prst="rect">
            <a:avLst/>
          </a:prstGeom>
        </p:spPr>
      </p:pic>
      <p:sp>
        <p:nvSpPr>
          <p:cNvPr id="10" name="Espace réservé du numéro de diapositive 5">
            <a:extLst>
              <a:ext uri="{FF2B5EF4-FFF2-40B4-BE49-F238E27FC236}">
                <a16:creationId xmlns:a16="http://schemas.microsoft.com/office/drawing/2014/main" id="{DC0AD9BE-B0C3-435D-BC3E-4521EBEEF9C7}"/>
              </a:ext>
            </a:extLst>
          </p:cNvPr>
          <p:cNvSpPr txBox="1">
            <a:spLocks/>
          </p:cNvSpPr>
          <p:nvPr userDrawn="1"/>
        </p:nvSpPr>
        <p:spPr>
          <a:xfrm>
            <a:off x="11664803" y="6536326"/>
            <a:ext cx="540488" cy="365125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4162AF1F-2696-4F34-A7F3-E326E3C5B51E}" type="slidenum">
              <a:rPr lang="fr-CA" sz="1400" smtClean="0">
                <a:solidFill>
                  <a:schemeClr val="accent4"/>
                </a:solidFill>
                <a:latin typeface="Visby Slab CF Bold" panose="00000800000000000000" pitchFamily="50" charset="0"/>
              </a:rPr>
              <a:pPr algn="ctr"/>
              <a:t>‹N°›</a:t>
            </a:fld>
            <a:endParaRPr lang="fr-CA" sz="1400">
              <a:solidFill>
                <a:schemeClr val="accent4"/>
              </a:solidFill>
              <a:latin typeface="Visby Slab CF Bold" panose="00000800000000000000" pitchFamily="50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56567A4-6355-BD3C-4037-FBD5088829F8}"/>
              </a:ext>
            </a:extLst>
          </p:cNvPr>
          <p:cNvSpPr/>
          <p:nvPr userDrawn="1"/>
        </p:nvSpPr>
        <p:spPr>
          <a:xfrm>
            <a:off x="838200" y="1709553"/>
            <a:ext cx="10533184" cy="108000"/>
          </a:xfrm>
          <a:prstGeom prst="rect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FD178C0-E3DD-03F4-E12B-9D8A2DEA6913}"/>
              </a:ext>
            </a:extLst>
          </p:cNvPr>
          <p:cNvSpPr/>
          <p:nvPr userDrawn="1"/>
        </p:nvSpPr>
        <p:spPr>
          <a:xfrm>
            <a:off x="838200" y="1709553"/>
            <a:ext cx="108000" cy="108000"/>
          </a:xfrm>
          <a:prstGeom prst="rect">
            <a:avLst/>
          </a:prstGeom>
          <a:solidFill>
            <a:srgbClr val="203864"/>
          </a:solidFill>
          <a:ln>
            <a:solidFill>
              <a:srgbClr val="20386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53689821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24640" y="1017270"/>
            <a:ext cx="11767680" cy="5679922"/>
          </a:xfrm>
        </p:spPr>
        <p:txBody>
          <a:bodyPr/>
          <a:lstStyle>
            <a:lvl1pPr>
              <a:defRPr>
                <a:latin typeface="Visby CF Medium" pitchFamily="50" charset="0"/>
              </a:defRPr>
            </a:lvl1pPr>
            <a:lvl2pPr>
              <a:defRPr>
                <a:latin typeface="Visby CF Medium" pitchFamily="50" charset="0"/>
              </a:defRPr>
            </a:lvl2pPr>
            <a:lvl3pPr>
              <a:defRPr>
                <a:latin typeface="Visby CF Medium" pitchFamily="50" charset="0"/>
              </a:defRPr>
            </a:lvl3pPr>
            <a:lvl4pPr>
              <a:defRPr>
                <a:latin typeface="Visby CF Medium" pitchFamily="50" charset="0"/>
              </a:defRPr>
            </a:lvl4pPr>
            <a:lvl5pPr>
              <a:defRPr>
                <a:latin typeface="Visby CF Medium" pitchFamily="50" charset="0"/>
              </a:defRPr>
            </a:lvl5pPr>
          </a:lstStyle>
          <a:p>
            <a:pPr lvl="0"/>
            <a:r>
              <a:rPr lang="fr-FR" noProof="0"/>
              <a:t>Modifiez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  <a:endParaRPr lang="fr-CA" noProof="0"/>
          </a:p>
        </p:txBody>
      </p:sp>
      <p:sp>
        <p:nvSpPr>
          <p:cNvPr id="7" name="TextBox 6"/>
          <p:cNvSpPr txBox="1"/>
          <p:nvPr/>
        </p:nvSpPr>
        <p:spPr>
          <a:xfrm>
            <a:off x="461434" y="5718810"/>
            <a:ext cx="1219200" cy="1097280"/>
          </a:xfrm>
          <a:prstGeom prst="rect">
            <a:avLst/>
          </a:prstGeom>
        </p:spPr>
        <p:txBody>
          <a:bodyPr vert="horz" wrap="none" lIns="121920" tIns="60960" rIns="121920" bIns="60960" rtlCol="0">
            <a:normAutofit/>
          </a:bodyPr>
          <a:lstStyle/>
          <a:p>
            <a:pPr marL="206398" indent="-206398">
              <a:buClr>
                <a:schemeClr val="accent2"/>
              </a:buClr>
              <a:buSzPct val="125000"/>
              <a:buFont typeface="Arial" panose="020B0604020202020204" pitchFamily="34" charset="0"/>
              <a:buChar char="•"/>
            </a:pPr>
            <a:endParaRPr lang="fr-CA" sz="2227" noProof="0"/>
          </a:p>
        </p:txBody>
      </p:sp>
      <p:sp>
        <p:nvSpPr>
          <p:cNvPr id="9" name="TextBox 6"/>
          <p:cNvSpPr txBox="1"/>
          <p:nvPr userDrawn="1"/>
        </p:nvSpPr>
        <p:spPr>
          <a:xfrm>
            <a:off x="461434" y="5718810"/>
            <a:ext cx="1219200" cy="1097280"/>
          </a:xfrm>
          <a:prstGeom prst="rect">
            <a:avLst/>
          </a:prstGeom>
        </p:spPr>
        <p:txBody>
          <a:bodyPr vert="horz" wrap="none" lIns="121920" tIns="60960" rIns="121920" bIns="60960" rtlCol="0">
            <a:normAutofit/>
          </a:bodyPr>
          <a:lstStyle/>
          <a:p>
            <a:pPr marL="206398" indent="-206398">
              <a:buClr>
                <a:schemeClr val="accent2"/>
              </a:buClr>
              <a:buSzPct val="125000"/>
              <a:buFont typeface="Arial" panose="020B0604020202020204" pitchFamily="34" charset="0"/>
              <a:buChar char="•"/>
            </a:pPr>
            <a:endParaRPr lang="fr-CA" sz="2227" noProof="0"/>
          </a:p>
        </p:txBody>
      </p:sp>
    </p:spTree>
    <p:extLst>
      <p:ext uri="{BB962C8B-B14F-4D97-AF65-F5344CB8AC3E}">
        <p14:creationId xmlns:p14="http://schemas.microsoft.com/office/powerpoint/2010/main" val="373738489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888022" y="0"/>
            <a:ext cx="11303977" cy="889200"/>
          </a:xfrm>
          <a:prstGeom prst="rect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txBody>
          <a:bodyPr>
            <a:normAutofit/>
          </a:bodyPr>
          <a:lstStyle>
            <a:lvl1pPr>
              <a:tabLst>
                <a:tab pos="320040" algn="l"/>
              </a:tabLst>
              <a:defRPr lang="fr-CA" sz="3200" kern="1200" noProof="0">
                <a:solidFill>
                  <a:schemeClr val="bg1"/>
                </a:solidFill>
                <a:latin typeface="Visby Slab CF Bold" panose="00000800000000000000" pitchFamily="50" charset="0"/>
                <a:ea typeface="+mj-ea"/>
                <a:cs typeface="+mj-cs"/>
              </a:defRPr>
            </a:lvl1pPr>
          </a:lstStyle>
          <a:p>
            <a:r>
              <a:rPr lang="fr-CA" noProof="0"/>
              <a:t>	Click to </a:t>
            </a:r>
            <a:r>
              <a:rPr lang="fr-CA" noProof="0" err="1"/>
              <a:t>edit</a:t>
            </a:r>
            <a:r>
              <a:rPr lang="fr-CA" noProof="0"/>
              <a:t> </a:t>
            </a:r>
            <a:r>
              <a:rPr lang="fr-CA" noProof="0" err="1"/>
              <a:t>title</a:t>
            </a:r>
            <a:r>
              <a:rPr lang="fr-CA" noProof="0"/>
              <a:t> style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24640" y="1017270"/>
            <a:ext cx="11767680" cy="5679922"/>
          </a:xfrm>
        </p:spPr>
        <p:txBody>
          <a:bodyPr/>
          <a:lstStyle>
            <a:lvl1pPr>
              <a:defRPr>
                <a:latin typeface="Visby CF Medium" pitchFamily="50" charset="0"/>
              </a:defRPr>
            </a:lvl1pPr>
            <a:lvl2pPr>
              <a:defRPr>
                <a:latin typeface="Visby CF Medium" pitchFamily="50" charset="0"/>
              </a:defRPr>
            </a:lvl2pPr>
            <a:lvl3pPr>
              <a:defRPr>
                <a:latin typeface="Visby CF Medium" pitchFamily="50" charset="0"/>
              </a:defRPr>
            </a:lvl3pPr>
            <a:lvl4pPr>
              <a:defRPr>
                <a:latin typeface="Visby CF Medium" pitchFamily="50" charset="0"/>
              </a:defRPr>
            </a:lvl4pPr>
            <a:lvl5pPr>
              <a:defRPr>
                <a:latin typeface="Visby CF Medium" pitchFamily="50" charset="0"/>
              </a:defRPr>
            </a:lvl5pPr>
          </a:lstStyle>
          <a:p>
            <a:pPr lvl="0"/>
            <a:r>
              <a:rPr lang="fr-FR" noProof="0"/>
              <a:t>Modifiez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  <a:endParaRPr lang="fr-CA" noProof="0"/>
          </a:p>
        </p:txBody>
      </p:sp>
      <p:sp>
        <p:nvSpPr>
          <p:cNvPr id="7" name="TextBox 6"/>
          <p:cNvSpPr txBox="1"/>
          <p:nvPr/>
        </p:nvSpPr>
        <p:spPr>
          <a:xfrm>
            <a:off x="461434" y="5718810"/>
            <a:ext cx="1219200" cy="1097280"/>
          </a:xfrm>
          <a:prstGeom prst="rect">
            <a:avLst/>
          </a:prstGeom>
        </p:spPr>
        <p:txBody>
          <a:bodyPr vert="horz" wrap="none" lIns="121920" tIns="60960" rIns="121920" bIns="60960" rtlCol="0">
            <a:normAutofit/>
          </a:bodyPr>
          <a:lstStyle/>
          <a:p>
            <a:pPr marL="206398" indent="-206398">
              <a:buClr>
                <a:schemeClr val="accent2"/>
              </a:buClr>
              <a:buSzPct val="125000"/>
              <a:buFont typeface="Arial" panose="020B0604020202020204" pitchFamily="34" charset="0"/>
              <a:buChar char="•"/>
            </a:pPr>
            <a:endParaRPr lang="fr-CA" sz="2227" noProof="0"/>
          </a:p>
        </p:txBody>
      </p:sp>
      <p:sp>
        <p:nvSpPr>
          <p:cNvPr id="9" name="TextBox 6"/>
          <p:cNvSpPr txBox="1"/>
          <p:nvPr userDrawn="1"/>
        </p:nvSpPr>
        <p:spPr>
          <a:xfrm>
            <a:off x="461434" y="5718810"/>
            <a:ext cx="1219200" cy="1097280"/>
          </a:xfrm>
          <a:prstGeom prst="rect">
            <a:avLst/>
          </a:prstGeom>
        </p:spPr>
        <p:txBody>
          <a:bodyPr vert="horz" wrap="none" lIns="121920" tIns="60960" rIns="121920" bIns="60960" rtlCol="0">
            <a:normAutofit/>
          </a:bodyPr>
          <a:lstStyle/>
          <a:p>
            <a:pPr marL="206398" indent="-206398">
              <a:buClr>
                <a:schemeClr val="accent2"/>
              </a:buClr>
              <a:buSzPct val="125000"/>
              <a:buFont typeface="Arial" panose="020B0604020202020204" pitchFamily="34" charset="0"/>
              <a:buChar char="•"/>
            </a:pPr>
            <a:endParaRPr lang="fr-CA" sz="2227" noProof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E772C3C-7BC7-07FC-6A24-A8C15B74B5C8}"/>
              </a:ext>
            </a:extLst>
          </p:cNvPr>
          <p:cNvSpPr/>
          <p:nvPr userDrawn="1"/>
        </p:nvSpPr>
        <p:spPr>
          <a:xfrm>
            <a:off x="0" y="0"/>
            <a:ext cx="888023" cy="889200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03121767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888022" y="0"/>
            <a:ext cx="11303977" cy="889920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txBody>
          <a:bodyPr>
            <a:normAutofit/>
          </a:bodyPr>
          <a:lstStyle>
            <a:lvl1pPr>
              <a:tabLst>
                <a:tab pos="320040" algn="l"/>
              </a:tabLst>
              <a:defRPr lang="fr-CA" sz="3200" kern="1200" noProof="0">
                <a:solidFill>
                  <a:schemeClr val="bg1"/>
                </a:solidFill>
                <a:latin typeface="Visby Slab CF Bold" panose="00000800000000000000" pitchFamily="50" charset="0"/>
                <a:ea typeface="+mj-ea"/>
                <a:cs typeface="+mj-cs"/>
              </a:defRPr>
            </a:lvl1pPr>
          </a:lstStyle>
          <a:p>
            <a:r>
              <a:rPr lang="fr-CA" noProof="0"/>
              <a:t>	Click to </a:t>
            </a:r>
            <a:r>
              <a:rPr lang="fr-CA" noProof="0" err="1"/>
              <a:t>edit</a:t>
            </a:r>
            <a:r>
              <a:rPr lang="fr-CA" noProof="0"/>
              <a:t> </a:t>
            </a:r>
            <a:r>
              <a:rPr lang="fr-CA" noProof="0" err="1"/>
              <a:t>title</a:t>
            </a:r>
            <a:r>
              <a:rPr lang="fr-CA" noProof="0"/>
              <a:t> style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24640" y="1017270"/>
            <a:ext cx="11767680" cy="5679922"/>
          </a:xfrm>
        </p:spPr>
        <p:txBody>
          <a:bodyPr/>
          <a:lstStyle>
            <a:lvl1pPr>
              <a:defRPr>
                <a:latin typeface="Visby CF Medium" pitchFamily="50" charset="0"/>
              </a:defRPr>
            </a:lvl1pPr>
            <a:lvl2pPr>
              <a:defRPr>
                <a:latin typeface="Visby CF Medium" pitchFamily="50" charset="0"/>
              </a:defRPr>
            </a:lvl2pPr>
            <a:lvl3pPr>
              <a:defRPr>
                <a:latin typeface="Visby CF Medium" pitchFamily="50" charset="0"/>
              </a:defRPr>
            </a:lvl3pPr>
            <a:lvl4pPr>
              <a:defRPr>
                <a:latin typeface="Visby CF Medium" pitchFamily="50" charset="0"/>
              </a:defRPr>
            </a:lvl4pPr>
            <a:lvl5pPr>
              <a:defRPr>
                <a:latin typeface="Visby CF Medium" pitchFamily="50" charset="0"/>
              </a:defRPr>
            </a:lvl5pPr>
          </a:lstStyle>
          <a:p>
            <a:pPr lvl="0"/>
            <a:r>
              <a:rPr lang="fr-FR" noProof="0"/>
              <a:t>Modifiez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  <a:endParaRPr lang="fr-CA" noProof="0"/>
          </a:p>
        </p:txBody>
      </p:sp>
      <p:sp>
        <p:nvSpPr>
          <p:cNvPr id="7" name="TextBox 6"/>
          <p:cNvSpPr txBox="1"/>
          <p:nvPr/>
        </p:nvSpPr>
        <p:spPr>
          <a:xfrm>
            <a:off x="461434" y="5718810"/>
            <a:ext cx="1219200" cy="1097280"/>
          </a:xfrm>
          <a:prstGeom prst="rect">
            <a:avLst/>
          </a:prstGeom>
        </p:spPr>
        <p:txBody>
          <a:bodyPr vert="horz" wrap="none" lIns="121920" tIns="60960" rIns="121920" bIns="60960" rtlCol="0">
            <a:normAutofit/>
          </a:bodyPr>
          <a:lstStyle/>
          <a:p>
            <a:pPr marL="206398" indent="-206398">
              <a:buClr>
                <a:schemeClr val="accent2"/>
              </a:buClr>
              <a:buSzPct val="125000"/>
              <a:buFont typeface="Arial" panose="020B0604020202020204" pitchFamily="34" charset="0"/>
              <a:buChar char="•"/>
            </a:pPr>
            <a:endParaRPr lang="fr-CA" sz="2227" noProof="0"/>
          </a:p>
        </p:txBody>
      </p:sp>
      <p:sp>
        <p:nvSpPr>
          <p:cNvPr id="9" name="TextBox 6"/>
          <p:cNvSpPr txBox="1"/>
          <p:nvPr userDrawn="1"/>
        </p:nvSpPr>
        <p:spPr>
          <a:xfrm>
            <a:off x="461434" y="5718810"/>
            <a:ext cx="1219200" cy="1097280"/>
          </a:xfrm>
          <a:prstGeom prst="rect">
            <a:avLst/>
          </a:prstGeom>
        </p:spPr>
        <p:txBody>
          <a:bodyPr vert="horz" wrap="none" lIns="121920" tIns="60960" rIns="121920" bIns="60960" rtlCol="0">
            <a:normAutofit/>
          </a:bodyPr>
          <a:lstStyle/>
          <a:p>
            <a:pPr marL="206398" indent="-206398">
              <a:buClr>
                <a:schemeClr val="accent2"/>
              </a:buClr>
              <a:buSzPct val="125000"/>
              <a:buFont typeface="Arial" panose="020B0604020202020204" pitchFamily="34" charset="0"/>
              <a:buChar char="•"/>
            </a:pPr>
            <a:endParaRPr lang="fr-CA" sz="2227" noProof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E772C3C-7BC7-07FC-6A24-A8C15B74B5C8}"/>
              </a:ext>
            </a:extLst>
          </p:cNvPr>
          <p:cNvSpPr/>
          <p:nvPr userDrawn="1"/>
        </p:nvSpPr>
        <p:spPr>
          <a:xfrm>
            <a:off x="0" y="0"/>
            <a:ext cx="888023" cy="889200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26256751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888022" y="0"/>
            <a:ext cx="11303977" cy="889920"/>
          </a:xfrm>
          <a:prstGeom prst="rect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>
            <a:normAutofit/>
          </a:bodyPr>
          <a:lstStyle>
            <a:lvl1pPr>
              <a:tabLst>
                <a:tab pos="320040" algn="l"/>
              </a:tabLst>
              <a:defRPr lang="fr-CA" sz="3200" kern="1200" noProof="0">
                <a:solidFill>
                  <a:schemeClr val="bg1"/>
                </a:solidFill>
                <a:latin typeface="Visby Slab CF Bold" panose="00000800000000000000" pitchFamily="50" charset="0"/>
                <a:ea typeface="+mj-ea"/>
                <a:cs typeface="+mj-cs"/>
              </a:defRPr>
            </a:lvl1pPr>
          </a:lstStyle>
          <a:p>
            <a:r>
              <a:rPr lang="fr-CA" noProof="0"/>
              <a:t>Click to </a:t>
            </a:r>
            <a:r>
              <a:rPr lang="fr-CA" noProof="0" err="1"/>
              <a:t>edit</a:t>
            </a:r>
            <a:r>
              <a:rPr lang="fr-CA" noProof="0"/>
              <a:t> </a:t>
            </a:r>
            <a:r>
              <a:rPr lang="fr-CA" noProof="0" err="1"/>
              <a:t>title</a:t>
            </a:r>
            <a:r>
              <a:rPr lang="fr-CA" noProof="0"/>
              <a:t> style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24640" y="1017270"/>
            <a:ext cx="11767680" cy="5679922"/>
          </a:xfrm>
        </p:spPr>
        <p:txBody>
          <a:bodyPr/>
          <a:lstStyle>
            <a:lvl1pPr>
              <a:defRPr>
                <a:latin typeface="Visby CF Medium" pitchFamily="50" charset="0"/>
              </a:defRPr>
            </a:lvl1pPr>
            <a:lvl2pPr>
              <a:defRPr>
                <a:latin typeface="Visby CF Medium" pitchFamily="50" charset="0"/>
              </a:defRPr>
            </a:lvl2pPr>
            <a:lvl3pPr>
              <a:defRPr>
                <a:latin typeface="Visby CF Medium" pitchFamily="50" charset="0"/>
              </a:defRPr>
            </a:lvl3pPr>
            <a:lvl4pPr>
              <a:defRPr>
                <a:latin typeface="Visby CF Medium" pitchFamily="50" charset="0"/>
              </a:defRPr>
            </a:lvl4pPr>
            <a:lvl5pPr>
              <a:defRPr>
                <a:latin typeface="Visby CF Medium" pitchFamily="50" charset="0"/>
              </a:defRPr>
            </a:lvl5pPr>
          </a:lstStyle>
          <a:p>
            <a:pPr lvl="0"/>
            <a:r>
              <a:rPr lang="fr-FR" noProof="0"/>
              <a:t>Modifiez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  <a:endParaRPr lang="fr-CA" noProof="0"/>
          </a:p>
        </p:txBody>
      </p:sp>
      <p:sp>
        <p:nvSpPr>
          <p:cNvPr id="7" name="TextBox 6"/>
          <p:cNvSpPr txBox="1"/>
          <p:nvPr/>
        </p:nvSpPr>
        <p:spPr>
          <a:xfrm>
            <a:off x="461434" y="5718810"/>
            <a:ext cx="1219200" cy="1097280"/>
          </a:xfrm>
          <a:prstGeom prst="rect">
            <a:avLst/>
          </a:prstGeom>
        </p:spPr>
        <p:txBody>
          <a:bodyPr vert="horz" wrap="none" lIns="121920" tIns="60960" rIns="121920" bIns="60960" rtlCol="0">
            <a:normAutofit/>
          </a:bodyPr>
          <a:lstStyle/>
          <a:p>
            <a:pPr marL="206398" indent="-206398">
              <a:buClr>
                <a:schemeClr val="accent2"/>
              </a:buClr>
              <a:buSzPct val="125000"/>
              <a:buFont typeface="Arial" panose="020B0604020202020204" pitchFamily="34" charset="0"/>
              <a:buChar char="•"/>
            </a:pPr>
            <a:endParaRPr lang="fr-CA" sz="2227" noProof="0"/>
          </a:p>
        </p:txBody>
      </p:sp>
      <p:sp>
        <p:nvSpPr>
          <p:cNvPr id="9" name="TextBox 6"/>
          <p:cNvSpPr txBox="1"/>
          <p:nvPr userDrawn="1"/>
        </p:nvSpPr>
        <p:spPr>
          <a:xfrm>
            <a:off x="461434" y="5718810"/>
            <a:ext cx="1219200" cy="1097280"/>
          </a:xfrm>
          <a:prstGeom prst="rect">
            <a:avLst/>
          </a:prstGeom>
        </p:spPr>
        <p:txBody>
          <a:bodyPr vert="horz" wrap="none" lIns="121920" tIns="60960" rIns="121920" bIns="60960" rtlCol="0">
            <a:normAutofit/>
          </a:bodyPr>
          <a:lstStyle/>
          <a:p>
            <a:pPr marL="206398" indent="-206398">
              <a:buClr>
                <a:schemeClr val="accent2"/>
              </a:buClr>
              <a:buSzPct val="125000"/>
              <a:buFont typeface="Arial" panose="020B0604020202020204" pitchFamily="34" charset="0"/>
              <a:buChar char="•"/>
            </a:pPr>
            <a:endParaRPr lang="fr-CA" sz="2227" noProof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E772C3C-7BC7-07FC-6A24-A8C15B74B5C8}"/>
              </a:ext>
            </a:extLst>
          </p:cNvPr>
          <p:cNvSpPr/>
          <p:nvPr userDrawn="1"/>
        </p:nvSpPr>
        <p:spPr>
          <a:xfrm>
            <a:off x="0" y="0"/>
            <a:ext cx="888023" cy="889200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68246758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888022" y="0"/>
            <a:ext cx="11303977" cy="889920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>
            <a:normAutofit/>
          </a:bodyPr>
          <a:lstStyle>
            <a:lvl1pPr>
              <a:tabLst>
                <a:tab pos="320040" algn="l"/>
              </a:tabLst>
              <a:defRPr lang="fr-CA" sz="3200" kern="1200" noProof="0">
                <a:solidFill>
                  <a:schemeClr val="bg1"/>
                </a:solidFill>
                <a:latin typeface="Visby Slab CF Bold" panose="00000800000000000000" pitchFamily="50" charset="0"/>
                <a:ea typeface="+mj-ea"/>
                <a:cs typeface="+mj-cs"/>
              </a:defRPr>
            </a:lvl1pPr>
          </a:lstStyle>
          <a:p>
            <a:r>
              <a:rPr lang="fr-CA" noProof="0"/>
              <a:t>Click to </a:t>
            </a:r>
            <a:r>
              <a:rPr lang="fr-CA" noProof="0" err="1"/>
              <a:t>edit</a:t>
            </a:r>
            <a:r>
              <a:rPr lang="fr-CA" noProof="0"/>
              <a:t> </a:t>
            </a:r>
            <a:r>
              <a:rPr lang="fr-CA" noProof="0" err="1"/>
              <a:t>title</a:t>
            </a:r>
            <a:r>
              <a:rPr lang="fr-CA" noProof="0"/>
              <a:t> style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24640" y="1017270"/>
            <a:ext cx="11767680" cy="5679922"/>
          </a:xfrm>
        </p:spPr>
        <p:txBody>
          <a:bodyPr/>
          <a:lstStyle>
            <a:lvl1pPr>
              <a:defRPr>
                <a:latin typeface="Visby CF Medium" pitchFamily="50" charset="0"/>
              </a:defRPr>
            </a:lvl1pPr>
            <a:lvl2pPr>
              <a:defRPr>
                <a:latin typeface="Visby CF Medium" pitchFamily="50" charset="0"/>
              </a:defRPr>
            </a:lvl2pPr>
            <a:lvl3pPr>
              <a:defRPr>
                <a:latin typeface="Visby CF Medium" pitchFamily="50" charset="0"/>
              </a:defRPr>
            </a:lvl3pPr>
            <a:lvl4pPr>
              <a:defRPr>
                <a:latin typeface="Visby CF Medium" pitchFamily="50" charset="0"/>
              </a:defRPr>
            </a:lvl4pPr>
            <a:lvl5pPr>
              <a:defRPr>
                <a:latin typeface="Visby CF Medium" pitchFamily="50" charset="0"/>
              </a:defRPr>
            </a:lvl5pPr>
          </a:lstStyle>
          <a:p>
            <a:pPr lvl="0"/>
            <a:r>
              <a:rPr lang="fr-FR" noProof="0"/>
              <a:t>Modifiez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  <a:endParaRPr lang="fr-CA" noProof="0"/>
          </a:p>
        </p:txBody>
      </p:sp>
      <p:sp>
        <p:nvSpPr>
          <p:cNvPr id="7" name="TextBox 6"/>
          <p:cNvSpPr txBox="1"/>
          <p:nvPr/>
        </p:nvSpPr>
        <p:spPr>
          <a:xfrm>
            <a:off x="461434" y="5718810"/>
            <a:ext cx="1219200" cy="1097280"/>
          </a:xfrm>
          <a:prstGeom prst="rect">
            <a:avLst/>
          </a:prstGeom>
        </p:spPr>
        <p:txBody>
          <a:bodyPr vert="horz" wrap="none" lIns="121920" tIns="60960" rIns="121920" bIns="60960" rtlCol="0">
            <a:normAutofit/>
          </a:bodyPr>
          <a:lstStyle/>
          <a:p>
            <a:pPr marL="206398" indent="-206398">
              <a:buClr>
                <a:schemeClr val="accent2"/>
              </a:buClr>
              <a:buSzPct val="125000"/>
              <a:buFont typeface="Arial" panose="020B0604020202020204" pitchFamily="34" charset="0"/>
              <a:buChar char="•"/>
            </a:pPr>
            <a:endParaRPr lang="fr-CA" sz="2227" noProof="0"/>
          </a:p>
        </p:txBody>
      </p:sp>
      <p:sp>
        <p:nvSpPr>
          <p:cNvPr id="9" name="TextBox 6"/>
          <p:cNvSpPr txBox="1"/>
          <p:nvPr userDrawn="1"/>
        </p:nvSpPr>
        <p:spPr>
          <a:xfrm>
            <a:off x="461434" y="5718810"/>
            <a:ext cx="1219200" cy="1097280"/>
          </a:xfrm>
          <a:prstGeom prst="rect">
            <a:avLst/>
          </a:prstGeom>
        </p:spPr>
        <p:txBody>
          <a:bodyPr vert="horz" wrap="none" lIns="121920" tIns="60960" rIns="121920" bIns="60960" rtlCol="0">
            <a:normAutofit/>
          </a:bodyPr>
          <a:lstStyle/>
          <a:p>
            <a:pPr marL="206398" indent="-206398">
              <a:buClr>
                <a:schemeClr val="accent2"/>
              </a:buClr>
              <a:buSzPct val="125000"/>
              <a:buFont typeface="Arial" panose="020B0604020202020204" pitchFamily="34" charset="0"/>
              <a:buChar char="•"/>
            </a:pPr>
            <a:endParaRPr lang="fr-CA" sz="2227" noProof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E772C3C-7BC7-07FC-6A24-A8C15B74B5C8}"/>
              </a:ext>
            </a:extLst>
          </p:cNvPr>
          <p:cNvSpPr/>
          <p:nvPr userDrawn="1"/>
        </p:nvSpPr>
        <p:spPr>
          <a:xfrm>
            <a:off x="0" y="0"/>
            <a:ext cx="888023" cy="889200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92895352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888022" y="0"/>
            <a:ext cx="11303977" cy="889920"/>
          </a:xfrm>
          <a:prstGeom prst="rect">
            <a:avLst/>
          </a:prstGeom>
          <a:solidFill>
            <a:schemeClr val="accent5"/>
          </a:solidFill>
          <a:ln>
            <a:solidFill>
              <a:schemeClr val="accent5"/>
            </a:solidFill>
          </a:ln>
        </p:spPr>
        <p:txBody>
          <a:bodyPr>
            <a:normAutofit/>
          </a:bodyPr>
          <a:lstStyle>
            <a:lvl1pPr>
              <a:tabLst>
                <a:tab pos="320040" algn="l"/>
              </a:tabLst>
              <a:defRPr lang="fr-CA" sz="3200" kern="1200" noProof="0">
                <a:solidFill>
                  <a:schemeClr val="bg1"/>
                </a:solidFill>
                <a:latin typeface="Visby Slab CF Bold" panose="00000800000000000000" pitchFamily="50" charset="0"/>
                <a:ea typeface="+mj-ea"/>
                <a:cs typeface="+mj-cs"/>
              </a:defRPr>
            </a:lvl1pPr>
          </a:lstStyle>
          <a:p>
            <a:r>
              <a:rPr lang="fr-CA" noProof="0"/>
              <a:t>Click to </a:t>
            </a:r>
            <a:r>
              <a:rPr lang="fr-CA" noProof="0" err="1"/>
              <a:t>edit</a:t>
            </a:r>
            <a:r>
              <a:rPr lang="fr-CA" noProof="0"/>
              <a:t> </a:t>
            </a:r>
            <a:r>
              <a:rPr lang="fr-CA" noProof="0" err="1"/>
              <a:t>title</a:t>
            </a:r>
            <a:r>
              <a:rPr lang="fr-CA" noProof="0"/>
              <a:t> style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24640" y="1017270"/>
            <a:ext cx="11767680" cy="5679922"/>
          </a:xfrm>
        </p:spPr>
        <p:txBody>
          <a:bodyPr/>
          <a:lstStyle>
            <a:lvl1pPr>
              <a:defRPr>
                <a:latin typeface="Visby CF Medium" pitchFamily="50" charset="0"/>
              </a:defRPr>
            </a:lvl1pPr>
            <a:lvl2pPr>
              <a:defRPr>
                <a:latin typeface="Visby CF Medium" pitchFamily="50" charset="0"/>
              </a:defRPr>
            </a:lvl2pPr>
            <a:lvl3pPr>
              <a:defRPr>
                <a:latin typeface="Visby CF Medium" pitchFamily="50" charset="0"/>
              </a:defRPr>
            </a:lvl3pPr>
            <a:lvl4pPr>
              <a:defRPr>
                <a:latin typeface="Visby CF Medium" pitchFamily="50" charset="0"/>
              </a:defRPr>
            </a:lvl4pPr>
            <a:lvl5pPr>
              <a:defRPr>
                <a:latin typeface="Visby CF Medium" pitchFamily="50" charset="0"/>
              </a:defRPr>
            </a:lvl5pPr>
          </a:lstStyle>
          <a:p>
            <a:pPr lvl="0"/>
            <a:r>
              <a:rPr lang="fr-FR" noProof="0"/>
              <a:t>Modifiez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  <a:endParaRPr lang="fr-CA" noProof="0"/>
          </a:p>
        </p:txBody>
      </p:sp>
      <p:sp>
        <p:nvSpPr>
          <p:cNvPr id="7" name="TextBox 6"/>
          <p:cNvSpPr txBox="1"/>
          <p:nvPr/>
        </p:nvSpPr>
        <p:spPr>
          <a:xfrm>
            <a:off x="461434" y="5718810"/>
            <a:ext cx="1219200" cy="1097280"/>
          </a:xfrm>
          <a:prstGeom prst="rect">
            <a:avLst/>
          </a:prstGeom>
        </p:spPr>
        <p:txBody>
          <a:bodyPr vert="horz" wrap="none" lIns="121920" tIns="60960" rIns="121920" bIns="60960" rtlCol="0">
            <a:normAutofit/>
          </a:bodyPr>
          <a:lstStyle/>
          <a:p>
            <a:pPr marL="206398" indent="-206398">
              <a:buClr>
                <a:schemeClr val="accent2"/>
              </a:buClr>
              <a:buSzPct val="125000"/>
              <a:buFont typeface="Arial" panose="020B0604020202020204" pitchFamily="34" charset="0"/>
              <a:buChar char="•"/>
            </a:pPr>
            <a:endParaRPr lang="fr-CA" sz="2227" noProof="0"/>
          </a:p>
        </p:txBody>
      </p:sp>
      <p:sp>
        <p:nvSpPr>
          <p:cNvPr id="9" name="TextBox 6"/>
          <p:cNvSpPr txBox="1"/>
          <p:nvPr userDrawn="1"/>
        </p:nvSpPr>
        <p:spPr>
          <a:xfrm>
            <a:off x="461434" y="5718810"/>
            <a:ext cx="1219200" cy="1097280"/>
          </a:xfrm>
          <a:prstGeom prst="rect">
            <a:avLst/>
          </a:prstGeom>
        </p:spPr>
        <p:txBody>
          <a:bodyPr vert="horz" wrap="none" lIns="121920" tIns="60960" rIns="121920" bIns="60960" rtlCol="0">
            <a:normAutofit/>
          </a:bodyPr>
          <a:lstStyle/>
          <a:p>
            <a:pPr marL="206398" indent="-206398">
              <a:buClr>
                <a:schemeClr val="accent2"/>
              </a:buClr>
              <a:buSzPct val="125000"/>
              <a:buFont typeface="Arial" panose="020B0604020202020204" pitchFamily="34" charset="0"/>
              <a:buChar char="•"/>
            </a:pPr>
            <a:endParaRPr lang="fr-CA" sz="2227" noProof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E772C3C-7BC7-07FC-6A24-A8C15B74B5C8}"/>
              </a:ext>
            </a:extLst>
          </p:cNvPr>
          <p:cNvSpPr/>
          <p:nvPr userDrawn="1"/>
        </p:nvSpPr>
        <p:spPr>
          <a:xfrm>
            <a:off x="0" y="0"/>
            <a:ext cx="888023" cy="889200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99829294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61434" y="5718810"/>
            <a:ext cx="1219200" cy="1097280"/>
          </a:xfrm>
          <a:prstGeom prst="rect">
            <a:avLst/>
          </a:prstGeom>
        </p:spPr>
        <p:txBody>
          <a:bodyPr vert="horz" wrap="none" lIns="121920" tIns="60960" rIns="121920" bIns="60960" rtlCol="0">
            <a:normAutofit/>
          </a:bodyPr>
          <a:lstStyle/>
          <a:p>
            <a:pPr marL="206398" indent="-206398">
              <a:buClr>
                <a:schemeClr val="accent2"/>
              </a:buClr>
              <a:buSzPct val="125000"/>
              <a:buFont typeface="Arial" panose="020B0604020202020204" pitchFamily="34" charset="0"/>
              <a:buChar char="•"/>
            </a:pPr>
            <a:endParaRPr lang="fr-CA" sz="2227" noProof="0"/>
          </a:p>
        </p:txBody>
      </p:sp>
      <p:sp>
        <p:nvSpPr>
          <p:cNvPr id="9" name="TextBox 6"/>
          <p:cNvSpPr txBox="1"/>
          <p:nvPr userDrawn="1"/>
        </p:nvSpPr>
        <p:spPr>
          <a:xfrm>
            <a:off x="461434" y="5718810"/>
            <a:ext cx="1219200" cy="1097280"/>
          </a:xfrm>
          <a:prstGeom prst="rect">
            <a:avLst/>
          </a:prstGeom>
        </p:spPr>
        <p:txBody>
          <a:bodyPr vert="horz" wrap="none" lIns="121920" tIns="60960" rIns="121920" bIns="60960" rtlCol="0">
            <a:normAutofit/>
          </a:bodyPr>
          <a:lstStyle/>
          <a:p>
            <a:pPr marL="206398" indent="-206398">
              <a:buClr>
                <a:schemeClr val="accent2"/>
              </a:buClr>
              <a:buSzPct val="125000"/>
              <a:buFont typeface="Arial" panose="020B0604020202020204" pitchFamily="34" charset="0"/>
              <a:buChar char="•"/>
            </a:pPr>
            <a:endParaRPr lang="fr-CA" sz="2227" noProof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1598EAB-A240-EB77-7D97-E2AAED96ECA1}"/>
              </a:ext>
            </a:extLst>
          </p:cNvPr>
          <p:cNvSpPr/>
          <p:nvPr userDrawn="1"/>
        </p:nvSpPr>
        <p:spPr>
          <a:xfrm rot="5400000">
            <a:off x="10462333" y="5119540"/>
            <a:ext cx="472518" cy="2986820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C7794EF-2032-F1DC-2B6D-82457CDBCD05}"/>
              </a:ext>
            </a:extLst>
          </p:cNvPr>
          <p:cNvSpPr/>
          <p:nvPr userDrawn="1"/>
        </p:nvSpPr>
        <p:spPr>
          <a:xfrm rot="5400000">
            <a:off x="8994328" y="6377150"/>
            <a:ext cx="472518" cy="471600"/>
          </a:xfrm>
          <a:prstGeom prst="rect">
            <a:avLst/>
          </a:prstGeom>
          <a:solidFill>
            <a:srgbClr val="203864"/>
          </a:solidFill>
          <a:ln>
            <a:solidFill>
              <a:srgbClr val="20386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8" name="Titre 1">
            <a:extLst>
              <a:ext uri="{FF2B5EF4-FFF2-40B4-BE49-F238E27FC236}">
                <a16:creationId xmlns:a16="http://schemas.microsoft.com/office/drawing/2014/main" id="{A8EE9A53-C187-19EC-7879-455208C1C9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88022" y="0"/>
            <a:ext cx="11303977" cy="889920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lstStyle>
            <a:lvl1pPr>
              <a:tabLst>
                <a:tab pos="320040" algn="l"/>
              </a:tabLst>
              <a:defRPr lang="fr-CA" sz="3200" kern="1200" noProof="0">
                <a:solidFill>
                  <a:schemeClr val="tx2"/>
                </a:solidFill>
                <a:latin typeface="Visby Slab CF Bold" panose="00000800000000000000" pitchFamily="50" charset="0"/>
                <a:ea typeface="+mj-ea"/>
                <a:cs typeface="+mj-cs"/>
              </a:defRPr>
            </a:lvl1pPr>
          </a:lstStyle>
          <a:p>
            <a:r>
              <a:rPr lang="fr-CA" noProof="0"/>
              <a:t>	Click to </a:t>
            </a:r>
            <a:r>
              <a:rPr lang="fr-CA" noProof="0" err="1"/>
              <a:t>edit</a:t>
            </a:r>
            <a:r>
              <a:rPr lang="fr-CA" noProof="0"/>
              <a:t> </a:t>
            </a:r>
            <a:r>
              <a:rPr lang="fr-CA" noProof="0" err="1"/>
              <a:t>title</a:t>
            </a:r>
            <a:r>
              <a:rPr lang="fr-CA" noProof="0"/>
              <a:t> style</a:t>
            </a:r>
          </a:p>
        </p:txBody>
      </p:sp>
    </p:spTree>
    <p:extLst>
      <p:ext uri="{BB962C8B-B14F-4D97-AF65-F5344CB8AC3E}">
        <p14:creationId xmlns:p14="http://schemas.microsoft.com/office/powerpoint/2010/main" val="134169335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61434" y="5718810"/>
            <a:ext cx="1219200" cy="1097280"/>
          </a:xfrm>
          <a:prstGeom prst="rect">
            <a:avLst/>
          </a:prstGeom>
        </p:spPr>
        <p:txBody>
          <a:bodyPr vert="horz" wrap="none" lIns="121920" tIns="60960" rIns="121920" bIns="60960" rtlCol="0">
            <a:normAutofit/>
          </a:bodyPr>
          <a:lstStyle/>
          <a:p>
            <a:pPr marL="206398" indent="-206398">
              <a:buClr>
                <a:schemeClr val="accent2"/>
              </a:buClr>
              <a:buSzPct val="125000"/>
              <a:buFont typeface="Arial" panose="020B0604020202020204" pitchFamily="34" charset="0"/>
              <a:buChar char="•"/>
            </a:pPr>
            <a:endParaRPr lang="fr-CA" sz="2227" noProof="0"/>
          </a:p>
        </p:txBody>
      </p:sp>
      <p:sp>
        <p:nvSpPr>
          <p:cNvPr id="9" name="TextBox 6"/>
          <p:cNvSpPr txBox="1"/>
          <p:nvPr userDrawn="1"/>
        </p:nvSpPr>
        <p:spPr>
          <a:xfrm>
            <a:off x="461434" y="5718810"/>
            <a:ext cx="1219200" cy="1097280"/>
          </a:xfrm>
          <a:prstGeom prst="rect">
            <a:avLst/>
          </a:prstGeom>
        </p:spPr>
        <p:txBody>
          <a:bodyPr vert="horz" wrap="none" lIns="121920" tIns="60960" rIns="121920" bIns="60960" rtlCol="0">
            <a:normAutofit/>
          </a:bodyPr>
          <a:lstStyle/>
          <a:p>
            <a:pPr marL="206398" indent="-206398">
              <a:buClr>
                <a:schemeClr val="accent2"/>
              </a:buClr>
              <a:buSzPct val="125000"/>
              <a:buFont typeface="Arial" panose="020B0604020202020204" pitchFamily="34" charset="0"/>
              <a:buChar char="•"/>
            </a:pPr>
            <a:endParaRPr lang="fr-CA" sz="2227" noProof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1598EAB-A240-EB77-7D97-E2AAED96ECA1}"/>
              </a:ext>
            </a:extLst>
          </p:cNvPr>
          <p:cNvSpPr/>
          <p:nvPr userDrawn="1"/>
        </p:nvSpPr>
        <p:spPr>
          <a:xfrm rot="5400000">
            <a:off x="10462333" y="5119540"/>
            <a:ext cx="472518" cy="2986820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C7794EF-2032-F1DC-2B6D-82457CDBCD05}"/>
              </a:ext>
            </a:extLst>
          </p:cNvPr>
          <p:cNvSpPr/>
          <p:nvPr userDrawn="1"/>
        </p:nvSpPr>
        <p:spPr>
          <a:xfrm rot="5400000">
            <a:off x="8994328" y="6377150"/>
            <a:ext cx="472518" cy="471600"/>
          </a:xfrm>
          <a:prstGeom prst="rect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8" name="Titre 1">
            <a:extLst>
              <a:ext uri="{FF2B5EF4-FFF2-40B4-BE49-F238E27FC236}">
                <a16:creationId xmlns:a16="http://schemas.microsoft.com/office/drawing/2014/main" id="{A8EE9A53-C187-19EC-7879-455208C1C9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88022" y="0"/>
            <a:ext cx="11303977" cy="889920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lstStyle>
            <a:lvl1pPr>
              <a:tabLst>
                <a:tab pos="320040" algn="l"/>
              </a:tabLst>
              <a:defRPr lang="fr-CA" sz="3200" kern="1200" noProof="0">
                <a:solidFill>
                  <a:schemeClr val="accent4"/>
                </a:solidFill>
                <a:latin typeface="Visby Slab CF Bold" panose="00000800000000000000" pitchFamily="50" charset="0"/>
                <a:ea typeface="+mj-ea"/>
                <a:cs typeface="+mj-cs"/>
              </a:defRPr>
            </a:lvl1pPr>
          </a:lstStyle>
          <a:p>
            <a:r>
              <a:rPr lang="fr-CA" noProof="0"/>
              <a:t>Click to </a:t>
            </a:r>
            <a:r>
              <a:rPr lang="fr-CA" noProof="0" err="1"/>
              <a:t>edit</a:t>
            </a:r>
            <a:r>
              <a:rPr lang="fr-CA" noProof="0"/>
              <a:t> </a:t>
            </a:r>
            <a:r>
              <a:rPr lang="fr-CA" noProof="0" err="1"/>
              <a:t>title</a:t>
            </a:r>
            <a:r>
              <a:rPr lang="fr-CA" noProof="0"/>
              <a:t> style</a:t>
            </a:r>
          </a:p>
        </p:txBody>
      </p:sp>
    </p:spTree>
    <p:extLst>
      <p:ext uri="{BB962C8B-B14F-4D97-AF65-F5344CB8AC3E}">
        <p14:creationId xmlns:p14="http://schemas.microsoft.com/office/powerpoint/2010/main" val="426444154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7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4185EE1-A7BF-4AD5-BC17-F265808F8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  <a:latin typeface="Visby Slab CF Bold" panose="00000800000000000000" pitchFamily="50" charset="0"/>
              </a:defRPr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DAABD6A-C539-4986-8D7A-CD2C406F66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>
            <a:lvl1pPr marL="228600" indent="-228600">
              <a:buClr>
                <a:srgbClr val="888B8D"/>
              </a:buClr>
              <a:buFont typeface="Wingdings" panose="05000000000000000000" pitchFamily="2" charset="2"/>
              <a:buChar char="§"/>
              <a:defRPr sz="2800">
                <a:solidFill>
                  <a:schemeClr val="bg2">
                    <a:lumMod val="25000"/>
                  </a:schemeClr>
                </a:solidFill>
                <a:latin typeface="Visby CF" pitchFamily="50" charset="0"/>
              </a:defRPr>
            </a:lvl1pPr>
            <a:lvl2pPr marL="685800" indent="-228600">
              <a:buClr>
                <a:srgbClr val="888B8D"/>
              </a:buClr>
              <a:buFont typeface="Wingdings" panose="05000000000000000000" pitchFamily="2" charset="2"/>
              <a:buChar char="§"/>
              <a:defRPr sz="2400">
                <a:solidFill>
                  <a:schemeClr val="bg2">
                    <a:lumMod val="25000"/>
                  </a:schemeClr>
                </a:solidFill>
                <a:latin typeface="Visby CF" pitchFamily="50" charset="0"/>
              </a:defRPr>
            </a:lvl2pPr>
            <a:lvl3pPr marL="1143000" indent="-228600">
              <a:buClr>
                <a:srgbClr val="888B8D"/>
              </a:buClr>
              <a:buFont typeface="Wingdings" panose="05000000000000000000" pitchFamily="2" charset="2"/>
              <a:buChar char="§"/>
              <a:defRPr sz="2000">
                <a:solidFill>
                  <a:schemeClr val="bg2">
                    <a:lumMod val="25000"/>
                  </a:schemeClr>
                </a:solidFill>
                <a:latin typeface="Visby CF" pitchFamily="50" charset="0"/>
              </a:defRPr>
            </a:lvl3pPr>
            <a:lvl4pPr marL="1600200" indent="-228600">
              <a:buClr>
                <a:srgbClr val="888B8D"/>
              </a:buClr>
              <a:buFont typeface="Wingdings" panose="05000000000000000000" pitchFamily="2" charset="2"/>
              <a:buChar char="§"/>
              <a:defRPr sz="1800">
                <a:solidFill>
                  <a:schemeClr val="bg2">
                    <a:lumMod val="25000"/>
                  </a:schemeClr>
                </a:solidFill>
                <a:latin typeface="Visby CF" pitchFamily="50" charset="0"/>
              </a:defRPr>
            </a:lvl4pPr>
            <a:lvl5pPr marL="2057400" indent="-228600">
              <a:buClr>
                <a:srgbClr val="888B8D"/>
              </a:buClr>
              <a:buFont typeface="Wingdings" panose="05000000000000000000" pitchFamily="2" charset="2"/>
              <a:buChar char="§"/>
              <a:defRPr sz="1800">
                <a:solidFill>
                  <a:schemeClr val="bg2">
                    <a:lumMod val="25000"/>
                  </a:schemeClr>
                </a:solidFill>
                <a:latin typeface="Visby CF" pitchFamily="50" charset="0"/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934BDF9-CB23-494B-B363-9E25B36D04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C9F17-3A02-44C2-9C14-398C33D5EF03}" type="datetime1">
              <a:rPr lang="fr-CA" smtClean="0"/>
              <a:t>2026-09-08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3A02F70-0106-4D01-94E1-DB447CF45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B8E416A0-68C3-4BA8-B81F-3419DBBCB50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2472" r="1427"/>
          <a:stretch/>
        </p:blipFill>
        <p:spPr>
          <a:xfrm>
            <a:off x="11057862" y="6210411"/>
            <a:ext cx="654974" cy="657227"/>
          </a:xfrm>
          <a:prstGeom prst="rect">
            <a:avLst/>
          </a:prstGeom>
        </p:spPr>
      </p:pic>
      <p:sp>
        <p:nvSpPr>
          <p:cNvPr id="10" name="Espace réservé du numéro de diapositive 5">
            <a:extLst>
              <a:ext uri="{FF2B5EF4-FFF2-40B4-BE49-F238E27FC236}">
                <a16:creationId xmlns:a16="http://schemas.microsoft.com/office/drawing/2014/main" id="{DC0AD9BE-B0C3-435D-BC3E-4521EBEEF9C7}"/>
              </a:ext>
            </a:extLst>
          </p:cNvPr>
          <p:cNvSpPr txBox="1">
            <a:spLocks/>
          </p:cNvSpPr>
          <p:nvPr userDrawn="1"/>
        </p:nvSpPr>
        <p:spPr>
          <a:xfrm>
            <a:off x="11664803" y="6536326"/>
            <a:ext cx="540488" cy="365125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4162AF1F-2696-4F34-A7F3-E326E3C5B51E}" type="slidenum">
              <a:rPr lang="fr-CA" sz="1400" smtClean="0">
                <a:solidFill>
                  <a:schemeClr val="accent4"/>
                </a:solidFill>
                <a:latin typeface="Visby Slab CF Bold" panose="00000800000000000000" pitchFamily="50" charset="0"/>
              </a:rPr>
              <a:pPr algn="ctr"/>
              <a:t>‹N°›</a:t>
            </a:fld>
            <a:endParaRPr lang="fr-CA" sz="1400">
              <a:solidFill>
                <a:schemeClr val="accent4"/>
              </a:solidFill>
              <a:latin typeface="Visby Slab CF Bold" panose="00000800000000000000" pitchFamily="50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56567A4-6355-BD3C-4037-FBD5088829F8}"/>
              </a:ext>
            </a:extLst>
          </p:cNvPr>
          <p:cNvSpPr/>
          <p:nvPr userDrawn="1"/>
        </p:nvSpPr>
        <p:spPr>
          <a:xfrm>
            <a:off x="838200" y="1709553"/>
            <a:ext cx="10533184" cy="108000"/>
          </a:xfrm>
          <a:prstGeom prst="rect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FD178C0-E3DD-03F4-E12B-9D8A2DEA6913}"/>
              </a:ext>
            </a:extLst>
          </p:cNvPr>
          <p:cNvSpPr/>
          <p:nvPr userDrawn="1"/>
        </p:nvSpPr>
        <p:spPr>
          <a:xfrm>
            <a:off x="838200" y="1709553"/>
            <a:ext cx="108000" cy="108000"/>
          </a:xfrm>
          <a:prstGeom prst="rect">
            <a:avLst/>
          </a:prstGeom>
          <a:solidFill>
            <a:srgbClr val="203864"/>
          </a:solidFill>
          <a:ln>
            <a:solidFill>
              <a:srgbClr val="20386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94744448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4185EE1-A7BF-4AD5-BC17-F265808F8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  <a:latin typeface="Visby Slab CF Bold" panose="00000800000000000000" pitchFamily="50" charset="0"/>
              </a:defRPr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DAABD6A-C539-4986-8D7A-CD2C406F66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492262" cy="4351338"/>
          </a:xfrm>
        </p:spPr>
        <p:txBody>
          <a:bodyPr anchor="ctr">
            <a:normAutofit/>
          </a:bodyPr>
          <a:lstStyle>
            <a:lvl1pPr marL="228600" indent="-228600">
              <a:buClr>
                <a:srgbClr val="888B8D"/>
              </a:buClr>
              <a:buFont typeface="Wingdings" panose="05000000000000000000" pitchFamily="2" charset="2"/>
              <a:buChar char="§"/>
              <a:defRPr sz="2800">
                <a:solidFill>
                  <a:schemeClr val="bg2">
                    <a:lumMod val="25000"/>
                  </a:schemeClr>
                </a:solidFill>
                <a:latin typeface="Visby CF" pitchFamily="50" charset="0"/>
              </a:defRPr>
            </a:lvl1pPr>
            <a:lvl2pPr marL="685800" indent="-228600">
              <a:buClr>
                <a:srgbClr val="888B8D"/>
              </a:buClr>
              <a:buFont typeface="Wingdings" panose="05000000000000000000" pitchFamily="2" charset="2"/>
              <a:buChar char="§"/>
              <a:defRPr sz="2400">
                <a:solidFill>
                  <a:schemeClr val="bg2">
                    <a:lumMod val="25000"/>
                  </a:schemeClr>
                </a:solidFill>
                <a:latin typeface="Visby CF" pitchFamily="50" charset="0"/>
              </a:defRPr>
            </a:lvl2pPr>
            <a:lvl3pPr marL="1143000" indent="-228600">
              <a:buClr>
                <a:srgbClr val="888B8D"/>
              </a:buClr>
              <a:buFont typeface="Wingdings" panose="05000000000000000000" pitchFamily="2" charset="2"/>
              <a:buChar char="§"/>
              <a:defRPr sz="2000">
                <a:solidFill>
                  <a:schemeClr val="bg2">
                    <a:lumMod val="25000"/>
                  </a:schemeClr>
                </a:solidFill>
                <a:latin typeface="Visby CF" pitchFamily="50" charset="0"/>
              </a:defRPr>
            </a:lvl3pPr>
            <a:lvl4pPr marL="1600200" indent="-228600">
              <a:buClr>
                <a:srgbClr val="888B8D"/>
              </a:buClr>
              <a:buFont typeface="Wingdings" panose="05000000000000000000" pitchFamily="2" charset="2"/>
              <a:buChar char="§"/>
              <a:defRPr sz="1800">
                <a:solidFill>
                  <a:schemeClr val="bg2">
                    <a:lumMod val="25000"/>
                  </a:schemeClr>
                </a:solidFill>
                <a:latin typeface="Visby CF" pitchFamily="50" charset="0"/>
              </a:defRPr>
            </a:lvl4pPr>
            <a:lvl5pPr marL="2057400" indent="-228600">
              <a:buClr>
                <a:srgbClr val="888B8D"/>
              </a:buClr>
              <a:buFont typeface="Wingdings" panose="05000000000000000000" pitchFamily="2" charset="2"/>
              <a:buChar char="§"/>
              <a:defRPr sz="1800">
                <a:solidFill>
                  <a:schemeClr val="bg2">
                    <a:lumMod val="25000"/>
                  </a:schemeClr>
                </a:solidFill>
                <a:latin typeface="Visby CF" pitchFamily="50" charset="0"/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934BDF9-CB23-494B-B363-9E25B36D04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C9F17-3A02-44C2-9C14-398C33D5EF03}" type="datetime1">
              <a:rPr lang="fr-CA" smtClean="0"/>
              <a:t>2026-09-08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3A02F70-0106-4D01-94E1-DB447CF45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B8E416A0-68C3-4BA8-B81F-3419DBBCB50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2472" r="1427"/>
          <a:stretch/>
        </p:blipFill>
        <p:spPr>
          <a:xfrm>
            <a:off x="11057862" y="6210411"/>
            <a:ext cx="654974" cy="657227"/>
          </a:xfrm>
          <a:prstGeom prst="rect">
            <a:avLst/>
          </a:prstGeom>
        </p:spPr>
      </p:pic>
      <p:sp>
        <p:nvSpPr>
          <p:cNvPr id="10" name="Espace réservé du numéro de diapositive 5">
            <a:extLst>
              <a:ext uri="{FF2B5EF4-FFF2-40B4-BE49-F238E27FC236}">
                <a16:creationId xmlns:a16="http://schemas.microsoft.com/office/drawing/2014/main" id="{DC0AD9BE-B0C3-435D-BC3E-4521EBEEF9C7}"/>
              </a:ext>
            </a:extLst>
          </p:cNvPr>
          <p:cNvSpPr txBox="1">
            <a:spLocks/>
          </p:cNvSpPr>
          <p:nvPr userDrawn="1"/>
        </p:nvSpPr>
        <p:spPr>
          <a:xfrm>
            <a:off x="11664803" y="6536326"/>
            <a:ext cx="540488" cy="365125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4162AF1F-2696-4F34-A7F3-E326E3C5B51E}" type="slidenum">
              <a:rPr lang="fr-CA" sz="1400" smtClean="0">
                <a:solidFill>
                  <a:schemeClr val="accent2"/>
                </a:solidFill>
                <a:latin typeface="Visby Slab CF Bold" panose="00000800000000000000" pitchFamily="50" charset="0"/>
              </a:rPr>
              <a:pPr algn="ctr"/>
              <a:t>‹N°›</a:t>
            </a:fld>
            <a:endParaRPr lang="fr-CA" sz="1400">
              <a:solidFill>
                <a:schemeClr val="accent2"/>
              </a:solidFill>
              <a:latin typeface="Visby Slab CF Bold" panose="00000800000000000000" pitchFamily="50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AED1FFB-4E60-EE52-12A7-B696E9EEBB39}"/>
              </a:ext>
            </a:extLst>
          </p:cNvPr>
          <p:cNvSpPr/>
          <p:nvPr userDrawn="1"/>
        </p:nvSpPr>
        <p:spPr>
          <a:xfrm>
            <a:off x="838200" y="1709553"/>
            <a:ext cx="5492262" cy="116072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B83D631-88E3-FF4E-2562-9CA27B86EC6F}"/>
              </a:ext>
            </a:extLst>
          </p:cNvPr>
          <p:cNvSpPr/>
          <p:nvPr userDrawn="1"/>
        </p:nvSpPr>
        <p:spPr>
          <a:xfrm>
            <a:off x="838200" y="1709553"/>
            <a:ext cx="108000" cy="108000"/>
          </a:xfrm>
          <a:prstGeom prst="rect">
            <a:avLst/>
          </a:prstGeom>
          <a:solidFill>
            <a:srgbClr val="203864"/>
          </a:solidFill>
          <a:ln>
            <a:solidFill>
              <a:srgbClr val="20386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28612839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6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4185EE1-A7BF-4AD5-BC17-F265808F8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  <a:latin typeface="Visby Slab CF Bold" panose="00000800000000000000" pitchFamily="50" charset="0"/>
              </a:defRPr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DAABD6A-C539-4986-8D7A-CD2C406F66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492262" cy="4351338"/>
          </a:xfrm>
        </p:spPr>
        <p:txBody>
          <a:bodyPr anchor="ctr">
            <a:normAutofit/>
          </a:bodyPr>
          <a:lstStyle>
            <a:lvl1pPr marL="228600" indent="-228600">
              <a:buClr>
                <a:srgbClr val="888B8D"/>
              </a:buClr>
              <a:buFont typeface="Wingdings" panose="05000000000000000000" pitchFamily="2" charset="2"/>
              <a:buChar char="§"/>
              <a:defRPr sz="2800">
                <a:solidFill>
                  <a:schemeClr val="bg2">
                    <a:lumMod val="25000"/>
                  </a:schemeClr>
                </a:solidFill>
                <a:latin typeface="Visby CF" pitchFamily="50" charset="0"/>
              </a:defRPr>
            </a:lvl1pPr>
            <a:lvl2pPr marL="685800" indent="-228600">
              <a:buClr>
                <a:srgbClr val="888B8D"/>
              </a:buClr>
              <a:buFont typeface="Wingdings" panose="05000000000000000000" pitchFamily="2" charset="2"/>
              <a:buChar char="§"/>
              <a:defRPr sz="2400">
                <a:solidFill>
                  <a:schemeClr val="bg2">
                    <a:lumMod val="25000"/>
                  </a:schemeClr>
                </a:solidFill>
                <a:latin typeface="Visby CF" pitchFamily="50" charset="0"/>
              </a:defRPr>
            </a:lvl2pPr>
            <a:lvl3pPr marL="1143000" indent="-228600">
              <a:buClr>
                <a:srgbClr val="888B8D"/>
              </a:buClr>
              <a:buFont typeface="Wingdings" panose="05000000000000000000" pitchFamily="2" charset="2"/>
              <a:buChar char="§"/>
              <a:defRPr sz="2000">
                <a:solidFill>
                  <a:schemeClr val="bg2">
                    <a:lumMod val="25000"/>
                  </a:schemeClr>
                </a:solidFill>
                <a:latin typeface="Visby CF" pitchFamily="50" charset="0"/>
              </a:defRPr>
            </a:lvl3pPr>
            <a:lvl4pPr marL="1600200" indent="-228600">
              <a:buClr>
                <a:srgbClr val="888B8D"/>
              </a:buClr>
              <a:buFont typeface="Wingdings" panose="05000000000000000000" pitchFamily="2" charset="2"/>
              <a:buChar char="§"/>
              <a:defRPr sz="1800">
                <a:solidFill>
                  <a:schemeClr val="bg2">
                    <a:lumMod val="25000"/>
                  </a:schemeClr>
                </a:solidFill>
                <a:latin typeface="Visby CF" pitchFamily="50" charset="0"/>
              </a:defRPr>
            </a:lvl4pPr>
            <a:lvl5pPr marL="2057400" indent="-228600">
              <a:buClr>
                <a:srgbClr val="888B8D"/>
              </a:buClr>
              <a:buFont typeface="Wingdings" panose="05000000000000000000" pitchFamily="2" charset="2"/>
              <a:buChar char="§"/>
              <a:defRPr sz="1800">
                <a:solidFill>
                  <a:schemeClr val="bg2">
                    <a:lumMod val="25000"/>
                  </a:schemeClr>
                </a:solidFill>
                <a:latin typeface="Visby CF" pitchFamily="50" charset="0"/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934BDF9-CB23-494B-B363-9E25B36D04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C9F17-3A02-44C2-9C14-398C33D5EF03}" type="datetime1">
              <a:rPr lang="fr-CA" smtClean="0"/>
              <a:t>2026-09-08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3A02F70-0106-4D01-94E1-DB447CF45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B8E416A0-68C3-4BA8-B81F-3419DBBCB50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2472" r="1427"/>
          <a:stretch/>
        </p:blipFill>
        <p:spPr>
          <a:xfrm>
            <a:off x="11057862" y="6210411"/>
            <a:ext cx="654974" cy="657227"/>
          </a:xfrm>
          <a:prstGeom prst="rect">
            <a:avLst/>
          </a:prstGeom>
        </p:spPr>
      </p:pic>
      <p:sp>
        <p:nvSpPr>
          <p:cNvPr id="10" name="Espace réservé du numéro de diapositive 5">
            <a:extLst>
              <a:ext uri="{FF2B5EF4-FFF2-40B4-BE49-F238E27FC236}">
                <a16:creationId xmlns:a16="http://schemas.microsoft.com/office/drawing/2014/main" id="{DC0AD9BE-B0C3-435D-BC3E-4521EBEEF9C7}"/>
              </a:ext>
            </a:extLst>
          </p:cNvPr>
          <p:cNvSpPr txBox="1">
            <a:spLocks/>
          </p:cNvSpPr>
          <p:nvPr userDrawn="1"/>
        </p:nvSpPr>
        <p:spPr>
          <a:xfrm>
            <a:off x="11664803" y="6536326"/>
            <a:ext cx="540488" cy="365125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4162AF1F-2696-4F34-A7F3-E326E3C5B51E}" type="slidenum">
              <a:rPr lang="fr-CA" sz="1400" smtClean="0">
                <a:solidFill>
                  <a:schemeClr val="accent2"/>
                </a:solidFill>
                <a:latin typeface="Visby Slab CF Bold" panose="00000800000000000000" pitchFamily="50" charset="0"/>
              </a:rPr>
              <a:pPr algn="ctr"/>
              <a:t>‹N°›</a:t>
            </a:fld>
            <a:endParaRPr lang="fr-CA" sz="1400">
              <a:solidFill>
                <a:schemeClr val="accent2"/>
              </a:solidFill>
              <a:latin typeface="Visby Slab CF Bold" panose="00000800000000000000" pitchFamily="50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AED1FFB-4E60-EE52-12A7-B696E9EEBB39}"/>
              </a:ext>
            </a:extLst>
          </p:cNvPr>
          <p:cNvSpPr/>
          <p:nvPr userDrawn="1"/>
        </p:nvSpPr>
        <p:spPr>
          <a:xfrm>
            <a:off x="838200" y="1709553"/>
            <a:ext cx="5492262" cy="116072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B83D631-88E3-FF4E-2562-9CA27B86EC6F}"/>
              </a:ext>
            </a:extLst>
          </p:cNvPr>
          <p:cNvSpPr/>
          <p:nvPr userDrawn="1"/>
        </p:nvSpPr>
        <p:spPr>
          <a:xfrm>
            <a:off x="838200" y="1709553"/>
            <a:ext cx="108000" cy="108000"/>
          </a:xfrm>
          <a:prstGeom prst="rect">
            <a:avLst/>
          </a:prstGeom>
          <a:solidFill>
            <a:srgbClr val="203864"/>
          </a:solidFill>
          <a:ln>
            <a:solidFill>
              <a:srgbClr val="20386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18656754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4185EE1-A7BF-4AD5-BC17-F265808F8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  <a:latin typeface="Visby Slab CF Bold" panose="00000800000000000000" pitchFamily="50" charset="0"/>
              </a:defRPr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10" name="Espace réservé du numéro de diapositive 5">
            <a:extLst>
              <a:ext uri="{FF2B5EF4-FFF2-40B4-BE49-F238E27FC236}">
                <a16:creationId xmlns:a16="http://schemas.microsoft.com/office/drawing/2014/main" id="{DC0AD9BE-B0C3-435D-BC3E-4521EBEEF9C7}"/>
              </a:ext>
            </a:extLst>
          </p:cNvPr>
          <p:cNvSpPr txBox="1">
            <a:spLocks/>
          </p:cNvSpPr>
          <p:nvPr userDrawn="1"/>
        </p:nvSpPr>
        <p:spPr>
          <a:xfrm>
            <a:off x="11664803" y="6536326"/>
            <a:ext cx="540488" cy="365125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4162AF1F-2696-4F34-A7F3-E326E3C5B51E}" type="slidenum">
              <a:rPr lang="fr-CA" sz="1200" smtClean="0">
                <a:solidFill>
                  <a:srgbClr val="003C71"/>
                </a:solidFill>
                <a:latin typeface="Visby CF" pitchFamily="50" charset="0"/>
              </a:rPr>
              <a:pPr algn="ctr"/>
              <a:t>‹N°›</a:t>
            </a:fld>
            <a:endParaRPr lang="fr-CA" sz="1200">
              <a:solidFill>
                <a:srgbClr val="003C71"/>
              </a:solidFill>
              <a:latin typeface="Visby CF" pitchFamily="50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659D36B-EA26-D450-5622-4C9069AAC298}"/>
              </a:ext>
            </a:extLst>
          </p:cNvPr>
          <p:cNvSpPr/>
          <p:nvPr userDrawn="1"/>
        </p:nvSpPr>
        <p:spPr>
          <a:xfrm rot="5400000">
            <a:off x="10462333" y="5119540"/>
            <a:ext cx="472518" cy="2986820"/>
          </a:xfrm>
          <a:prstGeom prst="rect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4BBD810-0277-793C-EA97-93FAC7EB8040}"/>
              </a:ext>
            </a:extLst>
          </p:cNvPr>
          <p:cNvSpPr/>
          <p:nvPr userDrawn="1"/>
        </p:nvSpPr>
        <p:spPr>
          <a:xfrm rot="5400000">
            <a:off x="8994328" y="6377150"/>
            <a:ext cx="472518" cy="471600"/>
          </a:xfrm>
          <a:prstGeom prst="rect">
            <a:avLst/>
          </a:prstGeom>
          <a:solidFill>
            <a:srgbClr val="203864"/>
          </a:solidFill>
          <a:ln>
            <a:solidFill>
              <a:srgbClr val="20386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50556362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Page vid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4">
            <a:extLst>
              <a:ext uri="{FF2B5EF4-FFF2-40B4-BE49-F238E27FC236}">
                <a16:creationId xmlns:a16="http://schemas.microsoft.com/office/drawing/2014/main" id="{A9E64EBA-8881-F0E1-E7A8-FE98083A16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356" y="2145322"/>
            <a:ext cx="10341272" cy="1840524"/>
          </a:xfrm>
        </p:spPr>
        <p:txBody>
          <a:bodyPr anchor="t"/>
          <a:lstStyle>
            <a:lvl1pPr>
              <a:lnSpc>
                <a:spcPct val="150000"/>
              </a:lnSpc>
              <a:defRPr kumimoji="0" lang="fr-CA" sz="3600" b="0" i="0" u="none" strike="noStrike" kern="1200" cap="none" spc="0" normalizeH="0" baseline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Visby Slab CF Bold" panose="00000800000000000000" pitchFamily="50" charset="0"/>
                <a:ea typeface="+mn-ea"/>
                <a:cs typeface="+mn-cs"/>
              </a:defRPr>
            </a:lvl1pPr>
          </a:lstStyle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9C6"/>
              </a:buClr>
              <a:buSzPct val="125000"/>
              <a:buFontTx/>
              <a:buNone/>
              <a:tabLst/>
              <a:defRPr/>
            </a:pPr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7">
            <a:extLst>
              <a:ext uri="{FF2B5EF4-FFF2-40B4-BE49-F238E27FC236}">
                <a16:creationId xmlns:a16="http://schemas.microsoft.com/office/drawing/2014/main" id="{95C016CB-6232-FC7C-253D-FB0002C3D2F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43354" y="1458156"/>
            <a:ext cx="10341272" cy="687165"/>
          </a:xfrm>
        </p:spPr>
        <p:txBody>
          <a:bodyPr anchor="ctr">
            <a:noAutofit/>
          </a:bodyPr>
          <a:lstStyle>
            <a:lvl1pPr marL="0" indent="0">
              <a:buNone/>
              <a:defRPr sz="3200" b="1">
                <a:solidFill>
                  <a:schemeClr val="tx2"/>
                </a:solidFill>
                <a:latin typeface="Visby CF Bold" pitchFamily="50" charset="0"/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85F6ED0-DE3B-4499-BDDD-C36B13EECF99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2519464" y="5126475"/>
            <a:ext cx="9672536" cy="48638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CA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020E368-031D-01DD-68D0-28AA01497C04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2519464" y="5126475"/>
            <a:ext cx="486000" cy="48638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CA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5073618A-C5A6-B8D3-7034-FDE7359EF580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>
            <a:off x="-245807" y="6300024"/>
            <a:ext cx="12683615" cy="1219200"/>
          </a:xfrm>
          <a:prstGeom prst="rect">
            <a:avLst/>
          </a:prstGeom>
        </p:spPr>
        <p:txBody>
          <a:bodyPr vert="horz" wrap="none" lIns="121920" tIns="60960" rIns="121920" bIns="60960" rtlCol="0">
            <a:norm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9C6"/>
              </a:buClr>
              <a:buSzPct val="125000"/>
              <a:buFontTx/>
              <a:buNone/>
              <a:tabLst/>
              <a:defRPr/>
            </a:pPr>
            <a:r>
              <a:rPr kumimoji="0" lang="fr-CA" sz="5400" b="0" i="0" u="none" strike="noStrike" kern="1200" cap="none" spc="0" normalizeH="0" baseline="0" noProof="0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uLnTx/>
                <a:uFillTx/>
                <a:latin typeface="Visby CF Bold" pitchFamily="50" charset="0"/>
                <a:ea typeface="+mn-ea"/>
                <a:cs typeface="+mn-cs"/>
              </a:rPr>
              <a:t>Mobiliser les technologies numériques</a:t>
            </a:r>
          </a:p>
        </p:txBody>
      </p:sp>
    </p:spTree>
    <p:extLst>
      <p:ext uri="{BB962C8B-B14F-4D97-AF65-F5344CB8AC3E}">
        <p14:creationId xmlns:p14="http://schemas.microsoft.com/office/powerpoint/2010/main" val="392034550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4185EE1-A7BF-4AD5-BC17-F265808F8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  <a:latin typeface="Visby Slab CF Bold" panose="00000800000000000000" pitchFamily="50" charset="0"/>
              </a:defRPr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DAABD6A-C539-4986-8D7A-CD2C406F66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>
            <a:lvl1pPr marL="228600" indent="-228600">
              <a:buClr>
                <a:srgbClr val="888B8D"/>
              </a:buClr>
              <a:buFont typeface="Wingdings" panose="05000000000000000000" pitchFamily="2" charset="2"/>
              <a:buChar char="§"/>
              <a:defRPr sz="2800">
                <a:solidFill>
                  <a:schemeClr val="bg2">
                    <a:lumMod val="25000"/>
                  </a:schemeClr>
                </a:solidFill>
                <a:latin typeface="Visby CF" pitchFamily="50" charset="0"/>
              </a:defRPr>
            </a:lvl1pPr>
            <a:lvl2pPr marL="685800" indent="-228600">
              <a:buClr>
                <a:srgbClr val="888B8D"/>
              </a:buClr>
              <a:buFont typeface="Wingdings" panose="05000000000000000000" pitchFamily="2" charset="2"/>
              <a:buChar char="§"/>
              <a:defRPr sz="2400">
                <a:solidFill>
                  <a:schemeClr val="bg2">
                    <a:lumMod val="25000"/>
                  </a:schemeClr>
                </a:solidFill>
                <a:latin typeface="Visby CF" pitchFamily="50" charset="0"/>
              </a:defRPr>
            </a:lvl2pPr>
            <a:lvl3pPr marL="1143000" indent="-228600">
              <a:buClr>
                <a:srgbClr val="888B8D"/>
              </a:buClr>
              <a:buFont typeface="Wingdings" panose="05000000000000000000" pitchFamily="2" charset="2"/>
              <a:buChar char="§"/>
              <a:defRPr sz="2000">
                <a:solidFill>
                  <a:schemeClr val="bg2">
                    <a:lumMod val="25000"/>
                  </a:schemeClr>
                </a:solidFill>
                <a:latin typeface="Visby CF" pitchFamily="50" charset="0"/>
              </a:defRPr>
            </a:lvl3pPr>
            <a:lvl4pPr marL="1600200" indent="-228600">
              <a:buClr>
                <a:srgbClr val="888B8D"/>
              </a:buClr>
              <a:buFont typeface="Wingdings" panose="05000000000000000000" pitchFamily="2" charset="2"/>
              <a:buChar char="§"/>
              <a:defRPr sz="1800">
                <a:solidFill>
                  <a:schemeClr val="bg2">
                    <a:lumMod val="25000"/>
                  </a:schemeClr>
                </a:solidFill>
                <a:latin typeface="Visby CF" pitchFamily="50" charset="0"/>
              </a:defRPr>
            </a:lvl4pPr>
            <a:lvl5pPr marL="2057400" indent="-228600">
              <a:buClr>
                <a:srgbClr val="888B8D"/>
              </a:buClr>
              <a:buFont typeface="Wingdings" panose="05000000000000000000" pitchFamily="2" charset="2"/>
              <a:buChar char="§"/>
              <a:defRPr sz="1800">
                <a:solidFill>
                  <a:schemeClr val="bg2">
                    <a:lumMod val="25000"/>
                  </a:schemeClr>
                </a:solidFill>
                <a:latin typeface="Visby CF" pitchFamily="50" charset="0"/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934BDF9-CB23-494B-B363-9E25B36D04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C9F17-3A02-44C2-9C14-398C33D5EF03}" type="datetime1">
              <a:rPr lang="fr-CA" smtClean="0"/>
              <a:t>2026-09-08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3A02F70-0106-4D01-94E1-DB447CF45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B8E416A0-68C3-4BA8-B81F-3419DBBCB50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2472" r="1427"/>
          <a:stretch/>
        </p:blipFill>
        <p:spPr>
          <a:xfrm>
            <a:off x="11057862" y="6210411"/>
            <a:ext cx="654974" cy="657227"/>
          </a:xfrm>
          <a:prstGeom prst="rect">
            <a:avLst/>
          </a:prstGeom>
        </p:spPr>
      </p:pic>
      <p:sp>
        <p:nvSpPr>
          <p:cNvPr id="10" name="Espace réservé du numéro de diapositive 5">
            <a:extLst>
              <a:ext uri="{FF2B5EF4-FFF2-40B4-BE49-F238E27FC236}">
                <a16:creationId xmlns:a16="http://schemas.microsoft.com/office/drawing/2014/main" id="{DC0AD9BE-B0C3-435D-BC3E-4521EBEEF9C7}"/>
              </a:ext>
            </a:extLst>
          </p:cNvPr>
          <p:cNvSpPr txBox="1">
            <a:spLocks/>
          </p:cNvSpPr>
          <p:nvPr userDrawn="1"/>
        </p:nvSpPr>
        <p:spPr>
          <a:xfrm>
            <a:off x="11664803" y="6536326"/>
            <a:ext cx="540488" cy="365125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4162AF1F-2696-4F34-A7F3-E326E3C5B51E}" type="slidenum">
              <a:rPr lang="fr-CA" sz="1400" b="0" smtClean="0">
                <a:solidFill>
                  <a:schemeClr val="accent2"/>
                </a:solidFill>
                <a:latin typeface="Visby Slab CF Bold" panose="00000800000000000000" pitchFamily="50" charset="0"/>
              </a:rPr>
              <a:pPr algn="ctr"/>
              <a:t>‹N°›</a:t>
            </a:fld>
            <a:endParaRPr lang="fr-CA" sz="1200" b="0">
              <a:solidFill>
                <a:schemeClr val="accent2"/>
              </a:solidFill>
              <a:latin typeface="Visby Slab CF Bold" panose="00000800000000000000" pitchFamily="50" charset="0"/>
            </a:endParaRPr>
          </a:p>
        </p:txBody>
      </p:sp>
      <p:grpSp>
        <p:nvGrpSpPr>
          <p:cNvPr id="14" name="Groupe 13">
            <a:extLst>
              <a:ext uri="{FF2B5EF4-FFF2-40B4-BE49-F238E27FC236}">
                <a16:creationId xmlns:a16="http://schemas.microsoft.com/office/drawing/2014/main" id="{91D0E067-7F7F-2D6B-48CC-ECADEEA552C9}"/>
              </a:ext>
            </a:extLst>
          </p:cNvPr>
          <p:cNvGrpSpPr/>
          <p:nvPr userDrawn="1"/>
        </p:nvGrpSpPr>
        <p:grpSpPr>
          <a:xfrm>
            <a:off x="838200" y="1709553"/>
            <a:ext cx="10533184" cy="108000"/>
            <a:chOff x="838200" y="1709553"/>
            <a:chExt cx="10533184" cy="10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56567A4-6355-BD3C-4037-FBD5088829F8}"/>
                </a:ext>
              </a:extLst>
            </p:cNvPr>
            <p:cNvSpPr/>
            <p:nvPr userDrawn="1"/>
          </p:nvSpPr>
          <p:spPr>
            <a:xfrm>
              <a:off x="838200" y="1709553"/>
              <a:ext cx="10533184" cy="108000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A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FD178C0-E3DD-03F4-E12B-9D8A2DEA6913}"/>
                </a:ext>
              </a:extLst>
            </p:cNvPr>
            <p:cNvSpPr/>
            <p:nvPr userDrawn="1"/>
          </p:nvSpPr>
          <p:spPr>
            <a:xfrm>
              <a:off x="838200" y="1709553"/>
              <a:ext cx="108000" cy="108000"/>
            </a:xfrm>
            <a:prstGeom prst="rect">
              <a:avLst/>
            </a:prstGeom>
            <a:solidFill>
              <a:srgbClr val="203864"/>
            </a:solidFill>
            <a:ln>
              <a:solidFill>
                <a:srgbClr val="2038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A"/>
            </a:p>
          </p:txBody>
        </p:sp>
      </p:grpSp>
    </p:spTree>
    <p:extLst>
      <p:ext uri="{BB962C8B-B14F-4D97-AF65-F5344CB8AC3E}">
        <p14:creationId xmlns:p14="http://schemas.microsoft.com/office/powerpoint/2010/main" val="113617058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4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4185EE1-A7BF-4AD5-BC17-F265808F8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  <a:latin typeface="Visby Slab CF Bold" panose="00000800000000000000" pitchFamily="50" charset="0"/>
              </a:defRPr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DAABD6A-C539-4986-8D7A-CD2C406F66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>
            <a:lvl1pPr marL="228600" indent="-228600">
              <a:buClr>
                <a:srgbClr val="888B8D"/>
              </a:buClr>
              <a:buFont typeface="Wingdings" panose="05000000000000000000" pitchFamily="2" charset="2"/>
              <a:buChar char="§"/>
              <a:defRPr sz="2800">
                <a:solidFill>
                  <a:schemeClr val="bg2">
                    <a:lumMod val="25000"/>
                  </a:schemeClr>
                </a:solidFill>
                <a:latin typeface="Visby CF" pitchFamily="50" charset="0"/>
              </a:defRPr>
            </a:lvl1pPr>
            <a:lvl2pPr marL="685800" indent="-228600">
              <a:buClr>
                <a:srgbClr val="888B8D"/>
              </a:buClr>
              <a:buFont typeface="Wingdings" panose="05000000000000000000" pitchFamily="2" charset="2"/>
              <a:buChar char="§"/>
              <a:defRPr sz="2400">
                <a:solidFill>
                  <a:schemeClr val="bg2">
                    <a:lumMod val="25000"/>
                  </a:schemeClr>
                </a:solidFill>
                <a:latin typeface="Visby CF" pitchFamily="50" charset="0"/>
              </a:defRPr>
            </a:lvl2pPr>
            <a:lvl3pPr marL="1143000" indent="-228600">
              <a:buClr>
                <a:srgbClr val="888B8D"/>
              </a:buClr>
              <a:buFont typeface="Wingdings" panose="05000000000000000000" pitchFamily="2" charset="2"/>
              <a:buChar char="§"/>
              <a:defRPr sz="2000">
                <a:solidFill>
                  <a:schemeClr val="bg2">
                    <a:lumMod val="25000"/>
                  </a:schemeClr>
                </a:solidFill>
                <a:latin typeface="Visby CF" pitchFamily="50" charset="0"/>
              </a:defRPr>
            </a:lvl3pPr>
            <a:lvl4pPr marL="1600200" indent="-228600">
              <a:buClr>
                <a:srgbClr val="888B8D"/>
              </a:buClr>
              <a:buFont typeface="Wingdings" panose="05000000000000000000" pitchFamily="2" charset="2"/>
              <a:buChar char="§"/>
              <a:defRPr sz="1800">
                <a:solidFill>
                  <a:schemeClr val="bg2">
                    <a:lumMod val="25000"/>
                  </a:schemeClr>
                </a:solidFill>
                <a:latin typeface="Visby CF" pitchFamily="50" charset="0"/>
              </a:defRPr>
            </a:lvl4pPr>
            <a:lvl5pPr marL="2057400" indent="-228600">
              <a:buClr>
                <a:srgbClr val="888B8D"/>
              </a:buClr>
              <a:buFont typeface="Wingdings" panose="05000000000000000000" pitchFamily="2" charset="2"/>
              <a:buChar char="§"/>
              <a:defRPr sz="1800">
                <a:solidFill>
                  <a:schemeClr val="bg2">
                    <a:lumMod val="25000"/>
                  </a:schemeClr>
                </a:solidFill>
                <a:latin typeface="Visby CF" pitchFamily="50" charset="0"/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934BDF9-CB23-494B-B363-9E25B36D04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C9F17-3A02-44C2-9C14-398C33D5EF03}" type="datetime1">
              <a:rPr lang="fr-CA" smtClean="0"/>
              <a:t>2026-09-08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3A02F70-0106-4D01-94E1-DB447CF45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B8E416A0-68C3-4BA8-B81F-3419DBBCB50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2472" r="1427"/>
          <a:stretch/>
        </p:blipFill>
        <p:spPr>
          <a:xfrm>
            <a:off x="11383031" y="6061296"/>
            <a:ext cx="654974" cy="657227"/>
          </a:xfrm>
          <a:prstGeom prst="rect">
            <a:avLst/>
          </a:prstGeom>
        </p:spPr>
      </p:pic>
      <p:sp>
        <p:nvSpPr>
          <p:cNvPr id="10" name="Espace réservé du numéro de diapositive 5">
            <a:extLst>
              <a:ext uri="{FF2B5EF4-FFF2-40B4-BE49-F238E27FC236}">
                <a16:creationId xmlns:a16="http://schemas.microsoft.com/office/drawing/2014/main" id="{DC0AD9BE-B0C3-435D-BC3E-4521EBEEF9C7}"/>
              </a:ext>
            </a:extLst>
          </p:cNvPr>
          <p:cNvSpPr txBox="1">
            <a:spLocks/>
          </p:cNvSpPr>
          <p:nvPr userDrawn="1"/>
        </p:nvSpPr>
        <p:spPr>
          <a:xfrm>
            <a:off x="10899211" y="6455575"/>
            <a:ext cx="540488" cy="365125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4162AF1F-2696-4F34-A7F3-E326E3C5B51E}" type="slidenum">
              <a:rPr lang="fr-CA" sz="1400" b="0" smtClean="0">
                <a:solidFill>
                  <a:schemeClr val="accent2"/>
                </a:solidFill>
                <a:latin typeface="Visby Slab CF Bold" panose="00000800000000000000" pitchFamily="50" charset="0"/>
              </a:rPr>
              <a:pPr algn="ctr"/>
              <a:t>‹N°›</a:t>
            </a:fld>
            <a:endParaRPr lang="fr-CA" sz="1200" b="0">
              <a:solidFill>
                <a:schemeClr val="accent2"/>
              </a:solidFill>
              <a:latin typeface="Visby Slab CF Bold" panose="00000800000000000000" pitchFamily="50" charset="0"/>
            </a:endParaRPr>
          </a:p>
        </p:txBody>
      </p:sp>
      <p:grpSp>
        <p:nvGrpSpPr>
          <p:cNvPr id="14" name="Groupe 13">
            <a:extLst>
              <a:ext uri="{FF2B5EF4-FFF2-40B4-BE49-F238E27FC236}">
                <a16:creationId xmlns:a16="http://schemas.microsoft.com/office/drawing/2014/main" id="{91D0E067-7F7F-2D6B-48CC-ECADEEA552C9}"/>
              </a:ext>
            </a:extLst>
          </p:cNvPr>
          <p:cNvGrpSpPr/>
          <p:nvPr userDrawn="1"/>
        </p:nvGrpSpPr>
        <p:grpSpPr>
          <a:xfrm>
            <a:off x="838200" y="1709553"/>
            <a:ext cx="10533184" cy="108000"/>
            <a:chOff x="838200" y="1709553"/>
            <a:chExt cx="10533184" cy="10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56567A4-6355-BD3C-4037-FBD5088829F8}"/>
                </a:ext>
              </a:extLst>
            </p:cNvPr>
            <p:cNvSpPr/>
            <p:nvPr userDrawn="1"/>
          </p:nvSpPr>
          <p:spPr>
            <a:xfrm>
              <a:off x="838200" y="1709553"/>
              <a:ext cx="10533184" cy="108000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A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FD178C0-E3DD-03F4-E12B-9D8A2DEA6913}"/>
                </a:ext>
              </a:extLst>
            </p:cNvPr>
            <p:cNvSpPr/>
            <p:nvPr userDrawn="1"/>
          </p:nvSpPr>
          <p:spPr>
            <a:xfrm>
              <a:off x="838200" y="1709553"/>
              <a:ext cx="108000" cy="108000"/>
            </a:xfrm>
            <a:prstGeom prst="rect">
              <a:avLst/>
            </a:prstGeom>
            <a:solidFill>
              <a:srgbClr val="203864"/>
            </a:solidFill>
            <a:ln>
              <a:solidFill>
                <a:srgbClr val="2038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A"/>
            </a:p>
          </p:txBody>
        </p:sp>
      </p:grpSp>
    </p:spTree>
    <p:extLst>
      <p:ext uri="{BB962C8B-B14F-4D97-AF65-F5344CB8AC3E}">
        <p14:creationId xmlns:p14="http://schemas.microsoft.com/office/powerpoint/2010/main" val="35248421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e 12">
            <a:extLst>
              <a:ext uri="{FF2B5EF4-FFF2-40B4-BE49-F238E27FC236}">
                <a16:creationId xmlns:a16="http://schemas.microsoft.com/office/drawing/2014/main" id="{EBDD9D57-9370-83B4-9116-276A686DC0E2}"/>
              </a:ext>
            </a:extLst>
          </p:cNvPr>
          <p:cNvGrpSpPr/>
          <p:nvPr userDrawn="1"/>
        </p:nvGrpSpPr>
        <p:grpSpPr>
          <a:xfrm>
            <a:off x="831850" y="3686829"/>
            <a:ext cx="10521950" cy="900001"/>
            <a:chOff x="831850" y="3686829"/>
            <a:chExt cx="10521950" cy="900001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3DAD92D-B154-D982-F8D5-1C42DEFAC34E}"/>
                </a:ext>
              </a:extLst>
            </p:cNvPr>
            <p:cNvSpPr/>
            <p:nvPr userDrawn="1"/>
          </p:nvSpPr>
          <p:spPr>
            <a:xfrm rot="5400000">
              <a:off x="5642825" y="-1124146"/>
              <a:ext cx="900000" cy="10521950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A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71BA741F-8330-9175-BB85-E6E8D878CB1F}"/>
                </a:ext>
              </a:extLst>
            </p:cNvPr>
            <p:cNvSpPr/>
            <p:nvPr userDrawn="1"/>
          </p:nvSpPr>
          <p:spPr>
            <a:xfrm rot="5400000">
              <a:off x="834502" y="3686830"/>
              <a:ext cx="900000" cy="900000"/>
            </a:xfrm>
            <a:prstGeom prst="rect">
              <a:avLst/>
            </a:prstGeom>
            <a:solidFill>
              <a:srgbClr val="203864"/>
            </a:solidFill>
            <a:ln>
              <a:solidFill>
                <a:srgbClr val="2038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A"/>
            </a:p>
          </p:txBody>
        </p:sp>
      </p:grpSp>
      <p:sp>
        <p:nvSpPr>
          <p:cNvPr id="2" name="Titre 1">
            <a:extLst>
              <a:ext uri="{FF2B5EF4-FFF2-40B4-BE49-F238E27FC236}">
                <a16:creationId xmlns:a16="http://schemas.microsoft.com/office/drawing/2014/main" id="{AEBDF881-2B87-4A64-9F9F-77C401AA79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4502" y="1709738"/>
            <a:ext cx="9612948" cy="2852737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4800">
                <a:solidFill>
                  <a:schemeClr val="bg1"/>
                </a:solidFill>
                <a:latin typeface="Visby CF" pitchFamily="50" charset="0"/>
              </a:defRPr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0367424-D776-493C-987D-ECE5A1EE12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bg2">
                    <a:lumMod val="25000"/>
                  </a:schemeClr>
                </a:solidFill>
                <a:latin typeface="Visby Slab CF Bold" panose="00000800000000000000" pitchFamily="50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3B1EB46-6A6F-4051-916B-173FABD96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A3F56-1CBF-4B71-BCF0-9D49C229BC9E}" type="datetime1">
              <a:rPr lang="fr-CA" smtClean="0"/>
              <a:t>2026-09-08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045C6CD-773E-49C9-9C0F-00A841E491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6AFFE51-28AD-499E-9A51-17A8F9ED76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62AF1F-2696-4F34-A7F3-E326E3C5B51E}" type="slidenum">
              <a:rPr lang="fr-CA" smtClean="0"/>
              <a:t>‹N°›</a:t>
            </a:fld>
            <a:endParaRPr lang="fr-CA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92A690AD-01A7-4AED-9076-FBB008D79BA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2472" r="1427"/>
          <a:stretch/>
        </p:blipFill>
        <p:spPr>
          <a:xfrm>
            <a:off x="11057862" y="6210411"/>
            <a:ext cx="654974" cy="657227"/>
          </a:xfrm>
          <a:prstGeom prst="rect">
            <a:avLst/>
          </a:prstGeom>
        </p:spPr>
      </p:pic>
      <p:sp>
        <p:nvSpPr>
          <p:cNvPr id="9" name="Espace réservé du numéro de diapositive 5">
            <a:extLst>
              <a:ext uri="{FF2B5EF4-FFF2-40B4-BE49-F238E27FC236}">
                <a16:creationId xmlns:a16="http://schemas.microsoft.com/office/drawing/2014/main" id="{F88E85E2-9F61-4B62-80C6-8FE9ECE2F8C9}"/>
              </a:ext>
            </a:extLst>
          </p:cNvPr>
          <p:cNvSpPr txBox="1">
            <a:spLocks/>
          </p:cNvSpPr>
          <p:nvPr userDrawn="1"/>
        </p:nvSpPr>
        <p:spPr>
          <a:xfrm>
            <a:off x="11664803" y="6536326"/>
            <a:ext cx="540488" cy="365125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4162AF1F-2696-4F34-A7F3-E326E3C5B51E}" type="slidenum">
              <a:rPr lang="fr-CA" sz="1400" smtClean="0">
                <a:solidFill>
                  <a:schemeClr val="accent2"/>
                </a:solidFill>
                <a:latin typeface="Visby Slab CF Bold" panose="00000800000000000000" pitchFamily="50" charset="0"/>
              </a:rPr>
              <a:pPr algn="ctr"/>
              <a:t>‹N°›</a:t>
            </a:fld>
            <a:endParaRPr lang="fr-CA" sz="1400">
              <a:solidFill>
                <a:schemeClr val="accent2"/>
              </a:solidFill>
              <a:latin typeface="Visby Slab CF Bold" panose="000008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156128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e 6">
            <a:extLst>
              <a:ext uri="{FF2B5EF4-FFF2-40B4-BE49-F238E27FC236}">
                <a16:creationId xmlns:a16="http://schemas.microsoft.com/office/drawing/2014/main" id="{E322D8C5-A4B1-D227-6B9A-DD26950FB037}"/>
              </a:ext>
            </a:extLst>
          </p:cNvPr>
          <p:cNvGrpSpPr/>
          <p:nvPr userDrawn="1"/>
        </p:nvGrpSpPr>
        <p:grpSpPr>
          <a:xfrm>
            <a:off x="831850" y="2410691"/>
            <a:ext cx="7478137" cy="900001"/>
            <a:chOff x="831850" y="2410691"/>
            <a:chExt cx="7478137" cy="900001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3DAD92D-B154-D982-F8D5-1C42DEFAC34E}"/>
                </a:ext>
              </a:extLst>
            </p:cNvPr>
            <p:cNvSpPr/>
            <p:nvPr userDrawn="1"/>
          </p:nvSpPr>
          <p:spPr>
            <a:xfrm rot="5400000">
              <a:off x="4120919" y="-878378"/>
              <a:ext cx="900000" cy="7478137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A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71BA741F-8330-9175-BB85-E6E8D878CB1F}"/>
                </a:ext>
              </a:extLst>
            </p:cNvPr>
            <p:cNvSpPr/>
            <p:nvPr userDrawn="1"/>
          </p:nvSpPr>
          <p:spPr>
            <a:xfrm rot="5400000">
              <a:off x="834502" y="2410692"/>
              <a:ext cx="900000" cy="900000"/>
            </a:xfrm>
            <a:prstGeom prst="rect">
              <a:avLst/>
            </a:prstGeom>
            <a:solidFill>
              <a:srgbClr val="203864"/>
            </a:solidFill>
            <a:ln>
              <a:solidFill>
                <a:srgbClr val="2038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A"/>
            </a:p>
          </p:txBody>
        </p:sp>
      </p:grpSp>
      <p:sp>
        <p:nvSpPr>
          <p:cNvPr id="2" name="Titre 1">
            <a:extLst>
              <a:ext uri="{FF2B5EF4-FFF2-40B4-BE49-F238E27FC236}">
                <a16:creationId xmlns:a16="http://schemas.microsoft.com/office/drawing/2014/main" id="{AEBDF881-2B87-4A64-9F9F-77C401AA7986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1734502" y="433600"/>
            <a:ext cx="6575485" cy="2852737"/>
          </a:xfrm>
          <a:prstGeom prst="rect">
            <a:avLst/>
          </a:prstGeom>
        </p:spPr>
        <p:txBody>
          <a:bodyPr anchor="b">
            <a:normAutofit/>
          </a:bodyPr>
          <a:lstStyle>
            <a:lvl1pPr marL="180975" indent="0">
              <a:defRPr sz="4800">
                <a:solidFill>
                  <a:schemeClr val="bg1"/>
                </a:solidFill>
                <a:latin typeface="Visby CF" pitchFamily="50" charset="0"/>
              </a:defRPr>
            </a:lvl1pPr>
          </a:lstStyle>
          <a:p>
            <a:r>
              <a:rPr lang="fr-FR"/>
              <a:t>Modifiezle style du titre</a:t>
            </a:r>
            <a:endParaRPr lang="fr-CA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0367424-D776-493C-987D-ECE5A1EE120C}"/>
              </a:ext>
            </a:extLst>
          </p:cNvPr>
          <p:cNvSpPr>
            <a:spLocks noGrp="1"/>
          </p:cNvSpPr>
          <p:nvPr userDrawn="1">
            <p:ph type="body" idx="1"/>
          </p:nvPr>
        </p:nvSpPr>
        <p:spPr>
          <a:xfrm>
            <a:off x="831850" y="3313325"/>
            <a:ext cx="7478137" cy="2775976"/>
          </a:xfrm>
        </p:spPr>
        <p:txBody>
          <a:bodyPr/>
          <a:lstStyle>
            <a:lvl1pPr marL="0" indent="0">
              <a:buNone/>
              <a:defRPr sz="2400">
                <a:solidFill>
                  <a:schemeClr val="bg2">
                    <a:lumMod val="25000"/>
                  </a:schemeClr>
                </a:solidFill>
                <a:latin typeface="Visby Slab CF Bold" panose="00000800000000000000" pitchFamily="50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3B1EB46-6A6F-4051-916B-173FABD96FDE}"/>
              </a:ext>
            </a:extLst>
          </p:cNvPr>
          <p:cNvSpPr>
            <a:spLocks noGrp="1"/>
          </p:cNvSpPr>
          <p:nvPr userDrawn="1">
            <p:ph type="dt" sz="half" idx="10"/>
          </p:nvPr>
        </p:nvSpPr>
        <p:spPr/>
        <p:txBody>
          <a:bodyPr/>
          <a:lstStyle/>
          <a:p>
            <a:fld id="{C3FA3F56-1CBF-4B71-BCF0-9D49C229BC9E}" type="datetime1">
              <a:rPr lang="fr-CA" smtClean="0"/>
              <a:t>2026-09-08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045C6CD-773E-49C9-9C0F-00A841E4914D}"/>
              </a:ext>
            </a:extLst>
          </p:cNvPr>
          <p:cNvSpPr>
            <a:spLocks noGrp="1"/>
          </p:cNvSpPr>
          <p:nvPr userDrawn="1"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6AFFE51-28AD-499E-9A51-17A8F9ED76B1}"/>
              </a:ext>
            </a:extLst>
          </p:cNvPr>
          <p:cNvSpPr>
            <a:spLocks noGrp="1"/>
          </p:cNvSpPr>
          <p:nvPr userDrawn="1">
            <p:ph type="sldNum" sz="quarter" idx="12"/>
          </p:nvPr>
        </p:nvSpPr>
        <p:spPr/>
        <p:txBody>
          <a:bodyPr/>
          <a:lstStyle/>
          <a:p>
            <a:fld id="{4162AF1F-2696-4F34-A7F3-E326E3C5B51E}" type="slidenum">
              <a:rPr lang="fr-CA" smtClean="0"/>
              <a:t>‹N°›</a:t>
            </a:fld>
            <a:endParaRPr lang="fr-CA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92A690AD-01A7-4AED-9076-FBB008D79BA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2472" r="1427"/>
          <a:stretch/>
        </p:blipFill>
        <p:spPr>
          <a:xfrm>
            <a:off x="11057862" y="6210411"/>
            <a:ext cx="654974" cy="657227"/>
          </a:xfrm>
          <a:prstGeom prst="rect">
            <a:avLst/>
          </a:prstGeom>
        </p:spPr>
      </p:pic>
      <p:sp>
        <p:nvSpPr>
          <p:cNvPr id="9" name="Espace réservé du numéro de diapositive 5">
            <a:extLst>
              <a:ext uri="{FF2B5EF4-FFF2-40B4-BE49-F238E27FC236}">
                <a16:creationId xmlns:a16="http://schemas.microsoft.com/office/drawing/2014/main" id="{F88E85E2-9F61-4B62-80C6-8FE9ECE2F8C9}"/>
              </a:ext>
            </a:extLst>
          </p:cNvPr>
          <p:cNvSpPr txBox="1">
            <a:spLocks/>
          </p:cNvSpPr>
          <p:nvPr userDrawn="1"/>
        </p:nvSpPr>
        <p:spPr>
          <a:xfrm>
            <a:off x="11664803" y="6536326"/>
            <a:ext cx="540488" cy="365125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4162AF1F-2696-4F34-A7F3-E326E3C5B51E}" type="slidenum">
              <a:rPr lang="fr-CA" sz="1400" smtClean="0">
                <a:solidFill>
                  <a:schemeClr val="accent2"/>
                </a:solidFill>
                <a:latin typeface="Visby Slab CF Bold" panose="00000800000000000000" pitchFamily="50" charset="0"/>
              </a:rPr>
              <a:pPr algn="ctr"/>
              <a:t>‹N°›</a:t>
            </a:fld>
            <a:endParaRPr lang="fr-CA" sz="1400">
              <a:solidFill>
                <a:schemeClr val="accent2"/>
              </a:solidFill>
              <a:latin typeface="Visby Slab CF Bold" panose="000008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418976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D6FF520-7EBC-4D23-9027-BE7F20AC6B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459523"/>
            <a:ext cx="5181600" cy="4717440"/>
          </a:xfrm>
        </p:spPr>
        <p:txBody>
          <a:bodyPr>
            <a:normAutofit/>
          </a:bodyPr>
          <a:lstStyle>
            <a:lvl1pPr marL="228600" indent="-228600">
              <a:buClr>
                <a:srgbClr val="888B8D"/>
              </a:buClr>
              <a:buFont typeface="Wingdings" panose="05000000000000000000" pitchFamily="2" charset="2"/>
              <a:buChar char="§"/>
              <a:defRPr sz="2400">
                <a:solidFill>
                  <a:schemeClr val="bg2">
                    <a:lumMod val="10000"/>
                  </a:schemeClr>
                </a:solidFill>
              </a:defRPr>
            </a:lvl1pPr>
            <a:lvl2pPr marL="685800" indent="-228600">
              <a:buClr>
                <a:srgbClr val="888B8D"/>
              </a:buClr>
              <a:buFont typeface="Wingdings" panose="05000000000000000000" pitchFamily="2" charset="2"/>
              <a:buChar char="§"/>
              <a:defRPr sz="2000">
                <a:solidFill>
                  <a:schemeClr val="bg2">
                    <a:lumMod val="10000"/>
                  </a:schemeClr>
                </a:solidFill>
              </a:defRPr>
            </a:lvl2pPr>
            <a:lvl3pPr marL="1143000" indent="-228600">
              <a:buClr>
                <a:srgbClr val="888B8D"/>
              </a:buClr>
              <a:buFont typeface="Wingdings" panose="05000000000000000000" pitchFamily="2" charset="2"/>
              <a:buChar char="§"/>
              <a:defRPr sz="1800">
                <a:solidFill>
                  <a:schemeClr val="bg2">
                    <a:lumMod val="10000"/>
                  </a:schemeClr>
                </a:solidFill>
              </a:defRPr>
            </a:lvl3pPr>
            <a:lvl4pPr marL="1600200" indent="-228600">
              <a:buClr>
                <a:srgbClr val="888B8D"/>
              </a:buClr>
              <a:buFont typeface="Wingdings" panose="05000000000000000000" pitchFamily="2" charset="2"/>
              <a:buChar char="§"/>
              <a:defRPr sz="1600">
                <a:solidFill>
                  <a:schemeClr val="bg2">
                    <a:lumMod val="10000"/>
                  </a:schemeClr>
                </a:solidFill>
              </a:defRPr>
            </a:lvl4pPr>
            <a:lvl5pPr marL="2057400" indent="-228600">
              <a:buClr>
                <a:srgbClr val="888B8D"/>
              </a:buClr>
              <a:buFont typeface="Wingdings" panose="05000000000000000000" pitchFamily="2" charset="2"/>
              <a:buChar char="§"/>
              <a:defRPr sz="1600">
                <a:solidFill>
                  <a:schemeClr val="bg2">
                    <a:lumMod val="10000"/>
                  </a:schemeClr>
                </a:solidFill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10F1508B-6CF9-436F-AE7F-373AE84289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459523"/>
            <a:ext cx="5181600" cy="4717440"/>
          </a:xfrm>
        </p:spPr>
        <p:txBody>
          <a:bodyPr>
            <a:normAutofit/>
          </a:bodyPr>
          <a:lstStyle>
            <a:lvl1pPr marL="228600" indent="-228600">
              <a:buClr>
                <a:srgbClr val="888B8D"/>
              </a:buClr>
              <a:buFont typeface="Wingdings" panose="05000000000000000000" pitchFamily="2" charset="2"/>
              <a:buChar char="§"/>
              <a:defRPr sz="2400">
                <a:solidFill>
                  <a:schemeClr val="bg2">
                    <a:lumMod val="10000"/>
                  </a:schemeClr>
                </a:solidFill>
              </a:defRPr>
            </a:lvl1pPr>
            <a:lvl2pPr marL="685800" indent="-228600">
              <a:buClr>
                <a:srgbClr val="888B8D"/>
              </a:buClr>
              <a:buFont typeface="Wingdings" panose="05000000000000000000" pitchFamily="2" charset="2"/>
              <a:buChar char="§"/>
              <a:defRPr sz="2000">
                <a:solidFill>
                  <a:schemeClr val="bg2">
                    <a:lumMod val="10000"/>
                  </a:schemeClr>
                </a:solidFill>
              </a:defRPr>
            </a:lvl2pPr>
            <a:lvl3pPr marL="1143000" indent="-228600">
              <a:buClr>
                <a:srgbClr val="888B8D"/>
              </a:buClr>
              <a:buFont typeface="Wingdings" panose="05000000000000000000" pitchFamily="2" charset="2"/>
              <a:buChar char="§"/>
              <a:defRPr sz="1800">
                <a:solidFill>
                  <a:schemeClr val="bg2">
                    <a:lumMod val="10000"/>
                  </a:schemeClr>
                </a:solidFill>
              </a:defRPr>
            </a:lvl3pPr>
            <a:lvl4pPr marL="1600200" indent="-228600">
              <a:buClr>
                <a:srgbClr val="888B8D"/>
              </a:buClr>
              <a:buFont typeface="Wingdings" panose="05000000000000000000" pitchFamily="2" charset="2"/>
              <a:buChar char="§"/>
              <a:defRPr sz="1600">
                <a:solidFill>
                  <a:schemeClr val="bg2">
                    <a:lumMod val="10000"/>
                  </a:schemeClr>
                </a:solidFill>
              </a:defRPr>
            </a:lvl4pPr>
            <a:lvl5pPr marL="2057400" indent="-228600">
              <a:buClr>
                <a:srgbClr val="888B8D"/>
              </a:buClr>
              <a:buFont typeface="Wingdings" panose="05000000000000000000" pitchFamily="2" charset="2"/>
              <a:buChar char="§"/>
              <a:defRPr sz="1600">
                <a:solidFill>
                  <a:schemeClr val="bg2">
                    <a:lumMod val="10000"/>
                  </a:schemeClr>
                </a:solidFill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8" name="Titre 1">
            <a:extLst>
              <a:ext uri="{FF2B5EF4-FFF2-40B4-BE49-F238E27FC236}">
                <a16:creationId xmlns:a16="http://schemas.microsoft.com/office/drawing/2014/main" id="{1D1BB8EB-77F7-0447-0817-CCF477C778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88022" y="0"/>
            <a:ext cx="11303977" cy="889920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>
            <a:normAutofit/>
          </a:bodyPr>
          <a:lstStyle>
            <a:lvl1pPr>
              <a:tabLst>
                <a:tab pos="320040" algn="l"/>
              </a:tabLst>
              <a:defRPr lang="fr-CA" sz="3200" kern="1200" noProof="0">
                <a:solidFill>
                  <a:schemeClr val="bg1"/>
                </a:solidFill>
                <a:latin typeface="Visby Slab CF Bold" panose="00000800000000000000" pitchFamily="50" charset="0"/>
                <a:ea typeface="+mj-ea"/>
                <a:cs typeface="+mj-cs"/>
              </a:defRPr>
            </a:lvl1pPr>
          </a:lstStyle>
          <a:p>
            <a:r>
              <a:rPr lang="fr-CA" noProof="0"/>
              <a:t>	Click to </a:t>
            </a:r>
            <a:r>
              <a:rPr lang="fr-CA" noProof="0" err="1"/>
              <a:t>edit</a:t>
            </a:r>
            <a:r>
              <a:rPr lang="fr-CA" noProof="0"/>
              <a:t> </a:t>
            </a:r>
            <a:r>
              <a:rPr lang="fr-CA" noProof="0" err="1"/>
              <a:t>title</a:t>
            </a:r>
            <a:r>
              <a:rPr lang="fr-CA" noProof="0"/>
              <a:t> style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F337692-CA06-8A6E-800A-88C2CB7BA118}"/>
              </a:ext>
            </a:extLst>
          </p:cNvPr>
          <p:cNvSpPr/>
          <p:nvPr userDrawn="1"/>
        </p:nvSpPr>
        <p:spPr>
          <a:xfrm>
            <a:off x="0" y="0"/>
            <a:ext cx="888023" cy="889200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1976962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D6FF520-7EBC-4D23-9027-BE7F20AC6B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459523"/>
            <a:ext cx="5181600" cy="4717440"/>
          </a:xfrm>
        </p:spPr>
        <p:txBody>
          <a:bodyPr>
            <a:normAutofit/>
          </a:bodyPr>
          <a:lstStyle>
            <a:lvl1pPr marL="228600" indent="-228600">
              <a:buClr>
                <a:srgbClr val="888B8D"/>
              </a:buClr>
              <a:buFont typeface="Wingdings" panose="05000000000000000000" pitchFamily="2" charset="2"/>
              <a:buChar char="§"/>
              <a:defRPr sz="2400">
                <a:solidFill>
                  <a:schemeClr val="bg2">
                    <a:lumMod val="10000"/>
                  </a:schemeClr>
                </a:solidFill>
              </a:defRPr>
            </a:lvl1pPr>
            <a:lvl2pPr marL="685800" indent="-228600">
              <a:buClr>
                <a:srgbClr val="888B8D"/>
              </a:buClr>
              <a:buFont typeface="Wingdings" panose="05000000000000000000" pitchFamily="2" charset="2"/>
              <a:buChar char="§"/>
              <a:defRPr sz="2000">
                <a:solidFill>
                  <a:schemeClr val="bg2">
                    <a:lumMod val="10000"/>
                  </a:schemeClr>
                </a:solidFill>
              </a:defRPr>
            </a:lvl2pPr>
            <a:lvl3pPr marL="1143000" indent="-228600">
              <a:buClr>
                <a:srgbClr val="888B8D"/>
              </a:buClr>
              <a:buFont typeface="Wingdings" panose="05000000000000000000" pitchFamily="2" charset="2"/>
              <a:buChar char="§"/>
              <a:defRPr sz="1800">
                <a:solidFill>
                  <a:schemeClr val="bg2">
                    <a:lumMod val="10000"/>
                  </a:schemeClr>
                </a:solidFill>
              </a:defRPr>
            </a:lvl3pPr>
            <a:lvl4pPr marL="1600200" indent="-228600">
              <a:buClr>
                <a:srgbClr val="888B8D"/>
              </a:buClr>
              <a:buFont typeface="Wingdings" panose="05000000000000000000" pitchFamily="2" charset="2"/>
              <a:buChar char="§"/>
              <a:defRPr sz="1600">
                <a:solidFill>
                  <a:schemeClr val="bg2">
                    <a:lumMod val="10000"/>
                  </a:schemeClr>
                </a:solidFill>
              </a:defRPr>
            </a:lvl4pPr>
            <a:lvl5pPr marL="2057400" indent="-228600">
              <a:buClr>
                <a:srgbClr val="888B8D"/>
              </a:buClr>
              <a:buFont typeface="Wingdings" panose="05000000000000000000" pitchFamily="2" charset="2"/>
              <a:buChar char="§"/>
              <a:defRPr sz="1600">
                <a:solidFill>
                  <a:schemeClr val="bg2">
                    <a:lumMod val="10000"/>
                  </a:schemeClr>
                </a:solidFill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10F1508B-6CF9-436F-AE7F-373AE84289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459523"/>
            <a:ext cx="5181600" cy="4717440"/>
          </a:xfrm>
        </p:spPr>
        <p:txBody>
          <a:bodyPr>
            <a:normAutofit/>
          </a:bodyPr>
          <a:lstStyle>
            <a:lvl1pPr marL="228600" indent="-228600">
              <a:buClr>
                <a:srgbClr val="888B8D"/>
              </a:buClr>
              <a:buFont typeface="Wingdings" panose="05000000000000000000" pitchFamily="2" charset="2"/>
              <a:buChar char="§"/>
              <a:defRPr sz="2400">
                <a:solidFill>
                  <a:schemeClr val="bg2">
                    <a:lumMod val="10000"/>
                  </a:schemeClr>
                </a:solidFill>
              </a:defRPr>
            </a:lvl1pPr>
            <a:lvl2pPr marL="685800" indent="-228600">
              <a:buClr>
                <a:srgbClr val="888B8D"/>
              </a:buClr>
              <a:buFont typeface="Wingdings" panose="05000000000000000000" pitchFamily="2" charset="2"/>
              <a:buChar char="§"/>
              <a:defRPr sz="2000">
                <a:solidFill>
                  <a:schemeClr val="bg2">
                    <a:lumMod val="10000"/>
                  </a:schemeClr>
                </a:solidFill>
              </a:defRPr>
            </a:lvl2pPr>
            <a:lvl3pPr marL="1143000" indent="-228600">
              <a:buClr>
                <a:srgbClr val="888B8D"/>
              </a:buClr>
              <a:buFont typeface="Wingdings" panose="05000000000000000000" pitchFamily="2" charset="2"/>
              <a:buChar char="§"/>
              <a:defRPr sz="1800">
                <a:solidFill>
                  <a:schemeClr val="bg2">
                    <a:lumMod val="10000"/>
                  </a:schemeClr>
                </a:solidFill>
              </a:defRPr>
            </a:lvl3pPr>
            <a:lvl4pPr marL="1600200" indent="-228600">
              <a:buClr>
                <a:srgbClr val="888B8D"/>
              </a:buClr>
              <a:buFont typeface="Wingdings" panose="05000000000000000000" pitchFamily="2" charset="2"/>
              <a:buChar char="§"/>
              <a:defRPr sz="1600">
                <a:solidFill>
                  <a:schemeClr val="bg2">
                    <a:lumMod val="10000"/>
                  </a:schemeClr>
                </a:solidFill>
              </a:defRPr>
            </a:lvl4pPr>
            <a:lvl5pPr marL="2057400" indent="-228600">
              <a:buClr>
                <a:srgbClr val="888B8D"/>
              </a:buClr>
              <a:buFont typeface="Wingdings" panose="05000000000000000000" pitchFamily="2" charset="2"/>
              <a:buChar char="§"/>
              <a:defRPr sz="1600">
                <a:solidFill>
                  <a:schemeClr val="bg2">
                    <a:lumMod val="10000"/>
                  </a:schemeClr>
                </a:solidFill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8" name="Titre 1">
            <a:extLst>
              <a:ext uri="{FF2B5EF4-FFF2-40B4-BE49-F238E27FC236}">
                <a16:creationId xmlns:a16="http://schemas.microsoft.com/office/drawing/2014/main" id="{1D1BB8EB-77F7-0447-0817-CCF477C778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88022" y="0"/>
            <a:ext cx="11303977" cy="889920"/>
          </a:xfrm>
          <a:prstGeom prst="rect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txBody>
          <a:bodyPr>
            <a:normAutofit/>
          </a:bodyPr>
          <a:lstStyle>
            <a:lvl1pPr>
              <a:tabLst>
                <a:tab pos="320040" algn="l"/>
              </a:tabLst>
              <a:defRPr lang="fr-CA" sz="3200" kern="1200" noProof="0">
                <a:solidFill>
                  <a:schemeClr val="bg1"/>
                </a:solidFill>
                <a:latin typeface="Visby Slab CF Bold" panose="00000800000000000000" pitchFamily="50" charset="0"/>
                <a:ea typeface="+mj-ea"/>
                <a:cs typeface="+mj-cs"/>
              </a:defRPr>
            </a:lvl1pPr>
          </a:lstStyle>
          <a:p>
            <a:r>
              <a:rPr lang="fr-CA" noProof="0"/>
              <a:t>Click to </a:t>
            </a:r>
            <a:r>
              <a:rPr lang="fr-CA" noProof="0" err="1"/>
              <a:t>edit</a:t>
            </a:r>
            <a:r>
              <a:rPr lang="fr-CA" noProof="0"/>
              <a:t> </a:t>
            </a:r>
            <a:r>
              <a:rPr lang="fr-CA" noProof="0" err="1"/>
              <a:t>title</a:t>
            </a:r>
            <a:r>
              <a:rPr lang="fr-CA" noProof="0"/>
              <a:t> style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F337692-CA06-8A6E-800A-88C2CB7BA118}"/>
              </a:ext>
            </a:extLst>
          </p:cNvPr>
          <p:cNvSpPr/>
          <p:nvPr userDrawn="1"/>
        </p:nvSpPr>
        <p:spPr>
          <a:xfrm>
            <a:off x="0" y="0"/>
            <a:ext cx="888023" cy="889200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122595467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4E47C7D-ED3A-4278-A72A-48345246A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  <a:latin typeface="Visby Slab CF Bold" panose="00000800000000000000" pitchFamily="50" charset="0"/>
              </a:defRPr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0E886C2-319B-46B8-AEEA-C66D91E93C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857375"/>
            <a:ext cx="5157787" cy="647700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000" b="1">
                <a:solidFill>
                  <a:schemeClr val="accent4"/>
                </a:solidFill>
                <a:latin typeface="Visby Slab CF Bold" panose="00000800000000000000" pitchFamily="50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D9913E5C-7FCE-4545-9F38-F46AC53B5A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>
            <a:normAutofit/>
          </a:bodyPr>
          <a:lstStyle>
            <a:lvl1pPr marL="228600" indent="-228600">
              <a:buClr>
                <a:srgbClr val="888B8D"/>
              </a:buClr>
              <a:buFont typeface="Wingdings" panose="05000000000000000000" pitchFamily="2" charset="2"/>
              <a:buChar char="§"/>
              <a:defRPr sz="2400">
                <a:solidFill>
                  <a:schemeClr val="bg2">
                    <a:lumMod val="10000"/>
                  </a:schemeClr>
                </a:solidFill>
              </a:defRPr>
            </a:lvl1pPr>
            <a:lvl2pPr marL="685800" indent="-228600">
              <a:buClr>
                <a:srgbClr val="888B8D"/>
              </a:buClr>
              <a:buFont typeface="Wingdings" panose="05000000000000000000" pitchFamily="2" charset="2"/>
              <a:buChar char="§"/>
              <a:defRPr sz="2000">
                <a:solidFill>
                  <a:schemeClr val="bg2">
                    <a:lumMod val="10000"/>
                  </a:schemeClr>
                </a:solidFill>
              </a:defRPr>
            </a:lvl2pPr>
            <a:lvl3pPr marL="1143000" indent="-228600">
              <a:buClr>
                <a:srgbClr val="888B8D"/>
              </a:buClr>
              <a:buFont typeface="Wingdings" panose="05000000000000000000" pitchFamily="2" charset="2"/>
              <a:buChar char="§"/>
              <a:defRPr sz="1800">
                <a:solidFill>
                  <a:schemeClr val="bg2">
                    <a:lumMod val="10000"/>
                  </a:schemeClr>
                </a:solidFill>
              </a:defRPr>
            </a:lvl3pPr>
            <a:lvl4pPr marL="1600200" indent="-228600">
              <a:buClr>
                <a:srgbClr val="888B8D"/>
              </a:buClr>
              <a:buFont typeface="Wingdings" panose="05000000000000000000" pitchFamily="2" charset="2"/>
              <a:buChar char="§"/>
              <a:defRPr sz="1600">
                <a:solidFill>
                  <a:schemeClr val="bg2">
                    <a:lumMod val="10000"/>
                  </a:schemeClr>
                </a:solidFill>
              </a:defRPr>
            </a:lvl4pPr>
            <a:lvl5pPr marL="2057400" indent="-228600">
              <a:buClr>
                <a:srgbClr val="888B8D"/>
              </a:buClr>
              <a:buFont typeface="Wingdings" panose="05000000000000000000" pitchFamily="2" charset="2"/>
              <a:buChar char="§"/>
              <a:defRPr sz="1600">
                <a:solidFill>
                  <a:schemeClr val="bg2">
                    <a:lumMod val="10000"/>
                  </a:schemeClr>
                </a:solidFill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D37AAED7-E9B6-48F2-A2E0-FEC8023F89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857375"/>
            <a:ext cx="5183188" cy="647700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000" b="1">
                <a:solidFill>
                  <a:schemeClr val="accent4"/>
                </a:solidFill>
                <a:latin typeface="Visby Slab CF Bold" panose="00000800000000000000" pitchFamily="50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4ADA2E83-D189-4767-ADCE-540349D0EFF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>
            <a:normAutofit/>
          </a:bodyPr>
          <a:lstStyle>
            <a:lvl1pPr marL="228600" indent="-228600">
              <a:buClr>
                <a:srgbClr val="888B8D"/>
              </a:buClr>
              <a:buFont typeface="Wingdings" panose="05000000000000000000" pitchFamily="2" charset="2"/>
              <a:buChar char="§"/>
              <a:defRPr sz="2400">
                <a:solidFill>
                  <a:schemeClr val="bg2">
                    <a:lumMod val="10000"/>
                  </a:schemeClr>
                </a:solidFill>
              </a:defRPr>
            </a:lvl1pPr>
            <a:lvl2pPr marL="685800" indent="-228600">
              <a:buClr>
                <a:srgbClr val="888B8D"/>
              </a:buClr>
              <a:buFont typeface="Wingdings" panose="05000000000000000000" pitchFamily="2" charset="2"/>
              <a:buChar char="§"/>
              <a:defRPr sz="2000">
                <a:solidFill>
                  <a:schemeClr val="bg2">
                    <a:lumMod val="10000"/>
                  </a:schemeClr>
                </a:solidFill>
              </a:defRPr>
            </a:lvl2pPr>
            <a:lvl3pPr marL="1143000" indent="-228600">
              <a:buClr>
                <a:srgbClr val="888B8D"/>
              </a:buClr>
              <a:buFont typeface="Wingdings" panose="05000000000000000000" pitchFamily="2" charset="2"/>
              <a:buChar char="§"/>
              <a:defRPr sz="1800">
                <a:solidFill>
                  <a:schemeClr val="bg2">
                    <a:lumMod val="10000"/>
                  </a:schemeClr>
                </a:solidFill>
              </a:defRPr>
            </a:lvl3pPr>
            <a:lvl4pPr marL="1600200" indent="-228600">
              <a:buClr>
                <a:srgbClr val="888B8D"/>
              </a:buClr>
              <a:buFont typeface="Wingdings" panose="05000000000000000000" pitchFamily="2" charset="2"/>
              <a:buChar char="§"/>
              <a:defRPr sz="1600">
                <a:solidFill>
                  <a:schemeClr val="bg2">
                    <a:lumMod val="10000"/>
                  </a:schemeClr>
                </a:solidFill>
              </a:defRPr>
            </a:lvl4pPr>
            <a:lvl5pPr marL="2057400" indent="-228600">
              <a:buClr>
                <a:srgbClr val="888B8D"/>
              </a:buClr>
              <a:buFont typeface="Wingdings" panose="05000000000000000000" pitchFamily="2" charset="2"/>
              <a:buChar char="§"/>
              <a:defRPr sz="1600">
                <a:solidFill>
                  <a:schemeClr val="bg2">
                    <a:lumMod val="10000"/>
                  </a:schemeClr>
                </a:solidFill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75C8475E-69CC-4760-BC4D-744440FA26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29ED92-C0A7-4E10-8DD3-6743B6F44C7B}" type="datetime1">
              <a:rPr lang="fr-CA" smtClean="0"/>
              <a:t>2026-09-08</a:t>
            </a:fld>
            <a:endParaRPr lang="fr-CA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68F30160-070B-4EFD-9E9E-BC0F83F6A7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2F012686-7446-4AAB-A356-87A58A8AB0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62AF1F-2696-4F34-A7F3-E326E3C5B51E}" type="slidenum">
              <a:rPr lang="fr-CA" smtClean="0"/>
              <a:t>‹N°›</a:t>
            </a:fld>
            <a:endParaRPr lang="fr-CA"/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EED67E66-1270-42BB-90A8-FC65102E805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2472" r="1427"/>
          <a:stretch/>
        </p:blipFill>
        <p:spPr>
          <a:xfrm>
            <a:off x="11057862" y="6210411"/>
            <a:ext cx="654974" cy="657227"/>
          </a:xfrm>
          <a:prstGeom prst="rect">
            <a:avLst/>
          </a:prstGeom>
        </p:spPr>
      </p:pic>
      <p:grpSp>
        <p:nvGrpSpPr>
          <p:cNvPr id="13" name="Groupe 12">
            <a:extLst>
              <a:ext uri="{FF2B5EF4-FFF2-40B4-BE49-F238E27FC236}">
                <a16:creationId xmlns:a16="http://schemas.microsoft.com/office/drawing/2014/main" id="{3AC88339-9552-A25D-2921-A87AA4DFDD4B}"/>
              </a:ext>
            </a:extLst>
          </p:cNvPr>
          <p:cNvGrpSpPr/>
          <p:nvPr userDrawn="1"/>
        </p:nvGrpSpPr>
        <p:grpSpPr>
          <a:xfrm>
            <a:off x="838200" y="1709553"/>
            <a:ext cx="10533184" cy="108000"/>
            <a:chOff x="838200" y="1709553"/>
            <a:chExt cx="10533184" cy="10800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0CF4B4C-BFD0-8C2A-2386-F412098246A6}"/>
                </a:ext>
              </a:extLst>
            </p:cNvPr>
            <p:cNvSpPr/>
            <p:nvPr userDrawn="1"/>
          </p:nvSpPr>
          <p:spPr>
            <a:xfrm>
              <a:off x="838200" y="1709553"/>
              <a:ext cx="10533184" cy="108000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A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2B810E8-6C17-FB8B-D457-5256556C269D}"/>
                </a:ext>
              </a:extLst>
            </p:cNvPr>
            <p:cNvSpPr/>
            <p:nvPr userDrawn="1"/>
          </p:nvSpPr>
          <p:spPr>
            <a:xfrm>
              <a:off x="838200" y="1709553"/>
              <a:ext cx="108000" cy="108000"/>
            </a:xfrm>
            <a:prstGeom prst="rect">
              <a:avLst/>
            </a:prstGeom>
            <a:solidFill>
              <a:srgbClr val="203864"/>
            </a:solidFill>
            <a:ln>
              <a:solidFill>
                <a:srgbClr val="2038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A"/>
            </a:p>
          </p:txBody>
        </p:sp>
      </p:grpSp>
      <p:sp>
        <p:nvSpPr>
          <p:cNvPr id="16" name="Espace réservé du numéro de diapositive 5">
            <a:extLst>
              <a:ext uri="{FF2B5EF4-FFF2-40B4-BE49-F238E27FC236}">
                <a16:creationId xmlns:a16="http://schemas.microsoft.com/office/drawing/2014/main" id="{5D05A552-4479-6999-0E35-5C8EE1CCB186}"/>
              </a:ext>
            </a:extLst>
          </p:cNvPr>
          <p:cNvSpPr txBox="1">
            <a:spLocks/>
          </p:cNvSpPr>
          <p:nvPr userDrawn="1"/>
        </p:nvSpPr>
        <p:spPr>
          <a:xfrm>
            <a:off x="11664803" y="6536326"/>
            <a:ext cx="540488" cy="365125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4162AF1F-2696-4F34-A7F3-E326E3C5B51E}" type="slidenum">
              <a:rPr lang="fr-CA" sz="1400" smtClean="0">
                <a:solidFill>
                  <a:schemeClr val="accent2"/>
                </a:solidFill>
                <a:latin typeface="Visby Slab CF Bold" panose="00000800000000000000" pitchFamily="50" charset="0"/>
              </a:rPr>
              <a:pPr algn="ctr"/>
              <a:t>‹N°›</a:t>
            </a:fld>
            <a:endParaRPr lang="fr-CA" sz="1400">
              <a:solidFill>
                <a:schemeClr val="accent2"/>
              </a:solidFill>
              <a:latin typeface="Visby Slab CF Bold" panose="000008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6997982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E54DEB8-4F5E-4AAE-A758-E30BDC47F4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  <a:latin typeface="Visby Slab CF Bold" panose="00000800000000000000" pitchFamily="50" charset="0"/>
              </a:defRPr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EA14BE86-3DA4-4ACC-9F51-02FE94A7B4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1101E-C5D6-48CB-B6D1-4E1641070EEB}" type="datetime1">
              <a:rPr lang="fr-CA" smtClean="0"/>
              <a:t>2026-09-08</a:t>
            </a:fld>
            <a:endParaRPr lang="fr-CA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57E88ACB-9530-4D5B-BB1B-4CA0A7E92C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775DFD6-489D-42B5-9D6F-592A6E5D9E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62AF1F-2696-4F34-A7F3-E326E3C5B51E}" type="slidenum">
              <a:rPr lang="fr-CA" smtClean="0"/>
              <a:t>‹N°›</a:t>
            </a:fld>
            <a:endParaRPr lang="fr-CA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9C9CBCD-40E8-4EE8-B41F-8CB8DDB16B8C}"/>
              </a:ext>
            </a:extLst>
          </p:cNvPr>
          <p:cNvSpPr/>
          <p:nvPr userDrawn="1"/>
        </p:nvSpPr>
        <p:spPr>
          <a:xfrm>
            <a:off x="8527312" y="6517758"/>
            <a:ext cx="3664688" cy="340242"/>
          </a:xfrm>
          <a:prstGeom prst="rect">
            <a:avLst/>
          </a:prstGeom>
          <a:solidFill>
            <a:srgbClr val="888B8D"/>
          </a:solidFill>
          <a:ln>
            <a:solidFill>
              <a:srgbClr val="888B8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6A7B8A08-0129-4753-B49F-46CD5D78F6E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2472" r="1427"/>
          <a:stretch/>
        </p:blipFill>
        <p:spPr>
          <a:xfrm>
            <a:off x="11057862" y="6210411"/>
            <a:ext cx="654974" cy="657227"/>
          </a:xfrm>
          <a:prstGeom prst="rect">
            <a:avLst/>
          </a:prstGeom>
        </p:spPr>
      </p:pic>
      <p:sp>
        <p:nvSpPr>
          <p:cNvPr id="8" name="Espace réservé du numéro de diapositive 5">
            <a:extLst>
              <a:ext uri="{FF2B5EF4-FFF2-40B4-BE49-F238E27FC236}">
                <a16:creationId xmlns:a16="http://schemas.microsoft.com/office/drawing/2014/main" id="{DAA6D7D7-2752-44C8-B867-BB292699DEEC}"/>
              </a:ext>
            </a:extLst>
          </p:cNvPr>
          <p:cNvSpPr txBox="1">
            <a:spLocks/>
          </p:cNvSpPr>
          <p:nvPr userDrawn="1"/>
        </p:nvSpPr>
        <p:spPr>
          <a:xfrm>
            <a:off x="11664803" y="6536326"/>
            <a:ext cx="540488" cy="365125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4162AF1F-2696-4F34-A7F3-E326E3C5B51E}" type="slidenum">
              <a:rPr lang="fr-CA" sz="1200" smtClean="0">
                <a:solidFill>
                  <a:schemeClr val="tx2"/>
                </a:solidFill>
                <a:latin typeface="Visby CF" pitchFamily="50" charset="0"/>
              </a:rPr>
              <a:pPr algn="ctr"/>
              <a:t>‹N°›</a:t>
            </a:fld>
            <a:endParaRPr lang="fr-CA" sz="1200">
              <a:solidFill>
                <a:schemeClr val="tx2"/>
              </a:solidFill>
              <a:latin typeface="Visby CF" pitchFamily="50" charset="0"/>
            </a:endParaRPr>
          </a:p>
        </p:txBody>
      </p:sp>
      <p:grpSp>
        <p:nvGrpSpPr>
          <p:cNvPr id="9" name="Groupe 8">
            <a:extLst>
              <a:ext uri="{FF2B5EF4-FFF2-40B4-BE49-F238E27FC236}">
                <a16:creationId xmlns:a16="http://schemas.microsoft.com/office/drawing/2014/main" id="{224B0C09-CC67-AFAA-5567-2D88140A4C21}"/>
              </a:ext>
            </a:extLst>
          </p:cNvPr>
          <p:cNvGrpSpPr/>
          <p:nvPr userDrawn="1"/>
        </p:nvGrpSpPr>
        <p:grpSpPr>
          <a:xfrm>
            <a:off x="838200" y="1709553"/>
            <a:ext cx="10533184" cy="108000"/>
            <a:chOff x="838200" y="1709553"/>
            <a:chExt cx="10533184" cy="10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A474C50-6FC7-1299-7A01-369B3B568D86}"/>
                </a:ext>
              </a:extLst>
            </p:cNvPr>
            <p:cNvSpPr/>
            <p:nvPr userDrawn="1"/>
          </p:nvSpPr>
          <p:spPr>
            <a:xfrm>
              <a:off x="838200" y="1709553"/>
              <a:ext cx="10533184" cy="108000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A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C0B80BA3-3EC3-7880-F6B1-940ABD8A8019}"/>
                </a:ext>
              </a:extLst>
            </p:cNvPr>
            <p:cNvSpPr/>
            <p:nvPr userDrawn="1"/>
          </p:nvSpPr>
          <p:spPr>
            <a:xfrm>
              <a:off x="838200" y="1709553"/>
              <a:ext cx="108000" cy="108000"/>
            </a:xfrm>
            <a:prstGeom prst="rect">
              <a:avLst/>
            </a:prstGeom>
            <a:solidFill>
              <a:srgbClr val="203864"/>
            </a:solidFill>
            <a:ln>
              <a:solidFill>
                <a:srgbClr val="2038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A"/>
            </a:p>
          </p:txBody>
        </p:sp>
      </p:grpSp>
    </p:spTree>
    <p:extLst>
      <p:ext uri="{BB962C8B-B14F-4D97-AF65-F5344CB8AC3E}">
        <p14:creationId xmlns:p14="http://schemas.microsoft.com/office/powerpoint/2010/main" val="37636160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3BB2C9CB-2066-4279-A68C-D7E978D80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D5BF6-20CC-48B5-A010-8238257C1994}" type="datetime1">
              <a:rPr lang="fr-CA" smtClean="0"/>
              <a:t>2026-09-08</a:t>
            </a:fld>
            <a:endParaRPr lang="fr-CA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801F4E27-6958-4070-AA66-9A182D7988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D2A506C-C42C-491E-9BF5-093EF3AC5B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62AF1F-2696-4F34-A7F3-E326E3C5B51E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138622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7F51677-42BF-4FC2-8CE3-7E864674DB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>
                <a:solidFill>
                  <a:schemeClr val="tx2"/>
                </a:solidFill>
                <a:latin typeface="Visby Slab CF Bold" panose="00000800000000000000" pitchFamily="50" charset="0"/>
              </a:defRPr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18D88F3-8BDC-4C17-8D4A-8F4C884C41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01E9FF7B-CFD3-4931-97F0-F095DB122E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DC5A066-9CAF-4775-A347-FFE32DA2A5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B9842-C8FA-4217-AC08-028192B15B24}" type="datetime1">
              <a:rPr lang="fr-CA" smtClean="0"/>
              <a:t>2026-09-08</a:t>
            </a:fld>
            <a:endParaRPr lang="fr-CA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C62906C-320F-4B5D-9C84-4F2B8ACBF8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5BA4ADDC-7251-4089-BAF1-3A0B93DD70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62AF1F-2696-4F34-A7F3-E326E3C5B51E}" type="slidenum">
              <a:rPr lang="fr-CA" smtClean="0"/>
              <a:t>‹N°›</a:t>
            </a:fld>
            <a:endParaRPr lang="fr-CA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B4DDD5A-DEA7-4CD1-8D7A-AF3A6B240B1C}"/>
              </a:ext>
            </a:extLst>
          </p:cNvPr>
          <p:cNvSpPr/>
          <p:nvPr userDrawn="1"/>
        </p:nvSpPr>
        <p:spPr>
          <a:xfrm>
            <a:off x="8527312" y="6517758"/>
            <a:ext cx="3664688" cy="340242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AD89B3DA-2FAE-490D-A4FC-F4E4E1FC589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2472" r="1427"/>
          <a:stretch/>
        </p:blipFill>
        <p:spPr>
          <a:xfrm>
            <a:off x="11057862" y="6210411"/>
            <a:ext cx="654974" cy="657227"/>
          </a:xfrm>
          <a:prstGeom prst="rect">
            <a:avLst/>
          </a:prstGeom>
        </p:spPr>
      </p:pic>
      <p:sp>
        <p:nvSpPr>
          <p:cNvPr id="10" name="Espace réservé du numéro de diapositive 5">
            <a:extLst>
              <a:ext uri="{FF2B5EF4-FFF2-40B4-BE49-F238E27FC236}">
                <a16:creationId xmlns:a16="http://schemas.microsoft.com/office/drawing/2014/main" id="{54C9F896-D6A0-4997-A045-99EB2D4FA30C}"/>
              </a:ext>
            </a:extLst>
          </p:cNvPr>
          <p:cNvSpPr txBox="1">
            <a:spLocks/>
          </p:cNvSpPr>
          <p:nvPr userDrawn="1"/>
        </p:nvSpPr>
        <p:spPr>
          <a:xfrm>
            <a:off x="11664803" y="6536326"/>
            <a:ext cx="540488" cy="365125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4162AF1F-2696-4F34-A7F3-E326E3C5B51E}" type="slidenum">
              <a:rPr lang="fr-CA" sz="1200" smtClean="0">
                <a:solidFill>
                  <a:srgbClr val="003C71"/>
                </a:solidFill>
                <a:latin typeface="Arial Rounded MT Bold" panose="020F0704030504030204" pitchFamily="34" charset="0"/>
              </a:rPr>
              <a:pPr algn="ctr"/>
              <a:t>‹N°›</a:t>
            </a:fld>
            <a:endParaRPr lang="fr-CA" sz="1200">
              <a:solidFill>
                <a:srgbClr val="003C71"/>
              </a:solidFill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8094999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C49ECDF-A604-443E-8A4F-EA05FFF6F8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>
                <a:solidFill>
                  <a:schemeClr val="tx2"/>
                </a:solidFill>
                <a:latin typeface="Visby Slab CF Bold" panose="00000800000000000000" pitchFamily="50" charset="0"/>
              </a:defRPr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E346E8B3-AC30-4A96-91CA-2F947804783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CA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A9FEFE5B-5101-4D36-9F68-ECDECB2D20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877E3281-5E78-4495-93B6-1C292584C2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CB3C4-D721-4A49-A7A3-5AED191ECCD4}" type="datetime1">
              <a:rPr lang="fr-CA" smtClean="0"/>
              <a:t>2026-09-08</a:t>
            </a:fld>
            <a:endParaRPr lang="fr-CA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16C1F57-F6DF-4568-B538-E078670040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456E195-F0F6-4CCC-AF5E-D024B7D3D7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62AF1F-2696-4F34-A7F3-E326E3C5B51E}" type="slidenum">
              <a:rPr lang="fr-CA" smtClean="0"/>
              <a:t>‹N°›</a:t>
            </a:fld>
            <a:endParaRPr lang="fr-CA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56C7529-1657-4E25-B7AA-C3903B6AE45F}"/>
              </a:ext>
            </a:extLst>
          </p:cNvPr>
          <p:cNvSpPr/>
          <p:nvPr userDrawn="1"/>
        </p:nvSpPr>
        <p:spPr>
          <a:xfrm>
            <a:off x="8527312" y="6517758"/>
            <a:ext cx="3664688" cy="340242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C01413F5-9437-488A-B736-A631EF2529A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2472" r="1427"/>
          <a:stretch/>
        </p:blipFill>
        <p:spPr>
          <a:xfrm>
            <a:off x="11057862" y="6210411"/>
            <a:ext cx="654974" cy="657227"/>
          </a:xfrm>
          <a:prstGeom prst="rect">
            <a:avLst/>
          </a:prstGeom>
        </p:spPr>
      </p:pic>
      <p:sp>
        <p:nvSpPr>
          <p:cNvPr id="10" name="Espace réservé du numéro de diapositive 5">
            <a:extLst>
              <a:ext uri="{FF2B5EF4-FFF2-40B4-BE49-F238E27FC236}">
                <a16:creationId xmlns:a16="http://schemas.microsoft.com/office/drawing/2014/main" id="{C5FB3474-7D12-4CF4-9943-98EE47AE6F85}"/>
              </a:ext>
            </a:extLst>
          </p:cNvPr>
          <p:cNvSpPr txBox="1">
            <a:spLocks/>
          </p:cNvSpPr>
          <p:nvPr userDrawn="1"/>
        </p:nvSpPr>
        <p:spPr>
          <a:xfrm>
            <a:off x="11664803" y="6536326"/>
            <a:ext cx="540488" cy="365125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4162AF1F-2696-4F34-A7F3-E326E3C5B51E}" type="slidenum">
              <a:rPr lang="fr-CA" sz="1200" smtClean="0">
                <a:solidFill>
                  <a:srgbClr val="003C71"/>
                </a:solidFill>
                <a:latin typeface="Arial Rounded MT Bold" panose="020F0704030504030204" pitchFamily="34" charset="0"/>
              </a:rPr>
              <a:pPr algn="ctr"/>
              <a:t>‹N°›</a:t>
            </a:fld>
            <a:endParaRPr lang="fr-CA" sz="1200">
              <a:solidFill>
                <a:srgbClr val="003C71"/>
              </a:solidFill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4195436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25E406E-95F4-499A-BBE9-B9D97B562C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  <a:latin typeface="Visby Slab CF Bold" panose="00000800000000000000" pitchFamily="50" charset="0"/>
              </a:defRPr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90A157FC-67D7-4281-A18E-62948D66A1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4DBF626-1B08-4CB3-8602-7F9E2514A0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68845-574F-4A39-9217-7572E8838CEC}" type="datetime1">
              <a:rPr lang="fr-CA" smtClean="0"/>
              <a:t>2026-09-08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B14F398-5C2F-49BD-8C4D-1D9D1EFD2A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5D41BFF-3D7A-4FDC-A6A5-3948EE9DD4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62AF1F-2696-4F34-A7F3-E326E3C5B51E}" type="slidenum">
              <a:rPr lang="fr-CA" smtClean="0"/>
              <a:t>‹N°›</a:t>
            </a:fld>
            <a:endParaRPr lang="fr-CA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9615985-F4BD-4105-A719-4A8F90123318}"/>
              </a:ext>
            </a:extLst>
          </p:cNvPr>
          <p:cNvSpPr/>
          <p:nvPr userDrawn="1"/>
        </p:nvSpPr>
        <p:spPr>
          <a:xfrm>
            <a:off x="8527312" y="6517758"/>
            <a:ext cx="3664688" cy="340242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D810BD40-0F11-40A6-ADA5-84CA00EBD8F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2472" r="1427"/>
          <a:stretch/>
        </p:blipFill>
        <p:spPr>
          <a:xfrm>
            <a:off x="11057862" y="6210411"/>
            <a:ext cx="654974" cy="657227"/>
          </a:xfrm>
          <a:prstGeom prst="rect">
            <a:avLst/>
          </a:prstGeom>
        </p:spPr>
      </p:pic>
      <p:sp>
        <p:nvSpPr>
          <p:cNvPr id="9" name="Espace réservé du numéro de diapositive 5">
            <a:extLst>
              <a:ext uri="{FF2B5EF4-FFF2-40B4-BE49-F238E27FC236}">
                <a16:creationId xmlns:a16="http://schemas.microsoft.com/office/drawing/2014/main" id="{C05E0136-25C9-41F6-987D-BA6FA2D7937D}"/>
              </a:ext>
            </a:extLst>
          </p:cNvPr>
          <p:cNvSpPr txBox="1">
            <a:spLocks/>
          </p:cNvSpPr>
          <p:nvPr userDrawn="1"/>
        </p:nvSpPr>
        <p:spPr>
          <a:xfrm>
            <a:off x="11664803" y="6536326"/>
            <a:ext cx="540488" cy="365125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4162AF1F-2696-4F34-A7F3-E326E3C5B51E}" type="slidenum">
              <a:rPr lang="fr-CA" sz="1200" smtClean="0">
                <a:solidFill>
                  <a:srgbClr val="003C71"/>
                </a:solidFill>
                <a:latin typeface="Arial Rounded MT Bold" panose="020F0704030504030204" pitchFamily="34" charset="0"/>
              </a:rPr>
              <a:pPr algn="ctr"/>
              <a:t>‹N°›</a:t>
            </a:fld>
            <a:endParaRPr lang="fr-CA" sz="1200">
              <a:solidFill>
                <a:srgbClr val="003C71"/>
              </a:solidFill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0614472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81446C12-A80C-412A-9A11-679AF22FF05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>
            <a:lvl1pPr>
              <a:defRPr>
                <a:solidFill>
                  <a:schemeClr val="tx2"/>
                </a:solidFill>
                <a:latin typeface="Visby Slab CF Bold" panose="00000800000000000000" pitchFamily="50" charset="0"/>
              </a:defRPr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AD9A4679-A280-4B03-8A9F-E7D006F2D0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596C72D-9CBF-4C48-B563-BC7D243ED5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CBC5B7-CE7D-4A09-B93C-4EBB0CFF1E76}" type="datetime1">
              <a:rPr lang="fr-CA" smtClean="0"/>
              <a:t>2026-09-08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80006D5-634E-4D99-A352-36C3A9A136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F633BE9-F50C-4F57-BAA6-3D8F730A69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62AF1F-2696-4F34-A7F3-E326E3C5B51E}" type="slidenum">
              <a:rPr lang="fr-CA" smtClean="0"/>
              <a:t>‹N°›</a:t>
            </a:fld>
            <a:endParaRPr lang="fr-CA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3C6842D-D75C-4675-BF79-E7AB15B5E720}"/>
              </a:ext>
            </a:extLst>
          </p:cNvPr>
          <p:cNvSpPr/>
          <p:nvPr userDrawn="1"/>
        </p:nvSpPr>
        <p:spPr>
          <a:xfrm>
            <a:off x="8527312" y="6517758"/>
            <a:ext cx="3664688" cy="340242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FF97A3BA-7BFA-4CF2-BD72-D8589B5C646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2472" r="1427"/>
          <a:stretch/>
        </p:blipFill>
        <p:spPr>
          <a:xfrm>
            <a:off x="11057862" y="6210411"/>
            <a:ext cx="654974" cy="657227"/>
          </a:xfrm>
          <a:prstGeom prst="rect">
            <a:avLst/>
          </a:prstGeom>
        </p:spPr>
      </p:pic>
      <p:sp>
        <p:nvSpPr>
          <p:cNvPr id="9" name="Espace réservé du numéro de diapositive 5">
            <a:extLst>
              <a:ext uri="{FF2B5EF4-FFF2-40B4-BE49-F238E27FC236}">
                <a16:creationId xmlns:a16="http://schemas.microsoft.com/office/drawing/2014/main" id="{7C0059E3-14CD-433D-978F-883A1558973F}"/>
              </a:ext>
            </a:extLst>
          </p:cNvPr>
          <p:cNvSpPr txBox="1">
            <a:spLocks/>
          </p:cNvSpPr>
          <p:nvPr userDrawn="1"/>
        </p:nvSpPr>
        <p:spPr>
          <a:xfrm>
            <a:off x="11664803" y="6536326"/>
            <a:ext cx="540488" cy="365125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4162AF1F-2696-4F34-A7F3-E326E3C5B51E}" type="slidenum">
              <a:rPr lang="fr-CA" sz="1200" smtClean="0">
                <a:solidFill>
                  <a:srgbClr val="003C71"/>
                </a:solidFill>
                <a:latin typeface="Arial Rounded MT Bold" panose="020F0704030504030204" pitchFamily="34" charset="0"/>
              </a:rPr>
              <a:pPr algn="ctr"/>
              <a:t>‹N°›</a:t>
            </a:fld>
            <a:endParaRPr lang="fr-CA" sz="1200">
              <a:solidFill>
                <a:srgbClr val="003C71"/>
              </a:solidFill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9790782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Page 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04921636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495BECF-9B91-45B8-B4E7-71F25E612F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4800">
                <a:solidFill>
                  <a:srgbClr val="203864"/>
                </a:solidFill>
                <a:latin typeface="Visby Slab CF Heavy" panose="00000A00000000000000" pitchFamily="50" charset="0"/>
              </a:defRPr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F449BEA6-82C1-4CA4-9D5F-B4C1E31064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7208662" cy="1655762"/>
          </a:xfrm>
        </p:spPr>
        <p:txBody>
          <a:bodyPr/>
          <a:lstStyle>
            <a:lvl1pPr marL="0" indent="0" algn="l">
              <a:buNone/>
              <a:defRPr sz="2400">
                <a:latin typeface="Visby CF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2ED4691-0A4D-434C-8BF0-365FF340A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1EE63-599B-4F40-876A-C3F41FADE508}" type="datetime1">
              <a:rPr lang="fr-CA" smtClean="0"/>
              <a:t>2026-09-08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C802B9F-6DBA-488F-84CF-568F926F95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298DF1A-E6D3-486E-8E29-D212F66F4115}"/>
              </a:ext>
            </a:extLst>
          </p:cNvPr>
          <p:cNvSpPr/>
          <p:nvPr userDrawn="1"/>
        </p:nvSpPr>
        <p:spPr>
          <a:xfrm>
            <a:off x="5677786" y="5349875"/>
            <a:ext cx="6514214" cy="1508125"/>
          </a:xfrm>
          <a:prstGeom prst="rect">
            <a:avLst/>
          </a:prstGeom>
          <a:solidFill>
            <a:srgbClr val="888B8D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pic>
        <p:nvPicPr>
          <p:cNvPr id="2050" name="Picture 2" descr="HEC Montréal | Ashoka U">
            <a:extLst>
              <a:ext uri="{FF2B5EF4-FFF2-40B4-BE49-F238E27FC236}">
                <a16:creationId xmlns:a16="http://schemas.microsoft.com/office/drawing/2014/main" id="{8F2C9BC7-3173-4890-BB81-F0353DD5EF4A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360" t="13983" r="14477" b="14854"/>
          <a:stretch/>
        </p:blipFill>
        <p:spPr bwMode="auto">
          <a:xfrm>
            <a:off x="8732662" y="3878526"/>
            <a:ext cx="2986820" cy="29868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62C8A807-E98A-4582-B2A6-42B51C0E2655}"/>
              </a:ext>
            </a:extLst>
          </p:cNvPr>
          <p:cNvSpPr/>
          <p:nvPr userDrawn="1"/>
        </p:nvSpPr>
        <p:spPr>
          <a:xfrm>
            <a:off x="0" y="0"/>
            <a:ext cx="472518" cy="2986820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EDEF1BA-B4FB-ACFD-6A79-0E1CE0C8860E}"/>
              </a:ext>
            </a:extLst>
          </p:cNvPr>
          <p:cNvSpPr/>
          <p:nvPr userDrawn="1"/>
        </p:nvSpPr>
        <p:spPr>
          <a:xfrm>
            <a:off x="0" y="2725615"/>
            <a:ext cx="472518" cy="471600"/>
          </a:xfrm>
          <a:prstGeom prst="rect">
            <a:avLst/>
          </a:prstGeom>
          <a:solidFill>
            <a:srgbClr val="203864"/>
          </a:solidFill>
          <a:ln>
            <a:solidFill>
              <a:srgbClr val="20386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341735670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495BECF-9B91-45B8-B4E7-71F25E612F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4800">
                <a:solidFill>
                  <a:srgbClr val="203864"/>
                </a:solidFill>
                <a:latin typeface="Visby Slab CF Bold" panose="00000800000000000000" pitchFamily="50" charset="0"/>
              </a:defRPr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F449BEA6-82C1-4CA4-9D5F-B4C1E31064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7208662" cy="1655762"/>
          </a:xfrm>
        </p:spPr>
        <p:txBody>
          <a:bodyPr/>
          <a:lstStyle>
            <a:lvl1pPr marL="0" indent="0" algn="l">
              <a:buNone/>
              <a:defRPr sz="2400">
                <a:latin typeface="Visby CF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2ED4691-0A4D-434C-8BF0-365FF340A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1EE63-599B-4F40-876A-C3F41FADE508}" type="datetime1">
              <a:rPr lang="fr-CA" smtClean="0"/>
              <a:t>2026-09-08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C802B9F-6DBA-488F-84CF-568F926F95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876699031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495BECF-9B91-45B8-B4E7-71F25E612F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4800">
                <a:solidFill>
                  <a:srgbClr val="203864"/>
                </a:solidFill>
                <a:latin typeface="Visby Slab CF Bold" panose="00000800000000000000" pitchFamily="50" charset="0"/>
              </a:defRPr>
            </a:lvl1pPr>
          </a:lstStyle>
          <a:p>
            <a:endParaRPr lang="fr-CA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F449BEA6-82C1-4CA4-9D5F-B4C1E31064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7208662" cy="1655762"/>
          </a:xfrm>
        </p:spPr>
        <p:txBody>
          <a:bodyPr/>
          <a:lstStyle>
            <a:lvl1pPr marL="0" indent="0" algn="l">
              <a:buNone/>
              <a:defRPr sz="2400">
                <a:latin typeface="Visby CF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2ED4691-0A4D-434C-8BF0-365FF340A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1EE63-599B-4F40-876A-C3F41FADE508}" type="datetime1">
              <a:rPr lang="fr-CA" smtClean="0"/>
              <a:t>2026-09-08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C802B9F-6DBA-488F-84CF-568F926F95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pic>
        <p:nvPicPr>
          <p:cNvPr id="2050" name="Picture 2" descr="HEC Montréal | Ashoka U">
            <a:extLst>
              <a:ext uri="{FF2B5EF4-FFF2-40B4-BE49-F238E27FC236}">
                <a16:creationId xmlns:a16="http://schemas.microsoft.com/office/drawing/2014/main" id="{8F2C9BC7-3173-4890-BB81-F0353DD5EF4A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6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4360" t="13983" r="14477" b="14854"/>
          <a:stretch/>
        </p:blipFill>
        <p:spPr bwMode="auto">
          <a:xfrm>
            <a:off x="8732662" y="3878526"/>
            <a:ext cx="2986820" cy="29868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62C8A807-E98A-4582-B2A6-42B51C0E2655}"/>
              </a:ext>
            </a:extLst>
          </p:cNvPr>
          <p:cNvSpPr/>
          <p:nvPr userDrawn="1"/>
        </p:nvSpPr>
        <p:spPr>
          <a:xfrm>
            <a:off x="0" y="0"/>
            <a:ext cx="472518" cy="2986820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EDEF1BA-B4FB-ACFD-6A79-0E1CE0C8860E}"/>
              </a:ext>
            </a:extLst>
          </p:cNvPr>
          <p:cNvSpPr/>
          <p:nvPr userDrawn="1"/>
        </p:nvSpPr>
        <p:spPr>
          <a:xfrm>
            <a:off x="0" y="2725615"/>
            <a:ext cx="472518" cy="471600"/>
          </a:xfrm>
          <a:prstGeom prst="rect">
            <a:avLst/>
          </a:prstGeom>
          <a:solidFill>
            <a:srgbClr val="203864"/>
          </a:solidFill>
          <a:ln>
            <a:solidFill>
              <a:srgbClr val="20386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320475001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3_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495BECF-9B91-45B8-B4E7-71F25E612F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4800">
                <a:solidFill>
                  <a:schemeClr val="accent4"/>
                </a:solidFill>
                <a:latin typeface="Visby Slab CF Bold" panose="00000800000000000000" pitchFamily="50" charset="0"/>
              </a:defRPr>
            </a:lvl1pPr>
          </a:lstStyle>
          <a:p>
            <a:endParaRPr lang="fr-CA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F449BEA6-82C1-4CA4-9D5F-B4C1E31064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7208662" cy="1655762"/>
          </a:xfrm>
        </p:spPr>
        <p:txBody>
          <a:bodyPr/>
          <a:lstStyle>
            <a:lvl1pPr marL="0" indent="0" algn="l">
              <a:buNone/>
              <a:defRPr sz="2400">
                <a:latin typeface="Visby CF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2ED4691-0A4D-434C-8BF0-365FF340A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1EE63-599B-4F40-876A-C3F41FADE508}" type="datetime1">
              <a:rPr lang="fr-CA" smtClean="0"/>
              <a:t>2026-09-08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C802B9F-6DBA-488F-84CF-568F926F95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pic>
        <p:nvPicPr>
          <p:cNvPr id="2050" name="Picture 2" descr="HEC Montréal | Ashoka U">
            <a:extLst>
              <a:ext uri="{FF2B5EF4-FFF2-40B4-BE49-F238E27FC236}">
                <a16:creationId xmlns:a16="http://schemas.microsoft.com/office/drawing/2014/main" id="{8F2C9BC7-3173-4890-BB81-F0353DD5EF4A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6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4360" t="13983" r="14477" b="14854"/>
          <a:stretch/>
        </p:blipFill>
        <p:spPr bwMode="auto">
          <a:xfrm>
            <a:off x="8732662" y="3878526"/>
            <a:ext cx="2986820" cy="29868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62C8A807-E98A-4582-B2A6-42B51C0E2655}"/>
              </a:ext>
            </a:extLst>
          </p:cNvPr>
          <p:cNvSpPr/>
          <p:nvPr userDrawn="1"/>
        </p:nvSpPr>
        <p:spPr>
          <a:xfrm>
            <a:off x="0" y="0"/>
            <a:ext cx="472518" cy="2986820"/>
          </a:xfrm>
          <a:prstGeom prst="rect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EDEF1BA-B4FB-ACFD-6A79-0E1CE0C8860E}"/>
              </a:ext>
            </a:extLst>
          </p:cNvPr>
          <p:cNvSpPr/>
          <p:nvPr userDrawn="1"/>
        </p:nvSpPr>
        <p:spPr>
          <a:xfrm>
            <a:off x="0" y="2725615"/>
            <a:ext cx="472518" cy="471600"/>
          </a:xfrm>
          <a:prstGeom prst="rect">
            <a:avLst/>
          </a:prstGeom>
          <a:solidFill>
            <a:srgbClr val="203864"/>
          </a:solidFill>
          <a:ln>
            <a:solidFill>
              <a:srgbClr val="20386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007212619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4185EE1-A7BF-4AD5-BC17-F265808F8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  <a:latin typeface="Visby Slab CF Bold" panose="00000800000000000000" pitchFamily="50" charset="0"/>
              </a:defRPr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DAABD6A-C539-4986-8D7A-CD2C406F66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>
            <a:lvl1pPr marL="228600" indent="-228600">
              <a:buClr>
                <a:srgbClr val="888B8D"/>
              </a:buClr>
              <a:buFont typeface="Wingdings" panose="05000000000000000000" pitchFamily="2" charset="2"/>
              <a:buChar char="§"/>
              <a:defRPr sz="2800">
                <a:solidFill>
                  <a:schemeClr val="bg2">
                    <a:lumMod val="25000"/>
                  </a:schemeClr>
                </a:solidFill>
                <a:latin typeface="Visby CF" pitchFamily="50" charset="0"/>
              </a:defRPr>
            </a:lvl1pPr>
            <a:lvl2pPr marL="685800" indent="-228600">
              <a:buClr>
                <a:srgbClr val="888B8D"/>
              </a:buClr>
              <a:buFont typeface="Wingdings" panose="05000000000000000000" pitchFamily="2" charset="2"/>
              <a:buChar char="§"/>
              <a:defRPr sz="2400">
                <a:solidFill>
                  <a:schemeClr val="bg2">
                    <a:lumMod val="25000"/>
                  </a:schemeClr>
                </a:solidFill>
                <a:latin typeface="Visby CF" pitchFamily="50" charset="0"/>
              </a:defRPr>
            </a:lvl2pPr>
            <a:lvl3pPr marL="1143000" indent="-228600">
              <a:buClr>
                <a:srgbClr val="888B8D"/>
              </a:buClr>
              <a:buFont typeface="Wingdings" panose="05000000000000000000" pitchFamily="2" charset="2"/>
              <a:buChar char="§"/>
              <a:defRPr sz="2000">
                <a:solidFill>
                  <a:schemeClr val="bg2">
                    <a:lumMod val="25000"/>
                  </a:schemeClr>
                </a:solidFill>
                <a:latin typeface="Visby CF" pitchFamily="50" charset="0"/>
              </a:defRPr>
            </a:lvl3pPr>
            <a:lvl4pPr marL="1600200" indent="-228600">
              <a:buClr>
                <a:srgbClr val="888B8D"/>
              </a:buClr>
              <a:buFont typeface="Wingdings" panose="05000000000000000000" pitchFamily="2" charset="2"/>
              <a:buChar char="§"/>
              <a:defRPr sz="1800">
                <a:solidFill>
                  <a:schemeClr val="bg2">
                    <a:lumMod val="25000"/>
                  </a:schemeClr>
                </a:solidFill>
                <a:latin typeface="Visby CF" pitchFamily="50" charset="0"/>
              </a:defRPr>
            </a:lvl4pPr>
            <a:lvl5pPr marL="2057400" indent="-228600">
              <a:buClr>
                <a:srgbClr val="888B8D"/>
              </a:buClr>
              <a:buFont typeface="Wingdings" panose="05000000000000000000" pitchFamily="2" charset="2"/>
              <a:buChar char="§"/>
              <a:defRPr sz="1800">
                <a:solidFill>
                  <a:schemeClr val="bg2">
                    <a:lumMod val="25000"/>
                  </a:schemeClr>
                </a:solidFill>
                <a:latin typeface="Visby CF" pitchFamily="50" charset="0"/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934BDF9-CB23-494B-B363-9E25B36D04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C9F17-3A02-44C2-9C14-398C33D5EF03}" type="datetime1">
              <a:rPr lang="fr-CA" smtClean="0"/>
              <a:t>2026-09-08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3A02F70-0106-4D01-94E1-DB447CF45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B8E416A0-68C3-4BA8-B81F-3419DBBCB50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2472" r="1427"/>
          <a:stretch/>
        </p:blipFill>
        <p:spPr>
          <a:xfrm>
            <a:off x="11057862" y="6210411"/>
            <a:ext cx="654974" cy="657227"/>
          </a:xfrm>
          <a:prstGeom prst="rect">
            <a:avLst/>
          </a:prstGeom>
        </p:spPr>
      </p:pic>
      <p:sp>
        <p:nvSpPr>
          <p:cNvPr id="10" name="Espace réservé du numéro de diapositive 5">
            <a:extLst>
              <a:ext uri="{FF2B5EF4-FFF2-40B4-BE49-F238E27FC236}">
                <a16:creationId xmlns:a16="http://schemas.microsoft.com/office/drawing/2014/main" id="{DC0AD9BE-B0C3-435D-BC3E-4521EBEEF9C7}"/>
              </a:ext>
            </a:extLst>
          </p:cNvPr>
          <p:cNvSpPr txBox="1">
            <a:spLocks/>
          </p:cNvSpPr>
          <p:nvPr userDrawn="1"/>
        </p:nvSpPr>
        <p:spPr>
          <a:xfrm>
            <a:off x="11664803" y="6536326"/>
            <a:ext cx="540488" cy="365125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4162AF1F-2696-4F34-A7F3-E326E3C5B51E}" type="slidenum">
              <a:rPr lang="fr-CA" sz="1400" smtClean="0">
                <a:solidFill>
                  <a:schemeClr val="accent6"/>
                </a:solidFill>
                <a:latin typeface="Visby Slab CF Bold" panose="00000800000000000000" pitchFamily="50" charset="0"/>
              </a:rPr>
              <a:pPr algn="ctr"/>
              <a:t>‹N°›</a:t>
            </a:fld>
            <a:endParaRPr lang="fr-CA" sz="1400">
              <a:solidFill>
                <a:schemeClr val="accent6"/>
              </a:solidFill>
              <a:latin typeface="Visby Slab CF Bold" panose="00000800000000000000" pitchFamily="50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56567A4-6355-BD3C-4037-FBD5088829F8}"/>
              </a:ext>
            </a:extLst>
          </p:cNvPr>
          <p:cNvSpPr/>
          <p:nvPr userDrawn="1"/>
        </p:nvSpPr>
        <p:spPr>
          <a:xfrm>
            <a:off x="838200" y="1709553"/>
            <a:ext cx="10533184" cy="108000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FD178C0-E3DD-03F4-E12B-9D8A2DEA6913}"/>
              </a:ext>
            </a:extLst>
          </p:cNvPr>
          <p:cNvSpPr/>
          <p:nvPr userDrawn="1"/>
        </p:nvSpPr>
        <p:spPr>
          <a:xfrm>
            <a:off x="838200" y="1709553"/>
            <a:ext cx="108000" cy="108000"/>
          </a:xfrm>
          <a:prstGeom prst="rect">
            <a:avLst/>
          </a:prstGeom>
          <a:solidFill>
            <a:srgbClr val="203864"/>
          </a:solidFill>
          <a:ln>
            <a:solidFill>
              <a:srgbClr val="20386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316774627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5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4185EE1-A7BF-4AD5-BC17-F265808F8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  <a:latin typeface="Visby Slab CF Bold" panose="00000800000000000000" pitchFamily="50" charset="0"/>
              </a:defRPr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DAABD6A-C539-4986-8D7A-CD2C406F66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>
            <a:lvl1pPr marL="228600" indent="-228600">
              <a:buClr>
                <a:srgbClr val="888B8D"/>
              </a:buClr>
              <a:buFont typeface="Wingdings" panose="05000000000000000000" pitchFamily="2" charset="2"/>
              <a:buChar char="§"/>
              <a:defRPr sz="2800">
                <a:solidFill>
                  <a:schemeClr val="bg2">
                    <a:lumMod val="25000"/>
                  </a:schemeClr>
                </a:solidFill>
                <a:latin typeface="Visby CF" pitchFamily="50" charset="0"/>
              </a:defRPr>
            </a:lvl1pPr>
            <a:lvl2pPr marL="685800" indent="-228600">
              <a:buClr>
                <a:srgbClr val="888B8D"/>
              </a:buClr>
              <a:buFont typeface="Wingdings" panose="05000000000000000000" pitchFamily="2" charset="2"/>
              <a:buChar char="§"/>
              <a:defRPr sz="2400">
                <a:solidFill>
                  <a:schemeClr val="bg2">
                    <a:lumMod val="25000"/>
                  </a:schemeClr>
                </a:solidFill>
                <a:latin typeface="Visby CF" pitchFamily="50" charset="0"/>
              </a:defRPr>
            </a:lvl2pPr>
            <a:lvl3pPr marL="1143000" indent="-228600">
              <a:buClr>
                <a:srgbClr val="888B8D"/>
              </a:buClr>
              <a:buFont typeface="Wingdings" panose="05000000000000000000" pitchFamily="2" charset="2"/>
              <a:buChar char="§"/>
              <a:defRPr sz="2000">
                <a:solidFill>
                  <a:schemeClr val="bg2">
                    <a:lumMod val="25000"/>
                  </a:schemeClr>
                </a:solidFill>
                <a:latin typeface="Visby CF" pitchFamily="50" charset="0"/>
              </a:defRPr>
            </a:lvl3pPr>
            <a:lvl4pPr marL="1600200" indent="-228600">
              <a:buClr>
                <a:srgbClr val="888B8D"/>
              </a:buClr>
              <a:buFont typeface="Wingdings" panose="05000000000000000000" pitchFamily="2" charset="2"/>
              <a:buChar char="§"/>
              <a:defRPr sz="1800">
                <a:solidFill>
                  <a:schemeClr val="bg2">
                    <a:lumMod val="25000"/>
                  </a:schemeClr>
                </a:solidFill>
                <a:latin typeface="Visby CF" pitchFamily="50" charset="0"/>
              </a:defRPr>
            </a:lvl4pPr>
            <a:lvl5pPr marL="2057400" indent="-228600">
              <a:buClr>
                <a:srgbClr val="888B8D"/>
              </a:buClr>
              <a:buFont typeface="Wingdings" panose="05000000000000000000" pitchFamily="2" charset="2"/>
              <a:buChar char="§"/>
              <a:defRPr sz="1800">
                <a:solidFill>
                  <a:schemeClr val="bg2">
                    <a:lumMod val="25000"/>
                  </a:schemeClr>
                </a:solidFill>
                <a:latin typeface="Visby CF" pitchFamily="50" charset="0"/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934BDF9-CB23-494B-B363-9E25B36D04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C9F17-3A02-44C2-9C14-398C33D5EF03}" type="datetime1">
              <a:rPr lang="fr-CA" smtClean="0"/>
              <a:t>2026-09-08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3A02F70-0106-4D01-94E1-DB447CF45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B8E416A0-68C3-4BA8-B81F-3419DBBCB50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2472" r="1427"/>
          <a:stretch/>
        </p:blipFill>
        <p:spPr>
          <a:xfrm>
            <a:off x="11057862" y="6210411"/>
            <a:ext cx="654974" cy="657227"/>
          </a:xfrm>
          <a:prstGeom prst="rect">
            <a:avLst/>
          </a:prstGeom>
        </p:spPr>
      </p:pic>
      <p:sp>
        <p:nvSpPr>
          <p:cNvPr id="10" name="Espace réservé du numéro de diapositive 5">
            <a:extLst>
              <a:ext uri="{FF2B5EF4-FFF2-40B4-BE49-F238E27FC236}">
                <a16:creationId xmlns:a16="http://schemas.microsoft.com/office/drawing/2014/main" id="{DC0AD9BE-B0C3-435D-BC3E-4521EBEEF9C7}"/>
              </a:ext>
            </a:extLst>
          </p:cNvPr>
          <p:cNvSpPr txBox="1">
            <a:spLocks/>
          </p:cNvSpPr>
          <p:nvPr userDrawn="1"/>
        </p:nvSpPr>
        <p:spPr>
          <a:xfrm>
            <a:off x="11664803" y="6536326"/>
            <a:ext cx="540488" cy="365125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4162AF1F-2696-4F34-A7F3-E326E3C5B51E}" type="slidenum">
              <a:rPr lang="fr-CA" sz="1400" smtClean="0">
                <a:solidFill>
                  <a:schemeClr val="accent4"/>
                </a:solidFill>
                <a:latin typeface="Visby Slab CF Bold" panose="00000800000000000000" pitchFamily="50" charset="0"/>
              </a:rPr>
              <a:pPr algn="ctr"/>
              <a:t>‹N°›</a:t>
            </a:fld>
            <a:endParaRPr lang="fr-CA" sz="1400">
              <a:solidFill>
                <a:schemeClr val="accent4"/>
              </a:solidFill>
              <a:latin typeface="Visby Slab CF Bold" panose="00000800000000000000" pitchFamily="50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56567A4-6355-BD3C-4037-FBD5088829F8}"/>
              </a:ext>
            </a:extLst>
          </p:cNvPr>
          <p:cNvSpPr/>
          <p:nvPr userDrawn="1"/>
        </p:nvSpPr>
        <p:spPr>
          <a:xfrm>
            <a:off x="838200" y="1709553"/>
            <a:ext cx="10533184" cy="108000"/>
          </a:xfrm>
          <a:prstGeom prst="rect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FD178C0-E3DD-03F4-E12B-9D8A2DEA6913}"/>
              </a:ext>
            </a:extLst>
          </p:cNvPr>
          <p:cNvSpPr/>
          <p:nvPr userDrawn="1"/>
        </p:nvSpPr>
        <p:spPr>
          <a:xfrm>
            <a:off x="838200" y="1709553"/>
            <a:ext cx="108000" cy="108000"/>
          </a:xfrm>
          <a:prstGeom prst="rect">
            <a:avLst/>
          </a:prstGeom>
          <a:solidFill>
            <a:srgbClr val="203864"/>
          </a:solidFill>
          <a:ln>
            <a:solidFill>
              <a:srgbClr val="20386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852495495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24640" y="1017270"/>
            <a:ext cx="11767680" cy="5679922"/>
          </a:xfrm>
        </p:spPr>
        <p:txBody>
          <a:bodyPr/>
          <a:lstStyle>
            <a:lvl1pPr>
              <a:defRPr>
                <a:latin typeface="Visby CF Medium" pitchFamily="50" charset="0"/>
              </a:defRPr>
            </a:lvl1pPr>
            <a:lvl2pPr>
              <a:defRPr>
                <a:latin typeface="Visby CF Medium" pitchFamily="50" charset="0"/>
              </a:defRPr>
            </a:lvl2pPr>
            <a:lvl3pPr>
              <a:defRPr>
                <a:latin typeface="Visby CF Medium" pitchFamily="50" charset="0"/>
              </a:defRPr>
            </a:lvl3pPr>
            <a:lvl4pPr>
              <a:defRPr>
                <a:latin typeface="Visby CF Medium" pitchFamily="50" charset="0"/>
              </a:defRPr>
            </a:lvl4pPr>
            <a:lvl5pPr>
              <a:defRPr>
                <a:latin typeface="Visby CF Medium" pitchFamily="50" charset="0"/>
              </a:defRPr>
            </a:lvl5pPr>
          </a:lstStyle>
          <a:p>
            <a:pPr lvl="0"/>
            <a:r>
              <a:rPr lang="fr-FR" noProof="0"/>
              <a:t>Modifiez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  <a:endParaRPr lang="fr-CA" noProof="0"/>
          </a:p>
        </p:txBody>
      </p:sp>
      <p:sp>
        <p:nvSpPr>
          <p:cNvPr id="7" name="TextBox 6"/>
          <p:cNvSpPr txBox="1"/>
          <p:nvPr/>
        </p:nvSpPr>
        <p:spPr>
          <a:xfrm>
            <a:off x="461434" y="5718810"/>
            <a:ext cx="1219200" cy="1097280"/>
          </a:xfrm>
          <a:prstGeom prst="rect">
            <a:avLst/>
          </a:prstGeom>
        </p:spPr>
        <p:txBody>
          <a:bodyPr vert="horz" wrap="none" lIns="121920" tIns="60960" rIns="121920" bIns="60960" rtlCol="0">
            <a:normAutofit/>
          </a:bodyPr>
          <a:lstStyle/>
          <a:p>
            <a:pPr marL="206398" indent="-206398">
              <a:buClr>
                <a:schemeClr val="accent2"/>
              </a:buClr>
              <a:buSzPct val="125000"/>
              <a:buFont typeface="Arial" panose="020B0604020202020204" pitchFamily="34" charset="0"/>
              <a:buChar char="•"/>
            </a:pPr>
            <a:endParaRPr lang="fr-CA" sz="2227" noProof="0"/>
          </a:p>
        </p:txBody>
      </p:sp>
      <p:sp>
        <p:nvSpPr>
          <p:cNvPr id="9" name="TextBox 6"/>
          <p:cNvSpPr txBox="1"/>
          <p:nvPr userDrawn="1"/>
        </p:nvSpPr>
        <p:spPr>
          <a:xfrm>
            <a:off x="461434" y="5718810"/>
            <a:ext cx="1219200" cy="1097280"/>
          </a:xfrm>
          <a:prstGeom prst="rect">
            <a:avLst/>
          </a:prstGeom>
        </p:spPr>
        <p:txBody>
          <a:bodyPr vert="horz" wrap="none" lIns="121920" tIns="60960" rIns="121920" bIns="60960" rtlCol="0">
            <a:normAutofit/>
          </a:bodyPr>
          <a:lstStyle/>
          <a:p>
            <a:pPr marL="206398" indent="-206398">
              <a:buClr>
                <a:schemeClr val="accent2"/>
              </a:buClr>
              <a:buSzPct val="125000"/>
              <a:buFont typeface="Arial" panose="020B0604020202020204" pitchFamily="34" charset="0"/>
              <a:buChar char="•"/>
            </a:pPr>
            <a:endParaRPr lang="fr-CA" sz="2227" noProof="0"/>
          </a:p>
        </p:txBody>
      </p:sp>
    </p:spTree>
    <p:extLst>
      <p:ext uri="{BB962C8B-B14F-4D97-AF65-F5344CB8AC3E}">
        <p14:creationId xmlns:p14="http://schemas.microsoft.com/office/powerpoint/2010/main" val="68789795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888022" y="0"/>
            <a:ext cx="11303977" cy="889920"/>
          </a:xfrm>
          <a:prstGeom prst="rect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txBody>
          <a:bodyPr>
            <a:normAutofit/>
          </a:bodyPr>
          <a:lstStyle>
            <a:lvl1pPr>
              <a:tabLst>
                <a:tab pos="320040" algn="l"/>
              </a:tabLst>
              <a:defRPr lang="fr-CA" sz="3200" kern="1200" noProof="0">
                <a:solidFill>
                  <a:schemeClr val="bg1"/>
                </a:solidFill>
                <a:latin typeface="Visby Slab CF Bold" panose="00000800000000000000" pitchFamily="50" charset="0"/>
                <a:ea typeface="+mj-ea"/>
                <a:cs typeface="+mj-cs"/>
              </a:defRPr>
            </a:lvl1pPr>
          </a:lstStyle>
          <a:p>
            <a:r>
              <a:rPr lang="fr-CA" noProof="0"/>
              <a:t>	Click to </a:t>
            </a:r>
            <a:r>
              <a:rPr lang="fr-CA" noProof="0" err="1"/>
              <a:t>edit</a:t>
            </a:r>
            <a:r>
              <a:rPr lang="fr-CA" noProof="0"/>
              <a:t> </a:t>
            </a:r>
            <a:r>
              <a:rPr lang="fr-CA" noProof="0" err="1"/>
              <a:t>title</a:t>
            </a:r>
            <a:r>
              <a:rPr lang="fr-CA" noProof="0"/>
              <a:t> style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24640" y="1017270"/>
            <a:ext cx="11767680" cy="5679922"/>
          </a:xfrm>
        </p:spPr>
        <p:txBody>
          <a:bodyPr/>
          <a:lstStyle>
            <a:lvl1pPr>
              <a:defRPr>
                <a:latin typeface="Visby CF Medium" pitchFamily="50" charset="0"/>
              </a:defRPr>
            </a:lvl1pPr>
            <a:lvl2pPr>
              <a:defRPr>
                <a:latin typeface="Visby CF Medium" pitchFamily="50" charset="0"/>
              </a:defRPr>
            </a:lvl2pPr>
            <a:lvl3pPr>
              <a:defRPr>
                <a:latin typeface="Visby CF Medium" pitchFamily="50" charset="0"/>
              </a:defRPr>
            </a:lvl3pPr>
            <a:lvl4pPr>
              <a:defRPr>
                <a:latin typeface="Visby CF Medium" pitchFamily="50" charset="0"/>
              </a:defRPr>
            </a:lvl4pPr>
            <a:lvl5pPr>
              <a:defRPr>
                <a:latin typeface="Visby CF Medium" pitchFamily="50" charset="0"/>
              </a:defRPr>
            </a:lvl5pPr>
          </a:lstStyle>
          <a:p>
            <a:pPr lvl="0"/>
            <a:r>
              <a:rPr lang="fr-FR" noProof="0"/>
              <a:t>Modifiez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  <a:endParaRPr lang="fr-CA" noProof="0"/>
          </a:p>
        </p:txBody>
      </p:sp>
      <p:sp>
        <p:nvSpPr>
          <p:cNvPr id="7" name="TextBox 6"/>
          <p:cNvSpPr txBox="1"/>
          <p:nvPr/>
        </p:nvSpPr>
        <p:spPr>
          <a:xfrm>
            <a:off x="461434" y="5718810"/>
            <a:ext cx="1219200" cy="1097280"/>
          </a:xfrm>
          <a:prstGeom prst="rect">
            <a:avLst/>
          </a:prstGeom>
        </p:spPr>
        <p:txBody>
          <a:bodyPr vert="horz" wrap="none" lIns="121920" tIns="60960" rIns="121920" bIns="60960" rtlCol="0">
            <a:normAutofit/>
          </a:bodyPr>
          <a:lstStyle/>
          <a:p>
            <a:pPr marL="206398" indent="-206398">
              <a:buClr>
                <a:schemeClr val="accent2"/>
              </a:buClr>
              <a:buSzPct val="125000"/>
              <a:buFont typeface="Arial" panose="020B0604020202020204" pitchFamily="34" charset="0"/>
              <a:buChar char="•"/>
            </a:pPr>
            <a:endParaRPr lang="fr-CA" sz="2227" noProof="0"/>
          </a:p>
        </p:txBody>
      </p:sp>
      <p:sp>
        <p:nvSpPr>
          <p:cNvPr id="9" name="TextBox 6"/>
          <p:cNvSpPr txBox="1"/>
          <p:nvPr userDrawn="1"/>
        </p:nvSpPr>
        <p:spPr>
          <a:xfrm>
            <a:off x="461434" y="5718810"/>
            <a:ext cx="1219200" cy="1097280"/>
          </a:xfrm>
          <a:prstGeom prst="rect">
            <a:avLst/>
          </a:prstGeom>
        </p:spPr>
        <p:txBody>
          <a:bodyPr vert="horz" wrap="none" lIns="121920" tIns="60960" rIns="121920" bIns="60960" rtlCol="0">
            <a:normAutofit/>
          </a:bodyPr>
          <a:lstStyle/>
          <a:p>
            <a:pPr marL="206398" indent="-206398">
              <a:buClr>
                <a:schemeClr val="accent2"/>
              </a:buClr>
              <a:buSzPct val="125000"/>
              <a:buFont typeface="Arial" panose="020B0604020202020204" pitchFamily="34" charset="0"/>
              <a:buChar char="•"/>
            </a:pPr>
            <a:endParaRPr lang="fr-CA" sz="2227" noProof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E772C3C-7BC7-07FC-6A24-A8C15B74B5C8}"/>
              </a:ext>
            </a:extLst>
          </p:cNvPr>
          <p:cNvSpPr/>
          <p:nvPr userDrawn="1"/>
        </p:nvSpPr>
        <p:spPr>
          <a:xfrm>
            <a:off x="0" y="0"/>
            <a:ext cx="888023" cy="889200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70006033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888022" y="0"/>
            <a:ext cx="11303977" cy="889920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txBody>
          <a:bodyPr>
            <a:normAutofit/>
          </a:bodyPr>
          <a:lstStyle>
            <a:lvl1pPr>
              <a:tabLst>
                <a:tab pos="320040" algn="l"/>
              </a:tabLst>
              <a:defRPr lang="fr-CA" sz="3200" kern="1200" noProof="0">
                <a:solidFill>
                  <a:schemeClr val="bg1"/>
                </a:solidFill>
                <a:latin typeface="Visby Slab CF Bold" panose="00000800000000000000" pitchFamily="50" charset="0"/>
                <a:ea typeface="+mj-ea"/>
                <a:cs typeface="+mj-cs"/>
              </a:defRPr>
            </a:lvl1pPr>
          </a:lstStyle>
          <a:p>
            <a:r>
              <a:rPr lang="fr-CA" noProof="0"/>
              <a:t>	Click to </a:t>
            </a:r>
            <a:r>
              <a:rPr lang="fr-CA" noProof="0" err="1"/>
              <a:t>edit</a:t>
            </a:r>
            <a:r>
              <a:rPr lang="fr-CA" noProof="0"/>
              <a:t> </a:t>
            </a:r>
            <a:r>
              <a:rPr lang="fr-CA" noProof="0" err="1"/>
              <a:t>title</a:t>
            </a:r>
            <a:r>
              <a:rPr lang="fr-CA" noProof="0"/>
              <a:t> style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24640" y="1017270"/>
            <a:ext cx="11767680" cy="5679922"/>
          </a:xfrm>
        </p:spPr>
        <p:txBody>
          <a:bodyPr/>
          <a:lstStyle>
            <a:lvl1pPr>
              <a:defRPr>
                <a:latin typeface="Visby CF Medium" pitchFamily="50" charset="0"/>
              </a:defRPr>
            </a:lvl1pPr>
            <a:lvl2pPr>
              <a:defRPr>
                <a:latin typeface="Visby CF Medium" pitchFamily="50" charset="0"/>
              </a:defRPr>
            </a:lvl2pPr>
            <a:lvl3pPr>
              <a:defRPr>
                <a:latin typeface="Visby CF Medium" pitchFamily="50" charset="0"/>
              </a:defRPr>
            </a:lvl3pPr>
            <a:lvl4pPr>
              <a:defRPr>
                <a:latin typeface="Visby CF Medium" pitchFamily="50" charset="0"/>
              </a:defRPr>
            </a:lvl4pPr>
            <a:lvl5pPr>
              <a:defRPr>
                <a:latin typeface="Visby CF Medium" pitchFamily="50" charset="0"/>
              </a:defRPr>
            </a:lvl5pPr>
          </a:lstStyle>
          <a:p>
            <a:pPr lvl="0"/>
            <a:r>
              <a:rPr lang="fr-FR" noProof="0"/>
              <a:t>Modifiez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  <a:endParaRPr lang="fr-CA" noProof="0"/>
          </a:p>
        </p:txBody>
      </p:sp>
      <p:sp>
        <p:nvSpPr>
          <p:cNvPr id="7" name="TextBox 6"/>
          <p:cNvSpPr txBox="1"/>
          <p:nvPr/>
        </p:nvSpPr>
        <p:spPr>
          <a:xfrm>
            <a:off x="461434" y="5718810"/>
            <a:ext cx="1219200" cy="1097280"/>
          </a:xfrm>
          <a:prstGeom prst="rect">
            <a:avLst/>
          </a:prstGeom>
        </p:spPr>
        <p:txBody>
          <a:bodyPr vert="horz" wrap="none" lIns="121920" tIns="60960" rIns="121920" bIns="60960" rtlCol="0">
            <a:normAutofit/>
          </a:bodyPr>
          <a:lstStyle/>
          <a:p>
            <a:pPr marL="206398" indent="-206398">
              <a:buClr>
                <a:schemeClr val="accent2"/>
              </a:buClr>
              <a:buSzPct val="125000"/>
              <a:buFont typeface="Arial" panose="020B0604020202020204" pitchFamily="34" charset="0"/>
              <a:buChar char="•"/>
            </a:pPr>
            <a:endParaRPr lang="fr-CA" sz="2227" noProof="0"/>
          </a:p>
        </p:txBody>
      </p:sp>
      <p:sp>
        <p:nvSpPr>
          <p:cNvPr id="9" name="TextBox 6"/>
          <p:cNvSpPr txBox="1"/>
          <p:nvPr userDrawn="1"/>
        </p:nvSpPr>
        <p:spPr>
          <a:xfrm>
            <a:off x="461434" y="5718810"/>
            <a:ext cx="1219200" cy="1097280"/>
          </a:xfrm>
          <a:prstGeom prst="rect">
            <a:avLst/>
          </a:prstGeom>
        </p:spPr>
        <p:txBody>
          <a:bodyPr vert="horz" wrap="none" lIns="121920" tIns="60960" rIns="121920" bIns="60960" rtlCol="0">
            <a:normAutofit/>
          </a:bodyPr>
          <a:lstStyle/>
          <a:p>
            <a:pPr marL="206398" indent="-206398">
              <a:buClr>
                <a:schemeClr val="accent2"/>
              </a:buClr>
              <a:buSzPct val="125000"/>
              <a:buFont typeface="Arial" panose="020B0604020202020204" pitchFamily="34" charset="0"/>
              <a:buChar char="•"/>
            </a:pPr>
            <a:endParaRPr lang="fr-CA" sz="2227" noProof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E772C3C-7BC7-07FC-6A24-A8C15B74B5C8}"/>
              </a:ext>
            </a:extLst>
          </p:cNvPr>
          <p:cNvSpPr/>
          <p:nvPr userDrawn="1"/>
        </p:nvSpPr>
        <p:spPr>
          <a:xfrm>
            <a:off x="0" y="0"/>
            <a:ext cx="888023" cy="889200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50876413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888022" y="0"/>
            <a:ext cx="11303977" cy="889920"/>
          </a:xfrm>
          <a:prstGeom prst="rect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>
            <a:normAutofit/>
          </a:bodyPr>
          <a:lstStyle>
            <a:lvl1pPr>
              <a:tabLst>
                <a:tab pos="320040" algn="l"/>
              </a:tabLst>
              <a:defRPr lang="fr-CA" sz="3200" kern="1200" noProof="0">
                <a:solidFill>
                  <a:schemeClr val="bg1"/>
                </a:solidFill>
                <a:latin typeface="Visby Slab CF Bold" panose="00000800000000000000" pitchFamily="50" charset="0"/>
                <a:ea typeface="+mj-ea"/>
                <a:cs typeface="+mj-cs"/>
              </a:defRPr>
            </a:lvl1pPr>
          </a:lstStyle>
          <a:p>
            <a:r>
              <a:rPr lang="fr-CA" noProof="0"/>
              <a:t>Click to </a:t>
            </a:r>
            <a:r>
              <a:rPr lang="fr-CA" noProof="0" err="1"/>
              <a:t>edit</a:t>
            </a:r>
            <a:r>
              <a:rPr lang="fr-CA" noProof="0"/>
              <a:t> </a:t>
            </a:r>
            <a:r>
              <a:rPr lang="fr-CA" noProof="0" err="1"/>
              <a:t>title</a:t>
            </a:r>
            <a:r>
              <a:rPr lang="fr-CA" noProof="0"/>
              <a:t> style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24640" y="1017270"/>
            <a:ext cx="11767680" cy="5679922"/>
          </a:xfrm>
        </p:spPr>
        <p:txBody>
          <a:bodyPr/>
          <a:lstStyle>
            <a:lvl1pPr>
              <a:defRPr>
                <a:latin typeface="Visby CF Medium" pitchFamily="50" charset="0"/>
              </a:defRPr>
            </a:lvl1pPr>
            <a:lvl2pPr>
              <a:defRPr>
                <a:latin typeface="Visby CF Medium" pitchFamily="50" charset="0"/>
              </a:defRPr>
            </a:lvl2pPr>
            <a:lvl3pPr>
              <a:defRPr>
                <a:latin typeface="Visby CF Medium" pitchFamily="50" charset="0"/>
              </a:defRPr>
            </a:lvl3pPr>
            <a:lvl4pPr>
              <a:defRPr>
                <a:latin typeface="Visby CF Medium" pitchFamily="50" charset="0"/>
              </a:defRPr>
            </a:lvl4pPr>
            <a:lvl5pPr>
              <a:defRPr>
                <a:latin typeface="Visby CF Medium" pitchFamily="50" charset="0"/>
              </a:defRPr>
            </a:lvl5pPr>
          </a:lstStyle>
          <a:p>
            <a:pPr lvl="0"/>
            <a:r>
              <a:rPr lang="fr-FR" noProof="0"/>
              <a:t>Modifiez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  <a:endParaRPr lang="fr-CA" noProof="0"/>
          </a:p>
        </p:txBody>
      </p:sp>
      <p:sp>
        <p:nvSpPr>
          <p:cNvPr id="7" name="TextBox 6"/>
          <p:cNvSpPr txBox="1"/>
          <p:nvPr/>
        </p:nvSpPr>
        <p:spPr>
          <a:xfrm>
            <a:off x="461434" y="5718810"/>
            <a:ext cx="1219200" cy="1097280"/>
          </a:xfrm>
          <a:prstGeom prst="rect">
            <a:avLst/>
          </a:prstGeom>
        </p:spPr>
        <p:txBody>
          <a:bodyPr vert="horz" wrap="none" lIns="121920" tIns="60960" rIns="121920" bIns="60960" rtlCol="0">
            <a:normAutofit/>
          </a:bodyPr>
          <a:lstStyle/>
          <a:p>
            <a:pPr marL="206398" indent="-206398">
              <a:buClr>
                <a:schemeClr val="accent2"/>
              </a:buClr>
              <a:buSzPct val="125000"/>
              <a:buFont typeface="Arial" panose="020B0604020202020204" pitchFamily="34" charset="0"/>
              <a:buChar char="•"/>
            </a:pPr>
            <a:endParaRPr lang="fr-CA" sz="2227" noProof="0"/>
          </a:p>
        </p:txBody>
      </p:sp>
      <p:sp>
        <p:nvSpPr>
          <p:cNvPr id="9" name="TextBox 6"/>
          <p:cNvSpPr txBox="1"/>
          <p:nvPr userDrawn="1"/>
        </p:nvSpPr>
        <p:spPr>
          <a:xfrm>
            <a:off x="461434" y="5718810"/>
            <a:ext cx="1219200" cy="1097280"/>
          </a:xfrm>
          <a:prstGeom prst="rect">
            <a:avLst/>
          </a:prstGeom>
        </p:spPr>
        <p:txBody>
          <a:bodyPr vert="horz" wrap="none" lIns="121920" tIns="60960" rIns="121920" bIns="60960" rtlCol="0">
            <a:normAutofit/>
          </a:bodyPr>
          <a:lstStyle/>
          <a:p>
            <a:pPr marL="206398" indent="-206398">
              <a:buClr>
                <a:schemeClr val="accent2"/>
              </a:buClr>
              <a:buSzPct val="125000"/>
              <a:buFont typeface="Arial" panose="020B0604020202020204" pitchFamily="34" charset="0"/>
              <a:buChar char="•"/>
            </a:pPr>
            <a:endParaRPr lang="fr-CA" sz="2227" noProof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E772C3C-7BC7-07FC-6A24-A8C15B74B5C8}"/>
              </a:ext>
            </a:extLst>
          </p:cNvPr>
          <p:cNvSpPr/>
          <p:nvPr userDrawn="1"/>
        </p:nvSpPr>
        <p:spPr>
          <a:xfrm>
            <a:off x="0" y="0"/>
            <a:ext cx="888023" cy="889200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88513018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888022" y="0"/>
            <a:ext cx="11303977" cy="889920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>
            <a:normAutofit/>
          </a:bodyPr>
          <a:lstStyle>
            <a:lvl1pPr>
              <a:tabLst>
                <a:tab pos="320040" algn="l"/>
              </a:tabLst>
              <a:defRPr lang="fr-CA" sz="3200" kern="1200" noProof="0">
                <a:solidFill>
                  <a:schemeClr val="bg1"/>
                </a:solidFill>
                <a:latin typeface="Visby Slab CF Bold" panose="00000800000000000000" pitchFamily="50" charset="0"/>
                <a:ea typeface="+mj-ea"/>
                <a:cs typeface="+mj-cs"/>
              </a:defRPr>
            </a:lvl1pPr>
          </a:lstStyle>
          <a:p>
            <a:r>
              <a:rPr lang="fr-CA" noProof="0"/>
              <a:t>Click to </a:t>
            </a:r>
            <a:r>
              <a:rPr lang="fr-CA" noProof="0" err="1"/>
              <a:t>edit</a:t>
            </a:r>
            <a:r>
              <a:rPr lang="fr-CA" noProof="0"/>
              <a:t> </a:t>
            </a:r>
            <a:r>
              <a:rPr lang="fr-CA" noProof="0" err="1"/>
              <a:t>title</a:t>
            </a:r>
            <a:r>
              <a:rPr lang="fr-CA" noProof="0"/>
              <a:t> style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24640" y="1017270"/>
            <a:ext cx="11767680" cy="5679922"/>
          </a:xfrm>
        </p:spPr>
        <p:txBody>
          <a:bodyPr/>
          <a:lstStyle>
            <a:lvl1pPr>
              <a:defRPr>
                <a:latin typeface="Visby CF Medium" pitchFamily="50" charset="0"/>
              </a:defRPr>
            </a:lvl1pPr>
            <a:lvl2pPr>
              <a:defRPr>
                <a:latin typeface="Visby CF Medium" pitchFamily="50" charset="0"/>
              </a:defRPr>
            </a:lvl2pPr>
            <a:lvl3pPr>
              <a:defRPr>
                <a:latin typeface="Visby CF Medium" pitchFamily="50" charset="0"/>
              </a:defRPr>
            </a:lvl3pPr>
            <a:lvl4pPr>
              <a:defRPr>
                <a:latin typeface="Visby CF Medium" pitchFamily="50" charset="0"/>
              </a:defRPr>
            </a:lvl4pPr>
            <a:lvl5pPr>
              <a:defRPr>
                <a:latin typeface="Visby CF Medium" pitchFamily="50" charset="0"/>
              </a:defRPr>
            </a:lvl5pPr>
          </a:lstStyle>
          <a:p>
            <a:pPr lvl="0"/>
            <a:r>
              <a:rPr lang="fr-FR" noProof="0"/>
              <a:t>Modifiez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  <a:endParaRPr lang="fr-CA" noProof="0"/>
          </a:p>
        </p:txBody>
      </p:sp>
      <p:sp>
        <p:nvSpPr>
          <p:cNvPr id="7" name="TextBox 6"/>
          <p:cNvSpPr txBox="1"/>
          <p:nvPr/>
        </p:nvSpPr>
        <p:spPr>
          <a:xfrm>
            <a:off x="461434" y="5718810"/>
            <a:ext cx="1219200" cy="1097280"/>
          </a:xfrm>
          <a:prstGeom prst="rect">
            <a:avLst/>
          </a:prstGeom>
        </p:spPr>
        <p:txBody>
          <a:bodyPr vert="horz" wrap="none" lIns="121920" tIns="60960" rIns="121920" bIns="60960" rtlCol="0">
            <a:normAutofit/>
          </a:bodyPr>
          <a:lstStyle/>
          <a:p>
            <a:pPr marL="206398" indent="-206398">
              <a:buClr>
                <a:schemeClr val="accent2"/>
              </a:buClr>
              <a:buSzPct val="125000"/>
              <a:buFont typeface="Arial" panose="020B0604020202020204" pitchFamily="34" charset="0"/>
              <a:buChar char="•"/>
            </a:pPr>
            <a:endParaRPr lang="fr-CA" sz="2227" noProof="0"/>
          </a:p>
        </p:txBody>
      </p:sp>
      <p:sp>
        <p:nvSpPr>
          <p:cNvPr id="9" name="TextBox 6"/>
          <p:cNvSpPr txBox="1"/>
          <p:nvPr userDrawn="1"/>
        </p:nvSpPr>
        <p:spPr>
          <a:xfrm>
            <a:off x="461434" y="5718810"/>
            <a:ext cx="1219200" cy="1097280"/>
          </a:xfrm>
          <a:prstGeom prst="rect">
            <a:avLst/>
          </a:prstGeom>
        </p:spPr>
        <p:txBody>
          <a:bodyPr vert="horz" wrap="none" lIns="121920" tIns="60960" rIns="121920" bIns="60960" rtlCol="0">
            <a:normAutofit/>
          </a:bodyPr>
          <a:lstStyle/>
          <a:p>
            <a:pPr marL="206398" indent="-206398">
              <a:buClr>
                <a:schemeClr val="accent2"/>
              </a:buClr>
              <a:buSzPct val="125000"/>
              <a:buFont typeface="Arial" panose="020B0604020202020204" pitchFamily="34" charset="0"/>
              <a:buChar char="•"/>
            </a:pPr>
            <a:endParaRPr lang="fr-CA" sz="2227" noProof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E772C3C-7BC7-07FC-6A24-A8C15B74B5C8}"/>
              </a:ext>
            </a:extLst>
          </p:cNvPr>
          <p:cNvSpPr/>
          <p:nvPr userDrawn="1"/>
        </p:nvSpPr>
        <p:spPr>
          <a:xfrm>
            <a:off x="0" y="0"/>
            <a:ext cx="888023" cy="889200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29234279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888022" y="0"/>
            <a:ext cx="11303977" cy="889920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>
            <a:normAutofit/>
          </a:bodyPr>
          <a:lstStyle>
            <a:lvl1pPr>
              <a:tabLst>
                <a:tab pos="320040" algn="l"/>
              </a:tabLst>
              <a:defRPr lang="fr-CA" sz="3200" kern="1200" noProof="0">
                <a:solidFill>
                  <a:schemeClr val="bg1"/>
                </a:solidFill>
                <a:latin typeface="Visby Slab CF Bold" panose="00000800000000000000" pitchFamily="50" charset="0"/>
                <a:ea typeface="+mj-ea"/>
                <a:cs typeface="+mj-cs"/>
              </a:defRPr>
            </a:lvl1pPr>
          </a:lstStyle>
          <a:p>
            <a:r>
              <a:rPr lang="fr-CA" noProof="0"/>
              <a:t>Click to </a:t>
            </a:r>
            <a:r>
              <a:rPr lang="fr-CA" noProof="0" err="1"/>
              <a:t>edit</a:t>
            </a:r>
            <a:r>
              <a:rPr lang="fr-CA" noProof="0"/>
              <a:t> </a:t>
            </a:r>
            <a:r>
              <a:rPr lang="fr-CA" noProof="0" err="1"/>
              <a:t>title</a:t>
            </a:r>
            <a:r>
              <a:rPr lang="fr-CA" noProof="0"/>
              <a:t> style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24640" y="1017270"/>
            <a:ext cx="11767680" cy="5679922"/>
          </a:xfrm>
        </p:spPr>
        <p:txBody>
          <a:bodyPr/>
          <a:lstStyle>
            <a:lvl1pPr>
              <a:defRPr>
                <a:latin typeface="Visby CF Medium" pitchFamily="50" charset="0"/>
              </a:defRPr>
            </a:lvl1pPr>
            <a:lvl2pPr>
              <a:defRPr>
                <a:latin typeface="Visby CF Medium" pitchFamily="50" charset="0"/>
              </a:defRPr>
            </a:lvl2pPr>
            <a:lvl3pPr>
              <a:defRPr>
                <a:latin typeface="Visby CF Medium" pitchFamily="50" charset="0"/>
              </a:defRPr>
            </a:lvl3pPr>
            <a:lvl4pPr>
              <a:defRPr>
                <a:latin typeface="Visby CF Medium" pitchFamily="50" charset="0"/>
              </a:defRPr>
            </a:lvl4pPr>
            <a:lvl5pPr>
              <a:defRPr>
                <a:latin typeface="Visby CF Medium" pitchFamily="50" charset="0"/>
              </a:defRPr>
            </a:lvl5pPr>
          </a:lstStyle>
          <a:p>
            <a:pPr lvl="0"/>
            <a:r>
              <a:rPr lang="fr-FR" noProof="0"/>
              <a:t>Modifiez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  <a:endParaRPr lang="fr-CA" noProof="0"/>
          </a:p>
        </p:txBody>
      </p:sp>
      <p:sp>
        <p:nvSpPr>
          <p:cNvPr id="7" name="TextBox 6"/>
          <p:cNvSpPr txBox="1"/>
          <p:nvPr/>
        </p:nvSpPr>
        <p:spPr>
          <a:xfrm>
            <a:off x="461434" y="5718810"/>
            <a:ext cx="1219200" cy="1097280"/>
          </a:xfrm>
          <a:prstGeom prst="rect">
            <a:avLst/>
          </a:prstGeom>
        </p:spPr>
        <p:txBody>
          <a:bodyPr vert="horz" wrap="none" lIns="121920" tIns="60960" rIns="121920" bIns="60960" rtlCol="0">
            <a:normAutofit/>
          </a:bodyPr>
          <a:lstStyle/>
          <a:p>
            <a:pPr marL="206398" indent="-206398">
              <a:buClr>
                <a:schemeClr val="accent2"/>
              </a:buClr>
              <a:buSzPct val="125000"/>
              <a:buFont typeface="Arial" panose="020B0604020202020204" pitchFamily="34" charset="0"/>
              <a:buChar char="•"/>
            </a:pPr>
            <a:endParaRPr lang="fr-CA" sz="2227" noProof="0"/>
          </a:p>
        </p:txBody>
      </p:sp>
      <p:sp>
        <p:nvSpPr>
          <p:cNvPr id="9" name="TextBox 6"/>
          <p:cNvSpPr txBox="1"/>
          <p:nvPr userDrawn="1"/>
        </p:nvSpPr>
        <p:spPr>
          <a:xfrm>
            <a:off x="461434" y="5718810"/>
            <a:ext cx="1219200" cy="1097280"/>
          </a:xfrm>
          <a:prstGeom prst="rect">
            <a:avLst/>
          </a:prstGeom>
        </p:spPr>
        <p:txBody>
          <a:bodyPr vert="horz" wrap="none" lIns="121920" tIns="60960" rIns="121920" bIns="60960" rtlCol="0">
            <a:normAutofit/>
          </a:bodyPr>
          <a:lstStyle/>
          <a:p>
            <a:pPr marL="206398" indent="-206398">
              <a:buClr>
                <a:schemeClr val="accent2"/>
              </a:buClr>
              <a:buSzPct val="125000"/>
              <a:buFont typeface="Arial" panose="020B0604020202020204" pitchFamily="34" charset="0"/>
              <a:buChar char="•"/>
            </a:pPr>
            <a:endParaRPr lang="fr-CA" sz="2227" noProof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E772C3C-7BC7-07FC-6A24-A8C15B74B5C8}"/>
              </a:ext>
            </a:extLst>
          </p:cNvPr>
          <p:cNvSpPr/>
          <p:nvPr userDrawn="1"/>
        </p:nvSpPr>
        <p:spPr>
          <a:xfrm>
            <a:off x="0" y="0"/>
            <a:ext cx="888023" cy="889200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21930845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888022" y="0"/>
            <a:ext cx="11303977" cy="889920"/>
          </a:xfrm>
          <a:prstGeom prst="rect">
            <a:avLst/>
          </a:prstGeom>
          <a:solidFill>
            <a:schemeClr val="accent5"/>
          </a:solidFill>
          <a:ln>
            <a:solidFill>
              <a:schemeClr val="accent5"/>
            </a:solidFill>
          </a:ln>
        </p:spPr>
        <p:txBody>
          <a:bodyPr>
            <a:normAutofit/>
          </a:bodyPr>
          <a:lstStyle>
            <a:lvl1pPr>
              <a:tabLst>
                <a:tab pos="320040" algn="l"/>
              </a:tabLst>
              <a:defRPr lang="fr-CA" sz="3200" kern="1200" noProof="0">
                <a:solidFill>
                  <a:schemeClr val="bg1"/>
                </a:solidFill>
                <a:latin typeface="Visby Slab CF Bold" panose="00000800000000000000" pitchFamily="50" charset="0"/>
                <a:ea typeface="+mj-ea"/>
                <a:cs typeface="+mj-cs"/>
              </a:defRPr>
            </a:lvl1pPr>
          </a:lstStyle>
          <a:p>
            <a:r>
              <a:rPr lang="fr-CA" noProof="0"/>
              <a:t>Click to </a:t>
            </a:r>
            <a:r>
              <a:rPr lang="fr-CA" noProof="0" err="1"/>
              <a:t>edit</a:t>
            </a:r>
            <a:r>
              <a:rPr lang="fr-CA" noProof="0"/>
              <a:t> </a:t>
            </a:r>
            <a:r>
              <a:rPr lang="fr-CA" noProof="0" err="1"/>
              <a:t>title</a:t>
            </a:r>
            <a:r>
              <a:rPr lang="fr-CA" noProof="0"/>
              <a:t> style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24640" y="1017270"/>
            <a:ext cx="11767680" cy="5679922"/>
          </a:xfrm>
        </p:spPr>
        <p:txBody>
          <a:bodyPr/>
          <a:lstStyle>
            <a:lvl1pPr>
              <a:defRPr>
                <a:latin typeface="Visby CF Medium" pitchFamily="50" charset="0"/>
              </a:defRPr>
            </a:lvl1pPr>
            <a:lvl2pPr>
              <a:defRPr>
                <a:latin typeface="Visby CF Medium" pitchFamily="50" charset="0"/>
              </a:defRPr>
            </a:lvl2pPr>
            <a:lvl3pPr>
              <a:defRPr>
                <a:latin typeface="Visby CF Medium" pitchFamily="50" charset="0"/>
              </a:defRPr>
            </a:lvl3pPr>
            <a:lvl4pPr>
              <a:defRPr>
                <a:latin typeface="Visby CF Medium" pitchFamily="50" charset="0"/>
              </a:defRPr>
            </a:lvl4pPr>
            <a:lvl5pPr>
              <a:defRPr>
                <a:latin typeface="Visby CF Medium" pitchFamily="50" charset="0"/>
              </a:defRPr>
            </a:lvl5pPr>
          </a:lstStyle>
          <a:p>
            <a:pPr lvl="0"/>
            <a:r>
              <a:rPr lang="fr-FR" noProof="0"/>
              <a:t>Modifiez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  <a:endParaRPr lang="fr-CA" noProof="0"/>
          </a:p>
        </p:txBody>
      </p:sp>
      <p:sp>
        <p:nvSpPr>
          <p:cNvPr id="7" name="TextBox 6"/>
          <p:cNvSpPr txBox="1"/>
          <p:nvPr/>
        </p:nvSpPr>
        <p:spPr>
          <a:xfrm>
            <a:off x="461434" y="5718810"/>
            <a:ext cx="1219200" cy="1097280"/>
          </a:xfrm>
          <a:prstGeom prst="rect">
            <a:avLst/>
          </a:prstGeom>
        </p:spPr>
        <p:txBody>
          <a:bodyPr vert="horz" wrap="none" lIns="121920" tIns="60960" rIns="121920" bIns="60960" rtlCol="0">
            <a:normAutofit/>
          </a:bodyPr>
          <a:lstStyle/>
          <a:p>
            <a:pPr marL="206398" indent="-206398">
              <a:buClr>
                <a:schemeClr val="accent2"/>
              </a:buClr>
              <a:buSzPct val="125000"/>
              <a:buFont typeface="Arial" panose="020B0604020202020204" pitchFamily="34" charset="0"/>
              <a:buChar char="•"/>
            </a:pPr>
            <a:endParaRPr lang="fr-CA" sz="2227" noProof="0"/>
          </a:p>
        </p:txBody>
      </p:sp>
      <p:sp>
        <p:nvSpPr>
          <p:cNvPr id="9" name="TextBox 6"/>
          <p:cNvSpPr txBox="1"/>
          <p:nvPr userDrawn="1"/>
        </p:nvSpPr>
        <p:spPr>
          <a:xfrm>
            <a:off x="461434" y="5718810"/>
            <a:ext cx="1219200" cy="1097280"/>
          </a:xfrm>
          <a:prstGeom prst="rect">
            <a:avLst/>
          </a:prstGeom>
        </p:spPr>
        <p:txBody>
          <a:bodyPr vert="horz" wrap="none" lIns="121920" tIns="60960" rIns="121920" bIns="60960" rtlCol="0">
            <a:normAutofit/>
          </a:bodyPr>
          <a:lstStyle/>
          <a:p>
            <a:pPr marL="206398" indent="-206398">
              <a:buClr>
                <a:schemeClr val="accent2"/>
              </a:buClr>
              <a:buSzPct val="125000"/>
              <a:buFont typeface="Arial" panose="020B0604020202020204" pitchFamily="34" charset="0"/>
              <a:buChar char="•"/>
            </a:pPr>
            <a:endParaRPr lang="fr-CA" sz="2227" noProof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E772C3C-7BC7-07FC-6A24-A8C15B74B5C8}"/>
              </a:ext>
            </a:extLst>
          </p:cNvPr>
          <p:cNvSpPr/>
          <p:nvPr userDrawn="1"/>
        </p:nvSpPr>
        <p:spPr>
          <a:xfrm>
            <a:off x="0" y="0"/>
            <a:ext cx="888023" cy="889200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81556674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61434" y="5718810"/>
            <a:ext cx="1219200" cy="1097280"/>
          </a:xfrm>
          <a:prstGeom prst="rect">
            <a:avLst/>
          </a:prstGeom>
        </p:spPr>
        <p:txBody>
          <a:bodyPr vert="horz" wrap="none" lIns="121920" tIns="60960" rIns="121920" bIns="60960" rtlCol="0">
            <a:normAutofit/>
          </a:bodyPr>
          <a:lstStyle/>
          <a:p>
            <a:pPr marL="206398" indent="-206398">
              <a:buClr>
                <a:schemeClr val="accent2"/>
              </a:buClr>
              <a:buSzPct val="125000"/>
              <a:buFont typeface="Arial" panose="020B0604020202020204" pitchFamily="34" charset="0"/>
              <a:buChar char="•"/>
            </a:pPr>
            <a:endParaRPr lang="fr-CA" sz="2227" noProof="0"/>
          </a:p>
        </p:txBody>
      </p:sp>
      <p:sp>
        <p:nvSpPr>
          <p:cNvPr id="9" name="TextBox 6"/>
          <p:cNvSpPr txBox="1"/>
          <p:nvPr userDrawn="1"/>
        </p:nvSpPr>
        <p:spPr>
          <a:xfrm>
            <a:off x="461434" y="5718810"/>
            <a:ext cx="1219200" cy="1097280"/>
          </a:xfrm>
          <a:prstGeom prst="rect">
            <a:avLst/>
          </a:prstGeom>
        </p:spPr>
        <p:txBody>
          <a:bodyPr vert="horz" wrap="none" lIns="121920" tIns="60960" rIns="121920" bIns="60960" rtlCol="0">
            <a:normAutofit/>
          </a:bodyPr>
          <a:lstStyle/>
          <a:p>
            <a:pPr marL="206398" indent="-206398">
              <a:buClr>
                <a:schemeClr val="accent2"/>
              </a:buClr>
              <a:buSzPct val="125000"/>
              <a:buFont typeface="Arial" panose="020B0604020202020204" pitchFamily="34" charset="0"/>
              <a:buChar char="•"/>
            </a:pPr>
            <a:endParaRPr lang="fr-CA" sz="2227" noProof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1598EAB-A240-EB77-7D97-E2AAED96ECA1}"/>
              </a:ext>
            </a:extLst>
          </p:cNvPr>
          <p:cNvSpPr/>
          <p:nvPr userDrawn="1"/>
        </p:nvSpPr>
        <p:spPr>
          <a:xfrm rot="5400000">
            <a:off x="10462333" y="5119540"/>
            <a:ext cx="472518" cy="2986820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C7794EF-2032-F1DC-2B6D-82457CDBCD05}"/>
              </a:ext>
            </a:extLst>
          </p:cNvPr>
          <p:cNvSpPr/>
          <p:nvPr userDrawn="1"/>
        </p:nvSpPr>
        <p:spPr>
          <a:xfrm rot="5400000">
            <a:off x="8994328" y="6377150"/>
            <a:ext cx="472518" cy="471600"/>
          </a:xfrm>
          <a:prstGeom prst="rect">
            <a:avLst/>
          </a:prstGeom>
          <a:solidFill>
            <a:srgbClr val="203864"/>
          </a:solidFill>
          <a:ln>
            <a:solidFill>
              <a:srgbClr val="20386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8" name="Titre 1">
            <a:extLst>
              <a:ext uri="{FF2B5EF4-FFF2-40B4-BE49-F238E27FC236}">
                <a16:creationId xmlns:a16="http://schemas.microsoft.com/office/drawing/2014/main" id="{A8EE9A53-C187-19EC-7879-455208C1C9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88022" y="0"/>
            <a:ext cx="11303977" cy="889920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lstStyle>
            <a:lvl1pPr>
              <a:tabLst>
                <a:tab pos="320040" algn="l"/>
              </a:tabLst>
              <a:defRPr lang="fr-CA" sz="3200" kern="1200" noProof="0">
                <a:solidFill>
                  <a:schemeClr val="tx2"/>
                </a:solidFill>
                <a:latin typeface="Visby Slab CF Bold" panose="00000800000000000000" pitchFamily="50" charset="0"/>
                <a:ea typeface="+mj-ea"/>
                <a:cs typeface="+mj-cs"/>
              </a:defRPr>
            </a:lvl1pPr>
          </a:lstStyle>
          <a:p>
            <a:r>
              <a:rPr lang="fr-CA" noProof="0"/>
              <a:t>	Click to </a:t>
            </a:r>
            <a:r>
              <a:rPr lang="fr-CA" noProof="0" err="1"/>
              <a:t>edit</a:t>
            </a:r>
            <a:r>
              <a:rPr lang="fr-CA" noProof="0"/>
              <a:t> </a:t>
            </a:r>
            <a:r>
              <a:rPr lang="fr-CA" noProof="0" err="1"/>
              <a:t>title</a:t>
            </a:r>
            <a:r>
              <a:rPr lang="fr-CA" noProof="0"/>
              <a:t> style</a:t>
            </a:r>
          </a:p>
        </p:txBody>
      </p:sp>
    </p:spTree>
    <p:extLst>
      <p:ext uri="{BB962C8B-B14F-4D97-AF65-F5344CB8AC3E}">
        <p14:creationId xmlns:p14="http://schemas.microsoft.com/office/powerpoint/2010/main" val="88692444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61434" y="5718810"/>
            <a:ext cx="1219200" cy="1097280"/>
          </a:xfrm>
          <a:prstGeom prst="rect">
            <a:avLst/>
          </a:prstGeom>
        </p:spPr>
        <p:txBody>
          <a:bodyPr vert="horz" wrap="none" lIns="121920" tIns="60960" rIns="121920" bIns="60960" rtlCol="0">
            <a:normAutofit/>
          </a:bodyPr>
          <a:lstStyle/>
          <a:p>
            <a:pPr marL="206398" indent="-206398">
              <a:buClr>
                <a:schemeClr val="accent2"/>
              </a:buClr>
              <a:buSzPct val="125000"/>
              <a:buFont typeface="Arial" panose="020B0604020202020204" pitchFamily="34" charset="0"/>
              <a:buChar char="•"/>
            </a:pPr>
            <a:endParaRPr lang="fr-CA" sz="2227" noProof="0"/>
          </a:p>
        </p:txBody>
      </p:sp>
      <p:sp>
        <p:nvSpPr>
          <p:cNvPr id="9" name="TextBox 6"/>
          <p:cNvSpPr txBox="1"/>
          <p:nvPr userDrawn="1"/>
        </p:nvSpPr>
        <p:spPr>
          <a:xfrm>
            <a:off x="461434" y="5718810"/>
            <a:ext cx="1219200" cy="1097280"/>
          </a:xfrm>
          <a:prstGeom prst="rect">
            <a:avLst/>
          </a:prstGeom>
        </p:spPr>
        <p:txBody>
          <a:bodyPr vert="horz" wrap="none" lIns="121920" tIns="60960" rIns="121920" bIns="60960" rtlCol="0">
            <a:normAutofit/>
          </a:bodyPr>
          <a:lstStyle/>
          <a:p>
            <a:pPr marL="206398" indent="-206398">
              <a:buClr>
                <a:schemeClr val="accent2"/>
              </a:buClr>
              <a:buSzPct val="125000"/>
              <a:buFont typeface="Arial" panose="020B0604020202020204" pitchFamily="34" charset="0"/>
              <a:buChar char="•"/>
            </a:pPr>
            <a:endParaRPr lang="fr-CA" sz="2227" noProof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1598EAB-A240-EB77-7D97-E2AAED96ECA1}"/>
              </a:ext>
            </a:extLst>
          </p:cNvPr>
          <p:cNvSpPr/>
          <p:nvPr userDrawn="1"/>
        </p:nvSpPr>
        <p:spPr>
          <a:xfrm rot="5400000">
            <a:off x="10462333" y="5119540"/>
            <a:ext cx="472518" cy="2986820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C7794EF-2032-F1DC-2B6D-82457CDBCD05}"/>
              </a:ext>
            </a:extLst>
          </p:cNvPr>
          <p:cNvSpPr/>
          <p:nvPr userDrawn="1"/>
        </p:nvSpPr>
        <p:spPr>
          <a:xfrm rot="5400000">
            <a:off x="8994328" y="6377150"/>
            <a:ext cx="472518" cy="471600"/>
          </a:xfrm>
          <a:prstGeom prst="rect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8" name="Titre 1">
            <a:extLst>
              <a:ext uri="{FF2B5EF4-FFF2-40B4-BE49-F238E27FC236}">
                <a16:creationId xmlns:a16="http://schemas.microsoft.com/office/drawing/2014/main" id="{A8EE9A53-C187-19EC-7879-455208C1C9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88022" y="0"/>
            <a:ext cx="11303977" cy="889920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lstStyle>
            <a:lvl1pPr>
              <a:tabLst>
                <a:tab pos="320040" algn="l"/>
              </a:tabLst>
              <a:defRPr lang="fr-CA" sz="3200" kern="1200" noProof="0">
                <a:solidFill>
                  <a:schemeClr val="accent4"/>
                </a:solidFill>
                <a:latin typeface="Visby Slab CF Bold" panose="00000800000000000000" pitchFamily="50" charset="0"/>
                <a:ea typeface="+mj-ea"/>
                <a:cs typeface="+mj-cs"/>
              </a:defRPr>
            </a:lvl1pPr>
          </a:lstStyle>
          <a:p>
            <a:r>
              <a:rPr lang="fr-CA" noProof="0"/>
              <a:t>Click to </a:t>
            </a:r>
            <a:r>
              <a:rPr lang="fr-CA" noProof="0" err="1"/>
              <a:t>edit</a:t>
            </a:r>
            <a:r>
              <a:rPr lang="fr-CA" noProof="0"/>
              <a:t> </a:t>
            </a:r>
            <a:r>
              <a:rPr lang="fr-CA" noProof="0" err="1"/>
              <a:t>title</a:t>
            </a:r>
            <a:r>
              <a:rPr lang="fr-CA" noProof="0"/>
              <a:t> style</a:t>
            </a:r>
          </a:p>
        </p:txBody>
      </p:sp>
    </p:spTree>
    <p:extLst>
      <p:ext uri="{BB962C8B-B14F-4D97-AF65-F5344CB8AC3E}">
        <p14:creationId xmlns:p14="http://schemas.microsoft.com/office/powerpoint/2010/main" val="298026204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7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4185EE1-A7BF-4AD5-BC17-F265808F8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  <a:latin typeface="Visby Slab CF Bold" panose="00000800000000000000" pitchFamily="50" charset="0"/>
              </a:defRPr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DAABD6A-C539-4986-8D7A-CD2C406F66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>
            <a:lvl1pPr marL="228600" indent="-228600">
              <a:buClr>
                <a:srgbClr val="888B8D"/>
              </a:buClr>
              <a:buFont typeface="Wingdings" panose="05000000000000000000" pitchFamily="2" charset="2"/>
              <a:buChar char="§"/>
              <a:defRPr sz="2800">
                <a:solidFill>
                  <a:schemeClr val="bg2">
                    <a:lumMod val="25000"/>
                  </a:schemeClr>
                </a:solidFill>
                <a:latin typeface="Visby CF" pitchFamily="50" charset="0"/>
              </a:defRPr>
            </a:lvl1pPr>
            <a:lvl2pPr marL="685800" indent="-228600">
              <a:buClr>
                <a:srgbClr val="888B8D"/>
              </a:buClr>
              <a:buFont typeface="Wingdings" panose="05000000000000000000" pitchFamily="2" charset="2"/>
              <a:buChar char="§"/>
              <a:defRPr sz="2400">
                <a:solidFill>
                  <a:schemeClr val="bg2">
                    <a:lumMod val="25000"/>
                  </a:schemeClr>
                </a:solidFill>
                <a:latin typeface="Visby CF" pitchFamily="50" charset="0"/>
              </a:defRPr>
            </a:lvl2pPr>
            <a:lvl3pPr marL="1143000" indent="-228600">
              <a:buClr>
                <a:srgbClr val="888B8D"/>
              </a:buClr>
              <a:buFont typeface="Wingdings" panose="05000000000000000000" pitchFamily="2" charset="2"/>
              <a:buChar char="§"/>
              <a:defRPr sz="2000">
                <a:solidFill>
                  <a:schemeClr val="bg2">
                    <a:lumMod val="25000"/>
                  </a:schemeClr>
                </a:solidFill>
                <a:latin typeface="Visby CF" pitchFamily="50" charset="0"/>
              </a:defRPr>
            </a:lvl3pPr>
            <a:lvl4pPr marL="1600200" indent="-228600">
              <a:buClr>
                <a:srgbClr val="888B8D"/>
              </a:buClr>
              <a:buFont typeface="Wingdings" panose="05000000000000000000" pitchFamily="2" charset="2"/>
              <a:buChar char="§"/>
              <a:defRPr sz="1800">
                <a:solidFill>
                  <a:schemeClr val="bg2">
                    <a:lumMod val="25000"/>
                  </a:schemeClr>
                </a:solidFill>
                <a:latin typeface="Visby CF" pitchFamily="50" charset="0"/>
              </a:defRPr>
            </a:lvl4pPr>
            <a:lvl5pPr marL="2057400" indent="-228600">
              <a:buClr>
                <a:srgbClr val="888B8D"/>
              </a:buClr>
              <a:buFont typeface="Wingdings" panose="05000000000000000000" pitchFamily="2" charset="2"/>
              <a:buChar char="§"/>
              <a:defRPr sz="1800">
                <a:solidFill>
                  <a:schemeClr val="bg2">
                    <a:lumMod val="25000"/>
                  </a:schemeClr>
                </a:solidFill>
                <a:latin typeface="Visby CF" pitchFamily="50" charset="0"/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934BDF9-CB23-494B-B363-9E25B36D04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C9F17-3A02-44C2-9C14-398C33D5EF03}" type="datetime1">
              <a:rPr lang="fr-CA" smtClean="0"/>
              <a:t>2026-09-08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3A02F70-0106-4D01-94E1-DB447CF45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B8E416A0-68C3-4BA8-B81F-3419DBBCB50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2472" r="1427"/>
          <a:stretch/>
        </p:blipFill>
        <p:spPr>
          <a:xfrm>
            <a:off x="11057862" y="6210411"/>
            <a:ext cx="654974" cy="657227"/>
          </a:xfrm>
          <a:prstGeom prst="rect">
            <a:avLst/>
          </a:prstGeom>
        </p:spPr>
      </p:pic>
      <p:sp>
        <p:nvSpPr>
          <p:cNvPr id="10" name="Espace réservé du numéro de diapositive 5">
            <a:extLst>
              <a:ext uri="{FF2B5EF4-FFF2-40B4-BE49-F238E27FC236}">
                <a16:creationId xmlns:a16="http://schemas.microsoft.com/office/drawing/2014/main" id="{DC0AD9BE-B0C3-435D-BC3E-4521EBEEF9C7}"/>
              </a:ext>
            </a:extLst>
          </p:cNvPr>
          <p:cNvSpPr txBox="1">
            <a:spLocks/>
          </p:cNvSpPr>
          <p:nvPr userDrawn="1"/>
        </p:nvSpPr>
        <p:spPr>
          <a:xfrm>
            <a:off x="11664803" y="6536326"/>
            <a:ext cx="540488" cy="365125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4162AF1F-2696-4F34-A7F3-E326E3C5B51E}" type="slidenum">
              <a:rPr lang="fr-CA" sz="1400" smtClean="0">
                <a:solidFill>
                  <a:schemeClr val="accent4"/>
                </a:solidFill>
                <a:latin typeface="Visby Slab CF Bold" panose="00000800000000000000" pitchFamily="50" charset="0"/>
              </a:rPr>
              <a:pPr algn="ctr"/>
              <a:t>‹N°›</a:t>
            </a:fld>
            <a:endParaRPr lang="fr-CA" sz="1400">
              <a:solidFill>
                <a:schemeClr val="accent4"/>
              </a:solidFill>
              <a:latin typeface="Visby Slab CF Bold" panose="00000800000000000000" pitchFamily="50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56567A4-6355-BD3C-4037-FBD5088829F8}"/>
              </a:ext>
            </a:extLst>
          </p:cNvPr>
          <p:cNvSpPr/>
          <p:nvPr userDrawn="1"/>
        </p:nvSpPr>
        <p:spPr>
          <a:xfrm>
            <a:off x="838200" y="1709553"/>
            <a:ext cx="10533184" cy="108000"/>
          </a:xfrm>
          <a:prstGeom prst="rect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FD178C0-E3DD-03F4-E12B-9D8A2DEA6913}"/>
              </a:ext>
            </a:extLst>
          </p:cNvPr>
          <p:cNvSpPr/>
          <p:nvPr userDrawn="1"/>
        </p:nvSpPr>
        <p:spPr>
          <a:xfrm>
            <a:off x="838200" y="1709553"/>
            <a:ext cx="108000" cy="108000"/>
          </a:xfrm>
          <a:prstGeom prst="rect">
            <a:avLst/>
          </a:prstGeom>
          <a:solidFill>
            <a:srgbClr val="203864"/>
          </a:solidFill>
          <a:ln>
            <a:solidFill>
              <a:srgbClr val="20386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993238766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4185EE1-A7BF-4AD5-BC17-F265808F8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  <a:latin typeface="Visby Slab CF Bold" panose="00000800000000000000" pitchFamily="50" charset="0"/>
              </a:defRPr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DAABD6A-C539-4986-8D7A-CD2C406F66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492262" cy="4351338"/>
          </a:xfrm>
        </p:spPr>
        <p:txBody>
          <a:bodyPr anchor="ctr">
            <a:normAutofit/>
          </a:bodyPr>
          <a:lstStyle>
            <a:lvl1pPr marL="228600" indent="-228600">
              <a:buClr>
                <a:srgbClr val="888B8D"/>
              </a:buClr>
              <a:buFont typeface="Wingdings" panose="05000000000000000000" pitchFamily="2" charset="2"/>
              <a:buChar char="§"/>
              <a:defRPr sz="2800">
                <a:solidFill>
                  <a:schemeClr val="bg2">
                    <a:lumMod val="25000"/>
                  </a:schemeClr>
                </a:solidFill>
                <a:latin typeface="Visby CF" pitchFamily="50" charset="0"/>
              </a:defRPr>
            </a:lvl1pPr>
            <a:lvl2pPr marL="685800" indent="-228600">
              <a:buClr>
                <a:srgbClr val="888B8D"/>
              </a:buClr>
              <a:buFont typeface="Wingdings" panose="05000000000000000000" pitchFamily="2" charset="2"/>
              <a:buChar char="§"/>
              <a:defRPr sz="2400">
                <a:solidFill>
                  <a:schemeClr val="bg2">
                    <a:lumMod val="25000"/>
                  </a:schemeClr>
                </a:solidFill>
                <a:latin typeface="Visby CF" pitchFamily="50" charset="0"/>
              </a:defRPr>
            </a:lvl2pPr>
            <a:lvl3pPr marL="1143000" indent="-228600">
              <a:buClr>
                <a:srgbClr val="888B8D"/>
              </a:buClr>
              <a:buFont typeface="Wingdings" panose="05000000000000000000" pitchFamily="2" charset="2"/>
              <a:buChar char="§"/>
              <a:defRPr sz="2000">
                <a:solidFill>
                  <a:schemeClr val="bg2">
                    <a:lumMod val="25000"/>
                  </a:schemeClr>
                </a:solidFill>
                <a:latin typeface="Visby CF" pitchFamily="50" charset="0"/>
              </a:defRPr>
            </a:lvl3pPr>
            <a:lvl4pPr marL="1600200" indent="-228600">
              <a:buClr>
                <a:srgbClr val="888B8D"/>
              </a:buClr>
              <a:buFont typeface="Wingdings" panose="05000000000000000000" pitchFamily="2" charset="2"/>
              <a:buChar char="§"/>
              <a:defRPr sz="1800">
                <a:solidFill>
                  <a:schemeClr val="bg2">
                    <a:lumMod val="25000"/>
                  </a:schemeClr>
                </a:solidFill>
                <a:latin typeface="Visby CF" pitchFamily="50" charset="0"/>
              </a:defRPr>
            </a:lvl4pPr>
            <a:lvl5pPr marL="2057400" indent="-228600">
              <a:buClr>
                <a:srgbClr val="888B8D"/>
              </a:buClr>
              <a:buFont typeface="Wingdings" panose="05000000000000000000" pitchFamily="2" charset="2"/>
              <a:buChar char="§"/>
              <a:defRPr sz="1800">
                <a:solidFill>
                  <a:schemeClr val="bg2">
                    <a:lumMod val="25000"/>
                  </a:schemeClr>
                </a:solidFill>
                <a:latin typeface="Visby CF" pitchFamily="50" charset="0"/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934BDF9-CB23-494B-B363-9E25B36D04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C9F17-3A02-44C2-9C14-398C33D5EF03}" type="datetime1">
              <a:rPr lang="fr-CA" smtClean="0"/>
              <a:t>2026-09-08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3A02F70-0106-4D01-94E1-DB447CF45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B8E416A0-68C3-4BA8-B81F-3419DBBCB50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2472" r="1427"/>
          <a:stretch/>
        </p:blipFill>
        <p:spPr>
          <a:xfrm>
            <a:off x="11057862" y="6210411"/>
            <a:ext cx="654974" cy="657227"/>
          </a:xfrm>
          <a:prstGeom prst="rect">
            <a:avLst/>
          </a:prstGeom>
        </p:spPr>
      </p:pic>
      <p:sp>
        <p:nvSpPr>
          <p:cNvPr id="10" name="Espace réservé du numéro de diapositive 5">
            <a:extLst>
              <a:ext uri="{FF2B5EF4-FFF2-40B4-BE49-F238E27FC236}">
                <a16:creationId xmlns:a16="http://schemas.microsoft.com/office/drawing/2014/main" id="{DC0AD9BE-B0C3-435D-BC3E-4521EBEEF9C7}"/>
              </a:ext>
            </a:extLst>
          </p:cNvPr>
          <p:cNvSpPr txBox="1">
            <a:spLocks/>
          </p:cNvSpPr>
          <p:nvPr userDrawn="1"/>
        </p:nvSpPr>
        <p:spPr>
          <a:xfrm>
            <a:off x="11664803" y="6536326"/>
            <a:ext cx="540488" cy="365125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4162AF1F-2696-4F34-A7F3-E326E3C5B51E}" type="slidenum">
              <a:rPr lang="fr-CA" sz="1400" smtClean="0">
                <a:solidFill>
                  <a:schemeClr val="accent2"/>
                </a:solidFill>
                <a:latin typeface="Visby Slab CF Bold" panose="00000800000000000000" pitchFamily="50" charset="0"/>
              </a:rPr>
              <a:pPr algn="ctr"/>
              <a:t>‹N°›</a:t>
            </a:fld>
            <a:endParaRPr lang="fr-CA" sz="1400">
              <a:solidFill>
                <a:schemeClr val="accent2"/>
              </a:solidFill>
              <a:latin typeface="Visby Slab CF Bold" panose="00000800000000000000" pitchFamily="50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AED1FFB-4E60-EE52-12A7-B696E9EEBB39}"/>
              </a:ext>
            </a:extLst>
          </p:cNvPr>
          <p:cNvSpPr/>
          <p:nvPr userDrawn="1"/>
        </p:nvSpPr>
        <p:spPr>
          <a:xfrm>
            <a:off x="838200" y="1709553"/>
            <a:ext cx="5492262" cy="116072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B83D631-88E3-FF4E-2562-9CA27B86EC6F}"/>
              </a:ext>
            </a:extLst>
          </p:cNvPr>
          <p:cNvSpPr/>
          <p:nvPr userDrawn="1"/>
        </p:nvSpPr>
        <p:spPr>
          <a:xfrm>
            <a:off x="838200" y="1709553"/>
            <a:ext cx="108000" cy="108000"/>
          </a:xfrm>
          <a:prstGeom prst="rect">
            <a:avLst/>
          </a:prstGeom>
          <a:solidFill>
            <a:srgbClr val="203864"/>
          </a:solidFill>
          <a:ln>
            <a:solidFill>
              <a:srgbClr val="20386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734570734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6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4185EE1-A7BF-4AD5-BC17-F265808F8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  <a:latin typeface="Visby Slab CF Bold" panose="00000800000000000000" pitchFamily="50" charset="0"/>
              </a:defRPr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DAABD6A-C539-4986-8D7A-CD2C406F66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492262" cy="4351338"/>
          </a:xfrm>
        </p:spPr>
        <p:txBody>
          <a:bodyPr anchor="ctr">
            <a:normAutofit/>
          </a:bodyPr>
          <a:lstStyle>
            <a:lvl1pPr marL="228600" indent="-228600">
              <a:buClr>
                <a:srgbClr val="888B8D"/>
              </a:buClr>
              <a:buFont typeface="Wingdings" panose="05000000000000000000" pitchFamily="2" charset="2"/>
              <a:buChar char="§"/>
              <a:defRPr sz="2800">
                <a:solidFill>
                  <a:schemeClr val="bg2">
                    <a:lumMod val="25000"/>
                  </a:schemeClr>
                </a:solidFill>
                <a:latin typeface="Visby CF" pitchFamily="50" charset="0"/>
              </a:defRPr>
            </a:lvl1pPr>
            <a:lvl2pPr marL="685800" indent="-228600">
              <a:buClr>
                <a:srgbClr val="888B8D"/>
              </a:buClr>
              <a:buFont typeface="Wingdings" panose="05000000000000000000" pitchFamily="2" charset="2"/>
              <a:buChar char="§"/>
              <a:defRPr sz="2400">
                <a:solidFill>
                  <a:schemeClr val="bg2">
                    <a:lumMod val="25000"/>
                  </a:schemeClr>
                </a:solidFill>
                <a:latin typeface="Visby CF" pitchFamily="50" charset="0"/>
              </a:defRPr>
            </a:lvl2pPr>
            <a:lvl3pPr marL="1143000" indent="-228600">
              <a:buClr>
                <a:srgbClr val="888B8D"/>
              </a:buClr>
              <a:buFont typeface="Wingdings" panose="05000000000000000000" pitchFamily="2" charset="2"/>
              <a:buChar char="§"/>
              <a:defRPr sz="2000">
                <a:solidFill>
                  <a:schemeClr val="bg2">
                    <a:lumMod val="25000"/>
                  </a:schemeClr>
                </a:solidFill>
                <a:latin typeface="Visby CF" pitchFamily="50" charset="0"/>
              </a:defRPr>
            </a:lvl3pPr>
            <a:lvl4pPr marL="1600200" indent="-228600">
              <a:buClr>
                <a:srgbClr val="888B8D"/>
              </a:buClr>
              <a:buFont typeface="Wingdings" panose="05000000000000000000" pitchFamily="2" charset="2"/>
              <a:buChar char="§"/>
              <a:defRPr sz="1800">
                <a:solidFill>
                  <a:schemeClr val="bg2">
                    <a:lumMod val="25000"/>
                  </a:schemeClr>
                </a:solidFill>
                <a:latin typeface="Visby CF" pitchFamily="50" charset="0"/>
              </a:defRPr>
            </a:lvl4pPr>
            <a:lvl5pPr marL="2057400" indent="-228600">
              <a:buClr>
                <a:srgbClr val="888B8D"/>
              </a:buClr>
              <a:buFont typeface="Wingdings" panose="05000000000000000000" pitchFamily="2" charset="2"/>
              <a:buChar char="§"/>
              <a:defRPr sz="1800">
                <a:solidFill>
                  <a:schemeClr val="bg2">
                    <a:lumMod val="25000"/>
                  </a:schemeClr>
                </a:solidFill>
                <a:latin typeface="Visby CF" pitchFamily="50" charset="0"/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934BDF9-CB23-494B-B363-9E25B36D04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C9F17-3A02-44C2-9C14-398C33D5EF03}" type="datetime1">
              <a:rPr lang="fr-CA" smtClean="0"/>
              <a:t>2026-09-08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3A02F70-0106-4D01-94E1-DB447CF45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B8E416A0-68C3-4BA8-B81F-3419DBBCB50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2472" r="1427"/>
          <a:stretch/>
        </p:blipFill>
        <p:spPr>
          <a:xfrm>
            <a:off x="11057862" y="6210411"/>
            <a:ext cx="654974" cy="657227"/>
          </a:xfrm>
          <a:prstGeom prst="rect">
            <a:avLst/>
          </a:prstGeom>
        </p:spPr>
      </p:pic>
      <p:sp>
        <p:nvSpPr>
          <p:cNvPr id="10" name="Espace réservé du numéro de diapositive 5">
            <a:extLst>
              <a:ext uri="{FF2B5EF4-FFF2-40B4-BE49-F238E27FC236}">
                <a16:creationId xmlns:a16="http://schemas.microsoft.com/office/drawing/2014/main" id="{DC0AD9BE-B0C3-435D-BC3E-4521EBEEF9C7}"/>
              </a:ext>
            </a:extLst>
          </p:cNvPr>
          <p:cNvSpPr txBox="1">
            <a:spLocks/>
          </p:cNvSpPr>
          <p:nvPr userDrawn="1"/>
        </p:nvSpPr>
        <p:spPr>
          <a:xfrm>
            <a:off x="11664803" y="6536326"/>
            <a:ext cx="540488" cy="365125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4162AF1F-2696-4F34-A7F3-E326E3C5B51E}" type="slidenum">
              <a:rPr lang="fr-CA" sz="1400" smtClean="0">
                <a:solidFill>
                  <a:schemeClr val="accent2"/>
                </a:solidFill>
                <a:latin typeface="Visby Slab CF Bold" panose="00000800000000000000" pitchFamily="50" charset="0"/>
              </a:rPr>
              <a:pPr algn="ctr"/>
              <a:t>‹N°›</a:t>
            </a:fld>
            <a:endParaRPr lang="fr-CA" sz="1400">
              <a:solidFill>
                <a:schemeClr val="accent2"/>
              </a:solidFill>
              <a:latin typeface="Visby Slab CF Bold" panose="00000800000000000000" pitchFamily="50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AED1FFB-4E60-EE52-12A7-B696E9EEBB39}"/>
              </a:ext>
            </a:extLst>
          </p:cNvPr>
          <p:cNvSpPr/>
          <p:nvPr userDrawn="1"/>
        </p:nvSpPr>
        <p:spPr>
          <a:xfrm>
            <a:off x="838200" y="1709553"/>
            <a:ext cx="5492262" cy="116072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B83D631-88E3-FF4E-2562-9CA27B86EC6F}"/>
              </a:ext>
            </a:extLst>
          </p:cNvPr>
          <p:cNvSpPr/>
          <p:nvPr userDrawn="1"/>
        </p:nvSpPr>
        <p:spPr>
          <a:xfrm>
            <a:off x="838200" y="1709553"/>
            <a:ext cx="108000" cy="108000"/>
          </a:xfrm>
          <a:prstGeom prst="rect">
            <a:avLst/>
          </a:prstGeom>
          <a:solidFill>
            <a:srgbClr val="203864"/>
          </a:solidFill>
          <a:ln>
            <a:solidFill>
              <a:srgbClr val="20386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859618404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4185EE1-A7BF-4AD5-BC17-F265808F8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  <a:latin typeface="Visby Slab CF Bold" panose="00000800000000000000" pitchFamily="50" charset="0"/>
              </a:defRPr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10" name="Espace réservé du numéro de diapositive 5">
            <a:extLst>
              <a:ext uri="{FF2B5EF4-FFF2-40B4-BE49-F238E27FC236}">
                <a16:creationId xmlns:a16="http://schemas.microsoft.com/office/drawing/2014/main" id="{DC0AD9BE-B0C3-435D-BC3E-4521EBEEF9C7}"/>
              </a:ext>
            </a:extLst>
          </p:cNvPr>
          <p:cNvSpPr txBox="1">
            <a:spLocks/>
          </p:cNvSpPr>
          <p:nvPr userDrawn="1"/>
        </p:nvSpPr>
        <p:spPr>
          <a:xfrm>
            <a:off x="11664803" y="6536326"/>
            <a:ext cx="540488" cy="365125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4162AF1F-2696-4F34-A7F3-E326E3C5B51E}" type="slidenum">
              <a:rPr lang="fr-CA" sz="1200" smtClean="0">
                <a:solidFill>
                  <a:srgbClr val="003C71"/>
                </a:solidFill>
                <a:latin typeface="Visby CF" pitchFamily="50" charset="0"/>
              </a:rPr>
              <a:pPr algn="ctr"/>
              <a:t>‹N°›</a:t>
            </a:fld>
            <a:endParaRPr lang="fr-CA" sz="1200">
              <a:solidFill>
                <a:srgbClr val="003C71"/>
              </a:solidFill>
              <a:latin typeface="Visby CF" pitchFamily="50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659D36B-EA26-D450-5622-4C9069AAC298}"/>
              </a:ext>
            </a:extLst>
          </p:cNvPr>
          <p:cNvSpPr/>
          <p:nvPr userDrawn="1"/>
        </p:nvSpPr>
        <p:spPr>
          <a:xfrm rot="5400000">
            <a:off x="10462333" y="5119540"/>
            <a:ext cx="472518" cy="2986820"/>
          </a:xfrm>
          <a:prstGeom prst="rect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4BBD810-0277-793C-EA97-93FAC7EB8040}"/>
              </a:ext>
            </a:extLst>
          </p:cNvPr>
          <p:cNvSpPr/>
          <p:nvPr userDrawn="1"/>
        </p:nvSpPr>
        <p:spPr>
          <a:xfrm rot="5400000">
            <a:off x="8994328" y="6377150"/>
            <a:ext cx="472518" cy="471600"/>
          </a:xfrm>
          <a:prstGeom prst="rect">
            <a:avLst/>
          </a:prstGeom>
          <a:solidFill>
            <a:srgbClr val="203864"/>
          </a:solidFill>
          <a:ln>
            <a:solidFill>
              <a:srgbClr val="20386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070725943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4185EE1-A7BF-4AD5-BC17-F265808F8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  <a:latin typeface="Visby Slab CF Bold" panose="00000800000000000000" pitchFamily="50" charset="0"/>
              </a:defRPr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DAABD6A-C539-4986-8D7A-CD2C406F66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>
            <a:lvl1pPr marL="228600" indent="-228600">
              <a:buClr>
                <a:srgbClr val="888B8D"/>
              </a:buClr>
              <a:buFont typeface="Wingdings" panose="05000000000000000000" pitchFamily="2" charset="2"/>
              <a:buChar char="§"/>
              <a:defRPr sz="2800">
                <a:solidFill>
                  <a:schemeClr val="bg2">
                    <a:lumMod val="25000"/>
                  </a:schemeClr>
                </a:solidFill>
                <a:latin typeface="Visby CF" pitchFamily="50" charset="0"/>
              </a:defRPr>
            </a:lvl1pPr>
            <a:lvl2pPr marL="685800" indent="-228600">
              <a:buClr>
                <a:srgbClr val="888B8D"/>
              </a:buClr>
              <a:buFont typeface="Wingdings" panose="05000000000000000000" pitchFamily="2" charset="2"/>
              <a:buChar char="§"/>
              <a:defRPr sz="2400">
                <a:solidFill>
                  <a:schemeClr val="bg2">
                    <a:lumMod val="25000"/>
                  </a:schemeClr>
                </a:solidFill>
                <a:latin typeface="Visby CF" pitchFamily="50" charset="0"/>
              </a:defRPr>
            </a:lvl2pPr>
            <a:lvl3pPr marL="1143000" indent="-228600">
              <a:buClr>
                <a:srgbClr val="888B8D"/>
              </a:buClr>
              <a:buFont typeface="Wingdings" panose="05000000000000000000" pitchFamily="2" charset="2"/>
              <a:buChar char="§"/>
              <a:defRPr sz="2000">
                <a:solidFill>
                  <a:schemeClr val="bg2">
                    <a:lumMod val="25000"/>
                  </a:schemeClr>
                </a:solidFill>
                <a:latin typeface="Visby CF" pitchFamily="50" charset="0"/>
              </a:defRPr>
            </a:lvl3pPr>
            <a:lvl4pPr marL="1600200" indent="-228600">
              <a:buClr>
                <a:srgbClr val="888B8D"/>
              </a:buClr>
              <a:buFont typeface="Wingdings" panose="05000000000000000000" pitchFamily="2" charset="2"/>
              <a:buChar char="§"/>
              <a:defRPr sz="1800">
                <a:solidFill>
                  <a:schemeClr val="bg2">
                    <a:lumMod val="25000"/>
                  </a:schemeClr>
                </a:solidFill>
                <a:latin typeface="Visby CF" pitchFamily="50" charset="0"/>
              </a:defRPr>
            </a:lvl4pPr>
            <a:lvl5pPr marL="2057400" indent="-228600">
              <a:buClr>
                <a:srgbClr val="888B8D"/>
              </a:buClr>
              <a:buFont typeface="Wingdings" panose="05000000000000000000" pitchFamily="2" charset="2"/>
              <a:buChar char="§"/>
              <a:defRPr sz="1800">
                <a:solidFill>
                  <a:schemeClr val="bg2">
                    <a:lumMod val="25000"/>
                  </a:schemeClr>
                </a:solidFill>
                <a:latin typeface="Visby CF" pitchFamily="50" charset="0"/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934BDF9-CB23-494B-B363-9E25B36D04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C9F17-3A02-44C2-9C14-398C33D5EF03}" type="datetime1">
              <a:rPr lang="fr-CA" smtClean="0"/>
              <a:t>2026-09-08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3A02F70-0106-4D01-94E1-DB447CF45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B8E416A0-68C3-4BA8-B81F-3419DBBCB50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2472" r="1427"/>
          <a:stretch/>
        </p:blipFill>
        <p:spPr>
          <a:xfrm>
            <a:off x="11057862" y="6210411"/>
            <a:ext cx="654974" cy="657227"/>
          </a:xfrm>
          <a:prstGeom prst="rect">
            <a:avLst/>
          </a:prstGeom>
        </p:spPr>
      </p:pic>
      <p:sp>
        <p:nvSpPr>
          <p:cNvPr id="10" name="Espace réservé du numéro de diapositive 5">
            <a:extLst>
              <a:ext uri="{FF2B5EF4-FFF2-40B4-BE49-F238E27FC236}">
                <a16:creationId xmlns:a16="http://schemas.microsoft.com/office/drawing/2014/main" id="{DC0AD9BE-B0C3-435D-BC3E-4521EBEEF9C7}"/>
              </a:ext>
            </a:extLst>
          </p:cNvPr>
          <p:cNvSpPr txBox="1">
            <a:spLocks/>
          </p:cNvSpPr>
          <p:nvPr userDrawn="1"/>
        </p:nvSpPr>
        <p:spPr>
          <a:xfrm>
            <a:off x="11664803" y="6536326"/>
            <a:ext cx="540488" cy="365125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4162AF1F-2696-4F34-A7F3-E326E3C5B51E}" type="slidenum">
              <a:rPr lang="fr-CA" sz="1400" b="0" smtClean="0">
                <a:solidFill>
                  <a:schemeClr val="accent2"/>
                </a:solidFill>
                <a:latin typeface="Visby Slab CF Bold" panose="00000800000000000000" pitchFamily="50" charset="0"/>
              </a:rPr>
              <a:pPr algn="ctr"/>
              <a:t>‹N°›</a:t>
            </a:fld>
            <a:endParaRPr lang="fr-CA" sz="1200" b="0">
              <a:solidFill>
                <a:schemeClr val="accent2"/>
              </a:solidFill>
              <a:latin typeface="Visby Slab CF Bold" panose="00000800000000000000" pitchFamily="50" charset="0"/>
            </a:endParaRPr>
          </a:p>
        </p:txBody>
      </p:sp>
      <p:grpSp>
        <p:nvGrpSpPr>
          <p:cNvPr id="14" name="Groupe 13">
            <a:extLst>
              <a:ext uri="{FF2B5EF4-FFF2-40B4-BE49-F238E27FC236}">
                <a16:creationId xmlns:a16="http://schemas.microsoft.com/office/drawing/2014/main" id="{91D0E067-7F7F-2D6B-48CC-ECADEEA552C9}"/>
              </a:ext>
            </a:extLst>
          </p:cNvPr>
          <p:cNvGrpSpPr/>
          <p:nvPr userDrawn="1"/>
        </p:nvGrpSpPr>
        <p:grpSpPr>
          <a:xfrm>
            <a:off x="838200" y="1709553"/>
            <a:ext cx="10533184" cy="108000"/>
            <a:chOff x="838200" y="1709553"/>
            <a:chExt cx="10533184" cy="10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56567A4-6355-BD3C-4037-FBD5088829F8}"/>
                </a:ext>
              </a:extLst>
            </p:cNvPr>
            <p:cNvSpPr/>
            <p:nvPr userDrawn="1"/>
          </p:nvSpPr>
          <p:spPr>
            <a:xfrm>
              <a:off x="838200" y="1709553"/>
              <a:ext cx="10533184" cy="108000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A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FD178C0-E3DD-03F4-E12B-9D8A2DEA6913}"/>
                </a:ext>
              </a:extLst>
            </p:cNvPr>
            <p:cNvSpPr/>
            <p:nvPr userDrawn="1"/>
          </p:nvSpPr>
          <p:spPr>
            <a:xfrm>
              <a:off x="838200" y="1709553"/>
              <a:ext cx="108000" cy="108000"/>
            </a:xfrm>
            <a:prstGeom prst="rect">
              <a:avLst/>
            </a:prstGeom>
            <a:solidFill>
              <a:srgbClr val="203864"/>
            </a:solidFill>
            <a:ln>
              <a:solidFill>
                <a:srgbClr val="2038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A"/>
            </a:p>
          </p:txBody>
        </p:sp>
      </p:grpSp>
    </p:spTree>
    <p:extLst>
      <p:ext uri="{BB962C8B-B14F-4D97-AF65-F5344CB8AC3E}">
        <p14:creationId xmlns:p14="http://schemas.microsoft.com/office/powerpoint/2010/main" val="3861373245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4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4185EE1-A7BF-4AD5-BC17-F265808F8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  <a:latin typeface="Visby Slab CF Bold" panose="00000800000000000000" pitchFamily="50" charset="0"/>
              </a:defRPr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DAABD6A-C539-4986-8D7A-CD2C406F66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>
            <a:lvl1pPr marL="228600" indent="-228600">
              <a:buClr>
                <a:srgbClr val="888B8D"/>
              </a:buClr>
              <a:buFont typeface="Wingdings" panose="05000000000000000000" pitchFamily="2" charset="2"/>
              <a:buChar char="§"/>
              <a:defRPr sz="2800">
                <a:solidFill>
                  <a:schemeClr val="bg2">
                    <a:lumMod val="25000"/>
                  </a:schemeClr>
                </a:solidFill>
                <a:latin typeface="Visby CF" pitchFamily="50" charset="0"/>
              </a:defRPr>
            </a:lvl1pPr>
            <a:lvl2pPr marL="685800" indent="-228600">
              <a:buClr>
                <a:srgbClr val="888B8D"/>
              </a:buClr>
              <a:buFont typeface="Wingdings" panose="05000000000000000000" pitchFamily="2" charset="2"/>
              <a:buChar char="§"/>
              <a:defRPr sz="2400">
                <a:solidFill>
                  <a:schemeClr val="bg2">
                    <a:lumMod val="25000"/>
                  </a:schemeClr>
                </a:solidFill>
                <a:latin typeface="Visby CF" pitchFamily="50" charset="0"/>
              </a:defRPr>
            </a:lvl2pPr>
            <a:lvl3pPr marL="1143000" indent="-228600">
              <a:buClr>
                <a:srgbClr val="888B8D"/>
              </a:buClr>
              <a:buFont typeface="Wingdings" panose="05000000000000000000" pitchFamily="2" charset="2"/>
              <a:buChar char="§"/>
              <a:defRPr sz="2000">
                <a:solidFill>
                  <a:schemeClr val="bg2">
                    <a:lumMod val="25000"/>
                  </a:schemeClr>
                </a:solidFill>
                <a:latin typeface="Visby CF" pitchFamily="50" charset="0"/>
              </a:defRPr>
            </a:lvl3pPr>
            <a:lvl4pPr marL="1600200" indent="-228600">
              <a:buClr>
                <a:srgbClr val="888B8D"/>
              </a:buClr>
              <a:buFont typeface="Wingdings" panose="05000000000000000000" pitchFamily="2" charset="2"/>
              <a:buChar char="§"/>
              <a:defRPr sz="1800">
                <a:solidFill>
                  <a:schemeClr val="bg2">
                    <a:lumMod val="25000"/>
                  </a:schemeClr>
                </a:solidFill>
                <a:latin typeface="Visby CF" pitchFamily="50" charset="0"/>
              </a:defRPr>
            </a:lvl4pPr>
            <a:lvl5pPr marL="2057400" indent="-228600">
              <a:buClr>
                <a:srgbClr val="888B8D"/>
              </a:buClr>
              <a:buFont typeface="Wingdings" panose="05000000000000000000" pitchFamily="2" charset="2"/>
              <a:buChar char="§"/>
              <a:defRPr sz="1800">
                <a:solidFill>
                  <a:schemeClr val="bg2">
                    <a:lumMod val="25000"/>
                  </a:schemeClr>
                </a:solidFill>
                <a:latin typeface="Visby CF" pitchFamily="50" charset="0"/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934BDF9-CB23-494B-B363-9E25B36D04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C9F17-3A02-44C2-9C14-398C33D5EF03}" type="datetime1">
              <a:rPr lang="fr-CA" smtClean="0"/>
              <a:t>2026-09-08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3A02F70-0106-4D01-94E1-DB447CF45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B8E416A0-68C3-4BA8-B81F-3419DBBCB50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2472" r="1427"/>
          <a:stretch/>
        </p:blipFill>
        <p:spPr>
          <a:xfrm>
            <a:off x="11383031" y="6061296"/>
            <a:ext cx="654974" cy="657227"/>
          </a:xfrm>
          <a:prstGeom prst="rect">
            <a:avLst/>
          </a:prstGeom>
        </p:spPr>
      </p:pic>
      <p:sp>
        <p:nvSpPr>
          <p:cNvPr id="10" name="Espace réservé du numéro de diapositive 5">
            <a:extLst>
              <a:ext uri="{FF2B5EF4-FFF2-40B4-BE49-F238E27FC236}">
                <a16:creationId xmlns:a16="http://schemas.microsoft.com/office/drawing/2014/main" id="{DC0AD9BE-B0C3-435D-BC3E-4521EBEEF9C7}"/>
              </a:ext>
            </a:extLst>
          </p:cNvPr>
          <p:cNvSpPr txBox="1">
            <a:spLocks/>
          </p:cNvSpPr>
          <p:nvPr userDrawn="1"/>
        </p:nvSpPr>
        <p:spPr>
          <a:xfrm>
            <a:off x="10899211" y="6455575"/>
            <a:ext cx="540488" cy="365125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4162AF1F-2696-4F34-A7F3-E326E3C5B51E}" type="slidenum">
              <a:rPr lang="fr-CA" sz="1400" b="0" smtClean="0">
                <a:solidFill>
                  <a:schemeClr val="accent2"/>
                </a:solidFill>
                <a:latin typeface="Visby Slab CF Bold" panose="00000800000000000000" pitchFamily="50" charset="0"/>
              </a:rPr>
              <a:pPr algn="ctr"/>
              <a:t>‹N°›</a:t>
            </a:fld>
            <a:endParaRPr lang="fr-CA" sz="1200" b="0">
              <a:solidFill>
                <a:schemeClr val="accent2"/>
              </a:solidFill>
              <a:latin typeface="Visby Slab CF Bold" panose="00000800000000000000" pitchFamily="50" charset="0"/>
            </a:endParaRPr>
          </a:p>
        </p:txBody>
      </p:sp>
      <p:grpSp>
        <p:nvGrpSpPr>
          <p:cNvPr id="14" name="Groupe 13">
            <a:extLst>
              <a:ext uri="{FF2B5EF4-FFF2-40B4-BE49-F238E27FC236}">
                <a16:creationId xmlns:a16="http://schemas.microsoft.com/office/drawing/2014/main" id="{91D0E067-7F7F-2D6B-48CC-ECADEEA552C9}"/>
              </a:ext>
            </a:extLst>
          </p:cNvPr>
          <p:cNvGrpSpPr/>
          <p:nvPr userDrawn="1"/>
        </p:nvGrpSpPr>
        <p:grpSpPr>
          <a:xfrm>
            <a:off x="838200" y="1709553"/>
            <a:ext cx="10533184" cy="108000"/>
            <a:chOff x="838200" y="1709553"/>
            <a:chExt cx="10533184" cy="10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56567A4-6355-BD3C-4037-FBD5088829F8}"/>
                </a:ext>
              </a:extLst>
            </p:cNvPr>
            <p:cNvSpPr/>
            <p:nvPr userDrawn="1"/>
          </p:nvSpPr>
          <p:spPr>
            <a:xfrm>
              <a:off x="838200" y="1709553"/>
              <a:ext cx="10533184" cy="108000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A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FD178C0-E3DD-03F4-E12B-9D8A2DEA6913}"/>
                </a:ext>
              </a:extLst>
            </p:cNvPr>
            <p:cNvSpPr/>
            <p:nvPr userDrawn="1"/>
          </p:nvSpPr>
          <p:spPr>
            <a:xfrm>
              <a:off x="838200" y="1709553"/>
              <a:ext cx="108000" cy="108000"/>
            </a:xfrm>
            <a:prstGeom prst="rect">
              <a:avLst/>
            </a:prstGeom>
            <a:solidFill>
              <a:srgbClr val="203864"/>
            </a:solidFill>
            <a:ln>
              <a:solidFill>
                <a:srgbClr val="2038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A"/>
            </a:p>
          </p:txBody>
        </p:sp>
      </p:grpSp>
    </p:spTree>
    <p:extLst>
      <p:ext uri="{BB962C8B-B14F-4D97-AF65-F5344CB8AC3E}">
        <p14:creationId xmlns:p14="http://schemas.microsoft.com/office/powerpoint/2010/main" val="359483313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e 12">
            <a:extLst>
              <a:ext uri="{FF2B5EF4-FFF2-40B4-BE49-F238E27FC236}">
                <a16:creationId xmlns:a16="http://schemas.microsoft.com/office/drawing/2014/main" id="{EBDD9D57-9370-83B4-9116-276A686DC0E2}"/>
              </a:ext>
            </a:extLst>
          </p:cNvPr>
          <p:cNvGrpSpPr/>
          <p:nvPr userDrawn="1"/>
        </p:nvGrpSpPr>
        <p:grpSpPr>
          <a:xfrm>
            <a:off x="831850" y="3686829"/>
            <a:ext cx="10521950" cy="900001"/>
            <a:chOff x="831850" y="3686829"/>
            <a:chExt cx="10521950" cy="900001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3DAD92D-B154-D982-F8D5-1C42DEFAC34E}"/>
                </a:ext>
              </a:extLst>
            </p:cNvPr>
            <p:cNvSpPr/>
            <p:nvPr userDrawn="1"/>
          </p:nvSpPr>
          <p:spPr>
            <a:xfrm rot="5400000">
              <a:off x="5642825" y="-1124146"/>
              <a:ext cx="900000" cy="10521950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A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71BA741F-8330-9175-BB85-E6E8D878CB1F}"/>
                </a:ext>
              </a:extLst>
            </p:cNvPr>
            <p:cNvSpPr/>
            <p:nvPr userDrawn="1"/>
          </p:nvSpPr>
          <p:spPr>
            <a:xfrm rot="5400000">
              <a:off x="834502" y="3686830"/>
              <a:ext cx="900000" cy="900000"/>
            </a:xfrm>
            <a:prstGeom prst="rect">
              <a:avLst/>
            </a:prstGeom>
            <a:solidFill>
              <a:srgbClr val="203864"/>
            </a:solidFill>
            <a:ln>
              <a:solidFill>
                <a:srgbClr val="2038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A"/>
            </a:p>
          </p:txBody>
        </p:sp>
      </p:grpSp>
      <p:sp>
        <p:nvSpPr>
          <p:cNvPr id="2" name="Titre 1">
            <a:extLst>
              <a:ext uri="{FF2B5EF4-FFF2-40B4-BE49-F238E27FC236}">
                <a16:creationId xmlns:a16="http://schemas.microsoft.com/office/drawing/2014/main" id="{AEBDF881-2B87-4A64-9F9F-77C401AA79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4502" y="1709738"/>
            <a:ext cx="9612948" cy="2852737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4800">
                <a:solidFill>
                  <a:schemeClr val="bg1"/>
                </a:solidFill>
                <a:latin typeface="Visby CF" pitchFamily="50" charset="0"/>
              </a:defRPr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0367424-D776-493C-987D-ECE5A1EE12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bg2">
                    <a:lumMod val="25000"/>
                  </a:schemeClr>
                </a:solidFill>
                <a:latin typeface="Visby Slab CF Bold" panose="00000800000000000000" pitchFamily="50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3B1EB46-6A6F-4051-916B-173FABD96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A3F56-1CBF-4B71-BCF0-9D49C229BC9E}" type="datetime1">
              <a:rPr lang="fr-CA" smtClean="0"/>
              <a:t>2026-09-08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045C6CD-773E-49C9-9C0F-00A841E491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6AFFE51-28AD-499E-9A51-17A8F9ED76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62AF1F-2696-4F34-A7F3-E326E3C5B51E}" type="slidenum">
              <a:rPr lang="fr-CA" smtClean="0"/>
              <a:t>‹N°›</a:t>
            </a:fld>
            <a:endParaRPr lang="fr-CA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92A690AD-01A7-4AED-9076-FBB008D79BA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2472" r="1427"/>
          <a:stretch/>
        </p:blipFill>
        <p:spPr>
          <a:xfrm>
            <a:off x="11057862" y="6210411"/>
            <a:ext cx="654974" cy="657227"/>
          </a:xfrm>
          <a:prstGeom prst="rect">
            <a:avLst/>
          </a:prstGeom>
        </p:spPr>
      </p:pic>
      <p:sp>
        <p:nvSpPr>
          <p:cNvPr id="9" name="Espace réservé du numéro de diapositive 5">
            <a:extLst>
              <a:ext uri="{FF2B5EF4-FFF2-40B4-BE49-F238E27FC236}">
                <a16:creationId xmlns:a16="http://schemas.microsoft.com/office/drawing/2014/main" id="{F88E85E2-9F61-4B62-80C6-8FE9ECE2F8C9}"/>
              </a:ext>
            </a:extLst>
          </p:cNvPr>
          <p:cNvSpPr txBox="1">
            <a:spLocks/>
          </p:cNvSpPr>
          <p:nvPr userDrawn="1"/>
        </p:nvSpPr>
        <p:spPr>
          <a:xfrm>
            <a:off x="11664803" y="6536326"/>
            <a:ext cx="540488" cy="365125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4162AF1F-2696-4F34-A7F3-E326E3C5B51E}" type="slidenum">
              <a:rPr lang="fr-CA" sz="1400" smtClean="0">
                <a:solidFill>
                  <a:schemeClr val="accent2"/>
                </a:solidFill>
                <a:latin typeface="Visby Slab CF Bold" panose="00000800000000000000" pitchFamily="50" charset="0"/>
              </a:rPr>
              <a:pPr algn="ctr"/>
              <a:t>‹N°›</a:t>
            </a:fld>
            <a:endParaRPr lang="fr-CA" sz="1400">
              <a:solidFill>
                <a:schemeClr val="accent2"/>
              </a:solidFill>
              <a:latin typeface="Visby Slab CF Bold" panose="000008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2262312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e 6">
            <a:extLst>
              <a:ext uri="{FF2B5EF4-FFF2-40B4-BE49-F238E27FC236}">
                <a16:creationId xmlns:a16="http://schemas.microsoft.com/office/drawing/2014/main" id="{E322D8C5-A4B1-D227-6B9A-DD26950FB037}"/>
              </a:ext>
            </a:extLst>
          </p:cNvPr>
          <p:cNvGrpSpPr/>
          <p:nvPr userDrawn="1"/>
        </p:nvGrpSpPr>
        <p:grpSpPr>
          <a:xfrm>
            <a:off x="831850" y="2410691"/>
            <a:ext cx="7478137" cy="900001"/>
            <a:chOff x="831850" y="2410691"/>
            <a:chExt cx="7478137" cy="900001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3DAD92D-B154-D982-F8D5-1C42DEFAC34E}"/>
                </a:ext>
              </a:extLst>
            </p:cNvPr>
            <p:cNvSpPr/>
            <p:nvPr userDrawn="1"/>
          </p:nvSpPr>
          <p:spPr>
            <a:xfrm rot="5400000">
              <a:off x="4120919" y="-878378"/>
              <a:ext cx="900000" cy="7478137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A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71BA741F-8330-9175-BB85-E6E8D878CB1F}"/>
                </a:ext>
              </a:extLst>
            </p:cNvPr>
            <p:cNvSpPr/>
            <p:nvPr userDrawn="1"/>
          </p:nvSpPr>
          <p:spPr>
            <a:xfrm rot="5400000">
              <a:off x="834502" y="2410692"/>
              <a:ext cx="900000" cy="900000"/>
            </a:xfrm>
            <a:prstGeom prst="rect">
              <a:avLst/>
            </a:prstGeom>
            <a:solidFill>
              <a:srgbClr val="203864"/>
            </a:solidFill>
            <a:ln>
              <a:solidFill>
                <a:srgbClr val="2038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A"/>
            </a:p>
          </p:txBody>
        </p:sp>
      </p:grpSp>
      <p:sp>
        <p:nvSpPr>
          <p:cNvPr id="2" name="Titre 1">
            <a:extLst>
              <a:ext uri="{FF2B5EF4-FFF2-40B4-BE49-F238E27FC236}">
                <a16:creationId xmlns:a16="http://schemas.microsoft.com/office/drawing/2014/main" id="{AEBDF881-2B87-4A64-9F9F-77C401AA7986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1734502" y="433600"/>
            <a:ext cx="6575485" cy="2852737"/>
          </a:xfrm>
          <a:prstGeom prst="rect">
            <a:avLst/>
          </a:prstGeom>
        </p:spPr>
        <p:txBody>
          <a:bodyPr anchor="b">
            <a:normAutofit/>
          </a:bodyPr>
          <a:lstStyle>
            <a:lvl1pPr marL="180975" indent="0">
              <a:defRPr sz="4800">
                <a:solidFill>
                  <a:schemeClr val="bg1"/>
                </a:solidFill>
                <a:latin typeface="Visby CF" pitchFamily="50" charset="0"/>
              </a:defRPr>
            </a:lvl1pPr>
          </a:lstStyle>
          <a:p>
            <a:r>
              <a:rPr lang="fr-FR"/>
              <a:t>Modifiezle style du titre</a:t>
            </a:r>
            <a:endParaRPr lang="fr-CA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0367424-D776-493C-987D-ECE5A1EE120C}"/>
              </a:ext>
            </a:extLst>
          </p:cNvPr>
          <p:cNvSpPr>
            <a:spLocks noGrp="1"/>
          </p:cNvSpPr>
          <p:nvPr userDrawn="1">
            <p:ph type="body" idx="1"/>
          </p:nvPr>
        </p:nvSpPr>
        <p:spPr>
          <a:xfrm>
            <a:off x="831850" y="3313325"/>
            <a:ext cx="7478137" cy="2775976"/>
          </a:xfrm>
        </p:spPr>
        <p:txBody>
          <a:bodyPr/>
          <a:lstStyle>
            <a:lvl1pPr marL="0" indent="0">
              <a:buNone/>
              <a:defRPr sz="2400">
                <a:solidFill>
                  <a:schemeClr val="bg2">
                    <a:lumMod val="25000"/>
                  </a:schemeClr>
                </a:solidFill>
                <a:latin typeface="Visby Slab CF Bold" panose="00000800000000000000" pitchFamily="50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3B1EB46-6A6F-4051-916B-173FABD96FDE}"/>
              </a:ext>
            </a:extLst>
          </p:cNvPr>
          <p:cNvSpPr>
            <a:spLocks noGrp="1"/>
          </p:cNvSpPr>
          <p:nvPr userDrawn="1">
            <p:ph type="dt" sz="half" idx="10"/>
          </p:nvPr>
        </p:nvSpPr>
        <p:spPr/>
        <p:txBody>
          <a:bodyPr/>
          <a:lstStyle/>
          <a:p>
            <a:fld id="{C3FA3F56-1CBF-4B71-BCF0-9D49C229BC9E}" type="datetime1">
              <a:rPr lang="fr-CA" smtClean="0"/>
              <a:t>2026-09-08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045C6CD-773E-49C9-9C0F-00A841E4914D}"/>
              </a:ext>
            </a:extLst>
          </p:cNvPr>
          <p:cNvSpPr>
            <a:spLocks noGrp="1"/>
          </p:cNvSpPr>
          <p:nvPr userDrawn="1"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6AFFE51-28AD-499E-9A51-17A8F9ED76B1}"/>
              </a:ext>
            </a:extLst>
          </p:cNvPr>
          <p:cNvSpPr>
            <a:spLocks noGrp="1"/>
          </p:cNvSpPr>
          <p:nvPr userDrawn="1">
            <p:ph type="sldNum" sz="quarter" idx="12"/>
          </p:nvPr>
        </p:nvSpPr>
        <p:spPr/>
        <p:txBody>
          <a:bodyPr/>
          <a:lstStyle/>
          <a:p>
            <a:fld id="{4162AF1F-2696-4F34-A7F3-E326E3C5B51E}" type="slidenum">
              <a:rPr lang="fr-CA" smtClean="0"/>
              <a:t>‹N°›</a:t>
            </a:fld>
            <a:endParaRPr lang="fr-CA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92A690AD-01A7-4AED-9076-FBB008D79BA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2472" r="1427"/>
          <a:stretch/>
        </p:blipFill>
        <p:spPr>
          <a:xfrm>
            <a:off x="11057862" y="6210411"/>
            <a:ext cx="654974" cy="657227"/>
          </a:xfrm>
          <a:prstGeom prst="rect">
            <a:avLst/>
          </a:prstGeom>
        </p:spPr>
      </p:pic>
      <p:sp>
        <p:nvSpPr>
          <p:cNvPr id="9" name="Espace réservé du numéro de diapositive 5">
            <a:extLst>
              <a:ext uri="{FF2B5EF4-FFF2-40B4-BE49-F238E27FC236}">
                <a16:creationId xmlns:a16="http://schemas.microsoft.com/office/drawing/2014/main" id="{F88E85E2-9F61-4B62-80C6-8FE9ECE2F8C9}"/>
              </a:ext>
            </a:extLst>
          </p:cNvPr>
          <p:cNvSpPr txBox="1">
            <a:spLocks/>
          </p:cNvSpPr>
          <p:nvPr userDrawn="1"/>
        </p:nvSpPr>
        <p:spPr>
          <a:xfrm>
            <a:off x="11664803" y="6536326"/>
            <a:ext cx="540488" cy="365125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4162AF1F-2696-4F34-A7F3-E326E3C5B51E}" type="slidenum">
              <a:rPr lang="fr-CA" sz="1400" smtClean="0">
                <a:solidFill>
                  <a:schemeClr val="accent2"/>
                </a:solidFill>
                <a:latin typeface="Visby Slab CF Bold" panose="00000800000000000000" pitchFamily="50" charset="0"/>
              </a:rPr>
              <a:pPr algn="ctr"/>
              <a:t>‹N°›</a:t>
            </a:fld>
            <a:endParaRPr lang="fr-CA" sz="1400">
              <a:solidFill>
                <a:schemeClr val="accent2"/>
              </a:solidFill>
              <a:latin typeface="Visby Slab CF Bold" panose="000008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013989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D6FF520-7EBC-4D23-9027-BE7F20AC6B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459523"/>
            <a:ext cx="5181600" cy="4717440"/>
          </a:xfrm>
        </p:spPr>
        <p:txBody>
          <a:bodyPr>
            <a:normAutofit/>
          </a:bodyPr>
          <a:lstStyle>
            <a:lvl1pPr marL="228600" indent="-228600">
              <a:buClr>
                <a:srgbClr val="888B8D"/>
              </a:buClr>
              <a:buFont typeface="Wingdings" panose="05000000000000000000" pitchFamily="2" charset="2"/>
              <a:buChar char="§"/>
              <a:defRPr sz="2400">
                <a:solidFill>
                  <a:schemeClr val="bg2">
                    <a:lumMod val="10000"/>
                  </a:schemeClr>
                </a:solidFill>
              </a:defRPr>
            </a:lvl1pPr>
            <a:lvl2pPr marL="685800" indent="-228600">
              <a:buClr>
                <a:srgbClr val="888B8D"/>
              </a:buClr>
              <a:buFont typeface="Wingdings" panose="05000000000000000000" pitchFamily="2" charset="2"/>
              <a:buChar char="§"/>
              <a:defRPr sz="2000">
                <a:solidFill>
                  <a:schemeClr val="bg2">
                    <a:lumMod val="10000"/>
                  </a:schemeClr>
                </a:solidFill>
              </a:defRPr>
            </a:lvl2pPr>
            <a:lvl3pPr marL="1143000" indent="-228600">
              <a:buClr>
                <a:srgbClr val="888B8D"/>
              </a:buClr>
              <a:buFont typeface="Wingdings" panose="05000000000000000000" pitchFamily="2" charset="2"/>
              <a:buChar char="§"/>
              <a:defRPr sz="1800">
                <a:solidFill>
                  <a:schemeClr val="bg2">
                    <a:lumMod val="10000"/>
                  </a:schemeClr>
                </a:solidFill>
              </a:defRPr>
            </a:lvl3pPr>
            <a:lvl4pPr marL="1600200" indent="-228600">
              <a:buClr>
                <a:srgbClr val="888B8D"/>
              </a:buClr>
              <a:buFont typeface="Wingdings" panose="05000000000000000000" pitchFamily="2" charset="2"/>
              <a:buChar char="§"/>
              <a:defRPr sz="1600">
                <a:solidFill>
                  <a:schemeClr val="bg2">
                    <a:lumMod val="10000"/>
                  </a:schemeClr>
                </a:solidFill>
              </a:defRPr>
            </a:lvl4pPr>
            <a:lvl5pPr marL="2057400" indent="-228600">
              <a:buClr>
                <a:srgbClr val="888B8D"/>
              </a:buClr>
              <a:buFont typeface="Wingdings" panose="05000000000000000000" pitchFamily="2" charset="2"/>
              <a:buChar char="§"/>
              <a:defRPr sz="1600">
                <a:solidFill>
                  <a:schemeClr val="bg2">
                    <a:lumMod val="10000"/>
                  </a:schemeClr>
                </a:solidFill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10F1508B-6CF9-436F-AE7F-373AE84289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459523"/>
            <a:ext cx="5181600" cy="4717440"/>
          </a:xfrm>
        </p:spPr>
        <p:txBody>
          <a:bodyPr>
            <a:normAutofit/>
          </a:bodyPr>
          <a:lstStyle>
            <a:lvl1pPr marL="228600" indent="-228600">
              <a:buClr>
                <a:srgbClr val="888B8D"/>
              </a:buClr>
              <a:buFont typeface="Wingdings" panose="05000000000000000000" pitchFamily="2" charset="2"/>
              <a:buChar char="§"/>
              <a:defRPr sz="2400">
                <a:solidFill>
                  <a:schemeClr val="bg2">
                    <a:lumMod val="10000"/>
                  </a:schemeClr>
                </a:solidFill>
              </a:defRPr>
            </a:lvl1pPr>
            <a:lvl2pPr marL="685800" indent="-228600">
              <a:buClr>
                <a:srgbClr val="888B8D"/>
              </a:buClr>
              <a:buFont typeface="Wingdings" panose="05000000000000000000" pitchFamily="2" charset="2"/>
              <a:buChar char="§"/>
              <a:defRPr sz="2000">
                <a:solidFill>
                  <a:schemeClr val="bg2">
                    <a:lumMod val="10000"/>
                  </a:schemeClr>
                </a:solidFill>
              </a:defRPr>
            </a:lvl2pPr>
            <a:lvl3pPr marL="1143000" indent="-228600">
              <a:buClr>
                <a:srgbClr val="888B8D"/>
              </a:buClr>
              <a:buFont typeface="Wingdings" panose="05000000000000000000" pitchFamily="2" charset="2"/>
              <a:buChar char="§"/>
              <a:defRPr sz="1800">
                <a:solidFill>
                  <a:schemeClr val="bg2">
                    <a:lumMod val="10000"/>
                  </a:schemeClr>
                </a:solidFill>
              </a:defRPr>
            </a:lvl3pPr>
            <a:lvl4pPr marL="1600200" indent="-228600">
              <a:buClr>
                <a:srgbClr val="888B8D"/>
              </a:buClr>
              <a:buFont typeface="Wingdings" panose="05000000000000000000" pitchFamily="2" charset="2"/>
              <a:buChar char="§"/>
              <a:defRPr sz="1600">
                <a:solidFill>
                  <a:schemeClr val="bg2">
                    <a:lumMod val="10000"/>
                  </a:schemeClr>
                </a:solidFill>
              </a:defRPr>
            </a:lvl4pPr>
            <a:lvl5pPr marL="2057400" indent="-228600">
              <a:buClr>
                <a:srgbClr val="888B8D"/>
              </a:buClr>
              <a:buFont typeface="Wingdings" panose="05000000000000000000" pitchFamily="2" charset="2"/>
              <a:buChar char="§"/>
              <a:defRPr sz="1600">
                <a:solidFill>
                  <a:schemeClr val="bg2">
                    <a:lumMod val="10000"/>
                  </a:schemeClr>
                </a:solidFill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8" name="Titre 1">
            <a:extLst>
              <a:ext uri="{FF2B5EF4-FFF2-40B4-BE49-F238E27FC236}">
                <a16:creationId xmlns:a16="http://schemas.microsoft.com/office/drawing/2014/main" id="{1D1BB8EB-77F7-0447-0817-CCF477C778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88022" y="0"/>
            <a:ext cx="11303977" cy="889920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>
            <a:normAutofit/>
          </a:bodyPr>
          <a:lstStyle>
            <a:lvl1pPr>
              <a:tabLst>
                <a:tab pos="320040" algn="l"/>
              </a:tabLst>
              <a:defRPr lang="fr-CA" sz="3200" kern="1200" noProof="0">
                <a:solidFill>
                  <a:schemeClr val="bg1"/>
                </a:solidFill>
                <a:latin typeface="Visby Slab CF Bold" panose="00000800000000000000" pitchFamily="50" charset="0"/>
                <a:ea typeface="+mj-ea"/>
                <a:cs typeface="+mj-cs"/>
              </a:defRPr>
            </a:lvl1pPr>
          </a:lstStyle>
          <a:p>
            <a:r>
              <a:rPr lang="fr-CA" noProof="0"/>
              <a:t>	Click to </a:t>
            </a:r>
            <a:r>
              <a:rPr lang="fr-CA" noProof="0" err="1"/>
              <a:t>edit</a:t>
            </a:r>
            <a:r>
              <a:rPr lang="fr-CA" noProof="0"/>
              <a:t> </a:t>
            </a:r>
            <a:r>
              <a:rPr lang="fr-CA" noProof="0" err="1"/>
              <a:t>title</a:t>
            </a:r>
            <a:r>
              <a:rPr lang="fr-CA" noProof="0"/>
              <a:t> style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F337692-CA06-8A6E-800A-88C2CB7BA118}"/>
              </a:ext>
            </a:extLst>
          </p:cNvPr>
          <p:cNvSpPr/>
          <p:nvPr userDrawn="1"/>
        </p:nvSpPr>
        <p:spPr>
          <a:xfrm>
            <a:off x="0" y="0"/>
            <a:ext cx="888023" cy="889200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831574210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D6FF520-7EBC-4D23-9027-BE7F20AC6B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459523"/>
            <a:ext cx="5181600" cy="4717440"/>
          </a:xfrm>
        </p:spPr>
        <p:txBody>
          <a:bodyPr>
            <a:normAutofit/>
          </a:bodyPr>
          <a:lstStyle>
            <a:lvl1pPr marL="228600" indent="-228600">
              <a:buClr>
                <a:srgbClr val="888B8D"/>
              </a:buClr>
              <a:buFont typeface="Wingdings" panose="05000000000000000000" pitchFamily="2" charset="2"/>
              <a:buChar char="§"/>
              <a:defRPr sz="2400">
                <a:solidFill>
                  <a:schemeClr val="bg2">
                    <a:lumMod val="10000"/>
                  </a:schemeClr>
                </a:solidFill>
              </a:defRPr>
            </a:lvl1pPr>
            <a:lvl2pPr marL="685800" indent="-228600">
              <a:buClr>
                <a:srgbClr val="888B8D"/>
              </a:buClr>
              <a:buFont typeface="Wingdings" panose="05000000000000000000" pitchFamily="2" charset="2"/>
              <a:buChar char="§"/>
              <a:defRPr sz="2000">
                <a:solidFill>
                  <a:schemeClr val="bg2">
                    <a:lumMod val="10000"/>
                  </a:schemeClr>
                </a:solidFill>
              </a:defRPr>
            </a:lvl2pPr>
            <a:lvl3pPr marL="1143000" indent="-228600">
              <a:buClr>
                <a:srgbClr val="888B8D"/>
              </a:buClr>
              <a:buFont typeface="Wingdings" panose="05000000000000000000" pitchFamily="2" charset="2"/>
              <a:buChar char="§"/>
              <a:defRPr sz="1800">
                <a:solidFill>
                  <a:schemeClr val="bg2">
                    <a:lumMod val="10000"/>
                  </a:schemeClr>
                </a:solidFill>
              </a:defRPr>
            </a:lvl3pPr>
            <a:lvl4pPr marL="1600200" indent="-228600">
              <a:buClr>
                <a:srgbClr val="888B8D"/>
              </a:buClr>
              <a:buFont typeface="Wingdings" panose="05000000000000000000" pitchFamily="2" charset="2"/>
              <a:buChar char="§"/>
              <a:defRPr sz="1600">
                <a:solidFill>
                  <a:schemeClr val="bg2">
                    <a:lumMod val="10000"/>
                  </a:schemeClr>
                </a:solidFill>
              </a:defRPr>
            </a:lvl4pPr>
            <a:lvl5pPr marL="2057400" indent="-228600">
              <a:buClr>
                <a:srgbClr val="888B8D"/>
              </a:buClr>
              <a:buFont typeface="Wingdings" panose="05000000000000000000" pitchFamily="2" charset="2"/>
              <a:buChar char="§"/>
              <a:defRPr sz="1600">
                <a:solidFill>
                  <a:schemeClr val="bg2">
                    <a:lumMod val="10000"/>
                  </a:schemeClr>
                </a:solidFill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10F1508B-6CF9-436F-AE7F-373AE84289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459523"/>
            <a:ext cx="5181600" cy="4717440"/>
          </a:xfrm>
        </p:spPr>
        <p:txBody>
          <a:bodyPr>
            <a:normAutofit/>
          </a:bodyPr>
          <a:lstStyle>
            <a:lvl1pPr marL="228600" indent="-228600">
              <a:buClr>
                <a:srgbClr val="888B8D"/>
              </a:buClr>
              <a:buFont typeface="Wingdings" panose="05000000000000000000" pitchFamily="2" charset="2"/>
              <a:buChar char="§"/>
              <a:defRPr sz="2400">
                <a:solidFill>
                  <a:schemeClr val="bg2">
                    <a:lumMod val="10000"/>
                  </a:schemeClr>
                </a:solidFill>
              </a:defRPr>
            </a:lvl1pPr>
            <a:lvl2pPr marL="685800" indent="-228600">
              <a:buClr>
                <a:srgbClr val="888B8D"/>
              </a:buClr>
              <a:buFont typeface="Wingdings" panose="05000000000000000000" pitchFamily="2" charset="2"/>
              <a:buChar char="§"/>
              <a:defRPr sz="2000">
                <a:solidFill>
                  <a:schemeClr val="bg2">
                    <a:lumMod val="10000"/>
                  </a:schemeClr>
                </a:solidFill>
              </a:defRPr>
            </a:lvl2pPr>
            <a:lvl3pPr marL="1143000" indent="-228600">
              <a:buClr>
                <a:srgbClr val="888B8D"/>
              </a:buClr>
              <a:buFont typeface="Wingdings" panose="05000000000000000000" pitchFamily="2" charset="2"/>
              <a:buChar char="§"/>
              <a:defRPr sz="1800">
                <a:solidFill>
                  <a:schemeClr val="bg2">
                    <a:lumMod val="10000"/>
                  </a:schemeClr>
                </a:solidFill>
              </a:defRPr>
            </a:lvl3pPr>
            <a:lvl4pPr marL="1600200" indent="-228600">
              <a:buClr>
                <a:srgbClr val="888B8D"/>
              </a:buClr>
              <a:buFont typeface="Wingdings" panose="05000000000000000000" pitchFamily="2" charset="2"/>
              <a:buChar char="§"/>
              <a:defRPr sz="1600">
                <a:solidFill>
                  <a:schemeClr val="bg2">
                    <a:lumMod val="10000"/>
                  </a:schemeClr>
                </a:solidFill>
              </a:defRPr>
            </a:lvl4pPr>
            <a:lvl5pPr marL="2057400" indent="-228600">
              <a:buClr>
                <a:srgbClr val="888B8D"/>
              </a:buClr>
              <a:buFont typeface="Wingdings" panose="05000000000000000000" pitchFamily="2" charset="2"/>
              <a:buChar char="§"/>
              <a:defRPr sz="1600">
                <a:solidFill>
                  <a:schemeClr val="bg2">
                    <a:lumMod val="10000"/>
                  </a:schemeClr>
                </a:solidFill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8" name="Titre 1">
            <a:extLst>
              <a:ext uri="{FF2B5EF4-FFF2-40B4-BE49-F238E27FC236}">
                <a16:creationId xmlns:a16="http://schemas.microsoft.com/office/drawing/2014/main" id="{1D1BB8EB-77F7-0447-0817-CCF477C778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88022" y="0"/>
            <a:ext cx="11303977" cy="889920"/>
          </a:xfrm>
          <a:prstGeom prst="rect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txBody>
          <a:bodyPr>
            <a:normAutofit/>
          </a:bodyPr>
          <a:lstStyle>
            <a:lvl1pPr>
              <a:tabLst>
                <a:tab pos="320040" algn="l"/>
              </a:tabLst>
              <a:defRPr lang="fr-CA" sz="3200" kern="1200" noProof="0">
                <a:solidFill>
                  <a:schemeClr val="bg1"/>
                </a:solidFill>
                <a:latin typeface="Visby Slab CF Bold" panose="00000800000000000000" pitchFamily="50" charset="0"/>
                <a:ea typeface="+mj-ea"/>
                <a:cs typeface="+mj-cs"/>
              </a:defRPr>
            </a:lvl1pPr>
          </a:lstStyle>
          <a:p>
            <a:r>
              <a:rPr lang="fr-CA" noProof="0"/>
              <a:t>Click to </a:t>
            </a:r>
            <a:r>
              <a:rPr lang="fr-CA" noProof="0" err="1"/>
              <a:t>edit</a:t>
            </a:r>
            <a:r>
              <a:rPr lang="fr-CA" noProof="0"/>
              <a:t> </a:t>
            </a:r>
            <a:r>
              <a:rPr lang="fr-CA" noProof="0" err="1"/>
              <a:t>title</a:t>
            </a:r>
            <a:r>
              <a:rPr lang="fr-CA" noProof="0"/>
              <a:t> style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F337692-CA06-8A6E-800A-88C2CB7BA118}"/>
              </a:ext>
            </a:extLst>
          </p:cNvPr>
          <p:cNvSpPr/>
          <p:nvPr userDrawn="1"/>
        </p:nvSpPr>
        <p:spPr>
          <a:xfrm>
            <a:off x="0" y="0"/>
            <a:ext cx="888023" cy="889200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386406655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4E47C7D-ED3A-4278-A72A-48345246A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  <a:latin typeface="Visby Slab CF Bold" panose="00000800000000000000" pitchFamily="50" charset="0"/>
              </a:defRPr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0E886C2-319B-46B8-AEEA-C66D91E93C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857375"/>
            <a:ext cx="5157787" cy="647700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000" b="1">
                <a:solidFill>
                  <a:schemeClr val="accent4"/>
                </a:solidFill>
                <a:latin typeface="Visby Slab CF Bold" panose="00000800000000000000" pitchFamily="50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D9913E5C-7FCE-4545-9F38-F46AC53B5A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>
            <a:normAutofit/>
          </a:bodyPr>
          <a:lstStyle>
            <a:lvl1pPr marL="228600" indent="-228600">
              <a:buClr>
                <a:srgbClr val="888B8D"/>
              </a:buClr>
              <a:buFont typeface="Wingdings" panose="05000000000000000000" pitchFamily="2" charset="2"/>
              <a:buChar char="§"/>
              <a:defRPr sz="2400">
                <a:solidFill>
                  <a:schemeClr val="bg2">
                    <a:lumMod val="10000"/>
                  </a:schemeClr>
                </a:solidFill>
              </a:defRPr>
            </a:lvl1pPr>
            <a:lvl2pPr marL="685800" indent="-228600">
              <a:buClr>
                <a:srgbClr val="888B8D"/>
              </a:buClr>
              <a:buFont typeface="Wingdings" panose="05000000000000000000" pitchFamily="2" charset="2"/>
              <a:buChar char="§"/>
              <a:defRPr sz="2000">
                <a:solidFill>
                  <a:schemeClr val="bg2">
                    <a:lumMod val="10000"/>
                  </a:schemeClr>
                </a:solidFill>
              </a:defRPr>
            </a:lvl2pPr>
            <a:lvl3pPr marL="1143000" indent="-228600">
              <a:buClr>
                <a:srgbClr val="888B8D"/>
              </a:buClr>
              <a:buFont typeface="Wingdings" panose="05000000000000000000" pitchFamily="2" charset="2"/>
              <a:buChar char="§"/>
              <a:defRPr sz="1800">
                <a:solidFill>
                  <a:schemeClr val="bg2">
                    <a:lumMod val="10000"/>
                  </a:schemeClr>
                </a:solidFill>
              </a:defRPr>
            </a:lvl3pPr>
            <a:lvl4pPr marL="1600200" indent="-228600">
              <a:buClr>
                <a:srgbClr val="888B8D"/>
              </a:buClr>
              <a:buFont typeface="Wingdings" panose="05000000000000000000" pitchFamily="2" charset="2"/>
              <a:buChar char="§"/>
              <a:defRPr sz="1600">
                <a:solidFill>
                  <a:schemeClr val="bg2">
                    <a:lumMod val="10000"/>
                  </a:schemeClr>
                </a:solidFill>
              </a:defRPr>
            </a:lvl4pPr>
            <a:lvl5pPr marL="2057400" indent="-228600">
              <a:buClr>
                <a:srgbClr val="888B8D"/>
              </a:buClr>
              <a:buFont typeface="Wingdings" panose="05000000000000000000" pitchFamily="2" charset="2"/>
              <a:buChar char="§"/>
              <a:defRPr sz="1600">
                <a:solidFill>
                  <a:schemeClr val="bg2">
                    <a:lumMod val="10000"/>
                  </a:schemeClr>
                </a:solidFill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D37AAED7-E9B6-48F2-A2E0-FEC8023F89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857375"/>
            <a:ext cx="5183188" cy="647700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000" b="1">
                <a:solidFill>
                  <a:schemeClr val="accent4"/>
                </a:solidFill>
                <a:latin typeface="Visby Slab CF Bold" panose="00000800000000000000" pitchFamily="50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4ADA2E83-D189-4767-ADCE-540349D0EFF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>
            <a:normAutofit/>
          </a:bodyPr>
          <a:lstStyle>
            <a:lvl1pPr marL="228600" indent="-228600">
              <a:buClr>
                <a:srgbClr val="888B8D"/>
              </a:buClr>
              <a:buFont typeface="Wingdings" panose="05000000000000000000" pitchFamily="2" charset="2"/>
              <a:buChar char="§"/>
              <a:defRPr sz="2400">
                <a:solidFill>
                  <a:schemeClr val="bg2">
                    <a:lumMod val="10000"/>
                  </a:schemeClr>
                </a:solidFill>
              </a:defRPr>
            </a:lvl1pPr>
            <a:lvl2pPr marL="685800" indent="-228600">
              <a:buClr>
                <a:srgbClr val="888B8D"/>
              </a:buClr>
              <a:buFont typeface="Wingdings" panose="05000000000000000000" pitchFamily="2" charset="2"/>
              <a:buChar char="§"/>
              <a:defRPr sz="2000">
                <a:solidFill>
                  <a:schemeClr val="bg2">
                    <a:lumMod val="10000"/>
                  </a:schemeClr>
                </a:solidFill>
              </a:defRPr>
            </a:lvl2pPr>
            <a:lvl3pPr marL="1143000" indent="-228600">
              <a:buClr>
                <a:srgbClr val="888B8D"/>
              </a:buClr>
              <a:buFont typeface="Wingdings" panose="05000000000000000000" pitchFamily="2" charset="2"/>
              <a:buChar char="§"/>
              <a:defRPr sz="1800">
                <a:solidFill>
                  <a:schemeClr val="bg2">
                    <a:lumMod val="10000"/>
                  </a:schemeClr>
                </a:solidFill>
              </a:defRPr>
            </a:lvl3pPr>
            <a:lvl4pPr marL="1600200" indent="-228600">
              <a:buClr>
                <a:srgbClr val="888B8D"/>
              </a:buClr>
              <a:buFont typeface="Wingdings" panose="05000000000000000000" pitchFamily="2" charset="2"/>
              <a:buChar char="§"/>
              <a:defRPr sz="1600">
                <a:solidFill>
                  <a:schemeClr val="bg2">
                    <a:lumMod val="10000"/>
                  </a:schemeClr>
                </a:solidFill>
              </a:defRPr>
            </a:lvl4pPr>
            <a:lvl5pPr marL="2057400" indent="-228600">
              <a:buClr>
                <a:srgbClr val="888B8D"/>
              </a:buClr>
              <a:buFont typeface="Wingdings" panose="05000000000000000000" pitchFamily="2" charset="2"/>
              <a:buChar char="§"/>
              <a:defRPr sz="1600">
                <a:solidFill>
                  <a:schemeClr val="bg2">
                    <a:lumMod val="10000"/>
                  </a:schemeClr>
                </a:solidFill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75C8475E-69CC-4760-BC4D-744440FA26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29ED92-C0A7-4E10-8DD3-6743B6F44C7B}" type="datetime1">
              <a:rPr lang="fr-CA" smtClean="0"/>
              <a:t>2026-09-08</a:t>
            </a:fld>
            <a:endParaRPr lang="fr-CA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68F30160-070B-4EFD-9E9E-BC0F83F6A7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2F012686-7446-4AAB-A356-87A58A8AB0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62AF1F-2696-4F34-A7F3-E326E3C5B51E}" type="slidenum">
              <a:rPr lang="fr-CA" smtClean="0"/>
              <a:t>‹N°›</a:t>
            </a:fld>
            <a:endParaRPr lang="fr-CA"/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EED67E66-1270-42BB-90A8-FC65102E805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2472" r="1427"/>
          <a:stretch/>
        </p:blipFill>
        <p:spPr>
          <a:xfrm>
            <a:off x="11057862" y="6210411"/>
            <a:ext cx="654974" cy="657227"/>
          </a:xfrm>
          <a:prstGeom prst="rect">
            <a:avLst/>
          </a:prstGeom>
        </p:spPr>
      </p:pic>
      <p:grpSp>
        <p:nvGrpSpPr>
          <p:cNvPr id="13" name="Groupe 12">
            <a:extLst>
              <a:ext uri="{FF2B5EF4-FFF2-40B4-BE49-F238E27FC236}">
                <a16:creationId xmlns:a16="http://schemas.microsoft.com/office/drawing/2014/main" id="{3AC88339-9552-A25D-2921-A87AA4DFDD4B}"/>
              </a:ext>
            </a:extLst>
          </p:cNvPr>
          <p:cNvGrpSpPr/>
          <p:nvPr userDrawn="1"/>
        </p:nvGrpSpPr>
        <p:grpSpPr>
          <a:xfrm>
            <a:off x="838200" y="1709553"/>
            <a:ext cx="10533184" cy="108000"/>
            <a:chOff x="838200" y="1709553"/>
            <a:chExt cx="10533184" cy="10800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0CF4B4C-BFD0-8C2A-2386-F412098246A6}"/>
                </a:ext>
              </a:extLst>
            </p:cNvPr>
            <p:cNvSpPr/>
            <p:nvPr userDrawn="1"/>
          </p:nvSpPr>
          <p:spPr>
            <a:xfrm>
              <a:off x="838200" y="1709553"/>
              <a:ext cx="10533184" cy="108000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A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2B810E8-6C17-FB8B-D457-5256556C269D}"/>
                </a:ext>
              </a:extLst>
            </p:cNvPr>
            <p:cNvSpPr/>
            <p:nvPr userDrawn="1"/>
          </p:nvSpPr>
          <p:spPr>
            <a:xfrm>
              <a:off x="838200" y="1709553"/>
              <a:ext cx="108000" cy="108000"/>
            </a:xfrm>
            <a:prstGeom prst="rect">
              <a:avLst/>
            </a:prstGeom>
            <a:solidFill>
              <a:srgbClr val="203864"/>
            </a:solidFill>
            <a:ln>
              <a:solidFill>
                <a:srgbClr val="2038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A"/>
            </a:p>
          </p:txBody>
        </p:sp>
      </p:grpSp>
      <p:sp>
        <p:nvSpPr>
          <p:cNvPr id="16" name="Espace réservé du numéro de diapositive 5">
            <a:extLst>
              <a:ext uri="{FF2B5EF4-FFF2-40B4-BE49-F238E27FC236}">
                <a16:creationId xmlns:a16="http://schemas.microsoft.com/office/drawing/2014/main" id="{5D05A552-4479-6999-0E35-5C8EE1CCB186}"/>
              </a:ext>
            </a:extLst>
          </p:cNvPr>
          <p:cNvSpPr txBox="1">
            <a:spLocks/>
          </p:cNvSpPr>
          <p:nvPr userDrawn="1"/>
        </p:nvSpPr>
        <p:spPr>
          <a:xfrm>
            <a:off x="11664803" y="6536326"/>
            <a:ext cx="540488" cy="365125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4162AF1F-2696-4F34-A7F3-E326E3C5B51E}" type="slidenum">
              <a:rPr lang="fr-CA" sz="1400" smtClean="0">
                <a:solidFill>
                  <a:schemeClr val="accent2"/>
                </a:solidFill>
                <a:latin typeface="Visby Slab CF Bold" panose="00000800000000000000" pitchFamily="50" charset="0"/>
              </a:rPr>
              <a:pPr algn="ctr"/>
              <a:t>‹N°›</a:t>
            </a:fld>
            <a:endParaRPr lang="fr-CA" sz="1400">
              <a:solidFill>
                <a:schemeClr val="accent2"/>
              </a:solidFill>
              <a:latin typeface="Visby Slab CF Bold" panose="000008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8225375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E54DEB8-4F5E-4AAE-A758-E30BDC47F4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  <a:latin typeface="Visby Slab CF Bold" panose="00000800000000000000" pitchFamily="50" charset="0"/>
              </a:defRPr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EA14BE86-3DA4-4ACC-9F51-02FE94A7B4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1101E-C5D6-48CB-B6D1-4E1641070EEB}" type="datetime1">
              <a:rPr lang="fr-CA" smtClean="0"/>
              <a:t>2026-09-08</a:t>
            </a:fld>
            <a:endParaRPr lang="fr-CA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57E88ACB-9530-4D5B-BB1B-4CA0A7E92C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775DFD6-489D-42B5-9D6F-592A6E5D9E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62AF1F-2696-4F34-A7F3-E326E3C5B51E}" type="slidenum">
              <a:rPr lang="fr-CA" smtClean="0"/>
              <a:t>‹N°›</a:t>
            </a:fld>
            <a:endParaRPr lang="fr-CA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9C9CBCD-40E8-4EE8-B41F-8CB8DDB16B8C}"/>
              </a:ext>
            </a:extLst>
          </p:cNvPr>
          <p:cNvSpPr/>
          <p:nvPr userDrawn="1"/>
        </p:nvSpPr>
        <p:spPr>
          <a:xfrm>
            <a:off x="8527312" y="6517758"/>
            <a:ext cx="3664688" cy="340242"/>
          </a:xfrm>
          <a:prstGeom prst="rect">
            <a:avLst/>
          </a:prstGeom>
          <a:solidFill>
            <a:srgbClr val="888B8D"/>
          </a:solidFill>
          <a:ln>
            <a:solidFill>
              <a:srgbClr val="888B8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6A7B8A08-0129-4753-B49F-46CD5D78F6E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2472" r="1427"/>
          <a:stretch/>
        </p:blipFill>
        <p:spPr>
          <a:xfrm>
            <a:off x="11057862" y="6210411"/>
            <a:ext cx="654974" cy="657227"/>
          </a:xfrm>
          <a:prstGeom prst="rect">
            <a:avLst/>
          </a:prstGeom>
        </p:spPr>
      </p:pic>
      <p:sp>
        <p:nvSpPr>
          <p:cNvPr id="8" name="Espace réservé du numéro de diapositive 5">
            <a:extLst>
              <a:ext uri="{FF2B5EF4-FFF2-40B4-BE49-F238E27FC236}">
                <a16:creationId xmlns:a16="http://schemas.microsoft.com/office/drawing/2014/main" id="{DAA6D7D7-2752-44C8-B867-BB292699DEEC}"/>
              </a:ext>
            </a:extLst>
          </p:cNvPr>
          <p:cNvSpPr txBox="1">
            <a:spLocks/>
          </p:cNvSpPr>
          <p:nvPr userDrawn="1"/>
        </p:nvSpPr>
        <p:spPr>
          <a:xfrm>
            <a:off x="11664803" y="6536326"/>
            <a:ext cx="540488" cy="365125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4162AF1F-2696-4F34-A7F3-E326E3C5B51E}" type="slidenum">
              <a:rPr lang="fr-CA" sz="1200" smtClean="0">
                <a:solidFill>
                  <a:schemeClr val="tx2"/>
                </a:solidFill>
                <a:latin typeface="Visby CF" pitchFamily="50" charset="0"/>
              </a:rPr>
              <a:pPr algn="ctr"/>
              <a:t>‹N°›</a:t>
            </a:fld>
            <a:endParaRPr lang="fr-CA" sz="1200">
              <a:solidFill>
                <a:schemeClr val="tx2"/>
              </a:solidFill>
              <a:latin typeface="Visby CF" pitchFamily="50" charset="0"/>
            </a:endParaRPr>
          </a:p>
        </p:txBody>
      </p:sp>
      <p:grpSp>
        <p:nvGrpSpPr>
          <p:cNvPr id="9" name="Groupe 8">
            <a:extLst>
              <a:ext uri="{FF2B5EF4-FFF2-40B4-BE49-F238E27FC236}">
                <a16:creationId xmlns:a16="http://schemas.microsoft.com/office/drawing/2014/main" id="{224B0C09-CC67-AFAA-5567-2D88140A4C21}"/>
              </a:ext>
            </a:extLst>
          </p:cNvPr>
          <p:cNvGrpSpPr/>
          <p:nvPr userDrawn="1"/>
        </p:nvGrpSpPr>
        <p:grpSpPr>
          <a:xfrm>
            <a:off x="838200" y="1709553"/>
            <a:ext cx="10533184" cy="108000"/>
            <a:chOff x="838200" y="1709553"/>
            <a:chExt cx="10533184" cy="10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A474C50-6FC7-1299-7A01-369B3B568D86}"/>
                </a:ext>
              </a:extLst>
            </p:cNvPr>
            <p:cNvSpPr/>
            <p:nvPr userDrawn="1"/>
          </p:nvSpPr>
          <p:spPr>
            <a:xfrm>
              <a:off x="838200" y="1709553"/>
              <a:ext cx="10533184" cy="108000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A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C0B80BA3-3EC3-7880-F6B1-940ABD8A8019}"/>
                </a:ext>
              </a:extLst>
            </p:cNvPr>
            <p:cNvSpPr/>
            <p:nvPr userDrawn="1"/>
          </p:nvSpPr>
          <p:spPr>
            <a:xfrm>
              <a:off x="838200" y="1709553"/>
              <a:ext cx="108000" cy="108000"/>
            </a:xfrm>
            <a:prstGeom prst="rect">
              <a:avLst/>
            </a:prstGeom>
            <a:solidFill>
              <a:srgbClr val="203864"/>
            </a:solidFill>
            <a:ln>
              <a:solidFill>
                <a:srgbClr val="2038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A"/>
            </a:p>
          </p:txBody>
        </p:sp>
      </p:grpSp>
    </p:spTree>
    <p:extLst>
      <p:ext uri="{BB962C8B-B14F-4D97-AF65-F5344CB8AC3E}">
        <p14:creationId xmlns:p14="http://schemas.microsoft.com/office/powerpoint/2010/main" val="1243398241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3BB2C9CB-2066-4279-A68C-D7E978D80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D5BF6-20CC-48B5-A010-8238257C1994}" type="datetime1">
              <a:rPr lang="fr-CA" smtClean="0"/>
              <a:t>2026-09-08</a:t>
            </a:fld>
            <a:endParaRPr lang="fr-CA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801F4E27-6958-4070-AA66-9A182D7988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D2A506C-C42C-491E-9BF5-093EF3AC5B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62AF1F-2696-4F34-A7F3-E326E3C5B51E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87067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7F51677-42BF-4FC2-8CE3-7E864674DB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>
                <a:solidFill>
                  <a:schemeClr val="tx2"/>
                </a:solidFill>
                <a:latin typeface="Visby Slab CF Bold" panose="00000800000000000000" pitchFamily="50" charset="0"/>
              </a:defRPr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18D88F3-8BDC-4C17-8D4A-8F4C884C41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01E9FF7B-CFD3-4931-97F0-F095DB122E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DC5A066-9CAF-4775-A347-FFE32DA2A5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B9842-C8FA-4217-AC08-028192B15B24}" type="datetime1">
              <a:rPr lang="fr-CA" smtClean="0"/>
              <a:t>2026-09-08</a:t>
            </a:fld>
            <a:endParaRPr lang="fr-CA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C62906C-320F-4B5D-9C84-4F2B8ACBF8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5BA4ADDC-7251-4089-BAF1-3A0B93DD70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62AF1F-2696-4F34-A7F3-E326E3C5B51E}" type="slidenum">
              <a:rPr lang="fr-CA" smtClean="0"/>
              <a:t>‹N°›</a:t>
            </a:fld>
            <a:endParaRPr lang="fr-CA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B4DDD5A-DEA7-4CD1-8D7A-AF3A6B240B1C}"/>
              </a:ext>
            </a:extLst>
          </p:cNvPr>
          <p:cNvSpPr/>
          <p:nvPr userDrawn="1"/>
        </p:nvSpPr>
        <p:spPr>
          <a:xfrm>
            <a:off x="8527312" y="6517758"/>
            <a:ext cx="3664688" cy="340242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AD89B3DA-2FAE-490D-A4FC-F4E4E1FC589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2472" r="1427"/>
          <a:stretch/>
        </p:blipFill>
        <p:spPr>
          <a:xfrm>
            <a:off x="11057862" y="6210411"/>
            <a:ext cx="654974" cy="657227"/>
          </a:xfrm>
          <a:prstGeom prst="rect">
            <a:avLst/>
          </a:prstGeom>
        </p:spPr>
      </p:pic>
      <p:sp>
        <p:nvSpPr>
          <p:cNvPr id="10" name="Espace réservé du numéro de diapositive 5">
            <a:extLst>
              <a:ext uri="{FF2B5EF4-FFF2-40B4-BE49-F238E27FC236}">
                <a16:creationId xmlns:a16="http://schemas.microsoft.com/office/drawing/2014/main" id="{54C9F896-D6A0-4997-A045-99EB2D4FA30C}"/>
              </a:ext>
            </a:extLst>
          </p:cNvPr>
          <p:cNvSpPr txBox="1">
            <a:spLocks/>
          </p:cNvSpPr>
          <p:nvPr userDrawn="1"/>
        </p:nvSpPr>
        <p:spPr>
          <a:xfrm>
            <a:off x="11664803" y="6536326"/>
            <a:ext cx="540488" cy="365125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4162AF1F-2696-4F34-A7F3-E326E3C5B51E}" type="slidenum">
              <a:rPr lang="fr-CA" sz="1200" smtClean="0">
                <a:solidFill>
                  <a:srgbClr val="003C71"/>
                </a:solidFill>
                <a:latin typeface="Arial Rounded MT Bold" panose="020F0704030504030204" pitchFamily="34" charset="0"/>
              </a:rPr>
              <a:pPr algn="ctr"/>
              <a:t>‹N°›</a:t>
            </a:fld>
            <a:endParaRPr lang="fr-CA" sz="1200">
              <a:solidFill>
                <a:srgbClr val="003C71"/>
              </a:solidFill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6408357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C49ECDF-A604-443E-8A4F-EA05FFF6F8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>
                <a:solidFill>
                  <a:schemeClr val="tx2"/>
                </a:solidFill>
                <a:latin typeface="Visby Slab CF Bold" panose="00000800000000000000" pitchFamily="50" charset="0"/>
              </a:defRPr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E346E8B3-AC30-4A96-91CA-2F947804783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CA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A9FEFE5B-5101-4D36-9F68-ECDECB2D20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877E3281-5E78-4495-93B6-1C292584C2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CB3C4-D721-4A49-A7A3-5AED191ECCD4}" type="datetime1">
              <a:rPr lang="fr-CA" smtClean="0"/>
              <a:t>2026-09-08</a:t>
            </a:fld>
            <a:endParaRPr lang="fr-CA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16C1F57-F6DF-4568-B538-E078670040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456E195-F0F6-4CCC-AF5E-D024B7D3D7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62AF1F-2696-4F34-A7F3-E326E3C5B51E}" type="slidenum">
              <a:rPr lang="fr-CA" smtClean="0"/>
              <a:t>‹N°›</a:t>
            </a:fld>
            <a:endParaRPr lang="fr-CA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56C7529-1657-4E25-B7AA-C3903B6AE45F}"/>
              </a:ext>
            </a:extLst>
          </p:cNvPr>
          <p:cNvSpPr/>
          <p:nvPr userDrawn="1"/>
        </p:nvSpPr>
        <p:spPr>
          <a:xfrm>
            <a:off x="8527312" y="6517758"/>
            <a:ext cx="3664688" cy="340242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C01413F5-9437-488A-B736-A631EF2529A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2472" r="1427"/>
          <a:stretch/>
        </p:blipFill>
        <p:spPr>
          <a:xfrm>
            <a:off x="11057862" y="6210411"/>
            <a:ext cx="654974" cy="657227"/>
          </a:xfrm>
          <a:prstGeom prst="rect">
            <a:avLst/>
          </a:prstGeom>
        </p:spPr>
      </p:pic>
      <p:sp>
        <p:nvSpPr>
          <p:cNvPr id="10" name="Espace réservé du numéro de diapositive 5">
            <a:extLst>
              <a:ext uri="{FF2B5EF4-FFF2-40B4-BE49-F238E27FC236}">
                <a16:creationId xmlns:a16="http://schemas.microsoft.com/office/drawing/2014/main" id="{C5FB3474-7D12-4CF4-9943-98EE47AE6F85}"/>
              </a:ext>
            </a:extLst>
          </p:cNvPr>
          <p:cNvSpPr txBox="1">
            <a:spLocks/>
          </p:cNvSpPr>
          <p:nvPr userDrawn="1"/>
        </p:nvSpPr>
        <p:spPr>
          <a:xfrm>
            <a:off x="11664803" y="6536326"/>
            <a:ext cx="540488" cy="365125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4162AF1F-2696-4F34-A7F3-E326E3C5B51E}" type="slidenum">
              <a:rPr lang="fr-CA" sz="1200" smtClean="0">
                <a:solidFill>
                  <a:srgbClr val="003C71"/>
                </a:solidFill>
                <a:latin typeface="Arial Rounded MT Bold" panose="020F0704030504030204" pitchFamily="34" charset="0"/>
              </a:rPr>
              <a:pPr algn="ctr"/>
              <a:t>‹N°›</a:t>
            </a:fld>
            <a:endParaRPr lang="fr-CA" sz="1200">
              <a:solidFill>
                <a:srgbClr val="003C71"/>
              </a:solidFill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9357181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25E406E-95F4-499A-BBE9-B9D97B562C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  <a:latin typeface="Visby Slab CF Bold" panose="00000800000000000000" pitchFamily="50" charset="0"/>
              </a:defRPr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90A157FC-67D7-4281-A18E-62948D66A1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4DBF626-1B08-4CB3-8602-7F9E2514A0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68845-574F-4A39-9217-7572E8838CEC}" type="datetime1">
              <a:rPr lang="fr-CA" smtClean="0"/>
              <a:t>2026-09-08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B14F398-5C2F-49BD-8C4D-1D9D1EFD2A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5D41BFF-3D7A-4FDC-A6A5-3948EE9DD4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62AF1F-2696-4F34-A7F3-E326E3C5B51E}" type="slidenum">
              <a:rPr lang="fr-CA" smtClean="0"/>
              <a:t>‹N°›</a:t>
            </a:fld>
            <a:endParaRPr lang="fr-CA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9615985-F4BD-4105-A719-4A8F90123318}"/>
              </a:ext>
            </a:extLst>
          </p:cNvPr>
          <p:cNvSpPr/>
          <p:nvPr userDrawn="1"/>
        </p:nvSpPr>
        <p:spPr>
          <a:xfrm>
            <a:off x="8527312" y="6517758"/>
            <a:ext cx="3664688" cy="340242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D810BD40-0F11-40A6-ADA5-84CA00EBD8F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2472" r="1427"/>
          <a:stretch/>
        </p:blipFill>
        <p:spPr>
          <a:xfrm>
            <a:off x="11057862" y="6210411"/>
            <a:ext cx="654974" cy="657227"/>
          </a:xfrm>
          <a:prstGeom prst="rect">
            <a:avLst/>
          </a:prstGeom>
        </p:spPr>
      </p:pic>
      <p:sp>
        <p:nvSpPr>
          <p:cNvPr id="9" name="Espace réservé du numéro de diapositive 5">
            <a:extLst>
              <a:ext uri="{FF2B5EF4-FFF2-40B4-BE49-F238E27FC236}">
                <a16:creationId xmlns:a16="http://schemas.microsoft.com/office/drawing/2014/main" id="{C05E0136-25C9-41F6-987D-BA6FA2D7937D}"/>
              </a:ext>
            </a:extLst>
          </p:cNvPr>
          <p:cNvSpPr txBox="1">
            <a:spLocks/>
          </p:cNvSpPr>
          <p:nvPr userDrawn="1"/>
        </p:nvSpPr>
        <p:spPr>
          <a:xfrm>
            <a:off x="11664803" y="6536326"/>
            <a:ext cx="540488" cy="365125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4162AF1F-2696-4F34-A7F3-E326E3C5B51E}" type="slidenum">
              <a:rPr lang="fr-CA" sz="1200" smtClean="0">
                <a:solidFill>
                  <a:srgbClr val="003C71"/>
                </a:solidFill>
                <a:latin typeface="Arial Rounded MT Bold" panose="020F0704030504030204" pitchFamily="34" charset="0"/>
              </a:rPr>
              <a:pPr algn="ctr"/>
              <a:t>‹N°›</a:t>
            </a:fld>
            <a:endParaRPr lang="fr-CA" sz="1200">
              <a:solidFill>
                <a:srgbClr val="003C71"/>
              </a:solidFill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7363369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81446C12-A80C-412A-9A11-679AF22FF05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>
            <a:lvl1pPr>
              <a:defRPr>
                <a:solidFill>
                  <a:schemeClr val="tx2"/>
                </a:solidFill>
                <a:latin typeface="Visby Slab CF Bold" panose="00000800000000000000" pitchFamily="50" charset="0"/>
              </a:defRPr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AD9A4679-A280-4B03-8A9F-E7D006F2D0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596C72D-9CBF-4C48-B563-BC7D243ED5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CBC5B7-CE7D-4A09-B93C-4EBB0CFF1E76}" type="datetime1">
              <a:rPr lang="fr-CA" smtClean="0"/>
              <a:t>2026-09-08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80006D5-634E-4D99-A352-36C3A9A136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F633BE9-F50C-4F57-BAA6-3D8F730A69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62AF1F-2696-4F34-A7F3-E326E3C5B51E}" type="slidenum">
              <a:rPr lang="fr-CA" smtClean="0"/>
              <a:t>‹N°›</a:t>
            </a:fld>
            <a:endParaRPr lang="fr-CA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3C6842D-D75C-4675-BF79-E7AB15B5E720}"/>
              </a:ext>
            </a:extLst>
          </p:cNvPr>
          <p:cNvSpPr/>
          <p:nvPr userDrawn="1"/>
        </p:nvSpPr>
        <p:spPr>
          <a:xfrm>
            <a:off x="8527312" y="6517758"/>
            <a:ext cx="3664688" cy="340242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FF97A3BA-7BFA-4CF2-BD72-D8589B5C646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2472" r="1427"/>
          <a:stretch/>
        </p:blipFill>
        <p:spPr>
          <a:xfrm>
            <a:off x="11057862" y="6210411"/>
            <a:ext cx="654974" cy="657227"/>
          </a:xfrm>
          <a:prstGeom prst="rect">
            <a:avLst/>
          </a:prstGeom>
        </p:spPr>
      </p:pic>
      <p:sp>
        <p:nvSpPr>
          <p:cNvPr id="9" name="Espace réservé du numéro de diapositive 5">
            <a:extLst>
              <a:ext uri="{FF2B5EF4-FFF2-40B4-BE49-F238E27FC236}">
                <a16:creationId xmlns:a16="http://schemas.microsoft.com/office/drawing/2014/main" id="{7C0059E3-14CD-433D-978F-883A1558973F}"/>
              </a:ext>
            </a:extLst>
          </p:cNvPr>
          <p:cNvSpPr txBox="1">
            <a:spLocks/>
          </p:cNvSpPr>
          <p:nvPr userDrawn="1"/>
        </p:nvSpPr>
        <p:spPr>
          <a:xfrm>
            <a:off x="11664803" y="6536326"/>
            <a:ext cx="540488" cy="365125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4162AF1F-2696-4F34-A7F3-E326E3C5B51E}" type="slidenum">
              <a:rPr lang="fr-CA" sz="1200" smtClean="0">
                <a:solidFill>
                  <a:srgbClr val="003C71"/>
                </a:solidFill>
                <a:latin typeface="Arial Rounded MT Bold" panose="020F0704030504030204" pitchFamily="34" charset="0"/>
              </a:rPr>
              <a:pPr algn="ctr"/>
              <a:t>‹N°›</a:t>
            </a:fld>
            <a:endParaRPr lang="fr-CA" sz="1200">
              <a:solidFill>
                <a:srgbClr val="003C71"/>
              </a:solidFill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4212413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Page 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49743328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group of people sitting on stairs&#10;&#10;Description automatically generated with medium confidence">
            <a:extLst>
              <a:ext uri="{FF2B5EF4-FFF2-40B4-BE49-F238E27FC236}">
                <a16:creationId xmlns:a16="http://schemas.microsoft.com/office/drawing/2014/main" id="{A135F293-1906-8D22-0785-79DD186470F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1" y="0"/>
            <a:ext cx="12188389" cy="685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F39C312D-7B7E-DC4F-822B-B07C630DC7B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4537" y="1990728"/>
            <a:ext cx="5978135" cy="2254161"/>
          </a:xfrm>
        </p:spPr>
        <p:txBody>
          <a:bodyPr anchor="b" anchorCtr="0"/>
          <a:lstStyle>
            <a:lvl1pPr>
              <a:defRPr sz="6000" b="1" i="0">
                <a:solidFill>
                  <a:schemeClr val="accent1"/>
                </a:solidFill>
                <a:latin typeface="Visby Slab CF Demi Bold" pitchFamily="2" charset="77"/>
              </a:defRPr>
            </a:lvl1pPr>
          </a:lstStyle>
          <a:p>
            <a:r>
              <a:rPr lang="en-US" err="1"/>
              <a:t>Titre</a:t>
            </a:r>
            <a:endParaRPr lang="en-US"/>
          </a:p>
        </p:txBody>
      </p:sp>
      <p:sp>
        <p:nvSpPr>
          <p:cNvPr id="6" name="Text Placeholder 12">
            <a:extLst>
              <a:ext uri="{FF2B5EF4-FFF2-40B4-BE49-F238E27FC236}">
                <a16:creationId xmlns:a16="http://schemas.microsoft.com/office/drawing/2014/main" id="{F57E83D3-5DC7-CC40-8CEF-5A831CCB86B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4537" y="4178603"/>
            <a:ext cx="5978136" cy="1885315"/>
          </a:xfrm>
        </p:spPr>
        <p:txBody>
          <a:bodyPr>
            <a:normAutofit/>
          </a:bodyPr>
          <a:lstStyle>
            <a:lvl1pPr marL="0" indent="0">
              <a:buNone/>
              <a:defRPr sz="2667" b="0" i="0">
                <a:solidFill>
                  <a:schemeClr val="tx2"/>
                </a:solidFill>
                <a:latin typeface="Visby CF" pitchFamily="2" charset="77"/>
              </a:defRPr>
            </a:lvl1pPr>
          </a:lstStyle>
          <a:p>
            <a:pPr lvl="0"/>
            <a:r>
              <a:rPr lang="en-US"/>
              <a:t>Sous-</a:t>
            </a:r>
            <a:r>
              <a:rPr lang="en-US" err="1"/>
              <a:t>titre</a:t>
            </a:r>
            <a:endParaRPr lang="en-US"/>
          </a:p>
        </p:txBody>
      </p:sp>
      <p:pic>
        <p:nvPicPr>
          <p:cNvPr id="10" name="Picture 9" descr="A close up of a sign&#10;&#10;Description automatically generated">
            <a:extLst>
              <a:ext uri="{FF2B5EF4-FFF2-40B4-BE49-F238E27FC236}">
                <a16:creationId xmlns:a16="http://schemas.microsoft.com/office/drawing/2014/main" id="{565FE128-B25A-2246-949C-DFF179096C9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883" y="427921"/>
            <a:ext cx="1562807" cy="1562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7108133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C85A992C-FD7E-DB48-739E-CAF22E9A1F21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34" r="6667"/>
          <a:stretch/>
        </p:blipFill>
        <p:spPr bwMode="auto">
          <a:xfrm>
            <a:off x="3411415" y="0"/>
            <a:ext cx="8780592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 descr="A close up of a sign&#10;&#10;Description automatically generated">
            <a:extLst>
              <a:ext uri="{FF2B5EF4-FFF2-40B4-BE49-F238E27FC236}">
                <a16:creationId xmlns:a16="http://schemas.microsoft.com/office/drawing/2014/main" id="{565FE128-B25A-2246-949C-DFF179096C9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883" y="427921"/>
            <a:ext cx="1562807" cy="1562807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1305BF1E-891C-A4AF-A479-36FE7F8FD500}"/>
              </a:ext>
            </a:extLst>
          </p:cNvPr>
          <p:cNvSpPr/>
          <p:nvPr userDrawn="1"/>
        </p:nvSpPr>
        <p:spPr>
          <a:xfrm>
            <a:off x="6019200" y="5212800"/>
            <a:ext cx="547200" cy="5472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sz="240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C73C427-BBB4-0544-1B2E-B7C9449FD0DD}"/>
              </a:ext>
            </a:extLst>
          </p:cNvPr>
          <p:cNvSpPr/>
          <p:nvPr userDrawn="1"/>
        </p:nvSpPr>
        <p:spPr>
          <a:xfrm>
            <a:off x="6566400" y="5212800"/>
            <a:ext cx="5625600" cy="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sz="240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CDEB207-92C5-842B-6134-B04F2E996053}"/>
              </a:ext>
            </a:extLst>
          </p:cNvPr>
          <p:cNvSpPr/>
          <p:nvPr userDrawn="1"/>
        </p:nvSpPr>
        <p:spPr>
          <a:xfrm>
            <a:off x="-62752" y="0"/>
            <a:ext cx="3474160" cy="6858000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10000"/>
                  <a:lumOff val="90000"/>
                  <a:shade val="30000"/>
                  <a:satMod val="115000"/>
                </a:schemeClr>
              </a:gs>
              <a:gs pos="50000">
                <a:schemeClr val="tx2">
                  <a:lumMod val="10000"/>
                  <a:lumOff val="90000"/>
                  <a:shade val="67500"/>
                  <a:satMod val="115000"/>
                </a:schemeClr>
              </a:gs>
              <a:gs pos="100000">
                <a:schemeClr val="tx2">
                  <a:lumMod val="10000"/>
                  <a:lumOff val="90000"/>
                  <a:shade val="100000"/>
                  <a:satMod val="115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sz="2400"/>
          </a:p>
        </p:txBody>
      </p:sp>
      <p:pic>
        <p:nvPicPr>
          <p:cNvPr id="3" name="Picture 9" descr="A close up of a sign&#10;&#10;Description automatically generated">
            <a:extLst>
              <a:ext uri="{FF2B5EF4-FFF2-40B4-BE49-F238E27FC236}">
                <a16:creationId xmlns:a16="http://schemas.microsoft.com/office/drawing/2014/main" id="{19C71502-14D3-54DC-BEE9-12B69D6BCE9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083" y="631121"/>
            <a:ext cx="1562807" cy="1562807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65B9265B-4FFC-F2C8-F435-6CA51324C7D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4537" y="1990728"/>
            <a:ext cx="5978135" cy="2254161"/>
          </a:xfrm>
          <a:ln>
            <a:noFill/>
          </a:ln>
        </p:spPr>
        <p:txBody>
          <a:bodyPr anchor="b" anchorCtr="0"/>
          <a:lstStyle>
            <a:lvl1pPr>
              <a:defRPr sz="6000" b="0">
                <a:solidFill>
                  <a:schemeClr val="tx2"/>
                </a:solidFill>
                <a:latin typeface="Visby Slab CF Bold" panose="00000800000000000000" pitchFamily="50" charset="0"/>
              </a:defRPr>
            </a:lvl1pPr>
          </a:lstStyle>
          <a:p>
            <a:r>
              <a:rPr lang="en-US" err="1"/>
              <a:t>Titre</a:t>
            </a:r>
            <a:endParaRPr lang="en-US"/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85BB9CD6-5516-AEB6-5F47-CFAD3E02564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4538" y="4178603"/>
            <a:ext cx="2906545" cy="2383563"/>
          </a:xfrm>
        </p:spPr>
        <p:txBody>
          <a:bodyPr>
            <a:normAutofit/>
          </a:bodyPr>
          <a:lstStyle>
            <a:lvl1pPr marL="0" indent="0">
              <a:buNone/>
              <a:defRPr sz="2667" b="0" i="0">
                <a:solidFill>
                  <a:schemeClr val="bg2">
                    <a:lumMod val="50000"/>
                  </a:schemeClr>
                </a:solidFill>
                <a:latin typeface="Visby CF Bold" pitchFamily="50" charset="0"/>
              </a:defRPr>
            </a:lvl1pPr>
          </a:lstStyle>
          <a:p>
            <a:pPr lvl="0"/>
            <a:r>
              <a:rPr lang="en-US"/>
              <a:t>Sous-</a:t>
            </a:r>
            <a:r>
              <a:rPr lang="en-US" err="1"/>
              <a:t>titre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7895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9375C50-436C-3C80-C642-31F554885E1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F39C312D-7B7E-DC4F-822B-B07C630DC7B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4537" y="1990728"/>
            <a:ext cx="5978135" cy="2254161"/>
          </a:xfrm>
        </p:spPr>
        <p:txBody>
          <a:bodyPr anchor="b" anchorCtr="0"/>
          <a:lstStyle>
            <a:lvl1pPr>
              <a:defRPr sz="6000">
                <a:solidFill>
                  <a:schemeClr val="bg1"/>
                </a:solidFill>
                <a:latin typeface="Visby Slab CF" pitchFamily="2" charset="77"/>
              </a:defRPr>
            </a:lvl1pPr>
          </a:lstStyle>
          <a:p>
            <a:r>
              <a:rPr lang="en-US" err="1"/>
              <a:t>Titre</a:t>
            </a:r>
            <a:endParaRPr lang="en-US"/>
          </a:p>
        </p:txBody>
      </p:sp>
      <p:sp>
        <p:nvSpPr>
          <p:cNvPr id="6" name="Text Placeholder 12">
            <a:extLst>
              <a:ext uri="{FF2B5EF4-FFF2-40B4-BE49-F238E27FC236}">
                <a16:creationId xmlns:a16="http://schemas.microsoft.com/office/drawing/2014/main" id="{F57E83D3-5DC7-CC40-8CEF-5A831CCB86B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4537" y="4178603"/>
            <a:ext cx="5978136" cy="1885315"/>
          </a:xfrm>
        </p:spPr>
        <p:txBody>
          <a:bodyPr>
            <a:normAutofit/>
          </a:bodyPr>
          <a:lstStyle>
            <a:lvl1pPr marL="0" indent="0">
              <a:buNone/>
              <a:defRPr sz="2667" b="0" i="0">
                <a:solidFill>
                  <a:schemeClr val="bg1"/>
                </a:solidFill>
                <a:latin typeface="Visby CF" pitchFamily="2" charset="77"/>
              </a:defRPr>
            </a:lvl1pPr>
          </a:lstStyle>
          <a:p>
            <a:pPr lvl="0"/>
            <a:r>
              <a:rPr lang="en-US"/>
              <a:t>Sous-</a:t>
            </a:r>
            <a:r>
              <a:rPr lang="en-US" err="1"/>
              <a:t>titre</a:t>
            </a:r>
            <a:endParaRPr lang="en-US"/>
          </a:p>
        </p:txBody>
      </p:sp>
      <p:pic>
        <p:nvPicPr>
          <p:cNvPr id="10" name="Picture 9" descr="A close up of a sign&#10;&#10;Description automatically generated">
            <a:extLst>
              <a:ext uri="{FF2B5EF4-FFF2-40B4-BE49-F238E27FC236}">
                <a16:creationId xmlns:a16="http://schemas.microsoft.com/office/drawing/2014/main" id="{565FE128-B25A-2246-949C-DFF179096C9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883" y="427921"/>
            <a:ext cx="1562807" cy="1562807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1305BF1E-891C-A4AF-A479-36FE7F8FD500}"/>
              </a:ext>
            </a:extLst>
          </p:cNvPr>
          <p:cNvSpPr/>
          <p:nvPr userDrawn="1"/>
        </p:nvSpPr>
        <p:spPr>
          <a:xfrm>
            <a:off x="6019200" y="5212800"/>
            <a:ext cx="547200" cy="5472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sz="240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C73C427-BBB4-0544-1B2E-B7C9449FD0DD}"/>
              </a:ext>
            </a:extLst>
          </p:cNvPr>
          <p:cNvSpPr/>
          <p:nvPr userDrawn="1"/>
        </p:nvSpPr>
        <p:spPr>
          <a:xfrm>
            <a:off x="6566400" y="5212800"/>
            <a:ext cx="5625600" cy="54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sz="2400"/>
          </a:p>
        </p:txBody>
      </p:sp>
    </p:spTree>
    <p:extLst>
      <p:ext uri="{BB962C8B-B14F-4D97-AF65-F5344CB8AC3E}">
        <p14:creationId xmlns:p14="http://schemas.microsoft.com/office/powerpoint/2010/main" val="2365837659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picture containing building, outdoor, sky, city&#10;&#10;Description automatically generated">
            <a:extLst>
              <a:ext uri="{FF2B5EF4-FFF2-40B4-BE49-F238E27FC236}">
                <a16:creationId xmlns:a16="http://schemas.microsoft.com/office/drawing/2014/main" id="{04743DEF-FC3C-DBAA-AEF4-43E7EC16259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F39C312D-7B7E-DC4F-822B-B07C630DC7B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4537" y="1990728"/>
            <a:ext cx="5978135" cy="2254161"/>
          </a:xfrm>
        </p:spPr>
        <p:txBody>
          <a:bodyPr anchor="b" anchorCtr="0"/>
          <a:lstStyle>
            <a:lvl1pPr>
              <a:defRPr sz="6000" b="1" i="0">
                <a:solidFill>
                  <a:schemeClr val="accent1"/>
                </a:solidFill>
                <a:latin typeface="Visby Slab CF Demi Bold" pitchFamily="2" charset="77"/>
              </a:defRPr>
            </a:lvl1pPr>
          </a:lstStyle>
          <a:p>
            <a:br>
              <a:rPr lang="en-US"/>
            </a:br>
            <a:br>
              <a:rPr lang="en-US"/>
            </a:br>
            <a:r>
              <a:rPr lang="en-US" err="1"/>
              <a:t>Titre</a:t>
            </a:r>
            <a:endParaRPr lang="en-US"/>
          </a:p>
        </p:txBody>
      </p:sp>
      <p:sp>
        <p:nvSpPr>
          <p:cNvPr id="6" name="Text Placeholder 12">
            <a:extLst>
              <a:ext uri="{FF2B5EF4-FFF2-40B4-BE49-F238E27FC236}">
                <a16:creationId xmlns:a16="http://schemas.microsoft.com/office/drawing/2014/main" id="{F57E83D3-5DC7-CC40-8CEF-5A831CCB86B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4537" y="4178603"/>
            <a:ext cx="5978136" cy="1885315"/>
          </a:xfrm>
        </p:spPr>
        <p:txBody>
          <a:bodyPr>
            <a:normAutofit/>
          </a:bodyPr>
          <a:lstStyle>
            <a:lvl1pPr marL="0" indent="0">
              <a:buNone/>
              <a:defRPr sz="2667" b="0" i="0">
                <a:solidFill>
                  <a:schemeClr val="tx2"/>
                </a:solidFill>
                <a:latin typeface="Visby CF" pitchFamily="2" charset="77"/>
              </a:defRPr>
            </a:lvl1pPr>
          </a:lstStyle>
          <a:p>
            <a:pPr lvl="0"/>
            <a:r>
              <a:rPr lang="en-US"/>
              <a:t>Sous-</a:t>
            </a:r>
            <a:r>
              <a:rPr lang="en-US" err="1"/>
              <a:t>titre</a:t>
            </a:r>
            <a:endParaRPr lang="en-US"/>
          </a:p>
        </p:txBody>
      </p:sp>
      <p:pic>
        <p:nvPicPr>
          <p:cNvPr id="10" name="Picture 9" descr="A close up of a sign&#10;&#10;Description automatically generated">
            <a:extLst>
              <a:ext uri="{FF2B5EF4-FFF2-40B4-BE49-F238E27FC236}">
                <a16:creationId xmlns:a16="http://schemas.microsoft.com/office/drawing/2014/main" id="{565FE128-B25A-2246-949C-DFF179096C9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883" y="427921"/>
            <a:ext cx="1562807" cy="1562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3864145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92509" y="2126743"/>
            <a:ext cx="10915200" cy="3825587"/>
          </a:xfrm>
        </p:spPr>
        <p:txBody>
          <a:bodyPr/>
          <a:lstStyle>
            <a:lvl1pPr>
              <a:defRPr b="0" i="0">
                <a:latin typeface="Visby CF" pitchFamily="2" charset="77"/>
              </a:defRPr>
            </a:lvl1pPr>
            <a:lvl2pPr>
              <a:defRPr b="0" i="0">
                <a:latin typeface="Visby CF" pitchFamily="2" charset="77"/>
              </a:defRPr>
            </a:lvl2pPr>
            <a:lvl3pPr>
              <a:defRPr b="0" i="0">
                <a:latin typeface="Visby CF" pitchFamily="2" charset="77"/>
              </a:defRPr>
            </a:lvl3pPr>
            <a:lvl4pPr>
              <a:defRPr b="0" i="0">
                <a:latin typeface="Visby CF" pitchFamily="2" charset="77"/>
              </a:defRPr>
            </a:lvl4pPr>
            <a:lvl5pPr>
              <a:defRPr b="0" i="0">
                <a:latin typeface="Visby CF" pitchFamily="2" charset="77"/>
              </a:defRPr>
            </a:lvl5pPr>
          </a:lstStyle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  <a:endParaRPr lang="fr-CA" noProof="0"/>
          </a:p>
        </p:txBody>
      </p:sp>
      <p:sp>
        <p:nvSpPr>
          <p:cNvPr id="7" name="TextBox 6"/>
          <p:cNvSpPr txBox="1"/>
          <p:nvPr userDrawn="1"/>
        </p:nvSpPr>
        <p:spPr>
          <a:xfrm>
            <a:off x="461433" y="5718811"/>
            <a:ext cx="1219200" cy="1097280"/>
          </a:xfrm>
          <a:prstGeom prst="rect">
            <a:avLst/>
          </a:prstGeom>
        </p:spPr>
        <p:txBody>
          <a:bodyPr vert="horz" wrap="none" lIns="109728" tIns="54864" rIns="109728" bIns="54864" rtlCol="0">
            <a:normAutofit/>
          </a:bodyPr>
          <a:lstStyle/>
          <a:p>
            <a:pPr marL="185755" indent="-185755">
              <a:buClr>
                <a:schemeClr val="accent2"/>
              </a:buClr>
              <a:buSzPct val="125000"/>
              <a:buFont typeface="Arial" panose="020B0604020202020204" pitchFamily="34" charset="0"/>
              <a:buChar char="•"/>
            </a:pPr>
            <a:endParaRPr lang="fr-CA" sz="2004" noProof="0"/>
          </a:p>
        </p:txBody>
      </p:sp>
      <p:sp>
        <p:nvSpPr>
          <p:cNvPr id="11" name="Titre 1">
            <a:extLst>
              <a:ext uri="{FF2B5EF4-FFF2-40B4-BE49-F238E27FC236}">
                <a16:creationId xmlns:a16="http://schemas.microsoft.com/office/drawing/2014/main" id="{B80B1BCF-CD6C-E84F-90BB-05BEA3F2C6D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2509" y="302168"/>
            <a:ext cx="10915200" cy="987552"/>
          </a:xfrm>
        </p:spPr>
        <p:txBody>
          <a:bodyPr/>
          <a:lstStyle>
            <a:lvl1pPr>
              <a:defRPr sz="4000" b="1" i="0">
                <a:solidFill>
                  <a:schemeClr val="accent3"/>
                </a:solidFill>
                <a:latin typeface="Visby Slab CF Demi Bold" pitchFamily="2" charset="77"/>
              </a:defRPr>
            </a:lvl1pPr>
          </a:lstStyle>
          <a:p>
            <a:r>
              <a:rPr lang="fr-CA" noProof="0"/>
              <a:t>Click to </a:t>
            </a:r>
            <a:r>
              <a:rPr lang="fr-CA" noProof="0" err="1"/>
              <a:t>edit</a:t>
            </a:r>
            <a:r>
              <a:rPr lang="fr-CA" noProof="0"/>
              <a:t> </a:t>
            </a:r>
            <a:r>
              <a:rPr lang="fr-CA" noProof="0" err="1"/>
              <a:t>title</a:t>
            </a:r>
            <a:r>
              <a:rPr lang="fr-CA" noProof="0"/>
              <a:t> style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C464AAE5-5DAC-A240-98C4-F842ECA4972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92510" y="1139191"/>
            <a:ext cx="6991349" cy="576720"/>
          </a:xfrm>
        </p:spPr>
        <p:txBody>
          <a:bodyPr>
            <a:normAutofit/>
          </a:bodyPr>
          <a:lstStyle>
            <a:lvl1pPr>
              <a:defRPr sz="2133" b="1" i="0">
                <a:solidFill>
                  <a:srgbClr val="002060"/>
                </a:solidFill>
                <a:latin typeface="Visby CF Bold" pitchFamily="2" charset="77"/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5CCD79C-672A-61B0-B580-98FFDF24F8E9}"/>
              </a:ext>
            </a:extLst>
          </p:cNvPr>
          <p:cNvSpPr/>
          <p:nvPr userDrawn="1"/>
        </p:nvSpPr>
        <p:spPr>
          <a:xfrm rot="16200000">
            <a:off x="0" y="832983"/>
            <a:ext cx="194443" cy="19444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sz="240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359B664-BA8B-6545-1B6A-D590CD0B05E9}"/>
              </a:ext>
            </a:extLst>
          </p:cNvPr>
          <p:cNvSpPr/>
          <p:nvPr userDrawn="1"/>
        </p:nvSpPr>
        <p:spPr>
          <a:xfrm rot="16200000">
            <a:off x="-191139" y="447401"/>
            <a:ext cx="576720" cy="19444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sz="2400"/>
          </a:p>
        </p:txBody>
      </p:sp>
    </p:spTree>
    <p:extLst>
      <p:ext uri="{BB962C8B-B14F-4D97-AF65-F5344CB8AC3E}">
        <p14:creationId xmlns:p14="http://schemas.microsoft.com/office/powerpoint/2010/main" val="310622506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oneTexte 5">
            <a:extLst>
              <a:ext uri="{FF2B5EF4-FFF2-40B4-BE49-F238E27FC236}">
                <a16:creationId xmlns:a16="http://schemas.microsoft.com/office/drawing/2014/main" id="{6DA28613-0ED5-8AC4-820F-A78A51809E12}"/>
              </a:ext>
            </a:extLst>
          </p:cNvPr>
          <p:cNvSpPr txBox="1"/>
          <p:nvPr userDrawn="1">
            <p:custDataLst>
              <p:tags r:id="rId1"/>
            </p:custDataLst>
          </p:nvPr>
        </p:nvSpPr>
        <p:spPr>
          <a:xfrm rot="20159134">
            <a:off x="-440987" y="131322"/>
            <a:ext cx="3330103" cy="914400"/>
          </a:xfrm>
          <a:prstGeom prst="rect">
            <a:avLst/>
          </a:prstGeom>
        </p:spPr>
        <p:txBody>
          <a:bodyPr vert="horz" wrap="none" lIns="91440" tIns="45720" rIns="91440" bIns="45720" rtlCol="0">
            <a:noAutofit/>
          </a:bodyPr>
          <a:lstStyle/>
          <a:p>
            <a:pPr>
              <a:buClr>
                <a:schemeClr val="accent2"/>
              </a:buClr>
              <a:buSzPct val="125000"/>
            </a:pPr>
            <a:r>
              <a:rPr lang="fr-CA" sz="9600">
                <a:solidFill>
                  <a:schemeClr val="accent3">
                    <a:lumMod val="40000"/>
                    <a:lumOff val="60000"/>
                  </a:schemeClr>
                </a:solidFill>
                <a:latin typeface="Script MT Bold" panose="03040602040607080904" pitchFamily="66" charset="0"/>
                <a:cs typeface="Dreaming Outloud Script Pro" panose="03050502040304050704" pitchFamily="66" charset="0"/>
              </a:rPr>
              <a:t>objectifs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D3F3F4C7-C34A-AD9F-3DE8-A4645D3C5A97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>
          <a:xfrm>
            <a:off x="-245807" y="6300024"/>
            <a:ext cx="12683615" cy="1219200"/>
          </a:xfrm>
          <a:prstGeom prst="rect">
            <a:avLst/>
          </a:prstGeom>
        </p:spPr>
        <p:txBody>
          <a:bodyPr vert="horz" wrap="none" lIns="121920" tIns="60960" rIns="121920" bIns="60960" rtlCol="0">
            <a:norm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9C6"/>
              </a:buClr>
              <a:buSzPct val="125000"/>
              <a:buFontTx/>
              <a:buNone/>
              <a:tabLst/>
              <a:defRPr/>
            </a:pPr>
            <a:r>
              <a:rPr kumimoji="0" lang="fr-CA" sz="5400" b="0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Visby CF Bold" pitchFamily="50" charset="0"/>
                <a:ea typeface="+mn-ea"/>
                <a:cs typeface="+mn-cs"/>
              </a:rPr>
              <a:t>Mobiliser les technologies numériques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731CD24-C12F-731C-7F6F-BB3218CFB324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 rot="5400000">
            <a:off x="10408212" y="5479915"/>
            <a:ext cx="2269787" cy="48638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CA" sz="1800" b="0" i="0" u="none" strike="noStrike" kern="1200" cap="none" spc="0" normalizeH="0" baseline="0" noProof="0">
              <a:ln>
                <a:noFill/>
              </a:ln>
              <a:solidFill>
                <a:schemeClr val="accent3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E93C20F-61A3-A6C8-0181-89A4026E81E7}"/>
              </a:ext>
            </a:extLst>
          </p:cNvPr>
          <p:cNvSpPr/>
          <p:nvPr userDrawn="1">
            <p:custDataLst>
              <p:tags r:id="rId4"/>
            </p:custDataLst>
          </p:nvPr>
        </p:nvSpPr>
        <p:spPr>
          <a:xfrm>
            <a:off x="11300297" y="4588213"/>
            <a:ext cx="486000" cy="48638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CA" sz="1800" b="0" i="0" u="none" strike="noStrike" kern="1200" cap="none" spc="0" normalizeH="0" baseline="0" noProof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uLnTx/>
                <a:uFillTx/>
                <a:latin typeface="Visby Slab CF Bold" panose="00000800000000000000" pitchFamily="50" charset="0"/>
              </a:rPr>
              <a:t>2</a:t>
            </a:r>
          </a:p>
        </p:txBody>
      </p:sp>
      <p:sp>
        <p:nvSpPr>
          <p:cNvPr id="8" name="Espace réservé du texte 11">
            <a:extLst>
              <a:ext uri="{FF2B5EF4-FFF2-40B4-BE49-F238E27FC236}">
                <a16:creationId xmlns:a16="http://schemas.microsoft.com/office/drawing/2014/main" id="{91597A1C-88F1-6A77-E6E3-6BDD491BD53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451113" y="1524000"/>
            <a:ext cx="9909313" cy="4994275"/>
          </a:xfrm>
        </p:spPr>
        <p:txBody>
          <a:bodyPr>
            <a:normAutofit/>
          </a:bodyPr>
          <a:lstStyle>
            <a:lvl1pPr marL="114300" indent="-228600" algn="l" defTabSz="914400" rtl="0" eaLnBrk="1" latinLnBrk="0" hangingPunct="1">
              <a:lnSpc>
                <a:spcPts val="4000"/>
              </a:lnSpc>
              <a:spcBef>
                <a:spcPts val="1200"/>
              </a:spcBef>
              <a:buClr>
                <a:srgbClr val="888B8D"/>
              </a:buClr>
              <a:buFont typeface="Wingdings" panose="05000000000000000000" pitchFamily="2" charset="2"/>
              <a:buChar char="§"/>
              <a:defRPr lang="fr-FR" sz="2400" kern="1200" smtClean="0">
                <a:solidFill>
                  <a:schemeClr val="bg2">
                    <a:lumMod val="25000"/>
                  </a:schemeClr>
                </a:solidFill>
                <a:latin typeface="Visby CF Medium" pitchFamily="50" charset="0"/>
                <a:ea typeface="+mn-ea"/>
                <a:cs typeface="Cordia New" panose="020B0304020202020204" pitchFamily="34" charset="-34"/>
              </a:defRPr>
            </a:lvl1pPr>
            <a:lvl2pPr marL="658606" indent="-228600" algn="l" defTabSz="914400" rtl="0" eaLnBrk="1" latinLnBrk="0" hangingPunct="1">
              <a:lnSpc>
                <a:spcPts val="4000"/>
              </a:lnSpc>
              <a:spcBef>
                <a:spcPts val="1200"/>
              </a:spcBef>
              <a:buClr>
                <a:srgbClr val="888B8D"/>
              </a:buClr>
              <a:buFont typeface="Wingdings" panose="05000000000000000000" pitchFamily="2" charset="2"/>
              <a:buChar char="§"/>
              <a:defRPr lang="fr-FR" sz="2400" kern="1200" smtClean="0">
                <a:solidFill>
                  <a:schemeClr val="bg2">
                    <a:lumMod val="25000"/>
                  </a:schemeClr>
                </a:solidFill>
                <a:latin typeface="Visby CF Medium" pitchFamily="50" charset="0"/>
                <a:ea typeface="+mn-ea"/>
                <a:cs typeface="Cordia New" panose="020B0304020202020204" pitchFamily="34" charset="-34"/>
              </a:defRPr>
            </a:lvl2pPr>
            <a:lvl3pPr marL="1017157" indent="-228600" algn="l" defTabSz="914400" rtl="0" eaLnBrk="1" latinLnBrk="0" hangingPunct="1">
              <a:lnSpc>
                <a:spcPts val="4000"/>
              </a:lnSpc>
              <a:spcBef>
                <a:spcPts val="1200"/>
              </a:spcBef>
              <a:buClr>
                <a:srgbClr val="888B8D"/>
              </a:buClr>
              <a:buFont typeface="Wingdings" panose="05000000000000000000" pitchFamily="2" charset="2"/>
              <a:buChar char="§"/>
              <a:defRPr lang="fr-FR" sz="2400" kern="1200" smtClean="0">
                <a:solidFill>
                  <a:schemeClr val="bg2">
                    <a:lumMod val="25000"/>
                  </a:schemeClr>
                </a:solidFill>
                <a:latin typeface="Visby CF Medium" pitchFamily="50" charset="0"/>
                <a:ea typeface="+mn-ea"/>
                <a:cs typeface="Cordia New" panose="020B0304020202020204" pitchFamily="34" charset="-34"/>
              </a:defRPr>
            </a:lvl3pPr>
            <a:lvl4pPr marL="1371389" indent="-228600" algn="l" defTabSz="914400" rtl="0" eaLnBrk="1" latinLnBrk="0" hangingPunct="1">
              <a:lnSpc>
                <a:spcPts val="4000"/>
              </a:lnSpc>
              <a:spcBef>
                <a:spcPts val="1200"/>
              </a:spcBef>
              <a:buClr>
                <a:srgbClr val="888B8D"/>
              </a:buClr>
              <a:buFont typeface="Wingdings" panose="05000000000000000000" pitchFamily="2" charset="2"/>
              <a:buChar char="§"/>
              <a:defRPr lang="fr-FR" sz="2400" kern="1200" smtClean="0">
                <a:solidFill>
                  <a:schemeClr val="bg2">
                    <a:lumMod val="25000"/>
                  </a:schemeClr>
                </a:solidFill>
                <a:latin typeface="Visby CF Medium" pitchFamily="50" charset="0"/>
                <a:ea typeface="+mn-ea"/>
                <a:cs typeface="Cordia New" panose="020B0304020202020204" pitchFamily="34" charset="-34"/>
              </a:defRPr>
            </a:lvl4pPr>
            <a:lvl5pPr marL="1729940" indent="-228600" algn="l" defTabSz="914400" rtl="0" eaLnBrk="1" latinLnBrk="0" hangingPunct="1">
              <a:lnSpc>
                <a:spcPts val="4000"/>
              </a:lnSpc>
              <a:spcBef>
                <a:spcPts val="1200"/>
              </a:spcBef>
              <a:buClr>
                <a:srgbClr val="888B8D"/>
              </a:buClr>
              <a:buFont typeface="Wingdings" panose="05000000000000000000" pitchFamily="2" charset="2"/>
              <a:buChar char="§"/>
              <a:defRPr lang="fr-CA" sz="2400" kern="1200">
                <a:solidFill>
                  <a:schemeClr val="bg2">
                    <a:lumMod val="25000"/>
                  </a:schemeClr>
                </a:solidFill>
                <a:latin typeface="Visby CF Medium" pitchFamily="50" charset="0"/>
                <a:ea typeface="+mn-ea"/>
                <a:cs typeface="Cordia New" panose="020B0304020202020204" pitchFamily="34" charset="-34"/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582508637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age vid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604BB53-CD8C-3F9D-7025-648C03686B6F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2519464" y="5126475"/>
            <a:ext cx="9672536" cy="486383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CA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1A99A2C-0E4A-B4A1-FFA8-A471A4B5A16C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2519464" y="5126475"/>
            <a:ext cx="486000" cy="48638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CA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" name="Titre 4">
            <a:extLst>
              <a:ext uri="{FF2B5EF4-FFF2-40B4-BE49-F238E27FC236}">
                <a16:creationId xmlns:a16="http://schemas.microsoft.com/office/drawing/2014/main" id="{BA7E816B-D6C4-3809-3F57-A292D00469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356" y="2145322"/>
            <a:ext cx="10341272" cy="1840524"/>
          </a:xfrm>
        </p:spPr>
        <p:txBody>
          <a:bodyPr anchor="t"/>
          <a:lstStyle>
            <a:lvl1pPr>
              <a:lnSpc>
                <a:spcPct val="150000"/>
              </a:lnSpc>
              <a:defRPr kumimoji="0" lang="fr-CA" sz="3600" b="0" i="0" u="none" strike="noStrike" kern="1200" cap="none" spc="0" normalizeH="0" baseline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Visby Slab CF Bold" panose="00000800000000000000" pitchFamily="50" charset="0"/>
                <a:ea typeface="+mn-ea"/>
                <a:cs typeface="+mn-cs"/>
              </a:defRPr>
            </a:lvl1pPr>
          </a:lstStyle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9C6"/>
              </a:buClr>
              <a:buSzPct val="125000"/>
              <a:buFontTx/>
              <a:buNone/>
              <a:tabLst/>
              <a:defRPr/>
            </a:pPr>
            <a:r>
              <a:rPr lang="fr-FR"/>
              <a:t>Modifiez le style du titre</a:t>
            </a:r>
            <a:endParaRPr lang="fr-CA"/>
          </a:p>
        </p:txBody>
      </p:sp>
      <p:sp>
        <p:nvSpPr>
          <p:cNvPr id="5" name="Espace réservé du texte 7">
            <a:extLst>
              <a:ext uri="{FF2B5EF4-FFF2-40B4-BE49-F238E27FC236}">
                <a16:creationId xmlns:a16="http://schemas.microsoft.com/office/drawing/2014/main" id="{88FEA5B9-0BBE-40C4-AA58-17D0AE299A9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43354" y="1458156"/>
            <a:ext cx="10341272" cy="687165"/>
          </a:xfrm>
        </p:spPr>
        <p:txBody>
          <a:bodyPr anchor="ctr">
            <a:noAutofit/>
          </a:bodyPr>
          <a:lstStyle>
            <a:lvl1pPr>
              <a:defRPr sz="3200" b="0">
                <a:solidFill>
                  <a:schemeClr val="tx2"/>
                </a:solidFill>
                <a:latin typeface="Visby CF" pitchFamily="50" charset="0"/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EC9D6B61-1012-A9A2-4219-80E088E336A5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>
            <a:off x="-245807" y="6300024"/>
            <a:ext cx="12683615" cy="1219200"/>
          </a:xfrm>
          <a:prstGeom prst="rect">
            <a:avLst/>
          </a:prstGeom>
        </p:spPr>
        <p:txBody>
          <a:bodyPr vert="horz" wrap="none" lIns="121920" tIns="60960" rIns="121920" bIns="60960" rtlCol="0">
            <a:norm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9C6"/>
              </a:buClr>
              <a:buSzPct val="125000"/>
              <a:buFontTx/>
              <a:buNone/>
              <a:tabLst/>
              <a:defRPr/>
            </a:pPr>
            <a:r>
              <a:rPr kumimoji="0" lang="fr-CA" sz="5400" b="0" i="0" u="none" strike="noStrike" kern="1200" cap="none" spc="0" normalizeH="0" baseline="0" noProof="0">
                <a:ln>
                  <a:noFill/>
                </a:ln>
                <a:solidFill>
                  <a:srgbClr val="86D7AE"/>
                </a:solidFill>
                <a:effectLst/>
                <a:uLnTx/>
                <a:uFillTx/>
                <a:latin typeface="Visby CF Bold" pitchFamily="50" charset="0"/>
                <a:ea typeface="+mn-ea"/>
                <a:cs typeface="+mn-cs"/>
              </a:rPr>
              <a:t>Mobiliser les technologies numériques</a:t>
            </a:r>
          </a:p>
        </p:txBody>
      </p:sp>
    </p:spTree>
    <p:extLst>
      <p:ext uri="{BB962C8B-B14F-4D97-AF65-F5344CB8AC3E}">
        <p14:creationId xmlns:p14="http://schemas.microsoft.com/office/powerpoint/2010/main" val="3519344202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Page 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662443F0-DC2E-3B56-D5E8-926C32A777AE}"/>
              </a:ext>
            </a:extLst>
          </p:cNvPr>
          <p:cNvSpPr txBox="1"/>
          <p:nvPr userDrawn="1">
            <p:custDataLst>
              <p:tags r:id="rId1"/>
            </p:custDataLst>
          </p:nvPr>
        </p:nvSpPr>
        <p:spPr>
          <a:xfrm>
            <a:off x="-245807" y="6300024"/>
            <a:ext cx="12683615" cy="1219200"/>
          </a:xfrm>
          <a:prstGeom prst="rect">
            <a:avLst/>
          </a:prstGeom>
        </p:spPr>
        <p:txBody>
          <a:bodyPr vert="horz" wrap="none" lIns="121920" tIns="60960" rIns="121920" bIns="60960" rtlCol="0">
            <a:norm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9C6"/>
              </a:buClr>
              <a:buSzPct val="125000"/>
              <a:buFontTx/>
              <a:buNone/>
              <a:tabLst/>
              <a:defRPr/>
            </a:pPr>
            <a:r>
              <a:rPr kumimoji="0" lang="fr-CA" sz="5400" b="0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Visby CF Bold" pitchFamily="50" charset="0"/>
                <a:ea typeface="+mn-ea"/>
                <a:cs typeface="+mn-cs"/>
              </a:rPr>
              <a:t>Mobiliser les technologies numériques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BF38810-CD83-4A71-7D30-7FAC17F97E61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4634891"/>
            <a:ext cx="8760541" cy="720000"/>
          </a:xfrm>
          <a:prstGeom prst="rect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CA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E4DDCA0-01DD-E3DC-723A-8EE932071EE2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8760541" y="4634891"/>
            <a:ext cx="720000" cy="720000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CA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3" name="Titre 4">
            <a:extLst>
              <a:ext uri="{FF2B5EF4-FFF2-40B4-BE49-F238E27FC236}">
                <a16:creationId xmlns:a16="http://schemas.microsoft.com/office/drawing/2014/main" id="{CFC22666-9781-1D5E-6E14-F7A7F692FE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9428" y="984738"/>
            <a:ext cx="10915200" cy="1971634"/>
          </a:xfrm>
        </p:spPr>
        <p:txBody>
          <a:bodyPr/>
          <a:lstStyle>
            <a:lvl1pPr>
              <a:defRPr kumimoji="0" lang="fr-CA" sz="7200" b="0" i="0" u="none" strike="noStrike" kern="1200" cap="none" spc="0" normalizeH="0" baseline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Visby Slab CF Bold" panose="00000800000000000000" pitchFamily="50" charset="0"/>
                <a:ea typeface="+mn-ea"/>
                <a:cs typeface="+mn-cs"/>
              </a:defRPr>
            </a:lvl1pPr>
          </a:lstStyle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9C6"/>
              </a:buClr>
              <a:buSzPct val="125000"/>
              <a:buFontTx/>
              <a:buNone/>
              <a:tabLst/>
              <a:defRPr/>
            </a:pPr>
            <a:r>
              <a:rPr lang="fr-FR"/>
              <a:t>Modifiez le style du titre</a:t>
            </a:r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958939218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92509" y="2126744"/>
            <a:ext cx="5384800" cy="3897529"/>
          </a:xfrm>
        </p:spPr>
        <p:txBody>
          <a:bodyPr>
            <a:normAutofit/>
          </a:bodyPr>
          <a:lstStyle>
            <a:lvl1pPr>
              <a:defRPr sz="2004"/>
            </a:lvl1pPr>
            <a:lvl2pPr>
              <a:defRPr sz="2004"/>
            </a:lvl2pPr>
            <a:lvl3pPr>
              <a:defRPr sz="2004"/>
            </a:lvl3pPr>
            <a:lvl4pPr>
              <a:defRPr sz="2004"/>
            </a:lvl4pPr>
            <a:lvl5pPr>
              <a:defRPr sz="2004"/>
            </a:lvl5pPr>
            <a:lvl6pPr>
              <a:defRPr sz="2160"/>
            </a:lvl6pPr>
            <a:lvl7pPr>
              <a:defRPr sz="2160"/>
            </a:lvl7pPr>
            <a:lvl8pPr>
              <a:defRPr sz="2160"/>
            </a:lvl8pPr>
            <a:lvl9pPr>
              <a:defRPr sz="2160"/>
            </a:lvl9pPr>
          </a:lstStyle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  <a:endParaRPr lang="fr-CA" noProof="0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080509" y="2126744"/>
            <a:ext cx="5384800" cy="3897529"/>
          </a:xfrm>
        </p:spPr>
        <p:txBody>
          <a:bodyPr>
            <a:normAutofit/>
          </a:bodyPr>
          <a:lstStyle>
            <a:lvl1pPr>
              <a:defRPr sz="2004"/>
            </a:lvl1pPr>
            <a:lvl2pPr>
              <a:defRPr sz="2004"/>
            </a:lvl2pPr>
            <a:lvl3pPr>
              <a:defRPr sz="2004"/>
            </a:lvl3pPr>
            <a:lvl4pPr>
              <a:defRPr sz="2004"/>
            </a:lvl4pPr>
            <a:lvl5pPr>
              <a:defRPr sz="2004"/>
            </a:lvl5pPr>
            <a:lvl6pPr>
              <a:defRPr sz="2160"/>
            </a:lvl6pPr>
            <a:lvl7pPr>
              <a:defRPr sz="2160"/>
            </a:lvl7pPr>
            <a:lvl8pPr>
              <a:defRPr sz="2160"/>
            </a:lvl8pPr>
            <a:lvl9pPr>
              <a:defRPr sz="2160"/>
            </a:lvl9pPr>
          </a:lstStyle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  <a:endParaRPr lang="fr-CA" noProof="0"/>
          </a:p>
        </p:txBody>
      </p:sp>
      <p:sp>
        <p:nvSpPr>
          <p:cNvPr id="6" name="Titre 1">
            <a:extLst>
              <a:ext uri="{FF2B5EF4-FFF2-40B4-BE49-F238E27FC236}">
                <a16:creationId xmlns:a16="http://schemas.microsoft.com/office/drawing/2014/main" id="{5DC87F9A-0B14-5044-A85E-4048F6B5FF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2509" y="302168"/>
            <a:ext cx="10915200" cy="987552"/>
          </a:xfrm>
        </p:spPr>
        <p:txBody>
          <a:bodyPr/>
          <a:lstStyle>
            <a:lvl1pPr>
              <a:defRPr sz="4000">
                <a:solidFill>
                  <a:schemeClr val="accent3"/>
                </a:solidFill>
              </a:defRPr>
            </a:lvl1pPr>
          </a:lstStyle>
          <a:p>
            <a:r>
              <a:rPr lang="fr-CA" noProof="0"/>
              <a:t>Click to </a:t>
            </a:r>
            <a:r>
              <a:rPr lang="fr-CA" noProof="0" err="1"/>
              <a:t>edit</a:t>
            </a:r>
            <a:r>
              <a:rPr lang="fr-CA" noProof="0"/>
              <a:t> </a:t>
            </a:r>
            <a:r>
              <a:rPr lang="fr-CA" noProof="0" err="1"/>
              <a:t>title</a:t>
            </a:r>
            <a:r>
              <a:rPr lang="fr-CA" noProof="0"/>
              <a:t> style</a:t>
            </a:r>
          </a:p>
        </p:txBody>
      </p:sp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9EF46E6C-4B7F-3C48-9C35-05A21075958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92510" y="1139191"/>
            <a:ext cx="6991349" cy="576720"/>
          </a:xfrm>
        </p:spPr>
        <p:txBody>
          <a:bodyPr>
            <a:normAutofit/>
          </a:bodyPr>
          <a:lstStyle>
            <a:lvl1pPr>
              <a:defRPr sz="2133" b="1">
                <a:solidFill>
                  <a:srgbClr val="002060"/>
                </a:solidFill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16794175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92510" y="2126743"/>
            <a:ext cx="5386917" cy="639763"/>
          </a:xfrm>
        </p:spPr>
        <p:txBody>
          <a:bodyPr anchor="b">
            <a:noAutofit/>
          </a:bodyPr>
          <a:lstStyle>
            <a:lvl1pPr marL="0" indent="0">
              <a:buNone/>
              <a:defRPr sz="1800" b="1" cap="all" baseline="0"/>
            </a:lvl1pPr>
            <a:lvl2pPr marL="548626" indent="0">
              <a:buNone/>
              <a:defRPr sz="2400" b="1"/>
            </a:lvl2pPr>
            <a:lvl3pPr marL="1097253" indent="0">
              <a:buNone/>
              <a:defRPr sz="2160" b="1"/>
            </a:lvl3pPr>
            <a:lvl4pPr marL="1645879" indent="0">
              <a:buNone/>
              <a:defRPr sz="1920" b="1"/>
            </a:lvl4pPr>
            <a:lvl5pPr marL="2194505" indent="0">
              <a:buNone/>
              <a:defRPr sz="1920" b="1"/>
            </a:lvl5pPr>
            <a:lvl6pPr marL="2743131" indent="0">
              <a:buNone/>
              <a:defRPr sz="1920" b="1"/>
            </a:lvl6pPr>
            <a:lvl7pPr marL="3291758" indent="0">
              <a:buNone/>
              <a:defRPr sz="1920" b="1"/>
            </a:lvl7pPr>
            <a:lvl8pPr marL="3840384" indent="0">
              <a:buNone/>
              <a:defRPr sz="1920" b="1"/>
            </a:lvl8pPr>
            <a:lvl9pPr marL="4389010" indent="0">
              <a:buNone/>
              <a:defRPr sz="1920" b="1"/>
            </a:lvl9pPr>
          </a:lstStyle>
          <a:p>
            <a:pPr lvl="0"/>
            <a:r>
              <a:rPr lang="fr-FR" noProof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92510" y="2766505"/>
            <a:ext cx="5386917" cy="3265488"/>
          </a:xfrm>
        </p:spPr>
        <p:txBody>
          <a:bodyPr>
            <a:normAutofit/>
          </a:bodyPr>
          <a:lstStyle>
            <a:lvl1pPr>
              <a:defRPr sz="2004"/>
            </a:lvl1pPr>
            <a:lvl2pPr>
              <a:defRPr sz="2004"/>
            </a:lvl2pPr>
            <a:lvl3pPr>
              <a:defRPr sz="2004"/>
            </a:lvl3pPr>
            <a:lvl4pPr>
              <a:defRPr sz="2004"/>
            </a:lvl4pPr>
            <a:lvl5pPr>
              <a:defRPr sz="2004"/>
            </a:lvl5pPr>
            <a:lvl6pPr>
              <a:defRPr sz="1920"/>
            </a:lvl6pPr>
            <a:lvl7pPr>
              <a:defRPr sz="1920"/>
            </a:lvl7pPr>
            <a:lvl8pPr>
              <a:defRPr sz="1920"/>
            </a:lvl8pPr>
            <a:lvl9pPr>
              <a:defRPr sz="1920"/>
            </a:lvl9pPr>
          </a:lstStyle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  <a:endParaRPr lang="fr-CA" noProof="0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076280" y="2126743"/>
            <a:ext cx="5389033" cy="639763"/>
          </a:xfrm>
        </p:spPr>
        <p:txBody>
          <a:bodyPr anchor="b">
            <a:noAutofit/>
          </a:bodyPr>
          <a:lstStyle>
            <a:lvl1pPr marL="0" indent="0">
              <a:buNone/>
              <a:defRPr sz="1800" b="1" cap="all" baseline="0"/>
            </a:lvl1pPr>
            <a:lvl2pPr marL="548626" indent="0">
              <a:buNone/>
              <a:defRPr sz="2400" b="1"/>
            </a:lvl2pPr>
            <a:lvl3pPr marL="1097253" indent="0">
              <a:buNone/>
              <a:defRPr sz="2160" b="1"/>
            </a:lvl3pPr>
            <a:lvl4pPr marL="1645879" indent="0">
              <a:buNone/>
              <a:defRPr sz="1920" b="1"/>
            </a:lvl4pPr>
            <a:lvl5pPr marL="2194505" indent="0">
              <a:buNone/>
              <a:defRPr sz="1920" b="1"/>
            </a:lvl5pPr>
            <a:lvl6pPr marL="2743131" indent="0">
              <a:buNone/>
              <a:defRPr sz="1920" b="1"/>
            </a:lvl6pPr>
            <a:lvl7pPr marL="3291758" indent="0">
              <a:buNone/>
              <a:defRPr sz="1920" b="1"/>
            </a:lvl7pPr>
            <a:lvl8pPr marL="3840384" indent="0">
              <a:buNone/>
              <a:defRPr sz="1920" b="1"/>
            </a:lvl8pPr>
            <a:lvl9pPr marL="4389010" indent="0">
              <a:buNone/>
              <a:defRPr sz="1920" b="1"/>
            </a:lvl9pPr>
          </a:lstStyle>
          <a:p>
            <a:pPr lvl="0"/>
            <a:r>
              <a:rPr lang="fr-FR" noProof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076280" y="2766505"/>
            <a:ext cx="5389033" cy="3265488"/>
          </a:xfrm>
        </p:spPr>
        <p:txBody>
          <a:bodyPr>
            <a:normAutofit/>
          </a:bodyPr>
          <a:lstStyle>
            <a:lvl1pPr>
              <a:defRPr sz="2004"/>
            </a:lvl1pPr>
            <a:lvl2pPr>
              <a:defRPr sz="2004"/>
            </a:lvl2pPr>
            <a:lvl3pPr>
              <a:defRPr sz="2004"/>
            </a:lvl3pPr>
            <a:lvl4pPr>
              <a:defRPr sz="2004"/>
            </a:lvl4pPr>
            <a:lvl5pPr>
              <a:defRPr sz="2004"/>
            </a:lvl5pPr>
            <a:lvl6pPr>
              <a:defRPr sz="1920"/>
            </a:lvl6pPr>
            <a:lvl7pPr>
              <a:defRPr sz="1920"/>
            </a:lvl7pPr>
            <a:lvl8pPr>
              <a:defRPr sz="1920"/>
            </a:lvl8pPr>
            <a:lvl9pPr>
              <a:defRPr sz="1920"/>
            </a:lvl9pPr>
          </a:lstStyle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  <a:endParaRPr lang="fr-CA" noProof="0"/>
          </a:p>
        </p:txBody>
      </p:sp>
      <p:sp>
        <p:nvSpPr>
          <p:cNvPr id="8" name="Titre 1">
            <a:extLst>
              <a:ext uri="{FF2B5EF4-FFF2-40B4-BE49-F238E27FC236}">
                <a16:creationId xmlns:a16="http://schemas.microsoft.com/office/drawing/2014/main" id="{774571B3-8C99-AF4B-A06D-5BCDBDA555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2509" y="302168"/>
            <a:ext cx="10915200" cy="987552"/>
          </a:xfrm>
        </p:spPr>
        <p:txBody>
          <a:bodyPr/>
          <a:lstStyle>
            <a:lvl1pPr>
              <a:defRPr sz="4000">
                <a:solidFill>
                  <a:schemeClr val="accent3"/>
                </a:solidFill>
              </a:defRPr>
            </a:lvl1pPr>
          </a:lstStyle>
          <a:p>
            <a:r>
              <a:rPr lang="fr-CA" noProof="0"/>
              <a:t>Click to </a:t>
            </a:r>
            <a:r>
              <a:rPr lang="fr-CA" noProof="0" err="1"/>
              <a:t>edit</a:t>
            </a:r>
            <a:r>
              <a:rPr lang="fr-CA" noProof="0"/>
              <a:t> </a:t>
            </a:r>
            <a:r>
              <a:rPr lang="fr-CA" noProof="0" err="1"/>
              <a:t>title</a:t>
            </a:r>
            <a:r>
              <a:rPr lang="fr-CA" noProof="0"/>
              <a:t> style</a:t>
            </a:r>
          </a:p>
        </p:txBody>
      </p:sp>
      <p:sp>
        <p:nvSpPr>
          <p:cNvPr id="9" name="Text Placeholder 14">
            <a:extLst>
              <a:ext uri="{FF2B5EF4-FFF2-40B4-BE49-F238E27FC236}">
                <a16:creationId xmlns:a16="http://schemas.microsoft.com/office/drawing/2014/main" id="{6C4B472A-7EF1-4148-BA9C-E519EA28DFD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92510" y="1139191"/>
            <a:ext cx="6991349" cy="576720"/>
          </a:xfrm>
        </p:spPr>
        <p:txBody>
          <a:bodyPr>
            <a:normAutofit/>
          </a:bodyPr>
          <a:lstStyle>
            <a:lvl1pPr>
              <a:defRPr sz="2133" b="1">
                <a:solidFill>
                  <a:srgbClr val="002060"/>
                </a:solidFill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427152352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sitting, computer, laptop, game&#10;&#10;Description automatically generated">
            <a:extLst>
              <a:ext uri="{FF2B5EF4-FFF2-40B4-BE49-F238E27FC236}">
                <a16:creationId xmlns:a16="http://schemas.microsoft.com/office/drawing/2014/main" id="{9D41478B-8AD6-D542-8657-FAEFBD0F236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re 1">
            <a:extLst>
              <a:ext uri="{FF2B5EF4-FFF2-40B4-BE49-F238E27FC236}">
                <a16:creationId xmlns:a16="http://schemas.microsoft.com/office/drawing/2014/main" id="{D53DE90F-EE13-BE4E-8537-0BF93F44AB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2509" y="302168"/>
            <a:ext cx="10915200" cy="987552"/>
          </a:xfrm>
        </p:spPr>
        <p:txBody>
          <a:bodyPr/>
          <a:lstStyle>
            <a:lvl1pPr>
              <a:defRPr sz="4000">
                <a:solidFill>
                  <a:schemeClr val="accent1"/>
                </a:solidFill>
              </a:defRPr>
            </a:lvl1pPr>
          </a:lstStyle>
          <a:p>
            <a:r>
              <a:rPr lang="fr-CA" noProof="0"/>
              <a:t>Click to </a:t>
            </a:r>
            <a:r>
              <a:rPr lang="fr-CA" noProof="0" err="1"/>
              <a:t>edit</a:t>
            </a:r>
            <a:r>
              <a:rPr lang="fr-CA" noProof="0"/>
              <a:t> </a:t>
            </a:r>
            <a:r>
              <a:rPr lang="fr-CA" noProof="0" err="1"/>
              <a:t>title</a:t>
            </a:r>
            <a:r>
              <a:rPr lang="fr-CA" noProof="0"/>
              <a:t> style</a:t>
            </a:r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453A668A-512D-B24E-A0FF-F58D1ABCA06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92510" y="1139191"/>
            <a:ext cx="6991349" cy="576720"/>
          </a:xfrm>
        </p:spPr>
        <p:txBody>
          <a:bodyPr>
            <a:normAutofit/>
          </a:bodyPr>
          <a:lstStyle>
            <a:lvl1pPr>
              <a:defRPr sz="2133" b="1">
                <a:solidFill>
                  <a:srgbClr val="002060"/>
                </a:solidFill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0F4BC23-4785-1690-BCC4-506746ADE516}"/>
              </a:ext>
            </a:extLst>
          </p:cNvPr>
          <p:cNvSpPr/>
          <p:nvPr userDrawn="1"/>
        </p:nvSpPr>
        <p:spPr>
          <a:xfrm rot="16200000">
            <a:off x="0" y="832983"/>
            <a:ext cx="194443" cy="19444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sz="240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121AB4C-33E0-5FB1-B4E5-64FCD3F84235}"/>
              </a:ext>
            </a:extLst>
          </p:cNvPr>
          <p:cNvSpPr/>
          <p:nvPr userDrawn="1"/>
        </p:nvSpPr>
        <p:spPr>
          <a:xfrm rot="16200000">
            <a:off x="-191139" y="447401"/>
            <a:ext cx="576720" cy="19444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sz="2400"/>
          </a:p>
        </p:txBody>
      </p:sp>
    </p:spTree>
    <p:extLst>
      <p:ext uri="{BB962C8B-B14F-4D97-AF65-F5344CB8AC3E}">
        <p14:creationId xmlns:p14="http://schemas.microsoft.com/office/powerpoint/2010/main" val="354933559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601309" y="2126743"/>
            <a:ext cx="6796800" cy="3913531"/>
          </a:xfrm>
        </p:spPr>
        <p:txBody>
          <a:bodyPr>
            <a:normAutofit/>
          </a:bodyPr>
          <a:lstStyle>
            <a:lvl1pPr>
              <a:defRPr sz="2004"/>
            </a:lvl1pPr>
            <a:lvl2pPr>
              <a:defRPr sz="2004"/>
            </a:lvl2pPr>
            <a:lvl3pPr>
              <a:defRPr sz="2004"/>
            </a:lvl3pPr>
            <a:lvl4pPr>
              <a:defRPr sz="2004"/>
            </a:lvl4pPr>
            <a:lvl5pPr>
              <a:defRPr sz="2004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  <a:endParaRPr lang="fr-CA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92509" y="2126743"/>
            <a:ext cx="3984000" cy="3913531"/>
          </a:xfrm>
        </p:spPr>
        <p:txBody>
          <a:bodyPr>
            <a:normAutofit/>
          </a:bodyPr>
          <a:lstStyle>
            <a:lvl1pPr marL="0" indent="0">
              <a:buNone/>
              <a:defRPr sz="1800" b="1" cap="all" baseline="0"/>
            </a:lvl1pPr>
            <a:lvl2pPr marL="548626" indent="0">
              <a:buNone/>
              <a:defRPr sz="1440"/>
            </a:lvl2pPr>
            <a:lvl3pPr marL="1097253" indent="0">
              <a:buNone/>
              <a:defRPr sz="1200"/>
            </a:lvl3pPr>
            <a:lvl4pPr marL="1645879" indent="0">
              <a:buNone/>
              <a:defRPr sz="1080"/>
            </a:lvl4pPr>
            <a:lvl5pPr marL="2194505" indent="0">
              <a:buNone/>
              <a:defRPr sz="1080"/>
            </a:lvl5pPr>
            <a:lvl6pPr marL="2743131" indent="0">
              <a:buNone/>
              <a:defRPr sz="1080"/>
            </a:lvl6pPr>
            <a:lvl7pPr marL="3291758" indent="0">
              <a:buNone/>
              <a:defRPr sz="1080"/>
            </a:lvl7pPr>
            <a:lvl8pPr marL="3840384" indent="0">
              <a:buNone/>
              <a:defRPr sz="1080"/>
            </a:lvl8pPr>
            <a:lvl9pPr marL="4389010" indent="0">
              <a:buNone/>
              <a:defRPr sz="1080"/>
            </a:lvl9pPr>
          </a:lstStyle>
          <a:p>
            <a:pPr lvl="0"/>
            <a:r>
              <a:rPr lang="fr-FR" noProof="0"/>
              <a:t>Cliquez pour modifier les styles du texte du masque</a:t>
            </a:r>
          </a:p>
        </p:txBody>
      </p:sp>
      <p:sp>
        <p:nvSpPr>
          <p:cNvPr id="7" name="Titre 1">
            <a:extLst>
              <a:ext uri="{FF2B5EF4-FFF2-40B4-BE49-F238E27FC236}">
                <a16:creationId xmlns:a16="http://schemas.microsoft.com/office/drawing/2014/main" id="{58858A58-66D0-B848-B566-D94130F6808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2509" y="302168"/>
            <a:ext cx="10915200" cy="987552"/>
          </a:xfrm>
        </p:spPr>
        <p:txBody>
          <a:bodyPr/>
          <a:lstStyle>
            <a:lvl1pPr>
              <a:defRPr sz="4000">
                <a:solidFill>
                  <a:schemeClr val="accent1"/>
                </a:solidFill>
              </a:defRPr>
            </a:lvl1pPr>
          </a:lstStyle>
          <a:p>
            <a:r>
              <a:rPr lang="fr-CA" noProof="0"/>
              <a:t>Click to </a:t>
            </a:r>
            <a:r>
              <a:rPr lang="fr-CA" noProof="0" err="1"/>
              <a:t>edit</a:t>
            </a:r>
            <a:r>
              <a:rPr lang="fr-CA" noProof="0"/>
              <a:t> </a:t>
            </a:r>
            <a:r>
              <a:rPr lang="fr-CA" noProof="0" err="1"/>
              <a:t>title</a:t>
            </a:r>
            <a:r>
              <a:rPr lang="fr-CA" noProof="0"/>
              <a:t> style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4F34D983-8FC4-6B4C-A271-28E076618E5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92510" y="1139191"/>
            <a:ext cx="6991349" cy="576720"/>
          </a:xfrm>
        </p:spPr>
        <p:txBody>
          <a:bodyPr>
            <a:normAutofit/>
          </a:bodyPr>
          <a:lstStyle>
            <a:lvl1pPr>
              <a:defRPr sz="2133" b="1">
                <a:solidFill>
                  <a:srgbClr val="002060"/>
                </a:solidFill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41110103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vec sous-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492509" y="2791850"/>
            <a:ext cx="10905600" cy="3240717"/>
          </a:xfrm>
        </p:spPr>
        <p:txBody>
          <a:bodyPr>
            <a:normAutofit/>
          </a:bodyPr>
          <a:lstStyle>
            <a:lvl1pPr marL="0" indent="0">
              <a:buNone/>
              <a:defRPr sz="2004"/>
            </a:lvl1pPr>
            <a:lvl2pPr marL="548626" indent="0">
              <a:buNone/>
              <a:defRPr sz="3360"/>
            </a:lvl2pPr>
            <a:lvl3pPr marL="1097253" indent="0">
              <a:buNone/>
              <a:defRPr sz="2880"/>
            </a:lvl3pPr>
            <a:lvl4pPr marL="1645879" indent="0">
              <a:buNone/>
              <a:defRPr sz="2400"/>
            </a:lvl4pPr>
            <a:lvl5pPr marL="2194505" indent="0">
              <a:buNone/>
              <a:defRPr sz="2400"/>
            </a:lvl5pPr>
            <a:lvl6pPr marL="2743131" indent="0">
              <a:buNone/>
              <a:defRPr sz="2400"/>
            </a:lvl6pPr>
            <a:lvl7pPr marL="3291758" indent="0">
              <a:buNone/>
              <a:defRPr sz="2400"/>
            </a:lvl7pPr>
            <a:lvl8pPr marL="3840384" indent="0">
              <a:buNone/>
              <a:defRPr sz="2400"/>
            </a:lvl8pPr>
            <a:lvl9pPr marL="4389010" indent="0">
              <a:buNone/>
              <a:defRPr sz="2400"/>
            </a:lvl9pPr>
          </a:lstStyle>
          <a:p>
            <a:r>
              <a:rPr lang="fr-FR" noProof="0"/>
              <a:t>Cliquez sur l'icône pour ajouter une image</a:t>
            </a:r>
            <a:endParaRPr lang="fr-CA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92509" y="2135209"/>
            <a:ext cx="10905600" cy="626400"/>
          </a:xfrm>
        </p:spPr>
        <p:txBody>
          <a:bodyPr>
            <a:normAutofit/>
          </a:bodyPr>
          <a:lstStyle>
            <a:lvl1pPr marL="0" indent="0">
              <a:buNone/>
              <a:defRPr sz="1800" b="1" cap="all" baseline="0"/>
            </a:lvl1pPr>
            <a:lvl2pPr marL="548626" indent="0">
              <a:buNone/>
              <a:defRPr sz="1440"/>
            </a:lvl2pPr>
            <a:lvl3pPr marL="1097253" indent="0">
              <a:buNone/>
              <a:defRPr sz="1200"/>
            </a:lvl3pPr>
            <a:lvl4pPr marL="1645879" indent="0">
              <a:buNone/>
              <a:defRPr sz="1080"/>
            </a:lvl4pPr>
            <a:lvl5pPr marL="2194505" indent="0">
              <a:buNone/>
              <a:defRPr sz="1080"/>
            </a:lvl5pPr>
            <a:lvl6pPr marL="2743131" indent="0">
              <a:buNone/>
              <a:defRPr sz="1080"/>
            </a:lvl6pPr>
            <a:lvl7pPr marL="3291758" indent="0">
              <a:buNone/>
              <a:defRPr sz="1080"/>
            </a:lvl7pPr>
            <a:lvl8pPr marL="3840384" indent="0">
              <a:buNone/>
              <a:defRPr sz="1080"/>
            </a:lvl8pPr>
            <a:lvl9pPr marL="4389010" indent="0">
              <a:buNone/>
              <a:defRPr sz="1080"/>
            </a:lvl9pPr>
          </a:lstStyle>
          <a:p>
            <a:pPr lvl="0"/>
            <a:r>
              <a:rPr lang="fr-FR" noProof="0"/>
              <a:t>Cliquez pour modifier les styles du texte du masque</a:t>
            </a:r>
          </a:p>
        </p:txBody>
      </p:sp>
      <p:sp>
        <p:nvSpPr>
          <p:cNvPr id="6" name="Titre 1">
            <a:extLst>
              <a:ext uri="{FF2B5EF4-FFF2-40B4-BE49-F238E27FC236}">
                <a16:creationId xmlns:a16="http://schemas.microsoft.com/office/drawing/2014/main" id="{31F822D9-3DEC-3047-80E7-91FEF03ADE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2509" y="302168"/>
            <a:ext cx="10915200" cy="987552"/>
          </a:xfrm>
        </p:spPr>
        <p:txBody>
          <a:bodyPr/>
          <a:lstStyle>
            <a:lvl1pPr>
              <a:defRPr sz="4000">
                <a:solidFill>
                  <a:schemeClr val="accent1"/>
                </a:solidFill>
              </a:defRPr>
            </a:lvl1pPr>
          </a:lstStyle>
          <a:p>
            <a:r>
              <a:rPr lang="fr-CA" noProof="0"/>
              <a:t>Click to </a:t>
            </a:r>
            <a:r>
              <a:rPr lang="fr-CA" noProof="0" err="1"/>
              <a:t>edit</a:t>
            </a:r>
            <a:r>
              <a:rPr lang="fr-CA" noProof="0"/>
              <a:t> </a:t>
            </a:r>
            <a:r>
              <a:rPr lang="fr-CA" noProof="0" err="1"/>
              <a:t>title</a:t>
            </a:r>
            <a:r>
              <a:rPr lang="fr-CA" noProof="0"/>
              <a:t> style</a:t>
            </a:r>
          </a:p>
        </p:txBody>
      </p:sp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012413CD-0402-DF4B-B461-41211EB387C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92510" y="1139191"/>
            <a:ext cx="6991349" cy="576720"/>
          </a:xfrm>
        </p:spPr>
        <p:txBody>
          <a:bodyPr>
            <a:normAutofit/>
          </a:bodyPr>
          <a:lstStyle>
            <a:lvl1pPr>
              <a:defRPr sz="2133" b="1">
                <a:solidFill>
                  <a:srgbClr val="002060"/>
                </a:solidFill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43370938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du contenu 2">
            <a:extLst>
              <a:ext uri="{FF2B5EF4-FFF2-40B4-BE49-F238E27FC236}">
                <a16:creationId xmlns:a16="http://schemas.microsoft.com/office/drawing/2014/main" id="{A4852420-8753-0547-A124-EA1822DD27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2509" y="2126743"/>
            <a:ext cx="10915200" cy="3825587"/>
          </a:xfrm>
        </p:spPr>
        <p:txBody>
          <a:bodyPr/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  <a:endParaRPr lang="fr-CA" noProof="0"/>
          </a:p>
        </p:txBody>
      </p:sp>
      <p:sp>
        <p:nvSpPr>
          <p:cNvPr id="8" name="Titre 1">
            <a:extLst>
              <a:ext uri="{FF2B5EF4-FFF2-40B4-BE49-F238E27FC236}">
                <a16:creationId xmlns:a16="http://schemas.microsoft.com/office/drawing/2014/main" id="{1A0E864F-8F4A-CC42-8321-8A205C5B03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2509" y="302168"/>
            <a:ext cx="10915200" cy="987552"/>
          </a:xfrm>
        </p:spPr>
        <p:txBody>
          <a:bodyPr/>
          <a:lstStyle>
            <a:lvl1pPr>
              <a:defRPr sz="4000">
                <a:solidFill>
                  <a:schemeClr val="accent1"/>
                </a:solidFill>
              </a:defRPr>
            </a:lvl1pPr>
          </a:lstStyle>
          <a:p>
            <a:r>
              <a:rPr lang="fr-CA" noProof="0"/>
              <a:t>Click to </a:t>
            </a:r>
            <a:r>
              <a:rPr lang="fr-CA" noProof="0" err="1"/>
              <a:t>edit</a:t>
            </a:r>
            <a:r>
              <a:rPr lang="fr-CA" noProof="0"/>
              <a:t> </a:t>
            </a:r>
            <a:r>
              <a:rPr lang="fr-CA" noProof="0" err="1"/>
              <a:t>title</a:t>
            </a:r>
            <a:r>
              <a:rPr lang="fr-CA" noProof="0"/>
              <a:t> style</a:t>
            </a:r>
          </a:p>
        </p:txBody>
      </p:sp>
      <p:sp>
        <p:nvSpPr>
          <p:cNvPr id="9" name="Text Placeholder 14">
            <a:extLst>
              <a:ext uri="{FF2B5EF4-FFF2-40B4-BE49-F238E27FC236}">
                <a16:creationId xmlns:a16="http://schemas.microsoft.com/office/drawing/2014/main" id="{0D22B6CC-C7ED-5745-BD28-3822207DE77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92510" y="1139191"/>
            <a:ext cx="6991349" cy="576720"/>
          </a:xfrm>
        </p:spPr>
        <p:txBody>
          <a:bodyPr>
            <a:normAutofit/>
          </a:bodyPr>
          <a:lstStyle>
            <a:lvl1pPr>
              <a:defRPr sz="2133" b="1">
                <a:solidFill>
                  <a:srgbClr val="002060"/>
                </a:solidFill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243879880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1">
            <a:extLst>
              <a:ext uri="{FF2B5EF4-FFF2-40B4-BE49-F238E27FC236}">
                <a16:creationId xmlns:a16="http://schemas.microsoft.com/office/drawing/2014/main" id="{1AD97A31-589D-5648-AA82-BCBA4A39247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2509" y="302168"/>
            <a:ext cx="10915200" cy="987552"/>
          </a:xfrm>
        </p:spPr>
        <p:txBody>
          <a:bodyPr/>
          <a:lstStyle>
            <a:lvl1pPr>
              <a:defRPr sz="4000">
                <a:solidFill>
                  <a:schemeClr val="accent1"/>
                </a:solidFill>
              </a:defRPr>
            </a:lvl1pPr>
          </a:lstStyle>
          <a:p>
            <a:r>
              <a:rPr lang="fr-CA" noProof="0"/>
              <a:t>Click to </a:t>
            </a:r>
            <a:r>
              <a:rPr lang="fr-CA" noProof="0" err="1"/>
              <a:t>edit</a:t>
            </a:r>
            <a:r>
              <a:rPr lang="fr-CA" noProof="0"/>
              <a:t> </a:t>
            </a:r>
            <a:r>
              <a:rPr lang="fr-CA" noProof="0" err="1"/>
              <a:t>title</a:t>
            </a:r>
            <a:r>
              <a:rPr lang="fr-CA" noProof="0"/>
              <a:t> style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2CC07A2E-488D-9643-9E9E-69C3CB294B7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92510" y="1139191"/>
            <a:ext cx="6991349" cy="576720"/>
          </a:xfrm>
        </p:spPr>
        <p:txBody>
          <a:bodyPr>
            <a:normAutofit/>
          </a:bodyPr>
          <a:lstStyle>
            <a:lvl1pPr>
              <a:defRPr sz="2133" b="1">
                <a:solidFill>
                  <a:srgbClr val="002060"/>
                </a:solidFill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471217190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V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3BB2C9CB-2066-4279-A68C-D7E978D80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D5BF6-20CC-48B5-A010-8238257C1994}" type="datetime1">
              <a:rPr lang="fr-CA" smtClean="0"/>
              <a:t>2026-09-08</a:t>
            </a:fld>
            <a:endParaRPr lang="fr-CA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801F4E27-6958-4070-AA66-9A182D7988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D2A506C-C42C-491E-9BF5-093EF3AC5B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62AF1F-2696-4F34-A7F3-E326E3C5B51E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90705439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888022" y="0"/>
            <a:ext cx="11303977" cy="889920"/>
          </a:xfrm>
          <a:prstGeom prst="rect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txBody>
          <a:bodyPr>
            <a:normAutofit/>
          </a:bodyPr>
          <a:lstStyle>
            <a:lvl1pPr>
              <a:tabLst>
                <a:tab pos="320040" algn="l"/>
              </a:tabLst>
              <a:defRPr lang="fr-CA" sz="3200" kern="1200" noProof="0">
                <a:solidFill>
                  <a:schemeClr val="bg1"/>
                </a:solidFill>
                <a:latin typeface="Visby Slab CF Bold" panose="00000800000000000000" pitchFamily="50" charset="0"/>
                <a:ea typeface="+mj-ea"/>
                <a:cs typeface="+mj-cs"/>
              </a:defRPr>
            </a:lvl1pPr>
          </a:lstStyle>
          <a:p>
            <a:r>
              <a:rPr lang="fr-CA" noProof="0"/>
              <a:t>	Click to </a:t>
            </a:r>
            <a:r>
              <a:rPr lang="fr-CA" noProof="0" err="1"/>
              <a:t>edit</a:t>
            </a:r>
            <a:r>
              <a:rPr lang="fr-CA" noProof="0"/>
              <a:t> </a:t>
            </a:r>
            <a:r>
              <a:rPr lang="fr-CA" noProof="0" err="1"/>
              <a:t>title</a:t>
            </a:r>
            <a:r>
              <a:rPr lang="fr-CA" noProof="0"/>
              <a:t> style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24640" y="1017270"/>
            <a:ext cx="11767680" cy="5679922"/>
          </a:xfrm>
        </p:spPr>
        <p:txBody>
          <a:bodyPr/>
          <a:lstStyle>
            <a:lvl1pPr>
              <a:defRPr>
                <a:latin typeface="Visby CF Medium" pitchFamily="50" charset="0"/>
              </a:defRPr>
            </a:lvl1pPr>
            <a:lvl2pPr>
              <a:defRPr>
                <a:latin typeface="Visby CF Medium" pitchFamily="50" charset="0"/>
              </a:defRPr>
            </a:lvl2pPr>
            <a:lvl3pPr>
              <a:defRPr>
                <a:latin typeface="Visby CF Medium" pitchFamily="50" charset="0"/>
              </a:defRPr>
            </a:lvl3pPr>
            <a:lvl4pPr>
              <a:defRPr>
                <a:latin typeface="Visby CF Medium" pitchFamily="50" charset="0"/>
              </a:defRPr>
            </a:lvl4pPr>
            <a:lvl5pPr>
              <a:defRPr>
                <a:latin typeface="Visby CF Medium" pitchFamily="50" charset="0"/>
              </a:defRPr>
            </a:lvl5pPr>
          </a:lstStyle>
          <a:p>
            <a:pPr lvl="0"/>
            <a:r>
              <a:rPr lang="fr-FR" noProof="0"/>
              <a:t>Modifiez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  <a:endParaRPr lang="fr-CA" noProof="0"/>
          </a:p>
        </p:txBody>
      </p:sp>
      <p:sp>
        <p:nvSpPr>
          <p:cNvPr id="7" name="TextBox 6"/>
          <p:cNvSpPr txBox="1"/>
          <p:nvPr/>
        </p:nvSpPr>
        <p:spPr>
          <a:xfrm>
            <a:off x="461434" y="5718810"/>
            <a:ext cx="1219200" cy="1097280"/>
          </a:xfrm>
          <a:prstGeom prst="rect">
            <a:avLst/>
          </a:prstGeom>
        </p:spPr>
        <p:txBody>
          <a:bodyPr vert="horz" wrap="none" lIns="121920" tIns="60960" rIns="121920" bIns="60960" rtlCol="0">
            <a:normAutofit/>
          </a:bodyPr>
          <a:lstStyle/>
          <a:p>
            <a:pPr marL="206398" indent="-206398">
              <a:buClr>
                <a:schemeClr val="accent2"/>
              </a:buClr>
              <a:buSzPct val="125000"/>
              <a:buFont typeface="Arial" panose="020B0604020202020204" pitchFamily="34" charset="0"/>
              <a:buChar char="•"/>
            </a:pPr>
            <a:endParaRPr lang="fr-CA" sz="2227" noProof="0"/>
          </a:p>
        </p:txBody>
      </p:sp>
      <p:sp>
        <p:nvSpPr>
          <p:cNvPr id="9" name="TextBox 6"/>
          <p:cNvSpPr txBox="1"/>
          <p:nvPr userDrawn="1"/>
        </p:nvSpPr>
        <p:spPr>
          <a:xfrm>
            <a:off x="461434" y="5718810"/>
            <a:ext cx="1219200" cy="1097280"/>
          </a:xfrm>
          <a:prstGeom prst="rect">
            <a:avLst/>
          </a:prstGeom>
        </p:spPr>
        <p:txBody>
          <a:bodyPr vert="horz" wrap="none" lIns="121920" tIns="60960" rIns="121920" bIns="60960" rtlCol="0">
            <a:normAutofit/>
          </a:bodyPr>
          <a:lstStyle/>
          <a:p>
            <a:pPr marL="206398" indent="-206398">
              <a:buClr>
                <a:schemeClr val="accent2"/>
              </a:buClr>
              <a:buSzPct val="125000"/>
              <a:buFont typeface="Arial" panose="020B0604020202020204" pitchFamily="34" charset="0"/>
              <a:buChar char="•"/>
            </a:pPr>
            <a:endParaRPr lang="fr-CA" sz="2227" noProof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E772C3C-7BC7-07FC-6A24-A8C15B74B5C8}"/>
              </a:ext>
            </a:extLst>
          </p:cNvPr>
          <p:cNvSpPr/>
          <p:nvPr userDrawn="1"/>
        </p:nvSpPr>
        <p:spPr>
          <a:xfrm>
            <a:off x="0" y="0"/>
            <a:ext cx="888023" cy="889200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07051359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26.xml"/><Relationship Id="rId18" Type="http://schemas.openxmlformats.org/officeDocument/2006/relationships/slideLayout" Target="../slideLayouts/slideLayout31.xml"/><Relationship Id="rId26" Type="http://schemas.openxmlformats.org/officeDocument/2006/relationships/slideLayout" Target="../slideLayouts/slideLayout39.xml"/><Relationship Id="rId3" Type="http://schemas.openxmlformats.org/officeDocument/2006/relationships/slideLayout" Target="../slideLayouts/slideLayout16.xml"/><Relationship Id="rId21" Type="http://schemas.openxmlformats.org/officeDocument/2006/relationships/slideLayout" Target="../slideLayouts/slideLayout34.xml"/><Relationship Id="rId34" Type="http://schemas.openxmlformats.org/officeDocument/2006/relationships/slideLayout" Target="../slideLayouts/slideLayout47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30.xml"/><Relationship Id="rId25" Type="http://schemas.openxmlformats.org/officeDocument/2006/relationships/slideLayout" Target="../slideLayouts/slideLayout38.xml"/><Relationship Id="rId33" Type="http://schemas.openxmlformats.org/officeDocument/2006/relationships/slideLayout" Target="../slideLayouts/slideLayout46.xml"/><Relationship Id="rId2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29.xml"/><Relationship Id="rId20" Type="http://schemas.openxmlformats.org/officeDocument/2006/relationships/slideLayout" Target="../slideLayouts/slideLayout33.xml"/><Relationship Id="rId29" Type="http://schemas.openxmlformats.org/officeDocument/2006/relationships/slideLayout" Target="../slideLayouts/slideLayout42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24" Type="http://schemas.openxmlformats.org/officeDocument/2006/relationships/slideLayout" Target="../slideLayouts/slideLayout37.xml"/><Relationship Id="rId32" Type="http://schemas.openxmlformats.org/officeDocument/2006/relationships/slideLayout" Target="../slideLayouts/slideLayout45.xml"/><Relationship Id="rId5" Type="http://schemas.openxmlformats.org/officeDocument/2006/relationships/slideLayout" Target="../slideLayouts/slideLayout18.xml"/><Relationship Id="rId15" Type="http://schemas.openxmlformats.org/officeDocument/2006/relationships/slideLayout" Target="../slideLayouts/slideLayout28.xml"/><Relationship Id="rId23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41.xml"/><Relationship Id="rId36" Type="http://schemas.openxmlformats.org/officeDocument/2006/relationships/theme" Target="../theme/theme2.xml"/><Relationship Id="rId10" Type="http://schemas.openxmlformats.org/officeDocument/2006/relationships/slideLayout" Target="../slideLayouts/slideLayout23.xml"/><Relationship Id="rId19" Type="http://schemas.openxmlformats.org/officeDocument/2006/relationships/slideLayout" Target="../slideLayouts/slideLayout32.xml"/><Relationship Id="rId31" Type="http://schemas.openxmlformats.org/officeDocument/2006/relationships/slideLayout" Target="../slideLayouts/slideLayout44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7.xml"/><Relationship Id="rId22" Type="http://schemas.openxmlformats.org/officeDocument/2006/relationships/slideLayout" Target="../slideLayouts/slideLayout35.xml"/><Relationship Id="rId27" Type="http://schemas.openxmlformats.org/officeDocument/2006/relationships/slideLayout" Target="../slideLayouts/slideLayout40.xml"/><Relationship Id="rId30" Type="http://schemas.openxmlformats.org/officeDocument/2006/relationships/slideLayout" Target="../slideLayouts/slideLayout43.xml"/><Relationship Id="rId35" Type="http://schemas.openxmlformats.org/officeDocument/2006/relationships/slideLayout" Target="../slideLayouts/slideLayout48.xml"/><Relationship Id="rId8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61.xml"/><Relationship Id="rId18" Type="http://schemas.openxmlformats.org/officeDocument/2006/relationships/slideLayout" Target="../slideLayouts/slideLayout66.xml"/><Relationship Id="rId26" Type="http://schemas.openxmlformats.org/officeDocument/2006/relationships/slideLayout" Target="../slideLayouts/slideLayout74.xml"/><Relationship Id="rId3" Type="http://schemas.openxmlformats.org/officeDocument/2006/relationships/slideLayout" Target="../slideLayouts/slideLayout51.xml"/><Relationship Id="rId21" Type="http://schemas.openxmlformats.org/officeDocument/2006/relationships/slideLayout" Target="../slideLayouts/slideLayout69.xml"/><Relationship Id="rId34" Type="http://schemas.openxmlformats.org/officeDocument/2006/relationships/theme" Target="../theme/theme3.xml"/><Relationship Id="rId7" Type="http://schemas.openxmlformats.org/officeDocument/2006/relationships/slideLayout" Target="../slideLayouts/slideLayout55.xml"/><Relationship Id="rId12" Type="http://schemas.openxmlformats.org/officeDocument/2006/relationships/slideLayout" Target="../slideLayouts/slideLayout60.xml"/><Relationship Id="rId17" Type="http://schemas.openxmlformats.org/officeDocument/2006/relationships/slideLayout" Target="../slideLayouts/slideLayout65.xml"/><Relationship Id="rId25" Type="http://schemas.openxmlformats.org/officeDocument/2006/relationships/slideLayout" Target="../slideLayouts/slideLayout73.xml"/><Relationship Id="rId33" Type="http://schemas.openxmlformats.org/officeDocument/2006/relationships/slideLayout" Target="../slideLayouts/slideLayout81.xml"/><Relationship Id="rId2" Type="http://schemas.openxmlformats.org/officeDocument/2006/relationships/slideLayout" Target="../slideLayouts/slideLayout50.xml"/><Relationship Id="rId16" Type="http://schemas.openxmlformats.org/officeDocument/2006/relationships/slideLayout" Target="../slideLayouts/slideLayout64.xml"/><Relationship Id="rId20" Type="http://schemas.openxmlformats.org/officeDocument/2006/relationships/slideLayout" Target="../slideLayouts/slideLayout68.xml"/><Relationship Id="rId29" Type="http://schemas.openxmlformats.org/officeDocument/2006/relationships/slideLayout" Target="../slideLayouts/slideLayout77.xml"/><Relationship Id="rId1" Type="http://schemas.openxmlformats.org/officeDocument/2006/relationships/slideLayout" Target="../slideLayouts/slideLayout49.xml"/><Relationship Id="rId6" Type="http://schemas.openxmlformats.org/officeDocument/2006/relationships/slideLayout" Target="../slideLayouts/slideLayout54.xml"/><Relationship Id="rId11" Type="http://schemas.openxmlformats.org/officeDocument/2006/relationships/slideLayout" Target="../slideLayouts/slideLayout59.xml"/><Relationship Id="rId24" Type="http://schemas.openxmlformats.org/officeDocument/2006/relationships/slideLayout" Target="../slideLayouts/slideLayout72.xml"/><Relationship Id="rId32" Type="http://schemas.openxmlformats.org/officeDocument/2006/relationships/slideLayout" Target="../slideLayouts/slideLayout80.xml"/><Relationship Id="rId5" Type="http://schemas.openxmlformats.org/officeDocument/2006/relationships/slideLayout" Target="../slideLayouts/slideLayout53.xml"/><Relationship Id="rId15" Type="http://schemas.openxmlformats.org/officeDocument/2006/relationships/slideLayout" Target="../slideLayouts/slideLayout63.xml"/><Relationship Id="rId23" Type="http://schemas.openxmlformats.org/officeDocument/2006/relationships/slideLayout" Target="../slideLayouts/slideLayout71.xml"/><Relationship Id="rId28" Type="http://schemas.openxmlformats.org/officeDocument/2006/relationships/slideLayout" Target="../slideLayouts/slideLayout76.xml"/><Relationship Id="rId10" Type="http://schemas.openxmlformats.org/officeDocument/2006/relationships/slideLayout" Target="../slideLayouts/slideLayout58.xml"/><Relationship Id="rId19" Type="http://schemas.openxmlformats.org/officeDocument/2006/relationships/slideLayout" Target="../slideLayouts/slideLayout67.xml"/><Relationship Id="rId31" Type="http://schemas.openxmlformats.org/officeDocument/2006/relationships/slideLayout" Target="../slideLayouts/slideLayout79.xml"/><Relationship Id="rId4" Type="http://schemas.openxmlformats.org/officeDocument/2006/relationships/slideLayout" Target="../slideLayouts/slideLayout52.xml"/><Relationship Id="rId9" Type="http://schemas.openxmlformats.org/officeDocument/2006/relationships/slideLayout" Target="../slideLayouts/slideLayout57.xml"/><Relationship Id="rId14" Type="http://schemas.openxmlformats.org/officeDocument/2006/relationships/slideLayout" Target="../slideLayouts/slideLayout62.xml"/><Relationship Id="rId22" Type="http://schemas.openxmlformats.org/officeDocument/2006/relationships/slideLayout" Target="../slideLayouts/slideLayout70.xml"/><Relationship Id="rId27" Type="http://schemas.openxmlformats.org/officeDocument/2006/relationships/slideLayout" Target="../slideLayouts/slideLayout75.xml"/><Relationship Id="rId30" Type="http://schemas.openxmlformats.org/officeDocument/2006/relationships/slideLayout" Target="../slideLayouts/slideLayout78.xml"/><Relationship Id="rId8" Type="http://schemas.openxmlformats.org/officeDocument/2006/relationships/slideLayout" Target="../slideLayouts/slideLayout56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9.xml"/><Relationship Id="rId13" Type="http://schemas.openxmlformats.org/officeDocument/2006/relationships/slideLayout" Target="../slideLayouts/slideLayout94.xml"/><Relationship Id="rId18" Type="http://schemas.openxmlformats.org/officeDocument/2006/relationships/theme" Target="../theme/theme4.xml"/><Relationship Id="rId3" Type="http://schemas.openxmlformats.org/officeDocument/2006/relationships/slideLayout" Target="../slideLayouts/slideLayout84.xml"/><Relationship Id="rId7" Type="http://schemas.openxmlformats.org/officeDocument/2006/relationships/slideLayout" Target="../slideLayouts/slideLayout88.xml"/><Relationship Id="rId12" Type="http://schemas.openxmlformats.org/officeDocument/2006/relationships/slideLayout" Target="../slideLayouts/slideLayout93.xml"/><Relationship Id="rId17" Type="http://schemas.openxmlformats.org/officeDocument/2006/relationships/slideLayout" Target="../slideLayouts/slideLayout98.xml"/><Relationship Id="rId2" Type="http://schemas.openxmlformats.org/officeDocument/2006/relationships/slideLayout" Target="../slideLayouts/slideLayout83.xml"/><Relationship Id="rId16" Type="http://schemas.openxmlformats.org/officeDocument/2006/relationships/slideLayout" Target="../slideLayouts/slideLayout97.xml"/><Relationship Id="rId1" Type="http://schemas.openxmlformats.org/officeDocument/2006/relationships/slideLayout" Target="../slideLayouts/slideLayout82.xml"/><Relationship Id="rId6" Type="http://schemas.openxmlformats.org/officeDocument/2006/relationships/slideLayout" Target="../slideLayouts/slideLayout87.xml"/><Relationship Id="rId11" Type="http://schemas.openxmlformats.org/officeDocument/2006/relationships/slideLayout" Target="../slideLayouts/slideLayout92.xml"/><Relationship Id="rId5" Type="http://schemas.openxmlformats.org/officeDocument/2006/relationships/slideLayout" Target="../slideLayouts/slideLayout86.xml"/><Relationship Id="rId15" Type="http://schemas.openxmlformats.org/officeDocument/2006/relationships/slideLayout" Target="../slideLayouts/slideLayout96.xml"/><Relationship Id="rId10" Type="http://schemas.openxmlformats.org/officeDocument/2006/relationships/slideLayout" Target="../slideLayouts/slideLayout91.xml"/><Relationship Id="rId4" Type="http://schemas.openxmlformats.org/officeDocument/2006/relationships/slideLayout" Target="../slideLayouts/slideLayout85.xml"/><Relationship Id="rId9" Type="http://schemas.openxmlformats.org/officeDocument/2006/relationships/slideLayout" Target="../slideLayouts/slideLayout90.xml"/><Relationship Id="rId14" Type="http://schemas.openxmlformats.org/officeDocument/2006/relationships/slideLayout" Target="../slideLayouts/slideLayout9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638400" y="582231"/>
            <a:ext cx="10915200" cy="992983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fr-CA" noProof="0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38400" y="1821452"/>
            <a:ext cx="10915200" cy="38973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CA" noProof="0"/>
              <a:t>Cliquez pour modifier les styles du texte du masque</a:t>
            </a:r>
          </a:p>
          <a:p>
            <a:pPr lvl="1"/>
            <a:r>
              <a:rPr lang="fr-CA" noProof="0"/>
              <a:t>Deuxième niveau</a:t>
            </a:r>
          </a:p>
          <a:p>
            <a:pPr lvl="2"/>
            <a:r>
              <a:rPr lang="fr-CA" noProof="0"/>
              <a:t>Troisième niveau</a:t>
            </a:r>
          </a:p>
          <a:p>
            <a:pPr lvl="3"/>
            <a:r>
              <a:rPr lang="fr-CA" noProof="0"/>
              <a:t>Quatrième niveau</a:t>
            </a:r>
          </a:p>
          <a:p>
            <a:pPr lvl="4"/>
            <a:r>
              <a:rPr lang="fr-CA" noProof="0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3375192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hf hdr="0" ftr="0" dt="0"/>
  <p:txStyles>
    <p:titleStyle>
      <a:lvl1pPr algn="l" defTabSz="1097253" rtl="0" eaLnBrk="1" latinLnBrk="0" hangingPunct="1">
        <a:spcBef>
          <a:spcPct val="0"/>
        </a:spcBef>
        <a:buNone/>
        <a:defRPr sz="3120" b="1" i="0" kern="1200">
          <a:solidFill>
            <a:schemeClr val="accent2"/>
          </a:solidFill>
          <a:latin typeface="Visby Slab CF Demi Bold" pitchFamily="2" charset="77"/>
          <a:ea typeface="+mj-ea"/>
          <a:cs typeface="+mj-cs"/>
        </a:defRPr>
      </a:lvl1pPr>
    </p:titleStyle>
    <p:bodyStyle>
      <a:lvl1pPr marL="0" indent="0" algn="l" defTabSz="1097253" rtl="0" eaLnBrk="1" latinLnBrk="0" hangingPunct="1">
        <a:spcBef>
          <a:spcPct val="20000"/>
        </a:spcBef>
        <a:buClr>
          <a:schemeClr val="accent2"/>
        </a:buClr>
        <a:buSzPct val="125000"/>
        <a:buFont typeface="Arial" pitchFamily="34" charset="0"/>
        <a:buNone/>
        <a:defRPr sz="2004" b="0" i="0" kern="1200">
          <a:solidFill>
            <a:schemeClr val="tx1"/>
          </a:solidFill>
          <a:latin typeface="Visby CF" pitchFamily="2" charset="77"/>
          <a:ea typeface="+mn-ea"/>
          <a:cs typeface="+mn-cs"/>
        </a:defRPr>
      </a:lvl1pPr>
      <a:lvl2pPr marL="544306" indent="-185755" algn="l" defTabSz="1097253" rtl="0" eaLnBrk="1" latinLnBrk="0" hangingPunct="1">
        <a:spcBef>
          <a:spcPct val="20000"/>
        </a:spcBef>
        <a:buClr>
          <a:schemeClr val="accent2"/>
        </a:buClr>
        <a:buSzPct val="125000"/>
        <a:buFont typeface="Arial" pitchFamily="34" charset="0"/>
        <a:buChar char="•"/>
        <a:defRPr sz="2004" b="0" i="0" kern="1200">
          <a:solidFill>
            <a:schemeClr val="tx1"/>
          </a:solidFill>
          <a:latin typeface="Visby CF" pitchFamily="2" charset="77"/>
          <a:ea typeface="+mn-ea"/>
          <a:cs typeface="+mn-cs"/>
        </a:defRPr>
      </a:lvl2pPr>
      <a:lvl3pPr marL="902857" indent="-185755" algn="l" defTabSz="1097253" rtl="0" eaLnBrk="1" latinLnBrk="0" hangingPunct="1">
        <a:spcBef>
          <a:spcPct val="20000"/>
        </a:spcBef>
        <a:buClr>
          <a:schemeClr val="accent2"/>
        </a:buClr>
        <a:buSzPct val="125000"/>
        <a:buFont typeface="Arial" pitchFamily="34" charset="0"/>
        <a:buChar char="•"/>
        <a:defRPr sz="2004" b="0" i="0" kern="1200">
          <a:solidFill>
            <a:schemeClr val="tx1"/>
          </a:solidFill>
          <a:latin typeface="Visby CF" pitchFamily="2" charset="77"/>
          <a:ea typeface="+mn-ea"/>
          <a:cs typeface="+mn-cs"/>
        </a:defRPr>
      </a:lvl3pPr>
      <a:lvl4pPr marL="1257089" indent="-185755" algn="l" defTabSz="1097253" rtl="0" eaLnBrk="1" latinLnBrk="0" hangingPunct="1">
        <a:spcBef>
          <a:spcPct val="20000"/>
        </a:spcBef>
        <a:buClr>
          <a:schemeClr val="accent2"/>
        </a:buClr>
        <a:buSzPct val="125000"/>
        <a:buFont typeface="Arial" pitchFamily="34" charset="0"/>
        <a:buChar char="•"/>
        <a:defRPr sz="2004" b="0" i="0" kern="1200">
          <a:solidFill>
            <a:schemeClr val="tx1"/>
          </a:solidFill>
          <a:latin typeface="Visby CF" pitchFamily="2" charset="77"/>
          <a:ea typeface="+mn-ea"/>
          <a:cs typeface="+mn-cs"/>
        </a:defRPr>
      </a:lvl4pPr>
      <a:lvl5pPr marL="1615640" indent="-185755" algn="l" defTabSz="1097253" rtl="0" eaLnBrk="1" latinLnBrk="0" hangingPunct="1">
        <a:spcBef>
          <a:spcPct val="20000"/>
        </a:spcBef>
        <a:buClr>
          <a:schemeClr val="accent2"/>
        </a:buClr>
        <a:buSzPct val="125000"/>
        <a:buFont typeface="Arial" pitchFamily="34" charset="0"/>
        <a:buChar char="•"/>
        <a:defRPr sz="2004" b="0" i="0" kern="1200">
          <a:solidFill>
            <a:schemeClr val="tx1"/>
          </a:solidFill>
          <a:latin typeface="Visby CF" pitchFamily="2" charset="77"/>
          <a:ea typeface="+mn-ea"/>
          <a:cs typeface="+mn-cs"/>
        </a:defRPr>
      </a:lvl5pPr>
      <a:lvl6pPr marL="3017445" indent="-274313" algn="l" defTabSz="1097253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566071" indent="-274313" algn="l" defTabSz="1097253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114697" indent="-274313" algn="l" defTabSz="1097253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663323" indent="-274313" algn="l" defTabSz="1097253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97253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26" algn="l" defTabSz="1097253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53" algn="l" defTabSz="1097253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879" algn="l" defTabSz="1097253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05" algn="l" defTabSz="1097253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131" algn="l" defTabSz="1097253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758" algn="l" defTabSz="1097253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384" algn="l" defTabSz="1097253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010" algn="l" defTabSz="1097253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33FE462-E973-4630-85F5-AD42936CEE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D377AAD-50B2-4339-8EAF-D393C19B015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tint val="75000"/>
                  </a:schemeClr>
                </a:solidFill>
                <a:latin typeface="Visby CF Light" pitchFamily="50" charset="0"/>
              </a:defRPr>
            </a:lvl1pPr>
          </a:lstStyle>
          <a:p>
            <a:fld id="{654C6E13-401B-4F3B-802C-5626CA646EED}" type="datetime1">
              <a:rPr lang="fr-CA" smtClean="0"/>
              <a:pPr/>
              <a:t>2026-09-08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3DCBB9F-2F1C-41F3-B42D-E004B4DDBB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>
                    <a:tint val="75000"/>
                  </a:schemeClr>
                </a:solidFill>
                <a:latin typeface="Visby CF Light" pitchFamily="50" charset="0"/>
              </a:defRPr>
            </a:lvl1pPr>
          </a:lstStyle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00AFECF-C337-4A3F-A262-15E07FB176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  <a:latin typeface="Visby CF Light" pitchFamily="50" charset="0"/>
              </a:defRPr>
            </a:lvl1pPr>
          </a:lstStyle>
          <a:p>
            <a:fld id="{4162AF1F-2696-4F34-A7F3-E326E3C5B51E}" type="slidenum">
              <a:rPr lang="fr-CA" smtClean="0"/>
              <a:pPr/>
              <a:t>‹N°›</a:t>
            </a:fld>
            <a:endParaRPr lang="fr-CA"/>
          </a:p>
        </p:txBody>
      </p:sp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3B779E69-6F38-4172-8DD2-568BC06369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8022" y="18255"/>
            <a:ext cx="11303976" cy="8716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0046356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757" r:id="rId2"/>
    <p:sldLayoutId id="2147483758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  <p:sldLayoutId id="2147483690" r:id="rId18"/>
    <p:sldLayoutId id="2147483691" r:id="rId19"/>
    <p:sldLayoutId id="2147483692" r:id="rId20"/>
    <p:sldLayoutId id="2147483756" r:id="rId21"/>
    <p:sldLayoutId id="2147483693" r:id="rId22"/>
    <p:sldLayoutId id="2147483694" r:id="rId23"/>
    <p:sldLayoutId id="2147483695" r:id="rId24"/>
    <p:sldLayoutId id="2147483696" r:id="rId25"/>
    <p:sldLayoutId id="2147483697" r:id="rId26"/>
    <p:sldLayoutId id="2147483698" r:id="rId27"/>
    <p:sldLayoutId id="2147483699" r:id="rId28"/>
    <p:sldLayoutId id="2147483700" r:id="rId29"/>
    <p:sldLayoutId id="2147483701" r:id="rId30"/>
    <p:sldLayoutId id="2147483702" r:id="rId31"/>
    <p:sldLayoutId id="2147483703" r:id="rId32"/>
    <p:sldLayoutId id="2147483704" r:id="rId33"/>
    <p:sldLayoutId id="2147483705" r:id="rId34"/>
    <p:sldLayoutId id="2147483759" r:id="rId35"/>
  </p:sldLayoutIdLst>
  <p:hf hdr="0" ftr="0" dt="0"/>
  <p:txStyles>
    <p:titleStyle>
      <a:lvl1pPr marL="360363" indent="0" algn="l" defTabSz="914400" rtl="0" eaLnBrk="1" latinLnBrk="0" hangingPunct="1">
        <a:lnSpc>
          <a:spcPct val="90000"/>
        </a:lnSpc>
        <a:spcBef>
          <a:spcPct val="0"/>
        </a:spcBef>
        <a:buNone/>
        <a:tabLst/>
        <a:defRPr sz="3200" kern="1200">
          <a:solidFill>
            <a:schemeClr val="bg1"/>
          </a:solidFill>
          <a:latin typeface="Visby Slab CF Heavy" panose="00000A00000000000000" pitchFamily="50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50000"/>
        </a:lnSpc>
        <a:spcBef>
          <a:spcPts val="0"/>
        </a:spcBef>
        <a:buClr>
          <a:srgbClr val="888B8D"/>
        </a:buClr>
        <a:buFont typeface="Wingdings" panose="05000000000000000000" pitchFamily="2" charset="2"/>
        <a:buChar char="§"/>
        <a:defRPr sz="2400" kern="1200">
          <a:solidFill>
            <a:schemeClr val="bg2">
              <a:lumMod val="25000"/>
            </a:schemeClr>
          </a:solidFill>
          <a:latin typeface="Visby CF" pitchFamily="50" charset="0"/>
          <a:ea typeface="+mn-ea"/>
          <a:cs typeface="Cordia New" panose="020B0304020202020204" pitchFamily="34" charset="-34"/>
        </a:defRPr>
      </a:lvl1pPr>
      <a:lvl2pPr marL="685800" indent="-228600" algn="l" defTabSz="914400" rtl="0" eaLnBrk="1" latinLnBrk="0" hangingPunct="1">
        <a:lnSpc>
          <a:spcPct val="150000"/>
        </a:lnSpc>
        <a:spcBef>
          <a:spcPts val="0"/>
        </a:spcBef>
        <a:buClr>
          <a:srgbClr val="888B8D"/>
        </a:buClr>
        <a:buFont typeface="Wingdings" panose="05000000000000000000" pitchFamily="2" charset="2"/>
        <a:buChar char="§"/>
        <a:defRPr sz="2000" kern="1200">
          <a:solidFill>
            <a:schemeClr val="bg2">
              <a:lumMod val="25000"/>
            </a:schemeClr>
          </a:solidFill>
          <a:latin typeface="Visby CF" pitchFamily="50" charset="0"/>
          <a:ea typeface="+mn-ea"/>
          <a:cs typeface="Cordia New" panose="020B0304020202020204" pitchFamily="34" charset="-34"/>
        </a:defRPr>
      </a:lvl2pPr>
      <a:lvl3pPr marL="1143000" indent="-228600" algn="l" defTabSz="914400" rtl="0" eaLnBrk="1" latinLnBrk="0" hangingPunct="1">
        <a:lnSpc>
          <a:spcPct val="150000"/>
        </a:lnSpc>
        <a:spcBef>
          <a:spcPts val="0"/>
        </a:spcBef>
        <a:buClr>
          <a:srgbClr val="888B8D"/>
        </a:buClr>
        <a:buFont typeface="Wingdings" panose="05000000000000000000" pitchFamily="2" charset="2"/>
        <a:buChar char="§"/>
        <a:defRPr sz="1800" kern="1200">
          <a:solidFill>
            <a:schemeClr val="bg2">
              <a:lumMod val="25000"/>
            </a:schemeClr>
          </a:solidFill>
          <a:latin typeface="Visby CF" pitchFamily="50" charset="0"/>
          <a:ea typeface="+mn-ea"/>
          <a:cs typeface="Cordia New" panose="020B0304020202020204" pitchFamily="34" charset="-34"/>
        </a:defRPr>
      </a:lvl3pPr>
      <a:lvl4pPr marL="1600200" indent="-228600" algn="l" defTabSz="914400" rtl="0" eaLnBrk="1" latinLnBrk="0" hangingPunct="1">
        <a:lnSpc>
          <a:spcPct val="150000"/>
        </a:lnSpc>
        <a:spcBef>
          <a:spcPts val="0"/>
        </a:spcBef>
        <a:buClr>
          <a:srgbClr val="888B8D"/>
        </a:buClr>
        <a:buFont typeface="Wingdings" panose="05000000000000000000" pitchFamily="2" charset="2"/>
        <a:buChar char="§"/>
        <a:defRPr sz="1600" kern="1200">
          <a:solidFill>
            <a:schemeClr val="bg2">
              <a:lumMod val="25000"/>
            </a:schemeClr>
          </a:solidFill>
          <a:latin typeface="Visby CF" pitchFamily="50" charset="0"/>
          <a:ea typeface="+mn-ea"/>
          <a:cs typeface="Cordia New" panose="020B0304020202020204" pitchFamily="34" charset="-34"/>
        </a:defRPr>
      </a:lvl4pPr>
      <a:lvl5pPr marL="2057400" indent="-228600" algn="l" defTabSz="914400" rtl="0" eaLnBrk="1" latinLnBrk="0" hangingPunct="1">
        <a:lnSpc>
          <a:spcPct val="150000"/>
        </a:lnSpc>
        <a:spcBef>
          <a:spcPts val="0"/>
        </a:spcBef>
        <a:buClr>
          <a:srgbClr val="888B8D"/>
        </a:buClr>
        <a:buFont typeface="Wingdings" panose="05000000000000000000" pitchFamily="2" charset="2"/>
        <a:buChar char="§"/>
        <a:defRPr sz="1600" kern="1200">
          <a:solidFill>
            <a:schemeClr val="bg2">
              <a:lumMod val="25000"/>
            </a:schemeClr>
          </a:solidFill>
          <a:latin typeface="Visby CF" pitchFamily="50" charset="0"/>
          <a:ea typeface="+mn-ea"/>
          <a:cs typeface="Cordia New" panose="020B0304020202020204" pitchFamily="34" charset="-34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33FE462-E973-4630-85F5-AD42936CEE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D377AAD-50B2-4339-8EAF-D393C19B015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tint val="75000"/>
                  </a:schemeClr>
                </a:solidFill>
                <a:latin typeface="Visby CF Light" pitchFamily="50" charset="0"/>
              </a:defRPr>
            </a:lvl1pPr>
          </a:lstStyle>
          <a:p>
            <a:fld id="{654C6E13-401B-4F3B-802C-5626CA646EED}" type="datetime1">
              <a:rPr lang="fr-CA" smtClean="0"/>
              <a:pPr/>
              <a:t>2026-09-08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3DCBB9F-2F1C-41F3-B42D-E004B4DDBB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>
                    <a:tint val="75000"/>
                  </a:schemeClr>
                </a:solidFill>
                <a:latin typeface="Visby CF Light" pitchFamily="50" charset="0"/>
              </a:defRPr>
            </a:lvl1pPr>
          </a:lstStyle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00AFECF-C337-4A3F-A262-15E07FB176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  <a:latin typeface="Visby CF Light" pitchFamily="50" charset="0"/>
              </a:defRPr>
            </a:lvl1pPr>
          </a:lstStyle>
          <a:p>
            <a:fld id="{4162AF1F-2696-4F34-A7F3-E326E3C5B51E}" type="slidenum">
              <a:rPr lang="fr-CA" smtClean="0"/>
              <a:pPr/>
              <a:t>‹N°›</a:t>
            </a:fld>
            <a:endParaRPr lang="fr-CA"/>
          </a:p>
        </p:txBody>
      </p:sp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3B779E69-6F38-4172-8DD2-568BC06369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8022" y="18255"/>
            <a:ext cx="11303976" cy="8716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569024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3" r:id="rId1"/>
    <p:sldLayoutId id="2147483724" r:id="rId2"/>
    <p:sldLayoutId id="2147483725" r:id="rId3"/>
    <p:sldLayoutId id="2147483726" r:id="rId4"/>
    <p:sldLayoutId id="2147483727" r:id="rId5"/>
    <p:sldLayoutId id="2147483728" r:id="rId6"/>
    <p:sldLayoutId id="2147483729" r:id="rId7"/>
    <p:sldLayoutId id="2147483730" r:id="rId8"/>
    <p:sldLayoutId id="2147483731" r:id="rId9"/>
    <p:sldLayoutId id="2147483732" r:id="rId10"/>
    <p:sldLayoutId id="2147483733" r:id="rId11"/>
    <p:sldLayoutId id="2147483734" r:id="rId12"/>
    <p:sldLayoutId id="2147483735" r:id="rId13"/>
    <p:sldLayoutId id="2147483736" r:id="rId14"/>
    <p:sldLayoutId id="2147483737" r:id="rId15"/>
    <p:sldLayoutId id="2147483738" r:id="rId16"/>
    <p:sldLayoutId id="2147483739" r:id="rId17"/>
    <p:sldLayoutId id="2147483740" r:id="rId18"/>
    <p:sldLayoutId id="2147483741" r:id="rId19"/>
    <p:sldLayoutId id="2147483742" r:id="rId20"/>
    <p:sldLayoutId id="2147483743" r:id="rId21"/>
    <p:sldLayoutId id="2147483744" r:id="rId22"/>
    <p:sldLayoutId id="2147483745" r:id="rId23"/>
    <p:sldLayoutId id="2147483746" r:id="rId24"/>
    <p:sldLayoutId id="2147483747" r:id="rId25"/>
    <p:sldLayoutId id="2147483748" r:id="rId26"/>
    <p:sldLayoutId id="2147483749" r:id="rId27"/>
    <p:sldLayoutId id="2147483750" r:id="rId28"/>
    <p:sldLayoutId id="2147483751" r:id="rId29"/>
    <p:sldLayoutId id="2147483752" r:id="rId30"/>
    <p:sldLayoutId id="2147483753" r:id="rId31"/>
    <p:sldLayoutId id="2147483754" r:id="rId32"/>
    <p:sldLayoutId id="2147483755" r:id="rId33"/>
  </p:sldLayoutIdLst>
  <p:hf hdr="0" ftr="0" dt="0"/>
  <p:txStyles>
    <p:titleStyle>
      <a:lvl1pPr marL="360363" indent="0" algn="l" defTabSz="914400" rtl="0" eaLnBrk="1" latinLnBrk="0" hangingPunct="1">
        <a:lnSpc>
          <a:spcPct val="90000"/>
        </a:lnSpc>
        <a:spcBef>
          <a:spcPct val="0"/>
        </a:spcBef>
        <a:buNone/>
        <a:tabLst/>
        <a:defRPr sz="3200" kern="1200">
          <a:solidFill>
            <a:schemeClr val="bg1"/>
          </a:solidFill>
          <a:latin typeface="Visby Slab CF Heavy" panose="00000A00000000000000" pitchFamily="50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50000"/>
        </a:lnSpc>
        <a:spcBef>
          <a:spcPts val="0"/>
        </a:spcBef>
        <a:buClr>
          <a:srgbClr val="888B8D"/>
        </a:buClr>
        <a:buFont typeface="Wingdings" panose="05000000000000000000" pitchFamily="2" charset="2"/>
        <a:buChar char="§"/>
        <a:defRPr sz="2400" kern="1200">
          <a:solidFill>
            <a:schemeClr val="bg2">
              <a:lumMod val="25000"/>
            </a:schemeClr>
          </a:solidFill>
          <a:latin typeface="Visby CF" pitchFamily="50" charset="0"/>
          <a:ea typeface="+mn-ea"/>
          <a:cs typeface="Cordia New" panose="020B0304020202020204" pitchFamily="34" charset="-34"/>
        </a:defRPr>
      </a:lvl1pPr>
      <a:lvl2pPr marL="685800" indent="-228600" algn="l" defTabSz="914400" rtl="0" eaLnBrk="1" latinLnBrk="0" hangingPunct="1">
        <a:lnSpc>
          <a:spcPct val="150000"/>
        </a:lnSpc>
        <a:spcBef>
          <a:spcPts val="0"/>
        </a:spcBef>
        <a:buClr>
          <a:srgbClr val="888B8D"/>
        </a:buClr>
        <a:buFont typeface="Wingdings" panose="05000000000000000000" pitchFamily="2" charset="2"/>
        <a:buChar char="§"/>
        <a:defRPr sz="2000" kern="1200">
          <a:solidFill>
            <a:schemeClr val="bg2">
              <a:lumMod val="25000"/>
            </a:schemeClr>
          </a:solidFill>
          <a:latin typeface="Visby CF" pitchFamily="50" charset="0"/>
          <a:ea typeface="+mn-ea"/>
          <a:cs typeface="Cordia New" panose="020B0304020202020204" pitchFamily="34" charset="-34"/>
        </a:defRPr>
      </a:lvl2pPr>
      <a:lvl3pPr marL="1143000" indent="-228600" algn="l" defTabSz="914400" rtl="0" eaLnBrk="1" latinLnBrk="0" hangingPunct="1">
        <a:lnSpc>
          <a:spcPct val="150000"/>
        </a:lnSpc>
        <a:spcBef>
          <a:spcPts val="0"/>
        </a:spcBef>
        <a:buClr>
          <a:srgbClr val="888B8D"/>
        </a:buClr>
        <a:buFont typeface="Wingdings" panose="05000000000000000000" pitchFamily="2" charset="2"/>
        <a:buChar char="§"/>
        <a:defRPr sz="1800" kern="1200">
          <a:solidFill>
            <a:schemeClr val="bg2">
              <a:lumMod val="25000"/>
            </a:schemeClr>
          </a:solidFill>
          <a:latin typeface="Visby CF" pitchFamily="50" charset="0"/>
          <a:ea typeface="+mn-ea"/>
          <a:cs typeface="Cordia New" panose="020B0304020202020204" pitchFamily="34" charset="-34"/>
        </a:defRPr>
      </a:lvl3pPr>
      <a:lvl4pPr marL="1600200" indent="-228600" algn="l" defTabSz="914400" rtl="0" eaLnBrk="1" latinLnBrk="0" hangingPunct="1">
        <a:lnSpc>
          <a:spcPct val="150000"/>
        </a:lnSpc>
        <a:spcBef>
          <a:spcPts val="0"/>
        </a:spcBef>
        <a:buClr>
          <a:srgbClr val="888B8D"/>
        </a:buClr>
        <a:buFont typeface="Wingdings" panose="05000000000000000000" pitchFamily="2" charset="2"/>
        <a:buChar char="§"/>
        <a:defRPr sz="1600" kern="1200">
          <a:solidFill>
            <a:schemeClr val="bg2">
              <a:lumMod val="25000"/>
            </a:schemeClr>
          </a:solidFill>
          <a:latin typeface="Visby CF" pitchFamily="50" charset="0"/>
          <a:ea typeface="+mn-ea"/>
          <a:cs typeface="Cordia New" panose="020B0304020202020204" pitchFamily="34" charset="-34"/>
        </a:defRPr>
      </a:lvl4pPr>
      <a:lvl5pPr marL="2057400" indent="-228600" algn="l" defTabSz="914400" rtl="0" eaLnBrk="1" latinLnBrk="0" hangingPunct="1">
        <a:lnSpc>
          <a:spcPct val="150000"/>
        </a:lnSpc>
        <a:spcBef>
          <a:spcPts val="0"/>
        </a:spcBef>
        <a:buClr>
          <a:srgbClr val="888B8D"/>
        </a:buClr>
        <a:buFont typeface="Wingdings" panose="05000000000000000000" pitchFamily="2" charset="2"/>
        <a:buChar char="§"/>
        <a:defRPr sz="1600" kern="1200">
          <a:solidFill>
            <a:schemeClr val="bg2">
              <a:lumMod val="25000"/>
            </a:schemeClr>
          </a:solidFill>
          <a:latin typeface="Visby CF" pitchFamily="50" charset="0"/>
          <a:ea typeface="+mn-ea"/>
          <a:cs typeface="Cordia New" panose="020B0304020202020204" pitchFamily="34" charset="-34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638400" y="582231"/>
            <a:ext cx="10915200" cy="992983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fr-CA" noProof="0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38400" y="1821452"/>
            <a:ext cx="10915200" cy="38973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CA" noProof="0"/>
              <a:t>Cliquez pour modifier les styles du texte du masque</a:t>
            </a:r>
          </a:p>
          <a:p>
            <a:pPr lvl="1"/>
            <a:r>
              <a:rPr lang="fr-CA" noProof="0"/>
              <a:t>Deuxième niveau</a:t>
            </a:r>
          </a:p>
          <a:p>
            <a:pPr lvl="2"/>
            <a:r>
              <a:rPr lang="fr-CA" noProof="0"/>
              <a:t>Troisième niveau</a:t>
            </a:r>
          </a:p>
          <a:p>
            <a:pPr lvl="3"/>
            <a:r>
              <a:rPr lang="fr-CA" noProof="0"/>
              <a:t>Quatrième niveau</a:t>
            </a:r>
          </a:p>
          <a:p>
            <a:pPr lvl="4"/>
            <a:r>
              <a:rPr lang="fr-CA" noProof="0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32002204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1" r:id="rId1"/>
    <p:sldLayoutId id="2147483762" r:id="rId2"/>
    <p:sldLayoutId id="2147483763" r:id="rId3"/>
    <p:sldLayoutId id="2147483764" r:id="rId4"/>
    <p:sldLayoutId id="2147483765" r:id="rId5"/>
    <p:sldLayoutId id="2147483766" r:id="rId6"/>
    <p:sldLayoutId id="2147483767" r:id="rId7"/>
    <p:sldLayoutId id="2147483768" r:id="rId8"/>
    <p:sldLayoutId id="2147483769" r:id="rId9"/>
    <p:sldLayoutId id="2147483770" r:id="rId10"/>
    <p:sldLayoutId id="2147483771" r:id="rId11"/>
    <p:sldLayoutId id="2147483772" r:id="rId12"/>
    <p:sldLayoutId id="2147483773" r:id="rId13"/>
    <p:sldLayoutId id="2147483774" r:id="rId14"/>
    <p:sldLayoutId id="2147483775" r:id="rId15"/>
    <p:sldLayoutId id="2147483776" r:id="rId16"/>
    <p:sldLayoutId id="2147483777" r:id="rId17"/>
  </p:sldLayoutIdLst>
  <p:hf hdr="0" ftr="0" dt="0"/>
  <p:txStyles>
    <p:titleStyle>
      <a:lvl1pPr algn="l" defTabSz="1097253" rtl="0" eaLnBrk="1" latinLnBrk="0" hangingPunct="1">
        <a:spcBef>
          <a:spcPct val="0"/>
        </a:spcBef>
        <a:buNone/>
        <a:defRPr sz="3120" b="1" i="0" kern="1200">
          <a:solidFill>
            <a:schemeClr val="accent2"/>
          </a:solidFill>
          <a:latin typeface="Visby Slab CF Demi Bold" pitchFamily="2" charset="77"/>
          <a:ea typeface="+mj-ea"/>
          <a:cs typeface="+mj-cs"/>
        </a:defRPr>
      </a:lvl1pPr>
    </p:titleStyle>
    <p:bodyStyle>
      <a:lvl1pPr marL="0" indent="0" algn="l" defTabSz="1097253" rtl="0" eaLnBrk="1" latinLnBrk="0" hangingPunct="1">
        <a:spcBef>
          <a:spcPct val="20000"/>
        </a:spcBef>
        <a:buClr>
          <a:schemeClr val="accent2"/>
        </a:buClr>
        <a:buSzPct val="125000"/>
        <a:buFont typeface="Arial" pitchFamily="34" charset="0"/>
        <a:buNone/>
        <a:defRPr sz="2004" b="0" i="0" kern="1200">
          <a:solidFill>
            <a:schemeClr val="tx1"/>
          </a:solidFill>
          <a:latin typeface="Visby CF" pitchFamily="2" charset="77"/>
          <a:ea typeface="+mn-ea"/>
          <a:cs typeface="+mn-cs"/>
        </a:defRPr>
      </a:lvl1pPr>
      <a:lvl2pPr marL="544306" indent="-185755" algn="l" defTabSz="1097253" rtl="0" eaLnBrk="1" latinLnBrk="0" hangingPunct="1">
        <a:spcBef>
          <a:spcPct val="20000"/>
        </a:spcBef>
        <a:buClr>
          <a:schemeClr val="accent2"/>
        </a:buClr>
        <a:buSzPct val="125000"/>
        <a:buFont typeface="Arial" pitchFamily="34" charset="0"/>
        <a:buChar char="•"/>
        <a:defRPr sz="2004" b="0" i="0" kern="1200">
          <a:solidFill>
            <a:schemeClr val="tx1"/>
          </a:solidFill>
          <a:latin typeface="Visby CF" pitchFamily="2" charset="77"/>
          <a:ea typeface="+mn-ea"/>
          <a:cs typeface="+mn-cs"/>
        </a:defRPr>
      </a:lvl2pPr>
      <a:lvl3pPr marL="902857" indent="-185755" algn="l" defTabSz="1097253" rtl="0" eaLnBrk="1" latinLnBrk="0" hangingPunct="1">
        <a:spcBef>
          <a:spcPct val="20000"/>
        </a:spcBef>
        <a:buClr>
          <a:schemeClr val="accent2"/>
        </a:buClr>
        <a:buSzPct val="125000"/>
        <a:buFont typeface="Arial" pitchFamily="34" charset="0"/>
        <a:buChar char="•"/>
        <a:defRPr sz="2004" b="0" i="0" kern="1200">
          <a:solidFill>
            <a:schemeClr val="tx1"/>
          </a:solidFill>
          <a:latin typeface="Visby CF" pitchFamily="2" charset="77"/>
          <a:ea typeface="+mn-ea"/>
          <a:cs typeface="+mn-cs"/>
        </a:defRPr>
      </a:lvl3pPr>
      <a:lvl4pPr marL="1257089" indent="-185755" algn="l" defTabSz="1097253" rtl="0" eaLnBrk="1" latinLnBrk="0" hangingPunct="1">
        <a:spcBef>
          <a:spcPct val="20000"/>
        </a:spcBef>
        <a:buClr>
          <a:schemeClr val="accent2"/>
        </a:buClr>
        <a:buSzPct val="125000"/>
        <a:buFont typeface="Arial" pitchFamily="34" charset="0"/>
        <a:buChar char="•"/>
        <a:defRPr sz="2004" b="0" i="0" kern="1200">
          <a:solidFill>
            <a:schemeClr val="tx1"/>
          </a:solidFill>
          <a:latin typeface="Visby CF" pitchFamily="2" charset="77"/>
          <a:ea typeface="+mn-ea"/>
          <a:cs typeface="+mn-cs"/>
        </a:defRPr>
      </a:lvl4pPr>
      <a:lvl5pPr marL="1615640" indent="-185755" algn="l" defTabSz="1097253" rtl="0" eaLnBrk="1" latinLnBrk="0" hangingPunct="1">
        <a:spcBef>
          <a:spcPct val="20000"/>
        </a:spcBef>
        <a:buClr>
          <a:schemeClr val="accent2"/>
        </a:buClr>
        <a:buSzPct val="125000"/>
        <a:buFont typeface="Arial" pitchFamily="34" charset="0"/>
        <a:buChar char="•"/>
        <a:defRPr sz="2004" b="0" i="0" kern="1200">
          <a:solidFill>
            <a:schemeClr val="tx1"/>
          </a:solidFill>
          <a:latin typeface="Visby CF" pitchFamily="2" charset="77"/>
          <a:ea typeface="+mn-ea"/>
          <a:cs typeface="+mn-cs"/>
        </a:defRPr>
      </a:lvl5pPr>
      <a:lvl6pPr marL="3017445" indent="-274313" algn="l" defTabSz="1097253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566071" indent="-274313" algn="l" defTabSz="1097253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114697" indent="-274313" algn="l" defTabSz="1097253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663323" indent="-274313" algn="l" defTabSz="1097253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97253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26" algn="l" defTabSz="1097253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53" algn="l" defTabSz="1097253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879" algn="l" defTabSz="1097253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05" algn="l" defTabSz="1097253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131" algn="l" defTabSz="1097253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758" algn="l" defTabSz="1097253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384" algn="l" defTabSz="1097253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010" algn="l" defTabSz="1097253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2.xml"/><Relationship Id="rId1" Type="http://schemas.openxmlformats.org/officeDocument/2006/relationships/tags" Target="../tags/tag2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30.xml"/><Relationship Id="rId13" Type="http://schemas.openxmlformats.org/officeDocument/2006/relationships/diagramLayout" Target="../diagrams/layout1.xml"/><Relationship Id="rId18" Type="http://schemas.openxmlformats.org/officeDocument/2006/relationships/image" Target="../media/image11.png"/><Relationship Id="rId3" Type="http://schemas.openxmlformats.org/officeDocument/2006/relationships/tags" Target="../tags/tag25.xml"/><Relationship Id="rId7" Type="http://schemas.openxmlformats.org/officeDocument/2006/relationships/tags" Target="../tags/tag29.xml"/><Relationship Id="rId12" Type="http://schemas.openxmlformats.org/officeDocument/2006/relationships/diagramData" Target="../diagrams/data1.xml"/><Relationship Id="rId17" Type="http://schemas.openxmlformats.org/officeDocument/2006/relationships/image" Target="../media/image10.png"/><Relationship Id="rId2" Type="http://schemas.openxmlformats.org/officeDocument/2006/relationships/tags" Target="../tags/tag24.xml"/><Relationship Id="rId16" Type="http://schemas.microsoft.com/office/2007/relationships/diagramDrawing" Target="../diagrams/drawing1.xml"/><Relationship Id="rId20" Type="http://schemas.openxmlformats.org/officeDocument/2006/relationships/image" Target="../media/image13.png"/><Relationship Id="rId1" Type="http://schemas.openxmlformats.org/officeDocument/2006/relationships/tags" Target="../tags/tag23.xml"/><Relationship Id="rId6" Type="http://schemas.openxmlformats.org/officeDocument/2006/relationships/tags" Target="../tags/tag28.xml"/><Relationship Id="rId11" Type="http://schemas.openxmlformats.org/officeDocument/2006/relationships/notesSlide" Target="../notesSlides/notesSlide2.xml"/><Relationship Id="rId5" Type="http://schemas.openxmlformats.org/officeDocument/2006/relationships/tags" Target="../tags/tag27.xml"/><Relationship Id="rId15" Type="http://schemas.openxmlformats.org/officeDocument/2006/relationships/diagramColors" Target="../diagrams/colors1.xml"/><Relationship Id="rId10" Type="http://schemas.openxmlformats.org/officeDocument/2006/relationships/slideLayout" Target="../slideLayouts/slideLayout97.xml"/><Relationship Id="rId19" Type="http://schemas.openxmlformats.org/officeDocument/2006/relationships/image" Target="../media/image12.png"/><Relationship Id="rId4" Type="http://schemas.openxmlformats.org/officeDocument/2006/relationships/tags" Target="../tags/tag26.xml"/><Relationship Id="rId9" Type="http://schemas.openxmlformats.org/officeDocument/2006/relationships/tags" Target="../tags/tag31.xml"/><Relationship Id="rId1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4.xml"/><Relationship Id="rId2" Type="http://schemas.openxmlformats.org/officeDocument/2006/relationships/tags" Target="../tags/tag33.xml"/><Relationship Id="rId1" Type="http://schemas.openxmlformats.org/officeDocument/2006/relationships/tags" Target="../tags/tag3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.xml"/><Relationship Id="rId3" Type="http://schemas.openxmlformats.org/officeDocument/2006/relationships/tags" Target="../tags/tag36.xml"/><Relationship Id="rId7" Type="http://schemas.openxmlformats.org/officeDocument/2006/relationships/slideLayout" Target="../slideLayouts/slideLayout13.xml"/><Relationship Id="rId2" Type="http://schemas.openxmlformats.org/officeDocument/2006/relationships/tags" Target="../tags/tag35.xml"/><Relationship Id="rId1" Type="http://schemas.openxmlformats.org/officeDocument/2006/relationships/tags" Target="../tags/tag34.xml"/><Relationship Id="rId6" Type="http://schemas.openxmlformats.org/officeDocument/2006/relationships/tags" Target="../tags/tag39.xml"/><Relationship Id="rId5" Type="http://schemas.openxmlformats.org/officeDocument/2006/relationships/tags" Target="../tags/tag38.xml"/><Relationship Id="rId4" Type="http://schemas.openxmlformats.org/officeDocument/2006/relationships/tags" Target="../tags/tag3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2" Type="http://schemas.openxmlformats.org/officeDocument/2006/relationships/tags" Target="../tags/tag41.xml"/><Relationship Id="rId1" Type="http://schemas.openxmlformats.org/officeDocument/2006/relationships/tags" Target="../tags/tag40.xml"/><Relationship Id="rId4" Type="http://schemas.openxmlformats.org/officeDocument/2006/relationships/notesSlide" Target="../notesSlides/notesSlide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tags" Target="../tags/tag42.xml"/><Relationship Id="rId6" Type="http://schemas.openxmlformats.org/officeDocument/2006/relationships/image" Target="../media/image14.png"/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2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tags" Target="../tags/tag47.xml"/><Relationship Id="rId2" Type="http://schemas.openxmlformats.org/officeDocument/2006/relationships/tags" Target="../tags/tag46.xml"/><Relationship Id="rId1" Type="http://schemas.openxmlformats.org/officeDocument/2006/relationships/tags" Target="../tags/tag45.xml"/><Relationship Id="rId6" Type="http://schemas.openxmlformats.org/officeDocument/2006/relationships/image" Target="../media/image14.png"/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2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slideLayout" Target="../slideLayouts/slideLayout26.xml"/><Relationship Id="rId1" Type="http://schemas.openxmlformats.org/officeDocument/2006/relationships/tags" Target="../tags/tag4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3.xml"/><Relationship Id="rId2" Type="http://schemas.openxmlformats.org/officeDocument/2006/relationships/tags" Target="../tags/tag50.xml"/><Relationship Id="rId1" Type="http://schemas.openxmlformats.org/officeDocument/2006/relationships/tags" Target="../tags/tag49.xml"/><Relationship Id="rId5" Type="http://schemas.openxmlformats.org/officeDocument/2006/relationships/image" Target="../media/image14.png"/><Relationship Id="rId4" Type="http://schemas.openxmlformats.org/officeDocument/2006/relationships/notesSlide" Target="../notesSlides/notesSlide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slideLayout" Target="../slideLayouts/slideLayout23.xml"/><Relationship Id="rId1" Type="http://schemas.openxmlformats.org/officeDocument/2006/relationships/tags" Target="../tags/tag5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3.xml"/><Relationship Id="rId7" Type="http://schemas.openxmlformats.org/officeDocument/2006/relationships/image" Target="../media/image17.svg"/><Relationship Id="rId2" Type="http://schemas.openxmlformats.org/officeDocument/2006/relationships/tags" Target="../tags/tag53.xml"/><Relationship Id="rId1" Type="http://schemas.openxmlformats.org/officeDocument/2006/relationships/tags" Target="../tags/tag52.xml"/><Relationship Id="rId6" Type="http://schemas.openxmlformats.org/officeDocument/2006/relationships/image" Target="../media/image16.svg"/><Relationship Id="rId5" Type="http://schemas.openxmlformats.org/officeDocument/2006/relationships/image" Target="../media/image14.png"/><Relationship Id="rId4" Type="http://schemas.openxmlformats.org/officeDocument/2006/relationships/image" Target="../media/image15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2" Type="http://schemas.openxmlformats.org/officeDocument/2006/relationships/tags" Target="../tags/tag55.xml"/><Relationship Id="rId1" Type="http://schemas.openxmlformats.org/officeDocument/2006/relationships/tags" Target="../tags/tag54.xml"/><Relationship Id="rId4" Type="http://schemas.openxmlformats.org/officeDocument/2006/relationships/notesSlide" Target="../notesSlides/notesSlide8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tags" Target="../tags/tag58.xml"/><Relationship Id="rId7" Type="http://schemas.openxmlformats.org/officeDocument/2006/relationships/image" Target="../media/image14.png"/><Relationship Id="rId2" Type="http://schemas.openxmlformats.org/officeDocument/2006/relationships/tags" Target="../tags/tag57.xml"/><Relationship Id="rId1" Type="http://schemas.openxmlformats.org/officeDocument/2006/relationships/tags" Target="../tags/tag56.xml"/><Relationship Id="rId6" Type="http://schemas.openxmlformats.org/officeDocument/2006/relationships/notesSlide" Target="../notesSlides/notesSlide9.xml"/><Relationship Id="rId5" Type="http://schemas.openxmlformats.org/officeDocument/2006/relationships/slideLayout" Target="../slideLayouts/slideLayout23.xml"/><Relationship Id="rId4" Type="http://schemas.openxmlformats.org/officeDocument/2006/relationships/tags" Target="../tags/tag5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slideLayout" Target="../slideLayouts/slideLayout23.xml"/><Relationship Id="rId1" Type="http://schemas.openxmlformats.org/officeDocument/2006/relationships/tags" Target="../tags/tag60.xml"/><Relationship Id="rId4" Type="http://schemas.openxmlformats.org/officeDocument/2006/relationships/image" Target="../media/image18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tags" Target="../tags/tag63.xml"/><Relationship Id="rId2" Type="http://schemas.openxmlformats.org/officeDocument/2006/relationships/tags" Target="../tags/tag62.xml"/><Relationship Id="rId1" Type="http://schemas.openxmlformats.org/officeDocument/2006/relationships/tags" Target="../tags/tag61.xml"/><Relationship Id="rId6" Type="http://schemas.openxmlformats.org/officeDocument/2006/relationships/image" Target="../media/image14.png"/><Relationship Id="rId5" Type="http://schemas.openxmlformats.org/officeDocument/2006/relationships/image" Target="../media/image18.svg"/><Relationship Id="rId4" Type="http://schemas.openxmlformats.org/officeDocument/2006/relationships/slideLayout" Target="../slideLayouts/slideLayout2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tags" Target="../tags/tag66.xml"/><Relationship Id="rId2" Type="http://schemas.openxmlformats.org/officeDocument/2006/relationships/tags" Target="../tags/tag65.xml"/><Relationship Id="rId1" Type="http://schemas.openxmlformats.org/officeDocument/2006/relationships/tags" Target="../tags/tag64.xml"/><Relationship Id="rId6" Type="http://schemas.openxmlformats.org/officeDocument/2006/relationships/image" Target="../media/image14.png"/><Relationship Id="rId5" Type="http://schemas.openxmlformats.org/officeDocument/2006/relationships/image" Target="../media/image18.svg"/><Relationship Id="rId4" Type="http://schemas.openxmlformats.org/officeDocument/2006/relationships/slideLayout" Target="../slideLayouts/slideLayout2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3.xml"/><Relationship Id="rId2" Type="http://schemas.openxmlformats.org/officeDocument/2006/relationships/tags" Target="../tags/tag68.xml"/><Relationship Id="rId1" Type="http://schemas.openxmlformats.org/officeDocument/2006/relationships/tags" Target="../tags/tag67.xml"/><Relationship Id="rId6" Type="http://schemas.openxmlformats.org/officeDocument/2006/relationships/image" Target="../media/image14.png"/><Relationship Id="rId5" Type="http://schemas.openxmlformats.org/officeDocument/2006/relationships/image" Target="../media/image18.svg"/><Relationship Id="rId4" Type="http://schemas.openxmlformats.org/officeDocument/2006/relationships/notesSlide" Target="../notesSlides/notesSlide10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3.xml"/><Relationship Id="rId2" Type="http://schemas.openxmlformats.org/officeDocument/2006/relationships/tags" Target="../tags/tag70.xml"/><Relationship Id="rId1" Type="http://schemas.openxmlformats.org/officeDocument/2006/relationships/tags" Target="../tags/tag69.xml"/><Relationship Id="rId6" Type="http://schemas.openxmlformats.org/officeDocument/2006/relationships/image" Target="../media/image14.png"/><Relationship Id="rId5" Type="http://schemas.openxmlformats.org/officeDocument/2006/relationships/image" Target="../media/image18.svg"/><Relationship Id="rId4" Type="http://schemas.openxmlformats.org/officeDocument/2006/relationships/notesSlide" Target="../notesSlides/notesSlide1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3.xml"/><Relationship Id="rId2" Type="http://schemas.openxmlformats.org/officeDocument/2006/relationships/tags" Target="../tags/tag72.xml"/><Relationship Id="rId1" Type="http://schemas.openxmlformats.org/officeDocument/2006/relationships/tags" Target="../tags/tag71.xml"/><Relationship Id="rId6" Type="http://schemas.openxmlformats.org/officeDocument/2006/relationships/image" Target="../media/image14.png"/><Relationship Id="rId5" Type="http://schemas.openxmlformats.org/officeDocument/2006/relationships/image" Target="../media/image18.svg"/><Relationship Id="rId4" Type="http://schemas.openxmlformats.org/officeDocument/2006/relationships/notesSlide" Target="../notesSlides/notesSlide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tags" Target="../tags/tag75.xml"/><Relationship Id="rId2" Type="http://schemas.openxmlformats.org/officeDocument/2006/relationships/tags" Target="../tags/tag74.xml"/><Relationship Id="rId1" Type="http://schemas.openxmlformats.org/officeDocument/2006/relationships/tags" Target="../tags/tag73.xml"/><Relationship Id="rId6" Type="http://schemas.openxmlformats.org/officeDocument/2006/relationships/image" Target="../media/image14.png"/><Relationship Id="rId5" Type="http://schemas.openxmlformats.org/officeDocument/2006/relationships/image" Target="../media/image18.svg"/><Relationship Id="rId4" Type="http://schemas.openxmlformats.org/officeDocument/2006/relationships/slideLayout" Target="../slideLayouts/slideLayout2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3.xml"/><Relationship Id="rId1" Type="http://schemas.openxmlformats.org/officeDocument/2006/relationships/tags" Target="../tags/tag76.xml"/><Relationship Id="rId4" Type="http://schemas.openxmlformats.org/officeDocument/2006/relationships/image" Target="../media/image1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3.xml"/><Relationship Id="rId2" Type="http://schemas.openxmlformats.org/officeDocument/2006/relationships/tags" Target="../tags/tag78.xml"/><Relationship Id="rId1" Type="http://schemas.openxmlformats.org/officeDocument/2006/relationships/tags" Target="../tags/tag77.xml"/><Relationship Id="rId6" Type="http://schemas.openxmlformats.org/officeDocument/2006/relationships/image" Target="../media/image14.png"/><Relationship Id="rId5" Type="http://schemas.openxmlformats.org/officeDocument/2006/relationships/image" Target="../media/image18.svg"/><Relationship Id="rId4" Type="http://schemas.openxmlformats.org/officeDocument/2006/relationships/notesSlide" Target="../notesSlides/notesSlide1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3.xml"/><Relationship Id="rId2" Type="http://schemas.openxmlformats.org/officeDocument/2006/relationships/tags" Target="../tags/tag80.xml"/><Relationship Id="rId1" Type="http://schemas.openxmlformats.org/officeDocument/2006/relationships/tags" Target="../tags/tag79.xml"/><Relationship Id="rId6" Type="http://schemas.openxmlformats.org/officeDocument/2006/relationships/image" Target="../media/image14.png"/><Relationship Id="rId5" Type="http://schemas.openxmlformats.org/officeDocument/2006/relationships/image" Target="../media/image18.svg"/><Relationship Id="rId4" Type="http://schemas.openxmlformats.org/officeDocument/2006/relationships/notesSlide" Target="../notesSlides/notesSlide1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3.xml"/><Relationship Id="rId2" Type="http://schemas.openxmlformats.org/officeDocument/2006/relationships/tags" Target="../tags/tag82.xml"/><Relationship Id="rId1" Type="http://schemas.openxmlformats.org/officeDocument/2006/relationships/tags" Target="../tags/tag81.xml"/><Relationship Id="rId5" Type="http://schemas.openxmlformats.org/officeDocument/2006/relationships/image" Target="../media/image14.png"/><Relationship Id="rId4" Type="http://schemas.openxmlformats.org/officeDocument/2006/relationships/image" Target="../media/image18.sv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tags" Target="../tags/tag85.xml"/><Relationship Id="rId2" Type="http://schemas.openxmlformats.org/officeDocument/2006/relationships/tags" Target="../tags/tag84.xml"/><Relationship Id="rId1" Type="http://schemas.openxmlformats.org/officeDocument/2006/relationships/tags" Target="../tags/tag83.xml"/><Relationship Id="rId6" Type="http://schemas.openxmlformats.org/officeDocument/2006/relationships/image" Target="../media/image14.png"/><Relationship Id="rId5" Type="http://schemas.openxmlformats.org/officeDocument/2006/relationships/image" Target="../media/image18.svg"/><Relationship Id="rId4" Type="http://schemas.openxmlformats.org/officeDocument/2006/relationships/slideLayout" Target="../slideLayouts/slideLayout2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3.xml"/><Relationship Id="rId2" Type="http://schemas.openxmlformats.org/officeDocument/2006/relationships/tags" Target="../tags/tag87.xml"/><Relationship Id="rId1" Type="http://schemas.openxmlformats.org/officeDocument/2006/relationships/tags" Target="../tags/tag86.xml"/><Relationship Id="rId6" Type="http://schemas.openxmlformats.org/officeDocument/2006/relationships/image" Target="../media/image14.png"/><Relationship Id="rId5" Type="http://schemas.openxmlformats.org/officeDocument/2006/relationships/image" Target="../media/image18.svg"/><Relationship Id="rId4" Type="http://schemas.openxmlformats.org/officeDocument/2006/relationships/notesSlide" Target="../notesSlides/notesSlide1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3.xml"/><Relationship Id="rId2" Type="http://schemas.openxmlformats.org/officeDocument/2006/relationships/tags" Target="../tags/tag89.xml"/><Relationship Id="rId1" Type="http://schemas.openxmlformats.org/officeDocument/2006/relationships/tags" Target="../tags/tag88.xml"/><Relationship Id="rId6" Type="http://schemas.openxmlformats.org/officeDocument/2006/relationships/image" Target="../media/image14.png"/><Relationship Id="rId5" Type="http://schemas.openxmlformats.org/officeDocument/2006/relationships/image" Target="../media/image18.svg"/><Relationship Id="rId4" Type="http://schemas.openxmlformats.org/officeDocument/2006/relationships/notesSlide" Target="../notesSlides/notesSlide1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3.xml"/><Relationship Id="rId2" Type="http://schemas.openxmlformats.org/officeDocument/2006/relationships/tags" Target="../tags/tag91.xml"/><Relationship Id="rId1" Type="http://schemas.openxmlformats.org/officeDocument/2006/relationships/tags" Target="../tags/tag90.xml"/><Relationship Id="rId6" Type="http://schemas.openxmlformats.org/officeDocument/2006/relationships/image" Target="../media/image14.png"/><Relationship Id="rId5" Type="http://schemas.openxmlformats.org/officeDocument/2006/relationships/image" Target="../media/image18.svg"/><Relationship Id="rId4" Type="http://schemas.openxmlformats.org/officeDocument/2006/relationships/notesSlide" Target="../notesSlides/notesSlide18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3.xml"/><Relationship Id="rId2" Type="http://schemas.openxmlformats.org/officeDocument/2006/relationships/tags" Target="../tags/tag93.xml"/><Relationship Id="rId1" Type="http://schemas.openxmlformats.org/officeDocument/2006/relationships/tags" Target="../tags/tag92.xml"/><Relationship Id="rId6" Type="http://schemas.openxmlformats.org/officeDocument/2006/relationships/image" Target="../media/image14.png"/><Relationship Id="rId5" Type="http://schemas.openxmlformats.org/officeDocument/2006/relationships/image" Target="../media/image18.svg"/><Relationship Id="rId4" Type="http://schemas.openxmlformats.org/officeDocument/2006/relationships/notesSlide" Target="../notesSlides/notesSlide19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3.xml"/><Relationship Id="rId2" Type="http://schemas.openxmlformats.org/officeDocument/2006/relationships/tags" Target="../tags/tag95.xml"/><Relationship Id="rId1" Type="http://schemas.openxmlformats.org/officeDocument/2006/relationships/tags" Target="../tags/tag94.xml"/><Relationship Id="rId6" Type="http://schemas.openxmlformats.org/officeDocument/2006/relationships/image" Target="../media/image18.svg"/><Relationship Id="rId5" Type="http://schemas.openxmlformats.org/officeDocument/2006/relationships/image" Target="../media/image14.png"/><Relationship Id="rId4" Type="http://schemas.openxmlformats.org/officeDocument/2006/relationships/notesSlide" Target="../notesSlides/notesSlide20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tags" Target="../tags/tag98.xml"/><Relationship Id="rId7" Type="http://schemas.openxmlformats.org/officeDocument/2006/relationships/image" Target="../media/image14.png"/><Relationship Id="rId2" Type="http://schemas.openxmlformats.org/officeDocument/2006/relationships/tags" Target="../tags/tag97.xml"/><Relationship Id="rId1" Type="http://schemas.openxmlformats.org/officeDocument/2006/relationships/tags" Target="../tags/tag96.xml"/><Relationship Id="rId6" Type="http://schemas.openxmlformats.org/officeDocument/2006/relationships/notesSlide" Target="../notesSlides/notesSlide21.xml"/><Relationship Id="rId5" Type="http://schemas.openxmlformats.org/officeDocument/2006/relationships/slideLayout" Target="../slideLayouts/slideLayout23.xml"/><Relationship Id="rId4" Type="http://schemas.openxmlformats.org/officeDocument/2006/relationships/tags" Target="../tags/tag99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3.xml"/><Relationship Id="rId2" Type="http://schemas.openxmlformats.org/officeDocument/2006/relationships/tags" Target="../tags/tag101.xml"/><Relationship Id="rId1" Type="http://schemas.openxmlformats.org/officeDocument/2006/relationships/tags" Target="../tags/tag100.xml"/><Relationship Id="rId5" Type="http://schemas.openxmlformats.org/officeDocument/2006/relationships/image" Target="../media/image18.svg"/><Relationship Id="rId4" Type="http://schemas.openxmlformats.org/officeDocument/2006/relationships/image" Target="../media/image14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5.xml"/><Relationship Id="rId1" Type="http://schemas.openxmlformats.org/officeDocument/2006/relationships/tags" Target="../tags/tag10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slideLayout" Target="../slideLayouts/slideLayout24.xml"/><Relationship Id="rId1" Type="http://schemas.openxmlformats.org/officeDocument/2006/relationships/tags" Target="../tags/tag10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slideLayout" Target="../slideLayouts/slideLayout24.xml"/><Relationship Id="rId1" Type="http://schemas.openxmlformats.org/officeDocument/2006/relationships/tags" Target="../tags/tag104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tags" Target="../tags/tag112.xml"/><Relationship Id="rId13" Type="http://schemas.openxmlformats.org/officeDocument/2006/relationships/image" Target="../media/image23.png"/><Relationship Id="rId3" Type="http://schemas.openxmlformats.org/officeDocument/2006/relationships/tags" Target="../tags/tag107.xml"/><Relationship Id="rId7" Type="http://schemas.openxmlformats.org/officeDocument/2006/relationships/tags" Target="../tags/tag111.xml"/><Relationship Id="rId12" Type="http://schemas.openxmlformats.org/officeDocument/2006/relationships/image" Target="../media/image22.png"/><Relationship Id="rId17" Type="http://schemas.openxmlformats.org/officeDocument/2006/relationships/image" Target="../media/image26.svg"/><Relationship Id="rId2" Type="http://schemas.openxmlformats.org/officeDocument/2006/relationships/tags" Target="../tags/tag106.xml"/><Relationship Id="rId16" Type="http://schemas.openxmlformats.org/officeDocument/2006/relationships/image" Target="../media/image25.png"/><Relationship Id="rId1" Type="http://schemas.openxmlformats.org/officeDocument/2006/relationships/tags" Target="../tags/tag105.xml"/><Relationship Id="rId6" Type="http://schemas.openxmlformats.org/officeDocument/2006/relationships/tags" Target="../tags/tag110.xml"/><Relationship Id="rId11" Type="http://schemas.openxmlformats.org/officeDocument/2006/relationships/image" Target="../media/image21.png"/><Relationship Id="rId5" Type="http://schemas.openxmlformats.org/officeDocument/2006/relationships/tags" Target="../tags/tag109.xml"/><Relationship Id="rId15" Type="http://schemas.openxmlformats.org/officeDocument/2006/relationships/image" Target="../media/image24.png"/><Relationship Id="rId10" Type="http://schemas.openxmlformats.org/officeDocument/2006/relationships/notesSlide" Target="../notesSlides/notesSlide22.xml"/><Relationship Id="rId4" Type="http://schemas.openxmlformats.org/officeDocument/2006/relationships/tags" Target="../tags/tag108.xml"/><Relationship Id="rId9" Type="http://schemas.openxmlformats.org/officeDocument/2006/relationships/slideLayout" Target="../slideLayouts/slideLayout23.xml"/><Relationship Id="rId14" Type="http://schemas.openxmlformats.org/officeDocument/2006/relationships/image" Target="../media/image14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5.xml"/><Relationship Id="rId1" Type="http://schemas.openxmlformats.org/officeDocument/2006/relationships/tags" Target="../tags/tag113.xml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3.xml"/><Relationship Id="rId3" Type="http://schemas.openxmlformats.org/officeDocument/2006/relationships/tags" Target="../tags/tag116.xml"/><Relationship Id="rId7" Type="http://schemas.openxmlformats.org/officeDocument/2006/relationships/slideLayout" Target="../slideLayouts/slideLayout27.xml"/><Relationship Id="rId2" Type="http://schemas.openxmlformats.org/officeDocument/2006/relationships/tags" Target="../tags/tag115.xml"/><Relationship Id="rId1" Type="http://schemas.openxmlformats.org/officeDocument/2006/relationships/tags" Target="../tags/tag114.xml"/><Relationship Id="rId6" Type="http://schemas.openxmlformats.org/officeDocument/2006/relationships/tags" Target="../tags/tag119.xml"/><Relationship Id="rId5" Type="http://schemas.openxmlformats.org/officeDocument/2006/relationships/tags" Target="../tags/tag118.xml"/><Relationship Id="rId10" Type="http://schemas.openxmlformats.org/officeDocument/2006/relationships/image" Target="../media/image27.png"/><Relationship Id="rId4" Type="http://schemas.openxmlformats.org/officeDocument/2006/relationships/tags" Target="../tags/tag117.xml"/><Relationship Id="rId9" Type="http://schemas.openxmlformats.org/officeDocument/2006/relationships/image" Target="../media/image14.pn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tags" Target="../tags/tag126.xml"/><Relationship Id="rId3" Type="http://schemas.openxmlformats.org/officeDocument/2006/relationships/tags" Target="../tags/tag121.xml"/><Relationship Id="rId7" Type="http://schemas.openxmlformats.org/officeDocument/2006/relationships/tags" Target="../tags/tag125.xml"/><Relationship Id="rId12" Type="http://schemas.openxmlformats.org/officeDocument/2006/relationships/image" Target="../media/image27.png"/><Relationship Id="rId2" Type="http://schemas.openxmlformats.org/officeDocument/2006/relationships/tags" Target="../tags/tag120.xml"/><Relationship Id="rId1" Type="http://schemas.openxmlformats.org/officeDocument/2006/relationships/themeOverride" Target="../theme/themeOverride1.xml"/><Relationship Id="rId6" Type="http://schemas.openxmlformats.org/officeDocument/2006/relationships/tags" Target="../tags/tag124.xml"/><Relationship Id="rId11" Type="http://schemas.openxmlformats.org/officeDocument/2006/relationships/image" Target="../media/image14.png"/><Relationship Id="rId5" Type="http://schemas.openxmlformats.org/officeDocument/2006/relationships/tags" Target="../tags/tag123.xml"/><Relationship Id="rId10" Type="http://schemas.openxmlformats.org/officeDocument/2006/relationships/notesSlide" Target="../notesSlides/notesSlide24.xml"/><Relationship Id="rId4" Type="http://schemas.openxmlformats.org/officeDocument/2006/relationships/tags" Target="../tags/tag122.xml"/><Relationship Id="rId9" Type="http://schemas.openxmlformats.org/officeDocument/2006/relationships/slideLayout" Target="../slideLayouts/slideLayout2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tags" Target="../tags/tag129.xml"/><Relationship Id="rId2" Type="http://schemas.openxmlformats.org/officeDocument/2006/relationships/tags" Target="../tags/tag128.xml"/><Relationship Id="rId1" Type="http://schemas.openxmlformats.org/officeDocument/2006/relationships/tags" Target="../tags/tag127.xml"/><Relationship Id="rId5" Type="http://schemas.openxmlformats.org/officeDocument/2006/relationships/image" Target="../media/image14.png"/><Relationship Id="rId4" Type="http://schemas.openxmlformats.org/officeDocument/2006/relationships/slideLayout" Target="../slideLayouts/slideLayout61.xml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tags" Target="../tags/tag137.xml"/><Relationship Id="rId3" Type="http://schemas.openxmlformats.org/officeDocument/2006/relationships/tags" Target="../tags/tag132.xml"/><Relationship Id="rId7" Type="http://schemas.openxmlformats.org/officeDocument/2006/relationships/tags" Target="../tags/tag136.xml"/><Relationship Id="rId2" Type="http://schemas.openxmlformats.org/officeDocument/2006/relationships/tags" Target="../tags/tag131.xml"/><Relationship Id="rId1" Type="http://schemas.openxmlformats.org/officeDocument/2006/relationships/tags" Target="../tags/tag130.xml"/><Relationship Id="rId6" Type="http://schemas.openxmlformats.org/officeDocument/2006/relationships/tags" Target="../tags/tag135.xml"/><Relationship Id="rId11" Type="http://schemas.openxmlformats.org/officeDocument/2006/relationships/image" Target="../media/image14.png"/><Relationship Id="rId5" Type="http://schemas.openxmlformats.org/officeDocument/2006/relationships/tags" Target="../tags/tag134.xml"/><Relationship Id="rId10" Type="http://schemas.openxmlformats.org/officeDocument/2006/relationships/image" Target="../media/image28.png"/><Relationship Id="rId4" Type="http://schemas.openxmlformats.org/officeDocument/2006/relationships/tags" Target="../tags/tag133.xml"/><Relationship Id="rId9" Type="http://schemas.openxmlformats.org/officeDocument/2006/relationships/slideLayout" Target="../slideLayouts/slideLayout6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tags" Target="../tags/tag140.xml"/><Relationship Id="rId2" Type="http://schemas.openxmlformats.org/officeDocument/2006/relationships/tags" Target="../tags/tag139.xml"/><Relationship Id="rId1" Type="http://schemas.openxmlformats.org/officeDocument/2006/relationships/tags" Target="../tags/tag138.xml"/><Relationship Id="rId5" Type="http://schemas.openxmlformats.org/officeDocument/2006/relationships/image" Target="../media/image14.png"/><Relationship Id="rId4" Type="http://schemas.openxmlformats.org/officeDocument/2006/relationships/slideLayout" Target="../slideLayouts/slideLayout61.xml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tags" Target="../tags/tag143.xml"/><Relationship Id="rId7" Type="http://schemas.openxmlformats.org/officeDocument/2006/relationships/hyperlink" Target="https://www.softr.io/" TargetMode="External"/><Relationship Id="rId2" Type="http://schemas.openxmlformats.org/officeDocument/2006/relationships/tags" Target="../tags/tag142.xml"/><Relationship Id="rId1" Type="http://schemas.openxmlformats.org/officeDocument/2006/relationships/tags" Target="../tags/tag141.xml"/><Relationship Id="rId6" Type="http://schemas.openxmlformats.org/officeDocument/2006/relationships/hyperlink" Target="https://www.airtable.com/" TargetMode="External"/><Relationship Id="rId5" Type="http://schemas.openxmlformats.org/officeDocument/2006/relationships/notesSlide" Target="../notesSlides/notesSlide25.xml"/><Relationship Id="rId4" Type="http://schemas.openxmlformats.org/officeDocument/2006/relationships/slideLayout" Target="../slideLayouts/slideLayout6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re 7">
            <a:extLst>
              <a:ext uri="{FF2B5EF4-FFF2-40B4-BE49-F238E27FC236}">
                <a16:creationId xmlns:a16="http://schemas.microsoft.com/office/drawing/2014/main" id="{3CCD87F7-71BA-613A-1F27-C4655D256487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374537" y="2679397"/>
            <a:ext cx="6148811" cy="1565491"/>
          </a:xfrm>
          <a:noFill/>
        </p:spPr>
        <p:txBody>
          <a:bodyPr/>
          <a:lstStyle/>
          <a:p>
            <a:r>
              <a:rPr lang="fr-CA" sz="3200">
                <a:solidFill>
                  <a:schemeClr val="bg1"/>
                </a:solidFill>
              </a:rPr>
              <a:t>Mobiliser les</a:t>
            </a:r>
            <a:br>
              <a:rPr lang="fr-CA" sz="3200">
                <a:solidFill>
                  <a:schemeClr val="bg1"/>
                </a:solidFill>
              </a:rPr>
            </a:br>
            <a:r>
              <a:rPr lang="fr-CA" sz="3200">
                <a:solidFill>
                  <a:schemeClr val="bg1"/>
                </a:solidFill>
              </a:rPr>
              <a:t>technologies numériques	</a:t>
            </a:r>
          </a:p>
        </p:txBody>
      </p:sp>
      <p:sp>
        <p:nvSpPr>
          <p:cNvPr id="9" name="Espace réservé du texte 8">
            <a:extLst>
              <a:ext uri="{FF2B5EF4-FFF2-40B4-BE49-F238E27FC236}">
                <a16:creationId xmlns:a16="http://schemas.microsoft.com/office/drawing/2014/main" id="{97A85CEF-B5A7-E1DA-683E-8BB20CA9FFD8}"/>
              </a:ext>
            </a:extLst>
          </p:cNvPr>
          <p:cNvSpPr>
            <a:spLocks noGrp="1"/>
          </p:cNvSpPr>
          <p:nvPr>
            <p:ph type="body" sz="quarter" idx="11"/>
            <p:custDataLst>
              <p:tags r:id="rId2"/>
            </p:custDataLst>
          </p:nvPr>
        </p:nvSpPr>
        <p:spPr>
          <a:xfrm>
            <a:off x="374538" y="4244888"/>
            <a:ext cx="2906545" cy="2317278"/>
          </a:xfrm>
        </p:spPr>
        <p:txBody>
          <a:bodyPr/>
          <a:lstStyle/>
          <a:p>
            <a:r>
              <a:rPr lang="fr-CA">
                <a:solidFill>
                  <a:schemeClr val="tx2"/>
                </a:solidFill>
              </a:rPr>
              <a:t>TECH 10701</a:t>
            </a:r>
          </a:p>
          <a:p>
            <a:endParaRPr lang="fr-CA">
              <a:solidFill>
                <a:schemeClr val="tx2"/>
              </a:solidFill>
            </a:endParaRPr>
          </a:p>
          <a:p>
            <a:r>
              <a:rPr lang="fr-CA" sz="2133">
                <a:solidFill>
                  <a:schemeClr val="tx2"/>
                </a:solidFill>
                <a:latin typeface="Visby CF" pitchFamily="50" charset="0"/>
              </a:rPr>
              <a:t>Développé par</a:t>
            </a:r>
            <a:br>
              <a:rPr lang="fr-CA" sz="2133">
                <a:solidFill>
                  <a:schemeClr val="tx2"/>
                </a:solidFill>
                <a:latin typeface="Visby CF" pitchFamily="50" charset="0"/>
              </a:rPr>
            </a:br>
            <a:r>
              <a:rPr lang="fr-CA" sz="2133">
                <a:solidFill>
                  <a:schemeClr val="tx2"/>
                </a:solidFill>
              </a:rPr>
              <a:t>Marie-Claude Trudel</a:t>
            </a:r>
          </a:p>
        </p:txBody>
      </p:sp>
    </p:spTree>
    <p:extLst>
      <p:ext uri="{BB962C8B-B14F-4D97-AF65-F5344CB8AC3E}">
        <p14:creationId xmlns:p14="http://schemas.microsoft.com/office/powerpoint/2010/main" val="25832746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743DC0-639A-D98A-2AFB-135A95034D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3" name="Diagramme 42">
            <a:extLst>
              <a:ext uri="{FF2B5EF4-FFF2-40B4-BE49-F238E27FC236}">
                <a16:creationId xmlns:a16="http://schemas.microsoft.com/office/drawing/2014/main" id="{26904302-F745-49EB-F677-471CE4428612}"/>
              </a:ext>
            </a:extLst>
          </p:cNvPr>
          <p:cNvGraphicFramePr/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28066632"/>
              </p:ext>
            </p:extLst>
          </p:nvPr>
        </p:nvGraphicFramePr>
        <p:xfrm>
          <a:off x="885340" y="291850"/>
          <a:ext cx="10442005" cy="62518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2" r:lo="rId13" r:qs="rId14" r:cs="rId15"/>
          </a:graphicData>
        </a:graphic>
      </p:graphicFrame>
      <p:pic>
        <p:nvPicPr>
          <p:cNvPr id="46" name="Image 45">
            <a:extLst>
              <a:ext uri="{FF2B5EF4-FFF2-40B4-BE49-F238E27FC236}">
                <a16:creationId xmlns:a16="http://schemas.microsoft.com/office/drawing/2014/main" id="{42B1A2F9-B707-67FA-8578-E497DFED55B1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1188915" y="5899654"/>
            <a:ext cx="1024155" cy="375837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40ECD343-05B2-1A1B-B162-E91D8B89E047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1056792" y="3905392"/>
            <a:ext cx="1024155" cy="375837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C0409095-C938-DCE8-5BD2-3E0B390CA953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8">
            <a:alphaModFix amt="20000"/>
          </a:blip>
          <a:stretch>
            <a:fillRect/>
          </a:stretch>
        </p:blipFill>
        <p:spPr>
          <a:xfrm>
            <a:off x="11041594" y="395152"/>
            <a:ext cx="364490" cy="551742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54F19516-CBF9-B852-DF83-F60165B6865F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097158" y="3905392"/>
            <a:ext cx="200199" cy="528360"/>
          </a:xfrm>
          <a:prstGeom prst="rect">
            <a:avLst/>
          </a:prstGeom>
        </p:spPr>
      </p:pic>
      <p:pic>
        <p:nvPicPr>
          <p:cNvPr id="14" name="Image 13">
            <a:extLst>
              <a:ext uri="{FF2B5EF4-FFF2-40B4-BE49-F238E27FC236}">
                <a16:creationId xmlns:a16="http://schemas.microsoft.com/office/drawing/2014/main" id="{49BEC7AB-CE16-E1C4-AA6F-A47542D85CAC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7">
            <a:alphaModFix amt="20000"/>
          </a:blip>
          <a:stretch>
            <a:fillRect/>
          </a:stretch>
        </p:blipFill>
        <p:spPr>
          <a:xfrm>
            <a:off x="10001227" y="395152"/>
            <a:ext cx="1024155" cy="375837"/>
          </a:xfrm>
          <a:prstGeom prst="rect">
            <a:avLst/>
          </a:prstGeom>
        </p:spPr>
      </p:pic>
      <p:pic>
        <p:nvPicPr>
          <p:cNvPr id="2" name="Image 1">
            <a:extLst>
              <a:ext uri="{FF2B5EF4-FFF2-40B4-BE49-F238E27FC236}">
                <a16:creationId xmlns:a16="http://schemas.microsoft.com/office/drawing/2014/main" id="{04CF309C-9D6A-D622-AA3B-3086CDC53706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83327" y="5909626"/>
            <a:ext cx="200199" cy="528360"/>
          </a:xfrm>
          <a:prstGeom prst="rect">
            <a:avLst/>
          </a:prstGeom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9DDF248B-3172-C118-CE49-14330C5293FC}"/>
              </a:ext>
            </a:extLst>
          </p:cNvPr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1249799" y="4467166"/>
            <a:ext cx="1024155" cy="375837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2554BD8E-87FE-9DC9-434A-6AD3A2783F06}"/>
              </a:ext>
            </a:extLst>
          </p:cNvPr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26989" y="4467166"/>
            <a:ext cx="386852" cy="551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58132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00AE42E-5705-4F32-B7A4-B08B78512F47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pPr marL="0"/>
            <a:r>
              <a:rPr kumimoji="0" lang="fr-CA" sz="3600" b="1" i="0" u="none" strike="noStrike" kern="1200" cap="none" spc="0" normalizeH="0" baseline="0" noProof="0">
                <a:ln>
                  <a:noFill/>
                </a:ln>
                <a:solidFill>
                  <a:srgbClr val="0D2C52"/>
                </a:solidFill>
                <a:effectLst/>
                <a:uLnTx/>
                <a:uFillTx/>
                <a:latin typeface="Visby Slab CF Bold" panose="00000800000000000000" pitchFamily="50" charset="0"/>
                <a:ea typeface="+mn-ea"/>
                <a:cs typeface="+mn-cs"/>
              </a:rPr>
              <a:t>La matière première des systèmes d’information : des données 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FE6B77F-6645-3DAA-4EED-2C949717ED0F}"/>
              </a:ext>
            </a:extLst>
          </p:cNvPr>
          <p:cNvSpPr>
            <a:spLocks noGrp="1"/>
          </p:cNvSpPr>
          <p:nvPr>
            <p:ph type="body" sz="quarter" idx="10"/>
            <p:custDataLst>
              <p:tags r:id="rId2"/>
            </p:custDataLst>
          </p:nvPr>
        </p:nvSpPr>
        <p:spPr/>
        <p:txBody>
          <a:bodyPr/>
          <a:lstStyle/>
          <a:p>
            <a:pPr marL="0" indent="0">
              <a:buNone/>
            </a:pPr>
            <a:r>
              <a:rPr lang="fr-CA" b="1"/>
              <a:t>Séance 3</a:t>
            </a:r>
          </a:p>
        </p:txBody>
      </p:sp>
    </p:spTree>
    <p:extLst>
      <p:ext uri="{BB962C8B-B14F-4D97-AF65-F5344CB8AC3E}">
        <p14:creationId xmlns:p14="http://schemas.microsoft.com/office/powerpoint/2010/main" val="32995053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2646FC8F-443F-BA41-CF2C-8F7EE115404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anchor="ctr"/>
          <a:lstStyle/>
          <a:p>
            <a:pPr marL="342900" indent="-342900"/>
            <a:r>
              <a:rPr lang="fr-FR" dirty="0"/>
              <a:t>Identifier les données nécessaires à un processus d'affaires à partir d'artefacts existants</a:t>
            </a:r>
          </a:p>
          <a:p>
            <a:pPr marL="342900" indent="-342900"/>
            <a:r>
              <a:rPr lang="fr-FR" dirty="0"/>
              <a:t>Appliquer les trois premières formes normales à un jeu de données pour éliminer les redondances et les dépendances incorrectes</a:t>
            </a:r>
          </a:p>
          <a:p>
            <a:pPr marL="342900" indent="-342900"/>
            <a:r>
              <a:rPr lang="fr-FR" dirty="0"/>
              <a:t>Construire un DSBD à partir d'entités normalisées en respectant l'intégrité référentielle</a:t>
            </a:r>
          </a:p>
          <a:p>
            <a:pPr marL="342900" indent="-342900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9321380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3F9362C0-2829-ACDB-AA22-1283B013662D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32589" y="1682684"/>
            <a:ext cx="2412000" cy="4146867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20000" bIns="120000" rtlCol="0" anchor="t" anchorCtr="0"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isby CF Bold" pitchFamily="2" charset="77"/>
                <a:ea typeface="+mn-ea"/>
                <a:cs typeface="+mn-cs"/>
              </a:rPr>
              <a:t>Retours</a:t>
            </a:r>
            <a:endParaRPr kumimoji="0" lang="fr-CA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96C7B5C-9624-E32C-7A7E-C962357C05E1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3470805" y="1682683"/>
            <a:ext cx="2412000" cy="4146868"/>
          </a:xfrm>
          <a:prstGeom prst="rect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20000" bIns="120000" rtlCol="0" anchor="t" anchorCtr="0"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isby CF Bold" pitchFamily="2" charset="77"/>
                <a:ea typeface="+mn-ea"/>
                <a:cs typeface="+mn-cs"/>
              </a:rPr>
              <a:t>Assimilation		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A6FB75D-3E61-AD34-6FFA-05ACFDE172AE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6309021" y="1682686"/>
            <a:ext cx="2412000" cy="4146865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20000" bIns="120000" rtlCol="0" anchor="t" anchorCtr="0"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isby CF Bold" pitchFamily="2" charset="77"/>
                <a:ea typeface="+mn-ea"/>
                <a:cs typeface="+mn-cs"/>
              </a:rPr>
              <a:t>Application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BF1055A-20CF-0B6B-D89D-9652A2A30790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9147238" y="1682683"/>
            <a:ext cx="2412000" cy="4146865"/>
          </a:xfrm>
          <a:prstGeom prst="rect">
            <a:avLst/>
          </a:prstGeom>
          <a:solidFill>
            <a:schemeClr val="accent5"/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20000" bIns="120000" rtlCol="0" anchor="t" anchorCtr="0"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2800" b="1">
                <a:solidFill>
                  <a:srgbClr val="FFFFFF"/>
                </a:solidFill>
                <a:latin typeface="Visby CF Bold" pitchFamily="2" charset="77"/>
              </a:rPr>
              <a:t>Synthèse</a:t>
            </a:r>
            <a:endParaRPr kumimoji="0" lang="fr-FR" sz="2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isby CF Bold" pitchFamily="2" charset="77"/>
              <a:ea typeface="+mn-ea"/>
              <a:cs typeface="+mn-cs"/>
            </a:endParaRPr>
          </a:p>
        </p:txBody>
      </p:sp>
      <p:grpSp>
        <p:nvGrpSpPr>
          <p:cNvPr id="15" name="Groupe 14">
            <a:extLst>
              <a:ext uri="{FF2B5EF4-FFF2-40B4-BE49-F238E27FC236}">
                <a16:creationId xmlns:a16="http://schemas.microsoft.com/office/drawing/2014/main" id="{966AC80C-BE47-1E26-7AFA-3454B7C7F419}"/>
              </a:ext>
            </a:extLst>
          </p:cNvPr>
          <p:cNvGrpSpPr/>
          <p:nvPr>
            <p:custDataLst>
              <p:tags r:id="rId5"/>
            </p:custDataLst>
          </p:nvPr>
        </p:nvGrpSpPr>
        <p:grpSpPr>
          <a:xfrm>
            <a:off x="2450968" y="4817097"/>
            <a:ext cx="9108442" cy="358219"/>
            <a:chOff x="2450968" y="4817097"/>
            <a:chExt cx="9108442" cy="358219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04339CBF-4B9B-87B6-225F-8AD007CBC3C3}"/>
                </a:ext>
              </a:extLst>
            </p:cNvPr>
            <p:cNvSpPr/>
            <p:nvPr/>
          </p:nvSpPr>
          <p:spPr>
            <a:xfrm>
              <a:off x="2450969" y="4817097"/>
              <a:ext cx="9108441" cy="358219"/>
            </a:xfrm>
            <a:prstGeom prst="rect">
              <a:avLst/>
            </a:prstGeom>
            <a:solidFill>
              <a:schemeClr val="accent3"/>
            </a:solidFill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CA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2CD54A37-571F-664D-CD64-67C1D3BB6BE1}"/>
                </a:ext>
              </a:extLst>
            </p:cNvPr>
            <p:cNvSpPr/>
            <p:nvPr/>
          </p:nvSpPr>
          <p:spPr>
            <a:xfrm>
              <a:off x="2450968" y="4817097"/>
              <a:ext cx="381065" cy="358219"/>
            </a:xfrm>
            <a:prstGeom prst="rect">
              <a:avLst/>
            </a:prstGeom>
            <a:solidFill>
              <a:schemeClr val="tx2"/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CA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4660ED4-0EF0-C337-B774-2C8748F714B7}"/>
              </a:ext>
            </a:extLst>
          </p:cNvPr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492509" y="302168"/>
            <a:ext cx="10915200" cy="987552"/>
          </a:xfrm>
        </p:spPr>
        <p:txBody>
          <a:bodyPr/>
          <a:lstStyle/>
          <a:p>
            <a:r>
              <a:rPr lang="en-US">
                <a:solidFill>
                  <a:schemeClr val="tx2"/>
                </a:solidFill>
                <a:latin typeface="Visby Slab CF Bold" panose="00000800000000000000" pitchFamily="50" charset="0"/>
              </a:rPr>
              <a:t>Plan de la séance</a:t>
            </a:r>
            <a:endParaRPr lang="en-US" sz="5400">
              <a:solidFill>
                <a:schemeClr val="accent3"/>
              </a:solidFill>
              <a:latin typeface="Visby Slab CF Bold" panose="000008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89713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5417D4-FE4F-7B6D-2249-53507ED2A2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09A3C8E9-60E9-0F32-FDEB-0D994F11D1D2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434259" y="1229436"/>
            <a:ext cx="10707327" cy="1219200"/>
          </a:xfrm>
          <a:prstGeom prst="rect">
            <a:avLst/>
          </a:prstGeom>
        </p:spPr>
        <p:txBody>
          <a:bodyPr vert="horz" wrap="none" lIns="121920" tIns="60960" rIns="121920" bIns="60960" rtlCol="0">
            <a:norm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9C6"/>
              </a:buClr>
              <a:buSzPct val="125000"/>
              <a:buFontTx/>
              <a:buNone/>
              <a:tabLst/>
              <a:defRPr/>
            </a:pPr>
            <a:endParaRPr kumimoji="0" lang="fr-CA" sz="7200" b="0" i="0" u="none" strike="noStrike" kern="1200" cap="none" spc="0" normalizeH="0" baseline="0" noProof="0">
              <a:ln>
                <a:noFill/>
              </a:ln>
              <a:solidFill>
                <a:srgbClr val="00A9C6"/>
              </a:solidFill>
              <a:effectLst/>
              <a:uLnTx/>
              <a:uFillTx/>
              <a:latin typeface="Visby Slab CF Bold" panose="00000800000000000000" pitchFamily="50" charset="0"/>
              <a:ea typeface="+mn-ea"/>
              <a:cs typeface="+mn-cs"/>
            </a:endParaRPr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64690EBC-7EBF-9AD5-2352-80EA0F3DC61F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>
            <a:normAutofit/>
          </a:bodyPr>
          <a:lstStyle/>
          <a:p>
            <a:r>
              <a:rPr kumimoji="0" lang="fr-CA" sz="7200" b="0" i="0" u="none" strike="noStrike" kern="1200" cap="none" spc="0" normalizeH="0" baseline="0" noProof="0">
                <a:ln>
                  <a:noFill/>
                </a:ln>
                <a:solidFill>
                  <a:srgbClr val="00A9C6"/>
                </a:solidFill>
                <a:effectLst/>
                <a:uLnTx/>
                <a:uFillTx/>
                <a:latin typeface="Visby Slab CF Bold" panose="00000800000000000000" pitchFamily="50" charset="0"/>
                <a:ea typeface="+mn-ea"/>
                <a:cs typeface="+mn-cs"/>
              </a:rPr>
              <a:t>Retour sur la séance 2</a:t>
            </a:r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322948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E4A5DC-55F6-0DC9-2B45-7921558247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>
            <a:extLst>
              <a:ext uri="{FF2B5EF4-FFF2-40B4-BE49-F238E27FC236}">
                <a16:creationId xmlns:a16="http://schemas.microsoft.com/office/drawing/2014/main" id="{BE5CD5D4-2AA1-4CE7-F85F-65E78AF19FC9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solidFill>
            <a:schemeClr val="accent2"/>
          </a:solidFill>
          <a:ln>
            <a:solidFill>
              <a:schemeClr val="accent2"/>
            </a:solidFill>
          </a:ln>
        </p:spPr>
        <p:txBody>
          <a:bodyPr/>
          <a:lstStyle/>
          <a:p>
            <a:r>
              <a:rPr lang="fr-CA" dirty="0"/>
              <a:t>Jeu Jeopardy sur les notions BPMN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B701DCC5-429E-804E-4F06-DAB4AD38885D}"/>
              </a:ext>
            </a:extLst>
          </p:cNvPr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 anchor="ctr"/>
          <a:lstStyle/>
          <a:p>
            <a:pPr>
              <a:spcAft>
                <a:spcPts val="1200"/>
              </a:spcAft>
            </a:pPr>
            <a:r>
              <a:rPr lang="fr-CA" dirty="0"/>
              <a:t>Un outil ludique pour valider la compréhension de BPMN</a:t>
            </a:r>
          </a:p>
          <a:p>
            <a:pPr>
              <a:spcAft>
                <a:spcPts val="1200"/>
              </a:spcAft>
            </a:pPr>
            <a:r>
              <a:rPr lang="fr-CA" dirty="0"/>
              <a:t>Basé sur un jeu télévisé, on inverse la logique des questions traditionnelles</a:t>
            </a:r>
          </a:p>
          <a:p>
            <a:pPr lvl="1">
              <a:spcAft>
                <a:spcPts val="1200"/>
              </a:spcAft>
            </a:pPr>
            <a:r>
              <a:rPr lang="fr-CA" dirty="0"/>
              <a:t>Le participant voit la solution et doit répondre par une question</a:t>
            </a:r>
          </a:p>
          <a:p>
            <a:pPr lvl="1">
              <a:spcAft>
                <a:spcPts val="1200"/>
              </a:spcAft>
            </a:pPr>
            <a:r>
              <a:rPr lang="fr-CA" dirty="0"/>
              <a:t>Ex.: Il jappe  =  Qu’est-ce qu’un chien ?</a:t>
            </a:r>
          </a:p>
          <a:p>
            <a:pPr>
              <a:spcAft>
                <a:spcPts val="1200"/>
              </a:spcAft>
            </a:pPr>
            <a:r>
              <a:rPr lang="fr-CA" dirty="0"/>
              <a:t>Si vous hésitez sur une des cases, vous savez que vous devez réviser ces notions</a:t>
            </a:r>
          </a:p>
          <a:p>
            <a:pPr>
              <a:spcAft>
                <a:spcPts val="1200"/>
              </a:spcAft>
            </a:pPr>
            <a:r>
              <a:rPr lang="fr-CA" dirty="0"/>
              <a:t>N’oubliez pas, la modélisation BPMN sera évaluée dans le TP1 et à l’examen Intra</a:t>
            </a:r>
          </a:p>
        </p:txBody>
      </p:sp>
      <p:pic>
        <p:nvPicPr>
          <p:cNvPr id="5" name="Image 4" descr="Une image contenant Police, Graphique, capture d’écran, graphisme&#10;&#10;Description générée automatiquement">
            <a:extLst>
              <a:ext uri="{FF2B5EF4-FFF2-40B4-BE49-F238E27FC236}">
                <a16:creationId xmlns:a16="http://schemas.microsoft.com/office/drawing/2014/main" id="{DED26348-2304-99EF-8EBD-7F1D826FA5C8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258" y="6555588"/>
            <a:ext cx="1122088" cy="225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32013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FF967C-9004-D284-B46D-ADC8453BDC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>
            <a:extLst>
              <a:ext uri="{FF2B5EF4-FFF2-40B4-BE49-F238E27FC236}">
                <a16:creationId xmlns:a16="http://schemas.microsoft.com/office/drawing/2014/main" id="{4DF1AC81-5D87-D4EB-429B-5A6FE34CED40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solidFill>
            <a:schemeClr val="accent2"/>
          </a:solidFill>
          <a:ln>
            <a:solidFill>
              <a:schemeClr val="accent2"/>
            </a:solidFill>
          </a:ln>
        </p:spPr>
        <p:txBody>
          <a:bodyPr/>
          <a:lstStyle/>
          <a:p>
            <a:r>
              <a:rPr lang="fr-CA"/>
              <a:t>Récapitulatif de la séance 2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ADE6D885-8DA5-D725-7330-A70CCEDC9E40}"/>
              </a:ext>
            </a:extLst>
          </p:cNvPr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 anchor="ctr"/>
          <a:lstStyle/>
          <a:p>
            <a:pPr>
              <a:spcAft>
                <a:spcPts val="1200"/>
              </a:spcAft>
            </a:pPr>
            <a:r>
              <a:rPr lang="fr-CA" dirty="0"/>
              <a:t>Qu’est-ce qu’un processus d’affaires?</a:t>
            </a:r>
          </a:p>
          <a:p>
            <a:pPr>
              <a:spcAft>
                <a:spcPts val="1200"/>
              </a:spcAft>
            </a:pPr>
            <a:r>
              <a:rPr lang="fr-CA" dirty="0"/>
              <a:t>Quels sont les trois types de valeur que peuvent prendre une activité/tâche dans un processus d’affaires?</a:t>
            </a:r>
          </a:p>
          <a:p>
            <a:pPr>
              <a:spcAft>
                <a:spcPts val="1200"/>
              </a:spcAft>
            </a:pPr>
            <a:endParaRPr lang="fr-CA" dirty="0"/>
          </a:p>
          <a:p>
            <a:pPr>
              <a:spcAft>
                <a:spcPts val="1200"/>
              </a:spcAft>
            </a:pPr>
            <a:endParaRPr lang="fr-CA" dirty="0"/>
          </a:p>
        </p:txBody>
      </p:sp>
      <p:pic>
        <p:nvPicPr>
          <p:cNvPr id="5" name="Image 4" descr="Une image contenant Police, Graphique, capture d’écran, graphisme&#10;&#10;Description générée automatiquement">
            <a:extLst>
              <a:ext uri="{FF2B5EF4-FFF2-40B4-BE49-F238E27FC236}">
                <a16:creationId xmlns:a16="http://schemas.microsoft.com/office/drawing/2014/main" id="{446AD5BC-797C-CD51-247E-E698367C8A10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258" y="6555588"/>
            <a:ext cx="1122088" cy="225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8731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FF4523F9-2713-B72C-8B4C-59F4835C97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Amélie est prête. Presque.</a:t>
            </a:r>
            <a:endParaRPr lang="fr-FR" dirty="0"/>
          </a:p>
        </p:txBody>
      </p:sp>
      <p:sp>
        <p:nvSpPr>
          <p:cNvPr id="8" name="Espace réservé du contenu 7">
            <a:extLst>
              <a:ext uri="{FF2B5EF4-FFF2-40B4-BE49-F238E27FC236}">
                <a16:creationId xmlns:a16="http://schemas.microsoft.com/office/drawing/2014/main" id="{E416B956-9C29-60CD-506B-6F88B4714F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4640" y="1017270"/>
            <a:ext cx="5987317" cy="5679922"/>
          </a:xfrm>
        </p:spPr>
        <p:txBody>
          <a:bodyPr/>
          <a:lstStyle/>
          <a:p>
            <a:pPr marL="0" indent="0">
              <a:buNone/>
            </a:pPr>
            <a:r>
              <a:rPr lang="fr-FR" b="1" dirty="0">
                <a:solidFill>
                  <a:schemeClr val="accent1"/>
                </a:solidFill>
                <a:latin typeface="Visby Slab CF Bold" pitchFamily="2" charset="77"/>
              </a:rPr>
              <a:t>Ce qu’elle a…</a:t>
            </a:r>
          </a:p>
          <a:p>
            <a:pPr marL="0" indent="0">
              <a:buNone/>
            </a:pPr>
            <a:endParaRPr lang="fr-FR" sz="1600" b="1" dirty="0">
              <a:solidFill>
                <a:schemeClr val="accent1"/>
              </a:solidFill>
              <a:latin typeface="Visby Slab CF Bold" pitchFamily="2" charset="77"/>
            </a:endParaRPr>
          </a:p>
          <a:p>
            <a:r>
              <a:rPr lang="fr-FR" dirty="0"/>
              <a:t>Le processus de Marcel modélisé en BPMN </a:t>
            </a:r>
            <a:r>
              <a:rPr lang="fr-FR" dirty="0">
                <a:solidFill>
                  <a:schemeClr val="accent3"/>
                </a:solidFill>
              </a:rPr>
              <a:t>✓</a:t>
            </a:r>
            <a:r>
              <a:rPr lang="fr-FR" dirty="0"/>
              <a:t> </a:t>
            </a:r>
          </a:p>
          <a:p>
            <a:r>
              <a:rPr lang="fr-FR" dirty="0"/>
              <a:t>Les activités sans valeur ajoutée identifiées </a:t>
            </a:r>
            <a:r>
              <a:rPr lang="fr-FR" dirty="0">
                <a:solidFill>
                  <a:schemeClr val="accent3"/>
                </a:solidFill>
              </a:rPr>
              <a:t>✓</a:t>
            </a:r>
            <a:r>
              <a:rPr lang="fr-FR" dirty="0"/>
              <a:t> </a:t>
            </a:r>
          </a:p>
          <a:p>
            <a:r>
              <a:rPr lang="fr-FR" dirty="0"/>
              <a:t>La liste des besoins rédigée </a:t>
            </a:r>
            <a:r>
              <a:rPr lang="fr-FR" dirty="0">
                <a:solidFill>
                  <a:schemeClr val="accent3"/>
                </a:solidFill>
              </a:rPr>
              <a:t>✓</a:t>
            </a:r>
            <a:r>
              <a:rPr lang="fr-FR" dirty="0"/>
              <a:t> </a:t>
            </a:r>
          </a:p>
          <a:p>
            <a:r>
              <a:rPr lang="fr-FR" dirty="0"/>
              <a:t>Un compte </a:t>
            </a:r>
            <a:r>
              <a:rPr lang="fr-FR" dirty="0" err="1"/>
              <a:t>Airtable</a:t>
            </a:r>
            <a:r>
              <a:rPr lang="fr-FR" dirty="0"/>
              <a:t> gratuit </a:t>
            </a:r>
            <a:r>
              <a:rPr lang="fr-FR" dirty="0">
                <a:solidFill>
                  <a:schemeClr val="accent3"/>
                </a:solidFill>
              </a:rPr>
              <a:t>✓</a:t>
            </a:r>
          </a:p>
          <a:p>
            <a:endParaRPr lang="fr-FR" dirty="0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29EB7944-5C76-5491-8C1C-8E386413A726}"/>
              </a:ext>
            </a:extLst>
          </p:cNvPr>
          <p:cNvSpPr txBox="1"/>
          <p:nvPr/>
        </p:nvSpPr>
        <p:spPr>
          <a:xfrm>
            <a:off x="6540010" y="1968600"/>
            <a:ext cx="4383156" cy="292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200000"/>
              </a:lnSpc>
            </a:pPr>
            <a:r>
              <a:rPr lang="fr-CA" sz="2400" b="1" dirty="0">
                <a:solidFill>
                  <a:schemeClr val="accent1"/>
                </a:solidFill>
                <a:latin typeface="Visby Slab CF Bold" pitchFamily="2" charset="77"/>
              </a:rPr>
              <a:t>Comment organiser les données de Marcel pour qu'elles soient utiles, fiables et interrogeables?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49C04E4F-C5F2-BB78-8865-F97F0F838815}"/>
              </a:ext>
            </a:extLst>
          </p:cNvPr>
          <p:cNvSpPr txBox="1"/>
          <p:nvPr/>
        </p:nvSpPr>
        <p:spPr>
          <a:xfrm>
            <a:off x="2499502" y="5435281"/>
            <a:ext cx="7192995" cy="11203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fr-CA" sz="2400" b="1" dirty="0">
                <a:solidFill>
                  <a:schemeClr val="accent4"/>
                </a:solidFill>
                <a:latin typeface="Visby Slab CF Bold" pitchFamily="2" charset="77"/>
              </a:rPr>
              <a:t>Avant d'ouvrir </a:t>
            </a:r>
            <a:r>
              <a:rPr lang="fr-CA" sz="2400" b="1" dirty="0" err="1">
                <a:solidFill>
                  <a:schemeClr val="accent4"/>
                </a:solidFill>
                <a:latin typeface="Visby Slab CF Bold" pitchFamily="2" charset="77"/>
              </a:rPr>
              <a:t>Airtable</a:t>
            </a:r>
            <a:r>
              <a:rPr lang="fr-CA" sz="2400" b="1" dirty="0">
                <a:solidFill>
                  <a:schemeClr val="accent4"/>
                </a:solidFill>
                <a:latin typeface="Visby Slab CF Bold" pitchFamily="2" charset="77"/>
              </a:rPr>
              <a:t>, il faut comprendre </a:t>
            </a:r>
            <a:br>
              <a:rPr lang="fr-CA" sz="2400" b="1" dirty="0">
                <a:solidFill>
                  <a:schemeClr val="accent4"/>
                </a:solidFill>
                <a:latin typeface="Visby Slab CF Bold" pitchFamily="2" charset="77"/>
              </a:rPr>
            </a:br>
            <a:r>
              <a:rPr lang="fr-CA" sz="2400" b="1" dirty="0">
                <a:solidFill>
                  <a:schemeClr val="accent4"/>
                </a:solidFill>
                <a:latin typeface="Visby Slab CF Bold" pitchFamily="2" charset="77"/>
              </a:rPr>
              <a:t>comment structurer les données! </a:t>
            </a:r>
            <a:endParaRPr lang="fr-FR" sz="2400" b="1" dirty="0">
              <a:solidFill>
                <a:schemeClr val="accent4"/>
              </a:solidFill>
              <a:latin typeface="Visby Slab CF Bold" pitchFamily="2" charset="77"/>
            </a:endParaRPr>
          </a:p>
        </p:txBody>
      </p:sp>
      <p:pic>
        <p:nvPicPr>
          <p:cNvPr id="13" name="Image 12" descr="Une image contenant Police, Graphique, capture d’écran, graphisme&#10;&#10;Description générée automatiquement">
            <a:extLst>
              <a:ext uri="{FF2B5EF4-FFF2-40B4-BE49-F238E27FC236}">
                <a16:creationId xmlns:a16="http://schemas.microsoft.com/office/drawing/2014/main" id="{42C2F01E-4944-FFED-EF5D-A7DDC7B2EE9D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258" y="6555588"/>
            <a:ext cx="1122088" cy="225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26899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8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r>
              <a:rPr lang="fr-CA" dirty="0"/>
              <a:t>Données mal structurées : à qui la faute?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63BD5AC-A94E-3BD9-4584-3DFA328B39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4640" y="1017270"/>
            <a:ext cx="8931235" cy="5840730"/>
          </a:xfrm>
        </p:spPr>
        <p:txBody>
          <a:bodyPr lIns="90000">
            <a:normAutofit fontScale="92500" lnSpcReduction="20000"/>
          </a:bodyPr>
          <a:lstStyle/>
          <a:p>
            <a:r>
              <a:rPr lang="fr-CA" sz="2000" b="1" dirty="0"/>
              <a:t>Le rapport impossible</a:t>
            </a:r>
            <a:r>
              <a:rPr lang="fr-CA" sz="2000" dirty="0"/>
              <a:t> – Une directrice marketing demande…</a:t>
            </a:r>
          </a:p>
          <a:p>
            <a:pPr lvl="1"/>
            <a:r>
              <a:rPr lang="fr-CA" sz="1800" dirty="0"/>
              <a:t>« Combien de clients ont acheté deux fois ou plus au cours des six derniers mois? »  Elle reçoit comme réponse de l'équipe TI : « On ne peut pas sortir ça. » </a:t>
            </a:r>
          </a:p>
          <a:p>
            <a:pPr lvl="2"/>
            <a:r>
              <a:rPr lang="fr-CA" sz="1600" dirty="0"/>
              <a:t>Ce n'est pas un problème de logiciel. Le champ </a:t>
            </a:r>
            <a:r>
              <a:rPr lang="fr-CA" sz="1600" i="1" dirty="0"/>
              <a:t>date d'achat</a:t>
            </a:r>
            <a:r>
              <a:rPr lang="fr-CA" sz="1600" dirty="0"/>
              <a:t> a été fusionné avec la </a:t>
            </a:r>
            <a:r>
              <a:rPr lang="fr-CA" sz="1600" i="1" dirty="0"/>
              <a:t>description de la commande</a:t>
            </a:r>
            <a:r>
              <a:rPr lang="fr-CA" sz="1600" dirty="0"/>
              <a:t> au moment de la conception. La structure des données a rendu la question impossible.</a:t>
            </a:r>
          </a:p>
          <a:p>
            <a:r>
              <a:rPr lang="fr-CA" sz="2000" b="1" dirty="0"/>
              <a:t>La migration qui dure</a:t>
            </a:r>
            <a:r>
              <a:rPr lang="fr-CA" sz="2000" dirty="0"/>
              <a:t> </a:t>
            </a:r>
          </a:p>
          <a:p>
            <a:pPr lvl="1"/>
            <a:r>
              <a:rPr lang="fr-CA" sz="1800" dirty="0"/>
              <a:t>Changement de CRM. Migration prévue : six semaines. Migration réelle : huit mois. Coût supplémentaire : 180 000 $. Cause : doublons, champs mixtes, valeurs incohérentes dans l'ancien système. Quelqu'un a construit sans normaliser. Le gestionnaire qui a approuvé ce système il y a cinq ans n'avait pas posé les bonnes questions.</a:t>
            </a:r>
          </a:p>
          <a:p>
            <a:r>
              <a:rPr lang="fr-CA" sz="2000" b="1" dirty="0"/>
              <a:t>Les deux chiffres</a:t>
            </a:r>
          </a:p>
          <a:p>
            <a:pPr lvl="1"/>
            <a:r>
              <a:rPr lang="fr-CA" sz="1800" dirty="0"/>
              <a:t>Finance dit 2,3 M. Ventes dit 2,7 M. pour le même trimestre. L'écart vient d'un champ « type de vente » défini différemment dans deux tables. </a:t>
            </a:r>
            <a:r>
              <a:rPr lang="fr-CA" sz="1800" spc="-60" dirty="0"/>
              <a:t>Une décision de structure prise en 2021 génère encore des réunions aujourd’hui pour expliquer les écarts.</a:t>
            </a:r>
          </a:p>
        </p:txBody>
      </p:sp>
      <p:pic>
        <p:nvPicPr>
          <p:cNvPr id="7" name="Image 6" descr="Une image contenant Police, Graphique, capture d’écran, graphisme&#10;&#10;Description générée automatiquement">
            <a:extLst>
              <a:ext uri="{FF2B5EF4-FFF2-40B4-BE49-F238E27FC236}">
                <a16:creationId xmlns:a16="http://schemas.microsoft.com/office/drawing/2014/main" id="{38E72392-BDCE-AE33-F728-50B143FC3A6A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258" y="6555588"/>
            <a:ext cx="1122088" cy="225540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C6B9BC7A-C53A-9158-5A06-A0ED5CAE9C82}"/>
              </a:ext>
            </a:extLst>
          </p:cNvPr>
          <p:cNvSpPr txBox="1"/>
          <p:nvPr/>
        </p:nvSpPr>
        <p:spPr>
          <a:xfrm>
            <a:off x="9334006" y="1157526"/>
            <a:ext cx="2471100" cy="50182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fr-CA" b="1" dirty="0">
                <a:solidFill>
                  <a:schemeClr val="accent1"/>
                </a:solidFill>
                <a:latin typeface="Visby Slab CF Bold" pitchFamily="2" charset="77"/>
              </a:rPr>
              <a:t>Ces problèmes n'arrivent pas parce que les gestionnaires ne comprennent pas la technologie. Ils arrivent parce que personne n'a posé les bonnes questions au moment de construire.</a:t>
            </a:r>
            <a:endParaRPr lang="fr-FR" b="1" dirty="0">
              <a:solidFill>
                <a:schemeClr val="accent1"/>
              </a:solidFill>
              <a:latin typeface="Visby Slab CF Bold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8568722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11404F5-EA96-0889-AB94-269EA534A1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La force de la normalisation	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0985396-4B67-D472-3A4A-3DCF767DE4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CA" dirty="0"/>
              <a:t>La normalisation est un outil puissant qui aide à voir clair dans les données qui sont </a:t>
            </a:r>
            <a:r>
              <a:rPr lang="fr-CA" dirty="0">
                <a:solidFill>
                  <a:schemeClr val="accent2"/>
                </a:solidFill>
                <a:latin typeface="Visby Slab CF Bold" panose="00000800000000000000" pitchFamily="50" charset="0"/>
              </a:rPr>
              <a:t>déjà traitées </a:t>
            </a:r>
            <a:r>
              <a:rPr lang="fr-CA" dirty="0"/>
              <a:t>par l’organisation, souvent sans structure évidente autre que leur assemblage sur des artefacts papier, rapports ou formulaires</a:t>
            </a:r>
          </a:p>
          <a:p>
            <a:r>
              <a:rPr lang="fr-CA" dirty="0"/>
              <a:t>En prenant un à un ces artefacts et en les normalisant jusqu’à la 3FN, on est en mesure de </a:t>
            </a:r>
            <a:r>
              <a:rPr lang="fr-CA" dirty="0">
                <a:solidFill>
                  <a:schemeClr val="accent2"/>
                </a:solidFill>
                <a:latin typeface="Visby Slab CF Bold" panose="00000800000000000000" pitchFamily="50" charset="0"/>
              </a:rPr>
              <a:t>créer, pas à pas, </a:t>
            </a:r>
            <a:r>
              <a:rPr lang="fr-CA" dirty="0"/>
              <a:t>un modèle qui pourra être implémenté dans une base de données relationnelle, c’est ce qu’on appelle le </a:t>
            </a:r>
            <a:r>
              <a:rPr lang="fr-CA" dirty="0">
                <a:solidFill>
                  <a:schemeClr val="accent2"/>
                </a:solidFill>
                <a:latin typeface="Visby Slab CF Bold" panose="00000800000000000000" pitchFamily="50" charset="0"/>
              </a:rPr>
              <a:t>modèle logique</a:t>
            </a:r>
          </a:p>
          <a:p>
            <a:r>
              <a:rPr lang="fr-CA" dirty="0"/>
              <a:t>Puisqu’elle débute par des éléments existants, la normalisation est aussi extrêmement utile pour effectuer l’</a:t>
            </a:r>
            <a:r>
              <a:rPr lang="fr-CA" dirty="0">
                <a:solidFill>
                  <a:schemeClr val="accent2"/>
                </a:solidFill>
                <a:latin typeface="Visby Slab CF Bold" panose="00000800000000000000" pitchFamily="50" charset="0"/>
              </a:rPr>
              <a:t>ingénierie inversée des systèmes d’information actuels </a:t>
            </a:r>
            <a:r>
              <a:rPr lang="fr-CA" dirty="0"/>
              <a:t>pour lesquels les modèles logiques officiels (DSBD) ne sont pas disponibles (ce qui est très souvent le cas)</a:t>
            </a:r>
          </a:p>
        </p:txBody>
      </p:sp>
      <p:pic>
        <p:nvPicPr>
          <p:cNvPr id="4" name="Image 3" descr="Une image contenant Police, Graphique, capture d’écran, graphisme&#10;&#10;Description générée automatiquement">
            <a:extLst>
              <a:ext uri="{FF2B5EF4-FFF2-40B4-BE49-F238E27FC236}">
                <a16:creationId xmlns:a16="http://schemas.microsoft.com/office/drawing/2014/main" id="{B19F4C76-B273-B1E3-3BEA-EA1F6C7486F3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258" y="6555588"/>
            <a:ext cx="1122088" cy="225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15995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B0001575-A82E-14F0-2C1D-E60F75748A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Approches de conception d’une BD</a:t>
            </a:r>
          </a:p>
        </p:txBody>
      </p: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AC04BA45-3BF8-3352-3016-B6FB03626C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 dirty="0"/>
              <a:t>Ainsi lorsque l’on normalise, on passe d’artefacts concrets pour obtenir un schéma de données plus abstraite, qui donnera éventuellement lieu à une base de données</a:t>
            </a:r>
          </a:p>
        </p:txBody>
      </p:sp>
      <p:pic>
        <p:nvPicPr>
          <p:cNvPr id="9" name="Graphique 8" descr="Base de données avec un remplissage uni">
            <a:extLst>
              <a:ext uri="{FF2B5EF4-FFF2-40B4-BE49-F238E27FC236}">
                <a16:creationId xmlns:a16="http://schemas.microsoft.com/office/drawing/2014/main" id="{9680EB9F-39E6-959D-842F-F5EC07416EA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34320" y="3358999"/>
            <a:ext cx="2042652" cy="2042652"/>
          </a:xfrm>
          <a:prstGeom prst="rect">
            <a:avLst/>
          </a:prstGeom>
        </p:spPr>
      </p:pic>
      <p:sp>
        <p:nvSpPr>
          <p:cNvPr id="19" name="Rectangle : coins arrondis 18">
            <a:extLst>
              <a:ext uri="{FF2B5EF4-FFF2-40B4-BE49-F238E27FC236}">
                <a16:creationId xmlns:a16="http://schemas.microsoft.com/office/drawing/2014/main" id="{10E142DF-1DF6-5BB6-DB4C-E02D8E20696E}"/>
              </a:ext>
            </a:extLst>
          </p:cNvPr>
          <p:cNvSpPr/>
          <p:nvPr/>
        </p:nvSpPr>
        <p:spPr>
          <a:xfrm>
            <a:off x="3591465" y="2425724"/>
            <a:ext cx="4196232" cy="4014898"/>
          </a:xfrm>
          <a:prstGeom prst="roundRect">
            <a:avLst/>
          </a:prstGeom>
          <a:noFill/>
          <a:ln w="5715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pic>
        <p:nvPicPr>
          <p:cNvPr id="2" name="Image 1" descr="Une image contenant Police, Graphique, capture d’écran, graphisme&#10;&#10;Description générée automatiquement">
            <a:extLst>
              <a:ext uri="{FF2B5EF4-FFF2-40B4-BE49-F238E27FC236}">
                <a16:creationId xmlns:a16="http://schemas.microsoft.com/office/drawing/2014/main" id="{48A33A63-4086-60C8-2675-1822CCF83952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258" y="6555588"/>
            <a:ext cx="1122088" cy="225540"/>
          </a:xfrm>
          <a:prstGeom prst="rect">
            <a:avLst/>
          </a:prstGeom>
        </p:spPr>
      </p:pic>
      <p:pic>
        <p:nvPicPr>
          <p:cNvPr id="17" name="Graphique 16" descr="Notes Post-it">
            <a:extLst>
              <a:ext uri="{FF2B5EF4-FFF2-40B4-BE49-F238E27FC236}">
                <a16:creationId xmlns:a16="http://schemas.microsoft.com/office/drawing/2014/main" id="{2FAC0C38-3F31-97AD-640E-BAD98403705C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309570" y="2701404"/>
            <a:ext cx="2095500" cy="2095500"/>
          </a:xfrm>
          <a:prstGeom prst="rect">
            <a:avLst/>
          </a:prstGeom>
        </p:spPr>
      </p:pic>
      <p:sp>
        <p:nvSpPr>
          <p:cNvPr id="18" name="ZoneTexte 17">
            <a:extLst>
              <a:ext uri="{FF2B5EF4-FFF2-40B4-BE49-F238E27FC236}">
                <a16:creationId xmlns:a16="http://schemas.microsoft.com/office/drawing/2014/main" id="{8599361C-D171-83FC-1209-92328AB4C754}"/>
              </a:ext>
            </a:extLst>
          </p:cNvPr>
          <p:cNvSpPr txBox="1"/>
          <p:nvPr/>
        </p:nvSpPr>
        <p:spPr>
          <a:xfrm>
            <a:off x="3630133" y="5009523"/>
            <a:ext cx="3451121" cy="1304203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fr-CA">
                <a:solidFill>
                  <a:schemeClr val="accent1"/>
                </a:solidFill>
                <a:latin typeface="Visby Slab CF Bold" panose="00000800000000000000" pitchFamily="50" charset="0"/>
              </a:rPr>
              <a:t>Normalisation</a:t>
            </a:r>
          </a:p>
          <a:p>
            <a:pPr algn="ctr">
              <a:lnSpc>
                <a:spcPct val="150000"/>
              </a:lnSpc>
            </a:pPr>
            <a:r>
              <a:rPr lang="fr-CA">
                <a:latin typeface="Visby CF Medium" pitchFamily="50" charset="0"/>
              </a:rPr>
              <a:t>Du concret au (un peu plus) abstrait</a:t>
            </a:r>
          </a:p>
        </p:txBody>
      </p:sp>
      <p:pic>
        <p:nvPicPr>
          <p:cNvPr id="12" name="Graphique 11" descr="Flèche : courbe légère contour">
            <a:extLst>
              <a:ext uri="{FF2B5EF4-FFF2-40B4-BE49-F238E27FC236}">
                <a16:creationId xmlns:a16="http://schemas.microsoft.com/office/drawing/2014/main" id="{2274CCC2-EB92-A9F3-6FE3-6C4163A3E94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1845436" flipV="1">
            <a:off x="6478084" y="3106812"/>
            <a:ext cx="1157183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7492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5417D4-FE4F-7B6D-2249-53507ED2A2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09A3C8E9-60E9-0F32-FDEB-0D994F11D1D2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434259" y="1229436"/>
            <a:ext cx="10707327" cy="1219200"/>
          </a:xfrm>
          <a:prstGeom prst="rect">
            <a:avLst/>
          </a:prstGeom>
        </p:spPr>
        <p:txBody>
          <a:bodyPr vert="horz" wrap="none" lIns="121920" tIns="60960" rIns="121920" bIns="60960" rtlCol="0">
            <a:norm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9C6"/>
              </a:buClr>
              <a:buSzPct val="125000"/>
              <a:buFontTx/>
              <a:buNone/>
              <a:tabLst/>
              <a:defRPr/>
            </a:pPr>
            <a:endParaRPr kumimoji="0" lang="fr-CA" sz="7200" b="0" i="0" u="none" strike="noStrike" kern="1200" cap="none" spc="0" normalizeH="0" baseline="0" noProof="0">
              <a:ln>
                <a:noFill/>
              </a:ln>
              <a:solidFill>
                <a:schemeClr val="accent4">
                  <a:lumMod val="20000"/>
                  <a:lumOff val="80000"/>
                </a:schemeClr>
              </a:solidFill>
              <a:effectLst/>
              <a:uLnTx/>
              <a:uFillTx/>
              <a:latin typeface="Visby Slab CF Bold" panose="00000800000000000000" pitchFamily="50" charset="0"/>
              <a:ea typeface="+mn-ea"/>
              <a:cs typeface="+mn-cs"/>
            </a:endParaRPr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C8181270-3708-26DE-05C6-C1ED3A6AE322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>
            <a:normAutofit/>
          </a:bodyPr>
          <a:lstStyle/>
          <a:p>
            <a:r>
              <a:rPr kumimoji="0" lang="fr-CA" sz="8000" b="0" i="0" u="none" strike="noStrike" kern="1200" cap="none" spc="0" normalizeH="0" baseline="0" noProof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Visby Slab CF Bold" panose="00000800000000000000" pitchFamily="50" charset="0"/>
                <a:ea typeface="+mn-ea"/>
                <a:cs typeface="+mn-cs"/>
              </a:rPr>
              <a:t>Assimilation</a:t>
            </a:r>
            <a:r>
              <a:rPr kumimoji="0" lang="fr-CA" sz="9600" b="0" i="0" u="none" strike="noStrike" kern="1200" cap="none" spc="0" normalizeH="0" baseline="0" noProof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Visby Slab CF Bold" panose="00000800000000000000" pitchFamily="50" charset="0"/>
                <a:ea typeface="+mn-ea"/>
                <a:cs typeface="+mn-cs"/>
              </a:rPr>
              <a:t> </a:t>
            </a:r>
            <a:r>
              <a:rPr kumimoji="0" lang="fr-CA" sz="4000" b="0" i="0" u="none" strike="noStrike" kern="1200" cap="none" spc="0" normalizeH="0" baseline="0" noProof="0">
                <a:ln>
                  <a:noFill/>
                </a:ln>
                <a:solidFill>
                  <a:srgbClr val="FF585D">
                    <a:lumMod val="20000"/>
                    <a:lumOff val="80000"/>
                  </a:srgbClr>
                </a:solidFill>
                <a:effectLst/>
                <a:uLnTx/>
                <a:uFillTx/>
                <a:latin typeface="Visby Slab CF Bold" panose="00000800000000000000" pitchFamily="50" charset="0"/>
                <a:ea typeface="+mn-ea"/>
                <a:cs typeface="+mn-cs"/>
              </a:rPr>
              <a:t>du parcours</a:t>
            </a:r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1395764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C4294CE-803F-AD5B-41F9-AAB55A990AF4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fr-CA"/>
              <a:t>Un peu de pratique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24CEE7C-5B03-5F05-7E58-5D4BC929593B}"/>
              </a:ext>
            </a:extLst>
          </p:cNvPr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 anchor="ctr"/>
          <a:lstStyle/>
          <a:p>
            <a:r>
              <a:rPr lang="fr-CA"/>
              <a:t>Est-ce que certains d’entre vous avez déjà travaillé à </a:t>
            </a:r>
            <a:br>
              <a:rPr lang="fr-CA"/>
            </a:br>
            <a:r>
              <a:rPr lang="fr-CA"/>
              <a:t>la prise de commandes dans une pizzeria? Est-ce que </a:t>
            </a:r>
            <a:br>
              <a:rPr lang="fr-CA"/>
            </a:br>
            <a:r>
              <a:rPr lang="fr-CA"/>
              <a:t>certains d’entre vous avez déjà commandé une ou plusieurs</a:t>
            </a:r>
            <a:br>
              <a:rPr lang="fr-CA"/>
            </a:br>
            <a:r>
              <a:rPr lang="fr-CA"/>
              <a:t>pizzas par téléphone?</a:t>
            </a:r>
          </a:p>
          <a:p>
            <a:r>
              <a:rPr lang="fr-CA"/>
              <a:t>Selon vous, qu’est-ce qui est pris en note par le commis lors d’une prise de commande de ce type?</a:t>
            </a:r>
          </a:p>
          <a:p>
            <a:r>
              <a:rPr lang="fr-CA"/>
              <a:t>Comment normaliser ces éléments?</a:t>
            </a:r>
          </a:p>
          <a:p>
            <a:endParaRPr lang="fr-CA"/>
          </a:p>
        </p:txBody>
      </p:sp>
      <p:pic>
        <p:nvPicPr>
          <p:cNvPr id="4" name="Image 3" descr="Une image contenant Police, Graphique, capture d’écran, graphisme&#10;&#10;Description générée automatiquement">
            <a:extLst>
              <a:ext uri="{FF2B5EF4-FFF2-40B4-BE49-F238E27FC236}">
                <a16:creationId xmlns:a16="http://schemas.microsoft.com/office/drawing/2014/main" id="{1B02A142-03C8-0154-9099-5017F75FF42A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258" y="6555588"/>
            <a:ext cx="1122088" cy="225540"/>
          </a:xfrm>
          <a:prstGeom prst="rect">
            <a:avLst/>
          </a:prstGeom>
        </p:spPr>
      </p:pic>
      <p:pic>
        <p:nvPicPr>
          <p:cNvPr id="5" name="Graphique 4" descr="Pizza entière contour">
            <a:extLst>
              <a:ext uri="{FF2B5EF4-FFF2-40B4-BE49-F238E27FC236}">
                <a16:creationId xmlns:a16="http://schemas.microsoft.com/office/drawing/2014/main" id="{8B8D5CF0-7708-B8B2-B3CF-59EA681DB8E4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839200" y="444960"/>
            <a:ext cx="2996003" cy="2996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84327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4480E8A-AD0B-C6FE-3110-4F2BDB0391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8022" y="-1"/>
            <a:ext cx="11303977" cy="882000"/>
          </a:xfrm>
        </p:spPr>
        <p:txBody>
          <a:bodyPr/>
          <a:lstStyle/>
          <a:p>
            <a:r>
              <a:rPr lang="fr-CA"/>
              <a:t>Un exemple de commande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A380F6BC-0CA0-1A6D-F9A6-EADFE4831B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4640" y="1017270"/>
            <a:ext cx="6039410" cy="5679922"/>
          </a:xfrm>
        </p:spPr>
        <p:txBody>
          <a:bodyPr anchor="ctr"/>
          <a:lstStyle/>
          <a:p>
            <a:r>
              <a:rPr lang="fr-CA"/>
              <a:t>Quelles sont les informations retrouvées sur cette commande?</a:t>
            </a:r>
          </a:p>
          <a:p>
            <a:pPr lvl="1"/>
            <a:r>
              <a:rPr lang="fr-CA"/>
              <a:t>Adresse </a:t>
            </a:r>
          </a:p>
          <a:p>
            <a:pPr lvl="1"/>
            <a:r>
              <a:rPr lang="fr-CA"/>
              <a:t>Numéro de téléphone</a:t>
            </a:r>
          </a:p>
          <a:p>
            <a:pPr lvl="1"/>
            <a:r>
              <a:rPr lang="fr-CA"/>
              <a:t>Date</a:t>
            </a:r>
          </a:p>
          <a:p>
            <a:pPr lvl="1"/>
            <a:r>
              <a:rPr lang="fr-CA"/>
              <a:t>Rue transversale</a:t>
            </a:r>
          </a:p>
          <a:p>
            <a:pPr lvl="1"/>
            <a:r>
              <a:rPr lang="fr-CA"/>
              <a:t>Articles commandés</a:t>
            </a:r>
          </a:p>
          <a:p>
            <a:pPr lvl="1"/>
            <a:r>
              <a:rPr lang="fr-CA"/>
              <a:t>Mode de paiement</a:t>
            </a:r>
          </a:p>
          <a:p>
            <a:pPr lvl="1"/>
            <a:r>
              <a:rPr lang="fr-CA"/>
              <a:t>Total à payer</a:t>
            </a:r>
          </a:p>
          <a:p>
            <a:pPr lvl="1"/>
            <a:r>
              <a:rPr lang="fr-CA"/>
              <a:t>No commande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E8D25BEB-7DA7-5115-61C5-CDC15F6CBF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975295" y="1229560"/>
            <a:ext cx="2984515" cy="5255342"/>
          </a:xfrm>
          <a:prstGeom prst="rect">
            <a:avLst/>
          </a:prstGeom>
        </p:spPr>
      </p:pic>
      <p:pic>
        <p:nvPicPr>
          <p:cNvPr id="7" name="Graphique 6" descr="Pizza entière contour">
            <a:extLst>
              <a:ext uri="{FF2B5EF4-FFF2-40B4-BE49-F238E27FC236}">
                <a16:creationId xmlns:a16="http://schemas.microsoft.com/office/drawing/2014/main" id="{597E0CA7-357D-0B3D-91C9-595489D2FCF6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802017" y="43545"/>
            <a:ext cx="801441" cy="801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25673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F9232F-D945-DFB0-D65F-34A63BACA3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EBF9465-0596-B75B-EF99-D74F50CE9205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accent4"/>
            </a:solidFill>
          </a:ln>
        </p:spPr>
        <p:txBody>
          <a:bodyPr/>
          <a:lstStyle/>
          <a:p>
            <a:r>
              <a:rPr lang="fr-CA"/>
              <a:t>Normaliser : Les formes normales</a:t>
            </a:r>
          </a:p>
        </p:txBody>
      </p:sp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DEDAB848-ECD5-E580-F44B-96A9C5A81F61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79938" y="2059912"/>
            <a:ext cx="10832123" cy="2130251"/>
          </a:xfrm>
          <a:prstGeom prst="roundRect">
            <a:avLst>
              <a:gd name="adj" fmla="val 11073"/>
            </a:avLst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CA" sz="36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gency FB" panose="020B0503020202020204" pitchFamily="34" charset="0"/>
              </a:rPr>
              <a:t>Analysons les données à partir de cette commande</a:t>
            </a:r>
            <a:endParaRPr kumimoji="0" lang="fr-CA" sz="36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gency FB" panose="020B0503020202020204" pitchFamily="34" charset="0"/>
            </a:endParaRPr>
          </a:p>
        </p:txBody>
      </p:sp>
      <p:pic>
        <p:nvPicPr>
          <p:cNvPr id="5" name="Graphique 4" descr="Pizza entière contour">
            <a:extLst>
              <a:ext uri="{FF2B5EF4-FFF2-40B4-BE49-F238E27FC236}">
                <a16:creationId xmlns:a16="http://schemas.microsoft.com/office/drawing/2014/main" id="{72D8BA26-EDCC-B13B-BA86-849B65F5DD1A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802017" y="43545"/>
            <a:ext cx="801441" cy="801441"/>
          </a:xfrm>
          <a:prstGeom prst="rect">
            <a:avLst/>
          </a:prstGeom>
        </p:spPr>
      </p:pic>
      <p:pic>
        <p:nvPicPr>
          <p:cNvPr id="3" name="Image 2" descr="Une image contenant Police, Graphique, capture d’écran, graphisme&#10;&#10;Description générée automatiquement">
            <a:extLst>
              <a:ext uri="{FF2B5EF4-FFF2-40B4-BE49-F238E27FC236}">
                <a16:creationId xmlns:a16="http://schemas.microsoft.com/office/drawing/2014/main" id="{E1FF640B-582B-9B25-B369-E1AB3BE0E001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258" y="6555588"/>
            <a:ext cx="1122088" cy="225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60495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783AAE6-B524-63A4-3EBE-0728CE0D3FD4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accent4"/>
            </a:solidFill>
          </a:ln>
        </p:spPr>
        <p:txBody>
          <a:bodyPr/>
          <a:lstStyle/>
          <a:p>
            <a:r>
              <a:rPr lang="fr-CA"/>
              <a:t>Normaliser à la première forme normale</a:t>
            </a:r>
          </a:p>
        </p:txBody>
      </p:sp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08FA7139-51C8-A1C6-3331-2894527E919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79938" y="2059912"/>
            <a:ext cx="10832123" cy="2130251"/>
          </a:xfrm>
          <a:prstGeom prst="roundRect">
            <a:avLst>
              <a:gd name="adj" fmla="val 11073"/>
            </a:avLst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CA" sz="36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gency FB" panose="020B0503020202020204" pitchFamily="34" charset="0"/>
              </a:rPr>
              <a:t>Une entité est en première forme normale (1FN ) si </a:t>
            </a:r>
            <a:r>
              <a:rPr kumimoji="0" lang="fr-CA" sz="3600" b="1" i="0" u="none" strike="noStrike" kern="1200" cap="none" spc="0" normalizeH="0" baseline="0" noProof="0">
                <a:ln>
                  <a:noFill/>
                </a:ln>
                <a:solidFill>
                  <a:srgbClr val="003B70"/>
                </a:solidFill>
                <a:effectLst/>
                <a:uLnTx/>
                <a:uFillTx/>
                <a:latin typeface="Agency FB" panose="020B0503020202020204" pitchFamily="34" charset="0"/>
              </a:rPr>
              <a:t>elle contient au moins une clé </a:t>
            </a:r>
            <a:r>
              <a:rPr kumimoji="0" lang="fr-CA" sz="36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gency FB" panose="020B0503020202020204" pitchFamily="34" charset="0"/>
              </a:rPr>
              <a:t>et si </a:t>
            </a:r>
            <a:r>
              <a:rPr kumimoji="0" lang="fr-CA" sz="3600" b="1" i="0" u="none" strike="noStrike" kern="1200" cap="none" spc="0" normalizeH="0" baseline="0" noProof="0">
                <a:ln>
                  <a:noFill/>
                </a:ln>
                <a:solidFill>
                  <a:srgbClr val="003B70"/>
                </a:solidFill>
                <a:effectLst/>
                <a:uLnTx/>
                <a:uFillTx/>
                <a:latin typeface="Agency FB" panose="020B0503020202020204" pitchFamily="34" charset="0"/>
              </a:rPr>
              <a:t>tous ses attributs sont atomiques</a:t>
            </a:r>
            <a:r>
              <a:rPr kumimoji="0" lang="fr-CA" sz="36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gency FB" panose="020B0503020202020204" pitchFamily="34" charset="0"/>
              </a:rPr>
              <a:t>.</a:t>
            </a:r>
          </a:p>
        </p:txBody>
      </p:sp>
      <p:pic>
        <p:nvPicPr>
          <p:cNvPr id="5" name="Graphique 4" descr="Pizza entière contour">
            <a:extLst>
              <a:ext uri="{FF2B5EF4-FFF2-40B4-BE49-F238E27FC236}">
                <a16:creationId xmlns:a16="http://schemas.microsoft.com/office/drawing/2014/main" id="{D9E07E28-8058-6032-6CC5-DEED04E7BD15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802017" y="43545"/>
            <a:ext cx="801441" cy="801441"/>
          </a:xfrm>
          <a:prstGeom prst="rect">
            <a:avLst/>
          </a:prstGeom>
        </p:spPr>
      </p:pic>
      <p:pic>
        <p:nvPicPr>
          <p:cNvPr id="3" name="Image 2" descr="Une image contenant Police, Graphique, capture d’écran, graphisme&#10;&#10;Description générée automatiquement">
            <a:extLst>
              <a:ext uri="{FF2B5EF4-FFF2-40B4-BE49-F238E27FC236}">
                <a16:creationId xmlns:a16="http://schemas.microsoft.com/office/drawing/2014/main" id="{2C871B76-801A-50E4-F737-0F595B33D092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258" y="6555588"/>
            <a:ext cx="1122088" cy="225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74132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862790C-C119-2F15-A57A-462DB81D67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Normalisation des éléments pris en note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D204223B-A5DB-1A5C-94A1-926798EF4D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/>
              <a:t>Quelles sont les clés candidates?</a:t>
            </a:r>
          </a:p>
          <a:p>
            <a:endParaRPr lang="fr-CA"/>
          </a:p>
          <a:p>
            <a:endParaRPr lang="fr-CA"/>
          </a:p>
          <a:p>
            <a:endParaRPr lang="fr-CA"/>
          </a:p>
          <a:p>
            <a:endParaRPr lang="fr-CA"/>
          </a:p>
          <a:p>
            <a:endParaRPr lang="fr-CA"/>
          </a:p>
          <a:p>
            <a:endParaRPr lang="fr-CA"/>
          </a:p>
        </p:txBody>
      </p:sp>
      <p:pic>
        <p:nvPicPr>
          <p:cNvPr id="4" name="Graphique 3" descr="Pizza entière contour">
            <a:extLst>
              <a:ext uri="{FF2B5EF4-FFF2-40B4-BE49-F238E27FC236}">
                <a16:creationId xmlns:a16="http://schemas.microsoft.com/office/drawing/2014/main" id="{2531E1FE-EDC2-5FA5-3E4B-41174AECB79A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802017" y="43545"/>
            <a:ext cx="801441" cy="801441"/>
          </a:xfrm>
          <a:prstGeom prst="rect">
            <a:avLst/>
          </a:prstGeom>
        </p:spPr>
      </p:pic>
      <p:pic>
        <p:nvPicPr>
          <p:cNvPr id="12" name="Image 11" descr="Une image contenant Police, Graphique, capture d’écran, graphisme&#10;&#10;Description générée automatiquement">
            <a:extLst>
              <a:ext uri="{FF2B5EF4-FFF2-40B4-BE49-F238E27FC236}">
                <a16:creationId xmlns:a16="http://schemas.microsoft.com/office/drawing/2014/main" id="{8B4781BE-68F8-821D-E670-5A3755398B5B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258" y="6555588"/>
            <a:ext cx="1122088" cy="225540"/>
          </a:xfrm>
          <a:prstGeom prst="rect">
            <a:avLst/>
          </a:prstGeom>
        </p:spPr>
      </p:pic>
      <p:graphicFrame>
        <p:nvGraphicFramePr>
          <p:cNvPr id="10" name="Espace réservé du contenu 4">
            <a:extLst>
              <a:ext uri="{FF2B5EF4-FFF2-40B4-BE49-F238E27FC236}">
                <a16:creationId xmlns:a16="http://schemas.microsoft.com/office/drawing/2014/main" id="{559DCB78-44AD-41D4-AEFE-820B40CFF2C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04489907"/>
              </p:ext>
            </p:extLst>
          </p:nvPr>
        </p:nvGraphicFramePr>
        <p:xfrm>
          <a:off x="312316" y="1956707"/>
          <a:ext cx="11468377" cy="284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6000">
                  <a:extLst>
                    <a:ext uri="{9D8B030D-6E8A-4147-A177-3AD203B41FA5}">
                      <a16:colId xmlns:a16="http://schemas.microsoft.com/office/drawing/2014/main" val="1834594782"/>
                    </a:ext>
                  </a:extLst>
                </a:gridCol>
                <a:gridCol w="1391695">
                  <a:extLst>
                    <a:ext uri="{9D8B030D-6E8A-4147-A177-3AD203B41FA5}">
                      <a16:colId xmlns:a16="http://schemas.microsoft.com/office/drawing/2014/main" val="3643987184"/>
                    </a:ext>
                  </a:extLst>
                </a:gridCol>
                <a:gridCol w="1620000">
                  <a:extLst>
                    <a:ext uri="{9D8B030D-6E8A-4147-A177-3AD203B41FA5}">
                      <a16:colId xmlns:a16="http://schemas.microsoft.com/office/drawing/2014/main" val="780378412"/>
                    </a:ext>
                  </a:extLst>
                </a:gridCol>
                <a:gridCol w="1368000">
                  <a:extLst>
                    <a:ext uri="{9D8B030D-6E8A-4147-A177-3AD203B41FA5}">
                      <a16:colId xmlns:a16="http://schemas.microsoft.com/office/drawing/2014/main" val="2175881183"/>
                    </a:ext>
                  </a:extLst>
                </a:gridCol>
                <a:gridCol w="1980000">
                  <a:extLst>
                    <a:ext uri="{9D8B030D-6E8A-4147-A177-3AD203B41FA5}">
                      <a16:colId xmlns:a16="http://schemas.microsoft.com/office/drawing/2014/main" val="3755613501"/>
                    </a:ext>
                  </a:extLst>
                </a:gridCol>
                <a:gridCol w="1548000">
                  <a:extLst>
                    <a:ext uri="{9D8B030D-6E8A-4147-A177-3AD203B41FA5}">
                      <a16:colId xmlns:a16="http://schemas.microsoft.com/office/drawing/2014/main" val="3797174383"/>
                    </a:ext>
                  </a:extLst>
                </a:gridCol>
                <a:gridCol w="1368000">
                  <a:extLst>
                    <a:ext uri="{9D8B030D-6E8A-4147-A177-3AD203B41FA5}">
                      <a16:colId xmlns:a16="http://schemas.microsoft.com/office/drawing/2014/main" val="4098097204"/>
                    </a:ext>
                  </a:extLst>
                </a:gridCol>
                <a:gridCol w="716682">
                  <a:extLst>
                    <a:ext uri="{9D8B030D-6E8A-4147-A177-3AD203B41FA5}">
                      <a16:colId xmlns:a16="http://schemas.microsoft.com/office/drawing/2014/main" val="2738401060"/>
                    </a:ext>
                  </a:extLst>
                </a:gridCol>
              </a:tblGrid>
              <a:tr h="370840">
                <a:tc gridSpan="8">
                  <a:txBody>
                    <a:bodyPr/>
                    <a:lstStyle/>
                    <a:p>
                      <a:r>
                        <a:rPr lang="fr-CA" sz="1400">
                          <a:latin typeface="Visby CF" pitchFamily="50" charset="0"/>
                        </a:rPr>
                        <a:t>ÉLÉMENTS PRIS EN NOTE</a:t>
                      </a:r>
                    </a:p>
                  </a:txBody>
                  <a:tcPr anchor="ctr"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C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CA" sz="1400">
                        <a:latin typeface="Visby CF" pitchFamily="50" charset="0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CA" sz="1400">
                        <a:latin typeface="Visby CF" pitchFamily="50" charset="0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CA" sz="1400">
                        <a:latin typeface="Visby CF" pitchFamily="50" charset="0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CA" sz="1400">
                        <a:latin typeface="Visby CF" pitchFamily="50" charset="0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CA" sz="1400">
                        <a:latin typeface="Visby CF" pitchFamily="50" charset="0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CA" sz="1400">
                        <a:latin typeface="Visby CF" pitchFamily="50" charset="0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33261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CA" sz="1400" b="1" kern="1200">
                          <a:solidFill>
                            <a:schemeClr val="lt1"/>
                          </a:solidFill>
                          <a:latin typeface="Visby CF Bold" pitchFamily="50" charset="0"/>
                          <a:ea typeface="+mn-ea"/>
                          <a:cs typeface="+mn-cs"/>
                        </a:rPr>
                        <a:t>No commande</a:t>
                      </a:r>
                    </a:p>
                  </a:txBody>
                  <a:tcPr anchor="ctr"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CA" sz="1400" b="1" kern="1200">
                          <a:solidFill>
                            <a:schemeClr val="lt1"/>
                          </a:solidFill>
                          <a:latin typeface="Visby CF Bold" pitchFamily="50" charset="0"/>
                          <a:ea typeface="+mn-ea"/>
                          <a:cs typeface="+mn-cs"/>
                        </a:rPr>
                        <a:t>Adresse</a:t>
                      </a:r>
                    </a:p>
                  </a:txBody>
                  <a:tcPr anchor="ctr"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CA" sz="1400" b="1" kern="1200">
                          <a:solidFill>
                            <a:schemeClr val="lt1"/>
                          </a:solidFill>
                          <a:latin typeface="Visby CF Bold" pitchFamily="50" charset="0"/>
                          <a:ea typeface="+mn-ea"/>
                          <a:cs typeface="+mn-cs"/>
                        </a:rPr>
                        <a:t>Rue transversale</a:t>
                      </a:r>
                    </a:p>
                  </a:txBody>
                  <a:tcPr anchor="ctr"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CA" sz="1400" b="1" kern="1200">
                          <a:solidFill>
                            <a:schemeClr val="lt1"/>
                          </a:solidFill>
                          <a:latin typeface="Visby CF Bold" pitchFamily="50" charset="0"/>
                          <a:ea typeface="+mn-ea"/>
                          <a:cs typeface="+mn-cs"/>
                        </a:rPr>
                        <a:t>No téléphone</a:t>
                      </a:r>
                    </a:p>
                  </a:txBody>
                  <a:tcPr anchor="ctr"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CA" sz="1400" b="1" kern="1200">
                          <a:solidFill>
                            <a:schemeClr val="lt1"/>
                          </a:solidFill>
                          <a:latin typeface="Visby CF Bold" pitchFamily="50" charset="0"/>
                          <a:ea typeface="+mn-ea"/>
                          <a:cs typeface="+mn-cs"/>
                        </a:rPr>
                        <a:t>Articles commandés</a:t>
                      </a:r>
                    </a:p>
                  </a:txBody>
                  <a:tcPr anchor="ctr"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CA" sz="1400" b="1" kern="1200">
                          <a:solidFill>
                            <a:schemeClr val="lt1"/>
                          </a:solidFill>
                          <a:latin typeface="Visby CF Bold" pitchFamily="50" charset="0"/>
                          <a:ea typeface="+mn-ea"/>
                          <a:cs typeface="+mn-cs"/>
                        </a:rPr>
                        <a:t>Mode paiement</a:t>
                      </a:r>
                    </a:p>
                  </a:txBody>
                  <a:tcPr anchor="ctr"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CA" sz="1400" b="1" kern="1200">
                          <a:solidFill>
                            <a:schemeClr val="lt1"/>
                          </a:solidFill>
                          <a:latin typeface="Visby CF Bold" pitchFamily="50" charset="0"/>
                          <a:ea typeface="+mn-ea"/>
                          <a:cs typeface="+mn-cs"/>
                        </a:rPr>
                        <a:t>Date et Heure</a:t>
                      </a:r>
                    </a:p>
                  </a:txBody>
                  <a:tcPr anchor="ctr"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CA" sz="1400" b="1" kern="1200">
                          <a:solidFill>
                            <a:schemeClr val="lt1"/>
                          </a:solidFill>
                          <a:latin typeface="Visby CF Bold" pitchFamily="50" charset="0"/>
                          <a:ea typeface="+mn-ea"/>
                          <a:cs typeface="+mn-cs"/>
                        </a:rPr>
                        <a:t>Prix</a:t>
                      </a:r>
                    </a:p>
                  </a:txBody>
                  <a:tcPr anchor="ctr"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52199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CA" sz="1200" b="0">
                          <a:latin typeface="Visby CF" pitchFamily="50" charset="0"/>
                        </a:rPr>
                        <a:t>1</a:t>
                      </a:r>
                    </a:p>
                  </a:txBody>
                  <a:tcP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fr-CA" sz="1200" b="0">
                          <a:latin typeface="Visby CF" pitchFamily="50" charset="0"/>
                        </a:rPr>
                        <a:t>123 rue A</a:t>
                      </a:r>
                    </a:p>
                  </a:txBody>
                  <a:tcP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fr-CA" sz="1400">
                          <a:latin typeface="Visby CF" pitchFamily="50" charset="0"/>
                        </a:rPr>
                        <a:t>Ave Quatre</a:t>
                      </a:r>
                    </a:p>
                  </a:txBody>
                  <a:tcP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fr-CA" sz="1400">
                          <a:latin typeface="Visby CF" pitchFamily="50" charset="0"/>
                        </a:rPr>
                        <a:t>555-111-2222</a:t>
                      </a:r>
                    </a:p>
                  </a:txBody>
                  <a:tcP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fr-CA" sz="1200">
                          <a:latin typeface="Visby CF" pitchFamily="50" charset="0"/>
                        </a:rPr>
                        <a:t>1 Pizza L toute garnie</a:t>
                      </a:r>
                    </a:p>
                    <a:p>
                      <a:r>
                        <a:rPr lang="fr-CA" sz="1200">
                          <a:latin typeface="Visby CF" pitchFamily="50" charset="0"/>
                        </a:rPr>
                        <a:t>1 Frites L</a:t>
                      </a:r>
                    </a:p>
                    <a:p>
                      <a:r>
                        <a:rPr lang="fr-CA" sz="1200">
                          <a:latin typeface="Visby CF" pitchFamily="50" charset="0"/>
                        </a:rPr>
                        <a:t>2 Coca-cola</a:t>
                      </a:r>
                    </a:p>
                  </a:txBody>
                  <a:tcP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fr-CA" sz="1400">
                          <a:latin typeface="Visby CF" pitchFamily="50" charset="0"/>
                        </a:rPr>
                        <a:t>Comptant</a:t>
                      </a:r>
                    </a:p>
                  </a:txBody>
                  <a:tcP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fr-CA" sz="1200">
                          <a:latin typeface="Visby CF" pitchFamily="50" charset="0"/>
                        </a:rPr>
                        <a:t>2024-09-06  17h40</a:t>
                      </a:r>
                    </a:p>
                  </a:txBody>
                  <a:tcP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fr-CA" sz="1400">
                          <a:latin typeface="Visby CF" pitchFamily="50" charset="0"/>
                        </a:rPr>
                        <a:t>41,40</a:t>
                      </a:r>
                    </a:p>
                  </a:txBody>
                  <a:tcP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40300561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CA" sz="1200" b="0">
                          <a:latin typeface="Visby CF" pitchFamily="50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sz="1200" b="0">
                          <a:latin typeface="Visby CF" pitchFamily="50" charset="0"/>
                        </a:rPr>
                        <a:t>234 Ave 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sz="1400">
                          <a:latin typeface="Visby CF" pitchFamily="50" charset="0"/>
                        </a:rPr>
                        <a:t>Rue Trois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sz="1400">
                          <a:latin typeface="Visby CF" pitchFamily="50" charset="0"/>
                        </a:rPr>
                        <a:t>555-222-3333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sz="1200">
                          <a:latin typeface="Visby CF" pitchFamily="50" charset="0"/>
                        </a:rPr>
                        <a:t>1 Pizza XL hawaïenne</a:t>
                      </a:r>
                    </a:p>
                    <a:p>
                      <a:r>
                        <a:rPr lang="fr-CA" sz="1200">
                          <a:latin typeface="Visby CF" pitchFamily="50" charset="0"/>
                        </a:rPr>
                        <a:t>Extra ananas</a:t>
                      </a:r>
                    </a:p>
                    <a:p>
                      <a:r>
                        <a:rPr lang="fr-CA" sz="1200">
                          <a:latin typeface="Visby CF" pitchFamily="50" charset="0"/>
                        </a:rPr>
                        <a:t>2 Frites L</a:t>
                      </a:r>
                    </a:p>
                    <a:p>
                      <a:r>
                        <a:rPr lang="fr-CA" sz="1200">
                          <a:latin typeface="Visby CF" pitchFamily="50" charset="0"/>
                        </a:rPr>
                        <a:t>3 Mountain Dew</a:t>
                      </a:r>
                    </a:p>
                    <a:p>
                      <a:r>
                        <a:rPr lang="fr-CA" sz="1200">
                          <a:latin typeface="Visby CF" pitchFamily="50" charset="0"/>
                        </a:rPr>
                        <a:t>2 Dr Pepper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sz="1400">
                          <a:latin typeface="Visby CF" pitchFamily="50" charset="0"/>
                        </a:rPr>
                        <a:t>Visa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sz="1200">
                          <a:latin typeface="Visby CF" pitchFamily="50" charset="0"/>
                        </a:rPr>
                        <a:t>2024-09-06  17h53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sz="1400">
                          <a:latin typeface="Visby CF" pitchFamily="50" charset="0"/>
                        </a:rPr>
                        <a:t>67,90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43310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CA" sz="1200" b="0">
                          <a:latin typeface="Visby CF" pitchFamily="50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sz="1200" b="0">
                          <a:latin typeface="Visby CF" pitchFamily="50" charset="0"/>
                        </a:rPr>
                        <a:t>345 croissant 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sz="1400">
                          <a:latin typeface="Visby CF" pitchFamily="50" charset="0"/>
                        </a:rPr>
                        <a:t>Ave Quatre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sz="1400">
                          <a:latin typeface="Visby CF" pitchFamily="50" charset="0"/>
                        </a:rPr>
                        <a:t>555-333-4444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sz="1200">
                          <a:latin typeface="Visby CF" pitchFamily="50" charset="0"/>
                        </a:rPr>
                        <a:t>1 Pizza  P margherita</a:t>
                      </a:r>
                    </a:p>
                    <a:p>
                      <a:r>
                        <a:rPr lang="fr-CA" sz="1200">
                          <a:latin typeface="Visby CF" pitchFamily="50" charset="0"/>
                        </a:rPr>
                        <a:t>1 Frites sauce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sz="1400">
                          <a:latin typeface="Visby CF" pitchFamily="50" charset="0"/>
                        </a:rPr>
                        <a:t>Comptant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sz="1200">
                          <a:latin typeface="Visby CF" pitchFamily="50" charset="0"/>
                        </a:rPr>
                        <a:t>2024-09-06  17h58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sz="1400">
                          <a:latin typeface="Visby CF" pitchFamily="50" charset="0"/>
                        </a:rPr>
                        <a:t>21,90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25752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624791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862790C-C119-2F15-A57A-462DB81D67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Normaliser à la 1FN</a:t>
            </a:r>
          </a:p>
        </p:txBody>
      </p:sp>
      <p:pic>
        <p:nvPicPr>
          <p:cNvPr id="4" name="Graphique 3" descr="Pizza entière contour">
            <a:extLst>
              <a:ext uri="{FF2B5EF4-FFF2-40B4-BE49-F238E27FC236}">
                <a16:creationId xmlns:a16="http://schemas.microsoft.com/office/drawing/2014/main" id="{2531E1FE-EDC2-5FA5-3E4B-41174AECB79A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802017" y="43545"/>
            <a:ext cx="801441" cy="801441"/>
          </a:xfrm>
          <a:prstGeom prst="rect">
            <a:avLst/>
          </a:prstGeom>
        </p:spPr>
      </p:pic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D204223B-A5DB-1A5C-94A1-926798EF4D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/>
              <a:t>Est-ce que l’entité respecte la première forme normale – 1FN?</a:t>
            </a:r>
          </a:p>
          <a:p>
            <a:endParaRPr lang="fr-CA"/>
          </a:p>
          <a:p>
            <a:endParaRPr lang="fr-CA"/>
          </a:p>
          <a:p>
            <a:endParaRPr lang="fr-CA"/>
          </a:p>
          <a:p>
            <a:endParaRPr lang="fr-CA"/>
          </a:p>
          <a:p>
            <a:endParaRPr lang="fr-CA"/>
          </a:p>
        </p:txBody>
      </p:sp>
      <p:pic>
        <p:nvPicPr>
          <p:cNvPr id="3" name="Image 2" descr="Une image contenant Police, Graphique, capture d’écran, graphisme&#10;&#10;Description générée automatiquement">
            <a:extLst>
              <a:ext uri="{FF2B5EF4-FFF2-40B4-BE49-F238E27FC236}">
                <a16:creationId xmlns:a16="http://schemas.microsoft.com/office/drawing/2014/main" id="{B94283CA-47E1-B418-8541-DE74C234FD03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258" y="6555588"/>
            <a:ext cx="1122088" cy="225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20562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862790C-C119-2F15-A57A-462DB81D67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Normaliser à la 1FN</a:t>
            </a:r>
          </a:p>
        </p:txBody>
      </p:sp>
      <p:pic>
        <p:nvPicPr>
          <p:cNvPr id="4" name="Graphique 3" descr="Pizza entière contour">
            <a:extLst>
              <a:ext uri="{FF2B5EF4-FFF2-40B4-BE49-F238E27FC236}">
                <a16:creationId xmlns:a16="http://schemas.microsoft.com/office/drawing/2014/main" id="{2531E1FE-EDC2-5FA5-3E4B-41174AECB79A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802017" y="43545"/>
            <a:ext cx="801441" cy="801441"/>
          </a:xfrm>
          <a:prstGeom prst="rect">
            <a:avLst/>
          </a:prstGeom>
        </p:spPr>
      </p:pic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D204223B-A5DB-1A5C-94A1-926798EF4D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4640" y="888531"/>
            <a:ext cx="11767680" cy="5779477"/>
          </a:xfrm>
        </p:spPr>
        <p:txBody>
          <a:bodyPr>
            <a:normAutofit/>
          </a:bodyPr>
          <a:lstStyle/>
          <a:p>
            <a:r>
              <a:rPr lang="fr-CA" sz="2000"/>
              <a:t>Comment faire pour que l’entité respecte la 1FN?</a:t>
            </a:r>
          </a:p>
          <a:p>
            <a:pPr marL="0" indent="0">
              <a:buNone/>
            </a:pPr>
            <a:endParaRPr lang="fr-CA" sz="4800"/>
          </a:p>
          <a:p>
            <a:pPr marL="0" indent="0">
              <a:buNone/>
            </a:pPr>
            <a:endParaRPr lang="fr-CA" sz="2000"/>
          </a:p>
          <a:p>
            <a:endParaRPr lang="fr-CA" sz="2000"/>
          </a:p>
          <a:p>
            <a:endParaRPr lang="fr-CA" sz="2000"/>
          </a:p>
          <a:p>
            <a:endParaRPr lang="fr-CA" sz="2000"/>
          </a:p>
          <a:p>
            <a:endParaRPr lang="fr-CA" sz="2000"/>
          </a:p>
          <a:p>
            <a:endParaRPr lang="fr-CA" sz="2000"/>
          </a:p>
          <a:p>
            <a:endParaRPr lang="fr-CA" sz="2000"/>
          </a:p>
        </p:txBody>
      </p:sp>
      <p:pic>
        <p:nvPicPr>
          <p:cNvPr id="3" name="Image 2" descr="Une image contenant Police, Graphique, capture d’écran, graphisme&#10;&#10;Description générée automatiquement">
            <a:extLst>
              <a:ext uri="{FF2B5EF4-FFF2-40B4-BE49-F238E27FC236}">
                <a16:creationId xmlns:a16="http://schemas.microsoft.com/office/drawing/2014/main" id="{15A31E53-2B8C-752B-7011-CA126F6CE362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258" y="6555588"/>
            <a:ext cx="1122088" cy="225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325775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726C23-98C6-B0FC-5D78-8D41DADCA6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82F7968-A206-6F8B-C430-958BF277063F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accent4"/>
            </a:solidFill>
          </a:ln>
        </p:spPr>
        <p:txBody>
          <a:bodyPr/>
          <a:lstStyle/>
          <a:p>
            <a:r>
              <a:rPr lang="fr-CA"/>
              <a:t>Normaliser à la deuxième forme normale</a:t>
            </a:r>
          </a:p>
        </p:txBody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81A28E52-BA31-4BE4-D507-8C4D588D7B94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79937" y="2059912"/>
            <a:ext cx="10832123" cy="2130251"/>
          </a:xfrm>
          <a:prstGeom prst="roundRect">
            <a:avLst>
              <a:gd name="adj" fmla="val 11073"/>
            </a:avLst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CA" sz="36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gency FB" panose="020B0503020202020204" pitchFamily="34" charset="0"/>
              </a:rPr>
              <a:t>Une entité est en deuxième forme normale (2FN ) si elle est en 1FN </a:t>
            </a:r>
            <a:br>
              <a:rPr kumimoji="0" lang="fr-CA" sz="36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gency FB" panose="020B0503020202020204" pitchFamily="34" charset="0"/>
              </a:rPr>
            </a:br>
            <a:r>
              <a:rPr kumimoji="0" lang="fr-CA" sz="36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gency FB" panose="020B0503020202020204" pitchFamily="34" charset="0"/>
              </a:rPr>
              <a:t>ET si tout attribut ne faisant pas partie de la clé dépend</a:t>
            </a:r>
            <a:br>
              <a:rPr kumimoji="0" lang="fr-CA" sz="36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gency FB" panose="020B0503020202020204" pitchFamily="34" charset="0"/>
              </a:rPr>
            </a:br>
            <a:r>
              <a:rPr kumimoji="0" lang="fr-CA" sz="3600" b="1" i="0" u="none" strike="noStrike" kern="1200" cap="none" spc="0" normalizeH="0" baseline="0" noProof="0">
                <a:ln>
                  <a:noFill/>
                </a:ln>
                <a:solidFill>
                  <a:srgbClr val="003B70"/>
                </a:solidFill>
                <a:effectLst/>
                <a:uLnTx/>
                <a:uFillTx/>
                <a:latin typeface="Agency FB" panose="020B0503020202020204" pitchFamily="34" charset="0"/>
              </a:rPr>
              <a:t>de la clé dans son intégrité</a:t>
            </a:r>
            <a:r>
              <a:rPr lang="fr-CA" sz="3600" b="1">
                <a:solidFill>
                  <a:schemeClr val="bg1"/>
                </a:solidFill>
                <a:latin typeface="Agency FB" panose="020B0503020202020204" pitchFamily="34" charset="0"/>
              </a:rPr>
              <a:t>.</a:t>
            </a:r>
            <a:endParaRPr kumimoji="0" lang="fr-CA" sz="36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gency FB" panose="020B0503020202020204" pitchFamily="34" charset="0"/>
            </a:endParaRPr>
          </a:p>
        </p:txBody>
      </p:sp>
      <p:pic>
        <p:nvPicPr>
          <p:cNvPr id="4" name="Graphique 3" descr="Pizza entière contour">
            <a:extLst>
              <a:ext uri="{FF2B5EF4-FFF2-40B4-BE49-F238E27FC236}">
                <a16:creationId xmlns:a16="http://schemas.microsoft.com/office/drawing/2014/main" id="{1DDCF88C-E1D9-3683-9EF8-1206CF1F2771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802017" y="43545"/>
            <a:ext cx="801441" cy="801441"/>
          </a:xfrm>
          <a:prstGeom prst="rect">
            <a:avLst/>
          </a:prstGeom>
        </p:spPr>
      </p:pic>
      <p:pic>
        <p:nvPicPr>
          <p:cNvPr id="3" name="Image 2" descr="Une image contenant Police, Graphique, capture d’écran, graphisme&#10;&#10;Description générée automatiquement">
            <a:extLst>
              <a:ext uri="{FF2B5EF4-FFF2-40B4-BE49-F238E27FC236}">
                <a16:creationId xmlns:a16="http://schemas.microsoft.com/office/drawing/2014/main" id="{C77B899F-08AE-E1DE-519B-5D771A6E9001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258" y="6555588"/>
            <a:ext cx="1122088" cy="225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323184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Notions | Dépendance fonctionnelle (DF)</a:t>
            </a:r>
          </a:p>
        </p:txBody>
      </p:sp>
      <p:sp>
        <p:nvSpPr>
          <p:cNvPr id="27652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endParaRPr lang="fr-CA"/>
          </a:p>
          <a:p>
            <a:r>
              <a:rPr lang="fr-CA"/>
              <a:t>Y est fonctionnellement dépendant de X si pour une valeur de X, il n’existe qu’une seule valeur de Y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A6EB6E78-E6F9-4AFA-BABD-C8F86668EA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77275" y="3130167"/>
            <a:ext cx="809678" cy="754063"/>
          </a:xfrm>
          <a:prstGeom prst="rect">
            <a:avLst/>
          </a:prstGeom>
          <a:solidFill>
            <a:srgbClr val="FFFFFF"/>
          </a:solidFill>
          <a:ln w="52451">
            <a:solidFill>
              <a:schemeClr val="accent2"/>
            </a:solidFill>
            <a:miter lim="800000"/>
            <a:headEnd/>
            <a:tailEnd/>
          </a:ln>
          <a:effectLst/>
        </p:spPr>
        <p:txBody>
          <a:bodyPr anchor="ctr" anchorCtr="1"/>
          <a:lstStyle/>
          <a:p>
            <a:pPr>
              <a:defRPr/>
            </a:pPr>
            <a:r>
              <a:rPr lang="fr-CA">
                <a:solidFill>
                  <a:schemeClr val="accent2"/>
                </a:solidFill>
                <a:latin typeface="Visby CF" pitchFamily="50" charset="0"/>
                <a:cs typeface="Arial" panose="020B0604020202020204" pitchFamily="34" charset="0"/>
              </a:rPr>
              <a:t>X</a:t>
            </a: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22A27242-3E41-4FAC-9D14-6602A11D5D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10228" y="3130167"/>
            <a:ext cx="809678" cy="754063"/>
          </a:xfrm>
          <a:prstGeom prst="rect">
            <a:avLst/>
          </a:prstGeom>
          <a:solidFill>
            <a:srgbClr val="FFFFFF"/>
          </a:solidFill>
          <a:ln w="52451">
            <a:solidFill>
              <a:schemeClr val="accent2"/>
            </a:solidFill>
            <a:miter lim="800000"/>
            <a:headEnd/>
            <a:tailEnd/>
          </a:ln>
          <a:effectLst/>
        </p:spPr>
        <p:txBody>
          <a:bodyPr anchor="ctr" anchorCtr="1"/>
          <a:lstStyle/>
          <a:p>
            <a:pPr>
              <a:defRPr/>
            </a:pPr>
            <a:r>
              <a:rPr lang="fr-CA">
                <a:solidFill>
                  <a:schemeClr val="accent2"/>
                </a:solidFill>
                <a:latin typeface="Visby CF" pitchFamily="50" charset="0"/>
                <a:cs typeface="Arial" panose="020B0604020202020204" pitchFamily="34" charset="0"/>
              </a:rPr>
              <a:t>Y</a:t>
            </a:r>
          </a:p>
        </p:txBody>
      </p:sp>
      <p:cxnSp>
        <p:nvCxnSpPr>
          <p:cNvPr id="7" name="Connecteur droit avec flèche 6">
            <a:extLst>
              <a:ext uri="{FF2B5EF4-FFF2-40B4-BE49-F238E27FC236}">
                <a16:creationId xmlns:a16="http://schemas.microsoft.com/office/drawing/2014/main" id="{A7C30657-9957-458A-88C1-C1188FE5589C}"/>
              </a:ext>
            </a:extLst>
          </p:cNvPr>
          <p:cNvCxnSpPr>
            <a:cxnSpLocks/>
          </p:cNvCxnSpPr>
          <p:nvPr/>
        </p:nvCxnSpPr>
        <p:spPr>
          <a:xfrm>
            <a:off x="5286955" y="3507198"/>
            <a:ext cx="1223274" cy="0"/>
          </a:xfrm>
          <a:prstGeom prst="straightConnector1">
            <a:avLst/>
          </a:prstGeom>
          <a:ln w="38100">
            <a:solidFill>
              <a:schemeClr val="accent2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3">
            <a:extLst>
              <a:ext uri="{FF2B5EF4-FFF2-40B4-BE49-F238E27FC236}">
                <a16:creationId xmlns:a16="http://schemas.microsoft.com/office/drawing/2014/main" id="{B7F02FAE-4009-4CB9-9C62-919371B71D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50065" y="4325539"/>
            <a:ext cx="3036888" cy="754063"/>
          </a:xfrm>
          <a:prstGeom prst="rect">
            <a:avLst/>
          </a:prstGeom>
          <a:solidFill>
            <a:srgbClr val="FFFFFF"/>
          </a:solidFill>
          <a:ln w="52451">
            <a:solidFill>
              <a:schemeClr val="accent2"/>
            </a:solidFill>
            <a:miter lim="800000"/>
            <a:headEnd/>
            <a:tailEnd/>
          </a:ln>
          <a:effectLst/>
        </p:spPr>
        <p:txBody>
          <a:bodyPr anchor="ctr" anchorCtr="1"/>
          <a:lstStyle/>
          <a:p>
            <a:pPr>
              <a:defRPr/>
            </a:pPr>
            <a:r>
              <a:rPr lang="fr-CA">
                <a:solidFill>
                  <a:schemeClr val="accent2"/>
                </a:solidFill>
                <a:latin typeface="Visby CF" pitchFamily="50" charset="0"/>
                <a:cs typeface="Arial" panose="020B0604020202020204" pitchFamily="34" charset="0"/>
              </a:rPr>
              <a:t>Numéro du client</a:t>
            </a:r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A7177EED-D6BC-4611-B84C-1EF5A00F14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10228" y="4325539"/>
            <a:ext cx="3038476" cy="754063"/>
          </a:xfrm>
          <a:prstGeom prst="rect">
            <a:avLst/>
          </a:prstGeom>
          <a:solidFill>
            <a:srgbClr val="FFFFFF"/>
          </a:solidFill>
          <a:ln w="52451">
            <a:solidFill>
              <a:schemeClr val="accent2"/>
            </a:solidFill>
            <a:miter lim="800000"/>
            <a:headEnd/>
            <a:tailEnd/>
          </a:ln>
          <a:effectLst/>
        </p:spPr>
        <p:txBody>
          <a:bodyPr anchor="ctr" anchorCtr="1"/>
          <a:lstStyle/>
          <a:p>
            <a:pPr>
              <a:defRPr/>
            </a:pPr>
            <a:r>
              <a:rPr lang="fr-CA">
                <a:solidFill>
                  <a:schemeClr val="accent2"/>
                </a:solidFill>
                <a:latin typeface="Visby CF" pitchFamily="50" charset="0"/>
                <a:cs typeface="Arial" panose="020B0604020202020204" pitchFamily="34" charset="0"/>
              </a:rPr>
              <a:t>Nom du client</a:t>
            </a:r>
          </a:p>
        </p:txBody>
      </p:sp>
      <p:cxnSp>
        <p:nvCxnSpPr>
          <p:cNvPr id="10" name="Connecteur droit avec flèche 9">
            <a:extLst>
              <a:ext uri="{FF2B5EF4-FFF2-40B4-BE49-F238E27FC236}">
                <a16:creationId xmlns:a16="http://schemas.microsoft.com/office/drawing/2014/main" id="{B1ECB398-ABAA-4FBF-85D7-104020988145}"/>
              </a:ext>
            </a:extLst>
          </p:cNvPr>
          <p:cNvCxnSpPr>
            <a:cxnSpLocks/>
          </p:cNvCxnSpPr>
          <p:nvPr/>
        </p:nvCxnSpPr>
        <p:spPr>
          <a:xfrm>
            <a:off x="5286955" y="4702571"/>
            <a:ext cx="1223274" cy="0"/>
          </a:xfrm>
          <a:prstGeom prst="straightConnector1">
            <a:avLst/>
          </a:prstGeom>
          <a:ln w="38100">
            <a:solidFill>
              <a:schemeClr val="accent2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Image 1" descr="Une image contenant Police, Graphique, capture d’écran, graphisme&#10;&#10;Description générée automatiquement">
            <a:extLst>
              <a:ext uri="{FF2B5EF4-FFF2-40B4-BE49-F238E27FC236}">
                <a16:creationId xmlns:a16="http://schemas.microsoft.com/office/drawing/2014/main" id="{04486A58-2B37-49F0-B4D8-0A9EDD614C8F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258" y="6555588"/>
            <a:ext cx="1122088" cy="22554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D204223B-A5DB-1A5C-94A1-926798EF4D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4640" y="888530"/>
            <a:ext cx="11767680" cy="5969469"/>
          </a:xfrm>
        </p:spPr>
        <p:txBody>
          <a:bodyPr>
            <a:normAutofit/>
          </a:bodyPr>
          <a:lstStyle/>
          <a:p>
            <a:r>
              <a:rPr lang="fr-CA" sz="2000"/>
              <a:t>Est-ce que l’entité respecte la deuxième forme normale – 2FN?</a:t>
            </a:r>
          </a:p>
          <a:p>
            <a:pPr marL="0" indent="0">
              <a:buNone/>
            </a:pPr>
            <a:endParaRPr lang="fr-CA" sz="3200"/>
          </a:p>
          <a:p>
            <a:pPr marL="0" indent="0">
              <a:buNone/>
            </a:pPr>
            <a:endParaRPr lang="fr-CA" sz="2000"/>
          </a:p>
          <a:p>
            <a:endParaRPr lang="fr-CA" sz="2000"/>
          </a:p>
          <a:p>
            <a:endParaRPr lang="fr-CA" sz="2000"/>
          </a:p>
          <a:p>
            <a:endParaRPr lang="fr-CA" sz="2000"/>
          </a:p>
          <a:p>
            <a:endParaRPr lang="fr-CA" sz="2000"/>
          </a:p>
          <a:p>
            <a:endParaRPr lang="fr-CA" sz="2000"/>
          </a:p>
          <a:p>
            <a:endParaRPr lang="fr-CA" sz="2000"/>
          </a:p>
          <a:p>
            <a:endParaRPr lang="fr-CA" sz="200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E862790C-C119-2F15-A57A-462DB81D67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Normaliser à la 2FN</a:t>
            </a:r>
          </a:p>
        </p:txBody>
      </p:sp>
      <p:pic>
        <p:nvPicPr>
          <p:cNvPr id="4" name="Graphique 3" descr="Pizza entière contour">
            <a:extLst>
              <a:ext uri="{FF2B5EF4-FFF2-40B4-BE49-F238E27FC236}">
                <a16:creationId xmlns:a16="http://schemas.microsoft.com/office/drawing/2014/main" id="{2531E1FE-EDC2-5FA5-3E4B-41174AECB79A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802017" y="43545"/>
            <a:ext cx="801441" cy="801441"/>
          </a:xfrm>
          <a:prstGeom prst="rect">
            <a:avLst/>
          </a:prstGeom>
        </p:spPr>
      </p:pic>
      <p:pic>
        <p:nvPicPr>
          <p:cNvPr id="8" name="Image 7" descr="Une image contenant Police, Graphique, capture d’écran, graphisme&#10;&#10;Description générée automatiquement">
            <a:extLst>
              <a:ext uri="{FF2B5EF4-FFF2-40B4-BE49-F238E27FC236}">
                <a16:creationId xmlns:a16="http://schemas.microsoft.com/office/drawing/2014/main" id="{673E572E-2B68-D020-1923-B933695F1CC0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258" y="6555588"/>
            <a:ext cx="1122088" cy="225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507489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862790C-C119-2F15-A57A-462DB81D67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Normaliser à la 2FN</a:t>
            </a:r>
          </a:p>
        </p:txBody>
      </p:sp>
      <p:pic>
        <p:nvPicPr>
          <p:cNvPr id="4" name="Graphique 3" descr="Pizza entière contour">
            <a:extLst>
              <a:ext uri="{FF2B5EF4-FFF2-40B4-BE49-F238E27FC236}">
                <a16:creationId xmlns:a16="http://schemas.microsoft.com/office/drawing/2014/main" id="{2531E1FE-EDC2-5FA5-3E4B-41174AECB79A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802017" y="43545"/>
            <a:ext cx="801441" cy="801441"/>
          </a:xfrm>
          <a:prstGeom prst="rect">
            <a:avLst/>
          </a:prstGeom>
        </p:spPr>
      </p:pic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D204223B-A5DB-1A5C-94A1-926798EF4D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4640" y="888531"/>
            <a:ext cx="11767680" cy="5779477"/>
          </a:xfrm>
        </p:spPr>
        <p:txBody>
          <a:bodyPr>
            <a:normAutofit/>
          </a:bodyPr>
          <a:lstStyle/>
          <a:p>
            <a:r>
              <a:rPr lang="fr-CA" sz="2000"/>
              <a:t>Comment faire pour que l’entité respecte la 2FN?</a:t>
            </a:r>
          </a:p>
          <a:p>
            <a:pPr marL="0" indent="0">
              <a:buNone/>
            </a:pPr>
            <a:endParaRPr lang="fr-CA" sz="3200"/>
          </a:p>
          <a:p>
            <a:pPr marL="0" indent="0">
              <a:buNone/>
            </a:pPr>
            <a:endParaRPr lang="fr-CA" sz="3200"/>
          </a:p>
          <a:p>
            <a:pPr marL="0" indent="0">
              <a:buNone/>
            </a:pPr>
            <a:endParaRPr lang="fr-CA" sz="3200"/>
          </a:p>
          <a:p>
            <a:pPr marL="0" indent="0">
              <a:buNone/>
            </a:pPr>
            <a:endParaRPr lang="fr-CA" sz="3200"/>
          </a:p>
          <a:p>
            <a:pPr marL="0" indent="0">
              <a:buNone/>
            </a:pPr>
            <a:endParaRPr lang="fr-CA" sz="2000"/>
          </a:p>
          <a:p>
            <a:endParaRPr lang="fr-CA" sz="2000"/>
          </a:p>
          <a:p>
            <a:endParaRPr lang="fr-CA" sz="2000"/>
          </a:p>
        </p:txBody>
      </p:sp>
      <p:pic>
        <p:nvPicPr>
          <p:cNvPr id="8" name="Image 7" descr="Une image contenant Police, Graphique, capture d’écran, graphisme&#10;&#10;Description générée automatiquement">
            <a:extLst>
              <a:ext uri="{FF2B5EF4-FFF2-40B4-BE49-F238E27FC236}">
                <a16:creationId xmlns:a16="http://schemas.microsoft.com/office/drawing/2014/main" id="{60D19063-C7AB-0F33-CB1A-1BA9529FB963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258" y="6555588"/>
            <a:ext cx="1122088" cy="225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107360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FDF0E1A-5127-FE96-890B-665C6411CC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Normaliser à la 2FN</a:t>
            </a:r>
          </a:p>
        </p:txBody>
      </p:sp>
      <p:pic>
        <p:nvPicPr>
          <p:cNvPr id="3" name="Graphique 2" descr="Pizza entière contour">
            <a:extLst>
              <a:ext uri="{FF2B5EF4-FFF2-40B4-BE49-F238E27FC236}">
                <a16:creationId xmlns:a16="http://schemas.microsoft.com/office/drawing/2014/main" id="{E8D81177-501C-1B16-11EE-7F7C2634BDE6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802017" y="43545"/>
            <a:ext cx="801441" cy="801441"/>
          </a:xfrm>
          <a:prstGeom prst="rect">
            <a:avLst/>
          </a:prstGeom>
        </p:spPr>
      </p:pic>
      <p:pic>
        <p:nvPicPr>
          <p:cNvPr id="10" name="Image 9" descr="Une image contenant Police, Graphique, capture d’écran, graphisme&#10;&#10;Description générée automatiquement">
            <a:extLst>
              <a:ext uri="{FF2B5EF4-FFF2-40B4-BE49-F238E27FC236}">
                <a16:creationId xmlns:a16="http://schemas.microsoft.com/office/drawing/2014/main" id="{09794576-B2C9-A7C1-FDCC-1DB9EA93568D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258" y="6555588"/>
            <a:ext cx="1122088" cy="225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269794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5A48DA-4916-F036-8AD5-3C314B4EFA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74CF257-DD0A-FD35-6E2C-B70F7266EF67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accent4"/>
            </a:solidFill>
          </a:ln>
        </p:spPr>
        <p:txBody>
          <a:bodyPr/>
          <a:lstStyle/>
          <a:p>
            <a:r>
              <a:rPr lang="fr-CA"/>
              <a:t>Normaliser à la troisième forme normale</a:t>
            </a:r>
          </a:p>
        </p:txBody>
      </p:sp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D86FF6C1-4954-B9AE-6A45-EF4CD8651D2E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79936" y="2059912"/>
            <a:ext cx="10832123" cy="2130251"/>
          </a:xfrm>
          <a:prstGeom prst="roundRect">
            <a:avLst>
              <a:gd name="adj" fmla="val 11073"/>
            </a:avLst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CA" sz="36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gency FB" panose="020B0503020202020204" pitchFamily="34" charset="0"/>
              </a:rPr>
              <a:t>Une entité est en troisième forme normale (3FN ) si elle est en 2FN </a:t>
            </a:r>
            <a:br>
              <a:rPr kumimoji="0" lang="fr-CA" sz="36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gency FB" panose="020B0503020202020204" pitchFamily="34" charset="0"/>
              </a:rPr>
            </a:br>
            <a:r>
              <a:rPr kumimoji="0" lang="fr-CA" sz="36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gency FB" panose="020B0503020202020204" pitchFamily="34" charset="0"/>
              </a:rPr>
              <a:t>ET si tout attribut n'appartenant pas à la clé dépend </a:t>
            </a:r>
            <a:r>
              <a:rPr kumimoji="0" lang="fr-CA" sz="3600" b="1" i="0" u="none" strike="noStrike" kern="1200" cap="none" spc="0" normalizeH="0" baseline="0" noProof="0">
                <a:ln>
                  <a:noFill/>
                </a:ln>
                <a:solidFill>
                  <a:srgbClr val="003B70"/>
                </a:solidFill>
                <a:effectLst/>
                <a:uLnTx/>
                <a:uFillTx/>
                <a:latin typeface="Agency FB" panose="020B0503020202020204" pitchFamily="34" charset="0"/>
              </a:rPr>
              <a:t>directement de cette clé plutôt que d’un autre attribut de l’entité</a:t>
            </a:r>
            <a:r>
              <a:rPr kumimoji="0" lang="fr-CA" sz="36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gency FB" panose="020B0503020202020204" pitchFamily="34" charset="0"/>
              </a:rPr>
              <a:t>.</a:t>
            </a:r>
          </a:p>
        </p:txBody>
      </p:sp>
      <p:pic>
        <p:nvPicPr>
          <p:cNvPr id="5" name="Graphique 4" descr="Pizza entière contour">
            <a:extLst>
              <a:ext uri="{FF2B5EF4-FFF2-40B4-BE49-F238E27FC236}">
                <a16:creationId xmlns:a16="http://schemas.microsoft.com/office/drawing/2014/main" id="{D565D195-EDEA-7133-FB83-1B538632F918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802017" y="43545"/>
            <a:ext cx="801441" cy="801441"/>
          </a:xfrm>
          <a:prstGeom prst="rect">
            <a:avLst/>
          </a:prstGeom>
        </p:spPr>
      </p:pic>
      <p:pic>
        <p:nvPicPr>
          <p:cNvPr id="3" name="Image 2" descr="Une image contenant Police, Graphique, capture d’écran, graphisme&#10;&#10;Description générée automatiquement">
            <a:extLst>
              <a:ext uri="{FF2B5EF4-FFF2-40B4-BE49-F238E27FC236}">
                <a16:creationId xmlns:a16="http://schemas.microsoft.com/office/drawing/2014/main" id="{595F5AF5-7257-E739-C10F-EDB8F7B95AA1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258" y="6555588"/>
            <a:ext cx="1122088" cy="225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212989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D204223B-A5DB-1A5C-94A1-926798EF4D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4640" y="888531"/>
            <a:ext cx="11767680" cy="5892597"/>
          </a:xfrm>
        </p:spPr>
        <p:txBody>
          <a:bodyPr>
            <a:normAutofit/>
          </a:bodyPr>
          <a:lstStyle/>
          <a:p>
            <a:r>
              <a:rPr lang="fr-CA" sz="2000"/>
              <a:t>Est-ce que les entités respectent la troisième forme normale – 3FN?</a:t>
            </a:r>
          </a:p>
          <a:p>
            <a:pPr marL="0" indent="0">
              <a:buNone/>
            </a:pPr>
            <a:endParaRPr lang="fr-CA" sz="3200"/>
          </a:p>
          <a:p>
            <a:pPr marL="0" indent="0">
              <a:buNone/>
            </a:pPr>
            <a:endParaRPr lang="fr-CA" sz="3200"/>
          </a:p>
          <a:p>
            <a:pPr marL="0" indent="0">
              <a:buNone/>
            </a:pPr>
            <a:endParaRPr lang="fr-CA" sz="2000"/>
          </a:p>
          <a:p>
            <a:endParaRPr lang="fr-CA" sz="2000"/>
          </a:p>
          <a:p>
            <a:endParaRPr lang="fr-CA" sz="2000"/>
          </a:p>
          <a:p>
            <a:endParaRPr lang="fr-CA" sz="2000"/>
          </a:p>
          <a:p>
            <a:endParaRPr lang="fr-CA" sz="2000"/>
          </a:p>
          <a:p>
            <a:endParaRPr lang="fr-CA" sz="2000"/>
          </a:p>
          <a:p>
            <a:endParaRPr lang="fr-CA" sz="2000"/>
          </a:p>
          <a:p>
            <a:endParaRPr lang="fr-CA" sz="200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E862790C-C119-2F15-A57A-462DB81D67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Normaliser à la 3FN</a:t>
            </a:r>
          </a:p>
        </p:txBody>
      </p:sp>
      <p:pic>
        <p:nvPicPr>
          <p:cNvPr id="4" name="Graphique 3" descr="Pizza entière contour">
            <a:extLst>
              <a:ext uri="{FF2B5EF4-FFF2-40B4-BE49-F238E27FC236}">
                <a16:creationId xmlns:a16="http://schemas.microsoft.com/office/drawing/2014/main" id="{2531E1FE-EDC2-5FA5-3E4B-41174AECB79A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802017" y="43545"/>
            <a:ext cx="801441" cy="801441"/>
          </a:xfrm>
          <a:prstGeom prst="rect">
            <a:avLst/>
          </a:prstGeom>
        </p:spPr>
      </p:pic>
      <p:pic>
        <p:nvPicPr>
          <p:cNvPr id="11" name="Image 10" descr="Une image contenant Police, Graphique, capture d’écran, graphisme&#10;&#10;Description générée automatiquement">
            <a:extLst>
              <a:ext uri="{FF2B5EF4-FFF2-40B4-BE49-F238E27FC236}">
                <a16:creationId xmlns:a16="http://schemas.microsoft.com/office/drawing/2014/main" id="{EB07CCB1-E4A3-D859-D7E1-37FD34958D88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258" y="6555588"/>
            <a:ext cx="1122088" cy="225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951719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87230D-374C-788D-80CA-CD1B27BB1B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B958EF1-0212-8BB8-4D0A-204C09D989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Normaliser à la 3FN</a:t>
            </a:r>
          </a:p>
        </p:txBody>
      </p:sp>
      <p:pic>
        <p:nvPicPr>
          <p:cNvPr id="4" name="Graphique 3" descr="Pizza entière contour">
            <a:extLst>
              <a:ext uri="{FF2B5EF4-FFF2-40B4-BE49-F238E27FC236}">
                <a16:creationId xmlns:a16="http://schemas.microsoft.com/office/drawing/2014/main" id="{47383416-90D0-EDB3-0D62-F99F42CD285C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802017" y="43545"/>
            <a:ext cx="801441" cy="801441"/>
          </a:xfrm>
          <a:prstGeom prst="rect">
            <a:avLst/>
          </a:prstGeom>
        </p:spPr>
      </p:pic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A1212478-B3A5-C145-E36E-C36489F133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4640" y="888531"/>
            <a:ext cx="11767680" cy="5969469"/>
          </a:xfrm>
        </p:spPr>
        <p:txBody>
          <a:bodyPr>
            <a:normAutofit/>
          </a:bodyPr>
          <a:lstStyle/>
          <a:p>
            <a:r>
              <a:rPr lang="fr-CA"/>
              <a:t>Comment faire pour que les entités respectent la troisième forme normale – 3FN?</a:t>
            </a:r>
          </a:p>
          <a:p>
            <a:pPr marL="0" indent="0">
              <a:buNone/>
            </a:pPr>
            <a:endParaRPr lang="fr-CA" sz="3600"/>
          </a:p>
          <a:p>
            <a:pPr marL="0" indent="0">
              <a:buNone/>
            </a:pPr>
            <a:endParaRPr lang="fr-CA"/>
          </a:p>
          <a:p>
            <a:endParaRPr lang="fr-CA"/>
          </a:p>
          <a:p>
            <a:endParaRPr lang="fr-CA"/>
          </a:p>
          <a:p>
            <a:endParaRPr lang="fr-CA"/>
          </a:p>
          <a:p>
            <a:endParaRPr lang="fr-CA"/>
          </a:p>
          <a:p>
            <a:endParaRPr lang="fr-CA"/>
          </a:p>
          <a:p>
            <a:endParaRPr lang="fr-CA"/>
          </a:p>
          <a:p>
            <a:pPr marL="0" indent="0">
              <a:buNone/>
            </a:pPr>
            <a:endParaRPr lang="fr-CA"/>
          </a:p>
        </p:txBody>
      </p:sp>
      <p:pic>
        <p:nvPicPr>
          <p:cNvPr id="13" name="Image 12" descr="Une image contenant Police, Graphique, capture d’écran, graphisme&#10;&#10;Description générée automatiquement">
            <a:extLst>
              <a:ext uri="{FF2B5EF4-FFF2-40B4-BE49-F238E27FC236}">
                <a16:creationId xmlns:a16="http://schemas.microsoft.com/office/drawing/2014/main" id="{4670D3A2-E862-2C27-B9C4-723351E9EBCD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258" y="6555588"/>
            <a:ext cx="1122088" cy="225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022629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862790C-C119-2F15-A57A-462DB81D67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Normaliser à la 3FN</a:t>
            </a:r>
          </a:p>
        </p:txBody>
      </p:sp>
      <p:pic>
        <p:nvPicPr>
          <p:cNvPr id="4" name="Graphique 3" descr="Pizza entière contour">
            <a:extLst>
              <a:ext uri="{FF2B5EF4-FFF2-40B4-BE49-F238E27FC236}">
                <a16:creationId xmlns:a16="http://schemas.microsoft.com/office/drawing/2014/main" id="{2531E1FE-EDC2-5FA5-3E4B-41174AECB79A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802017" y="43545"/>
            <a:ext cx="801441" cy="801441"/>
          </a:xfrm>
          <a:prstGeom prst="rect">
            <a:avLst/>
          </a:prstGeom>
        </p:spPr>
      </p:pic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D204223B-A5DB-1A5C-94A1-926798EF4D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4640" y="988086"/>
            <a:ext cx="11767680" cy="5679922"/>
          </a:xfrm>
        </p:spPr>
        <p:txBody>
          <a:bodyPr>
            <a:normAutofit/>
          </a:bodyPr>
          <a:lstStyle/>
          <a:p>
            <a:r>
              <a:rPr lang="fr-CA"/>
              <a:t>Comment faire pour que les entités respectent la troisième forme normale – 3FN?</a:t>
            </a:r>
          </a:p>
          <a:p>
            <a:endParaRPr lang="fr-CA" sz="3600"/>
          </a:p>
          <a:p>
            <a:endParaRPr lang="fr-CA" sz="3600"/>
          </a:p>
          <a:p>
            <a:endParaRPr lang="fr-CA" sz="3600"/>
          </a:p>
          <a:p>
            <a:endParaRPr lang="fr-CA" sz="3600"/>
          </a:p>
          <a:p>
            <a:endParaRPr lang="fr-CA"/>
          </a:p>
          <a:p>
            <a:endParaRPr lang="fr-CA"/>
          </a:p>
          <a:p>
            <a:endParaRPr lang="fr-CA"/>
          </a:p>
          <a:p>
            <a:endParaRPr lang="fr-CA"/>
          </a:p>
          <a:p>
            <a:pPr marL="0" indent="0">
              <a:buNone/>
            </a:pPr>
            <a:endParaRPr lang="fr-CA" sz="1000"/>
          </a:p>
          <a:p>
            <a:pPr marL="457200" lvl="1" indent="0">
              <a:buNone/>
            </a:pPr>
            <a:endParaRPr lang="fr-CA"/>
          </a:p>
          <a:p>
            <a:pPr lvl="1"/>
            <a:endParaRPr lang="fr-CA"/>
          </a:p>
        </p:txBody>
      </p:sp>
      <p:pic>
        <p:nvPicPr>
          <p:cNvPr id="17" name="Image 16" descr="Une image contenant Police, Graphique, capture d’écran, graphisme&#10;&#10;Description générée automatiquement">
            <a:extLst>
              <a:ext uri="{FF2B5EF4-FFF2-40B4-BE49-F238E27FC236}">
                <a16:creationId xmlns:a16="http://schemas.microsoft.com/office/drawing/2014/main" id="{EA82D66F-1ED2-3E67-9948-83E875C80F8E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258" y="6555588"/>
            <a:ext cx="1122088" cy="225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628477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862790C-C119-2F15-A57A-462DB81D67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Entités issues de la normalisation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D204223B-A5DB-1A5C-94A1-926798EF4D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4640" y="988086"/>
            <a:ext cx="11767680" cy="5679922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fr-CA" sz="3600"/>
          </a:p>
          <a:p>
            <a:endParaRPr lang="fr-CA" sz="3600"/>
          </a:p>
          <a:p>
            <a:endParaRPr lang="fr-CA" sz="3600"/>
          </a:p>
          <a:p>
            <a:endParaRPr lang="fr-CA" sz="3600"/>
          </a:p>
          <a:p>
            <a:endParaRPr lang="fr-CA" sz="3600"/>
          </a:p>
          <a:p>
            <a:endParaRPr lang="fr-CA"/>
          </a:p>
          <a:p>
            <a:endParaRPr lang="fr-CA"/>
          </a:p>
          <a:p>
            <a:endParaRPr lang="fr-CA"/>
          </a:p>
          <a:p>
            <a:endParaRPr lang="fr-CA"/>
          </a:p>
          <a:p>
            <a:pPr marL="0" indent="0">
              <a:buNone/>
            </a:pPr>
            <a:endParaRPr lang="fr-CA" sz="1000"/>
          </a:p>
          <a:p>
            <a:pPr marL="457200" lvl="1" indent="0">
              <a:buNone/>
            </a:pPr>
            <a:endParaRPr lang="fr-CA"/>
          </a:p>
          <a:p>
            <a:pPr lvl="1"/>
            <a:endParaRPr lang="fr-CA"/>
          </a:p>
        </p:txBody>
      </p:sp>
      <p:pic>
        <p:nvPicPr>
          <p:cNvPr id="9" name="Graphique 8" descr="Pizza entière contour">
            <a:extLst>
              <a:ext uri="{FF2B5EF4-FFF2-40B4-BE49-F238E27FC236}">
                <a16:creationId xmlns:a16="http://schemas.microsoft.com/office/drawing/2014/main" id="{C9CE8369-4A99-7073-7B56-D3A233CC5D31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802017" y="43545"/>
            <a:ext cx="801441" cy="801441"/>
          </a:xfrm>
          <a:prstGeom prst="rect">
            <a:avLst/>
          </a:prstGeom>
        </p:spPr>
      </p:pic>
      <p:pic>
        <p:nvPicPr>
          <p:cNvPr id="11" name="Image 10" descr="Une image contenant Police, Graphique, capture d’écran, graphisme&#10;&#10;Description générée automatiquement">
            <a:extLst>
              <a:ext uri="{FF2B5EF4-FFF2-40B4-BE49-F238E27FC236}">
                <a16:creationId xmlns:a16="http://schemas.microsoft.com/office/drawing/2014/main" id="{A44B3B0A-2097-9CAC-3CA0-CBABB99B27FC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258" y="6555588"/>
            <a:ext cx="1122088" cy="225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898139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385957-7A81-168A-C91B-E7C88111B3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6832ABF-C751-508C-E872-610E584DDA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Lien entre les différentes entités</a:t>
            </a:r>
          </a:p>
        </p:txBody>
      </p:sp>
      <p:pic>
        <p:nvPicPr>
          <p:cNvPr id="6" name="Image 5" descr="Une image contenant Police, Graphique, capture d’écran, graphisme&#10;&#10;Description générée automatiquement">
            <a:extLst>
              <a:ext uri="{FF2B5EF4-FFF2-40B4-BE49-F238E27FC236}">
                <a16:creationId xmlns:a16="http://schemas.microsoft.com/office/drawing/2014/main" id="{84D348FA-67EC-FD17-8118-FC80AB085AFE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258" y="6555588"/>
            <a:ext cx="1122088" cy="225540"/>
          </a:xfrm>
          <a:prstGeom prst="rect">
            <a:avLst/>
          </a:prstGeom>
        </p:spPr>
      </p:pic>
      <p:pic>
        <p:nvPicPr>
          <p:cNvPr id="10" name="Graphique 9" descr="Pizza entière contour">
            <a:extLst>
              <a:ext uri="{FF2B5EF4-FFF2-40B4-BE49-F238E27FC236}">
                <a16:creationId xmlns:a16="http://schemas.microsoft.com/office/drawing/2014/main" id="{187C8E7C-5BF4-1643-C9A0-A44F24E7D608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802017" y="43545"/>
            <a:ext cx="801441" cy="801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635977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C4294CE-803F-AD5B-41F9-AAB55A990AF4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fr-CA"/>
              <a:t>Un peu de pratique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24CEE7C-5B03-5F05-7E58-5D4BC929593B}"/>
              </a:ext>
            </a:extLst>
          </p:cNvPr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 anchor="ctr"/>
          <a:lstStyle/>
          <a:p>
            <a:r>
              <a:rPr lang="fr-CA"/>
              <a:t>À l’aide des entités issues du travail de normalisation, </a:t>
            </a:r>
            <a:br>
              <a:rPr lang="fr-CA"/>
            </a:br>
            <a:r>
              <a:rPr lang="fr-CA"/>
              <a:t>dessinez un modèle logique qui respecte l’intégrité référentielle</a:t>
            </a:r>
          </a:p>
          <a:p>
            <a:pPr marL="0" indent="0">
              <a:buNone/>
            </a:pPr>
            <a:endParaRPr lang="fr-CA"/>
          </a:p>
          <a:p>
            <a:endParaRPr lang="fr-CA"/>
          </a:p>
        </p:txBody>
      </p:sp>
      <p:pic>
        <p:nvPicPr>
          <p:cNvPr id="4" name="Image 3" descr="Une image contenant Police, Graphique, capture d’écran, graphisme&#10;&#10;Description générée automatiquement">
            <a:extLst>
              <a:ext uri="{FF2B5EF4-FFF2-40B4-BE49-F238E27FC236}">
                <a16:creationId xmlns:a16="http://schemas.microsoft.com/office/drawing/2014/main" id="{1B02A142-03C8-0154-9099-5017F75FF42A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258" y="6555588"/>
            <a:ext cx="1122088" cy="225540"/>
          </a:xfrm>
          <a:prstGeom prst="rect">
            <a:avLst/>
          </a:prstGeom>
        </p:spPr>
      </p:pic>
      <p:pic>
        <p:nvPicPr>
          <p:cNvPr id="5" name="Graphique 4" descr="Pizza entière contour">
            <a:extLst>
              <a:ext uri="{FF2B5EF4-FFF2-40B4-BE49-F238E27FC236}">
                <a16:creationId xmlns:a16="http://schemas.microsoft.com/office/drawing/2014/main" id="{8B8D5CF0-7708-B8B2-B3CF-59EA681DB8E4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839200" y="444960"/>
            <a:ext cx="2996003" cy="2996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896184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A4C38CE-C635-B4D4-6EF8-D3B20E85A2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Modélisation logique</a:t>
            </a:r>
          </a:p>
        </p:txBody>
      </p:sp>
      <p:pic>
        <p:nvPicPr>
          <p:cNvPr id="6" name="Image 5" descr="Une image contenant Police, Graphique, capture d’écran, graphisme&#10;&#10;Description générée automatiquement">
            <a:extLst>
              <a:ext uri="{FF2B5EF4-FFF2-40B4-BE49-F238E27FC236}">
                <a16:creationId xmlns:a16="http://schemas.microsoft.com/office/drawing/2014/main" id="{B405E791-62E7-CF78-F725-6BAC1065F2F0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258" y="6555588"/>
            <a:ext cx="1122088" cy="225540"/>
          </a:xfrm>
          <a:prstGeom prst="rect">
            <a:avLst/>
          </a:prstGeom>
        </p:spPr>
      </p:pic>
      <p:pic>
        <p:nvPicPr>
          <p:cNvPr id="5" name="Graphique 4" descr="Pizza entière contour">
            <a:extLst>
              <a:ext uri="{FF2B5EF4-FFF2-40B4-BE49-F238E27FC236}">
                <a16:creationId xmlns:a16="http://schemas.microsoft.com/office/drawing/2014/main" id="{03416830-6C81-4E90-3E36-FABA7E6A5F02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802017" y="43545"/>
            <a:ext cx="801441" cy="801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758817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20ABBD8-2788-D84E-2056-BD3E02DC70CC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469428" y="984737"/>
            <a:ext cx="10915200" cy="2230411"/>
          </a:xfrm>
        </p:spPr>
        <p:txBody>
          <a:bodyPr anchor="t">
            <a:normAutofit/>
          </a:bodyPr>
          <a:lstStyle/>
          <a:p>
            <a:r>
              <a:rPr kumimoji="0" lang="fr-CA" b="0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Visby Slab CF Bold" panose="00000800000000000000" pitchFamily="50" charset="0"/>
                <a:ea typeface="+mn-ea"/>
                <a:cs typeface="+mn-cs"/>
              </a:rPr>
              <a:t>Application</a:t>
            </a:r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364744510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6D60025-B451-6226-93D5-15522E9708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De la normalisation à l'outil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139E02C-F055-A9A0-9768-A819F208DF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r>
              <a:rPr lang="fr-CA" dirty="0"/>
              <a:t>Vous venez de normaliser les données d'une commande de pizzeria — de l'artefact papier aux entités structurées. Résultat : des tables distinctes, des clés bien définies, aucune dépendance incorrecte.</a:t>
            </a:r>
          </a:p>
          <a:p>
            <a:r>
              <a:rPr lang="fr-CA" dirty="0"/>
              <a:t>Ces entités ne sont pas abstraites. Elles correspondent exactement aux tables d'une base de données relationnelle. </a:t>
            </a:r>
            <a:r>
              <a:rPr lang="fr-CA" dirty="0" err="1"/>
              <a:t>Airtable</a:t>
            </a:r>
            <a:r>
              <a:rPr lang="fr-CA" dirty="0"/>
              <a:t> les implémente en no-code — sans écrire une ligne de code.</a:t>
            </a:r>
          </a:p>
          <a:p>
            <a:r>
              <a:rPr lang="fr-CA" i="1" dirty="0"/>
              <a:t>Aujourd'hui : créer la table Client, une des tables « parents » de votre modèle normalisé.</a:t>
            </a:r>
            <a:endParaRPr lang="fr-CA" dirty="0"/>
          </a:p>
        </p:txBody>
      </p:sp>
      <p:pic>
        <p:nvPicPr>
          <p:cNvPr id="4" name="Graphique 3" descr="Pizza entière contour">
            <a:extLst>
              <a:ext uri="{FF2B5EF4-FFF2-40B4-BE49-F238E27FC236}">
                <a16:creationId xmlns:a16="http://schemas.microsoft.com/office/drawing/2014/main" id="{F3CE6EE3-1D44-B6C3-FE02-A4FAB8A0E2CE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02017" y="43545"/>
            <a:ext cx="801441" cy="801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083347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EFC973E-33BD-D8BC-6889-5F0596A37D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 err="1"/>
              <a:t>Airtable</a:t>
            </a:r>
            <a:r>
              <a:rPr lang="fr-CA" dirty="0"/>
              <a:t> : Rappel création de table	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6979ECB-6F3F-B368-F589-56FA33DF58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r>
              <a:rPr lang="fr-CA" dirty="0"/>
              <a:t>Rappel de la création d’une table dans </a:t>
            </a:r>
            <a:r>
              <a:rPr lang="fr-CA" dirty="0" err="1"/>
              <a:t>Airtable</a:t>
            </a:r>
            <a:endParaRPr lang="fr-CA" dirty="0"/>
          </a:p>
          <a:p>
            <a:pPr lvl="1"/>
            <a:r>
              <a:rPr lang="fr-CA" dirty="0"/>
              <a:t>Créer la table</a:t>
            </a:r>
          </a:p>
          <a:p>
            <a:pPr lvl="1"/>
            <a:r>
              <a:rPr lang="fr-CA" dirty="0"/>
              <a:t>Enlever les attributs générés automatiquement (il y en a souvent 3 ou plus)</a:t>
            </a:r>
          </a:p>
          <a:p>
            <a:pPr lvl="1"/>
            <a:r>
              <a:rPr lang="fr-CA" dirty="0"/>
              <a:t>Enlever les enregistrements créés automatiquement (il y en a habituellement 3)</a:t>
            </a:r>
          </a:p>
          <a:p>
            <a:r>
              <a:rPr lang="fr-CA" dirty="0"/>
              <a:t>Utiliser les menus pour ajouter les attributs</a:t>
            </a:r>
          </a:p>
          <a:p>
            <a:r>
              <a:rPr lang="fr-CA" dirty="0"/>
              <a:t>Tester l’ajout d’enregistrement après avoir créé la table</a:t>
            </a:r>
          </a:p>
          <a:p>
            <a:endParaRPr lang="fr-CA" dirty="0"/>
          </a:p>
          <a:p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100627770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45309C9-D4EC-9F57-E3E4-4BDBC468A6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Créez la table Client dans </a:t>
            </a:r>
            <a:r>
              <a:rPr lang="fr-CA" dirty="0" err="1"/>
              <a:t>Airtable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EE795A8-6D53-0B38-E9A7-78847474D2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/>
          <a:p>
            <a:r>
              <a:rPr lang="fr-FR" dirty="0"/>
              <a:t>Ouvrir </a:t>
            </a:r>
            <a:r>
              <a:rPr lang="fr-FR" dirty="0" err="1"/>
              <a:t>Airtable</a:t>
            </a:r>
            <a:r>
              <a:rPr lang="fr-FR" dirty="0"/>
              <a:t> → créer une nouvelle base </a:t>
            </a:r>
          </a:p>
          <a:p>
            <a:r>
              <a:rPr lang="fr-FR" dirty="0"/>
              <a:t>Nommer la base Pizzeria </a:t>
            </a:r>
          </a:p>
          <a:p>
            <a:r>
              <a:rPr lang="fr-FR" dirty="0"/>
              <a:t>Renommer la table par défaut Client </a:t>
            </a:r>
          </a:p>
          <a:p>
            <a:r>
              <a:rPr lang="fr-FR" dirty="0"/>
              <a:t>Créer les champs issus de votre normalisation : </a:t>
            </a:r>
          </a:p>
          <a:p>
            <a:pPr lvl="1"/>
            <a:r>
              <a:rPr lang="fr-FR"/>
              <a:t>Adresse — Texte sur une seule ligne</a:t>
            </a:r>
          </a:p>
          <a:p>
            <a:pPr lvl="1"/>
            <a:r>
              <a:rPr lang="fr-FR"/>
              <a:t>Rue transversale – Texte sur une seule ligne</a:t>
            </a:r>
          </a:p>
          <a:p>
            <a:pPr lvl="1"/>
            <a:r>
              <a:rPr lang="fr-FR"/>
              <a:t>Téléphone — Numéro de téléphone</a:t>
            </a:r>
            <a:endParaRPr lang="fr-FR" dirty="0"/>
          </a:p>
        </p:txBody>
      </p:sp>
      <p:pic>
        <p:nvPicPr>
          <p:cNvPr id="5" name="Graphique 4" descr="Pizza entière contour">
            <a:extLst>
              <a:ext uri="{FF2B5EF4-FFF2-40B4-BE49-F238E27FC236}">
                <a16:creationId xmlns:a16="http://schemas.microsoft.com/office/drawing/2014/main" id="{42E0735D-6F33-45B9-9484-7FC52DFF9661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02017" y="43545"/>
            <a:ext cx="801441" cy="801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115323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BDE1F34-8F31-5D3D-7451-FD519421BECE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solidFill>
            <a:schemeClr val="accent6"/>
          </a:solidFill>
          <a:ln>
            <a:solidFill>
              <a:schemeClr val="accent6"/>
            </a:solidFill>
          </a:ln>
        </p:spPr>
        <p:txBody>
          <a:bodyPr/>
          <a:lstStyle/>
          <a:p>
            <a:r>
              <a:rPr lang="fr-CA"/>
              <a:t>Création de la table Client dans Airtable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5CE0EF3-919D-C219-FAB4-A47ECF9A0EAE}"/>
              </a:ext>
            </a:extLst>
          </p:cNvPr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383" y="1506976"/>
            <a:ext cx="1685925" cy="1200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ECF0F48B-4460-5E86-1200-0DA79C47766D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305899" y="3380272"/>
            <a:ext cx="3772426" cy="2953162"/>
          </a:xfrm>
          <a:prstGeom prst="rect">
            <a:avLst/>
          </a:prstGeom>
          <a:ln>
            <a:solidFill>
              <a:schemeClr val="bg2">
                <a:lumMod val="90000"/>
              </a:schemeClr>
            </a:solidFill>
          </a:ln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99FA76BE-629F-2048-5F81-C9DB91A4E30D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3"/>
          <a:stretch>
            <a:fillRect/>
          </a:stretch>
        </p:blipFill>
        <p:spPr>
          <a:xfrm>
            <a:off x="4225435" y="3380273"/>
            <a:ext cx="3703025" cy="2953162"/>
          </a:xfrm>
          <a:prstGeom prst="rect">
            <a:avLst/>
          </a:prstGeom>
          <a:ln>
            <a:solidFill>
              <a:schemeClr val="bg2">
                <a:lumMod val="90000"/>
              </a:schemeClr>
            </a:solidFill>
          </a:ln>
        </p:spPr>
      </p:pic>
      <p:pic>
        <p:nvPicPr>
          <p:cNvPr id="11" name="Image 10" descr="Une image contenant Police, Graphique, capture d’écran, graphisme&#10;&#10;Description générée automatiquement">
            <a:extLst>
              <a:ext uri="{FF2B5EF4-FFF2-40B4-BE49-F238E27FC236}">
                <a16:creationId xmlns:a16="http://schemas.microsoft.com/office/drawing/2014/main" id="{74D00525-CC9F-E981-B34D-75CA5985E037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258" y="6555588"/>
            <a:ext cx="1122088" cy="225540"/>
          </a:xfrm>
          <a:prstGeom prst="rect">
            <a:avLst/>
          </a:prstGeom>
        </p:spPr>
      </p:pic>
      <p:pic>
        <p:nvPicPr>
          <p:cNvPr id="15" name="Image 14">
            <a:extLst>
              <a:ext uri="{FF2B5EF4-FFF2-40B4-BE49-F238E27FC236}">
                <a16:creationId xmlns:a16="http://schemas.microsoft.com/office/drawing/2014/main" id="{4C546001-7112-8BB0-3082-E8CE81D6C4F5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35" b="1935"/>
          <a:stretch/>
        </p:blipFill>
        <p:spPr>
          <a:xfrm>
            <a:off x="8075569" y="3380272"/>
            <a:ext cx="3810532" cy="1676634"/>
          </a:xfrm>
          <a:prstGeom prst="rect">
            <a:avLst/>
          </a:prstGeom>
          <a:ln>
            <a:solidFill>
              <a:schemeClr val="bg2">
                <a:lumMod val="90000"/>
              </a:schemeClr>
            </a:solidFill>
          </a:ln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306AEE28-2736-5C98-5954-1DE016DAC015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6"/>
          <a:stretch>
            <a:fillRect/>
          </a:stretch>
        </p:blipFill>
        <p:spPr>
          <a:xfrm>
            <a:off x="2388882" y="1078793"/>
            <a:ext cx="9497219" cy="2056516"/>
          </a:xfrm>
          <a:prstGeom prst="rect">
            <a:avLst/>
          </a:prstGeom>
          <a:ln>
            <a:solidFill>
              <a:schemeClr val="bg2">
                <a:lumMod val="90000"/>
              </a:schemeClr>
            </a:solidFill>
          </a:ln>
        </p:spPr>
      </p:pic>
      <p:pic>
        <p:nvPicPr>
          <p:cNvPr id="18" name="Graphique 17" descr="Pizza entière contour">
            <a:extLst>
              <a:ext uri="{FF2B5EF4-FFF2-40B4-BE49-F238E27FC236}">
                <a16:creationId xmlns:a16="http://schemas.microsoft.com/office/drawing/2014/main" id="{4B4E1961-16C6-112F-9C66-3E99BAEAC653}"/>
              </a:ext>
            </a:extLst>
          </p:cNvPr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0802017" y="43545"/>
            <a:ext cx="801441" cy="801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3986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46E2A4D-6D18-B145-8C38-0632D9E1CE3A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r>
              <a:rPr kumimoji="0" lang="fr-CA" sz="7200" b="0" i="0" u="none" strike="noStrike" kern="120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Visby Slab CF Bold" panose="00000800000000000000" pitchFamily="50" charset="0"/>
                <a:ea typeface="+mn-ea"/>
                <a:cs typeface="+mn-cs"/>
              </a:rPr>
              <a:t>Synthèse</a:t>
            </a:r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90165267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406C784-1887-5C53-0309-3426BF566D79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fr-CA" dirty="0"/>
              <a:t>La séance 2 dans la vision d’ensemble</a:t>
            </a:r>
            <a:endParaRPr lang="fr-FR" dirty="0"/>
          </a:p>
        </p:txBody>
      </p:sp>
      <p:pic>
        <p:nvPicPr>
          <p:cNvPr id="4" name="Image 3" descr="Une image contenant Police, Graphique, capture d’écran, graphisme&#10;&#10;Description générée automatiquement">
            <a:extLst>
              <a:ext uri="{FF2B5EF4-FFF2-40B4-BE49-F238E27FC236}">
                <a16:creationId xmlns:a16="http://schemas.microsoft.com/office/drawing/2014/main" id="{C0411877-7127-9619-8DA4-2D48EA899D39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258" y="6555588"/>
            <a:ext cx="1122088" cy="225540"/>
          </a:xfrm>
          <a:prstGeom prst="rect">
            <a:avLst/>
          </a:prstGeom>
        </p:spPr>
      </p:pic>
      <p:sp>
        <p:nvSpPr>
          <p:cNvPr id="3" name="Rectangle : coins arrondis 2">
            <a:extLst>
              <a:ext uri="{FF2B5EF4-FFF2-40B4-BE49-F238E27FC236}">
                <a16:creationId xmlns:a16="http://schemas.microsoft.com/office/drawing/2014/main" id="{8E79491F-C049-4E6A-923B-66444F9EB45D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394536" y="1240811"/>
            <a:ext cx="11434607" cy="4963886"/>
          </a:xfrm>
          <a:prstGeom prst="roundRect">
            <a:avLst>
              <a:gd name="adj" fmla="val 3712"/>
            </a:avLst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graphicFrame>
        <p:nvGraphicFramePr>
          <p:cNvPr id="5" name="Tableau 4">
            <a:extLst>
              <a:ext uri="{FF2B5EF4-FFF2-40B4-BE49-F238E27FC236}">
                <a16:creationId xmlns:a16="http://schemas.microsoft.com/office/drawing/2014/main" id="{F63669B0-4B67-2721-811B-BD8C329943D4}"/>
              </a:ext>
            </a:extLst>
          </p:cNvPr>
          <p:cNvGraphicFramePr>
            <a:graphicFrameLocks noGrp="1"/>
          </p:cNvGraphicFramePr>
          <p:nvPr>
            <p:custDataLst>
              <p:tags r:id="rId4"/>
            </p:custDataLst>
          </p:nvPr>
        </p:nvGraphicFramePr>
        <p:xfrm>
          <a:off x="566058" y="1423639"/>
          <a:ext cx="11045370" cy="46010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67542">
                  <a:extLst>
                    <a:ext uri="{9D8B030D-6E8A-4147-A177-3AD203B41FA5}">
                      <a16:colId xmlns:a16="http://schemas.microsoft.com/office/drawing/2014/main" val="3214033884"/>
                    </a:ext>
                  </a:extLst>
                </a:gridCol>
                <a:gridCol w="1579638">
                  <a:extLst>
                    <a:ext uri="{9D8B030D-6E8A-4147-A177-3AD203B41FA5}">
                      <a16:colId xmlns:a16="http://schemas.microsoft.com/office/drawing/2014/main" val="441889553"/>
                    </a:ext>
                  </a:extLst>
                </a:gridCol>
                <a:gridCol w="1579638">
                  <a:extLst>
                    <a:ext uri="{9D8B030D-6E8A-4147-A177-3AD203B41FA5}">
                      <a16:colId xmlns:a16="http://schemas.microsoft.com/office/drawing/2014/main" val="537030794"/>
                    </a:ext>
                  </a:extLst>
                </a:gridCol>
                <a:gridCol w="1579638">
                  <a:extLst>
                    <a:ext uri="{9D8B030D-6E8A-4147-A177-3AD203B41FA5}">
                      <a16:colId xmlns:a16="http://schemas.microsoft.com/office/drawing/2014/main" val="2021984364"/>
                    </a:ext>
                  </a:extLst>
                </a:gridCol>
                <a:gridCol w="1579638">
                  <a:extLst>
                    <a:ext uri="{9D8B030D-6E8A-4147-A177-3AD203B41FA5}">
                      <a16:colId xmlns:a16="http://schemas.microsoft.com/office/drawing/2014/main" val="1414361930"/>
                    </a:ext>
                  </a:extLst>
                </a:gridCol>
                <a:gridCol w="1461105">
                  <a:extLst>
                    <a:ext uri="{9D8B030D-6E8A-4147-A177-3AD203B41FA5}">
                      <a16:colId xmlns:a16="http://schemas.microsoft.com/office/drawing/2014/main" val="1481459240"/>
                    </a:ext>
                  </a:extLst>
                </a:gridCol>
                <a:gridCol w="1698171">
                  <a:extLst>
                    <a:ext uri="{9D8B030D-6E8A-4147-A177-3AD203B41FA5}">
                      <a16:colId xmlns:a16="http://schemas.microsoft.com/office/drawing/2014/main" val="4090770250"/>
                    </a:ext>
                  </a:extLst>
                </a:gridCol>
              </a:tblGrid>
              <a:tr h="920205">
                <a:tc>
                  <a:txBody>
                    <a:bodyPr/>
                    <a:lstStyle/>
                    <a:p>
                      <a:endParaRPr lang="fr-CA" sz="1800" b="1">
                        <a:solidFill>
                          <a:schemeClr val="accent1"/>
                        </a:solidFill>
                        <a:latin typeface="Visby Slab CF Bold" panose="00000800000000000000" pitchFamily="50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800" b="1">
                          <a:solidFill>
                            <a:schemeClr val="accent2"/>
                          </a:solidFill>
                          <a:latin typeface="Visby Slab CF Bold" panose="00000800000000000000" pitchFamily="50" charset="0"/>
                        </a:rPr>
                        <a:t>Données</a:t>
                      </a:r>
                      <a:br>
                        <a:rPr lang="fr-CA" sz="1800" b="1">
                          <a:solidFill>
                            <a:schemeClr val="accent2"/>
                          </a:solidFill>
                          <a:latin typeface="Visby Slab CF Bold" panose="00000800000000000000" pitchFamily="50" charset="0"/>
                        </a:rPr>
                      </a:br>
                      <a:r>
                        <a:rPr lang="fr-CA" sz="1800" b="1" i="1">
                          <a:solidFill>
                            <a:schemeClr val="accent5"/>
                          </a:solidFill>
                          <a:latin typeface="Visby Slab CF Bold" panose="00000800000000000000" pitchFamily="50" charset="0"/>
                        </a:rPr>
                        <a:t>Quoi?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800" b="1">
                          <a:solidFill>
                            <a:schemeClr val="accent2"/>
                          </a:solidFill>
                          <a:latin typeface="Visby Slab CF Bold" panose="00000800000000000000" pitchFamily="50" charset="0"/>
                        </a:rPr>
                        <a:t>Fonctions</a:t>
                      </a:r>
                    </a:p>
                    <a:p>
                      <a:pPr algn="ctr"/>
                      <a:r>
                        <a:rPr lang="fr-CA" sz="1800" b="1" i="1">
                          <a:solidFill>
                            <a:schemeClr val="accent5"/>
                          </a:solidFill>
                          <a:latin typeface="Visby Slab CF Bold" panose="00000800000000000000" pitchFamily="50" charset="0"/>
                        </a:rPr>
                        <a:t>Comment?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800" b="1">
                          <a:solidFill>
                            <a:schemeClr val="accent2"/>
                          </a:solidFill>
                          <a:latin typeface="Visby Slab CF Bold" panose="00000800000000000000" pitchFamily="50" charset="0"/>
                        </a:rPr>
                        <a:t>Lieux</a:t>
                      </a:r>
                    </a:p>
                    <a:p>
                      <a:pPr algn="ctr"/>
                      <a:r>
                        <a:rPr lang="fr-CA" sz="1800" b="1" i="1">
                          <a:solidFill>
                            <a:schemeClr val="accent5"/>
                          </a:solidFill>
                          <a:latin typeface="Visby Slab CF Bold" panose="00000800000000000000" pitchFamily="50" charset="0"/>
                        </a:rPr>
                        <a:t>Où?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800" b="1">
                          <a:solidFill>
                            <a:schemeClr val="accent2"/>
                          </a:solidFill>
                          <a:latin typeface="Visby Slab CF Bold" panose="00000800000000000000" pitchFamily="50" charset="0"/>
                        </a:rPr>
                        <a:t>Personnes</a:t>
                      </a:r>
                    </a:p>
                    <a:p>
                      <a:pPr algn="ctr"/>
                      <a:r>
                        <a:rPr lang="fr-CA" sz="1800" b="1" i="1">
                          <a:solidFill>
                            <a:schemeClr val="accent5"/>
                          </a:solidFill>
                          <a:latin typeface="Visby Slab CF Bold" panose="00000800000000000000" pitchFamily="50" charset="0"/>
                        </a:rPr>
                        <a:t>Qui?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800" b="1">
                          <a:solidFill>
                            <a:schemeClr val="accent2"/>
                          </a:solidFill>
                          <a:latin typeface="Visby Slab CF Bold" panose="00000800000000000000" pitchFamily="50" charset="0"/>
                        </a:rPr>
                        <a:t>Temps</a:t>
                      </a:r>
                      <a:br>
                        <a:rPr lang="fr-CA" sz="1800" b="1">
                          <a:solidFill>
                            <a:schemeClr val="accent2"/>
                          </a:solidFill>
                          <a:latin typeface="Visby Slab CF Bold" panose="00000800000000000000" pitchFamily="50" charset="0"/>
                        </a:rPr>
                      </a:br>
                      <a:r>
                        <a:rPr lang="fr-CA" sz="1800" b="1" i="1">
                          <a:solidFill>
                            <a:schemeClr val="accent5"/>
                          </a:solidFill>
                          <a:latin typeface="Visby Slab CF Bold" panose="00000800000000000000" pitchFamily="50" charset="0"/>
                        </a:rPr>
                        <a:t>Quand?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800" b="1">
                          <a:solidFill>
                            <a:schemeClr val="accent2"/>
                          </a:solidFill>
                          <a:latin typeface="Visby Slab CF Bold" panose="00000800000000000000" pitchFamily="50" charset="0"/>
                        </a:rPr>
                        <a:t>Motivations</a:t>
                      </a:r>
                    </a:p>
                    <a:p>
                      <a:pPr algn="ctr"/>
                      <a:r>
                        <a:rPr lang="fr-CA" sz="1800" b="1" i="1">
                          <a:solidFill>
                            <a:schemeClr val="accent5"/>
                          </a:solidFill>
                          <a:latin typeface="Visby Slab CF Bold" panose="00000800000000000000" pitchFamily="50" charset="0"/>
                        </a:rPr>
                        <a:t>Pourquoi?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0592643"/>
                  </a:ext>
                </a:extLst>
              </a:tr>
              <a:tr h="920205">
                <a:tc>
                  <a:txBody>
                    <a:bodyPr/>
                    <a:lstStyle/>
                    <a:p>
                      <a:pPr algn="l"/>
                      <a:r>
                        <a:rPr lang="fr-CA" sz="1800" b="1">
                          <a:solidFill>
                            <a:schemeClr val="accent2"/>
                          </a:solidFill>
                          <a:latin typeface="Visby Slab CF Bold" panose="00000800000000000000" pitchFamily="50" charset="0"/>
                        </a:rPr>
                        <a:t>Niveau contextuel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fr-CA" sz="1200" b="0">
                          <a:solidFill>
                            <a:schemeClr val="bg1"/>
                          </a:solidFill>
                          <a:effectLst/>
                          <a:latin typeface="Visby CF" pitchFamily="50" charset="0"/>
                        </a:rPr>
                        <a:t>Liste des entités d’affaires</a:t>
                      </a:r>
                      <a:endParaRPr lang="fr-CA" sz="1200" b="0" i="0">
                        <a:solidFill>
                          <a:schemeClr val="bg1"/>
                        </a:solidFill>
                        <a:effectLst/>
                        <a:latin typeface="Visby CF" pitchFamily="50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fr-CA" sz="1200" b="0">
                          <a:solidFill>
                            <a:schemeClr val="bg1"/>
                          </a:solidFill>
                          <a:effectLst/>
                          <a:latin typeface="Visby CF" pitchFamily="50" charset="0"/>
                        </a:rPr>
                        <a:t>Liste des processus d’affaires</a:t>
                      </a:r>
                      <a:endParaRPr lang="fr-CA" sz="1200" b="0" i="0">
                        <a:solidFill>
                          <a:schemeClr val="bg1"/>
                        </a:solidFill>
                        <a:effectLst/>
                        <a:latin typeface="Visby CF" pitchFamily="50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fr-CA" sz="1200" b="0">
                          <a:solidFill>
                            <a:schemeClr val="bg1"/>
                          </a:solidFill>
                          <a:effectLst/>
                          <a:latin typeface="Visby CF" pitchFamily="50" charset="0"/>
                        </a:rPr>
                        <a:t>Liste des localisations géographiques</a:t>
                      </a:r>
                      <a:endParaRPr lang="fr-CA" sz="1200" b="0" i="0">
                        <a:solidFill>
                          <a:schemeClr val="bg1"/>
                        </a:solidFill>
                        <a:effectLst/>
                        <a:latin typeface="Visby CF" pitchFamily="50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fr-CA" sz="1200" b="0">
                          <a:solidFill>
                            <a:schemeClr val="bg1"/>
                          </a:solidFill>
                          <a:effectLst/>
                          <a:latin typeface="Visby CF" pitchFamily="50" charset="0"/>
                        </a:rPr>
                        <a:t>Liste des unités d’affaires</a:t>
                      </a:r>
                      <a:endParaRPr lang="fr-CA" sz="1200" b="0" i="0">
                        <a:solidFill>
                          <a:schemeClr val="bg1"/>
                        </a:solidFill>
                        <a:effectLst/>
                        <a:latin typeface="Visby CF" pitchFamily="50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fr-CA" sz="1200" b="0">
                          <a:solidFill>
                            <a:schemeClr val="bg1"/>
                          </a:solidFill>
                          <a:effectLst/>
                          <a:latin typeface="Visby CF" pitchFamily="50" charset="0"/>
                        </a:rPr>
                        <a:t>Liste des événements d’affaires</a:t>
                      </a:r>
                      <a:endParaRPr lang="fr-CA" sz="1200" b="0" i="0">
                        <a:solidFill>
                          <a:schemeClr val="bg1"/>
                        </a:solidFill>
                        <a:effectLst/>
                        <a:latin typeface="Visby CF" pitchFamily="50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fr-CA" sz="1200" b="0">
                          <a:solidFill>
                            <a:schemeClr val="bg1"/>
                          </a:solidFill>
                          <a:effectLst/>
                          <a:latin typeface="Visby CF" pitchFamily="50" charset="0"/>
                        </a:rPr>
                        <a:t>Liste des objectifs stratégiques et des règles d’affaires</a:t>
                      </a:r>
                      <a:endParaRPr lang="fr-CA" sz="1200" b="0" i="0">
                        <a:solidFill>
                          <a:schemeClr val="bg1"/>
                        </a:solidFill>
                        <a:effectLst/>
                        <a:latin typeface="Visby CF" pitchFamily="50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6366742"/>
                  </a:ext>
                </a:extLst>
              </a:tr>
              <a:tr h="920205">
                <a:tc>
                  <a:txBody>
                    <a:bodyPr/>
                    <a:lstStyle/>
                    <a:p>
                      <a:pPr algn="l"/>
                      <a:r>
                        <a:rPr lang="fr-CA" sz="1800" b="1">
                          <a:solidFill>
                            <a:schemeClr val="accent2"/>
                          </a:solidFill>
                          <a:latin typeface="Visby Slab CF Bold" panose="00000800000000000000" pitchFamily="50" charset="0"/>
                        </a:rPr>
                        <a:t>Niveau conceptuel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fr-CA" sz="1200" b="0">
                          <a:solidFill>
                            <a:schemeClr val="bg1"/>
                          </a:solidFill>
                          <a:effectLst/>
                          <a:latin typeface="Visby CF" pitchFamily="50" charset="0"/>
                        </a:rPr>
                        <a:t>Entités d’affaires</a:t>
                      </a:r>
                      <a:endParaRPr lang="fr-CA" sz="1200" b="0" i="0">
                        <a:solidFill>
                          <a:schemeClr val="bg1"/>
                        </a:solidFill>
                        <a:effectLst/>
                        <a:latin typeface="Visby CF" pitchFamily="50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fr-CA" sz="1200" b="0">
                          <a:solidFill>
                            <a:schemeClr val="bg1"/>
                          </a:solidFill>
                          <a:effectLst/>
                          <a:latin typeface="Visby CF" pitchFamily="50" charset="0"/>
                        </a:rPr>
                        <a:t>Processus </a:t>
                      </a:r>
                      <a:br>
                        <a:rPr lang="fr-CA" sz="1200" b="0">
                          <a:solidFill>
                            <a:schemeClr val="bg1"/>
                          </a:solidFill>
                          <a:effectLst/>
                          <a:latin typeface="Visby CF" pitchFamily="50" charset="0"/>
                        </a:rPr>
                      </a:br>
                      <a:r>
                        <a:rPr lang="fr-CA" sz="1200" b="0">
                          <a:solidFill>
                            <a:schemeClr val="bg1"/>
                          </a:solidFill>
                          <a:effectLst/>
                          <a:latin typeface="Visby CF" pitchFamily="50" charset="0"/>
                        </a:rPr>
                        <a:t>d’affaires​</a:t>
                      </a:r>
                      <a:endParaRPr lang="fr-CA" sz="1200" b="0" i="0">
                        <a:solidFill>
                          <a:schemeClr val="bg1"/>
                        </a:solidFill>
                        <a:effectLst/>
                        <a:latin typeface="Visby CF" pitchFamily="50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fr-CA" sz="1200" b="0">
                          <a:solidFill>
                            <a:schemeClr val="bg1"/>
                          </a:solidFill>
                          <a:effectLst/>
                          <a:latin typeface="Visby CF" pitchFamily="50" charset="0"/>
                        </a:rPr>
                        <a:t>Localisations des unités​</a:t>
                      </a:r>
                      <a:endParaRPr lang="fr-CA" sz="1200" b="0" i="0">
                        <a:solidFill>
                          <a:schemeClr val="bg1"/>
                        </a:solidFill>
                        <a:effectLst/>
                        <a:latin typeface="Visby CF" pitchFamily="50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fr-CA" sz="1200" b="0">
                          <a:solidFill>
                            <a:schemeClr val="bg1"/>
                          </a:solidFill>
                          <a:effectLst/>
                          <a:latin typeface="Visby CF" pitchFamily="50" charset="0"/>
                        </a:rPr>
                        <a:t>Unités d’affaires​</a:t>
                      </a:r>
                      <a:endParaRPr lang="fr-CA" sz="1200" b="0" i="0">
                        <a:solidFill>
                          <a:schemeClr val="bg1"/>
                        </a:solidFill>
                        <a:effectLst/>
                        <a:latin typeface="Visby CF" pitchFamily="50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fr-CA" sz="1200" b="0">
                          <a:solidFill>
                            <a:schemeClr val="bg1"/>
                          </a:solidFill>
                          <a:effectLst/>
                          <a:latin typeface="Visby CF" pitchFamily="50" charset="0"/>
                        </a:rPr>
                        <a:t>Événements d’affaires</a:t>
                      </a:r>
                      <a:endParaRPr lang="fr-CA" sz="1200" b="0" i="0">
                        <a:solidFill>
                          <a:schemeClr val="bg1"/>
                        </a:solidFill>
                        <a:effectLst/>
                        <a:latin typeface="Visby CF" pitchFamily="50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fr-CA" sz="1200" b="0">
                          <a:solidFill>
                            <a:schemeClr val="bg1"/>
                          </a:solidFill>
                          <a:effectLst/>
                          <a:latin typeface="Visby CF" pitchFamily="50" charset="0"/>
                        </a:rPr>
                        <a:t>Objectifs d’affaires​</a:t>
                      </a:r>
                      <a:endParaRPr lang="fr-CA" sz="1200" b="0" i="0">
                        <a:solidFill>
                          <a:schemeClr val="bg1"/>
                        </a:solidFill>
                        <a:effectLst/>
                        <a:latin typeface="Visby CF" pitchFamily="50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0127421"/>
                  </a:ext>
                </a:extLst>
              </a:tr>
              <a:tr h="920205">
                <a:tc>
                  <a:txBody>
                    <a:bodyPr/>
                    <a:lstStyle/>
                    <a:p>
                      <a:pPr algn="l"/>
                      <a:r>
                        <a:rPr lang="fr-CA" sz="1800" b="1">
                          <a:solidFill>
                            <a:schemeClr val="accent2"/>
                          </a:solidFill>
                          <a:latin typeface="Visby Slab CF Bold" panose="00000800000000000000" pitchFamily="50" charset="0"/>
                        </a:rPr>
                        <a:t>Niveau logique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fr-CA" sz="1200" b="0">
                          <a:solidFill>
                            <a:schemeClr val="bg1"/>
                          </a:solidFill>
                          <a:effectLst/>
                          <a:latin typeface="Visby CF" pitchFamily="50" charset="0"/>
                        </a:rPr>
                        <a:t>Entité de données</a:t>
                      </a:r>
                      <a:endParaRPr lang="fr-CA" sz="1200" b="0" i="0">
                        <a:solidFill>
                          <a:schemeClr val="bg1"/>
                        </a:solidFill>
                        <a:effectLst/>
                        <a:latin typeface="Visby CF" pitchFamily="50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fr-CA" sz="1200" b="0">
                          <a:solidFill>
                            <a:schemeClr val="bg1"/>
                          </a:solidFill>
                          <a:effectLst/>
                          <a:latin typeface="Visby CF" pitchFamily="50" charset="0"/>
                        </a:rPr>
                        <a:t>Application/</a:t>
                      </a:r>
                      <a:br>
                        <a:rPr lang="fr-CA" sz="1200" b="0">
                          <a:solidFill>
                            <a:schemeClr val="bg1"/>
                          </a:solidFill>
                          <a:effectLst/>
                          <a:latin typeface="Visby CF" pitchFamily="50" charset="0"/>
                        </a:rPr>
                      </a:br>
                      <a:r>
                        <a:rPr lang="fr-CA" sz="1200" b="0">
                          <a:solidFill>
                            <a:schemeClr val="bg1"/>
                          </a:solidFill>
                          <a:effectLst/>
                          <a:latin typeface="Visby CF" pitchFamily="50" charset="0"/>
                        </a:rPr>
                        <a:t>système d’information</a:t>
                      </a:r>
                      <a:endParaRPr lang="fr-CA" sz="1200" b="0" i="0">
                        <a:solidFill>
                          <a:schemeClr val="bg1"/>
                        </a:solidFill>
                        <a:effectLst/>
                        <a:latin typeface="Visby CF" pitchFamily="50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fr-CA" sz="1200" b="0">
                          <a:solidFill>
                            <a:schemeClr val="bg1"/>
                          </a:solidFill>
                          <a:effectLst/>
                          <a:latin typeface="Visby CF" pitchFamily="50" charset="0"/>
                        </a:rPr>
                        <a:t>Fonctions nodales​</a:t>
                      </a:r>
                      <a:endParaRPr lang="fr-CA" sz="1200" b="0" i="0">
                        <a:solidFill>
                          <a:schemeClr val="bg1"/>
                        </a:solidFill>
                        <a:effectLst/>
                        <a:latin typeface="Visby CF" pitchFamily="50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fr-CA" sz="1200" b="0">
                          <a:solidFill>
                            <a:schemeClr val="bg1"/>
                          </a:solidFill>
                          <a:effectLst/>
                          <a:latin typeface="Visby CF" pitchFamily="50" charset="0"/>
                        </a:rPr>
                        <a:t>Rôles et interfaces​</a:t>
                      </a:r>
                      <a:endParaRPr lang="fr-CA" sz="1200" b="0" i="0">
                        <a:solidFill>
                          <a:schemeClr val="bg1"/>
                        </a:solidFill>
                        <a:effectLst/>
                        <a:latin typeface="Visby CF" pitchFamily="50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fr-CA" sz="1200" b="0">
                          <a:solidFill>
                            <a:schemeClr val="bg1"/>
                          </a:solidFill>
                          <a:effectLst/>
                          <a:latin typeface="Visby CF" pitchFamily="50" charset="0"/>
                        </a:rPr>
                        <a:t>Événements </a:t>
                      </a:r>
                      <a:br>
                        <a:rPr lang="fr-CA" sz="1200" b="0">
                          <a:solidFill>
                            <a:schemeClr val="bg1"/>
                          </a:solidFill>
                          <a:effectLst/>
                          <a:latin typeface="Visby CF" pitchFamily="50" charset="0"/>
                        </a:rPr>
                      </a:br>
                      <a:r>
                        <a:rPr lang="fr-CA" sz="1200" b="0">
                          <a:solidFill>
                            <a:schemeClr val="bg1"/>
                          </a:solidFill>
                          <a:effectLst/>
                          <a:latin typeface="Visby CF" pitchFamily="50" charset="0"/>
                        </a:rPr>
                        <a:t>système​</a:t>
                      </a:r>
                      <a:endParaRPr lang="fr-CA" sz="1200" b="0" i="0">
                        <a:solidFill>
                          <a:schemeClr val="bg1"/>
                        </a:solidFill>
                        <a:effectLst/>
                        <a:latin typeface="Visby CF" pitchFamily="50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fr-CA" sz="1200" b="0">
                          <a:solidFill>
                            <a:schemeClr val="bg1"/>
                          </a:solidFill>
                          <a:effectLst/>
                          <a:latin typeface="Visby CF" pitchFamily="50" charset="0"/>
                        </a:rPr>
                        <a:t>Critères​</a:t>
                      </a:r>
                      <a:endParaRPr lang="fr-CA" sz="1200" b="0" i="0">
                        <a:solidFill>
                          <a:schemeClr val="bg1"/>
                        </a:solidFill>
                        <a:effectLst/>
                        <a:latin typeface="Visby CF" pitchFamily="50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5859229"/>
                  </a:ext>
                </a:extLst>
              </a:tr>
              <a:tr h="920205">
                <a:tc>
                  <a:txBody>
                    <a:bodyPr/>
                    <a:lstStyle/>
                    <a:p>
                      <a:pPr algn="l"/>
                      <a:r>
                        <a:rPr lang="fr-CA" sz="1800" b="1">
                          <a:solidFill>
                            <a:schemeClr val="accent2"/>
                          </a:solidFill>
                          <a:latin typeface="Visby Slab CF Bold" panose="00000800000000000000" pitchFamily="50" charset="0"/>
                        </a:rPr>
                        <a:t>Niveau technique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fr-CA" sz="1200" b="0">
                          <a:solidFill>
                            <a:schemeClr val="accent6">
                              <a:lumMod val="20000"/>
                              <a:lumOff val="80000"/>
                            </a:schemeClr>
                          </a:solidFill>
                          <a:effectLst/>
                          <a:latin typeface="Visby CF" pitchFamily="50" charset="0"/>
                        </a:rPr>
                        <a:t>Ligne (dans une table)​</a:t>
                      </a:r>
                      <a:endParaRPr lang="fr-CA" sz="1200" b="0" i="0"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  <a:effectLst/>
                        <a:latin typeface="Visby CF" pitchFamily="50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fr-CA" sz="1200" b="0">
                          <a:solidFill>
                            <a:schemeClr val="accent6">
                              <a:lumMod val="20000"/>
                              <a:lumOff val="80000"/>
                            </a:schemeClr>
                          </a:solidFill>
                          <a:effectLst/>
                          <a:latin typeface="Visby CF" pitchFamily="50" charset="0"/>
                        </a:rPr>
                        <a:t>Algorithmes programmés</a:t>
                      </a:r>
                      <a:endParaRPr lang="fr-CA" sz="1200" b="0" i="0"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  <a:effectLst/>
                        <a:latin typeface="Visby CF" pitchFamily="50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fr-CA" sz="1200" b="0">
                          <a:solidFill>
                            <a:schemeClr val="accent6">
                              <a:lumMod val="20000"/>
                              <a:lumOff val="80000"/>
                            </a:schemeClr>
                          </a:solidFill>
                          <a:effectLst/>
                          <a:latin typeface="Visby CF" pitchFamily="50" charset="0"/>
                        </a:rPr>
                        <a:t>Localisation des système​s</a:t>
                      </a:r>
                      <a:endParaRPr lang="fr-CA" sz="1200" b="0" i="0"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  <a:effectLst/>
                        <a:latin typeface="Visby CF" pitchFamily="50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fr-CA" sz="1200" b="0">
                          <a:solidFill>
                            <a:schemeClr val="accent6">
                              <a:lumMod val="20000"/>
                              <a:lumOff val="80000"/>
                            </a:schemeClr>
                          </a:solidFill>
                          <a:effectLst/>
                          <a:latin typeface="Visby CF" pitchFamily="50" charset="0"/>
                        </a:rPr>
                        <a:t>Utilisateurs​</a:t>
                      </a:r>
                      <a:endParaRPr lang="fr-CA" sz="1200" b="0" i="0"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  <a:effectLst/>
                        <a:latin typeface="Visby CF" pitchFamily="50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fr-CA" sz="1200" b="0">
                          <a:solidFill>
                            <a:schemeClr val="accent6">
                              <a:lumMod val="20000"/>
                              <a:lumOff val="80000"/>
                            </a:schemeClr>
                          </a:solidFill>
                          <a:effectLst/>
                          <a:latin typeface="Visby CF" pitchFamily="50" charset="0"/>
                        </a:rPr>
                        <a:t>Exécutions</a:t>
                      </a:r>
                      <a:endParaRPr lang="fr-CA" sz="1200" b="0" i="0"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  <a:effectLst/>
                        <a:latin typeface="Visby CF" pitchFamily="50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fr-CA" sz="1200" b="0">
                          <a:solidFill>
                            <a:schemeClr val="accent6">
                              <a:lumMod val="20000"/>
                              <a:lumOff val="80000"/>
                            </a:schemeClr>
                          </a:solidFill>
                          <a:effectLst/>
                          <a:latin typeface="Visby CF" pitchFamily="50" charset="0"/>
                        </a:rPr>
                        <a:t>Conditions​</a:t>
                      </a:r>
                      <a:endParaRPr lang="fr-CA" sz="1200" b="0" i="0"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  <a:effectLst/>
                        <a:latin typeface="Visby CF" pitchFamily="50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1159819"/>
                  </a:ext>
                </a:extLst>
              </a:tr>
            </a:tbl>
          </a:graphicData>
        </a:graphic>
      </p:graphicFrame>
      <p:pic>
        <p:nvPicPr>
          <p:cNvPr id="7" name="Image 6">
            <a:extLst>
              <a:ext uri="{FF2B5EF4-FFF2-40B4-BE49-F238E27FC236}">
                <a16:creationId xmlns:a16="http://schemas.microsoft.com/office/drawing/2014/main" id="{C56C147D-335A-9AA6-74EF-DCCA5835A67F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3975624" y="2345973"/>
            <a:ext cx="958508" cy="958508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E6638237-977D-9362-1DDB-A55052C939C4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3975624" y="3256795"/>
            <a:ext cx="958508" cy="958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738544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406C784-1887-5C53-0309-3426BF566D79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fr-CA"/>
              <a:t>Le cours d’aujourd’hui dans la vision d’ensemble</a:t>
            </a:r>
            <a:endParaRPr lang="fr-FR"/>
          </a:p>
        </p:txBody>
      </p:sp>
      <p:pic>
        <p:nvPicPr>
          <p:cNvPr id="4" name="Image 3" descr="Une image contenant Police, Graphique, capture d’écran, graphisme&#10;&#10;Description générée automatiquement">
            <a:extLst>
              <a:ext uri="{FF2B5EF4-FFF2-40B4-BE49-F238E27FC236}">
                <a16:creationId xmlns:a16="http://schemas.microsoft.com/office/drawing/2014/main" id="{C0411877-7127-9619-8DA4-2D48EA899D39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258" y="6555588"/>
            <a:ext cx="1122088" cy="225540"/>
          </a:xfrm>
          <a:prstGeom prst="rect">
            <a:avLst/>
          </a:prstGeom>
        </p:spPr>
      </p:pic>
      <p:sp>
        <p:nvSpPr>
          <p:cNvPr id="3" name="Rectangle : coins arrondis 2">
            <a:extLst>
              <a:ext uri="{FF2B5EF4-FFF2-40B4-BE49-F238E27FC236}">
                <a16:creationId xmlns:a16="http://schemas.microsoft.com/office/drawing/2014/main" id="{8E79491F-C049-4E6A-923B-66444F9EB45D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394536" y="1240811"/>
            <a:ext cx="11434607" cy="4963886"/>
          </a:xfrm>
          <a:prstGeom prst="roundRect">
            <a:avLst>
              <a:gd name="adj" fmla="val 3712"/>
            </a:avLst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graphicFrame>
        <p:nvGraphicFramePr>
          <p:cNvPr id="5" name="Tableau 4">
            <a:extLst>
              <a:ext uri="{FF2B5EF4-FFF2-40B4-BE49-F238E27FC236}">
                <a16:creationId xmlns:a16="http://schemas.microsoft.com/office/drawing/2014/main" id="{F63669B0-4B67-2721-811B-BD8C329943D4}"/>
              </a:ext>
            </a:extLst>
          </p:cNvPr>
          <p:cNvGraphicFramePr>
            <a:graphicFrameLocks noGrp="1"/>
          </p:cNvGraphicFramePr>
          <p:nvPr>
            <p:custDataLst>
              <p:tags r:id="rId5"/>
            </p:custDataLst>
            <p:extLst>
              <p:ext uri="{D42A27DB-BD31-4B8C-83A1-F6EECF244321}">
                <p14:modId xmlns:p14="http://schemas.microsoft.com/office/powerpoint/2010/main" val="1307192297"/>
              </p:ext>
            </p:extLst>
          </p:nvPr>
        </p:nvGraphicFramePr>
        <p:xfrm>
          <a:off x="566058" y="1423639"/>
          <a:ext cx="11045370" cy="46010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67542">
                  <a:extLst>
                    <a:ext uri="{9D8B030D-6E8A-4147-A177-3AD203B41FA5}">
                      <a16:colId xmlns:a16="http://schemas.microsoft.com/office/drawing/2014/main" val="3214033884"/>
                    </a:ext>
                  </a:extLst>
                </a:gridCol>
                <a:gridCol w="1579638">
                  <a:extLst>
                    <a:ext uri="{9D8B030D-6E8A-4147-A177-3AD203B41FA5}">
                      <a16:colId xmlns:a16="http://schemas.microsoft.com/office/drawing/2014/main" val="441889553"/>
                    </a:ext>
                  </a:extLst>
                </a:gridCol>
                <a:gridCol w="1579638">
                  <a:extLst>
                    <a:ext uri="{9D8B030D-6E8A-4147-A177-3AD203B41FA5}">
                      <a16:colId xmlns:a16="http://schemas.microsoft.com/office/drawing/2014/main" val="537030794"/>
                    </a:ext>
                  </a:extLst>
                </a:gridCol>
                <a:gridCol w="1579638">
                  <a:extLst>
                    <a:ext uri="{9D8B030D-6E8A-4147-A177-3AD203B41FA5}">
                      <a16:colId xmlns:a16="http://schemas.microsoft.com/office/drawing/2014/main" val="2021984364"/>
                    </a:ext>
                  </a:extLst>
                </a:gridCol>
                <a:gridCol w="1579638">
                  <a:extLst>
                    <a:ext uri="{9D8B030D-6E8A-4147-A177-3AD203B41FA5}">
                      <a16:colId xmlns:a16="http://schemas.microsoft.com/office/drawing/2014/main" val="1414361930"/>
                    </a:ext>
                  </a:extLst>
                </a:gridCol>
                <a:gridCol w="1461105">
                  <a:extLst>
                    <a:ext uri="{9D8B030D-6E8A-4147-A177-3AD203B41FA5}">
                      <a16:colId xmlns:a16="http://schemas.microsoft.com/office/drawing/2014/main" val="1481459240"/>
                    </a:ext>
                  </a:extLst>
                </a:gridCol>
                <a:gridCol w="1698171">
                  <a:extLst>
                    <a:ext uri="{9D8B030D-6E8A-4147-A177-3AD203B41FA5}">
                      <a16:colId xmlns:a16="http://schemas.microsoft.com/office/drawing/2014/main" val="4090770250"/>
                    </a:ext>
                  </a:extLst>
                </a:gridCol>
              </a:tblGrid>
              <a:tr h="920205">
                <a:tc>
                  <a:txBody>
                    <a:bodyPr/>
                    <a:lstStyle/>
                    <a:p>
                      <a:endParaRPr lang="fr-CA" sz="1800" b="1">
                        <a:solidFill>
                          <a:schemeClr val="accent1"/>
                        </a:solidFill>
                        <a:latin typeface="Visby Slab CF Bold" panose="00000800000000000000" pitchFamily="50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800" b="1">
                          <a:solidFill>
                            <a:schemeClr val="accent2"/>
                          </a:solidFill>
                          <a:latin typeface="Visby Slab CF Bold" panose="00000800000000000000" pitchFamily="50" charset="0"/>
                        </a:rPr>
                        <a:t>Données</a:t>
                      </a:r>
                      <a:br>
                        <a:rPr lang="fr-CA" sz="1800" b="1">
                          <a:solidFill>
                            <a:schemeClr val="accent2"/>
                          </a:solidFill>
                          <a:latin typeface="Visby Slab CF Bold" panose="00000800000000000000" pitchFamily="50" charset="0"/>
                        </a:rPr>
                      </a:br>
                      <a:r>
                        <a:rPr lang="fr-CA" sz="1800" b="1" i="1">
                          <a:solidFill>
                            <a:schemeClr val="accent5"/>
                          </a:solidFill>
                          <a:latin typeface="Visby Slab CF Bold" panose="00000800000000000000" pitchFamily="50" charset="0"/>
                        </a:rPr>
                        <a:t>Quoi?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800" b="1">
                          <a:solidFill>
                            <a:schemeClr val="accent2"/>
                          </a:solidFill>
                          <a:latin typeface="Visby Slab CF Bold" panose="00000800000000000000" pitchFamily="50" charset="0"/>
                        </a:rPr>
                        <a:t>Fonctions</a:t>
                      </a:r>
                    </a:p>
                    <a:p>
                      <a:pPr algn="ctr"/>
                      <a:r>
                        <a:rPr lang="fr-CA" sz="1800" b="1" i="1">
                          <a:solidFill>
                            <a:schemeClr val="accent5"/>
                          </a:solidFill>
                          <a:latin typeface="Visby Slab CF Bold" panose="00000800000000000000" pitchFamily="50" charset="0"/>
                        </a:rPr>
                        <a:t>Comment?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800" b="1">
                          <a:solidFill>
                            <a:schemeClr val="accent2"/>
                          </a:solidFill>
                          <a:latin typeface="Visby Slab CF Bold" panose="00000800000000000000" pitchFamily="50" charset="0"/>
                        </a:rPr>
                        <a:t>Lieux</a:t>
                      </a:r>
                    </a:p>
                    <a:p>
                      <a:pPr algn="ctr"/>
                      <a:r>
                        <a:rPr lang="fr-CA" sz="1800" b="1" i="1">
                          <a:solidFill>
                            <a:schemeClr val="accent5"/>
                          </a:solidFill>
                          <a:latin typeface="Visby Slab CF Bold" panose="00000800000000000000" pitchFamily="50" charset="0"/>
                        </a:rPr>
                        <a:t>Où?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800" b="1">
                          <a:solidFill>
                            <a:schemeClr val="accent2"/>
                          </a:solidFill>
                          <a:latin typeface="Visby Slab CF Bold" panose="00000800000000000000" pitchFamily="50" charset="0"/>
                        </a:rPr>
                        <a:t>Personnes</a:t>
                      </a:r>
                    </a:p>
                    <a:p>
                      <a:pPr algn="ctr"/>
                      <a:r>
                        <a:rPr lang="fr-CA" sz="1800" b="1" i="1">
                          <a:solidFill>
                            <a:schemeClr val="accent5"/>
                          </a:solidFill>
                          <a:latin typeface="Visby Slab CF Bold" panose="00000800000000000000" pitchFamily="50" charset="0"/>
                        </a:rPr>
                        <a:t>Qui?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800" b="1">
                          <a:solidFill>
                            <a:schemeClr val="accent2"/>
                          </a:solidFill>
                          <a:latin typeface="Visby Slab CF Bold" panose="00000800000000000000" pitchFamily="50" charset="0"/>
                        </a:rPr>
                        <a:t>Temps</a:t>
                      </a:r>
                      <a:br>
                        <a:rPr lang="fr-CA" sz="1800" b="1">
                          <a:solidFill>
                            <a:schemeClr val="accent2"/>
                          </a:solidFill>
                          <a:latin typeface="Visby Slab CF Bold" panose="00000800000000000000" pitchFamily="50" charset="0"/>
                        </a:rPr>
                      </a:br>
                      <a:r>
                        <a:rPr lang="fr-CA" sz="1800" b="1" i="1">
                          <a:solidFill>
                            <a:schemeClr val="accent5"/>
                          </a:solidFill>
                          <a:latin typeface="Visby Slab CF Bold" panose="00000800000000000000" pitchFamily="50" charset="0"/>
                        </a:rPr>
                        <a:t>Quand?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800" b="1">
                          <a:solidFill>
                            <a:schemeClr val="accent2"/>
                          </a:solidFill>
                          <a:latin typeface="Visby Slab CF Bold" panose="00000800000000000000" pitchFamily="50" charset="0"/>
                        </a:rPr>
                        <a:t>Motivations</a:t>
                      </a:r>
                    </a:p>
                    <a:p>
                      <a:pPr algn="ctr"/>
                      <a:r>
                        <a:rPr lang="fr-CA" sz="1800" b="1" i="1">
                          <a:solidFill>
                            <a:schemeClr val="accent5"/>
                          </a:solidFill>
                          <a:latin typeface="Visby Slab CF Bold" panose="00000800000000000000" pitchFamily="50" charset="0"/>
                        </a:rPr>
                        <a:t>Pourquoi?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0592643"/>
                  </a:ext>
                </a:extLst>
              </a:tr>
              <a:tr h="920205">
                <a:tc>
                  <a:txBody>
                    <a:bodyPr/>
                    <a:lstStyle/>
                    <a:p>
                      <a:pPr algn="l"/>
                      <a:r>
                        <a:rPr lang="fr-CA" sz="1800" b="1">
                          <a:solidFill>
                            <a:schemeClr val="accent2"/>
                          </a:solidFill>
                          <a:latin typeface="Visby Slab CF Bold" panose="00000800000000000000" pitchFamily="50" charset="0"/>
                        </a:rPr>
                        <a:t>Niveau contextuel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fr-CA" sz="1200" b="0">
                          <a:solidFill>
                            <a:schemeClr val="bg1"/>
                          </a:solidFill>
                          <a:effectLst/>
                          <a:latin typeface="Visby CF" pitchFamily="50" charset="0"/>
                        </a:rPr>
                        <a:t>Liste des entités d’affaires</a:t>
                      </a:r>
                      <a:endParaRPr lang="fr-CA" sz="1200" b="0" i="0">
                        <a:solidFill>
                          <a:schemeClr val="bg1"/>
                        </a:solidFill>
                        <a:effectLst/>
                        <a:latin typeface="Visby CF" pitchFamily="50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fr-CA" sz="1200" b="0">
                          <a:solidFill>
                            <a:schemeClr val="bg1"/>
                          </a:solidFill>
                          <a:effectLst/>
                          <a:latin typeface="Visby CF" pitchFamily="50" charset="0"/>
                        </a:rPr>
                        <a:t>Liste des processus d’affaires</a:t>
                      </a:r>
                      <a:endParaRPr lang="fr-CA" sz="1200" b="0" i="0">
                        <a:solidFill>
                          <a:schemeClr val="bg1"/>
                        </a:solidFill>
                        <a:effectLst/>
                        <a:latin typeface="Visby CF" pitchFamily="50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fr-CA" sz="1200" b="0">
                          <a:solidFill>
                            <a:schemeClr val="bg1"/>
                          </a:solidFill>
                          <a:effectLst/>
                          <a:latin typeface="Visby CF" pitchFamily="50" charset="0"/>
                        </a:rPr>
                        <a:t>Liste des localisations géographiques</a:t>
                      </a:r>
                      <a:endParaRPr lang="fr-CA" sz="1200" b="0" i="0">
                        <a:solidFill>
                          <a:schemeClr val="bg1"/>
                        </a:solidFill>
                        <a:effectLst/>
                        <a:latin typeface="Visby CF" pitchFamily="50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fr-CA" sz="1200" b="0">
                          <a:solidFill>
                            <a:schemeClr val="bg1"/>
                          </a:solidFill>
                          <a:effectLst/>
                          <a:latin typeface="Visby CF" pitchFamily="50" charset="0"/>
                        </a:rPr>
                        <a:t>Liste des unités d’affaires</a:t>
                      </a:r>
                      <a:endParaRPr lang="fr-CA" sz="1200" b="0" i="0">
                        <a:solidFill>
                          <a:schemeClr val="bg1"/>
                        </a:solidFill>
                        <a:effectLst/>
                        <a:latin typeface="Visby CF" pitchFamily="50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fr-CA" sz="1200" b="0">
                          <a:solidFill>
                            <a:schemeClr val="bg1"/>
                          </a:solidFill>
                          <a:effectLst/>
                          <a:latin typeface="Visby CF" pitchFamily="50" charset="0"/>
                        </a:rPr>
                        <a:t>Liste des événements d’affaires</a:t>
                      </a:r>
                      <a:endParaRPr lang="fr-CA" sz="1200" b="0" i="0">
                        <a:solidFill>
                          <a:schemeClr val="bg1"/>
                        </a:solidFill>
                        <a:effectLst/>
                        <a:latin typeface="Visby CF" pitchFamily="50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fr-CA" sz="1200" b="0">
                          <a:solidFill>
                            <a:schemeClr val="bg1"/>
                          </a:solidFill>
                          <a:effectLst/>
                          <a:latin typeface="Visby CF" pitchFamily="50" charset="0"/>
                        </a:rPr>
                        <a:t>Liste des objectifs stratégiques et des règles d’affaires</a:t>
                      </a:r>
                      <a:endParaRPr lang="fr-CA" sz="1200" b="0" i="0">
                        <a:solidFill>
                          <a:schemeClr val="bg1"/>
                        </a:solidFill>
                        <a:effectLst/>
                        <a:latin typeface="Visby CF" pitchFamily="50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6366742"/>
                  </a:ext>
                </a:extLst>
              </a:tr>
              <a:tr h="920205">
                <a:tc>
                  <a:txBody>
                    <a:bodyPr/>
                    <a:lstStyle/>
                    <a:p>
                      <a:pPr algn="l"/>
                      <a:r>
                        <a:rPr lang="fr-CA" sz="1800" b="1">
                          <a:solidFill>
                            <a:schemeClr val="accent2"/>
                          </a:solidFill>
                          <a:latin typeface="Visby Slab CF Bold" panose="00000800000000000000" pitchFamily="50" charset="0"/>
                        </a:rPr>
                        <a:t>Niveau conceptuel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fr-CA" sz="1200" b="0">
                          <a:solidFill>
                            <a:schemeClr val="bg1"/>
                          </a:solidFill>
                          <a:effectLst/>
                          <a:latin typeface="Visby CF" pitchFamily="50" charset="0"/>
                        </a:rPr>
                        <a:t>Entités d’affaires</a:t>
                      </a:r>
                      <a:endParaRPr lang="fr-CA" sz="1200" b="0" i="0">
                        <a:solidFill>
                          <a:schemeClr val="bg1"/>
                        </a:solidFill>
                        <a:effectLst/>
                        <a:latin typeface="Visby CF" pitchFamily="50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fr-CA" sz="1200" b="0">
                          <a:solidFill>
                            <a:schemeClr val="bg1"/>
                          </a:solidFill>
                          <a:effectLst/>
                          <a:latin typeface="Visby CF" pitchFamily="50" charset="0"/>
                        </a:rPr>
                        <a:t>Processus </a:t>
                      </a:r>
                      <a:br>
                        <a:rPr lang="fr-CA" sz="1200" b="0">
                          <a:solidFill>
                            <a:schemeClr val="bg1"/>
                          </a:solidFill>
                          <a:effectLst/>
                          <a:latin typeface="Visby CF" pitchFamily="50" charset="0"/>
                        </a:rPr>
                      </a:br>
                      <a:r>
                        <a:rPr lang="fr-CA" sz="1200" b="0">
                          <a:solidFill>
                            <a:schemeClr val="bg1"/>
                          </a:solidFill>
                          <a:effectLst/>
                          <a:latin typeface="Visby CF" pitchFamily="50" charset="0"/>
                        </a:rPr>
                        <a:t>d’affaires​</a:t>
                      </a:r>
                      <a:endParaRPr lang="fr-CA" sz="1200" b="0" i="0">
                        <a:solidFill>
                          <a:schemeClr val="bg1"/>
                        </a:solidFill>
                        <a:effectLst/>
                        <a:latin typeface="Visby CF" pitchFamily="50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fr-CA" sz="1200" b="0">
                          <a:solidFill>
                            <a:schemeClr val="bg1"/>
                          </a:solidFill>
                          <a:effectLst/>
                          <a:latin typeface="Visby CF" pitchFamily="50" charset="0"/>
                        </a:rPr>
                        <a:t>Localisations des unités​</a:t>
                      </a:r>
                      <a:endParaRPr lang="fr-CA" sz="1200" b="0" i="0">
                        <a:solidFill>
                          <a:schemeClr val="bg1"/>
                        </a:solidFill>
                        <a:effectLst/>
                        <a:latin typeface="Visby CF" pitchFamily="50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fr-CA" sz="1200" b="0">
                          <a:solidFill>
                            <a:schemeClr val="bg1"/>
                          </a:solidFill>
                          <a:effectLst/>
                          <a:latin typeface="Visby CF" pitchFamily="50" charset="0"/>
                        </a:rPr>
                        <a:t>Unités d’affaires​</a:t>
                      </a:r>
                      <a:endParaRPr lang="fr-CA" sz="1200" b="0" i="0">
                        <a:solidFill>
                          <a:schemeClr val="bg1"/>
                        </a:solidFill>
                        <a:effectLst/>
                        <a:latin typeface="Visby CF" pitchFamily="50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fr-CA" sz="1200" b="0">
                          <a:solidFill>
                            <a:schemeClr val="bg1"/>
                          </a:solidFill>
                          <a:effectLst/>
                          <a:latin typeface="Visby CF" pitchFamily="50" charset="0"/>
                        </a:rPr>
                        <a:t>Événements d’affaires</a:t>
                      </a:r>
                      <a:endParaRPr lang="fr-CA" sz="1200" b="0" i="0">
                        <a:solidFill>
                          <a:schemeClr val="bg1"/>
                        </a:solidFill>
                        <a:effectLst/>
                        <a:latin typeface="Visby CF" pitchFamily="50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fr-CA" sz="1200" b="0">
                          <a:solidFill>
                            <a:schemeClr val="bg1"/>
                          </a:solidFill>
                          <a:effectLst/>
                          <a:latin typeface="Visby CF" pitchFamily="50" charset="0"/>
                        </a:rPr>
                        <a:t>Objectifs d’affaires​</a:t>
                      </a:r>
                      <a:endParaRPr lang="fr-CA" sz="1200" b="0" i="0">
                        <a:solidFill>
                          <a:schemeClr val="bg1"/>
                        </a:solidFill>
                        <a:effectLst/>
                        <a:latin typeface="Visby CF" pitchFamily="50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0127421"/>
                  </a:ext>
                </a:extLst>
              </a:tr>
              <a:tr h="920205">
                <a:tc>
                  <a:txBody>
                    <a:bodyPr/>
                    <a:lstStyle/>
                    <a:p>
                      <a:pPr algn="l"/>
                      <a:r>
                        <a:rPr lang="fr-CA" sz="1800" b="1">
                          <a:solidFill>
                            <a:schemeClr val="accent2"/>
                          </a:solidFill>
                          <a:latin typeface="Visby Slab CF Bold" panose="00000800000000000000" pitchFamily="50" charset="0"/>
                        </a:rPr>
                        <a:t>Niveau logique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fr-CA" sz="1200" b="0">
                          <a:solidFill>
                            <a:schemeClr val="bg1"/>
                          </a:solidFill>
                          <a:effectLst/>
                          <a:latin typeface="Visby CF" pitchFamily="50" charset="0"/>
                        </a:rPr>
                        <a:t>Entité de données</a:t>
                      </a:r>
                      <a:endParaRPr lang="fr-CA" sz="1200" b="0" i="0">
                        <a:solidFill>
                          <a:schemeClr val="bg1"/>
                        </a:solidFill>
                        <a:effectLst/>
                        <a:latin typeface="Visby CF" pitchFamily="50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fr-CA" sz="1200" b="0">
                          <a:solidFill>
                            <a:schemeClr val="bg1"/>
                          </a:solidFill>
                          <a:effectLst/>
                          <a:latin typeface="Visby CF" pitchFamily="50" charset="0"/>
                        </a:rPr>
                        <a:t>Application/</a:t>
                      </a:r>
                      <a:br>
                        <a:rPr lang="fr-CA" sz="1200" b="0">
                          <a:solidFill>
                            <a:schemeClr val="bg1"/>
                          </a:solidFill>
                          <a:effectLst/>
                          <a:latin typeface="Visby CF" pitchFamily="50" charset="0"/>
                        </a:rPr>
                      </a:br>
                      <a:r>
                        <a:rPr lang="fr-CA" sz="1200" b="0">
                          <a:solidFill>
                            <a:schemeClr val="bg1"/>
                          </a:solidFill>
                          <a:effectLst/>
                          <a:latin typeface="Visby CF" pitchFamily="50" charset="0"/>
                        </a:rPr>
                        <a:t>système d’information</a:t>
                      </a:r>
                      <a:endParaRPr lang="fr-CA" sz="1200" b="0" i="0">
                        <a:solidFill>
                          <a:schemeClr val="bg1"/>
                        </a:solidFill>
                        <a:effectLst/>
                        <a:latin typeface="Visby CF" pitchFamily="50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fr-CA" sz="1200" b="0">
                          <a:solidFill>
                            <a:schemeClr val="bg1"/>
                          </a:solidFill>
                          <a:effectLst/>
                          <a:latin typeface="Visby CF" pitchFamily="50" charset="0"/>
                        </a:rPr>
                        <a:t>Fonctions nodales​</a:t>
                      </a:r>
                      <a:endParaRPr lang="fr-CA" sz="1200" b="0" i="0">
                        <a:solidFill>
                          <a:schemeClr val="bg1"/>
                        </a:solidFill>
                        <a:effectLst/>
                        <a:latin typeface="Visby CF" pitchFamily="50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fr-CA" sz="1200" b="0">
                          <a:solidFill>
                            <a:schemeClr val="bg1"/>
                          </a:solidFill>
                          <a:effectLst/>
                          <a:latin typeface="Visby CF" pitchFamily="50" charset="0"/>
                        </a:rPr>
                        <a:t>Rôles et interfaces​</a:t>
                      </a:r>
                      <a:endParaRPr lang="fr-CA" sz="1200" b="0" i="0">
                        <a:solidFill>
                          <a:schemeClr val="bg1"/>
                        </a:solidFill>
                        <a:effectLst/>
                        <a:latin typeface="Visby CF" pitchFamily="50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fr-CA" sz="1200" b="0">
                          <a:solidFill>
                            <a:schemeClr val="bg1"/>
                          </a:solidFill>
                          <a:effectLst/>
                          <a:latin typeface="Visby CF" pitchFamily="50" charset="0"/>
                        </a:rPr>
                        <a:t>Événements </a:t>
                      </a:r>
                      <a:br>
                        <a:rPr lang="fr-CA" sz="1200" b="0">
                          <a:solidFill>
                            <a:schemeClr val="bg1"/>
                          </a:solidFill>
                          <a:effectLst/>
                          <a:latin typeface="Visby CF" pitchFamily="50" charset="0"/>
                        </a:rPr>
                      </a:br>
                      <a:r>
                        <a:rPr lang="fr-CA" sz="1200" b="0">
                          <a:solidFill>
                            <a:schemeClr val="bg1"/>
                          </a:solidFill>
                          <a:effectLst/>
                          <a:latin typeface="Visby CF" pitchFamily="50" charset="0"/>
                        </a:rPr>
                        <a:t>système​</a:t>
                      </a:r>
                      <a:endParaRPr lang="fr-CA" sz="1200" b="0" i="0">
                        <a:solidFill>
                          <a:schemeClr val="bg1"/>
                        </a:solidFill>
                        <a:effectLst/>
                        <a:latin typeface="Visby CF" pitchFamily="50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fr-CA" sz="1200" b="0">
                          <a:solidFill>
                            <a:schemeClr val="bg1"/>
                          </a:solidFill>
                          <a:effectLst/>
                          <a:latin typeface="Visby CF" pitchFamily="50" charset="0"/>
                        </a:rPr>
                        <a:t>Critères​</a:t>
                      </a:r>
                      <a:endParaRPr lang="fr-CA" sz="1200" b="0" i="0">
                        <a:solidFill>
                          <a:schemeClr val="bg1"/>
                        </a:solidFill>
                        <a:effectLst/>
                        <a:latin typeface="Visby CF" pitchFamily="50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5859229"/>
                  </a:ext>
                </a:extLst>
              </a:tr>
              <a:tr h="920205">
                <a:tc>
                  <a:txBody>
                    <a:bodyPr/>
                    <a:lstStyle/>
                    <a:p>
                      <a:pPr algn="l"/>
                      <a:r>
                        <a:rPr lang="fr-CA" sz="1800" b="1">
                          <a:solidFill>
                            <a:schemeClr val="accent2"/>
                          </a:solidFill>
                          <a:latin typeface="Visby Slab CF Bold" panose="00000800000000000000" pitchFamily="50" charset="0"/>
                        </a:rPr>
                        <a:t>Niveau technique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fr-CA" sz="1200" b="0">
                          <a:solidFill>
                            <a:schemeClr val="accent6">
                              <a:lumMod val="20000"/>
                              <a:lumOff val="80000"/>
                            </a:schemeClr>
                          </a:solidFill>
                          <a:effectLst/>
                          <a:latin typeface="Visby CF" pitchFamily="50" charset="0"/>
                        </a:rPr>
                        <a:t>Ligne (dans une table)​</a:t>
                      </a:r>
                      <a:endParaRPr lang="fr-CA" sz="1200" b="0" i="0"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  <a:effectLst/>
                        <a:latin typeface="Visby CF" pitchFamily="50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fr-CA" sz="1200" b="0">
                          <a:solidFill>
                            <a:schemeClr val="accent6">
                              <a:lumMod val="20000"/>
                              <a:lumOff val="80000"/>
                            </a:schemeClr>
                          </a:solidFill>
                          <a:effectLst/>
                          <a:latin typeface="Visby CF" pitchFamily="50" charset="0"/>
                        </a:rPr>
                        <a:t>Algorithmes programmés</a:t>
                      </a:r>
                      <a:endParaRPr lang="fr-CA" sz="1200" b="0" i="0"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  <a:effectLst/>
                        <a:latin typeface="Visby CF" pitchFamily="50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fr-CA" sz="1200" b="0">
                          <a:solidFill>
                            <a:schemeClr val="accent6">
                              <a:lumMod val="20000"/>
                              <a:lumOff val="80000"/>
                            </a:schemeClr>
                          </a:solidFill>
                          <a:effectLst/>
                          <a:latin typeface="Visby CF" pitchFamily="50" charset="0"/>
                        </a:rPr>
                        <a:t>Localisation des système​s</a:t>
                      </a:r>
                      <a:endParaRPr lang="fr-CA" sz="1200" b="0" i="0"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  <a:effectLst/>
                        <a:latin typeface="Visby CF" pitchFamily="50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fr-CA" sz="1200" b="0">
                          <a:solidFill>
                            <a:schemeClr val="accent6">
                              <a:lumMod val="20000"/>
                              <a:lumOff val="80000"/>
                            </a:schemeClr>
                          </a:solidFill>
                          <a:effectLst/>
                          <a:latin typeface="Visby CF" pitchFamily="50" charset="0"/>
                        </a:rPr>
                        <a:t>Utilisateurs​</a:t>
                      </a:r>
                      <a:endParaRPr lang="fr-CA" sz="1200" b="0" i="0"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  <a:effectLst/>
                        <a:latin typeface="Visby CF" pitchFamily="50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fr-CA" sz="1200" b="0">
                          <a:solidFill>
                            <a:schemeClr val="accent6">
                              <a:lumMod val="20000"/>
                              <a:lumOff val="80000"/>
                            </a:schemeClr>
                          </a:solidFill>
                          <a:effectLst/>
                          <a:latin typeface="Visby CF" pitchFamily="50" charset="0"/>
                        </a:rPr>
                        <a:t>Exécutions</a:t>
                      </a:r>
                      <a:endParaRPr lang="fr-CA" sz="1200" b="0" i="0"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  <a:effectLst/>
                        <a:latin typeface="Visby CF" pitchFamily="50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fr-CA" sz="1200" b="0">
                          <a:solidFill>
                            <a:schemeClr val="accent6">
                              <a:lumMod val="20000"/>
                              <a:lumOff val="80000"/>
                            </a:schemeClr>
                          </a:solidFill>
                          <a:effectLst/>
                          <a:latin typeface="Visby CF" pitchFamily="50" charset="0"/>
                        </a:rPr>
                        <a:t>Conditions​</a:t>
                      </a:r>
                      <a:endParaRPr lang="fr-CA" sz="1200" b="0" i="0"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  <a:effectLst/>
                        <a:latin typeface="Visby CF" pitchFamily="50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1159819"/>
                  </a:ext>
                </a:extLst>
              </a:tr>
            </a:tbl>
          </a:graphicData>
        </a:graphic>
      </p:graphicFrame>
      <p:pic>
        <p:nvPicPr>
          <p:cNvPr id="7" name="Image 6">
            <a:extLst>
              <a:ext uri="{FF2B5EF4-FFF2-40B4-BE49-F238E27FC236}">
                <a16:creationId xmlns:a16="http://schemas.microsoft.com/office/drawing/2014/main" id="{C56C147D-335A-9AA6-74EF-DCCA5835A67F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2412773" y="2327782"/>
            <a:ext cx="958508" cy="958508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E6638237-977D-9362-1DDB-A55052C939C4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2412773" y="4176223"/>
            <a:ext cx="958508" cy="958508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FC1FEA1B-126D-E1C5-C2D7-BF65C276593A}"/>
              </a:ext>
            </a:extLst>
          </p:cNvPr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2412773" y="3252003"/>
            <a:ext cx="958508" cy="958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783862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125B93A-EBF4-2D43-0689-B91F2C8A8704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Autofit/>
          </a:bodyPr>
          <a:lstStyle/>
          <a:p>
            <a:r>
              <a:rPr lang="fr-CA" spc="-70"/>
              <a:t>La suite du cours d’aujourd’hui dans la spécialisation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9E3E053-DD35-EAA1-3E65-3F654A90251D}"/>
              </a:ext>
            </a:extLst>
          </p:cNvPr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 anchor="ctr"/>
          <a:lstStyle/>
          <a:p>
            <a:pPr>
              <a:tabLst>
                <a:tab pos="2335213" algn="l"/>
              </a:tabLst>
            </a:pPr>
            <a:r>
              <a:rPr lang="fr-CA"/>
              <a:t>TECH 20709  	Poser un diagnostic et élaborer des solutions numériques</a:t>
            </a:r>
          </a:p>
          <a:p>
            <a:pPr>
              <a:tabLst>
                <a:tab pos="2335213" algn="l"/>
              </a:tabLst>
            </a:pPr>
            <a:r>
              <a:rPr lang="fr-CA"/>
              <a:t>TECH 20700 	Construire des entrepôts de données et concevoir des tableaux 	de bord efficaces</a:t>
            </a:r>
          </a:p>
          <a:p>
            <a:pPr>
              <a:tabLst>
                <a:tab pos="2335213" algn="l"/>
              </a:tabLst>
            </a:pPr>
            <a:r>
              <a:rPr lang="fr-CA"/>
              <a:t>TECH 20712 	Créer et exploiter des bases de données</a:t>
            </a:r>
          </a:p>
          <a:p>
            <a:pPr>
              <a:tabLst>
                <a:tab pos="2333625" algn="l"/>
              </a:tabLst>
            </a:pPr>
            <a:endParaRPr lang="fr-CA"/>
          </a:p>
          <a:p>
            <a:pPr marL="0" indent="0">
              <a:buNone/>
              <a:tabLst>
                <a:tab pos="2333625" algn="l"/>
              </a:tabLst>
            </a:pPr>
            <a:endParaRPr lang="fr-CA"/>
          </a:p>
        </p:txBody>
      </p:sp>
      <p:pic>
        <p:nvPicPr>
          <p:cNvPr id="4" name="Image 3" descr="Une image contenant Police, Graphique, capture d’écran, graphisme&#10;&#10;Description générée automatiquement">
            <a:extLst>
              <a:ext uri="{FF2B5EF4-FFF2-40B4-BE49-F238E27FC236}">
                <a16:creationId xmlns:a16="http://schemas.microsoft.com/office/drawing/2014/main" id="{25CCF0F3-EA3C-54AF-694A-35B12FF31C15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258" y="6555588"/>
            <a:ext cx="1122088" cy="225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271151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19EDBC1-ED09-50A8-6E7F-571E46BF15C1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fr-CA"/>
              <a:t>Les métiers impliqués dans le cours d’aujourd’hui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096DDA0C-4B6D-DD42-3C12-DF78CAF13FA1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3041707" y="987913"/>
            <a:ext cx="5840290" cy="5870087"/>
          </a:xfrm>
          <a:prstGeom prst="rect">
            <a:avLst/>
          </a:prstGeom>
        </p:spPr>
      </p:pic>
      <p:sp>
        <p:nvSpPr>
          <p:cNvPr id="6" name="Ellipse 5">
            <a:extLst>
              <a:ext uri="{FF2B5EF4-FFF2-40B4-BE49-F238E27FC236}">
                <a16:creationId xmlns:a16="http://schemas.microsoft.com/office/drawing/2014/main" id="{19A82DB1-8BCE-8E14-B72A-A2BD02B585D4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 rot="20243355">
            <a:off x="6212275" y="1963220"/>
            <a:ext cx="756000" cy="756000"/>
          </a:xfrm>
          <a:prstGeom prst="ellipse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6791207C-A25B-5833-8358-BFD2BE25A34D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 rot="18169204">
            <a:off x="3027296" y="3957980"/>
            <a:ext cx="1216248" cy="960377"/>
          </a:xfrm>
          <a:prstGeom prst="ellipse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pic>
        <p:nvPicPr>
          <p:cNvPr id="8" name="Image 7" descr="Une image contenant Police, Graphique, capture d’écran, graphisme&#10;&#10;Description générée automatiquement">
            <a:extLst>
              <a:ext uri="{FF2B5EF4-FFF2-40B4-BE49-F238E27FC236}">
                <a16:creationId xmlns:a16="http://schemas.microsoft.com/office/drawing/2014/main" id="{2468E5A8-ED35-32E0-4C5C-E40DE6EDB7CD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258" y="6555588"/>
            <a:ext cx="1122088" cy="225540"/>
          </a:xfrm>
          <a:prstGeom prst="rect">
            <a:avLst/>
          </a:prstGeom>
        </p:spPr>
      </p:pic>
      <p:sp>
        <p:nvSpPr>
          <p:cNvPr id="3" name="Ellipse 2">
            <a:extLst>
              <a:ext uri="{FF2B5EF4-FFF2-40B4-BE49-F238E27FC236}">
                <a16:creationId xmlns:a16="http://schemas.microsoft.com/office/drawing/2014/main" id="{34429701-AB97-BF42-7F88-6940CE767DE8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 rot="9576219">
            <a:off x="3420207" y="4856223"/>
            <a:ext cx="1216248" cy="848083"/>
          </a:xfrm>
          <a:prstGeom prst="ellipse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0255015B-CDF1-845C-E3D8-1CC045205C55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 rot="20243355">
            <a:off x="7110999" y="2951771"/>
            <a:ext cx="756000" cy="756000"/>
          </a:xfrm>
          <a:prstGeom prst="ellipse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8B0AF191-6CBA-ECCD-0D8C-DA0E7B2D05D7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 rot="20243355">
            <a:off x="7605274" y="2028896"/>
            <a:ext cx="756000" cy="756000"/>
          </a:xfrm>
          <a:prstGeom prst="ellipse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17955520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C02B424-AB7F-935A-9592-94E4E335F3BC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r>
              <a:rPr lang="fr-CA" spc="-70"/>
              <a:t>Les autres spécialisations dans le cours d’aujourd’hui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F3F7FC5-90B7-FCC3-FA6C-8AF84B087DC4}"/>
              </a:ext>
            </a:extLst>
          </p:cNvPr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 anchor="ctr"/>
          <a:lstStyle/>
          <a:p>
            <a:r>
              <a:rPr lang="fr-CA"/>
              <a:t>Marketing</a:t>
            </a:r>
          </a:p>
          <a:p>
            <a:r>
              <a:rPr lang="fr-CA"/>
              <a:t>Gestion des opérations et de la logistique</a:t>
            </a:r>
          </a:p>
          <a:p>
            <a:r>
              <a:rPr lang="fr-CA"/>
              <a:t>Comptabilité</a:t>
            </a:r>
          </a:p>
          <a:p>
            <a:endParaRPr lang="fr-CA"/>
          </a:p>
          <a:p>
            <a:endParaRPr lang="fr-CA"/>
          </a:p>
          <a:p>
            <a:endParaRPr lang="fr-CA"/>
          </a:p>
        </p:txBody>
      </p:sp>
      <p:pic>
        <p:nvPicPr>
          <p:cNvPr id="4" name="Image 3" descr="Une image contenant Police, Graphique, capture d’écran, graphisme&#10;&#10;Description générée automatiquement">
            <a:extLst>
              <a:ext uri="{FF2B5EF4-FFF2-40B4-BE49-F238E27FC236}">
                <a16:creationId xmlns:a16="http://schemas.microsoft.com/office/drawing/2014/main" id="{208F4428-89FF-FADC-D4FD-9A1F599C7825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258" y="6555588"/>
            <a:ext cx="1122088" cy="225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243821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C7C34AC-A945-D988-3367-E44B1B476095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fr-CA"/>
              <a:t>À faire pour la semaine prochaine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5277556-B255-72F5-C036-0CD1CCA6E4F5}"/>
              </a:ext>
            </a:extLst>
          </p:cNvPr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224640" y="1017270"/>
            <a:ext cx="11767680" cy="5657850"/>
          </a:xfrm>
        </p:spPr>
        <p:txBody>
          <a:bodyPr anchor="ctr">
            <a:normAutofit/>
          </a:bodyPr>
          <a:lstStyle/>
          <a:p>
            <a:r>
              <a:rPr lang="fr-CA"/>
              <a:t>Visionner les capsules vidéo du parcours d’apprentissage de la séance 4</a:t>
            </a:r>
          </a:p>
          <a:p>
            <a:pPr lvl="1"/>
            <a:r>
              <a:rPr lang="fr-CA"/>
              <a:t>Environ 37 minutes</a:t>
            </a:r>
          </a:p>
          <a:p>
            <a:r>
              <a:rPr lang="fr-CA"/>
              <a:t>Si ce n’est pas déjà fait, ouvrir</a:t>
            </a:r>
            <a:r>
              <a:rPr lang="fr-CA" baseline="30000">
                <a:solidFill>
                  <a:schemeClr val="accent4"/>
                </a:solidFill>
              </a:rPr>
              <a:t>1</a:t>
            </a:r>
            <a:r>
              <a:rPr lang="fr-CA"/>
              <a:t> un compte </a:t>
            </a:r>
            <a:r>
              <a:rPr lang="fr-CA" err="1"/>
              <a:t>Airtable</a:t>
            </a:r>
            <a:r>
              <a:rPr lang="fr-CA"/>
              <a:t> gratuit à l’adresse </a:t>
            </a:r>
            <a:r>
              <a:rPr lang="fr-CA">
                <a:hlinkClick r:id="rId6"/>
              </a:rPr>
              <a:t>https://www.airtable.com/</a:t>
            </a:r>
            <a:r>
              <a:rPr lang="fr-CA"/>
              <a:t> </a:t>
            </a:r>
          </a:p>
          <a:p>
            <a:r>
              <a:rPr lang="fr-CA"/>
              <a:t>Ouvrir</a:t>
            </a:r>
            <a:r>
              <a:rPr lang="fr-CA" baseline="30000">
                <a:solidFill>
                  <a:schemeClr val="accent4"/>
                </a:solidFill>
              </a:rPr>
              <a:t>1</a:t>
            </a:r>
            <a:r>
              <a:rPr lang="fr-CA"/>
              <a:t> un compte </a:t>
            </a:r>
            <a:r>
              <a:rPr lang="fr-CA" err="1"/>
              <a:t>Softr</a:t>
            </a:r>
            <a:r>
              <a:rPr lang="fr-CA"/>
              <a:t> gratuit à l’adresse </a:t>
            </a:r>
            <a:r>
              <a:rPr lang="fr-CA">
                <a:hlinkClick r:id="rId7"/>
              </a:rPr>
              <a:t>https://www.softr.io/</a:t>
            </a:r>
            <a:endParaRPr lang="fr-CA"/>
          </a:p>
          <a:p>
            <a:endParaRPr lang="fr-CA" sz="1100"/>
          </a:p>
          <a:p>
            <a:pPr marL="0" indent="0" algn="ctr">
              <a:buNone/>
            </a:pPr>
            <a:r>
              <a:rPr lang="fr-CA" baseline="30000">
                <a:solidFill>
                  <a:schemeClr val="accent4"/>
                </a:solidFill>
              </a:rPr>
              <a:t>1</a:t>
            </a:r>
            <a:r>
              <a:rPr lang="fr-CA">
                <a:solidFill>
                  <a:schemeClr val="accent4"/>
                </a:solidFill>
              </a:rPr>
              <a:t> </a:t>
            </a:r>
            <a:r>
              <a:rPr lang="fr-CA" sz="2200"/>
              <a:t>Nous vérifierons l’accès aux solutions lors de la séance 4, </a:t>
            </a:r>
          </a:p>
          <a:p>
            <a:pPr marL="0" indent="0" algn="ctr">
              <a:buNone/>
            </a:pPr>
            <a:r>
              <a:rPr lang="fr-CA" sz="2200"/>
              <a:t>apportez vos ordinateurs</a:t>
            </a:r>
            <a:endParaRPr lang="fr-CA"/>
          </a:p>
        </p:txBody>
      </p:sp>
      <p:pic>
        <p:nvPicPr>
          <p:cNvPr id="4" name="Image 3" descr="Une image contenant Police, Graphique, capture d’écran, graphisme&#10;&#10;Description générée automatiquement">
            <a:extLst>
              <a:ext uri="{FF2B5EF4-FFF2-40B4-BE49-F238E27FC236}">
                <a16:creationId xmlns:a16="http://schemas.microsoft.com/office/drawing/2014/main" id="{A6F9FEDF-AE19-F6BB-419C-AFFC58C6D297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258" y="6555588"/>
            <a:ext cx="1122088" cy="225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65737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8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8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8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8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heme/theme1.xml><?xml version="1.0" encoding="utf-8"?>
<a:theme xmlns:a="http://schemas.openxmlformats.org/drawingml/2006/main" name="2_Thème HEC">
  <a:themeElements>
    <a:clrScheme name="HEC Montréal">
      <a:dk1>
        <a:srgbClr val="000000"/>
      </a:dk1>
      <a:lt1>
        <a:srgbClr val="FFFFFF"/>
      </a:lt1>
      <a:dk2>
        <a:srgbClr val="0D2C52"/>
      </a:dk2>
      <a:lt2>
        <a:srgbClr val="888A8D"/>
      </a:lt2>
      <a:accent1>
        <a:srgbClr val="0070B9"/>
      </a:accent1>
      <a:accent2>
        <a:srgbClr val="00A9C6"/>
      </a:accent2>
      <a:accent3>
        <a:srgbClr val="3CB778"/>
      </a:accent3>
      <a:accent4>
        <a:srgbClr val="F1595C"/>
      </a:accent4>
      <a:accent5>
        <a:srgbClr val="E170AC"/>
      </a:accent5>
      <a:accent6>
        <a:srgbClr val="F5CD3D"/>
      </a:accent6>
      <a:hlink>
        <a:srgbClr val="0070B9"/>
      </a:hlink>
      <a:folHlink>
        <a:srgbClr val="00AAC7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/>
      <a:bodyPr vert="horz" wrap="square" lIns="91440" tIns="45720" rIns="91440" bIns="45720" rtlCol="0">
        <a:normAutofit/>
      </a:bodyPr>
      <a:lstStyle>
        <a:defPPr marL="154800" indent="-154800">
          <a:buClr>
            <a:schemeClr val="accent2"/>
          </a:buClr>
          <a:buSzPct val="125000"/>
          <a:buFont typeface="Arial" panose="020B0604020202020204" pitchFamily="34" charset="0"/>
          <a:buChar char="•"/>
          <a:defRPr sz="167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HECMontreal-Gabarit" id="{90B23BB6-748E-9A4B-9146-9546151205D4}" vid="{48ADA872-361A-1B4C-ABD7-4D4607940B7F}"/>
    </a:ext>
  </a:extLst>
</a:theme>
</file>

<file path=ppt/theme/theme2.xml><?xml version="1.0" encoding="utf-8"?>
<a:theme xmlns:a="http://schemas.openxmlformats.org/drawingml/2006/main" name="1_Thème Office">
  <a:themeElements>
    <a:clrScheme name="HEC">
      <a:dk1>
        <a:srgbClr val="000000"/>
      </a:dk1>
      <a:lt1>
        <a:sysClr val="window" lastClr="FFFFFF"/>
      </a:lt1>
      <a:dk2>
        <a:srgbClr val="002855"/>
      </a:dk2>
      <a:lt2>
        <a:srgbClr val="DDDDDD"/>
      </a:lt2>
      <a:accent1>
        <a:srgbClr val="0072CE"/>
      </a:accent1>
      <a:accent2>
        <a:srgbClr val="00AEC7"/>
      </a:accent2>
      <a:accent3>
        <a:srgbClr val="26D07C"/>
      </a:accent3>
      <a:accent4>
        <a:srgbClr val="FF585D"/>
      </a:accent4>
      <a:accent5>
        <a:srgbClr val="EB6FBD"/>
      </a:accent5>
      <a:accent6>
        <a:srgbClr val="F3D03E"/>
      </a:accent6>
      <a:hlink>
        <a:srgbClr val="48A23F"/>
      </a:hlink>
      <a:folHlink>
        <a:srgbClr val="002855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Thème Office">
  <a:themeElements>
    <a:clrScheme name="HEC">
      <a:dk1>
        <a:srgbClr val="000000"/>
      </a:dk1>
      <a:lt1>
        <a:sysClr val="window" lastClr="FFFFFF"/>
      </a:lt1>
      <a:dk2>
        <a:srgbClr val="002855"/>
      </a:dk2>
      <a:lt2>
        <a:srgbClr val="DDDDDD"/>
      </a:lt2>
      <a:accent1>
        <a:srgbClr val="0072CE"/>
      </a:accent1>
      <a:accent2>
        <a:srgbClr val="00AEC7"/>
      </a:accent2>
      <a:accent3>
        <a:srgbClr val="26D07C"/>
      </a:accent3>
      <a:accent4>
        <a:srgbClr val="FF585D"/>
      </a:accent4>
      <a:accent5>
        <a:srgbClr val="EB6FBD"/>
      </a:accent5>
      <a:accent6>
        <a:srgbClr val="F3D03E"/>
      </a:accent6>
      <a:hlink>
        <a:srgbClr val="48A23F"/>
      </a:hlink>
      <a:folHlink>
        <a:srgbClr val="002855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4_Thème HEC">
  <a:themeElements>
    <a:clrScheme name="HEC">
      <a:dk1>
        <a:srgbClr val="000000"/>
      </a:dk1>
      <a:lt1>
        <a:sysClr val="window" lastClr="FFFFFF"/>
      </a:lt1>
      <a:dk2>
        <a:srgbClr val="002855"/>
      </a:dk2>
      <a:lt2>
        <a:srgbClr val="DDDDDD"/>
      </a:lt2>
      <a:accent1>
        <a:srgbClr val="0072CE"/>
      </a:accent1>
      <a:accent2>
        <a:srgbClr val="00AEC7"/>
      </a:accent2>
      <a:accent3>
        <a:srgbClr val="26D07C"/>
      </a:accent3>
      <a:accent4>
        <a:srgbClr val="FF585D"/>
      </a:accent4>
      <a:accent5>
        <a:srgbClr val="EB6FBD"/>
      </a:accent5>
      <a:accent6>
        <a:srgbClr val="F3D03E"/>
      </a:accent6>
      <a:hlink>
        <a:srgbClr val="48A23F"/>
      </a:hlink>
      <a:folHlink>
        <a:srgbClr val="002855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/>
      <a:bodyPr vert="horz" wrap="square" lIns="91440" tIns="45720" rIns="91440" bIns="45720" rtlCol="0">
        <a:normAutofit/>
      </a:bodyPr>
      <a:lstStyle>
        <a:defPPr marL="154800" indent="-154800">
          <a:buClr>
            <a:schemeClr val="accent2"/>
          </a:buClr>
          <a:buSzPct val="125000"/>
          <a:buFont typeface="Arial" panose="020B0604020202020204" pitchFamily="34" charset="0"/>
          <a:buChar char="•"/>
          <a:defRPr sz="167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HECMontreal-Gabarit" id="{90B23BB6-748E-9A4B-9146-9546151205D4}" vid="{48ADA872-361A-1B4C-ABD7-4D4607940B7F}"/>
    </a:ext>
  </a:extLst>
</a:theme>
</file>

<file path=ppt/theme/theme5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6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HEC">
    <a:dk1>
      <a:srgbClr val="000000"/>
    </a:dk1>
    <a:lt1>
      <a:sysClr val="window" lastClr="FFFFFF"/>
    </a:lt1>
    <a:dk2>
      <a:srgbClr val="002855"/>
    </a:dk2>
    <a:lt2>
      <a:srgbClr val="DDDDDD"/>
    </a:lt2>
    <a:accent1>
      <a:srgbClr val="0072CE"/>
    </a:accent1>
    <a:accent2>
      <a:srgbClr val="00AEC7"/>
    </a:accent2>
    <a:accent3>
      <a:srgbClr val="26D07C"/>
    </a:accent3>
    <a:accent4>
      <a:srgbClr val="FF585D"/>
    </a:accent4>
    <a:accent5>
      <a:srgbClr val="EB6FBD"/>
    </a:accent5>
    <a:accent6>
      <a:srgbClr val="F3D03E"/>
    </a:accent6>
    <a:hlink>
      <a:srgbClr val="48A23F"/>
    </a:hlink>
    <a:folHlink>
      <a:srgbClr val="002855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F8066646054FA44B64BA3F261D01FFA" ma:contentTypeVersion="11" ma:contentTypeDescription="Create a new document." ma:contentTypeScope="" ma:versionID="17235d8c12a527bd2794a98d2393b7c2">
  <xsd:schema xmlns:xsd="http://www.w3.org/2001/XMLSchema" xmlns:xs="http://www.w3.org/2001/XMLSchema" xmlns:p="http://schemas.microsoft.com/office/2006/metadata/properties" xmlns:ns2="39887826-ec16-479a-b3e6-521b243ce3b6" xmlns:ns3="6f205008-2c9f-4643-9908-e102020b9c2b" targetNamespace="http://schemas.microsoft.com/office/2006/metadata/properties" ma:root="true" ma:fieldsID="3944bf616f84c60017edf7f7269d0250" ns2:_="" ns3:_="">
    <xsd:import namespace="39887826-ec16-479a-b3e6-521b243ce3b6"/>
    <xsd:import namespace="6f205008-2c9f-4643-9908-e102020b9c2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9887826-ec16-479a-b3e6-521b243ce3b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ae0b311d-aef2-47fc-9a4e-3c9c045afdc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f205008-2c9f-4643-9908-e102020b9c2b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510d19aa-0911-40c9-a95b-a16fb4b717b1}" ma:internalName="TaxCatchAll" ma:showField="CatchAllData" ma:web="6f205008-2c9f-4643-9908-e102020b9c2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6f205008-2c9f-4643-9908-e102020b9c2b" xsi:nil="true"/>
    <lcf76f155ced4ddcb4097134ff3c332f xmlns="39887826-ec16-479a-b3e6-521b243ce3b6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30BCB8F-FA75-4069-B3B6-392FA5BA306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9887826-ec16-479a-b3e6-521b243ce3b6"/>
    <ds:schemaRef ds:uri="6f205008-2c9f-4643-9908-e102020b9c2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965D74A-B371-41DD-A08E-D92CCB137CFD}">
  <ds:schemaRefs>
    <ds:schemaRef ds:uri="http://purl.org/dc/elements/1.1/"/>
    <ds:schemaRef ds:uri="39887826-ec16-479a-b3e6-521b243ce3b6"/>
    <ds:schemaRef ds:uri="http://purl.org/dc/dcmitype/"/>
    <ds:schemaRef ds:uri="http://schemas.microsoft.com/office/2006/metadata/properties"/>
    <ds:schemaRef ds:uri="6f205008-2c9f-4643-9908-e102020b9c2b"/>
    <ds:schemaRef ds:uri="http://schemas.microsoft.com/office/infopath/2007/PartnerControls"/>
    <ds:schemaRef ds:uri="http://schemas.microsoft.com/office/2006/documentManagement/types"/>
    <ds:schemaRef ds:uri="http://schemas.openxmlformats.org/package/2006/metadata/core-properties"/>
    <ds:schemaRef ds:uri="http://www.w3.org/XML/1998/namespace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794FEEAC-BE3A-4CCE-9C8B-7214D9F689B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9640</TotalTime>
  <Words>1950</Words>
  <Application>Microsoft Office PowerPoint</Application>
  <PresentationFormat>Grand écran</PresentationFormat>
  <Paragraphs>358</Paragraphs>
  <Slides>45</Slides>
  <Notes>25</Notes>
  <HiddenSlides>0</HiddenSlides>
  <MMClips>0</MMClips>
  <ScaleCrop>false</ScaleCrop>
  <HeadingPairs>
    <vt:vector size="6" baseType="variant">
      <vt:variant>
        <vt:lpstr>Polices utilisées</vt:lpstr>
      </vt:variant>
      <vt:variant>
        <vt:i4>15</vt:i4>
      </vt:variant>
      <vt:variant>
        <vt:lpstr>Thème</vt:lpstr>
      </vt:variant>
      <vt:variant>
        <vt:i4>4</vt:i4>
      </vt:variant>
      <vt:variant>
        <vt:lpstr>Titres des diapositives</vt:lpstr>
      </vt:variant>
      <vt:variant>
        <vt:i4>45</vt:i4>
      </vt:variant>
    </vt:vector>
  </HeadingPairs>
  <TitlesOfParts>
    <vt:vector size="64" baseType="lpstr">
      <vt:lpstr>Calibri</vt:lpstr>
      <vt:lpstr>Visby CF Medium</vt:lpstr>
      <vt:lpstr>Visby CF</vt:lpstr>
      <vt:lpstr>Aptos</vt:lpstr>
      <vt:lpstr>Visby Slab CF</vt:lpstr>
      <vt:lpstr>Visby Slab CF Bold</vt:lpstr>
      <vt:lpstr>Arial Rounded MT Bold</vt:lpstr>
      <vt:lpstr>Visby CF Bold</vt:lpstr>
      <vt:lpstr>Script MT Bold</vt:lpstr>
      <vt:lpstr>Visby Slab CF Heavy</vt:lpstr>
      <vt:lpstr>Arial</vt:lpstr>
      <vt:lpstr>Wingdings</vt:lpstr>
      <vt:lpstr>Visby CF Light</vt:lpstr>
      <vt:lpstr>Agency FB</vt:lpstr>
      <vt:lpstr>Visby Slab CF Demi Bold</vt:lpstr>
      <vt:lpstr>2_Thème HEC</vt:lpstr>
      <vt:lpstr>1_Thème Office</vt:lpstr>
      <vt:lpstr>2_Thème Office</vt:lpstr>
      <vt:lpstr>4_Thème HEC</vt:lpstr>
      <vt:lpstr>Mobiliser les technologies numériques </vt:lpstr>
      <vt:lpstr>Présentation PowerPoint</vt:lpstr>
      <vt:lpstr>La matière première des systèmes d’information : des données </vt:lpstr>
      <vt:lpstr>Présentation PowerPoint</vt:lpstr>
      <vt:lpstr>Plan de la séance</vt:lpstr>
      <vt:lpstr>Retour sur la séance 2</vt:lpstr>
      <vt:lpstr>Jeu Jeopardy sur les notions BPMN</vt:lpstr>
      <vt:lpstr>Récapitulatif de la séance 2</vt:lpstr>
      <vt:lpstr>Amélie est prête. Presque.</vt:lpstr>
      <vt:lpstr>Données mal structurées : à qui la faute?</vt:lpstr>
      <vt:lpstr>La force de la normalisation </vt:lpstr>
      <vt:lpstr>Approches de conception d’une BD</vt:lpstr>
      <vt:lpstr>Assimilation du parcours</vt:lpstr>
      <vt:lpstr>Un peu de pratique</vt:lpstr>
      <vt:lpstr>Un exemple de commande</vt:lpstr>
      <vt:lpstr>Normaliser : Les formes normales</vt:lpstr>
      <vt:lpstr>Normaliser à la première forme normale</vt:lpstr>
      <vt:lpstr>Normalisation des éléments pris en note</vt:lpstr>
      <vt:lpstr>Normaliser à la 1FN</vt:lpstr>
      <vt:lpstr>Normaliser à la 1FN</vt:lpstr>
      <vt:lpstr>Normaliser à la deuxième forme normale</vt:lpstr>
      <vt:lpstr>Notions | Dépendance fonctionnelle (DF)</vt:lpstr>
      <vt:lpstr>Normaliser à la 2FN</vt:lpstr>
      <vt:lpstr>Normaliser à la 2FN</vt:lpstr>
      <vt:lpstr>Normaliser à la 2FN</vt:lpstr>
      <vt:lpstr>Normaliser à la troisième forme normale</vt:lpstr>
      <vt:lpstr>Normaliser à la 3FN</vt:lpstr>
      <vt:lpstr>Normaliser à la 3FN</vt:lpstr>
      <vt:lpstr>Normaliser à la 3FN</vt:lpstr>
      <vt:lpstr>Entités issues de la normalisation</vt:lpstr>
      <vt:lpstr>Lien entre les différentes entités</vt:lpstr>
      <vt:lpstr>Un peu de pratique</vt:lpstr>
      <vt:lpstr>Modélisation logique</vt:lpstr>
      <vt:lpstr>Application</vt:lpstr>
      <vt:lpstr>De la normalisation à l'outil</vt:lpstr>
      <vt:lpstr>Airtable : Rappel création de table </vt:lpstr>
      <vt:lpstr>Créez la table Client dans Airtable</vt:lpstr>
      <vt:lpstr>Création de la table Client dans Airtable</vt:lpstr>
      <vt:lpstr>Synthèse</vt:lpstr>
      <vt:lpstr>La séance 2 dans la vision d’ensemble</vt:lpstr>
      <vt:lpstr>Le cours d’aujourd’hui dans la vision d’ensemble</vt:lpstr>
      <vt:lpstr>La suite du cours d’aujourd’hui dans la spécialisation</vt:lpstr>
      <vt:lpstr>Les métiers impliqués dans le cours d’aujourd’hui</vt:lpstr>
      <vt:lpstr>Les autres spécialisations dans le cours d’aujourd’hui</vt:lpstr>
      <vt:lpstr>À faire pour la semaine prochaine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Marie-Claude Trudel</dc:creator>
  <cp:lastModifiedBy>Marie-Claude Trudel</cp:lastModifiedBy>
  <cp:revision>18</cp:revision>
  <dcterms:created xsi:type="dcterms:W3CDTF">2024-08-29T13:55:15Z</dcterms:created>
  <dcterms:modified xsi:type="dcterms:W3CDTF">2026-09-08T20:09:41Z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0x0101009F8066646054FA44B64BA3F261D01FFA</vt:lpwstr>
  </property>
  <property fmtid="{D5CDD505-2E9C-101B-9397-08002B2CF9AE}" pid="3" name="xd_ProgID">
    <vt:lpwstr/>
  </property>
  <property fmtid="{D5CDD505-2E9C-101B-9397-08002B2CF9AE}" pid="4" name="MediaServiceImageTags">
    <vt:lpwstr/>
  </property>
  <property fmtid="{D5CDD505-2E9C-101B-9397-08002B2CF9AE}" pid="5" name="ComplianceAssetId">
    <vt:lpwstr/>
  </property>
  <property fmtid="{D5CDD505-2E9C-101B-9397-08002B2CF9AE}" pid="6" name="TemplateUrl">
    <vt:lpwstr/>
  </property>
  <property fmtid="{D5CDD505-2E9C-101B-9397-08002B2CF9AE}" pid="7" name="_ExtendedDescription">
    <vt:lpwstr/>
  </property>
  <property fmtid="{D5CDD505-2E9C-101B-9397-08002B2CF9AE}" pid="8" name="TriggerFlowInfo">
    <vt:lpwstr/>
  </property>
  <property fmtid="{D5CDD505-2E9C-101B-9397-08002B2CF9AE}" pid="9" name="xd_Signature">
    <vt:bool>false</vt:bool>
  </property>
  <property fmtid="{D5CDD505-2E9C-101B-9397-08002B2CF9AE}" pid="10" name="MSIP_Label_6a7d8d5d-78e2-4a62-9fcd-016eb5e4c57c_Enabled">
    <vt:lpwstr>true</vt:lpwstr>
  </property>
  <property fmtid="{D5CDD505-2E9C-101B-9397-08002B2CF9AE}" pid="11" name="MSIP_Label_6a7d8d5d-78e2-4a62-9fcd-016eb5e4c57c_SetDate">
    <vt:lpwstr>2026-04-27T13:37:49Z</vt:lpwstr>
  </property>
  <property fmtid="{D5CDD505-2E9C-101B-9397-08002B2CF9AE}" pid="12" name="MSIP_Label_6a7d8d5d-78e2-4a62-9fcd-016eb5e4c57c_Method">
    <vt:lpwstr>Standard</vt:lpwstr>
  </property>
  <property fmtid="{D5CDD505-2E9C-101B-9397-08002B2CF9AE}" pid="13" name="MSIP_Label_6a7d8d5d-78e2-4a62-9fcd-016eb5e4c57c_Name">
    <vt:lpwstr>Général</vt:lpwstr>
  </property>
  <property fmtid="{D5CDD505-2E9C-101B-9397-08002B2CF9AE}" pid="14" name="MSIP_Label_6a7d8d5d-78e2-4a62-9fcd-016eb5e4c57c_SiteId">
    <vt:lpwstr>06e1fe28-5f8b-4075-bf6c-ae24be1a7992</vt:lpwstr>
  </property>
  <property fmtid="{D5CDD505-2E9C-101B-9397-08002B2CF9AE}" pid="15" name="MSIP_Label_6a7d8d5d-78e2-4a62-9fcd-016eb5e4c57c_ActionId">
    <vt:lpwstr>c76a9222-6373-41b0-86ce-9d26f5a53de3</vt:lpwstr>
  </property>
  <property fmtid="{D5CDD505-2E9C-101B-9397-08002B2CF9AE}" pid="16" name="MSIP_Label_6a7d8d5d-78e2-4a62-9fcd-016eb5e4c57c_ContentBits">
    <vt:lpwstr>0</vt:lpwstr>
  </property>
  <property fmtid="{D5CDD505-2E9C-101B-9397-08002B2CF9AE}" pid="17" name="MSIP_Label_6a7d8d5d-78e2-4a62-9fcd-016eb5e4c57c_Tag">
    <vt:lpwstr>50, 3, 0, 1</vt:lpwstr>
  </property>
</Properties>
</file>