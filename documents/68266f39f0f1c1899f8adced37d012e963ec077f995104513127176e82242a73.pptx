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8" r:id="rId5"/>
    <p:sldId id="256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59CB2-6F57-48E8-B1A0-201ABCABDA33}" v="1" dt="2026-01-09T22:26:50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laude Trudel" userId="e09e5fd0-69eb-4066-ab3a-d45a4373e80c" providerId="ADAL" clId="{B5DE319A-E534-44C9-BD5A-853721C828A0}"/>
    <pc:docChg chg="custSel addSld delSld modSld">
      <pc:chgData name="Marie-Claude Trudel" userId="e09e5fd0-69eb-4066-ab3a-d45a4373e80c" providerId="ADAL" clId="{B5DE319A-E534-44C9-BD5A-853721C828A0}" dt="2026-01-09T22:27:53.577" v="70" actId="20577"/>
      <pc:docMkLst>
        <pc:docMk/>
      </pc:docMkLst>
      <pc:sldChg chg="delSp new del mod modClrScheme chgLayout">
        <pc:chgData name="Marie-Claude Trudel" userId="e09e5fd0-69eb-4066-ab3a-d45a4373e80c" providerId="ADAL" clId="{B5DE319A-E534-44C9-BD5A-853721C828A0}" dt="2026-01-09T22:26:51.854" v="3" actId="47"/>
        <pc:sldMkLst>
          <pc:docMk/>
          <pc:sldMk cId="889951519" sldId="257"/>
        </pc:sldMkLst>
        <pc:spChg chg="del">
          <ac:chgData name="Marie-Claude Trudel" userId="e09e5fd0-69eb-4066-ab3a-d45a4373e80c" providerId="ADAL" clId="{B5DE319A-E534-44C9-BD5A-853721C828A0}" dt="2026-01-09T22:25:29.593" v="1" actId="700"/>
          <ac:spMkLst>
            <pc:docMk/>
            <pc:sldMk cId="889951519" sldId="257"/>
            <ac:spMk id="2" creationId="{4B7A2076-56D2-21C2-BD1D-2C7998EB6FEC}"/>
          </ac:spMkLst>
        </pc:spChg>
        <pc:spChg chg="del">
          <ac:chgData name="Marie-Claude Trudel" userId="e09e5fd0-69eb-4066-ab3a-d45a4373e80c" providerId="ADAL" clId="{B5DE319A-E534-44C9-BD5A-853721C828A0}" dt="2026-01-09T22:25:29.593" v="1" actId="700"/>
          <ac:spMkLst>
            <pc:docMk/>
            <pc:sldMk cId="889951519" sldId="257"/>
            <ac:spMk id="3" creationId="{2493CAE1-44B9-63F2-4610-80B32799F7DC}"/>
          </ac:spMkLst>
        </pc:spChg>
      </pc:sldChg>
      <pc:sldChg chg="modSp add mod">
        <pc:chgData name="Marie-Claude Trudel" userId="e09e5fd0-69eb-4066-ab3a-d45a4373e80c" providerId="ADAL" clId="{B5DE319A-E534-44C9-BD5A-853721C828A0}" dt="2026-01-09T22:27:53.577" v="70" actId="20577"/>
        <pc:sldMkLst>
          <pc:docMk/>
          <pc:sldMk cId="4104654557" sldId="258"/>
        </pc:sldMkLst>
        <pc:spChg chg="mod">
          <ac:chgData name="Marie-Claude Trudel" userId="e09e5fd0-69eb-4066-ab3a-d45a4373e80c" providerId="ADAL" clId="{B5DE319A-E534-44C9-BD5A-853721C828A0}" dt="2026-01-09T22:27:47.901" v="52" actId="20577"/>
          <ac:spMkLst>
            <pc:docMk/>
            <pc:sldMk cId="4104654557" sldId="258"/>
            <ac:spMk id="21" creationId="{198E7418-8B35-6E5D-9843-78C95D8B4B66}"/>
          </ac:spMkLst>
        </pc:spChg>
        <pc:spChg chg="mod">
          <ac:chgData name="Marie-Claude Trudel" userId="e09e5fd0-69eb-4066-ab3a-d45a4373e80c" providerId="ADAL" clId="{B5DE319A-E534-44C9-BD5A-853721C828A0}" dt="2026-01-09T22:27:53.577" v="70" actId="20577"/>
          <ac:spMkLst>
            <pc:docMk/>
            <pc:sldMk cId="4104654557" sldId="258"/>
            <ac:spMk id="22" creationId="{2CA09249-1D85-2827-2C41-B5F1B7B6A7FD}"/>
          </ac:spMkLst>
        </pc:spChg>
        <pc:spChg chg="mod">
          <ac:chgData name="Marie-Claude Trudel" userId="e09e5fd0-69eb-4066-ab3a-d45a4373e80c" providerId="ADAL" clId="{B5DE319A-E534-44C9-BD5A-853721C828A0}" dt="2026-01-09T22:26:55.014" v="10" actId="20577"/>
          <ac:spMkLst>
            <pc:docMk/>
            <pc:sldMk cId="4104654557" sldId="258"/>
            <ac:spMk id="27" creationId="{6D434F36-BC17-9B1A-96D9-44D77955E6F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B0A92-CF31-40A4-8F48-8DA4EEBD85F8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F1925-03CE-4C31-B4CD-5502288633B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9911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C59A51-DF7A-064F-5315-C2220D5E3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6755B0-3814-D206-E133-76A47E066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42A491-0A7B-3F64-2F05-440DE63B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E23BFE-C07A-5595-D98D-D5298B2B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B5FFC9-4490-BAAA-4DCB-305807E2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013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DAD901-0A00-1801-8594-E47E6285D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60F652-4C02-64EA-044B-10B91435E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22B3CA-E889-A2F4-BF7C-06FB55A2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293DF1-ACC7-C9BC-1EE8-593BC53D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E15090-58F3-175C-67A9-AE53F217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500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3EBF2-30B1-7F64-5E29-FE882E5D8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C541F1-DF4E-A6CD-8530-44480AF3A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BF3A9D-7B0E-68D6-A88E-56E3CEA3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6E5359-6F84-8148-61C4-B282CFFD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0B88F3-B3B5-FC2A-55CA-BA30AF9A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70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0A466-A6E9-0ED2-06C4-52CB2DBB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FD3C38-4017-9DCF-31DC-95E8949D9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8DAD1F7-97B5-383C-A2BB-4332E4D46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CC5363-C90A-DE58-A8D0-62042CD8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EA6042-848A-26A8-EB50-6108E5B6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1AFFF8-BF82-2E55-DF2E-4B436312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1632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D24A71-F823-FE58-2F78-F4A1EDE52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AA66D8-5B5C-C608-1573-6EB604F6C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F97139-8B76-7CF4-93BD-F0AD8CFC9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4C73B52-74F5-1745-5B13-E795FB70E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829C664-F0ED-8F98-DB84-B22CF4530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0E7D421-3097-FC47-3022-05CFDF94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FA321C1-D333-DCED-42EA-CCFDE38F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3D357F4-2A80-DAA5-9F68-F08C22EC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192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729ABE-9C0E-B571-4B7A-480F0E3F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4380A6-DBA9-4018-4309-179EFDB4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38E15C-B702-B8DB-9393-7D91A21C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4B721D-BA32-B86C-31DB-F20B7BB1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1036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3A11D4F-B8B7-B0E7-B7A8-AAF56E69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71A1A96-F79C-C792-C0C4-96ECBA95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A8CA7C-1DBA-BEE5-3D13-DF640468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54081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AC6209-5A76-1245-6D51-407DC620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172AF6-3BF8-CBDB-738A-37614DA2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B020CA-B0F7-233B-FB98-A1BFEEE36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AC8D03-D832-E35B-1DF3-E37E7B87F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C3A4D5-E812-8B63-3043-2E5F2450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6E9740-D81E-E1E7-7831-16BD4285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1872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D6BD5-89F4-96BA-EC58-D28CB057B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B07385-5CC9-968F-47DA-537C238F5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4E2F77-1893-62BA-8BEB-39D1BBE60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44FB32-EA7A-9F89-2C91-C0B2B814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44855B-2FC9-1E2B-A356-C2834689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FD658A-186B-D841-2329-EBBD18CF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29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06FE0-F1D5-3033-EC5E-297B6ED2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D41612-7409-A0BD-60ED-207AB7296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DA61B2-1A0E-FE6D-3E06-CA2463D1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37845-6ABE-CEB6-61D3-3AA54B6F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0C80C0-5DC7-3B9F-A76C-C50214E2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562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89A95C-8E6C-FAB7-67B1-4E37BE020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EBAFB1-E492-F452-9C1D-23F77C7CC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FD9F40-C4C5-0752-57DD-ECFA24AE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5614F5-C3B8-9460-99F0-BC220AFD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DAD4FF-4058-4BE8-86A4-03BDE4FF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20945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20CADE-780C-6E24-EE99-6A551C17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3265AD-7740-034C-384C-1A67A49E2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8248DA-5F11-6D76-B072-A2586F1E0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38885-EA98-480E-BF4B-86A3401C5834}" type="datetimeFigureOut">
              <a:rPr lang="fr-CA" smtClean="0"/>
              <a:t>2026-01-09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0EE5D7-9AD8-22EC-C1E5-9E8C7DD8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27933A-980E-9D1A-1D1A-76B7C9631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0825D-3892-472C-AEFB-E4F99C85F62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359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AC4D-D952-8783-9DB3-D60BAE27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1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32F0ACA8-CA6A-E678-AA0E-00C1ABB055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sp>
        <p:nvSpPr>
          <p:cNvPr id="21" name="Rectangle : coins arrondis 34">
            <a:extLst>
              <a:ext uri="{FF2B5EF4-FFF2-40B4-BE49-F238E27FC236}">
                <a16:creationId xmlns:a16="http://schemas.microsoft.com/office/drawing/2014/main" id="{198E7418-8B35-6E5D-9843-78C95D8B4B6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24375" y="2203599"/>
            <a:ext cx="3143250" cy="280754"/>
          </a:xfrm>
          <a:prstGeom prst="roundRect">
            <a:avLst>
              <a:gd name="adj" fmla="val 49397"/>
            </a:avLst>
          </a:prstGeom>
          <a:solidFill>
            <a:srgbClr val="0072CE">
              <a:lumMod val="40000"/>
              <a:lumOff val="60000"/>
            </a:srgbClr>
          </a:solidFill>
          <a:ln w="12700" cap="flat" cmpd="sng" algn="ctr">
            <a:solidFill>
              <a:srgbClr val="0072C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isby CF" pitchFamily="50" charset="0"/>
                <a:ea typeface="+mn-ea"/>
                <a:cs typeface="+mn-cs"/>
              </a:rPr>
              <a:t>Gestion des commandes</a:t>
            </a:r>
          </a:p>
        </p:txBody>
      </p:sp>
      <p:sp>
        <p:nvSpPr>
          <p:cNvPr id="22" name="Rectangle : coins arrondis 35">
            <a:extLst>
              <a:ext uri="{FF2B5EF4-FFF2-40B4-BE49-F238E27FC236}">
                <a16:creationId xmlns:a16="http://schemas.microsoft.com/office/drawing/2014/main" id="{2CA09249-1D85-2827-2C41-B5F1B7B6A7F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524375" y="2740455"/>
            <a:ext cx="3143250" cy="280754"/>
          </a:xfrm>
          <a:prstGeom prst="roundRect">
            <a:avLst>
              <a:gd name="adj" fmla="val 49397"/>
            </a:avLst>
          </a:prstGeom>
          <a:solidFill>
            <a:srgbClr val="26D07C">
              <a:lumMod val="20000"/>
              <a:lumOff val="80000"/>
            </a:srgbClr>
          </a:solidFill>
          <a:ln w="12700" cap="flat" cmpd="sng" algn="ctr">
            <a:solidFill>
              <a:srgbClr val="26D07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isby CF" pitchFamily="50" charset="0"/>
                <a:ea typeface="+mn-ea"/>
                <a:cs typeface="+mn-cs"/>
              </a:rPr>
              <a:t>Gestion des stocks</a:t>
            </a:r>
          </a:p>
        </p:txBody>
      </p:sp>
      <p:sp>
        <p:nvSpPr>
          <p:cNvPr id="23" name="Rectangle : coins arrondis 4">
            <a:extLst>
              <a:ext uri="{FF2B5EF4-FFF2-40B4-BE49-F238E27FC236}">
                <a16:creationId xmlns:a16="http://schemas.microsoft.com/office/drawing/2014/main" id="{9F25ED8F-F2B3-7DE6-7045-3E867718988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524375" y="3277311"/>
            <a:ext cx="3143250" cy="280754"/>
          </a:xfrm>
          <a:prstGeom prst="roundRect">
            <a:avLst>
              <a:gd name="adj" fmla="val 49397"/>
            </a:avLst>
          </a:prstGeom>
          <a:solidFill>
            <a:srgbClr val="FF585D">
              <a:lumMod val="20000"/>
              <a:lumOff val="80000"/>
            </a:srgbClr>
          </a:solidFill>
          <a:ln w="12700" cap="flat" cmpd="sng" algn="ctr">
            <a:solidFill>
              <a:srgbClr val="FF585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24" name="Rectangle : coins arrondis 5">
            <a:extLst>
              <a:ext uri="{FF2B5EF4-FFF2-40B4-BE49-F238E27FC236}">
                <a16:creationId xmlns:a16="http://schemas.microsoft.com/office/drawing/2014/main" id="{A4625DC8-99CD-66CB-BDB6-E22D2B5C066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524375" y="3814167"/>
            <a:ext cx="3143250" cy="280754"/>
          </a:xfrm>
          <a:prstGeom prst="roundRect">
            <a:avLst>
              <a:gd name="adj" fmla="val 49397"/>
            </a:avLst>
          </a:prstGeom>
          <a:solidFill>
            <a:srgbClr val="EB6FBD">
              <a:lumMod val="20000"/>
              <a:lumOff val="80000"/>
            </a:srgbClr>
          </a:solidFill>
          <a:ln w="12700" cap="flat" cmpd="sng" algn="ctr">
            <a:solidFill>
              <a:srgbClr val="EB6FB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25" name="Rectangle : coins arrondis 6">
            <a:extLst>
              <a:ext uri="{FF2B5EF4-FFF2-40B4-BE49-F238E27FC236}">
                <a16:creationId xmlns:a16="http://schemas.microsoft.com/office/drawing/2014/main" id="{D554193D-3A4D-36D8-0137-E62289425EA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524375" y="4351023"/>
            <a:ext cx="3143250" cy="280754"/>
          </a:xfrm>
          <a:prstGeom prst="roundRect">
            <a:avLst>
              <a:gd name="adj" fmla="val 49397"/>
            </a:avLst>
          </a:prstGeom>
          <a:solidFill>
            <a:srgbClr val="00AEC7">
              <a:lumMod val="20000"/>
              <a:lumOff val="80000"/>
            </a:srgbClr>
          </a:solidFill>
          <a:ln w="12700" cap="flat" cmpd="sng" algn="ctr">
            <a:solidFill>
              <a:srgbClr val="00AEC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26" name="Rectangle : coins arrondis 7">
            <a:extLst>
              <a:ext uri="{FF2B5EF4-FFF2-40B4-BE49-F238E27FC236}">
                <a16:creationId xmlns:a16="http://schemas.microsoft.com/office/drawing/2014/main" id="{04E52627-C4E8-85C3-CE6F-33873746E62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524375" y="4887879"/>
            <a:ext cx="3143250" cy="280754"/>
          </a:xfrm>
          <a:prstGeom prst="roundRect">
            <a:avLst>
              <a:gd name="adj" fmla="val 49397"/>
            </a:avLst>
          </a:prstGeom>
          <a:solidFill>
            <a:srgbClr val="F3D03E">
              <a:lumMod val="20000"/>
              <a:lumOff val="80000"/>
            </a:srgbClr>
          </a:solidFill>
          <a:ln w="12700" cap="flat" cmpd="sng" algn="ctr">
            <a:solidFill>
              <a:srgbClr val="F3D03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434F36-BC17-9B1A-96D9-44D77955E6FF}"/>
              </a:ext>
            </a:extLst>
          </p:cNvPr>
          <p:cNvSpPr txBox="1"/>
          <p:nvPr/>
        </p:nvSpPr>
        <p:spPr>
          <a:xfrm>
            <a:off x="5130165" y="1430412"/>
            <a:ext cx="1931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noProof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</a:rPr>
              <a:t>Gabarit</a:t>
            </a:r>
          </a:p>
        </p:txBody>
      </p:sp>
    </p:spTree>
    <p:extLst>
      <p:ext uri="{BB962C8B-B14F-4D97-AF65-F5344CB8AC3E}">
        <p14:creationId xmlns:p14="http://schemas.microsoft.com/office/powerpoint/2010/main" val="410465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llipse 40">
            <a:extLst>
              <a:ext uri="{FF2B5EF4-FFF2-40B4-BE49-F238E27FC236}">
                <a16:creationId xmlns:a16="http://schemas.microsoft.com/office/drawing/2014/main" id="{6D63CFB4-2BC2-52F0-7362-E7D31E5A61CF}"/>
              </a:ext>
            </a:extLst>
          </p:cNvPr>
          <p:cNvSpPr/>
          <p:nvPr/>
        </p:nvSpPr>
        <p:spPr>
          <a:xfrm>
            <a:off x="3338777" y="2084024"/>
            <a:ext cx="1533525" cy="619125"/>
          </a:xfrm>
          <a:prstGeom prst="ellipse">
            <a:avLst/>
          </a:prstGeom>
          <a:solidFill>
            <a:srgbClr val="0072CE">
              <a:lumMod val="40000"/>
              <a:lumOff val="60000"/>
            </a:srgbClr>
          </a:solidFill>
          <a:ln w="25400" cap="flat" cmpd="sng" algn="ctr">
            <a:solidFill>
              <a:srgbClr val="0072CE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isby CF" pitchFamily="50" charset="0"/>
                <a:ea typeface="+mn-ea"/>
                <a:cs typeface="+mn-cs"/>
              </a:rPr>
              <a:t>Recevoir la commande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9B8B9D8-317C-82BC-A75E-2D6F72EE905B}"/>
              </a:ext>
            </a:extLst>
          </p:cNvPr>
          <p:cNvSpPr/>
          <p:nvPr/>
        </p:nvSpPr>
        <p:spPr>
          <a:xfrm>
            <a:off x="3338777" y="3474674"/>
            <a:ext cx="1533525" cy="619125"/>
          </a:xfrm>
          <a:prstGeom prst="ellipse">
            <a:avLst/>
          </a:prstGeom>
          <a:solidFill>
            <a:srgbClr val="0072CE">
              <a:lumMod val="40000"/>
              <a:lumOff val="60000"/>
            </a:srgbClr>
          </a:solidFill>
          <a:ln w="25400" cap="flat" cmpd="sng" algn="ctr">
            <a:solidFill>
              <a:srgbClr val="0072CE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isby CF" pitchFamily="50" charset="0"/>
                <a:ea typeface="+mn-ea"/>
                <a:cs typeface="+mn-cs"/>
              </a:rPr>
              <a:t>Préparer la commande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FD53A9A6-9454-995F-65E0-D807E74F8441}"/>
              </a:ext>
            </a:extLst>
          </p:cNvPr>
          <p:cNvSpPr/>
          <p:nvPr/>
        </p:nvSpPr>
        <p:spPr>
          <a:xfrm>
            <a:off x="3338777" y="4865325"/>
            <a:ext cx="1533525" cy="619125"/>
          </a:xfrm>
          <a:prstGeom prst="ellipse">
            <a:avLst/>
          </a:prstGeom>
          <a:solidFill>
            <a:srgbClr val="0072CE">
              <a:lumMod val="40000"/>
              <a:lumOff val="60000"/>
            </a:srgbClr>
          </a:solidFill>
          <a:ln w="25400" cap="flat" cmpd="sng" algn="ctr">
            <a:solidFill>
              <a:srgbClr val="0072CE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isby CF" pitchFamily="50" charset="0"/>
                <a:ea typeface="+mn-ea"/>
                <a:cs typeface="+mn-cs"/>
              </a:rPr>
              <a:t>Livrer la commande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8199288F-6797-074F-F38D-99F15CA59F83}"/>
              </a:ext>
            </a:extLst>
          </p:cNvPr>
          <p:cNvSpPr/>
          <p:nvPr/>
        </p:nvSpPr>
        <p:spPr>
          <a:xfrm>
            <a:off x="6884272" y="3436750"/>
            <a:ext cx="1533525" cy="619125"/>
          </a:xfrm>
          <a:prstGeom prst="ellipse">
            <a:avLst/>
          </a:prstGeom>
          <a:solidFill>
            <a:srgbClr val="26D07C">
              <a:lumMod val="20000"/>
              <a:lumOff val="80000"/>
            </a:srgbClr>
          </a:solidFill>
          <a:ln w="25400" cap="flat" cmpd="sng" algn="ctr">
            <a:solidFill>
              <a:srgbClr val="26D07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isby CF" pitchFamily="50" charset="0"/>
                <a:ea typeface="+mn-ea"/>
                <a:cs typeface="+mn-cs"/>
              </a:rPr>
              <a:t>Acheter les produits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DD9626EE-B396-964B-2DB6-52700540BC95}"/>
              </a:ext>
            </a:extLst>
          </p:cNvPr>
          <p:cNvSpPr/>
          <p:nvPr/>
        </p:nvSpPr>
        <p:spPr>
          <a:xfrm>
            <a:off x="9218814" y="3221805"/>
            <a:ext cx="1533525" cy="619125"/>
          </a:xfrm>
          <a:prstGeom prst="ellipse">
            <a:avLst/>
          </a:prstGeom>
          <a:solidFill>
            <a:srgbClr val="26D07C">
              <a:lumMod val="20000"/>
              <a:lumOff val="80000"/>
            </a:srgbClr>
          </a:solidFill>
          <a:ln w="25400" cap="flat" cmpd="sng" algn="ctr">
            <a:solidFill>
              <a:srgbClr val="26D07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isby CF" pitchFamily="50" charset="0"/>
                <a:ea typeface="+mn-ea"/>
                <a:cs typeface="+mn-cs"/>
              </a:rPr>
              <a:t>Gérer les fournisseurs</a:t>
            </a:r>
          </a:p>
        </p:txBody>
      </p:sp>
      <p:cxnSp>
        <p:nvCxnSpPr>
          <p:cNvPr id="46" name="Connecteur droit avec flèche 14">
            <a:extLst>
              <a:ext uri="{FF2B5EF4-FFF2-40B4-BE49-F238E27FC236}">
                <a16:creationId xmlns:a16="http://schemas.microsoft.com/office/drawing/2014/main" id="{C8FFDF08-512E-F1B5-664B-8CC1296C282E}"/>
              </a:ext>
            </a:extLst>
          </p:cNvPr>
          <p:cNvCxnSpPr>
            <a:cxnSpLocks/>
            <a:stCxn id="44" idx="6"/>
            <a:endCxn id="45" idx="2"/>
          </p:cNvCxnSpPr>
          <p:nvPr/>
        </p:nvCxnSpPr>
        <p:spPr>
          <a:xfrm flipV="1">
            <a:off x="8417797" y="3531368"/>
            <a:ext cx="801017" cy="214945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DDDDDD">
                <a:lumMod val="50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47" name="Connecteur droit avec flèche 14">
            <a:extLst>
              <a:ext uri="{FF2B5EF4-FFF2-40B4-BE49-F238E27FC236}">
                <a16:creationId xmlns:a16="http://schemas.microsoft.com/office/drawing/2014/main" id="{01C3F3FA-FEA5-5F93-689D-67BF81068BE0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>
            <a:off x="4105540" y="2703149"/>
            <a:ext cx="0" cy="771525"/>
          </a:xfrm>
          <a:prstGeom prst="straightConnector1">
            <a:avLst/>
          </a:prstGeom>
          <a:noFill/>
          <a:ln w="28575" cap="flat" cmpd="sng" algn="ctr">
            <a:solidFill>
              <a:srgbClr val="0072CE"/>
            </a:solidFill>
            <a:prstDash val="solid"/>
            <a:tailEnd type="triangle" w="med" len="lg"/>
          </a:ln>
          <a:effectLst/>
        </p:spPr>
      </p:cxnSp>
      <p:cxnSp>
        <p:nvCxnSpPr>
          <p:cNvPr id="48" name="Connecteur droit avec flèche 14">
            <a:extLst>
              <a:ext uri="{FF2B5EF4-FFF2-40B4-BE49-F238E27FC236}">
                <a16:creationId xmlns:a16="http://schemas.microsoft.com/office/drawing/2014/main" id="{4CAFF439-0FF6-9509-8BA7-19EE22113FFF}"/>
              </a:ext>
            </a:extLst>
          </p:cNvPr>
          <p:cNvCxnSpPr>
            <a:cxnSpLocks/>
            <a:stCxn id="42" idx="4"/>
            <a:endCxn id="43" idx="0"/>
          </p:cNvCxnSpPr>
          <p:nvPr/>
        </p:nvCxnSpPr>
        <p:spPr>
          <a:xfrm>
            <a:off x="4105540" y="4093799"/>
            <a:ext cx="0" cy="771526"/>
          </a:xfrm>
          <a:prstGeom prst="straightConnector1">
            <a:avLst/>
          </a:prstGeom>
          <a:noFill/>
          <a:ln w="28575" cap="flat" cmpd="sng" algn="ctr">
            <a:solidFill>
              <a:srgbClr val="0072CE"/>
            </a:solidFill>
            <a:prstDash val="solid"/>
            <a:tailEnd type="triangle" w="med" len="lg"/>
          </a:ln>
          <a:effectLst/>
        </p:spPr>
      </p:cxnSp>
      <p:sp>
        <p:nvSpPr>
          <p:cNvPr id="49" name="Ellipse 48">
            <a:extLst>
              <a:ext uri="{FF2B5EF4-FFF2-40B4-BE49-F238E27FC236}">
                <a16:creationId xmlns:a16="http://schemas.microsoft.com/office/drawing/2014/main" id="{2FB31698-A760-5B5E-A22B-6B748DE89C87}"/>
              </a:ext>
            </a:extLst>
          </p:cNvPr>
          <p:cNvSpPr/>
          <p:nvPr/>
        </p:nvSpPr>
        <p:spPr>
          <a:xfrm>
            <a:off x="5093572" y="4281616"/>
            <a:ext cx="1533525" cy="619125"/>
          </a:xfrm>
          <a:prstGeom prst="ellipse">
            <a:avLst/>
          </a:prstGeom>
          <a:solidFill>
            <a:srgbClr val="26D07C">
              <a:lumMod val="20000"/>
              <a:lumOff val="80000"/>
            </a:srgbClr>
          </a:solidFill>
          <a:ln w="25400" cap="flat" cmpd="sng" algn="ctr">
            <a:solidFill>
              <a:srgbClr val="26D07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isby CF" pitchFamily="50" charset="0"/>
                <a:ea typeface="+mn-ea"/>
                <a:cs typeface="+mn-cs"/>
              </a:rPr>
              <a:t>Gérer l’inventaire</a:t>
            </a:r>
          </a:p>
        </p:txBody>
      </p:sp>
      <p:cxnSp>
        <p:nvCxnSpPr>
          <p:cNvPr id="50" name="Connecteur droit avec flèche 14">
            <a:extLst>
              <a:ext uri="{FF2B5EF4-FFF2-40B4-BE49-F238E27FC236}">
                <a16:creationId xmlns:a16="http://schemas.microsoft.com/office/drawing/2014/main" id="{657141AE-056D-EBA0-AD04-6A6573ED22BD}"/>
              </a:ext>
            </a:extLst>
          </p:cNvPr>
          <p:cNvCxnSpPr>
            <a:cxnSpLocks/>
            <a:stCxn id="49" idx="6"/>
            <a:endCxn id="44" idx="2"/>
          </p:cNvCxnSpPr>
          <p:nvPr/>
        </p:nvCxnSpPr>
        <p:spPr>
          <a:xfrm flipV="1">
            <a:off x="6627097" y="3746313"/>
            <a:ext cx="257175" cy="844866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DDDDDD">
                <a:lumMod val="50000"/>
              </a:srgbClr>
            </a:solidFill>
            <a:prstDash val="solid"/>
            <a:tailEnd type="triangle" w="med" len="lg"/>
          </a:ln>
          <a:effectLst/>
        </p:spPr>
      </p:cxnSp>
      <p:cxnSp>
        <p:nvCxnSpPr>
          <p:cNvPr id="51" name="Connecteur droit avec flèche 14">
            <a:extLst>
              <a:ext uri="{FF2B5EF4-FFF2-40B4-BE49-F238E27FC236}">
                <a16:creationId xmlns:a16="http://schemas.microsoft.com/office/drawing/2014/main" id="{1201E96E-A186-DB2B-4ACD-C8B2DB13463E}"/>
              </a:ext>
            </a:extLst>
          </p:cNvPr>
          <p:cNvCxnSpPr>
            <a:cxnSpLocks/>
            <a:stCxn id="42" idx="6"/>
            <a:endCxn id="49" idx="1"/>
          </p:cNvCxnSpPr>
          <p:nvPr/>
        </p:nvCxnSpPr>
        <p:spPr>
          <a:xfrm>
            <a:off x="4872302" y="3784237"/>
            <a:ext cx="445850" cy="588048"/>
          </a:xfrm>
          <a:prstGeom prst="curvedConnector2">
            <a:avLst/>
          </a:prstGeom>
          <a:noFill/>
          <a:ln w="28575" cap="flat" cmpd="sng" algn="ctr">
            <a:solidFill>
              <a:srgbClr val="DDDDDD">
                <a:lumMod val="50000"/>
              </a:srgbClr>
            </a:solidFill>
            <a:prstDash val="solid"/>
            <a:tailEnd type="triangle" w="med" len="lg"/>
          </a:ln>
          <a:effectLst/>
        </p:spPr>
      </p:cxnSp>
      <p:pic>
        <p:nvPicPr>
          <p:cNvPr id="52" name="Image 51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5BEC79FC-A221-CF46-2A6A-8BB4B44E80D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sp>
        <p:nvSpPr>
          <p:cNvPr id="53" name="Ellipse 52">
            <a:extLst>
              <a:ext uri="{FF2B5EF4-FFF2-40B4-BE49-F238E27FC236}">
                <a16:creationId xmlns:a16="http://schemas.microsoft.com/office/drawing/2014/main" id="{1052B35E-F0A0-9008-2490-5895586A0F5D}"/>
              </a:ext>
            </a:extLst>
          </p:cNvPr>
          <p:cNvSpPr/>
          <p:nvPr/>
        </p:nvSpPr>
        <p:spPr>
          <a:xfrm>
            <a:off x="5318152" y="1564542"/>
            <a:ext cx="1533525" cy="619125"/>
          </a:xfrm>
          <a:prstGeom prst="ellipse">
            <a:avLst/>
          </a:prstGeom>
          <a:solidFill>
            <a:srgbClr val="FF585D">
              <a:lumMod val="20000"/>
              <a:lumOff val="80000"/>
            </a:srgbClr>
          </a:solidFill>
          <a:ln w="25400" cap="flat" cmpd="sng" algn="ctr">
            <a:solidFill>
              <a:srgbClr val="FF585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F5720FE0-C224-E68D-CA0A-4A9C3A2B84C2}"/>
              </a:ext>
            </a:extLst>
          </p:cNvPr>
          <p:cNvSpPr/>
          <p:nvPr/>
        </p:nvSpPr>
        <p:spPr>
          <a:xfrm>
            <a:off x="5895413" y="2549973"/>
            <a:ext cx="1533525" cy="619125"/>
          </a:xfrm>
          <a:prstGeom prst="ellipse">
            <a:avLst/>
          </a:prstGeom>
          <a:solidFill>
            <a:srgbClr val="FF585D">
              <a:lumMod val="20000"/>
              <a:lumOff val="80000"/>
            </a:srgbClr>
          </a:solidFill>
          <a:ln w="25400" cap="flat" cmpd="sng" algn="ctr">
            <a:solidFill>
              <a:srgbClr val="FF585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EEA5786B-7291-A62D-7374-31F39EAC1BEA}"/>
              </a:ext>
            </a:extLst>
          </p:cNvPr>
          <p:cNvSpPr/>
          <p:nvPr/>
        </p:nvSpPr>
        <p:spPr>
          <a:xfrm>
            <a:off x="9985576" y="4345844"/>
            <a:ext cx="1533525" cy="619125"/>
          </a:xfrm>
          <a:prstGeom prst="ellipse">
            <a:avLst/>
          </a:prstGeom>
          <a:solidFill>
            <a:srgbClr val="EB6FBD">
              <a:lumMod val="20000"/>
              <a:lumOff val="80000"/>
            </a:srgbClr>
          </a:solidFill>
          <a:ln w="25400" cap="flat" cmpd="sng" algn="ctr">
            <a:solidFill>
              <a:srgbClr val="EB6F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8C48707C-3F8C-88AA-B428-9BBBE9244AA2}"/>
              </a:ext>
            </a:extLst>
          </p:cNvPr>
          <p:cNvSpPr/>
          <p:nvPr/>
        </p:nvSpPr>
        <p:spPr>
          <a:xfrm>
            <a:off x="6379446" y="5466267"/>
            <a:ext cx="1533525" cy="619125"/>
          </a:xfrm>
          <a:prstGeom prst="ellipse">
            <a:avLst/>
          </a:prstGeom>
          <a:solidFill>
            <a:srgbClr val="EB6FBD">
              <a:lumMod val="20000"/>
              <a:lumOff val="80000"/>
            </a:srgbClr>
          </a:solidFill>
          <a:ln w="25400" cap="flat" cmpd="sng" algn="ctr">
            <a:solidFill>
              <a:srgbClr val="EB6F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91F88A9A-A35D-7E2D-E3DB-8DECBDDA2454}"/>
              </a:ext>
            </a:extLst>
          </p:cNvPr>
          <p:cNvSpPr/>
          <p:nvPr/>
        </p:nvSpPr>
        <p:spPr>
          <a:xfrm>
            <a:off x="8452051" y="5214020"/>
            <a:ext cx="1533525" cy="619125"/>
          </a:xfrm>
          <a:prstGeom prst="ellipse">
            <a:avLst/>
          </a:prstGeom>
          <a:solidFill>
            <a:srgbClr val="EB6FBD">
              <a:lumMod val="20000"/>
              <a:lumOff val="80000"/>
            </a:srgbClr>
          </a:solidFill>
          <a:ln w="25400" cap="flat" cmpd="sng" algn="ctr">
            <a:solidFill>
              <a:srgbClr val="EB6F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E8EDF379-CBCD-456F-5C78-3854737CE6D2}"/>
              </a:ext>
            </a:extLst>
          </p:cNvPr>
          <p:cNvSpPr/>
          <p:nvPr/>
        </p:nvSpPr>
        <p:spPr>
          <a:xfrm>
            <a:off x="2999354" y="5870212"/>
            <a:ext cx="1533525" cy="619125"/>
          </a:xfrm>
          <a:prstGeom prst="ellipse">
            <a:avLst/>
          </a:prstGeom>
          <a:solidFill>
            <a:srgbClr val="F3D03E">
              <a:lumMod val="20000"/>
              <a:lumOff val="80000"/>
            </a:srgbClr>
          </a:solidFill>
          <a:ln w="25400" cap="flat" cmpd="sng" algn="ctr">
            <a:solidFill>
              <a:srgbClr val="F3D03E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0E698BD1-344E-C466-F34F-AC086D33B507}"/>
              </a:ext>
            </a:extLst>
          </p:cNvPr>
          <p:cNvSpPr/>
          <p:nvPr/>
        </p:nvSpPr>
        <p:spPr>
          <a:xfrm>
            <a:off x="1095639" y="5657300"/>
            <a:ext cx="1533525" cy="619125"/>
          </a:xfrm>
          <a:prstGeom prst="ellipse">
            <a:avLst/>
          </a:prstGeom>
          <a:solidFill>
            <a:srgbClr val="F3D03E">
              <a:lumMod val="20000"/>
              <a:lumOff val="80000"/>
            </a:srgbClr>
          </a:solidFill>
          <a:ln w="25400" cap="flat" cmpd="sng" algn="ctr">
            <a:solidFill>
              <a:srgbClr val="F3D03E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3B62D561-3159-108B-B32B-3829D8455E7D}"/>
              </a:ext>
            </a:extLst>
          </p:cNvPr>
          <p:cNvSpPr/>
          <p:nvPr/>
        </p:nvSpPr>
        <p:spPr>
          <a:xfrm>
            <a:off x="1311237" y="4508401"/>
            <a:ext cx="1533525" cy="619125"/>
          </a:xfrm>
          <a:prstGeom prst="ellipse">
            <a:avLst/>
          </a:prstGeom>
          <a:solidFill>
            <a:srgbClr val="00AEC7">
              <a:lumMod val="20000"/>
              <a:lumOff val="80000"/>
            </a:srgbClr>
          </a:solidFill>
          <a:ln w="25400" cap="flat" cmpd="sng" algn="ctr">
            <a:solidFill>
              <a:srgbClr val="00AEC7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08C13DCA-731D-E45C-3375-4E03AD3E4DF0}"/>
              </a:ext>
            </a:extLst>
          </p:cNvPr>
          <p:cNvSpPr/>
          <p:nvPr/>
        </p:nvSpPr>
        <p:spPr>
          <a:xfrm>
            <a:off x="200843" y="3703569"/>
            <a:ext cx="1533525" cy="619125"/>
          </a:xfrm>
          <a:prstGeom prst="ellipse">
            <a:avLst/>
          </a:prstGeom>
          <a:solidFill>
            <a:srgbClr val="00AEC7">
              <a:lumMod val="20000"/>
              <a:lumOff val="80000"/>
            </a:srgbClr>
          </a:solidFill>
          <a:ln w="25400" cap="flat" cmpd="sng" algn="ctr">
            <a:solidFill>
              <a:srgbClr val="00AEC7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C0AD5EC9-D9DC-636D-642F-2D46EAD5A809}"/>
              </a:ext>
            </a:extLst>
          </p:cNvPr>
          <p:cNvSpPr/>
          <p:nvPr/>
        </p:nvSpPr>
        <p:spPr>
          <a:xfrm>
            <a:off x="1603852" y="2756937"/>
            <a:ext cx="1533525" cy="619125"/>
          </a:xfrm>
          <a:prstGeom prst="ellipse">
            <a:avLst/>
          </a:prstGeom>
          <a:solidFill>
            <a:srgbClr val="00AEC7">
              <a:lumMod val="20000"/>
              <a:lumOff val="80000"/>
            </a:srgbClr>
          </a:solidFill>
          <a:ln w="25400" cap="flat" cmpd="sng" algn="ctr">
            <a:solidFill>
              <a:srgbClr val="00AEC7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D733642D-9F50-9C8A-E836-1A5085320EC6}"/>
              </a:ext>
            </a:extLst>
          </p:cNvPr>
          <p:cNvSpPr/>
          <p:nvPr/>
        </p:nvSpPr>
        <p:spPr>
          <a:xfrm>
            <a:off x="487583" y="1877421"/>
            <a:ext cx="1533525" cy="619125"/>
          </a:xfrm>
          <a:prstGeom prst="ellipse">
            <a:avLst/>
          </a:prstGeom>
          <a:solidFill>
            <a:srgbClr val="00AEC7">
              <a:lumMod val="20000"/>
              <a:lumOff val="80000"/>
            </a:srgbClr>
          </a:solidFill>
          <a:ln w="25400" cap="flat" cmpd="sng" algn="ctr">
            <a:solidFill>
              <a:srgbClr val="00AEC7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isby CF" pitchFamily="50" charset="0"/>
              <a:ea typeface="+mn-ea"/>
              <a:cs typeface="+mn-cs"/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6D92C5BC-596F-FB28-DDA7-82A5C1A639C2}"/>
              </a:ext>
            </a:extLst>
          </p:cNvPr>
          <p:cNvSpPr txBox="1"/>
          <p:nvPr/>
        </p:nvSpPr>
        <p:spPr>
          <a:xfrm>
            <a:off x="2216896" y="470440"/>
            <a:ext cx="1046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Embaucher personnel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FC16DCBB-62D0-D634-9A6B-D9BD167AD536}"/>
              </a:ext>
            </a:extLst>
          </p:cNvPr>
          <p:cNvSpPr txBox="1"/>
          <p:nvPr/>
        </p:nvSpPr>
        <p:spPr>
          <a:xfrm>
            <a:off x="6627097" y="917140"/>
            <a:ext cx="864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Gérer les horaires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ADB25A97-BA76-34EB-E31F-315B521A73FE}"/>
              </a:ext>
            </a:extLst>
          </p:cNvPr>
          <p:cNvSpPr txBox="1"/>
          <p:nvPr/>
        </p:nvSpPr>
        <p:spPr>
          <a:xfrm>
            <a:off x="10359472" y="214300"/>
            <a:ext cx="928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Payer employés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B7E24528-7FF4-AA01-8699-668FF6ADD562}"/>
              </a:ext>
            </a:extLst>
          </p:cNvPr>
          <p:cNvSpPr txBox="1"/>
          <p:nvPr/>
        </p:nvSpPr>
        <p:spPr>
          <a:xfrm>
            <a:off x="476356" y="290824"/>
            <a:ext cx="85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Affecter livreur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9129BC65-B913-64E6-1F44-27DBE5E5A5B6}"/>
              </a:ext>
            </a:extLst>
          </p:cNvPr>
          <p:cNvSpPr txBox="1"/>
          <p:nvPr/>
        </p:nvSpPr>
        <p:spPr>
          <a:xfrm>
            <a:off x="4089991" y="892008"/>
            <a:ext cx="125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Gérer la flotte de véhicules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CB76601-0BA6-45E8-3D34-A5E25E67CDBA}"/>
              </a:ext>
            </a:extLst>
          </p:cNvPr>
          <p:cNvSpPr txBox="1"/>
          <p:nvPr/>
        </p:nvSpPr>
        <p:spPr>
          <a:xfrm>
            <a:off x="483841" y="878520"/>
            <a:ext cx="83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Affecter véhicule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EE130720-E9D8-51B7-EFEC-ECF01B37B2D8}"/>
              </a:ext>
            </a:extLst>
          </p:cNvPr>
          <p:cNvSpPr txBox="1"/>
          <p:nvPr/>
        </p:nvSpPr>
        <p:spPr>
          <a:xfrm>
            <a:off x="6562781" y="239608"/>
            <a:ext cx="928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Gérer le menu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0336010B-5108-6EF8-6610-FB480ECC70A5}"/>
              </a:ext>
            </a:extLst>
          </p:cNvPr>
          <p:cNvSpPr txBox="1"/>
          <p:nvPr/>
        </p:nvSpPr>
        <p:spPr>
          <a:xfrm>
            <a:off x="8669303" y="1012609"/>
            <a:ext cx="1046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Gérer les recettes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8898F239-C0FD-AA97-8543-C2B64C974E47}"/>
              </a:ext>
            </a:extLst>
          </p:cNvPr>
          <p:cNvSpPr txBox="1"/>
          <p:nvPr/>
        </p:nvSpPr>
        <p:spPr>
          <a:xfrm>
            <a:off x="8333999" y="206739"/>
            <a:ext cx="140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Gérer les activités comptables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B7F5CA19-ACF7-4A17-CCBF-DF30E87EC6CA}"/>
              </a:ext>
            </a:extLst>
          </p:cNvPr>
          <p:cNvSpPr txBox="1"/>
          <p:nvPr/>
        </p:nvSpPr>
        <p:spPr>
          <a:xfrm>
            <a:off x="10322733" y="878520"/>
            <a:ext cx="1196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Payer les fournisseurs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68BDD1E9-162E-13F4-8779-0A7BF8C006F7}"/>
              </a:ext>
            </a:extLst>
          </p:cNvPr>
          <p:cNvSpPr txBox="1"/>
          <p:nvPr/>
        </p:nvSpPr>
        <p:spPr>
          <a:xfrm>
            <a:off x="4089991" y="290040"/>
            <a:ext cx="896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200" b="1" kern="0">
                <a:solidFill>
                  <a:srgbClr val="000000"/>
                </a:solidFill>
                <a:latin typeface="Visby CF" pitchFamily="50" charset="0"/>
              </a:rPr>
              <a:t>Facturer les clients</a:t>
            </a:r>
          </a:p>
        </p:txBody>
      </p:sp>
    </p:spTree>
    <p:extLst>
      <p:ext uri="{BB962C8B-B14F-4D97-AF65-F5344CB8AC3E}">
        <p14:creationId xmlns:p14="http://schemas.microsoft.com/office/powerpoint/2010/main" val="10102463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f205008-2c9f-4643-9908-e102020b9c2b" xsi:nil="true"/>
    <lcf76f155ced4ddcb4097134ff3c332f xmlns="39887826-ec16-479a-b3e6-521b243ce3b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8066646054FA44B64BA3F261D01FFA" ma:contentTypeVersion="11" ma:contentTypeDescription="Create a new document." ma:contentTypeScope="" ma:versionID="dd4380c62c3569e4d5c8d9dd229779c3">
  <xsd:schema xmlns:xsd="http://www.w3.org/2001/XMLSchema" xmlns:xs="http://www.w3.org/2001/XMLSchema" xmlns:p="http://schemas.microsoft.com/office/2006/metadata/properties" xmlns:ns2="39887826-ec16-479a-b3e6-521b243ce3b6" xmlns:ns3="6f205008-2c9f-4643-9908-e102020b9c2b" targetNamespace="http://schemas.microsoft.com/office/2006/metadata/properties" ma:root="true" ma:fieldsID="4d2b55e2487bcefbb5abbca5458cc80c" ns2:_="" ns3:_="">
    <xsd:import namespace="39887826-ec16-479a-b3e6-521b243ce3b6"/>
    <xsd:import namespace="6f205008-2c9f-4643-9908-e102020b9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887826-ec16-479a-b3e6-521b243ce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e0b311d-aef2-47fc-9a4e-3c9c045afd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05008-2c9f-4643-9908-e102020b9c2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10d19aa-0911-40c9-a95b-a16fb4b717b1}" ma:internalName="TaxCatchAll" ma:showField="CatchAllData" ma:web="6f205008-2c9f-4643-9908-e102020b9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C83D0E-0725-4E9C-9407-CAD217894ECD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39887826-ec16-479a-b3e6-521b243ce3b6"/>
    <ds:schemaRef ds:uri="http://purl.org/dc/terms/"/>
    <ds:schemaRef ds:uri="6f205008-2c9f-4643-9908-e102020b9c2b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DC44206-F6CE-412B-89B4-04D9655BAD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ABB42A-BE80-4D81-9A1A-1E1067A771A7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</Words>
  <Application>Microsoft Office PowerPoint</Application>
  <PresentationFormat>Grand écran</PresentationFormat>
  <Paragraphs>20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Visby CF</vt:lpstr>
      <vt:lpstr>Visby CF Medium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Marie-Claude Trudel</dc:creator>
  <cp:lastModifiedBy>Marie-Claude Trudel</cp:lastModifiedBy>
  <cp:revision>1</cp:revision>
  <dcterms:created xsi:type="dcterms:W3CDTF">2026-01-09T01:33:25Z</dcterms:created>
  <dcterms:modified xsi:type="dcterms:W3CDTF">2026-01-09T22:27:54Z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0x0101009F8066646054FA44B64BA3F261D01FFA</vt:lpwstr>
  </property>
  <property fmtid="{D5CDD505-2E9C-101B-9397-08002B2CF9AE}" pid="3" name="MediaServiceImageTags">
    <vt:lpwstr/>
  </property>
</Properties>
</file>