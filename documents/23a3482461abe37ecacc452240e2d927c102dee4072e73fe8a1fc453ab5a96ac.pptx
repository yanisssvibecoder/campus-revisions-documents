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heme/theme3.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9.xml" ContentType="application/vnd.openxmlformats-officedocument.presentationml.tags+xml"/>
  <Override PartName="/ppt/tags/tag30.xml" ContentType="application/vnd.openxmlformats-officedocument.presentationml.tags+xml"/>
  <Override PartName="/ppt/notesSlides/notesSlide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5.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notesSlides/notesSlide6.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7.xml" ContentType="application/vnd.openxmlformats-officedocument.presentationml.notesSlide+xml"/>
  <Override PartName="/ppt/tags/tag66.xml" ContentType="application/vnd.openxmlformats-officedocument.presentationml.tags+xml"/>
  <Override PartName="/ppt/notesSlides/notesSlide8.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9.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0.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1.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12.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notesSlides/notesSlide13.xml" ContentType="application/vnd.openxmlformats-officedocument.presentationml.notesSlid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14.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15.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16.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17.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18.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notesSlides/notesSlide19.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20.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21.xml" ContentType="application/vnd.openxmlformats-officedocument.presentationml.notesSlide+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notesSlides/notesSlide22.xml" ContentType="application/vnd.openxmlformats-officedocument.presentationml.notesSlide+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76" r:id="rId2"/>
  </p:sldMasterIdLst>
  <p:notesMasterIdLst>
    <p:notesMasterId r:id="rId47"/>
  </p:notesMasterIdLst>
  <p:sldIdLst>
    <p:sldId id="4372" r:id="rId3"/>
    <p:sldId id="4620" r:id="rId4"/>
    <p:sldId id="4397" r:id="rId5"/>
    <p:sldId id="4399" r:id="rId6"/>
    <p:sldId id="308" r:id="rId7"/>
    <p:sldId id="4606" r:id="rId8"/>
    <p:sldId id="4613" r:id="rId9"/>
    <p:sldId id="4623" r:id="rId10"/>
    <p:sldId id="4628" r:id="rId11"/>
    <p:sldId id="4634" r:id="rId12"/>
    <p:sldId id="4635" r:id="rId13"/>
    <p:sldId id="4630" r:id="rId14"/>
    <p:sldId id="4636" r:id="rId15"/>
    <p:sldId id="4521" r:id="rId16"/>
    <p:sldId id="4646" r:id="rId17"/>
    <p:sldId id="4640" r:id="rId18"/>
    <p:sldId id="4660" r:id="rId19"/>
    <p:sldId id="4661" r:id="rId20"/>
    <p:sldId id="4662" r:id="rId21"/>
    <p:sldId id="4644" r:id="rId22"/>
    <p:sldId id="4632" r:id="rId23"/>
    <p:sldId id="4633" r:id="rId24"/>
    <p:sldId id="4607" r:id="rId25"/>
    <p:sldId id="4577" r:id="rId26"/>
    <p:sldId id="4578" r:id="rId27"/>
    <p:sldId id="4580" r:id="rId28"/>
    <p:sldId id="4585" r:id="rId29"/>
    <p:sldId id="4604" r:id="rId30"/>
    <p:sldId id="4587" r:id="rId31"/>
    <p:sldId id="4576" r:id="rId32"/>
    <p:sldId id="4589" r:id="rId33"/>
    <p:sldId id="4591" r:id="rId34"/>
    <p:sldId id="4602" r:id="rId35"/>
    <p:sldId id="4592" r:id="rId36"/>
    <p:sldId id="4518" r:id="rId37"/>
    <p:sldId id="4637" r:id="rId38"/>
    <p:sldId id="4638" r:id="rId39"/>
    <p:sldId id="4639" r:id="rId40"/>
    <p:sldId id="4513" r:id="rId41"/>
    <p:sldId id="4601" r:id="rId42"/>
    <p:sldId id="4565" r:id="rId43"/>
    <p:sldId id="4566" r:id="rId44"/>
    <p:sldId id="4567" r:id="rId45"/>
    <p:sldId id="4445" r:id="rId46"/>
  </p:sldIdLst>
  <p:sldSz cx="12192000" cy="6858000"/>
  <p:notesSz cx="6858000" cy="9144000"/>
  <p:embeddedFontLst>
    <p:embeddedFont>
      <p:font typeface="Arial Rounded MT Bold" panose="020F0704030504030204" pitchFamily="34" charset="0"/>
      <p:regular r:id="rId48"/>
    </p:embeddedFont>
    <p:embeddedFont>
      <p:font typeface="Script MT Bold" panose="03040602040607080904" pitchFamily="66" charset="0"/>
      <p:bold r:id="rId49"/>
    </p:embeddedFont>
    <p:embeddedFont>
      <p:font typeface="Visby CF" pitchFamily="50" charset="0"/>
      <p:regular r:id="rId50"/>
      <p:italic r:id="rId51"/>
    </p:embeddedFont>
    <p:embeddedFont>
      <p:font typeface="Visby CF Bold" pitchFamily="50" charset="0"/>
      <p:bold r:id="rId52"/>
      <p:italic r:id="rId53"/>
      <p:boldItalic r:id="rId54"/>
    </p:embeddedFont>
    <p:embeddedFont>
      <p:font typeface="Visby CF Extra Bold" pitchFamily="50" charset="0"/>
      <p:bold r:id="rId55"/>
      <p:italic r:id="rId56"/>
      <p:boldItalic r:id="rId57"/>
    </p:embeddedFont>
    <p:embeddedFont>
      <p:font typeface="Visby CF Light" pitchFamily="50" charset="0"/>
      <p:regular r:id="rId58"/>
      <p:italic r:id="rId59"/>
    </p:embeddedFont>
    <p:embeddedFont>
      <p:font typeface="Visby CF Medium" pitchFamily="50" charset="0"/>
      <p:regular r:id="rId60"/>
      <p:italic r:id="rId61"/>
    </p:embeddedFont>
    <p:embeddedFont>
      <p:font typeface="Visby Slab CF" panose="00000500000000000000" pitchFamily="50" charset="0"/>
      <p:regular r:id="rId62"/>
      <p:italic r:id="rId63"/>
    </p:embeddedFont>
    <p:embeddedFont>
      <p:font typeface="Visby Slab CF Bold" panose="00000800000000000000" pitchFamily="50" charset="0"/>
      <p:bold r:id="rId64"/>
      <p:italic r:id="rId65"/>
      <p:boldItalic r:id="rId66"/>
    </p:embeddedFont>
    <p:embeddedFont>
      <p:font typeface="Visby Slab CF Demi Bold" panose="00000700000000000000" pitchFamily="50" charset="0"/>
      <p:regular r:id="rId67"/>
      <p:bold r:id="rId68"/>
      <p:italic r:id="rId69"/>
      <p:boldItalic r:id="rId70"/>
    </p:embeddedFont>
    <p:embeddedFont>
      <p:font typeface="Visby Slab CF Heavy" panose="00000A00000000000000" pitchFamily="50" charset="0"/>
      <p:bold r:id="rId71"/>
      <p:italic r:id="rId72"/>
      <p:boldItalic r:id="rId73"/>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E000671-254D-D987-7CDE-C35D78D20347}" name="Marie-Claude Trudel" initials="MT" userId="S::marie-claude.trudel@hec.ca::e09e5fd0-69eb-4066-ab3a-d45a4373e80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CCEFF4"/>
    <a:srgbClr val="D4F6E5"/>
    <a:srgbClr val="26D07C"/>
    <a:srgbClr val="FBE2F2"/>
    <a:srgbClr val="EB6FBD"/>
    <a:srgbClr val="00AEC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CC5024-90CE-4CA8-BBCC-A512A7D53342}" v="15" dt="2026-09-29T10:32:47.579"/>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87123" autoAdjust="0"/>
  </p:normalViewPr>
  <p:slideViewPr>
    <p:cSldViewPr snapToGrid="0">
      <p:cViewPr varScale="1">
        <p:scale>
          <a:sx n="96" d="100"/>
          <a:sy n="96" d="100"/>
        </p:scale>
        <p:origin x="118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notesMaster" Target="notesMasters/notesMaster1.xml"/><Relationship Id="rId63" Type="http://schemas.openxmlformats.org/officeDocument/2006/relationships/font" Target="fonts/font16.fntdata"/><Relationship Id="rId68" Type="http://schemas.openxmlformats.org/officeDocument/2006/relationships/font" Target="fonts/font21.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6.fntdata"/><Relationship Id="rId58" Type="http://schemas.openxmlformats.org/officeDocument/2006/relationships/font" Target="fonts/font11.fntdata"/><Relationship Id="rId66" Type="http://schemas.openxmlformats.org/officeDocument/2006/relationships/font" Target="fonts/font19.fntdata"/><Relationship Id="rId74" Type="http://schemas.openxmlformats.org/officeDocument/2006/relationships/presProps" Target="presProps.xml"/><Relationship Id="rId79" Type="http://schemas.microsoft.com/office/2015/10/relationships/revisionInfo" Target="revisionInfo.xml"/><Relationship Id="rId5" Type="http://schemas.openxmlformats.org/officeDocument/2006/relationships/slide" Target="slides/slide3.xml"/><Relationship Id="rId61" Type="http://schemas.openxmlformats.org/officeDocument/2006/relationships/font" Target="fonts/font14.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56" Type="http://schemas.openxmlformats.org/officeDocument/2006/relationships/font" Target="fonts/font9.fntdata"/><Relationship Id="rId64" Type="http://schemas.openxmlformats.org/officeDocument/2006/relationships/font" Target="fonts/font17.fntdata"/><Relationship Id="rId69" Type="http://schemas.openxmlformats.org/officeDocument/2006/relationships/font" Target="fonts/font22.fntdata"/><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4.fntdata"/><Relationship Id="rId72" Type="http://schemas.openxmlformats.org/officeDocument/2006/relationships/font" Target="fonts/font25.fntdata"/><Relationship Id="rId80" Type="http://schemas.microsoft.com/office/2018/10/relationships/authors" Targe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font" Target="fonts/font12.fntdata"/><Relationship Id="rId67" Type="http://schemas.openxmlformats.org/officeDocument/2006/relationships/font" Target="fonts/font20.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7.fntdata"/><Relationship Id="rId62" Type="http://schemas.openxmlformats.org/officeDocument/2006/relationships/font" Target="fonts/font15.fntdata"/><Relationship Id="rId70" Type="http://schemas.openxmlformats.org/officeDocument/2006/relationships/font" Target="fonts/font23.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 Id="rId57" Type="http://schemas.openxmlformats.org/officeDocument/2006/relationships/font" Target="fonts/font10.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5.fntdata"/><Relationship Id="rId60" Type="http://schemas.openxmlformats.org/officeDocument/2006/relationships/font" Target="fonts/font13.fntdata"/><Relationship Id="rId65" Type="http://schemas.openxmlformats.org/officeDocument/2006/relationships/font" Target="fonts/font18.fntdata"/><Relationship Id="rId73" Type="http://schemas.openxmlformats.org/officeDocument/2006/relationships/font" Target="fonts/font26.fntdata"/><Relationship Id="rId78"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3.fntdata"/><Relationship Id="rId55" Type="http://schemas.openxmlformats.org/officeDocument/2006/relationships/font" Target="fonts/font8.fntdata"/><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font" Target="fonts/font24.fntdata"/><Relationship Id="rId2" Type="http://schemas.openxmlformats.org/officeDocument/2006/relationships/slideMaster" Target="slideMasters/slideMaster2.xml"/><Relationship Id="rId29" Type="http://schemas.openxmlformats.org/officeDocument/2006/relationships/slide" Target="slides/slide2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Claude Trudel" userId="e09e5fd0-69eb-4066-ab3a-d45a4373e80c" providerId="ADAL" clId="{B5DE319A-E534-44C9-BD5A-853721C828A0}"/>
    <pc:docChg chg="undo custSel modSld">
      <pc:chgData name="Marie-Claude Trudel" userId="e09e5fd0-69eb-4066-ab3a-d45a4373e80c" providerId="ADAL" clId="{B5DE319A-E534-44C9-BD5A-853721C828A0}" dt="2026-09-25T17:11:49.374" v="143" actId="20577"/>
      <pc:docMkLst>
        <pc:docMk/>
      </pc:docMkLst>
      <pc:sldChg chg="modSp mod">
        <pc:chgData name="Marie-Claude Trudel" userId="e09e5fd0-69eb-4066-ab3a-d45a4373e80c" providerId="ADAL" clId="{B5DE319A-E534-44C9-BD5A-853721C828A0}" dt="2026-09-25T15:14:11.943" v="24" actId="20577"/>
        <pc:sldMkLst>
          <pc:docMk/>
          <pc:sldMk cId="304728425" sldId="4399"/>
        </pc:sldMkLst>
        <pc:spChg chg="mod">
          <ac:chgData name="Marie-Claude Trudel" userId="e09e5fd0-69eb-4066-ab3a-d45a4373e80c" providerId="ADAL" clId="{B5DE319A-E534-44C9-BD5A-853721C828A0}" dt="2026-09-25T15:14:11.943" v="24" actId="20577"/>
          <ac:spMkLst>
            <pc:docMk/>
            <pc:sldMk cId="304728425" sldId="4399"/>
            <ac:spMk id="6" creationId="{AA74F3BE-752B-CF0F-EC9A-01182FED2C72}"/>
          </ac:spMkLst>
        </pc:spChg>
      </pc:sldChg>
      <pc:sldChg chg="modSp mod">
        <pc:chgData name="Marie-Claude Trudel" userId="e09e5fd0-69eb-4066-ab3a-d45a4373e80c" providerId="ADAL" clId="{B5DE319A-E534-44C9-BD5A-853721C828A0}" dt="2026-09-25T15:45:50.689" v="115" actId="20577"/>
        <pc:sldMkLst>
          <pc:docMk/>
          <pc:sldMk cId="2530116310" sldId="4445"/>
        </pc:sldMkLst>
        <pc:spChg chg="mod">
          <ac:chgData name="Marie-Claude Trudel" userId="e09e5fd0-69eb-4066-ab3a-d45a4373e80c" providerId="ADAL" clId="{B5DE319A-E534-44C9-BD5A-853721C828A0}" dt="2026-09-25T15:45:50.689" v="115" actId="20577"/>
          <ac:spMkLst>
            <pc:docMk/>
            <pc:sldMk cId="2530116310" sldId="4445"/>
            <ac:spMk id="3" creationId="{E5277556-B255-72F5-C036-0CD1CCA6E4F5}"/>
          </ac:spMkLst>
        </pc:spChg>
      </pc:sldChg>
      <pc:sldChg chg="modSp mod">
        <pc:chgData name="Marie-Claude Trudel" userId="e09e5fd0-69eb-4066-ab3a-d45a4373e80c" providerId="ADAL" clId="{B5DE319A-E534-44C9-BD5A-853721C828A0}" dt="2026-09-25T15:45:21.897" v="106" actId="20577"/>
        <pc:sldMkLst>
          <pc:docMk/>
          <pc:sldMk cId="3872711511" sldId="4565"/>
        </pc:sldMkLst>
        <pc:spChg chg="mod">
          <ac:chgData name="Marie-Claude Trudel" userId="e09e5fd0-69eb-4066-ab3a-d45a4373e80c" providerId="ADAL" clId="{B5DE319A-E534-44C9-BD5A-853721C828A0}" dt="2026-09-25T15:45:21.897" v="106" actId="20577"/>
          <ac:spMkLst>
            <pc:docMk/>
            <pc:sldMk cId="3872711511" sldId="4565"/>
            <ac:spMk id="3" creationId="{89E3E053-DD35-EAA1-3E65-3F654A90251D}"/>
          </ac:spMkLst>
        </pc:spChg>
      </pc:sldChg>
      <pc:sldChg chg="modSp mod">
        <pc:chgData name="Marie-Claude Trudel" userId="e09e5fd0-69eb-4066-ab3a-d45a4373e80c" providerId="ADAL" clId="{B5DE319A-E534-44C9-BD5A-853721C828A0}" dt="2026-09-25T15:41:02.033" v="63" actId="20577"/>
        <pc:sldMkLst>
          <pc:docMk/>
          <pc:sldMk cId="3104556947" sldId="4576"/>
        </pc:sldMkLst>
        <pc:spChg chg="mod">
          <ac:chgData name="Marie-Claude Trudel" userId="e09e5fd0-69eb-4066-ab3a-d45a4373e80c" providerId="ADAL" clId="{B5DE319A-E534-44C9-BD5A-853721C828A0}" dt="2026-09-25T15:41:02.033" v="63" actId="20577"/>
          <ac:spMkLst>
            <pc:docMk/>
            <pc:sldMk cId="3104556947" sldId="4576"/>
            <ac:spMk id="4" creationId="{453FB20A-F390-889C-03FA-FD4A2D620674}"/>
          </ac:spMkLst>
        </pc:spChg>
      </pc:sldChg>
      <pc:sldChg chg="modSp mod">
        <pc:chgData name="Marie-Claude Trudel" userId="e09e5fd0-69eb-4066-ab3a-d45a4373e80c" providerId="ADAL" clId="{B5DE319A-E534-44C9-BD5A-853721C828A0}" dt="2026-09-25T15:32:06.271" v="59" actId="20577"/>
        <pc:sldMkLst>
          <pc:docMk/>
          <pc:sldMk cId="952556619" sldId="4578"/>
        </pc:sldMkLst>
        <pc:spChg chg="mod">
          <ac:chgData name="Marie-Claude Trudel" userId="e09e5fd0-69eb-4066-ab3a-d45a4373e80c" providerId="ADAL" clId="{B5DE319A-E534-44C9-BD5A-853721C828A0}" dt="2026-09-25T15:32:06.271" v="59" actId="20577"/>
          <ac:spMkLst>
            <pc:docMk/>
            <pc:sldMk cId="952556619" sldId="4578"/>
            <ac:spMk id="5" creationId="{7CBBB23A-2840-A0C1-ED92-D80F59152BC9}"/>
          </ac:spMkLst>
        </pc:spChg>
      </pc:sldChg>
      <pc:sldChg chg="modSp mod">
        <pc:chgData name="Marie-Claude Trudel" userId="e09e5fd0-69eb-4066-ab3a-d45a4373e80c" providerId="ADAL" clId="{B5DE319A-E534-44C9-BD5A-853721C828A0}" dt="2026-09-25T15:32:25.069" v="60" actId="20577"/>
        <pc:sldMkLst>
          <pc:docMk/>
          <pc:sldMk cId="620461584" sldId="4580"/>
        </pc:sldMkLst>
        <pc:spChg chg="mod">
          <ac:chgData name="Marie-Claude Trudel" userId="e09e5fd0-69eb-4066-ab3a-d45a4373e80c" providerId="ADAL" clId="{B5DE319A-E534-44C9-BD5A-853721C828A0}" dt="2026-09-25T15:32:25.069" v="60" actId="20577"/>
          <ac:spMkLst>
            <pc:docMk/>
            <pc:sldMk cId="620461584" sldId="4580"/>
            <ac:spMk id="3" creationId="{B0CA1EE7-25FD-4F46-95B6-9907D60797E8}"/>
          </ac:spMkLst>
        </pc:spChg>
      </pc:sldChg>
      <pc:sldChg chg="modSp mod">
        <pc:chgData name="Marie-Claude Trudel" userId="e09e5fd0-69eb-4066-ab3a-d45a4373e80c" providerId="ADAL" clId="{B5DE319A-E534-44C9-BD5A-853721C828A0}" dt="2026-09-25T15:32:47.929" v="62" actId="20577"/>
        <pc:sldMkLst>
          <pc:docMk/>
          <pc:sldMk cId="2486407182" sldId="4585"/>
        </pc:sldMkLst>
        <pc:spChg chg="mod">
          <ac:chgData name="Marie-Claude Trudel" userId="e09e5fd0-69eb-4066-ab3a-d45a4373e80c" providerId="ADAL" clId="{B5DE319A-E534-44C9-BD5A-853721C828A0}" dt="2026-09-25T15:32:47.929" v="62" actId="20577"/>
          <ac:spMkLst>
            <pc:docMk/>
            <pc:sldMk cId="2486407182" sldId="4585"/>
            <ac:spMk id="23" creationId="{607490C8-EFFD-2B8E-FEAC-DB35517450DD}"/>
          </ac:spMkLst>
        </pc:spChg>
      </pc:sldChg>
      <pc:sldChg chg="modSp mod">
        <pc:chgData name="Marie-Claude Trudel" userId="e09e5fd0-69eb-4066-ab3a-d45a4373e80c" providerId="ADAL" clId="{B5DE319A-E534-44C9-BD5A-853721C828A0}" dt="2026-09-25T15:41:46.378" v="65" actId="20577"/>
        <pc:sldMkLst>
          <pc:docMk/>
          <pc:sldMk cId="964103024" sldId="4589"/>
        </pc:sldMkLst>
        <pc:spChg chg="mod">
          <ac:chgData name="Marie-Claude Trudel" userId="e09e5fd0-69eb-4066-ab3a-d45a4373e80c" providerId="ADAL" clId="{B5DE319A-E534-44C9-BD5A-853721C828A0}" dt="2026-09-25T15:41:46.378" v="65" actId="20577"/>
          <ac:spMkLst>
            <pc:docMk/>
            <pc:sldMk cId="964103024" sldId="4589"/>
            <ac:spMk id="9" creationId="{6DC3ACE4-05DF-B3EE-3E7B-2BA59F7C2F2E}"/>
          </ac:spMkLst>
        </pc:spChg>
      </pc:sldChg>
      <pc:sldChg chg="modSp mod">
        <pc:chgData name="Marie-Claude Trudel" userId="e09e5fd0-69eb-4066-ab3a-d45a4373e80c" providerId="ADAL" clId="{B5DE319A-E534-44C9-BD5A-853721C828A0}" dt="2026-09-25T15:42:22.029" v="70" actId="20577"/>
        <pc:sldMkLst>
          <pc:docMk/>
          <pc:sldMk cId="1219239416" sldId="4591"/>
        </pc:sldMkLst>
        <pc:spChg chg="mod">
          <ac:chgData name="Marie-Claude Trudel" userId="e09e5fd0-69eb-4066-ab3a-d45a4373e80c" providerId="ADAL" clId="{B5DE319A-E534-44C9-BD5A-853721C828A0}" dt="2026-09-25T15:42:22.029" v="70" actId="20577"/>
          <ac:spMkLst>
            <pc:docMk/>
            <pc:sldMk cId="1219239416" sldId="4591"/>
            <ac:spMk id="3" creationId="{3C579953-7E24-6629-3F4E-450B035B146A}"/>
          </ac:spMkLst>
        </pc:spChg>
        <pc:spChg chg="mod">
          <ac:chgData name="Marie-Claude Trudel" userId="e09e5fd0-69eb-4066-ab3a-d45a4373e80c" providerId="ADAL" clId="{B5DE319A-E534-44C9-BD5A-853721C828A0}" dt="2026-09-25T15:42:12.267" v="67" actId="20577"/>
          <ac:spMkLst>
            <pc:docMk/>
            <pc:sldMk cId="1219239416" sldId="4591"/>
            <ac:spMk id="5" creationId="{7AABCEB7-B6DC-160D-6C26-7E311F247566}"/>
          </ac:spMkLst>
        </pc:spChg>
      </pc:sldChg>
      <pc:sldChg chg="modSp mod">
        <pc:chgData name="Marie-Claude Trudel" userId="e09e5fd0-69eb-4066-ab3a-d45a4373e80c" providerId="ADAL" clId="{B5DE319A-E534-44C9-BD5A-853721C828A0}" dt="2026-09-25T15:45:10.491" v="101" actId="20577"/>
        <pc:sldMkLst>
          <pc:docMk/>
          <pc:sldMk cId="2045259320" sldId="4601"/>
        </pc:sldMkLst>
        <pc:spChg chg="mod">
          <ac:chgData name="Marie-Claude Trudel" userId="e09e5fd0-69eb-4066-ab3a-d45a4373e80c" providerId="ADAL" clId="{B5DE319A-E534-44C9-BD5A-853721C828A0}" dt="2026-09-25T15:45:10.491" v="101" actId="20577"/>
          <ac:spMkLst>
            <pc:docMk/>
            <pc:sldMk cId="2045259320" sldId="4601"/>
            <ac:spMk id="3" creationId="{ACF648CE-33B9-7037-14D7-9582EDA5D46A}"/>
          </ac:spMkLst>
        </pc:spChg>
      </pc:sldChg>
      <pc:sldChg chg="modSp mod">
        <pc:chgData name="Marie-Claude Trudel" userId="e09e5fd0-69eb-4066-ab3a-d45a4373e80c" providerId="ADAL" clId="{B5DE319A-E534-44C9-BD5A-853721C828A0}" dt="2026-09-25T15:43:04.584" v="76" actId="20577"/>
        <pc:sldMkLst>
          <pc:docMk/>
          <pc:sldMk cId="4232819831" sldId="4602"/>
        </pc:sldMkLst>
        <pc:spChg chg="mod">
          <ac:chgData name="Marie-Claude Trudel" userId="e09e5fd0-69eb-4066-ab3a-d45a4373e80c" providerId="ADAL" clId="{B5DE319A-E534-44C9-BD5A-853721C828A0}" dt="2026-09-25T15:43:04.584" v="76" actId="20577"/>
          <ac:spMkLst>
            <pc:docMk/>
            <pc:sldMk cId="4232819831" sldId="4602"/>
            <ac:spMk id="4" creationId="{1C642E89-72A6-666A-9D55-7D4D28A82521}"/>
          </ac:spMkLst>
        </pc:spChg>
      </pc:sldChg>
      <pc:sldChg chg="modSp mod">
        <pc:chgData name="Marie-Claude Trudel" userId="e09e5fd0-69eb-4066-ab3a-d45a4373e80c" providerId="ADAL" clId="{B5DE319A-E534-44C9-BD5A-853721C828A0}" dt="2026-09-25T15:13:55.411" v="16" actId="20577"/>
        <pc:sldMkLst>
          <pc:docMk/>
          <pc:sldMk cId="2023401701" sldId="4613"/>
        </pc:sldMkLst>
        <pc:spChg chg="mod">
          <ac:chgData name="Marie-Claude Trudel" userId="e09e5fd0-69eb-4066-ab3a-d45a4373e80c" providerId="ADAL" clId="{B5DE319A-E534-44C9-BD5A-853721C828A0}" dt="2026-09-25T15:13:55.411" v="16" actId="20577"/>
          <ac:spMkLst>
            <pc:docMk/>
            <pc:sldMk cId="2023401701" sldId="4613"/>
            <ac:spMk id="3" creationId="{8373F6AB-4FCD-91A2-9651-34522999024D}"/>
          </ac:spMkLst>
        </pc:spChg>
      </pc:sldChg>
      <pc:sldChg chg="modSp mod">
        <pc:chgData name="Marie-Claude Trudel" userId="e09e5fd0-69eb-4066-ab3a-d45a4373e80c" providerId="ADAL" clId="{B5DE319A-E534-44C9-BD5A-853721C828A0}" dt="2026-09-25T15:14:28.146" v="25" actId="20577"/>
        <pc:sldMkLst>
          <pc:docMk/>
          <pc:sldMk cId="2866336526" sldId="4623"/>
        </pc:sldMkLst>
        <pc:spChg chg="mod">
          <ac:chgData name="Marie-Claude Trudel" userId="e09e5fd0-69eb-4066-ab3a-d45a4373e80c" providerId="ADAL" clId="{B5DE319A-E534-44C9-BD5A-853721C828A0}" dt="2026-09-25T15:14:28.146" v="25" actId="20577"/>
          <ac:spMkLst>
            <pc:docMk/>
            <pc:sldMk cId="2866336526" sldId="4623"/>
            <ac:spMk id="3" creationId="{45E7FBA7-FBB4-3444-4890-96E34C17116C}"/>
          </ac:spMkLst>
        </pc:spChg>
      </pc:sldChg>
      <pc:sldChg chg="modSp mod">
        <pc:chgData name="Marie-Claude Trudel" userId="e09e5fd0-69eb-4066-ab3a-d45a4373e80c" providerId="ADAL" clId="{B5DE319A-E534-44C9-BD5A-853721C828A0}" dt="2026-09-25T15:17:57.112" v="48" actId="20577"/>
        <pc:sldMkLst>
          <pc:docMk/>
          <pc:sldMk cId="345400230" sldId="4632"/>
        </pc:sldMkLst>
        <pc:spChg chg="mod">
          <ac:chgData name="Marie-Claude Trudel" userId="e09e5fd0-69eb-4066-ab3a-d45a4373e80c" providerId="ADAL" clId="{B5DE319A-E534-44C9-BD5A-853721C828A0}" dt="2026-09-25T15:17:57.112" v="48" actId="20577"/>
          <ac:spMkLst>
            <pc:docMk/>
            <pc:sldMk cId="345400230" sldId="4632"/>
            <ac:spMk id="3" creationId="{B20DC57C-1088-6D82-D3FB-2A630820607F}"/>
          </ac:spMkLst>
        </pc:spChg>
      </pc:sldChg>
      <pc:sldChg chg="modSp mod">
        <pc:chgData name="Marie-Claude Trudel" userId="e09e5fd0-69eb-4066-ab3a-d45a4373e80c" providerId="ADAL" clId="{B5DE319A-E534-44C9-BD5A-853721C828A0}" dt="2026-09-25T15:31:27.201" v="54" actId="20577"/>
        <pc:sldMkLst>
          <pc:docMk/>
          <pc:sldMk cId="3711010496" sldId="4633"/>
        </pc:sldMkLst>
        <pc:spChg chg="mod">
          <ac:chgData name="Marie-Claude Trudel" userId="e09e5fd0-69eb-4066-ab3a-d45a4373e80c" providerId="ADAL" clId="{B5DE319A-E534-44C9-BD5A-853721C828A0}" dt="2026-09-25T15:31:27.201" v="54" actId="20577"/>
          <ac:spMkLst>
            <pc:docMk/>
            <pc:sldMk cId="3711010496" sldId="4633"/>
            <ac:spMk id="3" creationId="{8364F0CA-1192-99AE-2287-1EA0034711E4}"/>
          </ac:spMkLst>
        </pc:spChg>
      </pc:sldChg>
      <pc:sldChg chg="modSp mod">
        <pc:chgData name="Marie-Claude Trudel" userId="e09e5fd0-69eb-4066-ab3a-d45a4373e80c" providerId="ADAL" clId="{B5DE319A-E534-44C9-BD5A-853721C828A0}" dt="2026-09-25T17:11:49.374" v="143" actId="20577"/>
        <pc:sldMkLst>
          <pc:docMk/>
          <pc:sldMk cId="852425676" sldId="4634"/>
        </pc:sldMkLst>
        <pc:spChg chg="mod">
          <ac:chgData name="Marie-Claude Trudel" userId="e09e5fd0-69eb-4066-ab3a-d45a4373e80c" providerId="ADAL" clId="{B5DE319A-E534-44C9-BD5A-853721C828A0}" dt="2026-09-25T17:11:49.374" v="143" actId="20577"/>
          <ac:spMkLst>
            <pc:docMk/>
            <pc:sldMk cId="852425676" sldId="4634"/>
            <ac:spMk id="3" creationId="{2C4E19CC-B0FD-0CCA-DE79-152FF4988CFB}"/>
          </ac:spMkLst>
        </pc:spChg>
        <pc:spChg chg="mod">
          <ac:chgData name="Marie-Claude Trudel" userId="e09e5fd0-69eb-4066-ab3a-d45a4373e80c" providerId="ADAL" clId="{B5DE319A-E534-44C9-BD5A-853721C828A0}" dt="2026-09-25T15:15:03.486" v="30"/>
          <ac:spMkLst>
            <pc:docMk/>
            <pc:sldMk cId="852425676" sldId="4634"/>
            <ac:spMk id="4" creationId="{945348C8-0A7F-BB04-E9DE-FACF365711FD}"/>
          </ac:spMkLst>
        </pc:spChg>
      </pc:sldChg>
      <pc:sldChg chg="modSp mod">
        <pc:chgData name="Marie-Claude Trudel" userId="e09e5fd0-69eb-4066-ab3a-d45a4373e80c" providerId="ADAL" clId="{B5DE319A-E534-44C9-BD5A-853721C828A0}" dt="2026-09-25T15:15:30.903" v="33" actId="20577"/>
        <pc:sldMkLst>
          <pc:docMk/>
          <pc:sldMk cId="3925580629" sldId="4635"/>
        </pc:sldMkLst>
        <pc:spChg chg="mod">
          <ac:chgData name="Marie-Claude Trudel" userId="e09e5fd0-69eb-4066-ab3a-d45a4373e80c" providerId="ADAL" clId="{B5DE319A-E534-44C9-BD5A-853721C828A0}" dt="2026-09-25T15:15:30.903" v="33" actId="20577"/>
          <ac:spMkLst>
            <pc:docMk/>
            <pc:sldMk cId="3925580629" sldId="4635"/>
            <ac:spMk id="3" creationId="{D4D9DF00-7D4C-9551-7ECA-94D9016AE031}"/>
          </ac:spMkLst>
        </pc:spChg>
      </pc:sldChg>
      <pc:sldChg chg="modSp mod">
        <pc:chgData name="Marie-Claude Trudel" userId="e09e5fd0-69eb-4066-ab3a-d45a4373e80c" providerId="ADAL" clId="{B5DE319A-E534-44C9-BD5A-853721C828A0}" dt="2026-09-25T15:16:14.328" v="34" actId="20577"/>
        <pc:sldMkLst>
          <pc:docMk/>
          <pc:sldMk cId="2391967789" sldId="4636"/>
        </pc:sldMkLst>
        <pc:spChg chg="mod">
          <ac:chgData name="Marie-Claude Trudel" userId="e09e5fd0-69eb-4066-ab3a-d45a4373e80c" providerId="ADAL" clId="{B5DE319A-E534-44C9-BD5A-853721C828A0}" dt="2026-09-25T15:16:14.328" v="34" actId="20577"/>
          <ac:spMkLst>
            <pc:docMk/>
            <pc:sldMk cId="2391967789" sldId="4636"/>
            <ac:spMk id="3" creationId="{1CAB0B6C-9B06-06C9-7BFE-7F4DC1B7F76D}"/>
          </ac:spMkLst>
        </pc:spChg>
      </pc:sldChg>
      <pc:sldChg chg="modSp mod">
        <pc:chgData name="Marie-Claude Trudel" userId="e09e5fd0-69eb-4066-ab3a-d45a4373e80c" providerId="ADAL" clId="{B5DE319A-E534-44C9-BD5A-853721C828A0}" dt="2026-09-25T15:44:04.855" v="90" actId="20577"/>
        <pc:sldMkLst>
          <pc:docMk/>
          <pc:sldMk cId="1356530864" sldId="4637"/>
        </pc:sldMkLst>
        <pc:spChg chg="mod">
          <ac:chgData name="Marie-Claude Trudel" userId="e09e5fd0-69eb-4066-ab3a-d45a4373e80c" providerId="ADAL" clId="{B5DE319A-E534-44C9-BD5A-853721C828A0}" dt="2026-09-25T15:44:04.855" v="90" actId="20577"/>
          <ac:spMkLst>
            <pc:docMk/>
            <pc:sldMk cId="1356530864" sldId="4637"/>
            <ac:spMk id="4" creationId="{56DC71C8-40FC-C150-28D9-E6C1D7B50C63}"/>
          </ac:spMkLst>
        </pc:spChg>
      </pc:sldChg>
      <pc:sldChg chg="modSp mod">
        <pc:chgData name="Marie-Claude Trudel" userId="e09e5fd0-69eb-4066-ab3a-d45a4373e80c" providerId="ADAL" clId="{B5DE319A-E534-44C9-BD5A-853721C828A0}" dt="2026-09-25T15:44:22.131" v="96" actId="20577"/>
        <pc:sldMkLst>
          <pc:docMk/>
          <pc:sldMk cId="3493481194" sldId="4638"/>
        </pc:sldMkLst>
        <pc:spChg chg="mod">
          <ac:chgData name="Marie-Claude Trudel" userId="e09e5fd0-69eb-4066-ab3a-d45a4373e80c" providerId="ADAL" clId="{B5DE319A-E534-44C9-BD5A-853721C828A0}" dt="2026-09-25T15:44:22.131" v="96" actId="20577"/>
          <ac:spMkLst>
            <pc:docMk/>
            <pc:sldMk cId="3493481194" sldId="4638"/>
            <ac:spMk id="3" creationId="{E4ACCC6C-F2CD-9BC3-72AA-B21C975F61C1}"/>
          </ac:spMkLst>
        </pc:spChg>
      </pc:sldChg>
      <pc:sldChg chg="modSp mod">
        <pc:chgData name="Marie-Claude Trudel" userId="e09e5fd0-69eb-4066-ab3a-d45a4373e80c" providerId="ADAL" clId="{B5DE319A-E534-44C9-BD5A-853721C828A0}" dt="2026-09-25T15:44:53.888" v="100" actId="20577"/>
        <pc:sldMkLst>
          <pc:docMk/>
          <pc:sldMk cId="3822829466" sldId="4639"/>
        </pc:sldMkLst>
        <pc:spChg chg="mod">
          <ac:chgData name="Marie-Claude Trudel" userId="e09e5fd0-69eb-4066-ab3a-d45a4373e80c" providerId="ADAL" clId="{B5DE319A-E534-44C9-BD5A-853721C828A0}" dt="2026-09-25T15:44:53.888" v="100" actId="20577"/>
          <ac:spMkLst>
            <pc:docMk/>
            <pc:sldMk cId="3822829466" sldId="4639"/>
            <ac:spMk id="10" creationId="{AB8643A3-A90F-05E2-4500-B2A75C9901EE}"/>
          </ac:spMkLst>
        </pc:spChg>
        <pc:graphicFrameChg chg="modGraphic">
          <ac:chgData name="Marie-Claude Trudel" userId="e09e5fd0-69eb-4066-ab3a-d45a4373e80c" providerId="ADAL" clId="{B5DE319A-E534-44C9-BD5A-853721C828A0}" dt="2026-09-25T15:44:36.731" v="99" actId="20577"/>
          <ac:graphicFrameMkLst>
            <pc:docMk/>
            <pc:sldMk cId="3822829466" sldId="4639"/>
            <ac:graphicFrameMk id="8" creationId="{3A37D1A2-0BFD-FB43-2752-F495E8043726}"/>
          </ac:graphicFrameMkLst>
        </pc:graphicFrameChg>
      </pc:sldChg>
      <pc:sldChg chg="modSp mod">
        <pc:chgData name="Marie-Claude Trudel" userId="e09e5fd0-69eb-4066-ab3a-d45a4373e80c" providerId="ADAL" clId="{B5DE319A-E534-44C9-BD5A-853721C828A0}" dt="2026-09-25T15:16:40.595" v="35" actId="20577"/>
        <pc:sldMkLst>
          <pc:docMk/>
          <pc:sldMk cId="4119077438" sldId="4640"/>
        </pc:sldMkLst>
        <pc:spChg chg="mod">
          <ac:chgData name="Marie-Claude Trudel" userId="e09e5fd0-69eb-4066-ab3a-d45a4373e80c" providerId="ADAL" clId="{B5DE319A-E534-44C9-BD5A-853721C828A0}" dt="2026-09-25T15:16:40.595" v="35" actId="20577"/>
          <ac:spMkLst>
            <pc:docMk/>
            <pc:sldMk cId="4119077438" sldId="4640"/>
            <ac:spMk id="2" creationId="{8C467FA6-88BE-9862-56AB-F72268E175B7}"/>
          </ac:spMkLst>
        </pc:spChg>
      </pc:sldChg>
      <pc:sldChg chg="modSp mod">
        <pc:chgData name="Marie-Claude Trudel" userId="e09e5fd0-69eb-4066-ab3a-d45a4373e80c" providerId="ADAL" clId="{B5DE319A-E534-44C9-BD5A-853721C828A0}" dt="2026-09-25T15:17:15.653" v="36" actId="20577"/>
        <pc:sldMkLst>
          <pc:docMk/>
          <pc:sldMk cId="4192682171" sldId="4661"/>
        </pc:sldMkLst>
        <pc:spChg chg="mod">
          <ac:chgData name="Marie-Claude Trudel" userId="e09e5fd0-69eb-4066-ab3a-d45a4373e80c" providerId="ADAL" clId="{B5DE319A-E534-44C9-BD5A-853721C828A0}" dt="2026-09-25T15:17:15.653" v="36" actId="20577"/>
          <ac:spMkLst>
            <pc:docMk/>
            <pc:sldMk cId="4192682171" sldId="4661"/>
            <ac:spMk id="3" creationId="{40131DD4-2EEE-0608-F96F-88D9B524B5ED}"/>
          </ac:spMkLst>
        </pc:spChg>
      </pc:sldChg>
    </pc:docChg>
  </pc:docChgLst>
  <pc:docChgLst>
    <pc:chgData name="Marie-Claude Trudel" userId="e09e5fd0-69eb-4066-ab3a-d45a4373e80c" providerId="ADAL" clId="{98CC5024-90CE-4CA8-BBCC-A512A7D53342}"/>
    <pc:docChg chg="undo custSel addSld delSld modSld">
      <pc:chgData name="Marie-Claude Trudel" userId="e09e5fd0-69eb-4066-ab3a-d45a4373e80c" providerId="ADAL" clId="{98CC5024-90CE-4CA8-BBCC-A512A7D53342}" dt="2026-09-29T10:32:50.700" v="191" actId="404"/>
      <pc:docMkLst>
        <pc:docMk/>
      </pc:docMkLst>
      <pc:sldChg chg="modNotesTx">
        <pc:chgData name="Marie-Claude Trudel" userId="e09e5fd0-69eb-4066-ab3a-d45a4373e80c" providerId="ADAL" clId="{98CC5024-90CE-4CA8-BBCC-A512A7D53342}" dt="2026-09-29T10:29:29.956" v="172" actId="6549"/>
        <pc:sldMkLst>
          <pc:docMk/>
          <pc:sldMk cId="3639282387" sldId="4397"/>
        </pc:sldMkLst>
      </pc:sldChg>
      <pc:sldChg chg="modNotesTx">
        <pc:chgData name="Marie-Claude Trudel" userId="e09e5fd0-69eb-4066-ab3a-d45a4373e80c" providerId="ADAL" clId="{98CC5024-90CE-4CA8-BBCC-A512A7D53342}" dt="2026-09-29T10:29:32.398" v="173" actId="6549"/>
        <pc:sldMkLst>
          <pc:docMk/>
          <pc:sldMk cId="304728425" sldId="4399"/>
        </pc:sldMkLst>
      </pc:sldChg>
      <pc:sldChg chg="modNotesTx">
        <pc:chgData name="Marie-Claude Trudel" userId="e09e5fd0-69eb-4066-ab3a-d45a4373e80c" providerId="ADAL" clId="{98CC5024-90CE-4CA8-BBCC-A512A7D53342}" dt="2026-09-29T10:30:37.566" v="186" actId="6549"/>
        <pc:sldMkLst>
          <pc:docMk/>
          <pc:sldMk cId="3104556947" sldId="4576"/>
        </pc:sldMkLst>
      </pc:sldChg>
      <pc:sldChg chg="modNotesTx">
        <pc:chgData name="Marie-Claude Trudel" userId="e09e5fd0-69eb-4066-ab3a-d45a4373e80c" providerId="ADAL" clId="{98CC5024-90CE-4CA8-BBCC-A512A7D53342}" dt="2026-09-29T10:30:23.471" v="182" actId="6549"/>
        <pc:sldMkLst>
          <pc:docMk/>
          <pc:sldMk cId="952556619" sldId="4578"/>
        </pc:sldMkLst>
      </pc:sldChg>
      <pc:sldChg chg="modNotesTx">
        <pc:chgData name="Marie-Claude Trudel" userId="e09e5fd0-69eb-4066-ab3a-d45a4373e80c" providerId="ADAL" clId="{98CC5024-90CE-4CA8-BBCC-A512A7D53342}" dt="2026-09-29T10:30:26.461" v="183" actId="6549"/>
        <pc:sldMkLst>
          <pc:docMk/>
          <pc:sldMk cId="620461584" sldId="4580"/>
        </pc:sldMkLst>
      </pc:sldChg>
      <pc:sldChg chg="modNotesTx">
        <pc:chgData name="Marie-Claude Trudel" userId="e09e5fd0-69eb-4066-ab3a-d45a4373e80c" providerId="ADAL" clId="{98CC5024-90CE-4CA8-BBCC-A512A7D53342}" dt="2026-09-29T10:30:35.381" v="185" actId="6549"/>
        <pc:sldMkLst>
          <pc:docMk/>
          <pc:sldMk cId="1785710741" sldId="4587"/>
        </pc:sldMkLst>
      </pc:sldChg>
      <pc:sldChg chg="modNotesTx">
        <pc:chgData name="Marie-Claude Trudel" userId="e09e5fd0-69eb-4066-ab3a-d45a4373e80c" providerId="ADAL" clId="{98CC5024-90CE-4CA8-BBCC-A512A7D53342}" dt="2026-09-29T10:30:43.814" v="187" actId="6549"/>
        <pc:sldMkLst>
          <pc:docMk/>
          <pc:sldMk cId="101229927" sldId="4592"/>
        </pc:sldMkLst>
      </pc:sldChg>
      <pc:sldChg chg="modNotesTx">
        <pc:chgData name="Marie-Claude Trudel" userId="e09e5fd0-69eb-4066-ab3a-d45a4373e80c" providerId="ADAL" clId="{98CC5024-90CE-4CA8-BBCC-A512A7D53342}" dt="2026-09-29T10:30:31.941" v="184" actId="6549"/>
        <pc:sldMkLst>
          <pc:docMk/>
          <pc:sldMk cId="3152001184" sldId="4604"/>
        </pc:sldMkLst>
      </pc:sldChg>
      <pc:sldChg chg="modNotesTx">
        <pc:chgData name="Marie-Claude Trudel" userId="e09e5fd0-69eb-4066-ab3a-d45a4373e80c" providerId="ADAL" clId="{98CC5024-90CE-4CA8-BBCC-A512A7D53342}" dt="2026-09-29T10:30:15.733" v="180" actId="6549"/>
        <pc:sldMkLst>
          <pc:docMk/>
          <pc:sldMk cId="345400230" sldId="4632"/>
        </pc:sldMkLst>
      </pc:sldChg>
      <pc:sldChg chg="modNotesTx">
        <pc:chgData name="Marie-Claude Trudel" userId="e09e5fd0-69eb-4066-ab3a-d45a4373e80c" providerId="ADAL" clId="{98CC5024-90CE-4CA8-BBCC-A512A7D53342}" dt="2026-09-29T10:30:18.101" v="181" actId="6549"/>
        <pc:sldMkLst>
          <pc:docMk/>
          <pc:sldMk cId="3711010496" sldId="4633"/>
        </pc:sldMkLst>
      </pc:sldChg>
      <pc:sldChg chg="modNotesTx">
        <pc:chgData name="Marie-Claude Trudel" userId="e09e5fd0-69eb-4066-ab3a-d45a4373e80c" providerId="ADAL" clId="{98CC5024-90CE-4CA8-BBCC-A512A7D53342}" dt="2026-09-29T10:29:44.567" v="174" actId="6549"/>
        <pc:sldMkLst>
          <pc:docMk/>
          <pc:sldMk cId="3925580629" sldId="4635"/>
        </pc:sldMkLst>
      </pc:sldChg>
      <pc:sldChg chg="modNotesTx">
        <pc:chgData name="Marie-Claude Trudel" userId="e09e5fd0-69eb-4066-ab3a-d45a4373e80c" providerId="ADAL" clId="{98CC5024-90CE-4CA8-BBCC-A512A7D53342}" dt="2026-09-29T10:29:49.220" v="175" actId="6549"/>
        <pc:sldMkLst>
          <pc:docMk/>
          <pc:sldMk cId="2391967789" sldId="4636"/>
        </pc:sldMkLst>
      </pc:sldChg>
      <pc:sldChg chg="modNotesTx">
        <pc:chgData name="Marie-Claude Trudel" userId="e09e5fd0-69eb-4066-ab3a-d45a4373e80c" providerId="ADAL" clId="{98CC5024-90CE-4CA8-BBCC-A512A7D53342}" dt="2026-09-29T10:30:47.732" v="188" actId="6549"/>
        <pc:sldMkLst>
          <pc:docMk/>
          <pc:sldMk cId="1356530864" sldId="4637"/>
        </pc:sldMkLst>
      </pc:sldChg>
      <pc:sldChg chg="delSp modSp mod">
        <pc:chgData name="Marie-Claude Trudel" userId="e09e5fd0-69eb-4066-ab3a-d45a4373e80c" providerId="ADAL" clId="{98CC5024-90CE-4CA8-BBCC-A512A7D53342}" dt="2026-09-29T10:32:50.700" v="191" actId="404"/>
        <pc:sldMkLst>
          <pc:docMk/>
          <pc:sldMk cId="4119077438" sldId="4640"/>
        </pc:sldMkLst>
        <pc:spChg chg="mod">
          <ac:chgData name="Marie-Claude Trudel" userId="e09e5fd0-69eb-4066-ab3a-d45a4373e80c" providerId="ADAL" clId="{98CC5024-90CE-4CA8-BBCC-A512A7D53342}" dt="2026-09-29T10:32:50.700" v="191" actId="404"/>
          <ac:spMkLst>
            <pc:docMk/>
            <pc:sldMk cId="4119077438" sldId="4640"/>
            <ac:spMk id="2" creationId="{8C467FA6-88BE-9862-56AB-F72268E175B7}"/>
          </ac:spMkLst>
        </pc:spChg>
        <pc:spChg chg="del">
          <ac:chgData name="Marie-Claude Trudel" userId="e09e5fd0-69eb-4066-ab3a-d45a4373e80c" providerId="ADAL" clId="{98CC5024-90CE-4CA8-BBCC-A512A7D53342}" dt="2026-09-29T10:13:47.094" v="0" actId="478"/>
          <ac:spMkLst>
            <pc:docMk/>
            <pc:sldMk cId="4119077438" sldId="4640"/>
            <ac:spMk id="6" creationId="{E86B55CE-4573-D4AA-B843-A369ED0166F7}"/>
          </ac:spMkLst>
        </pc:spChg>
      </pc:sldChg>
      <pc:sldChg chg="modNotesTx">
        <pc:chgData name="Marie-Claude Trudel" userId="e09e5fd0-69eb-4066-ab3a-d45a4373e80c" providerId="ADAL" clId="{98CC5024-90CE-4CA8-BBCC-A512A7D53342}" dt="2026-09-29T10:29:53.489" v="176" actId="6549"/>
        <pc:sldMkLst>
          <pc:docMk/>
          <pc:sldMk cId="425315764" sldId="4646"/>
        </pc:sldMkLst>
      </pc:sldChg>
      <pc:sldChg chg="modNotesTx">
        <pc:chgData name="Marie-Claude Trudel" userId="e09e5fd0-69eb-4066-ab3a-d45a4373e80c" providerId="ADAL" clId="{98CC5024-90CE-4CA8-BBCC-A512A7D53342}" dt="2026-09-29T10:30:02.935" v="177" actId="6549"/>
        <pc:sldMkLst>
          <pc:docMk/>
          <pc:sldMk cId="763974533" sldId="4660"/>
        </pc:sldMkLst>
      </pc:sldChg>
      <pc:sldChg chg="addSp delSp modSp mod modNotesTx">
        <pc:chgData name="Marie-Claude Trudel" userId="e09e5fd0-69eb-4066-ab3a-d45a4373e80c" providerId="ADAL" clId="{98CC5024-90CE-4CA8-BBCC-A512A7D53342}" dt="2026-09-29T10:30:06.423" v="178" actId="6549"/>
        <pc:sldMkLst>
          <pc:docMk/>
          <pc:sldMk cId="4192682171" sldId="4661"/>
        </pc:sldMkLst>
        <pc:spChg chg="add del mod">
          <ac:chgData name="Marie-Claude Trudel" userId="e09e5fd0-69eb-4066-ab3a-d45a4373e80c" providerId="ADAL" clId="{98CC5024-90CE-4CA8-BBCC-A512A7D53342}" dt="2026-09-29T10:18:46.495" v="136" actId="20577"/>
          <ac:spMkLst>
            <pc:docMk/>
            <pc:sldMk cId="4192682171" sldId="4661"/>
            <ac:spMk id="3" creationId="{40131DD4-2EEE-0608-F96F-88D9B524B5ED}"/>
          </ac:spMkLst>
        </pc:spChg>
        <pc:spChg chg="del">
          <ac:chgData name="Marie-Claude Trudel" userId="e09e5fd0-69eb-4066-ab3a-d45a4373e80c" providerId="ADAL" clId="{98CC5024-90CE-4CA8-BBCC-A512A7D53342}" dt="2026-09-29T10:16:24.774" v="3" actId="478"/>
          <ac:spMkLst>
            <pc:docMk/>
            <pc:sldMk cId="4192682171" sldId="4661"/>
            <ac:spMk id="6" creationId="{5616AA9B-751E-097F-B7BE-F952DE2C3C24}"/>
          </ac:spMkLst>
        </pc:spChg>
        <pc:spChg chg="add del mod">
          <ac:chgData name="Marie-Claude Trudel" userId="e09e5fd0-69eb-4066-ab3a-d45a4373e80c" providerId="ADAL" clId="{98CC5024-90CE-4CA8-BBCC-A512A7D53342}" dt="2026-09-29T10:17:41.267" v="11" actId="478"/>
          <ac:spMkLst>
            <pc:docMk/>
            <pc:sldMk cId="4192682171" sldId="4661"/>
            <ac:spMk id="8" creationId="{1800E233-2308-0D8B-563F-5C10256A83E9}"/>
          </ac:spMkLst>
        </pc:spChg>
        <pc:picChg chg="add del">
          <ac:chgData name="Marie-Claude Trudel" userId="e09e5fd0-69eb-4066-ab3a-d45a4373e80c" providerId="ADAL" clId="{98CC5024-90CE-4CA8-BBCC-A512A7D53342}" dt="2026-09-29T10:17:39.125" v="9" actId="478"/>
          <ac:picMkLst>
            <pc:docMk/>
            <pc:sldMk cId="4192682171" sldId="4661"/>
            <ac:picMk id="10" creationId="{C7AB1D93-83FD-1E4E-AA0D-73DAC87440D8}"/>
          </ac:picMkLst>
        </pc:picChg>
      </pc:sldChg>
      <pc:sldChg chg="addSp delSp modSp mod modNotesTx">
        <pc:chgData name="Marie-Claude Trudel" userId="e09e5fd0-69eb-4066-ab3a-d45a4373e80c" providerId="ADAL" clId="{98CC5024-90CE-4CA8-BBCC-A512A7D53342}" dt="2026-09-29T10:30:09.431" v="179" actId="6549"/>
        <pc:sldMkLst>
          <pc:docMk/>
          <pc:sldMk cId="1590309405" sldId="4662"/>
        </pc:sldMkLst>
        <pc:spChg chg="mod">
          <ac:chgData name="Marie-Claude Trudel" userId="e09e5fd0-69eb-4066-ab3a-d45a4373e80c" providerId="ADAL" clId="{98CC5024-90CE-4CA8-BBCC-A512A7D53342}" dt="2026-09-29T10:27:35.382" v="171" actId="20577"/>
          <ac:spMkLst>
            <pc:docMk/>
            <pc:sldMk cId="1590309405" sldId="4662"/>
            <ac:spMk id="3" creationId="{8FE6F842-E22C-D569-D8D1-B81DAE64B239}"/>
          </ac:spMkLst>
        </pc:spChg>
        <pc:spChg chg="add del">
          <ac:chgData name="Marie-Claude Trudel" userId="e09e5fd0-69eb-4066-ab3a-d45a4373e80c" providerId="ADAL" clId="{98CC5024-90CE-4CA8-BBCC-A512A7D53342}" dt="2026-09-29T10:24:57.650" v="167" actId="478"/>
          <ac:spMkLst>
            <pc:docMk/>
            <pc:sldMk cId="1590309405" sldId="4662"/>
            <ac:spMk id="6" creationId="{52C1E6E0-A644-035B-0343-9D3DA20505F4}"/>
          </ac:spMkLst>
        </pc:spChg>
        <pc:picChg chg="del">
          <ac:chgData name="Marie-Claude Trudel" userId="e09e5fd0-69eb-4066-ab3a-d45a4373e80c" providerId="ADAL" clId="{98CC5024-90CE-4CA8-BBCC-A512A7D53342}" dt="2026-09-29T10:20:01.341" v="137" actId="478"/>
          <ac:picMkLst>
            <pc:docMk/>
            <pc:sldMk cId="1590309405" sldId="4662"/>
            <ac:picMk id="7" creationId="{D84B0C83-87BD-8A4F-A4BA-B1A0FA9C63B6}"/>
          </ac:picMkLst>
        </pc:picChg>
        <pc:picChg chg="del">
          <ac:chgData name="Marie-Claude Trudel" userId="e09e5fd0-69eb-4066-ab3a-d45a4373e80c" providerId="ADAL" clId="{98CC5024-90CE-4CA8-BBCC-A512A7D53342}" dt="2026-09-29T10:21:16.225" v="141" actId="478"/>
          <ac:picMkLst>
            <pc:docMk/>
            <pc:sldMk cId="1590309405" sldId="4662"/>
            <ac:picMk id="9" creationId="{03F11DC1-AD8D-B9B7-8344-132E247BEC58}"/>
          </ac:picMkLst>
        </pc:picChg>
        <pc:picChg chg="add del mod">
          <ac:chgData name="Marie-Claude Trudel" userId="e09e5fd0-69eb-4066-ab3a-d45a4373e80c" providerId="ADAL" clId="{98CC5024-90CE-4CA8-BBCC-A512A7D53342}" dt="2026-09-29T10:27:29.266" v="170" actId="478"/>
          <ac:picMkLst>
            <pc:docMk/>
            <pc:sldMk cId="1590309405" sldId="4662"/>
            <ac:picMk id="10" creationId="{0D440906-8B12-A2D9-7801-B916521195F8}"/>
          </ac:picMkLst>
        </pc:picChg>
        <pc:picChg chg="del">
          <ac:chgData name="Marie-Claude Trudel" userId="e09e5fd0-69eb-4066-ab3a-d45a4373e80c" providerId="ADAL" clId="{98CC5024-90CE-4CA8-BBCC-A512A7D53342}" dt="2026-09-29T10:21:26.181" v="146" actId="478"/>
          <ac:picMkLst>
            <pc:docMk/>
            <pc:sldMk cId="1590309405" sldId="4662"/>
            <ac:picMk id="11" creationId="{BD38430A-A872-22B5-F889-7B6896EC0AF7}"/>
          </ac:picMkLst>
        </pc:picChg>
        <pc:picChg chg="add del mod">
          <ac:chgData name="Marie-Claude Trudel" userId="e09e5fd0-69eb-4066-ab3a-d45a4373e80c" providerId="ADAL" clId="{98CC5024-90CE-4CA8-BBCC-A512A7D53342}" dt="2026-09-29T10:27:29.266" v="170" actId="478"/>
          <ac:picMkLst>
            <pc:docMk/>
            <pc:sldMk cId="1590309405" sldId="4662"/>
            <ac:picMk id="13" creationId="{2C07D3A6-D09E-5B5E-A476-F72B1F542F76}"/>
          </ac:picMkLst>
        </pc:picChg>
        <pc:picChg chg="add del mod">
          <ac:chgData name="Marie-Claude Trudel" userId="e09e5fd0-69eb-4066-ab3a-d45a4373e80c" providerId="ADAL" clId="{98CC5024-90CE-4CA8-BBCC-A512A7D53342}" dt="2026-09-29T10:27:29.266" v="170" actId="478"/>
          <ac:picMkLst>
            <pc:docMk/>
            <pc:sldMk cId="1590309405" sldId="4662"/>
            <ac:picMk id="15" creationId="{A4467F1A-67F1-94FD-0714-F6C1E1CF558D}"/>
          </ac:picMkLst>
        </pc:picChg>
        <pc:picChg chg="add del mod">
          <ac:chgData name="Marie-Claude Trudel" userId="e09e5fd0-69eb-4066-ab3a-d45a4373e80c" providerId="ADAL" clId="{98CC5024-90CE-4CA8-BBCC-A512A7D53342}" dt="2026-09-29T10:27:29.266" v="170" actId="478"/>
          <ac:picMkLst>
            <pc:docMk/>
            <pc:sldMk cId="1590309405" sldId="4662"/>
            <ac:picMk id="16" creationId="{C385F78C-9072-54D1-256A-43A6619BF38A}"/>
          </ac:picMkLst>
        </pc:picChg>
        <pc:picChg chg="add del mod">
          <ac:chgData name="Marie-Claude Trudel" userId="e09e5fd0-69eb-4066-ab3a-d45a4373e80c" providerId="ADAL" clId="{98CC5024-90CE-4CA8-BBCC-A512A7D53342}" dt="2026-09-29T10:27:29.266" v="170" actId="478"/>
          <ac:picMkLst>
            <pc:docMk/>
            <pc:sldMk cId="1590309405" sldId="4662"/>
            <ac:picMk id="17" creationId="{08C4C0D4-9482-7784-F583-AAD6B1461942}"/>
          </ac:picMkLst>
        </pc:picChg>
      </pc:sldChg>
      <pc:sldChg chg="add del">
        <pc:chgData name="Marie-Claude Trudel" userId="e09e5fd0-69eb-4066-ab3a-d45a4373e80c" providerId="ADAL" clId="{98CC5024-90CE-4CA8-BBCC-A512A7D53342}" dt="2026-09-29T10:25:34.920" v="169"/>
        <pc:sldMkLst>
          <pc:docMk/>
          <pc:sldMk cId="2656849789" sldId="466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DCC87F-961E-4DF8-B92D-75C80AE4CE4F}"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fr-CA"/>
        </a:p>
      </dgm:t>
    </dgm:pt>
    <dgm:pt modelId="{8A1DF76F-BB6E-479A-B791-12AA1D3E9567}">
      <dgm:prSet phldrT="[Texte]" custT="1"/>
      <dgm:spPr>
        <a:solidFill>
          <a:schemeClr val="tx2">
            <a:lumMod val="10000"/>
            <a:lumOff val="90000"/>
          </a:schemeClr>
        </a:solidFill>
        <a:ln>
          <a:noFill/>
        </a:ln>
      </dgm:spPr>
      <dgm:t>
        <a:bodyPr/>
        <a:lstStyle/>
        <a:p>
          <a:r>
            <a:rPr lang="fr-CA" sz="1100" b="1" dirty="0">
              <a:latin typeface="Visby CF Medium" pitchFamily="50" charset="0"/>
            </a:rPr>
            <a:t>1 – À la base d’une transformation numérique réussie : une stratégie et une architecture</a:t>
          </a:r>
        </a:p>
      </dgm:t>
    </dgm:pt>
    <dgm:pt modelId="{80126F50-3606-41B3-BAE8-E1F8859AAE70}" type="parTrans" cxnId="{F6CFD425-31F9-4822-94D5-D1399F625D31}">
      <dgm:prSet/>
      <dgm:spPr/>
      <dgm:t>
        <a:bodyPr/>
        <a:lstStyle/>
        <a:p>
          <a:endParaRPr lang="fr-CA"/>
        </a:p>
      </dgm:t>
    </dgm:pt>
    <dgm:pt modelId="{5C5137A3-B785-40FB-99CC-E60534FB182F}" type="sibTrans" cxnId="{F6CFD425-31F9-4822-94D5-D1399F625D31}">
      <dgm:prSet/>
      <dgm:spPr/>
      <dgm:t>
        <a:bodyPr/>
        <a:lstStyle/>
        <a:p>
          <a:endParaRPr lang="fr-CA"/>
        </a:p>
      </dgm:t>
    </dgm:pt>
    <dgm:pt modelId="{10708408-6D36-4B7D-BEBF-A590AC2B2C93}">
      <dgm:prSet phldrT="[Texte]" custT="1"/>
      <dgm:spPr>
        <a:solidFill>
          <a:schemeClr val="accent3">
            <a:lumMod val="20000"/>
            <a:lumOff val="80000"/>
          </a:schemeClr>
        </a:solidFill>
        <a:ln>
          <a:noFill/>
        </a:ln>
      </dgm:spPr>
      <dgm:t>
        <a:bodyPr/>
        <a:lstStyle/>
        <a:p>
          <a:r>
            <a:rPr lang="fr-CA" sz="1100" b="0" dirty="0">
              <a:latin typeface="Visby CF Medium" pitchFamily="50" charset="0"/>
            </a:rPr>
            <a:t>2 – Au cœur des systèmes d’information : des processus d’affaires</a:t>
          </a:r>
        </a:p>
      </dgm:t>
    </dgm:pt>
    <dgm:pt modelId="{8D2B13C8-5A34-47CA-85F8-9805230B2A3D}" type="parTrans" cxnId="{9B18F61D-CF74-4131-A1F4-2F91F6E40EE5}">
      <dgm:prSet/>
      <dgm:spPr/>
      <dgm:t>
        <a:bodyPr/>
        <a:lstStyle/>
        <a:p>
          <a:endParaRPr lang="fr-CA"/>
        </a:p>
      </dgm:t>
    </dgm:pt>
    <dgm:pt modelId="{9BF9C8D2-D621-4D98-B87C-BF558387DF06}" type="sibTrans" cxnId="{9B18F61D-CF74-4131-A1F4-2F91F6E40EE5}">
      <dgm:prSet/>
      <dgm:spPr/>
      <dgm:t>
        <a:bodyPr/>
        <a:lstStyle/>
        <a:p>
          <a:endParaRPr lang="fr-CA"/>
        </a:p>
      </dgm:t>
    </dgm:pt>
    <dgm:pt modelId="{354638AD-F668-46FD-B66B-13F8AF7906FB}">
      <dgm:prSet phldrT="[Texte]" custT="1"/>
      <dgm:spPr>
        <a:solidFill>
          <a:schemeClr val="accent4">
            <a:lumMod val="20000"/>
            <a:lumOff val="80000"/>
          </a:schemeClr>
        </a:solidFill>
        <a:ln>
          <a:noFill/>
        </a:ln>
      </dgm:spPr>
      <dgm:t>
        <a:bodyPr/>
        <a:lstStyle/>
        <a:p>
          <a:r>
            <a:rPr lang="fr-CA" sz="1100" b="0" dirty="0">
              <a:latin typeface="Visby CF Medium" pitchFamily="50" charset="0"/>
            </a:rPr>
            <a:t>3 – La matière première des systèmes d’information : des données </a:t>
          </a:r>
        </a:p>
      </dgm:t>
    </dgm:pt>
    <dgm:pt modelId="{B748A4E7-66A8-407D-BEB5-1A548C1D9DF5}" type="parTrans" cxnId="{8D247FD2-6E5F-414B-8989-646255A9AB97}">
      <dgm:prSet/>
      <dgm:spPr/>
      <dgm:t>
        <a:bodyPr/>
        <a:lstStyle/>
        <a:p>
          <a:endParaRPr lang="fr-CA"/>
        </a:p>
      </dgm:t>
    </dgm:pt>
    <dgm:pt modelId="{3E98947C-1BAF-4823-A024-236E0B217241}" type="sibTrans" cxnId="{8D247FD2-6E5F-414B-8989-646255A9AB97}">
      <dgm:prSet/>
      <dgm:spPr/>
      <dgm:t>
        <a:bodyPr/>
        <a:lstStyle/>
        <a:p>
          <a:endParaRPr lang="fr-CA"/>
        </a:p>
      </dgm:t>
    </dgm:pt>
    <dgm:pt modelId="{5F77CF9E-BCFD-4325-8E43-7AC3589B6B7E}">
      <dgm:prSet phldrT="[Texte]" custT="1"/>
      <dgm:spPr>
        <a:solidFill>
          <a:schemeClr val="accent5">
            <a:lumMod val="20000"/>
            <a:lumOff val="80000"/>
          </a:schemeClr>
        </a:solidFill>
        <a:ln>
          <a:noFill/>
        </a:ln>
      </dgm:spPr>
      <dgm:t>
        <a:bodyPr/>
        <a:lstStyle/>
        <a:p>
          <a:r>
            <a:rPr lang="fr-CA" sz="1100" b="0" i="0" dirty="0">
              <a:latin typeface="Visby CF Medium" pitchFamily="2" charset="77"/>
            </a:rPr>
            <a:t>4 – Des données aux interfaces : structurer, saisir, gouverner</a:t>
          </a:r>
        </a:p>
      </dgm:t>
    </dgm:pt>
    <dgm:pt modelId="{8896BD91-0238-49C7-8D75-390D6CFA76D8}" type="parTrans" cxnId="{F3F017E9-E228-418B-BF74-FB35BBCFB9A6}">
      <dgm:prSet/>
      <dgm:spPr/>
      <dgm:t>
        <a:bodyPr/>
        <a:lstStyle/>
        <a:p>
          <a:endParaRPr lang="fr-CA"/>
        </a:p>
      </dgm:t>
    </dgm:pt>
    <dgm:pt modelId="{09014239-DABB-4244-993C-4B9885734537}" type="sibTrans" cxnId="{F3F017E9-E228-418B-BF74-FB35BBCFB9A6}">
      <dgm:prSet/>
      <dgm:spPr/>
      <dgm:t>
        <a:bodyPr/>
        <a:lstStyle/>
        <a:p>
          <a:endParaRPr lang="fr-CA"/>
        </a:p>
      </dgm:t>
    </dgm:pt>
    <dgm:pt modelId="{D5A81B6A-B302-4D00-9D9E-EB7D005F070A}">
      <dgm:prSet phldrT="[Texte]" custT="1"/>
      <dgm:spPr>
        <a:solidFill>
          <a:schemeClr val="accent1">
            <a:lumMod val="20000"/>
            <a:lumOff val="80000"/>
          </a:schemeClr>
        </a:solidFill>
        <a:ln>
          <a:noFill/>
        </a:ln>
      </dgm:spPr>
      <dgm:t>
        <a:bodyPr/>
        <a:lstStyle/>
        <a:p>
          <a:r>
            <a:rPr lang="fr-CA" sz="1100" b="0" dirty="0">
              <a:solidFill>
                <a:schemeClr val="bg1"/>
              </a:solidFill>
              <a:latin typeface="Visby CF Medium" pitchFamily="50" charset="0"/>
            </a:rPr>
            <a:t>5 – L’utilisation des systèmes d’information : des requêtes simples et des enjeux de cybersécurité</a:t>
          </a:r>
        </a:p>
      </dgm:t>
    </dgm:pt>
    <dgm:pt modelId="{37B01D62-F882-432D-B2B7-DCA8A403C6ED}" type="parTrans" cxnId="{01C45015-D83D-499C-99EC-771F2A57CB2D}">
      <dgm:prSet/>
      <dgm:spPr/>
      <dgm:t>
        <a:bodyPr/>
        <a:lstStyle/>
        <a:p>
          <a:endParaRPr lang="fr-CA"/>
        </a:p>
      </dgm:t>
    </dgm:pt>
    <dgm:pt modelId="{2515C32E-B45F-44AD-8FC5-012A9A23FC26}" type="sibTrans" cxnId="{01C45015-D83D-499C-99EC-771F2A57CB2D}">
      <dgm:prSet/>
      <dgm:spPr/>
      <dgm:t>
        <a:bodyPr/>
        <a:lstStyle/>
        <a:p>
          <a:endParaRPr lang="fr-CA"/>
        </a:p>
      </dgm:t>
    </dgm:pt>
    <dgm:pt modelId="{D88F6FC3-7BDD-42F7-B19F-99B2BCCA3E92}">
      <dgm:prSet phldrT="[Texte]" custT="1"/>
      <dgm:spPr>
        <a:solidFill>
          <a:schemeClr val="accent3"/>
        </a:solidFill>
        <a:ln>
          <a:solidFill>
            <a:schemeClr val="accent3"/>
          </a:solidFill>
        </a:ln>
      </dgm:spPr>
      <dgm:t>
        <a:bodyPr/>
        <a:lstStyle/>
        <a:p>
          <a:r>
            <a:rPr lang="fr-CA" sz="1100" b="0" dirty="0">
              <a:latin typeface="Visby CF Medium" pitchFamily="50" charset="0"/>
            </a:rPr>
            <a:t>6 - Au cœur des systèmes d’information : des algorithmes et de l’intelligence artificielle</a:t>
          </a:r>
        </a:p>
      </dgm:t>
    </dgm:pt>
    <dgm:pt modelId="{5FC457B8-A9F4-41FB-A6D6-4BC02D5F4CCD}" type="parTrans" cxnId="{76232C6A-03B2-43A8-A8AD-40D747B4DE9B}">
      <dgm:prSet/>
      <dgm:spPr/>
      <dgm:t>
        <a:bodyPr/>
        <a:lstStyle/>
        <a:p>
          <a:endParaRPr lang="fr-CA"/>
        </a:p>
      </dgm:t>
    </dgm:pt>
    <dgm:pt modelId="{414DEF70-243E-4028-8153-477A4091A5FB}" type="sibTrans" cxnId="{76232C6A-03B2-43A8-A8AD-40D747B4DE9B}">
      <dgm:prSet/>
      <dgm:spPr/>
      <dgm:t>
        <a:bodyPr/>
        <a:lstStyle/>
        <a:p>
          <a:endParaRPr lang="fr-CA"/>
        </a:p>
      </dgm:t>
    </dgm:pt>
    <dgm:pt modelId="{4E26A5B3-C522-43B4-9AAA-2BC9BAA39234}">
      <dgm:prSet phldrT="[Texte]" custT="1"/>
      <dgm:spPr>
        <a:solidFill>
          <a:schemeClr val="accent6"/>
        </a:solidFill>
        <a:ln>
          <a:noFill/>
        </a:ln>
      </dgm:spPr>
      <dgm:t>
        <a:bodyPr/>
        <a:lstStyle/>
        <a:p>
          <a:r>
            <a:rPr lang="fr-CA" sz="1100" b="0" dirty="0">
              <a:latin typeface="Visby CF Medium" pitchFamily="50" charset="0"/>
            </a:rPr>
            <a:t>7 - Pour passer du concept au système matérialisé </a:t>
          </a:r>
          <a:r>
            <a:rPr lang="fr-CA" sz="1100" b="0">
              <a:latin typeface="Visby CF Medium" pitchFamily="50" charset="0"/>
            </a:rPr>
            <a:t>: des projets structurés</a:t>
          </a:r>
          <a:endParaRPr lang="fr-CA" sz="1100" b="0" dirty="0">
            <a:latin typeface="Visby CF Medium" pitchFamily="50" charset="0"/>
          </a:endParaRPr>
        </a:p>
      </dgm:t>
    </dgm:pt>
    <dgm:pt modelId="{00D0D682-2043-42C0-9E9F-91BE89916147}" type="parTrans" cxnId="{0310DE33-D7E8-402C-B78B-69DFD42C01EA}">
      <dgm:prSet/>
      <dgm:spPr/>
      <dgm:t>
        <a:bodyPr/>
        <a:lstStyle/>
        <a:p>
          <a:endParaRPr lang="fr-CA"/>
        </a:p>
      </dgm:t>
    </dgm:pt>
    <dgm:pt modelId="{1BEA1745-1A91-4B8A-AA4D-D270E3744A78}" type="sibTrans" cxnId="{0310DE33-D7E8-402C-B78B-69DFD42C01EA}">
      <dgm:prSet/>
      <dgm:spPr/>
      <dgm:t>
        <a:bodyPr/>
        <a:lstStyle/>
        <a:p>
          <a:endParaRPr lang="fr-CA"/>
        </a:p>
      </dgm:t>
    </dgm:pt>
    <dgm:pt modelId="{785ACB87-2795-42CB-A43A-743DD2227EA6}">
      <dgm:prSet phldrT="[Texte]" custT="1"/>
      <dgm:spPr>
        <a:solidFill>
          <a:schemeClr val="accent2"/>
        </a:solidFill>
        <a:ln>
          <a:noFill/>
        </a:ln>
      </dgm:spPr>
      <dgm:t>
        <a:bodyPr/>
        <a:lstStyle/>
        <a:p>
          <a:r>
            <a:rPr lang="fr-CA" sz="1100" b="0" dirty="0">
              <a:latin typeface="Visby CF Medium" pitchFamily="50" charset="0"/>
            </a:rPr>
            <a:t>8 - Des processus standardisés et des données intégrées : des progiciels de gestion intégrés</a:t>
          </a:r>
        </a:p>
      </dgm:t>
    </dgm:pt>
    <dgm:pt modelId="{F511A68B-3DCC-40A1-B8E9-6F7F3E83B551}" type="parTrans" cxnId="{CB26B09F-AA64-46A7-AF90-35335CDBD9D8}">
      <dgm:prSet/>
      <dgm:spPr/>
      <dgm:t>
        <a:bodyPr/>
        <a:lstStyle/>
        <a:p>
          <a:endParaRPr lang="fr-CA"/>
        </a:p>
      </dgm:t>
    </dgm:pt>
    <dgm:pt modelId="{7A30C6C8-EFEC-43E3-A457-BDA410C78405}" type="sibTrans" cxnId="{CB26B09F-AA64-46A7-AF90-35335CDBD9D8}">
      <dgm:prSet/>
      <dgm:spPr/>
      <dgm:t>
        <a:bodyPr/>
        <a:lstStyle/>
        <a:p>
          <a:endParaRPr lang="fr-CA"/>
        </a:p>
      </dgm:t>
    </dgm:pt>
    <dgm:pt modelId="{C83BDD41-8921-45D5-B42C-FA68B5FD02BF}">
      <dgm:prSet phldrT="[Texte]" custT="1"/>
      <dgm:spPr>
        <a:solidFill>
          <a:schemeClr val="accent4"/>
        </a:solidFill>
        <a:ln>
          <a:noFill/>
        </a:ln>
      </dgm:spPr>
      <dgm:t>
        <a:bodyPr/>
        <a:lstStyle/>
        <a:p>
          <a:r>
            <a:rPr lang="fr-CA" sz="1100" b="0" dirty="0">
              <a:latin typeface="Visby CF Medium" pitchFamily="50" charset="0"/>
            </a:rPr>
            <a:t>9 – La matière première des systèmes d’information : toujours plus de données</a:t>
          </a:r>
        </a:p>
      </dgm:t>
    </dgm:pt>
    <dgm:pt modelId="{D42DD6BB-91F3-4351-8469-B92EEC984110}" type="parTrans" cxnId="{0C41F0EE-A9EB-4F39-98A6-A945E357CB29}">
      <dgm:prSet/>
      <dgm:spPr/>
      <dgm:t>
        <a:bodyPr/>
        <a:lstStyle/>
        <a:p>
          <a:endParaRPr lang="fr-CA"/>
        </a:p>
      </dgm:t>
    </dgm:pt>
    <dgm:pt modelId="{8E21A9B9-3D3D-42EB-B472-2B0A75689488}" type="sibTrans" cxnId="{0C41F0EE-A9EB-4F39-98A6-A945E357CB29}">
      <dgm:prSet/>
      <dgm:spPr/>
      <dgm:t>
        <a:bodyPr/>
        <a:lstStyle/>
        <a:p>
          <a:endParaRPr lang="fr-CA"/>
        </a:p>
      </dgm:t>
    </dgm:pt>
    <dgm:pt modelId="{2EE85648-0BC9-4AA0-89FF-B575F12576B8}">
      <dgm:prSet phldrT="[Texte]" custT="1"/>
      <dgm:spPr>
        <a:solidFill>
          <a:srgbClr val="EB6FBD">
            <a:hueOff val="0"/>
            <a:satOff val="0"/>
            <a:lumOff val="0"/>
            <a:alphaOff val="0"/>
          </a:srgbClr>
        </a:solidFill>
        <a:ln w="12700" cap="flat" cmpd="sng" algn="ctr">
          <a:noFill/>
          <a:prstDash val="solid"/>
          <a:miter lim="800000"/>
        </a:ln>
        <a:effectLst/>
      </dgm:spPr>
      <dgm:t>
        <a:bodyPr spcFirstLastPara="0" vert="horz" wrap="square" lIns="276278" tIns="0" rIns="276278" bIns="0" numCol="1" spcCol="1270" anchor="ctr" anchorCtr="0"/>
        <a:lstStyle/>
        <a:p>
          <a:pPr marL="0" lvl="0" indent="0" algn="l" defTabSz="488950">
            <a:lnSpc>
              <a:spcPct val="90000"/>
            </a:lnSpc>
            <a:spcBef>
              <a:spcPct val="0"/>
            </a:spcBef>
            <a:spcAft>
              <a:spcPct val="35000"/>
            </a:spcAft>
            <a:buNone/>
          </a:pPr>
          <a:r>
            <a:rPr lang="fr-CA" sz="1100" b="0" kern="1200" dirty="0">
              <a:solidFill>
                <a:prstClr val="white"/>
              </a:solidFill>
              <a:latin typeface="Visby CF Medium" pitchFamily="50" charset="0"/>
              <a:ea typeface="+mn-ea"/>
              <a:cs typeface="+mn-cs"/>
            </a:rPr>
            <a:t>11 - À l’avant scène des systèmes d’information : une expérience utilisateur réfléchie</a:t>
          </a:r>
          <a:endParaRPr lang="fr-CA" sz="1100" b="0" kern="1200" dirty="0">
            <a:solidFill>
              <a:schemeClr val="bg1"/>
            </a:solidFill>
            <a:latin typeface="Visby CF Medium" pitchFamily="50" charset="0"/>
            <a:ea typeface="+mn-ea"/>
            <a:cs typeface="+mn-cs"/>
          </a:endParaRPr>
        </a:p>
      </dgm:t>
    </dgm:pt>
    <dgm:pt modelId="{B36C580A-A389-45FC-B1BC-A40A8BB5F7A6}" type="parTrans" cxnId="{2B543A5A-AB47-4626-83F7-273EE9F70706}">
      <dgm:prSet/>
      <dgm:spPr/>
      <dgm:t>
        <a:bodyPr/>
        <a:lstStyle/>
        <a:p>
          <a:endParaRPr lang="fr-CA"/>
        </a:p>
      </dgm:t>
    </dgm:pt>
    <dgm:pt modelId="{D42B14E0-D5B9-4A29-9056-091A82A2D32B}" type="sibTrans" cxnId="{2B543A5A-AB47-4626-83F7-273EE9F70706}">
      <dgm:prSet/>
      <dgm:spPr/>
      <dgm:t>
        <a:bodyPr/>
        <a:lstStyle/>
        <a:p>
          <a:endParaRPr lang="fr-CA"/>
        </a:p>
      </dgm:t>
    </dgm:pt>
    <dgm:pt modelId="{09B1DCEF-6CCF-4E27-8F53-C9241CF7DE48}">
      <dgm:prSet phldrT="[Texte]" custT="1"/>
      <dgm:spPr>
        <a:solidFill>
          <a:schemeClr val="accent1"/>
        </a:solidFill>
        <a:ln w="12700" cap="flat" cmpd="sng" algn="ctr">
          <a:noFill/>
          <a:prstDash val="solid"/>
          <a:miter lim="800000"/>
        </a:ln>
        <a:effectLst/>
      </dgm:spPr>
      <dgm:t>
        <a:bodyPr spcFirstLastPara="0" vert="horz" wrap="square" lIns="276278" tIns="0" rIns="276278" bIns="0" numCol="1" spcCol="1270" anchor="ctr" anchorCtr="0"/>
        <a:lstStyle/>
        <a:p>
          <a:pPr marL="0" lvl="0" indent="0" algn="l" defTabSz="488950">
            <a:lnSpc>
              <a:spcPct val="90000"/>
            </a:lnSpc>
            <a:spcBef>
              <a:spcPct val="0"/>
            </a:spcBef>
            <a:spcAft>
              <a:spcPct val="35000"/>
            </a:spcAft>
            <a:buNone/>
          </a:pPr>
          <a:r>
            <a:rPr lang="fr-CA" sz="1100" b="0" kern="1200" dirty="0">
              <a:solidFill>
                <a:schemeClr val="bg1"/>
              </a:solidFill>
              <a:latin typeface="Visby CF Medium" pitchFamily="50" charset="0"/>
            </a:rPr>
            <a:t>10 – L’utilisation des systèmes d’information : des requêtes complexes à l’aide de tableaux de bord</a:t>
          </a:r>
          <a:endParaRPr lang="fr-CA" sz="1100" b="0" kern="1200" dirty="0">
            <a:solidFill>
              <a:prstClr val="white"/>
            </a:solidFill>
            <a:latin typeface="Visby CF Medium" pitchFamily="50" charset="0"/>
            <a:ea typeface="+mn-ea"/>
            <a:cs typeface="+mn-cs"/>
          </a:endParaRPr>
        </a:p>
      </dgm:t>
    </dgm:pt>
    <dgm:pt modelId="{BFADC8F6-8864-4668-ABF2-3ADF8E87DEBB}" type="parTrans" cxnId="{64308A61-2A69-4BFB-862E-3E771C486BAB}">
      <dgm:prSet/>
      <dgm:spPr/>
      <dgm:t>
        <a:bodyPr/>
        <a:lstStyle/>
        <a:p>
          <a:endParaRPr lang="fr-CA"/>
        </a:p>
      </dgm:t>
    </dgm:pt>
    <dgm:pt modelId="{AAF95CA0-02D7-4B60-8BAD-C3D13F6C2847}" type="sibTrans" cxnId="{64308A61-2A69-4BFB-862E-3E771C486BAB}">
      <dgm:prSet/>
      <dgm:spPr/>
      <dgm:t>
        <a:bodyPr/>
        <a:lstStyle/>
        <a:p>
          <a:endParaRPr lang="fr-CA"/>
        </a:p>
      </dgm:t>
    </dgm:pt>
    <dgm:pt modelId="{6920EEEC-8D2C-4678-8B13-80F013410BDD}">
      <dgm:prSet phldrT="[Texte]" custT="1"/>
      <dgm:spPr>
        <a:solidFill>
          <a:schemeClr val="accent2"/>
        </a:solidFill>
        <a:ln>
          <a:noFill/>
        </a:ln>
      </dgm:spPr>
      <dgm:t>
        <a:bodyPr/>
        <a:lstStyle/>
        <a:p>
          <a:pPr marL="0" lvl="0" indent="0" algn="l" defTabSz="488950">
            <a:lnSpc>
              <a:spcPct val="90000"/>
            </a:lnSpc>
            <a:spcBef>
              <a:spcPct val="0"/>
            </a:spcBef>
            <a:spcAft>
              <a:spcPct val="35000"/>
            </a:spcAft>
            <a:buNone/>
          </a:pPr>
          <a:r>
            <a:rPr lang="fr-CA" sz="1100" b="0" kern="1200" dirty="0">
              <a:solidFill>
                <a:schemeClr val="bg1"/>
              </a:solidFill>
              <a:latin typeface="Visby CF Medium" pitchFamily="50" charset="0"/>
              <a:ea typeface="+mn-ea"/>
              <a:cs typeface="+mn-cs"/>
            </a:rPr>
            <a:t>12 – Une solution complète : un tableau de bord pour soutenir l’utilisation d’un progiciel de gestion intégré</a:t>
          </a:r>
        </a:p>
      </dgm:t>
    </dgm:pt>
    <dgm:pt modelId="{6CC2C35A-C4F4-44B8-822F-58BA688B4E3F}" type="parTrans" cxnId="{A48E4EE6-1E33-4DDC-B917-7D1921C2DA37}">
      <dgm:prSet/>
      <dgm:spPr/>
      <dgm:t>
        <a:bodyPr/>
        <a:lstStyle/>
        <a:p>
          <a:endParaRPr lang="fr-CA"/>
        </a:p>
      </dgm:t>
    </dgm:pt>
    <dgm:pt modelId="{3E1BD0E5-6F34-480C-B732-F43B7DCD031B}" type="sibTrans" cxnId="{A48E4EE6-1E33-4DDC-B917-7D1921C2DA37}">
      <dgm:prSet/>
      <dgm:spPr/>
      <dgm:t>
        <a:bodyPr/>
        <a:lstStyle/>
        <a:p>
          <a:endParaRPr lang="fr-CA"/>
        </a:p>
      </dgm:t>
    </dgm:pt>
    <dgm:pt modelId="{0B780D78-199E-4300-A693-D6F97EF5F986}" type="pres">
      <dgm:prSet presAssocID="{74DCC87F-961E-4DF8-B92D-75C80AE4CE4F}" presName="linear" presStyleCnt="0">
        <dgm:presLayoutVars>
          <dgm:dir/>
          <dgm:animLvl val="lvl"/>
          <dgm:resizeHandles val="exact"/>
        </dgm:presLayoutVars>
      </dgm:prSet>
      <dgm:spPr/>
    </dgm:pt>
    <dgm:pt modelId="{AB711B2A-DB8A-4E78-8A51-7A006FB82405}" type="pres">
      <dgm:prSet presAssocID="{8A1DF76F-BB6E-479A-B791-12AA1D3E9567}" presName="parentLin" presStyleCnt="0"/>
      <dgm:spPr/>
    </dgm:pt>
    <dgm:pt modelId="{C1C73789-F552-4FF2-B95E-C69C025A1060}" type="pres">
      <dgm:prSet presAssocID="{8A1DF76F-BB6E-479A-B791-12AA1D3E9567}" presName="parentLeftMargin" presStyleLbl="node1" presStyleIdx="0" presStyleCnt="12"/>
      <dgm:spPr/>
    </dgm:pt>
    <dgm:pt modelId="{FC5595AD-741D-479C-94ED-B41127C2D30C}" type="pres">
      <dgm:prSet presAssocID="{8A1DF76F-BB6E-479A-B791-12AA1D3E9567}" presName="parentText" presStyleLbl="node1" presStyleIdx="0" presStyleCnt="12" custScaleX="114283">
        <dgm:presLayoutVars>
          <dgm:chMax val="0"/>
          <dgm:bulletEnabled val="1"/>
        </dgm:presLayoutVars>
      </dgm:prSet>
      <dgm:spPr/>
    </dgm:pt>
    <dgm:pt modelId="{5B43CB98-6094-4D72-AEC4-3B56AD698D0D}" type="pres">
      <dgm:prSet presAssocID="{8A1DF76F-BB6E-479A-B791-12AA1D3E9567}" presName="negativeSpace" presStyleCnt="0"/>
      <dgm:spPr/>
    </dgm:pt>
    <dgm:pt modelId="{C9227AC1-1BF1-4CB5-864D-1F1C35C267D4}" type="pres">
      <dgm:prSet presAssocID="{8A1DF76F-BB6E-479A-B791-12AA1D3E9567}" presName="childText" presStyleLbl="conFgAcc1" presStyleIdx="0" presStyleCnt="12">
        <dgm:presLayoutVars>
          <dgm:bulletEnabled val="1"/>
        </dgm:presLayoutVars>
      </dgm:prSet>
      <dgm:spPr>
        <a:ln w="12700">
          <a:solidFill>
            <a:schemeClr val="tx2">
              <a:lumMod val="10000"/>
              <a:lumOff val="90000"/>
            </a:schemeClr>
          </a:solidFill>
        </a:ln>
      </dgm:spPr>
    </dgm:pt>
    <dgm:pt modelId="{76379CA2-9CD9-4B68-BA3F-BB94A437B20B}" type="pres">
      <dgm:prSet presAssocID="{5C5137A3-B785-40FB-99CC-E60534FB182F}" presName="spaceBetweenRectangles" presStyleCnt="0"/>
      <dgm:spPr/>
    </dgm:pt>
    <dgm:pt modelId="{047E0C47-3DB2-431F-A4C8-4CD363D3B823}" type="pres">
      <dgm:prSet presAssocID="{10708408-6D36-4B7D-BEBF-A590AC2B2C93}" presName="parentLin" presStyleCnt="0"/>
      <dgm:spPr/>
    </dgm:pt>
    <dgm:pt modelId="{78B90B25-6254-4BB0-B462-8B502E1DD088}" type="pres">
      <dgm:prSet presAssocID="{10708408-6D36-4B7D-BEBF-A590AC2B2C93}" presName="parentLeftMargin" presStyleLbl="node1" presStyleIdx="0" presStyleCnt="12"/>
      <dgm:spPr/>
    </dgm:pt>
    <dgm:pt modelId="{D5FBFB3E-AF30-4644-971E-72A9D5B69B7E}" type="pres">
      <dgm:prSet presAssocID="{10708408-6D36-4B7D-BEBF-A590AC2B2C93}" presName="parentText" presStyleLbl="node1" presStyleIdx="1" presStyleCnt="12" custScaleX="114283">
        <dgm:presLayoutVars>
          <dgm:chMax val="0"/>
          <dgm:bulletEnabled val="1"/>
        </dgm:presLayoutVars>
      </dgm:prSet>
      <dgm:spPr/>
    </dgm:pt>
    <dgm:pt modelId="{86CF052E-923F-4227-ABF0-95C2FF075F55}" type="pres">
      <dgm:prSet presAssocID="{10708408-6D36-4B7D-BEBF-A590AC2B2C93}" presName="negativeSpace" presStyleCnt="0"/>
      <dgm:spPr/>
    </dgm:pt>
    <dgm:pt modelId="{4B705F14-EF6E-47A1-83AC-F9A4EA9DCD99}" type="pres">
      <dgm:prSet presAssocID="{10708408-6D36-4B7D-BEBF-A590AC2B2C93}" presName="childText" presStyleLbl="conFgAcc1" presStyleIdx="1" presStyleCnt="12">
        <dgm:presLayoutVars>
          <dgm:bulletEnabled val="1"/>
        </dgm:presLayoutVars>
      </dgm:prSet>
      <dgm:spPr>
        <a:ln w="12700">
          <a:solidFill>
            <a:schemeClr val="accent3">
              <a:lumMod val="20000"/>
              <a:lumOff val="80000"/>
            </a:schemeClr>
          </a:solidFill>
        </a:ln>
      </dgm:spPr>
    </dgm:pt>
    <dgm:pt modelId="{64D9A99A-B3BE-4D6A-B34A-A753C38956F0}" type="pres">
      <dgm:prSet presAssocID="{9BF9C8D2-D621-4D98-B87C-BF558387DF06}" presName="spaceBetweenRectangles" presStyleCnt="0"/>
      <dgm:spPr/>
    </dgm:pt>
    <dgm:pt modelId="{84921B4F-9AA1-4618-97E3-FC85366EB2A0}" type="pres">
      <dgm:prSet presAssocID="{354638AD-F668-46FD-B66B-13F8AF7906FB}" presName="parentLin" presStyleCnt="0"/>
      <dgm:spPr/>
    </dgm:pt>
    <dgm:pt modelId="{0949B521-3F4C-422C-A2EC-7F0FDC407213}" type="pres">
      <dgm:prSet presAssocID="{354638AD-F668-46FD-B66B-13F8AF7906FB}" presName="parentLeftMargin" presStyleLbl="node1" presStyleIdx="1" presStyleCnt="12"/>
      <dgm:spPr/>
    </dgm:pt>
    <dgm:pt modelId="{4E0EC255-89F1-4ECD-8CEB-A36054D0B55B}" type="pres">
      <dgm:prSet presAssocID="{354638AD-F668-46FD-B66B-13F8AF7906FB}" presName="parentText" presStyleLbl="node1" presStyleIdx="2" presStyleCnt="12" custScaleX="114283">
        <dgm:presLayoutVars>
          <dgm:chMax val="0"/>
          <dgm:bulletEnabled val="1"/>
        </dgm:presLayoutVars>
      </dgm:prSet>
      <dgm:spPr/>
    </dgm:pt>
    <dgm:pt modelId="{2D8EB3B2-C86A-4D2D-ABC7-680390DCF5E0}" type="pres">
      <dgm:prSet presAssocID="{354638AD-F668-46FD-B66B-13F8AF7906FB}" presName="negativeSpace" presStyleCnt="0"/>
      <dgm:spPr/>
    </dgm:pt>
    <dgm:pt modelId="{0893C5BF-2D1A-475E-9A5B-CF95378A190A}" type="pres">
      <dgm:prSet presAssocID="{354638AD-F668-46FD-B66B-13F8AF7906FB}" presName="childText" presStyleLbl="conFgAcc1" presStyleIdx="2" presStyleCnt="12">
        <dgm:presLayoutVars>
          <dgm:bulletEnabled val="1"/>
        </dgm:presLayoutVars>
      </dgm:prSet>
      <dgm:spPr>
        <a:ln w="12700">
          <a:solidFill>
            <a:schemeClr val="accent4">
              <a:lumMod val="20000"/>
              <a:lumOff val="80000"/>
            </a:schemeClr>
          </a:solidFill>
        </a:ln>
      </dgm:spPr>
    </dgm:pt>
    <dgm:pt modelId="{2F6A9ABE-AE6B-4CC3-9355-62F4AC9DDBAF}" type="pres">
      <dgm:prSet presAssocID="{3E98947C-1BAF-4823-A024-236E0B217241}" presName="spaceBetweenRectangles" presStyleCnt="0"/>
      <dgm:spPr/>
    </dgm:pt>
    <dgm:pt modelId="{D8C37164-49F5-48D3-9F3A-364CBCB7E616}" type="pres">
      <dgm:prSet presAssocID="{5F77CF9E-BCFD-4325-8E43-7AC3589B6B7E}" presName="parentLin" presStyleCnt="0"/>
      <dgm:spPr/>
    </dgm:pt>
    <dgm:pt modelId="{11928AEB-E32B-4689-A238-C18B7111190E}" type="pres">
      <dgm:prSet presAssocID="{5F77CF9E-BCFD-4325-8E43-7AC3589B6B7E}" presName="parentLeftMargin" presStyleLbl="node1" presStyleIdx="2" presStyleCnt="12"/>
      <dgm:spPr/>
    </dgm:pt>
    <dgm:pt modelId="{2690095D-C682-4C4A-BD20-A8FC25F1AE82}" type="pres">
      <dgm:prSet presAssocID="{5F77CF9E-BCFD-4325-8E43-7AC3589B6B7E}" presName="parentText" presStyleLbl="node1" presStyleIdx="3" presStyleCnt="12" custScaleX="114283" custLinFactNeighborX="-4170">
        <dgm:presLayoutVars>
          <dgm:chMax val="0"/>
          <dgm:bulletEnabled val="1"/>
        </dgm:presLayoutVars>
      </dgm:prSet>
      <dgm:spPr/>
    </dgm:pt>
    <dgm:pt modelId="{2F81A02B-4240-46B4-8A69-235672922F6A}" type="pres">
      <dgm:prSet presAssocID="{5F77CF9E-BCFD-4325-8E43-7AC3589B6B7E}" presName="negativeSpace" presStyleCnt="0"/>
      <dgm:spPr/>
    </dgm:pt>
    <dgm:pt modelId="{BA0A9E78-6452-4B8A-AE51-6D689E339484}" type="pres">
      <dgm:prSet presAssocID="{5F77CF9E-BCFD-4325-8E43-7AC3589B6B7E}" presName="childText" presStyleLbl="conFgAcc1" presStyleIdx="3" presStyleCnt="12">
        <dgm:presLayoutVars>
          <dgm:bulletEnabled val="1"/>
        </dgm:presLayoutVars>
      </dgm:prSet>
      <dgm:spPr>
        <a:ln w="12700">
          <a:solidFill>
            <a:schemeClr val="accent5">
              <a:lumMod val="20000"/>
              <a:lumOff val="80000"/>
            </a:schemeClr>
          </a:solidFill>
        </a:ln>
      </dgm:spPr>
    </dgm:pt>
    <dgm:pt modelId="{AA21A30D-C12B-4264-A542-9601FE254C5D}" type="pres">
      <dgm:prSet presAssocID="{09014239-DABB-4244-993C-4B9885734537}" presName="spaceBetweenRectangles" presStyleCnt="0"/>
      <dgm:spPr/>
    </dgm:pt>
    <dgm:pt modelId="{6686CB89-8EEC-4F53-BF0D-BA644582D393}" type="pres">
      <dgm:prSet presAssocID="{D5A81B6A-B302-4D00-9D9E-EB7D005F070A}" presName="parentLin" presStyleCnt="0"/>
      <dgm:spPr/>
    </dgm:pt>
    <dgm:pt modelId="{B3B02199-AC2A-4F0B-A4CD-FDDC33232A60}" type="pres">
      <dgm:prSet presAssocID="{D5A81B6A-B302-4D00-9D9E-EB7D005F070A}" presName="parentLeftMargin" presStyleLbl="node1" presStyleIdx="3" presStyleCnt="12"/>
      <dgm:spPr/>
    </dgm:pt>
    <dgm:pt modelId="{A08B0E8E-8C7F-4255-A3F8-34FAAC135F61}" type="pres">
      <dgm:prSet presAssocID="{D5A81B6A-B302-4D00-9D9E-EB7D005F070A}" presName="parentText" presStyleLbl="node1" presStyleIdx="4" presStyleCnt="12" custScaleX="114283">
        <dgm:presLayoutVars>
          <dgm:chMax val="0"/>
          <dgm:bulletEnabled val="1"/>
        </dgm:presLayoutVars>
      </dgm:prSet>
      <dgm:spPr/>
    </dgm:pt>
    <dgm:pt modelId="{7973F4F7-49DE-4E60-AEFF-6F126D957018}" type="pres">
      <dgm:prSet presAssocID="{D5A81B6A-B302-4D00-9D9E-EB7D005F070A}" presName="negativeSpace" presStyleCnt="0"/>
      <dgm:spPr/>
    </dgm:pt>
    <dgm:pt modelId="{D524D4B0-4F47-4D31-8A61-14197528B68A}" type="pres">
      <dgm:prSet presAssocID="{D5A81B6A-B302-4D00-9D9E-EB7D005F070A}" presName="childText" presStyleLbl="conFgAcc1" presStyleIdx="4" presStyleCnt="12">
        <dgm:presLayoutVars>
          <dgm:bulletEnabled val="1"/>
        </dgm:presLayoutVars>
      </dgm:prSet>
      <dgm:spPr>
        <a:ln w="12700">
          <a:solidFill>
            <a:schemeClr val="accent1">
              <a:lumMod val="20000"/>
              <a:lumOff val="80000"/>
            </a:schemeClr>
          </a:solidFill>
        </a:ln>
      </dgm:spPr>
    </dgm:pt>
    <dgm:pt modelId="{8C4392E4-1661-4A3E-8965-BE4D2933256A}" type="pres">
      <dgm:prSet presAssocID="{2515C32E-B45F-44AD-8FC5-012A9A23FC26}" presName="spaceBetweenRectangles" presStyleCnt="0"/>
      <dgm:spPr/>
    </dgm:pt>
    <dgm:pt modelId="{12CACB77-AB8B-4B26-856E-F96DE5F76361}" type="pres">
      <dgm:prSet presAssocID="{D88F6FC3-7BDD-42F7-B19F-99B2BCCA3E92}" presName="parentLin" presStyleCnt="0"/>
      <dgm:spPr/>
    </dgm:pt>
    <dgm:pt modelId="{33274E35-8751-45BB-88C7-053174B419F5}" type="pres">
      <dgm:prSet presAssocID="{D88F6FC3-7BDD-42F7-B19F-99B2BCCA3E92}" presName="parentLeftMargin" presStyleLbl="node1" presStyleIdx="4" presStyleCnt="12"/>
      <dgm:spPr/>
    </dgm:pt>
    <dgm:pt modelId="{A9CC9630-0510-47D5-B845-7B11EF8C8726}" type="pres">
      <dgm:prSet presAssocID="{D88F6FC3-7BDD-42F7-B19F-99B2BCCA3E92}" presName="parentText" presStyleLbl="node1" presStyleIdx="5" presStyleCnt="12" custScaleX="114283">
        <dgm:presLayoutVars>
          <dgm:chMax val="0"/>
          <dgm:bulletEnabled val="1"/>
        </dgm:presLayoutVars>
      </dgm:prSet>
      <dgm:spPr/>
    </dgm:pt>
    <dgm:pt modelId="{9CABAB8E-DB53-4E78-88F7-D9EA5BD787D8}" type="pres">
      <dgm:prSet presAssocID="{D88F6FC3-7BDD-42F7-B19F-99B2BCCA3E92}" presName="negativeSpace" presStyleCnt="0"/>
      <dgm:spPr/>
    </dgm:pt>
    <dgm:pt modelId="{6B5F2D5C-5996-49E2-9ECD-B986D8E044FB}" type="pres">
      <dgm:prSet presAssocID="{D88F6FC3-7BDD-42F7-B19F-99B2BCCA3E92}" presName="childText" presStyleLbl="conFgAcc1" presStyleIdx="5" presStyleCnt="12">
        <dgm:presLayoutVars>
          <dgm:bulletEnabled val="1"/>
        </dgm:presLayoutVars>
      </dgm:prSet>
      <dgm:spPr>
        <a:ln w="38100">
          <a:solidFill>
            <a:schemeClr val="accent3"/>
          </a:solidFill>
        </a:ln>
      </dgm:spPr>
    </dgm:pt>
    <dgm:pt modelId="{A2D80F7B-59FB-421B-A04B-377A227DC3AC}" type="pres">
      <dgm:prSet presAssocID="{414DEF70-243E-4028-8153-477A4091A5FB}" presName="spaceBetweenRectangles" presStyleCnt="0"/>
      <dgm:spPr/>
    </dgm:pt>
    <dgm:pt modelId="{90A94F11-7CA8-4ED1-8CAE-FE7B1FE44954}" type="pres">
      <dgm:prSet presAssocID="{4E26A5B3-C522-43B4-9AAA-2BC9BAA39234}" presName="parentLin" presStyleCnt="0"/>
      <dgm:spPr/>
    </dgm:pt>
    <dgm:pt modelId="{74BEE3E3-6965-4F4B-9525-1FB38C5FE925}" type="pres">
      <dgm:prSet presAssocID="{4E26A5B3-C522-43B4-9AAA-2BC9BAA39234}" presName="parentLeftMargin" presStyleLbl="node1" presStyleIdx="5" presStyleCnt="12"/>
      <dgm:spPr/>
    </dgm:pt>
    <dgm:pt modelId="{2E6479BD-17C2-4B62-9598-1A179A816511}" type="pres">
      <dgm:prSet presAssocID="{4E26A5B3-C522-43B4-9AAA-2BC9BAA39234}" presName="parentText" presStyleLbl="node1" presStyleIdx="6" presStyleCnt="12" custScaleX="114283">
        <dgm:presLayoutVars>
          <dgm:chMax val="0"/>
          <dgm:bulletEnabled val="1"/>
        </dgm:presLayoutVars>
      </dgm:prSet>
      <dgm:spPr/>
    </dgm:pt>
    <dgm:pt modelId="{8E6892FB-1175-4A61-9E12-AFDA53ACE2C7}" type="pres">
      <dgm:prSet presAssocID="{4E26A5B3-C522-43B4-9AAA-2BC9BAA39234}" presName="negativeSpace" presStyleCnt="0"/>
      <dgm:spPr/>
    </dgm:pt>
    <dgm:pt modelId="{B767CEFF-DB6B-4AE7-8BAC-740813957E5C}" type="pres">
      <dgm:prSet presAssocID="{4E26A5B3-C522-43B4-9AAA-2BC9BAA39234}" presName="childText" presStyleLbl="conFgAcc1" presStyleIdx="6" presStyleCnt="12">
        <dgm:presLayoutVars>
          <dgm:bulletEnabled val="1"/>
        </dgm:presLayoutVars>
      </dgm:prSet>
      <dgm:spPr>
        <a:ln w="12700">
          <a:solidFill>
            <a:schemeClr val="accent6"/>
          </a:solidFill>
        </a:ln>
      </dgm:spPr>
    </dgm:pt>
    <dgm:pt modelId="{0142F35C-9F1F-49DD-A2C1-323D45E8804C}" type="pres">
      <dgm:prSet presAssocID="{1BEA1745-1A91-4B8A-AA4D-D270E3744A78}" presName="spaceBetweenRectangles" presStyleCnt="0"/>
      <dgm:spPr/>
    </dgm:pt>
    <dgm:pt modelId="{06354F8E-18CC-480F-9E44-519978943993}" type="pres">
      <dgm:prSet presAssocID="{785ACB87-2795-42CB-A43A-743DD2227EA6}" presName="parentLin" presStyleCnt="0"/>
      <dgm:spPr/>
    </dgm:pt>
    <dgm:pt modelId="{827C1C72-3CAA-4D03-920E-89A9E556E12D}" type="pres">
      <dgm:prSet presAssocID="{785ACB87-2795-42CB-A43A-743DD2227EA6}" presName="parentLeftMargin" presStyleLbl="node1" presStyleIdx="6" presStyleCnt="12"/>
      <dgm:spPr/>
    </dgm:pt>
    <dgm:pt modelId="{527F5BA3-371D-4AE0-B87A-668DCEE6A1CA}" type="pres">
      <dgm:prSet presAssocID="{785ACB87-2795-42CB-A43A-743DD2227EA6}" presName="parentText" presStyleLbl="node1" presStyleIdx="7" presStyleCnt="12" custScaleX="114283" custLinFactX="6009" custLinFactNeighborX="100000">
        <dgm:presLayoutVars>
          <dgm:chMax val="0"/>
          <dgm:bulletEnabled val="1"/>
        </dgm:presLayoutVars>
      </dgm:prSet>
      <dgm:spPr/>
    </dgm:pt>
    <dgm:pt modelId="{66E2C8D4-A5E1-44BF-A380-25A010595765}" type="pres">
      <dgm:prSet presAssocID="{785ACB87-2795-42CB-A43A-743DD2227EA6}" presName="negativeSpace" presStyleCnt="0"/>
      <dgm:spPr/>
    </dgm:pt>
    <dgm:pt modelId="{618D87AA-43A7-4801-AF8D-665093B79FC2}" type="pres">
      <dgm:prSet presAssocID="{785ACB87-2795-42CB-A43A-743DD2227EA6}" presName="childText" presStyleLbl="conFgAcc1" presStyleIdx="7" presStyleCnt="12">
        <dgm:presLayoutVars>
          <dgm:bulletEnabled val="1"/>
        </dgm:presLayoutVars>
      </dgm:prSet>
      <dgm:spPr>
        <a:ln w="12700">
          <a:solidFill>
            <a:schemeClr val="accent2"/>
          </a:solidFill>
        </a:ln>
      </dgm:spPr>
    </dgm:pt>
    <dgm:pt modelId="{3CC66BF5-743F-4F5A-ACA4-39198CD8BF75}" type="pres">
      <dgm:prSet presAssocID="{7A30C6C8-EFEC-43E3-A457-BDA410C78405}" presName="spaceBetweenRectangles" presStyleCnt="0"/>
      <dgm:spPr/>
    </dgm:pt>
    <dgm:pt modelId="{65278A73-4950-46F5-BFFF-3808B94E5A68}" type="pres">
      <dgm:prSet presAssocID="{C83BDD41-8921-45D5-B42C-FA68B5FD02BF}" presName="parentLin" presStyleCnt="0"/>
      <dgm:spPr/>
    </dgm:pt>
    <dgm:pt modelId="{5B1CD7BF-057B-40C6-95E4-0CA5CF8E263B}" type="pres">
      <dgm:prSet presAssocID="{C83BDD41-8921-45D5-B42C-FA68B5FD02BF}" presName="parentLeftMargin" presStyleLbl="node1" presStyleIdx="7" presStyleCnt="12"/>
      <dgm:spPr/>
    </dgm:pt>
    <dgm:pt modelId="{EAB68C95-726F-4985-BDFC-96AE74956DB2}" type="pres">
      <dgm:prSet presAssocID="{C83BDD41-8921-45D5-B42C-FA68B5FD02BF}" presName="parentText" presStyleLbl="node1" presStyleIdx="8" presStyleCnt="12" custScaleX="114283" custLinFactX="6009" custLinFactNeighborX="100000">
        <dgm:presLayoutVars>
          <dgm:chMax val="0"/>
          <dgm:bulletEnabled val="1"/>
        </dgm:presLayoutVars>
      </dgm:prSet>
      <dgm:spPr/>
    </dgm:pt>
    <dgm:pt modelId="{AA1F27E5-B285-48F1-B677-553153BD46C1}" type="pres">
      <dgm:prSet presAssocID="{C83BDD41-8921-45D5-B42C-FA68B5FD02BF}" presName="negativeSpace" presStyleCnt="0"/>
      <dgm:spPr/>
    </dgm:pt>
    <dgm:pt modelId="{AEAED330-3F0C-4930-826B-6E673746044E}" type="pres">
      <dgm:prSet presAssocID="{C83BDD41-8921-45D5-B42C-FA68B5FD02BF}" presName="childText" presStyleLbl="conFgAcc1" presStyleIdx="8" presStyleCnt="12">
        <dgm:presLayoutVars>
          <dgm:bulletEnabled val="1"/>
        </dgm:presLayoutVars>
      </dgm:prSet>
      <dgm:spPr>
        <a:ln w="12700">
          <a:solidFill>
            <a:schemeClr val="accent4"/>
          </a:solidFill>
        </a:ln>
      </dgm:spPr>
    </dgm:pt>
    <dgm:pt modelId="{06A1786F-0367-44E6-8266-FDEAFA391FC0}" type="pres">
      <dgm:prSet presAssocID="{8E21A9B9-3D3D-42EB-B472-2B0A75689488}" presName="spaceBetweenRectangles" presStyleCnt="0"/>
      <dgm:spPr/>
    </dgm:pt>
    <dgm:pt modelId="{7F884000-6D93-465F-A85C-FAF112612AAC}" type="pres">
      <dgm:prSet presAssocID="{09B1DCEF-6CCF-4E27-8F53-C9241CF7DE48}" presName="parentLin" presStyleCnt="0"/>
      <dgm:spPr/>
    </dgm:pt>
    <dgm:pt modelId="{44E4CD8E-9E25-4D22-8CB4-00A3E6601428}" type="pres">
      <dgm:prSet presAssocID="{09B1DCEF-6CCF-4E27-8F53-C9241CF7DE48}" presName="parentLeftMargin" presStyleLbl="node1" presStyleIdx="8" presStyleCnt="12"/>
      <dgm:spPr/>
    </dgm:pt>
    <dgm:pt modelId="{0A427700-7D58-459E-9B8B-B9175C296A48}" type="pres">
      <dgm:prSet presAssocID="{09B1DCEF-6CCF-4E27-8F53-C9241CF7DE48}" presName="parentText" presStyleLbl="node1" presStyleIdx="9" presStyleCnt="12" custScaleX="114283" custLinFactX="6009" custLinFactNeighborX="100000">
        <dgm:presLayoutVars>
          <dgm:chMax val="0"/>
          <dgm:bulletEnabled val="1"/>
        </dgm:presLayoutVars>
      </dgm:prSet>
      <dgm:spPr>
        <a:xfrm>
          <a:off x="1483422" y="4652492"/>
          <a:ext cx="8353405" cy="324720"/>
        </a:xfrm>
        <a:prstGeom prst="roundRect">
          <a:avLst/>
        </a:prstGeom>
      </dgm:spPr>
    </dgm:pt>
    <dgm:pt modelId="{F6E47545-EA14-4B16-B900-5F0A196F8194}" type="pres">
      <dgm:prSet presAssocID="{09B1DCEF-6CCF-4E27-8F53-C9241CF7DE48}" presName="negativeSpace" presStyleCnt="0"/>
      <dgm:spPr/>
    </dgm:pt>
    <dgm:pt modelId="{FDEC5003-E064-4B42-B2CB-36DA6448A6B3}" type="pres">
      <dgm:prSet presAssocID="{09B1DCEF-6CCF-4E27-8F53-C9241CF7DE48}" presName="childText" presStyleLbl="conFgAcc1" presStyleIdx="9" presStyleCnt="12">
        <dgm:presLayoutVars>
          <dgm:bulletEnabled val="1"/>
        </dgm:presLayoutVars>
      </dgm:prSet>
      <dgm:spPr>
        <a:ln w="12700">
          <a:solidFill>
            <a:schemeClr val="accent1"/>
          </a:solidFill>
        </a:ln>
      </dgm:spPr>
    </dgm:pt>
    <dgm:pt modelId="{96FF8E25-9CCE-49A2-84E2-B51CC6D3A7D2}" type="pres">
      <dgm:prSet presAssocID="{AAF95CA0-02D7-4B60-8BAD-C3D13F6C2847}" presName="spaceBetweenRectangles" presStyleCnt="0"/>
      <dgm:spPr/>
    </dgm:pt>
    <dgm:pt modelId="{3FA9F286-8656-4505-AA4F-00630DEE4D3B}" type="pres">
      <dgm:prSet presAssocID="{2EE85648-0BC9-4AA0-89FF-B575F12576B8}" presName="parentLin" presStyleCnt="0"/>
      <dgm:spPr/>
    </dgm:pt>
    <dgm:pt modelId="{EAE2C596-F46E-415D-9FB8-D0EA3E813BF3}" type="pres">
      <dgm:prSet presAssocID="{2EE85648-0BC9-4AA0-89FF-B575F12576B8}" presName="parentLeftMargin" presStyleLbl="node1" presStyleIdx="9" presStyleCnt="12"/>
      <dgm:spPr/>
    </dgm:pt>
    <dgm:pt modelId="{FA30E27F-5C4F-48D2-835C-4875060C454B}" type="pres">
      <dgm:prSet presAssocID="{2EE85648-0BC9-4AA0-89FF-B575F12576B8}" presName="parentText" presStyleLbl="node1" presStyleIdx="10" presStyleCnt="12" custScaleX="114283" custLinFactX="6009" custLinFactNeighborX="100000">
        <dgm:presLayoutVars>
          <dgm:chMax val="0"/>
          <dgm:bulletEnabled val="1"/>
        </dgm:presLayoutVars>
      </dgm:prSet>
      <dgm:spPr>
        <a:xfrm>
          <a:off x="1483422" y="5151452"/>
          <a:ext cx="8353405" cy="324720"/>
        </a:xfrm>
        <a:prstGeom prst="roundRect">
          <a:avLst/>
        </a:prstGeom>
      </dgm:spPr>
    </dgm:pt>
    <dgm:pt modelId="{C082A8F9-6046-47C1-B8D4-728ACD0D5F6B}" type="pres">
      <dgm:prSet presAssocID="{2EE85648-0BC9-4AA0-89FF-B575F12576B8}" presName="negativeSpace" presStyleCnt="0"/>
      <dgm:spPr/>
    </dgm:pt>
    <dgm:pt modelId="{7670992B-5481-4BDB-8246-511B6FFC5E72}" type="pres">
      <dgm:prSet presAssocID="{2EE85648-0BC9-4AA0-89FF-B575F12576B8}" presName="childText" presStyleLbl="conFgAcc1" presStyleIdx="10" presStyleCnt="12">
        <dgm:presLayoutVars>
          <dgm:bulletEnabled val="1"/>
        </dgm:presLayoutVars>
      </dgm:prSet>
      <dgm:spPr>
        <a:ln w="12700">
          <a:solidFill>
            <a:schemeClr val="accent5"/>
          </a:solidFill>
        </a:ln>
      </dgm:spPr>
    </dgm:pt>
    <dgm:pt modelId="{F6E50838-DEB5-4EC7-986B-EDC14F096219}" type="pres">
      <dgm:prSet presAssocID="{D42B14E0-D5B9-4A29-9056-091A82A2D32B}" presName="spaceBetweenRectangles" presStyleCnt="0"/>
      <dgm:spPr/>
    </dgm:pt>
    <dgm:pt modelId="{C61250EB-FA0F-4C8E-9F5D-C1FDEF87F6D3}" type="pres">
      <dgm:prSet presAssocID="{6920EEEC-8D2C-4678-8B13-80F013410BDD}" presName="parentLin" presStyleCnt="0"/>
      <dgm:spPr/>
    </dgm:pt>
    <dgm:pt modelId="{227FD569-7C22-4BC0-8CCF-54D834AF3383}" type="pres">
      <dgm:prSet presAssocID="{6920EEEC-8D2C-4678-8B13-80F013410BDD}" presName="parentLeftMargin" presStyleLbl="node1" presStyleIdx="10" presStyleCnt="12"/>
      <dgm:spPr/>
    </dgm:pt>
    <dgm:pt modelId="{7D55F781-07F4-4C31-A2E4-EAA06630527E}" type="pres">
      <dgm:prSet presAssocID="{6920EEEC-8D2C-4678-8B13-80F013410BDD}" presName="parentText" presStyleLbl="node1" presStyleIdx="11" presStyleCnt="12" custScaleX="114264" custLinFactX="5942" custLinFactNeighborX="100000" custLinFactNeighborY="6279">
        <dgm:presLayoutVars>
          <dgm:chMax val="0"/>
          <dgm:bulletEnabled val="1"/>
        </dgm:presLayoutVars>
      </dgm:prSet>
      <dgm:spPr/>
    </dgm:pt>
    <dgm:pt modelId="{F88554E0-BDDB-4FBD-A1A9-9D6EE00A8CD0}" type="pres">
      <dgm:prSet presAssocID="{6920EEEC-8D2C-4678-8B13-80F013410BDD}" presName="negativeSpace" presStyleCnt="0"/>
      <dgm:spPr/>
    </dgm:pt>
    <dgm:pt modelId="{3DD60EED-76E8-483E-8D2A-8589B7533F55}" type="pres">
      <dgm:prSet presAssocID="{6920EEEC-8D2C-4678-8B13-80F013410BDD}" presName="childText" presStyleLbl="conFgAcc1" presStyleIdx="11" presStyleCnt="12">
        <dgm:presLayoutVars>
          <dgm:bulletEnabled val="1"/>
        </dgm:presLayoutVars>
      </dgm:prSet>
      <dgm:spPr>
        <a:ln w="12700">
          <a:solidFill>
            <a:schemeClr val="accent2"/>
          </a:solidFill>
        </a:ln>
      </dgm:spPr>
    </dgm:pt>
  </dgm:ptLst>
  <dgm:cxnLst>
    <dgm:cxn modelId="{2575F00D-62B6-41ED-B9B2-391E73DD7A81}" type="presOf" srcId="{D88F6FC3-7BDD-42F7-B19F-99B2BCCA3E92}" destId="{A9CC9630-0510-47D5-B845-7B11EF8C8726}" srcOrd="1" destOrd="0" presId="urn:microsoft.com/office/officeart/2005/8/layout/list1"/>
    <dgm:cxn modelId="{C7E2C30F-4A5D-4F19-91A4-D692C14D85AF}" type="presOf" srcId="{D88F6FC3-7BDD-42F7-B19F-99B2BCCA3E92}" destId="{33274E35-8751-45BB-88C7-053174B419F5}" srcOrd="0" destOrd="0" presId="urn:microsoft.com/office/officeart/2005/8/layout/list1"/>
    <dgm:cxn modelId="{01C45015-D83D-499C-99EC-771F2A57CB2D}" srcId="{74DCC87F-961E-4DF8-B92D-75C80AE4CE4F}" destId="{D5A81B6A-B302-4D00-9D9E-EB7D005F070A}" srcOrd="4" destOrd="0" parTransId="{37B01D62-F882-432D-B2B7-DCA8A403C6ED}" sibTransId="{2515C32E-B45F-44AD-8FC5-012A9A23FC26}"/>
    <dgm:cxn modelId="{9B18F61D-CF74-4131-A1F4-2F91F6E40EE5}" srcId="{74DCC87F-961E-4DF8-B92D-75C80AE4CE4F}" destId="{10708408-6D36-4B7D-BEBF-A590AC2B2C93}" srcOrd="1" destOrd="0" parTransId="{8D2B13C8-5A34-47CA-85F8-9805230B2A3D}" sibTransId="{9BF9C8D2-D621-4D98-B87C-BF558387DF06}"/>
    <dgm:cxn modelId="{F6CFD425-31F9-4822-94D5-D1399F625D31}" srcId="{74DCC87F-961E-4DF8-B92D-75C80AE4CE4F}" destId="{8A1DF76F-BB6E-479A-B791-12AA1D3E9567}" srcOrd="0" destOrd="0" parTransId="{80126F50-3606-41B3-BAE8-E1F8859AAE70}" sibTransId="{5C5137A3-B785-40FB-99CC-E60534FB182F}"/>
    <dgm:cxn modelId="{0310DE33-D7E8-402C-B78B-69DFD42C01EA}" srcId="{74DCC87F-961E-4DF8-B92D-75C80AE4CE4F}" destId="{4E26A5B3-C522-43B4-9AAA-2BC9BAA39234}" srcOrd="6" destOrd="0" parTransId="{00D0D682-2043-42C0-9E9F-91BE89916147}" sibTransId="{1BEA1745-1A91-4B8A-AA4D-D270E3744A78}"/>
    <dgm:cxn modelId="{BD253C3E-90DE-4EA9-8A9C-3C0089E3F19F}" type="presOf" srcId="{4E26A5B3-C522-43B4-9AAA-2BC9BAA39234}" destId="{74BEE3E3-6965-4F4B-9525-1FB38C5FE925}" srcOrd="0" destOrd="0" presId="urn:microsoft.com/office/officeart/2005/8/layout/list1"/>
    <dgm:cxn modelId="{6F9C345F-FBCE-478B-8159-2E6DCE7BAF6D}" type="presOf" srcId="{785ACB87-2795-42CB-A43A-743DD2227EA6}" destId="{527F5BA3-371D-4AE0-B87A-668DCEE6A1CA}" srcOrd="1" destOrd="0" presId="urn:microsoft.com/office/officeart/2005/8/layout/list1"/>
    <dgm:cxn modelId="{A6DDB060-2FEC-4E3E-A5F1-5BF8B3485D6F}" type="presOf" srcId="{5F77CF9E-BCFD-4325-8E43-7AC3589B6B7E}" destId="{11928AEB-E32B-4689-A238-C18B7111190E}" srcOrd="0" destOrd="0" presId="urn:microsoft.com/office/officeart/2005/8/layout/list1"/>
    <dgm:cxn modelId="{90A57041-D25E-497F-B6A8-F08953DA737C}" type="presOf" srcId="{8A1DF76F-BB6E-479A-B791-12AA1D3E9567}" destId="{FC5595AD-741D-479C-94ED-B41127C2D30C}" srcOrd="1" destOrd="0" presId="urn:microsoft.com/office/officeart/2005/8/layout/list1"/>
    <dgm:cxn modelId="{64308A61-2A69-4BFB-862E-3E771C486BAB}" srcId="{74DCC87F-961E-4DF8-B92D-75C80AE4CE4F}" destId="{09B1DCEF-6CCF-4E27-8F53-C9241CF7DE48}" srcOrd="9" destOrd="0" parTransId="{BFADC8F6-8864-4668-ABF2-3ADF8E87DEBB}" sibTransId="{AAF95CA0-02D7-4B60-8BAD-C3D13F6C2847}"/>
    <dgm:cxn modelId="{A85F6C65-03C9-4B05-9CAD-D7EEED8A2BB4}" type="presOf" srcId="{D5A81B6A-B302-4D00-9D9E-EB7D005F070A}" destId="{A08B0E8E-8C7F-4255-A3F8-34FAAC135F61}" srcOrd="1" destOrd="0" presId="urn:microsoft.com/office/officeart/2005/8/layout/list1"/>
    <dgm:cxn modelId="{A9445846-FEA2-421B-8981-046678AE2A1C}" type="presOf" srcId="{10708408-6D36-4B7D-BEBF-A590AC2B2C93}" destId="{D5FBFB3E-AF30-4644-971E-72A9D5B69B7E}" srcOrd="1" destOrd="0" presId="urn:microsoft.com/office/officeart/2005/8/layout/list1"/>
    <dgm:cxn modelId="{76232C6A-03B2-43A8-A8AD-40D747B4DE9B}" srcId="{74DCC87F-961E-4DF8-B92D-75C80AE4CE4F}" destId="{D88F6FC3-7BDD-42F7-B19F-99B2BCCA3E92}" srcOrd="5" destOrd="0" parTransId="{5FC457B8-A9F4-41FB-A6D6-4BC02D5F4CCD}" sibTransId="{414DEF70-243E-4028-8153-477A4091A5FB}"/>
    <dgm:cxn modelId="{51FF816D-9D03-4750-9221-228E100D7C80}" type="presOf" srcId="{D5A81B6A-B302-4D00-9D9E-EB7D005F070A}" destId="{B3B02199-AC2A-4F0B-A4CD-FDDC33232A60}" srcOrd="0" destOrd="0" presId="urn:microsoft.com/office/officeart/2005/8/layout/list1"/>
    <dgm:cxn modelId="{8B676470-28F6-46B0-A6D8-DB2486EC20E3}" type="presOf" srcId="{354638AD-F668-46FD-B66B-13F8AF7906FB}" destId="{4E0EC255-89F1-4ECD-8CEB-A36054D0B55B}" srcOrd="1" destOrd="0" presId="urn:microsoft.com/office/officeart/2005/8/layout/list1"/>
    <dgm:cxn modelId="{2B543A5A-AB47-4626-83F7-273EE9F70706}" srcId="{74DCC87F-961E-4DF8-B92D-75C80AE4CE4F}" destId="{2EE85648-0BC9-4AA0-89FF-B575F12576B8}" srcOrd="10" destOrd="0" parTransId="{B36C580A-A389-45FC-B1BC-A40A8BB5F7A6}" sibTransId="{D42B14E0-D5B9-4A29-9056-091A82A2D32B}"/>
    <dgm:cxn modelId="{8EEC5095-9CEB-4392-93D0-A1174A269F61}" type="presOf" srcId="{C83BDD41-8921-45D5-B42C-FA68B5FD02BF}" destId="{EAB68C95-726F-4985-BDFC-96AE74956DB2}" srcOrd="1" destOrd="0" presId="urn:microsoft.com/office/officeart/2005/8/layout/list1"/>
    <dgm:cxn modelId="{CB26B09F-AA64-46A7-AF90-35335CDBD9D8}" srcId="{74DCC87F-961E-4DF8-B92D-75C80AE4CE4F}" destId="{785ACB87-2795-42CB-A43A-743DD2227EA6}" srcOrd="7" destOrd="0" parTransId="{F511A68B-3DCC-40A1-B8E9-6F7F3E83B551}" sibTransId="{7A30C6C8-EFEC-43E3-A457-BDA410C78405}"/>
    <dgm:cxn modelId="{A50E68A0-7F18-4AC8-89DF-6C7098939306}" type="presOf" srcId="{09B1DCEF-6CCF-4E27-8F53-C9241CF7DE48}" destId="{44E4CD8E-9E25-4D22-8CB4-00A3E6601428}" srcOrd="0" destOrd="0" presId="urn:microsoft.com/office/officeart/2005/8/layout/list1"/>
    <dgm:cxn modelId="{BBE7E4A2-C20B-4577-A4D2-638D054E2399}" type="presOf" srcId="{C83BDD41-8921-45D5-B42C-FA68B5FD02BF}" destId="{5B1CD7BF-057B-40C6-95E4-0CA5CF8E263B}" srcOrd="0" destOrd="0" presId="urn:microsoft.com/office/officeart/2005/8/layout/list1"/>
    <dgm:cxn modelId="{8B9707AB-F6E8-459F-9B04-0B4E8AABE490}" type="presOf" srcId="{6920EEEC-8D2C-4678-8B13-80F013410BDD}" destId="{227FD569-7C22-4BC0-8CCF-54D834AF3383}" srcOrd="0" destOrd="0" presId="urn:microsoft.com/office/officeart/2005/8/layout/list1"/>
    <dgm:cxn modelId="{AF927DAC-20AD-4CDB-9895-6826E9BC7478}" type="presOf" srcId="{354638AD-F668-46FD-B66B-13F8AF7906FB}" destId="{0949B521-3F4C-422C-A2EC-7F0FDC407213}" srcOrd="0" destOrd="0" presId="urn:microsoft.com/office/officeart/2005/8/layout/list1"/>
    <dgm:cxn modelId="{5ACBFFB5-29C8-4BCA-8682-220015B95BD1}" type="presOf" srcId="{74DCC87F-961E-4DF8-B92D-75C80AE4CE4F}" destId="{0B780D78-199E-4300-A693-D6F97EF5F986}" srcOrd="0" destOrd="0" presId="urn:microsoft.com/office/officeart/2005/8/layout/list1"/>
    <dgm:cxn modelId="{542287BA-53EF-4F8F-9CA4-744CE940A6EE}" type="presOf" srcId="{6920EEEC-8D2C-4678-8B13-80F013410BDD}" destId="{7D55F781-07F4-4C31-A2E4-EAA06630527E}" srcOrd="1" destOrd="0" presId="urn:microsoft.com/office/officeart/2005/8/layout/list1"/>
    <dgm:cxn modelId="{D7BFAFC4-B07D-4FE3-8BCB-482A4CC7A9B8}" type="presOf" srcId="{5F77CF9E-BCFD-4325-8E43-7AC3589B6B7E}" destId="{2690095D-C682-4C4A-BD20-A8FC25F1AE82}" srcOrd="1" destOrd="0" presId="urn:microsoft.com/office/officeart/2005/8/layout/list1"/>
    <dgm:cxn modelId="{5061B1CC-E50A-4D73-91BD-637C5137A4AD}" type="presOf" srcId="{4E26A5B3-C522-43B4-9AAA-2BC9BAA39234}" destId="{2E6479BD-17C2-4B62-9598-1A179A816511}" srcOrd="1" destOrd="0" presId="urn:microsoft.com/office/officeart/2005/8/layout/list1"/>
    <dgm:cxn modelId="{8D247FD2-6E5F-414B-8989-646255A9AB97}" srcId="{74DCC87F-961E-4DF8-B92D-75C80AE4CE4F}" destId="{354638AD-F668-46FD-B66B-13F8AF7906FB}" srcOrd="2" destOrd="0" parTransId="{B748A4E7-66A8-407D-BEB5-1A548C1D9DF5}" sibTransId="{3E98947C-1BAF-4823-A024-236E0B217241}"/>
    <dgm:cxn modelId="{6C4765DA-387D-401D-B3C8-3EEE2F5055BA}" type="presOf" srcId="{09B1DCEF-6CCF-4E27-8F53-C9241CF7DE48}" destId="{0A427700-7D58-459E-9B8B-B9175C296A48}" srcOrd="1" destOrd="0" presId="urn:microsoft.com/office/officeart/2005/8/layout/list1"/>
    <dgm:cxn modelId="{766A8CDA-C184-4636-B3F9-959B8220623A}" type="presOf" srcId="{10708408-6D36-4B7D-BEBF-A590AC2B2C93}" destId="{78B90B25-6254-4BB0-B462-8B502E1DD088}" srcOrd="0" destOrd="0" presId="urn:microsoft.com/office/officeart/2005/8/layout/list1"/>
    <dgm:cxn modelId="{48F2B5DA-347B-4946-A020-5BE4233A9B23}" type="presOf" srcId="{785ACB87-2795-42CB-A43A-743DD2227EA6}" destId="{827C1C72-3CAA-4D03-920E-89A9E556E12D}" srcOrd="0" destOrd="0" presId="urn:microsoft.com/office/officeart/2005/8/layout/list1"/>
    <dgm:cxn modelId="{A48E4EE6-1E33-4DDC-B917-7D1921C2DA37}" srcId="{74DCC87F-961E-4DF8-B92D-75C80AE4CE4F}" destId="{6920EEEC-8D2C-4678-8B13-80F013410BDD}" srcOrd="11" destOrd="0" parTransId="{6CC2C35A-C4F4-44B8-822F-58BA688B4E3F}" sibTransId="{3E1BD0E5-6F34-480C-B732-F43B7DCD031B}"/>
    <dgm:cxn modelId="{F3F017E9-E228-418B-BF74-FB35BBCFB9A6}" srcId="{74DCC87F-961E-4DF8-B92D-75C80AE4CE4F}" destId="{5F77CF9E-BCFD-4325-8E43-7AC3589B6B7E}" srcOrd="3" destOrd="0" parTransId="{8896BD91-0238-49C7-8D75-390D6CFA76D8}" sibTransId="{09014239-DABB-4244-993C-4B9885734537}"/>
    <dgm:cxn modelId="{1AF99CEA-8C2E-45FE-96E2-44E8010EF6D2}" type="presOf" srcId="{2EE85648-0BC9-4AA0-89FF-B575F12576B8}" destId="{EAE2C596-F46E-415D-9FB8-D0EA3E813BF3}" srcOrd="0" destOrd="0" presId="urn:microsoft.com/office/officeart/2005/8/layout/list1"/>
    <dgm:cxn modelId="{0C41F0EE-A9EB-4F39-98A6-A945E357CB29}" srcId="{74DCC87F-961E-4DF8-B92D-75C80AE4CE4F}" destId="{C83BDD41-8921-45D5-B42C-FA68B5FD02BF}" srcOrd="8" destOrd="0" parTransId="{D42DD6BB-91F3-4351-8469-B92EEC984110}" sibTransId="{8E21A9B9-3D3D-42EB-B472-2B0A75689488}"/>
    <dgm:cxn modelId="{E556FAF2-0756-45E6-A58A-EB1167123B89}" type="presOf" srcId="{8A1DF76F-BB6E-479A-B791-12AA1D3E9567}" destId="{C1C73789-F552-4FF2-B95E-C69C025A1060}" srcOrd="0" destOrd="0" presId="urn:microsoft.com/office/officeart/2005/8/layout/list1"/>
    <dgm:cxn modelId="{8774EAF6-7582-4B7C-9099-6BEE2AB95AB4}" type="presOf" srcId="{2EE85648-0BC9-4AA0-89FF-B575F12576B8}" destId="{FA30E27F-5C4F-48D2-835C-4875060C454B}" srcOrd="1" destOrd="0" presId="urn:microsoft.com/office/officeart/2005/8/layout/list1"/>
    <dgm:cxn modelId="{9AD2CDF8-8548-4EFC-A0D4-3D19C66F97C4}" type="presParOf" srcId="{0B780D78-199E-4300-A693-D6F97EF5F986}" destId="{AB711B2A-DB8A-4E78-8A51-7A006FB82405}" srcOrd="0" destOrd="0" presId="urn:microsoft.com/office/officeart/2005/8/layout/list1"/>
    <dgm:cxn modelId="{31596D92-3595-42CD-A4E0-52470E1CCA04}" type="presParOf" srcId="{AB711B2A-DB8A-4E78-8A51-7A006FB82405}" destId="{C1C73789-F552-4FF2-B95E-C69C025A1060}" srcOrd="0" destOrd="0" presId="urn:microsoft.com/office/officeart/2005/8/layout/list1"/>
    <dgm:cxn modelId="{95A4ED9C-D0E2-4D8B-B738-6CDF707ABC6E}" type="presParOf" srcId="{AB711B2A-DB8A-4E78-8A51-7A006FB82405}" destId="{FC5595AD-741D-479C-94ED-B41127C2D30C}" srcOrd="1" destOrd="0" presId="urn:microsoft.com/office/officeart/2005/8/layout/list1"/>
    <dgm:cxn modelId="{3243A367-FCD7-40ED-B09B-78DC2892E8D5}" type="presParOf" srcId="{0B780D78-199E-4300-A693-D6F97EF5F986}" destId="{5B43CB98-6094-4D72-AEC4-3B56AD698D0D}" srcOrd="1" destOrd="0" presId="urn:microsoft.com/office/officeart/2005/8/layout/list1"/>
    <dgm:cxn modelId="{7AEB638D-93FA-42AE-B0A0-B11B201B1219}" type="presParOf" srcId="{0B780D78-199E-4300-A693-D6F97EF5F986}" destId="{C9227AC1-1BF1-4CB5-864D-1F1C35C267D4}" srcOrd="2" destOrd="0" presId="urn:microsoft.com/office/officeart/2005/8/layout/list1"/>
    <dgm:cxn modelId="{F4AEB36B-6B0B-4103-93B8-639DD32D6E6D}" type="presParOf" srcId="{0B780D78-199E-4300-A693-D6F97EF5F986}" destId="{76379CA2-9CD9-4B68-BA3F-BB94A437B20B}" srcOrd="3" destOrd="0" presId="urn:microsoft.com/office/officeart/2005/8/layout/list1"/>
    <dgm:cxn modelId="{14D23396-2BEF-4AE8-BF41-DE29E0B971AC}" type="presParOf" srcId="{0B780D78-199E-4300-A693-D6F97EF5F986}" destId="{047E0C47-3DB2-431F-A4C8-4CD363D3B823}" srcOrd="4" destOrd="0" presId="urn:microsoft.com/office/officeart/2005/8/layout/list1"/>
    <dgm:cxn modelId="{3E8D037E-B1EA-41AD-8707-873651EC413B}" type="presParOf" srcId="{047E0C47-3DB2-431F-A4C8-4CD363D3B823}" destId="{78B90B25-6254-4BB0-B462-8B502E1DD088}" srcOrd="0" destOrd="0" presId="urn:microsoft.com/office/officeart/2005/8/layout/list1"/>
    <dgm:cxn modelId="{CCDFA129-3781-4693-BE54-FBCAF97DF990}" type="presParOf" srcId="{047E0C47-3DB2-431F-A4C8-4CD363D3B823}" destId="{D5FBFB3E-AF30-4644-971E-72A9D5B69B7E}" srcOrd="1" destOrd="0" presId="urn:microsoft.com/office/officeart/2005/8/layout/list1"/>
    <dgm:cxn modelId="{2E95FC64-2486-4B58-98C2-65972322001F}" type="presParOf" srcId="{0B780D78-199E-4300-A693-D6F97EF5F986}" destId="{86CF052E-923F-4227-ABF0-95C2FF075F55}" srcOrd="5" destOrd="0" presId="urn:microsoft.com/office/officeart/2005/8/layout/list1"/>
    <dgm:cxn modelId="{B1610561-2CC1-4072-843A-4B1B329E3BCB}" type="presParOf" srcId="{0B780D78-199E-4300-A693-D6F97EF5F986}" destId="{4B705F14-EF6E-47A1-83AC-F9A4EA9DCD99}" srcOrd="6" destOrd="0" presId="urn:microsoft.com/office/officeart/2005/8/layout/list1"/>
    <dgm:cxn modelId="{E41A112E-C81F-4766-A8B0-4EEFC10402A6}" type="presParOf" srcId="{0B780D78-199E-4300-A693-D6F97EF5F986}" destId="{64D9A99A-B3BE-4D6A-B34A-A753C38956F0}" srcOrd="7" destOrd="0" presId="urn:microsoft.com/office/officeart/2005/8/layout/list1"/>
    <dgm:cxn modelId="{2F059963-FEFE-4465-A4B3-C0E5BEACE7D1}" type="presParOf" srcId="{0B780D78-199E-4300-A693-D6F97EF5F986}" destId="{84921B4F-9AA1-4618-97E3-FC85366EB2A0}" srcOrd="8" destOrd="0" presId="urn:microsoft.com/office/officeart/2005/8/layout/list1"/>
    <dgm:cxn modelId="{4F646866-05C4-4FD1-9D3A-D3BACD96ACB6}" type="presParOf" srcId="{84921B4F-9AA1-4618-97E3-FC85366EB2A0}" destId="{0949B521-3F4C-422C-A2EC-7F0FDC407213}" srcOrd="0" destOrd="0" presId="urn:microsoft.com/office/officeart/2005/8/layout/list1"/>
    <dgm:cxn modelId="{BF16DC0E-03C5-4483-9859-D447D2D0CF36}" type="presParOf" srcId="{84921B4F-9AA1-4618-97E3-FC85366EB2A0}" destId="{4E0EC255-89F1-4ECD-8CEB-A36054D0B55B}" srcOrd="1" destOrd="0" presId="urn:microsoft.com/office/officeart/2005/8/layout/list1"/>
    <dgm:cxn modelId="{6D2F65B7-7790-43F1-A153-B2BD18C3F598}" type="presParOf" srcId="{0B780D78-199E-4300-A693-D6F97EF5F986}" destId="{2D8EB3B2-C86A-4D2D-ABC7-680390DCF5E0}" srcOrd="9" destOrd="0" presId="urn:microsoft.com/office/officeart/2005/8/layout/list1"/>
    <dgm:cxn modelId="{A6EA18BA-20C1-4B99-84ED-9AE84FBFA41C}" type="presParOf" srcId="{0B780D78-199E-4300-A693-D6F97EF5F986}" destId="{0893C5BF-2D1A-475E-9A5B-CF95378A190A}" srcOrd="10" destOrd="0" presId="urn:microsoft.com/office/officeart/2005/8/layout/list1"/>
    <dgm:cxn modelId="{959D3CBC-AEA5-4733-81B9-24940E52473D}" type="presParOf" srcId="{0B780D78-199E-4300-A693-D6F97EF5F986}" destId="{2F6A9ABE-AE6B-4CC3-9355-62F4AC9DDBAF}" srcOrd="11" destOrd="0" presId="urn:microsoft.com/office/officeart/2005/8/layout/list1"/>
    <dgm:cxn modelId="{DC0609E9-F77F-404A-9D6F-3489842EDF49}" type="presParOf" srcId="{0B780D78-199E-4300-A693-D6F97EF5F986}" destId="{D8C37164-49F5-48D3-9F3A-364CBCB7E616}" srcOrd="12" destOrd="0" presId="urn:microsoft.com/office/officeart/2005/8/layout/list1"/>
    <dgm:cxn modelId="{18B44991-0E81-4270-BF7A-BF40AC6D8989}" type="presParOf" srcId="{D8C37164-49F5-48D3-9F3A-364CBCB7E616}" destId="{11928AEB-E32B-4689-A238-C18B7111190E}" srcOrd="0" destOrd="0" presId="urn:microsoft.com/office/officeart/2005/8/layout/list1"/>
    <dgm:cxn modelId="{7CCA4C35-05D1-4004-9C8E-B6ADE9FF3614}" type="presParOf" srcId="{D8C37164-49F5-48D3-9F3A-364CBCB7E616}" destId="{2690095D-C682-4C4A-BD20-A8FC25F1AE82}" srcOrd="1" destOrd="0" presId="urn:microsoft.com/office/officeart/2005/8/layout/list1"/>
    <dgm:cxn modelId="{B995B663-D0BA-4DA0-8B11-ED10DD89ABE3}" type="presParOf" srcId="{0B780D78-199E-4300-A693-D6F97EF5F986}" destId="{2F81A02B-4240-46B4-8A69-235672922F6A}" srcOrd="13" destOrd="0" presId="urn:microsoft.com/office/officeart/2005/8/layout/list1"/>
    <dgm:cxn modelId="{CA84FAE0-0C26-432B-AD9A-A1EF582B00D9}" type="presParOf" srcId="{0B780D78-199E-4300-A693-D6F97EF5F986}" destId="{BA0A9E78-6452-4B8A-AE51-6D689E339484}" srcOrd="14" destOrd="0" presId="urn:microsoft.com/office/officeart/2005/8/layout/list1"/>
    <dgm:cxn modelId="{7E32A89C-BB69-44B9-8B5D-011EDF81E2C4}" type="presParOf" srcId="{0B780D78-199E-4300-A693-D6F97EF5F986}" destId="{AA21A30D-C12B-4264-A542-9601FE254C5D}" srcOrd="15" destOrd="0" presId="urn:microsoft.com/office/officeart/2005/8/layout/list1"/>
    <dgm:cxn modelId="{7FC9CC5A-0897-4EF3-9ABC-8DD052F39188}" type="presParOf" srcId="{0B780D78-199E-4300-A693-D6F97EF5F986}" destId="{6686CB89-8EEC-4F53-BF0D-BA644582D393}" srcOrd="16" destOrd="0" presId="urn:microsoft.com/office/officeart/2005/8/layout/list1"/>
    <dgm:cxn modelId="{5A4FC97C-2DE4-4E08-A9A5-1EE5C8803069}" type="presParOf" srcId="{6686CB89-8EEC-4F53-BF0D-BA644582D393}" destId="{B3B02199-AC2A-4F0B-A4CD-FDDC33232A60}" srcOrd="0" destOrd="0" presId="urn:microsoft.com/office/officeart/2005/8/layout/list1"/>
    <dgm:cxn modelId="{FD1F95D6-5FBA-4A3B-95B6-C1DC2A97D98D}" type="presParOf" srcId="{6686CB89-8EEC-4F53-BF0D-BA644582D393}" destId="{A08B0E8E-8C7F-4255-A3F8-34FAAC135F61}" srcOrd="1" destOrd="0" presId="urn:microsoft.com/office/officeart/2005/8/layout/list1"/>
    <dgm:cxn modelId="{C67027EA-79E3-4E42-A8A6-312A66DCAC3B}" type="presParOf" srcId="{0B780D78-199E-4300-A693-D6F97EF5F986}" destId="{7973F4F7-49DE-4E60-AEFF-6F126D957018}" srcOrd="17" destOrd="0" presId="urn:microsoft.com/office/officeart/2005/8/layout/list1"/>
    <dgm:cxn modelId="{3BAD0C44-5813-4A39-B7F3-3D10DDDB8BFA}" type="presParOf" srcId="{0B780D78-199E-4300-A693-D6F97EF5F986}" destId="{D524D4B0-4F47-4D31-8A61-14197528B68A}" srcOrd="18" destOrd="0" presId="urn:microsoft.com/office/officeart/2005/8/layout/list1"/>
    <dgm:cxn modelId="{90C9B675-4904-4383-A548-DCB245E6A2A8}" type="presParOf" srcId="{0B780D78-199E-4300-A693-D6F97EF5F986}" destId="{8C4392E4-1661-4A3E-8965-BE4D2933256A}" srcOrd="19" destOrd="0" presId="urn:microsoft.com/office/officeart/2005/8/layout/list1"/>
    <dgm:cxn modelId="{C1D7B994-DCBF-4034-9A82-18F341295018}" type="presParOf" srcId="{0B780D78-199E-4300-A693-D6F97EF5F986}" destId="{12CACB77-AB8B-4B26-856E-F96DE5F76361}" srcOrd="20" destOrd="0" presId="urn:microsoft.com/office/officeart/2005/8/layout/list1"/>
    <dgm:cxn modelId="{A136ED57-3E5E-4B91-BBCA-5B975C279BC1}" type="presParOf" srcId="{12CACB77-AB8B-4B26-856E-F96DE5F76361}" destId="{33274E35-8751-45BB-88C7-053174B419F5}" srcOrd="0" destOrd="0" presId="urn:microsoft.com/office/officeart/2005/8/layout/list1"/>
    <dgm:cxn modelId="{1CCBE254-D5D5-45FF-9B66-11F6FEF890A8}" type="presParOf" srcId="{12CACB77-AB8B-4B26-856E-F96DE5F76361}" destId="{A9CC9630-0510-47D5-B845-7B11EF8C8726}" srcOrd="1" destOrd="0" presId="urn:microsoft.com/office/officeart/2005/8/layout/list1"/>
    <dgm:cxn modelId="{94455B8C-D382-4FB3-89D0-5BB44FF8D733}" type="presParOf" srcId="{0B780D78-199E-4300-A693-D6F97EF5F986}" destId="{9CABAB8E-DB53-4E78-88F7-D9EA5BD787D8}" srcOrd="21" destOrd="0" presId="urn:microsoft.com/office/officeart/2005/8/layout/list1"/>
    <dgm:cxn modelId="{E254B85D-481C-465E-B8C2-C263BB03862F}" type="presParOf" srcId="{0B780D78-199E-4300-A693-D6F97EF5F986}" destId="{6B5F2D5C-5996-49E2-9ECD-B986D8E044FB}" srcOrd="22" destOrd="0" presId="urn:microsoft.com/office/officeart/2005/8/layout/list1"/>
    <dgm:cxn modelId="{8C8160FA-B65C-4578-869F-7DE22D317293}" type="presParOf" srcId="{0B780D78-199E-4300-A693-D6F97EF5F986}" destId="{A2D80F7B-59FB-421B-A04B-377A227DC3AC}" srcOrd="23" destOrd="0" presId="urn:microsoft.com/office/officeart/2005/8/layout/list1"/>
    <dgm:cxn modelId="{19F626DA-ABF9-4F3B-A31C-29D384112F86}" type="presParOf" srcId="{0B780D78-199E-4300-A693-D6F97EF5F986}" destId="{90A94F11-7CA8-4ED1-8CAE-FE7B1FE44954}" srcOrd="24" destOrd="0" presId="urn:microsoft.com/office/officeart/2005/8/layout/list1"/>
    <dgm:cxn modelId="{8466EA73-F47A-4AFB-A90E-3629D2F1DD4C}" type="presParOf" srcId="{90A94F11-7CA8-4ED1-8CAE-FE7B1FE44954}" destId="{74BEE3E3-6965-4F4B-9525-1FB38C5FE925}" srcOrd="0" destOrd="0" presId="urn:microsoft.com/office/officeart/2005/8/layout/list1"/>
    <dgm:cxn modelId="{DAACF701-86A6-433F-B830-E1DDF6E938A0}" type="presParOf" srcId="{90A94F11-7CA8-4ED1-8CAE-FE7B1FE44954}" destId="{2E6479BD-17C2-4B62-9598-1A179A816511}" srcOrd="1" destOrd="0" presId="urn:microsoft.com/office/officeart/2005/8/layout/list1"/>
    <dgm:cxn modelId="{17D414E8-AA26-449D-A04D-4DC9078316C1}" type="presParOf" srcId="{0B780D78-199E-4300-A693-D6F97EF5F986}" destId="{8E6892FB-1175-4A61-9E12-AFDA53ACE2C7}" srcOrd="25" destOrd="0" presId="urn:microsoft.com/office/officeart/2005/8/layout/list1"/>
    <dgm:cxn modelId="{66A43AD0-7132-4111-A8EC-0CA2375D0BF9}" type="presParOf" srcId="{0B780D78-199E-4300-A693-D6F97EF5F986}" destId="{B767CEFF-DB6B-4AE7-8BAC-740813957E5C}" srcOrd="26" destOrd="0" presId="urn:microsoft.com/office/officeart/2005/8/layout/list1"/>
    <dgm:cxn modelId="{B83715A1-EBEA-4F3F-AB45-C09FAC278D1C}" type="presParOf" srcId="{0B780D78-199E-4300-A693-D6F97EF5F986}" destId="{0142F35C-9F1F-49DD-A2C1-323D45E8804C}" srcOrd="27" destOrd="0" presId="urn:microsoft.com/office/officeart/2005/8/layout/list1"/>
    <dgm:cxn modelId="{8A7F2857-F8A2-4FC2-AE86-1FF03548131A}" type="presParOf" srcId="{0B780D78-199E-4300-A693-D6F97EF5F986}" destId="{06354F8E-18CC-480F-9E44-519978943993}" srcOrd="28" destOrd="0" presId="urn:microsoft.com/office/officeart/2005/8/layout/list1"/>
    <dgm:cxn modelId="{005C7110-7678-4D84-848D-0129A0460D29}" type="presParOf" srcId="{06354F8E-18CC-480F-9E44-519978943993}" destId="{827C1C72-3CAA-4D03-920E-89A9E556E12D}" srcOrd="0" destOrd="0" presId="urn:microsoft.com/office/officeart/2005/8/layout/list1"/>
    <dgm:cxn modelId="{DFF69763-0DB0-4F17-A53E-381041BBB79A}" type="presParOf" srcId="{06354F8E-18CC-480F-9E44-519978943993}" destId="{527F5BA3-371D-4AE0-B87A-668DCEE6A1CA}" srcOrd="1" destOrd="0" presId="urn:microsoft.com/office/officeart/2005/8/layout/list1"/>
    <dgm:cxn modelId="{BE5D1799-3794-4CEA-BDE0-F82DD3CB0BE0}" type="presParOf" srcId="{0B780D78-199E-4300-A693-D6F97EF5F986}" destId="{66E2C8D4-A5E1-44BF-A380-25A010595765}" srcOrd="29" destOrd="0" presId="urn:microsoft.com/office/officeart/2005/8/layout/list1"/>
    <dgm:cxn modelId="{458DBF49-B43C-47C8-8633-CD06820C4D23}" type="presParOf" srcId="{0B780D78-199E-4300-A693-D6F97EF5F986}" destId="{618D87AA-43A7-4801-AF8D-665093B79FC2}" srcOrd="30" destOrd="0" presId="urn:microsoft.com/office/officeart/2005/8/layout/list1"/>
    <dgm:cxn modelId="{F4EE51DD-34BB-4BF9-9BC5-D3A5B3571291}" type="presParOf" srcId="{0B780D78-199E-4300-A693-D6F97EF5F986}" destId="{3CC66BF5-743F-4F5A-ACA4-39198CD8BF75}" srcOrd="31" destOrd="0" presId="urn:microsoft.com/office/officeart/2005/8/layout/list1"/>
    <dgm:cxn modelId="{FA4D7E3F-F1C8-412B-AA32-ED016EA347A7}" type="presParOf" srcId="{0B780D78-199E-4300-A693-D6F97EF5F986}" destId="{65278A73-4950-46F5-BFFF-3808B94E5A68}" srcOrd="32" destOrd="0" presId="urn:microsoft.com/office/officeart/2005/8/layout/list1"/>
    <dgm:cxn modelId="{791FAB7B-C6B7-461C-9A38-FC4205AEE2E1}" type="presParOf" srcId="{65278A73-4950-46F5-BFFF-3808B94E5A68}" destId="{5B1CD7BF-057B-40C6-95E4-0CA5CF8E263B}" srcOrd="0" destOrd="0" presId="urn:microsoft.com/office/officeart/2005/8/layout/list1"/>
    <dgm:cxn modelId="{00130F12-70BE-4A57-939B-340EC3EAF3DF}" type="presParOf" srcId="{65278A73-4950-46F5-BFFF-3808B94E5A68}" destId="{EAB68C95-726F-4985-BDFC-96AE74956DB2}" srcOrd="1" destOrd="0" presId="urn:microsoft.com/office/officeart/2005/8/layout/list1"/>
    <dgm:cxn modelId="{188937AC-A547-463B-92C4-455E99FD0061}" type="presParOf" srcId="{0B780D78-199E-4300-A693-D6F97EF5F986}" destId="{AA1F27E5-B285-48F1-B677-553153BD46C1}" srcOrd="33" destOrd="0" presId="urn:microsoft.com/office/officeart/2005/8/layout/list1"/>
    <dgm:cxn modelId="{7E44E6EC-5B9B-47F2-99B9-C04555BCEC17}" type="presParOf" srcId="{0B780D78-199E-4300-A693-D6F97EF5F986}" destId="{AEAED330-3F0C-4930-826B-6E673746044E}" srcOrd="34" destOrd="0" presId="urn:microsoft.com/office/officeart/2005/8/layout/list1"/>
    <dgm:cxn modelId="{467F555D-E17C-4771-A85E-43581B248C0F}" type="presParOf" srcId="{0B780D78-199E-4300-A693-D6F97EF5F986}" destId="{06A1786F-0367-44E6-8266-FDEAFA391FC0}" srcOrd="35" destOrd="0" presId="urn:microsoft.com/office/officeart/2005/8/layout/list1"/>
    <dgm:cxn modelId="{E2D0437C-CA04-438C-BDBD-34B14D71AB08}" type="presParOf" srcId="{0B780D78-199E-4300-A693-D6F97EF5F986}" destId="{7F884000-6D93-465F-A85C-FAF112612AAC}" srcOrd="36" destOrd="0" presId="urn:microsoft.com/office/officeart/2005/8/layout/list1"/>
    <dgm:cxn modelId="{326C1CDE-FDDC-4145-BD49-6D5EF8DC6931}" type="presParOf" srcId="{7F884000-6D93-465F-A85C-FAF112612AAC}" destId="{44E4CD8E-9E25-4D22-8CB4-00A3E6601428}" srcOrd="0" destOrd="0" presId="urn:microsoft.com/office/officeart/2005/8/layout/list1"/>
    <dgm:cxn modelId="{2F725FD9-BBC4-4058-B365-3D4D4DAC2C00}" type="presParOf" srcId="{7F884000-6D93-465F-A85C-FAF112612AAC}" destId="{0A427700-7D58-459E-9B8B-B9175C296A48}" srcOrd="1" destOrd="0" presId="urn:microsoft.com/office/officeart/2005/8/layout/list1"/>
    <dgm:cxn modelId="{719DADD3-70AE-4DF5-BEFA-0BCDC0982523}" type="presParOf" srcId="{0B780D78-199E-4300-A693-D6F97EF5F986}" destId="{F6E47545-EA14-4B16-B900-5F0A196F8194}" srcOrd="37" destOrd="0" presId="urn:microsoft.com/office/officeart/2005/8/layout/list1"/>
    <dgm:cxn modelId="{7E88DB79-FB81-4418-83DE-64D21BD7EF7A}" type="presParOf" srcId="{0B780D78-199E-4300-A693-D6F97EF5F986}" destId="{FDEC5003-E064-4B42-B2CB-36DA6448A6B3}" srcOrd="38" destOrd="0" presId="urn:microsoft.com/office/officeart/2005/8/layout/list1"/>
    <dgm:cxn modelId="{994D2EEC-670B-4664-9FD8-E86F193124EB}" type="presParOf" srcId="{0B780D78-199E-4300-A693-D6F97EF5F986}" destId="{96FF8E25-9CCE-49A2-84E2-B51CC6D3A7D2}" srcOrd="39" destOrd="0" presId="urn:microsoft.com/office/officeart/2005/8/layout/list1"/>
    <dgm:cxn modelId="{93497ED2-1AB8-4E76-B058-4EEDEC52148D}" type="presParOf" srcId="{0B780D78-199E-4300-A693-D6F97EF5F986}" destId="{3FA9F286-8656-4505-AA4F-00630DEE4D3B}" srcOrd="40" destOrd="0" presId="urn:microsoft.com/office/officeart/2005/8/layout/list1"/>
    <dgm:cxn modelId="{D42F7F3D-80E7-4A49-965C-27085AB8EAF1}" type="presParOf" srcId="{3FA9F286-8656-4505-AA4F-00630DEE4D3B}" destId="{EAE2C596-F46E-415D-9FB8-D0EA3E813BF3}" srcOrd="0" destOrd="0" presId="urn:microsoft.com/office/officeart/2005/8/layout/list1"/>
    <dgm:cxn modelId="{2F5D6766-6754-4441-921B-CE156240797C}" type="presParOf" srcId="{3FA9F286-8656-4505-AA4F-00630DEE4D3B}" destId="{FA30E27F-5C4F-48D2-835C-4875060C454B}" srcOrd="1" destOrd="0" presId="urn:microsoft.com/office/officeart/2005/8/layout/list1"/>
    <dgm:cxn modelId="{34FD1A9D-93CB-43B9-A3B3-6D5F3CDD7CCB}" type="presParOf" srcId="{0B780D78-199E-4300-A693-D6F97EF5F986}" destId="{C082A8F9-6046-47C1-B8D4-728ACD0D5F6B}" srcOrd="41" destOrd="0" presId="urn:microsoft.com/office/officeart/2005/8/layout/list1"/>
    <dgm:cxn modelId="{E0B3F568-3AEE-4121-A869-DCFDAADE58F9}" type="presParOf" srcId="{0B780D78-199E-4300-A693-D6F97EF5F986}" destId="{7670992B-5481-4BDB-8246-511B6FFC5E72}" srcOrd="42" destOrd="0" presId="urn:microsoft.com/office/officeart/2005/8/layout/list1"/>
    <dgm:cxn modelId="{CA47E834-A0F2-4AA5-9F9B-9E31B95BCF62}" type="presParOf" srcId="{0B780D78-199E-4300-A693-D6F97EF5F986}" destId="{F6E50838-DEB5-4EC7-986B-EDC14F096219}" srcOrd="43" destOrd="0" presId="urn:microsoft.com/office/officeart/2005/8/layout/list1"/>
    <dgm:cxn modelId="{2F0AD539-BCDA-4875-ABCA-205B64664294}" type="presParOf" srcId="{0B780D78-199E-4300-A693-D6F97EF5F986}" destId="{C61250EB-FA0F-4C8E-9F5D-C1FDEF87F6D3}" srcOrd="44" destOrd="0" presId="urn:microsoft.com/office/officeart/2005/8/layout/list1"/>
    <dgm:cxn modelId="{301C584F-3A4F-4D8D-A55D-5C4D32BA7231}" type="presParOf" srcId="{C61250EB-FA0F-4C8E-9F5D-C1FDEF87F6D3}" destId="{227FD569-7C22-4BC0-8CCF-54D834AF3383}" srcOrd="0" destOrd="0" presId="urn:microsoft.com/office/officeart/2005/8/layout/list1"/>
    <dgm:cxn modelId="{266753C3-D720-4546-9BB1-C4781AEF892D}" type="presParOf" srcId="{C61250EB-FA0F-4C8E-9F5D-C1FDEF87F6D3}" destId="{7D55F781-07F4-4C31-A2E4-EAA06630527E}" srcOrd="1" destOrd="0" presId="urn:microsoft.com/office/officeart/2005/8/layout/list1"/>
    <dgm:cxn modelId="{32351F8A-6153-4493-9B09-176FFF3471EA}" type="presParOf" srcId="{0B780D78-199E-4300-A693-D6F97EF5F986}" destId="{F88554E0-BDDB-4FBD-A1A9-9D6EE00A8CD0}" srcOrd="45" destOrd="0" presId="urn:microsoft.com/office/officeart/2005/8/layout/list1"/>
    <dgm:cxn modelId="{4FC8E37D-B975-41FE-8115-51CCDF8AAC51}" type="presParOf" srcId="{0B780D78-199E-4300-A693-D6F97EF5F986}" destId="{3DD60EED-76E8-483E-8D2A-8589B7533F55}" srcOrd="46" destOrd="0" presId="urn:microsoft.com/office/officeart/2005/8/layout/list1"/>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B018FF-A720-4259-AAF8-30E9A45E10E5}" type="doc">
      <dgm:prSet loTypeId="urn:microsoft.com/office/officeart/2005/8/layout/cycle7" loCatId="cycle" qsTypeId="urn:microsoft.com/office/officeart/2005/8/quickstyle/simple1" qsCatId="simple" csTypeId="urn:microsoft.com/office/officeart/2005/8/colors/colorful1" csCatId="colorful" phldr="1"/>
      <dgm:spPr/>
      <dgm:t>
        <a:bodyPr/>
        <a:lstStyle/>
        <a:p>
          <a:endParaRPr lang="en-US"/>
        </a:p>
      </dgm:t>
    </dgm:pt>
    <dgm:pt modelId="{0313D3FF-A6A0-4777-B051-C65662772EF6}">
      <dgm:prSet phldrT="[Text]" phldr="0"/>
      <dgm:spPr/>
      <dgm:t>
        <a:bodyPr/>
        <a:lstStyle/>
        <a:p>
          <a:pPr rtl="0"/>
          <a:r>
            <a:rPr lang="en-CA" noProof="0">
              <a:solidFill>
                <a:schemeClr val="tx1"/>
              </a:solidFill>
              <a:latin typeface="Visby CF" pitchFamily="50" charset="0"/>
            </a:rPr>
            <a:t>Résultats IA</a:t>
          </a:r>
          <a:endParaRPr lang="en-CA" noProof="0" dirty="0">
            <a:solidFill>
              <a:schemeClr val="tx1"/>
            </a:solidFill>
            <a:latin typeface="Visby CF" pitchFamily="50" charset="0"/>
          </a:endParaRPr>
        </a:p>
      </dgm:t>
    </dgm:pt>
    <dgm:pt modelId="{AD67D3C6-A625-472E-819B-9660FAEDE09D}" type="parTrans" cxnId="{206170F2-5587-4843-8F44-99D4A06F6E6F}">
      <dgm:prSet/>
      <dgm:spPr/>
      <dgm:t>
        <a:bodyPr/>
        <a:lstStyle/>
        <a:p>
          <a:endParaRPr lang="en-US"/>
        </a:p>
      </dgm:t>
    </dgm:pt>
    <dgm:pt modelId="{8883B395-0C85-4218-B171-8CC3D8DE0BEA}" type="sibTrans" cxnId="{206170F2-5587-4843-8F44-99D4A06F6E6F}">
      <dgm:prSet/>
      <dgm:spPr/>
      <dgm:t>
        <a:bodyPr/>
        <a:lstStyle/>
        <a:p>
          <a:endParaRPr lang="en-CA" noProof="0" dirty="0"/>
        </a:p>
      </dgm:t>
    </dgm:pt>
    <dgm:pt modelId="{36A42887-F064-4E68-9D94-47E19A372557}">
      <dgm:prSet phldrT="[Text]" phldr="0"/>
      <dgm:spPr/>
      <dgm:t>
        <a:bodyPr/>
        <a:lstStyle/>
        <a:p>
          <a:pPr rtl="0"/>
          <a:r>
            <a:rPr lang="en-CA" noProof="0">
              <a:solidFill>
                <a:schemeClr val="tx1"/>
              </a:solidFill>
              <a:latin typeface="Visby CF" pitchFamily="50" charset="0"/>
            </a:rPr>
            <a:t>Composantes techniques</a:t>
          </a:r>
          <a:endParaRPr lang="en-CA" noProof="0" dirty="0">
            <a:solidFill>
              <a:schemeClr val="tx1"/>
            </a:solidFill>
            <a:latin typeface="Visby CF" pitchFamily="50" charset="0"/>
          </a:endParaRPr>
        </a:p>
      </dgm:t>
    </dgm:pt>
    <dgm:pt modelId="{86C7B3A6-DC4C-4419-9860-7894FE221412}" type="parTrans" cxnId="{478E65AF-E1E1-4059-9536-4F2E05994C19}">
      <dgm:prSet/>
      <dgm:spPr/>
      <dgm:t>
        <a:bodyPr/>
        <a:lstStyle/>
        <a:p>
          <a:endParaRPr lang="en-US"/>
        </a:p>
      </dgm:t>
    </dgm:pt>
    <dgm:pt modelId="{99E94749-9BCB-408B-B626-46CB941784B6}" type="sibTrans" cxnId="{478E65AF-E1E1-4059-9536-4F2E05994C19}">
      <dgm:prSet/>
      <dgm:spPr/>
      <dgm:t>
        <a:bodyPr/>
        <a:lstStyle/>
        <a:p>
          <a:endParaRPr lang="en-CA" noProof="0" dirty="0"/>
        </a:p>
      </dgm:t>
    </dgm:pt>
    <dgm:pt modelId="{12DBBFFE-BB8A-45BA-BB25-516A24D4CD8F}">
      <dgm:prSet phldrT="[Text]" phldr="0"/>
      <dgm:spPr>
        <a:solidFill>
          <a:schemeClr val="accent6"/>
        </a:solidFill>
      </dgm:spPr>
      <dgm:t>
        <a:bodyPr/>
        <a:lstStyle/>
        <a:p>
          <a:pPr rtl="0"/>
          <a:r>
            <a:rPr lang="en-CA" noProof="0">
              <a:solidFill>
                <a:schemeClr val="tx1"/>
              </a:solidFill>
              <a:latin typeface="Visby CF" pitchFamily="50" charset="0"/>
            </a:rPr>
            <a:t>Composantes sociales</a:t>
          </a:r>
          <a:endParaRPr lang="en-CA" noProof="0" dirty="0">
            <a:solidFill>
              <a:schemeClr val="tx1"/>
            </a:solidFill>
            <a:latin typeface="Visby CF" pitchFamily="50" charset="0"/>
          </a:endParaRPr>
        </a:p>
      </dgm:t>
    </dgm:pt>
    <dgm:pt modelId="{1CD17AAF-B60C-4391-9286-6D946756E172}" type="parTrans" cxnId="{69AB90BD-016C-4178-B7F2-D8C0EC2692BA}">
      <dgm:prSet/>
      <dgm:spPr/>
      <dgm:t>
        <a:bodyPr/>
        <a:lstStyle/>
        <a:p>
          <a:endParaRPr lang="en-US"/>
        </a:p>
      </dgm:t>
    </dgm:pt>
    <dgm:pt modelId="{13A23356-58C5-4D5C-97ED-700C6F794AA4}" type="sibTrans" cxnId="{69AB90BD-016C-4178-B7F2-D8C0EC2692BA}">
      <dgm:prSet/>
      <dgm:spPr>
        <a:solidFill>
          <a:schemeClr val="accent6"/>
        </a:solidFill>
      </dgm:spPr>
      <dgm:t>
        <a:bodyPr/>
        <a:lstStyle/>
        <a:p>
          <a:endParaRPr lang="en-CA" noProof="0" dirty="0"/>
        </a:p>
      </dgm:t>
    </dgm:pt>
    <dgm:pt modelId="{3B6BA226-05AE-4318-A611-53E0F229DA92}" type="pres">
      <dgm:prSet presAssocID="{D7B018FF-A720-4259-AAF8-30E9A45E10E5}" presName="Name0" presStyleCnt="0">
        <dgm:presLayoutVars>
          <dgm:dir/>
          <dgm:resizeHandles val="exact"/>
        </dgm:presLayoutVars>
      </dgm:prSet>
      <dgm:spPr/>
    </dgm:pt>
    <dgm:pt modelId="{D517514A-C34D-4ABE-91F9-F8D6973163D5}" type="pres">
      <dgm:prSet presAssocID="{0313D3FF-A6A0-4777-B051-C65662772EF6}" presName="node" presStyleLbl="node1" presStyleIdx="0" presStyleCnt="3">
        <dgm:presLayoutVars>
          <dgm:bulletEnabled val="1"/>
        </dgm:presLayoutVars>
      </dgm:prSet>
      <dgm:spPr/>
    </dgm:pt>
    <dgm:pt modelId="{035A2DF6-6856-44CA-A8A8-F8B8BE62C294}" type="pres">
      <dgm:prSet presAssocID="{8883B395-0C85-4218-B171-8CC3D8DE0BEA}" presName="sibTrans" presStyleLbl="sibTrans2D1" presStyleIdx="0" presStyleCnt="3"/>
      <dgm:spPr/>
    </dgm:pt>
    <dgm:pt modelId="{E8286714-45AA-4588-B85F-AF5174C94CC8}" type="pres">
      <dgm:prSet presAssocID="{8883B395-0C85-4218-B171-8CC3D8DE0BEA}" presName="connectorText" presStyleLbl="sibTrans2D1" presStyleIdx="0" presStyleCnt="3"/>
      <dgm:spPr/>
    </dgm:pt>
    <dgm:pt modelId="{EA64E4BE-31D1-4A9E-83CD-3D99505FFC20}" type="pres">
      <dgm:prSet presAssocID="{36A42887-F064-4E68-9D94-47E19A372557}" presName="node" presStyleLbl="node1" presStyleIdx="1" presStyleCnt="3">
        <dgm:presLayoutVars>
          <dgm:bulletEnabled val="1"/>
        </dgm:presLayoutVars>
      </dgm:prSet>
      <dgm:spPr/>
    </dgm:pt>
    <dgm:pt modelId="{7454E0E2-7283-4F49-B105-534281AD5676}" type="pres">
      <dgm:prSet presAssocID="{99E94749-9BCB-408B-B626-46CB941784B6}" presName="sibTrans" presStyleLbl="sibTrans2D1" presStyleIdx="1" presStyleCnt="3"/>
      <dgm:spPr/>
    </dgm:pt>
    <dgm:pt modelId="{7081C9B6-EE15-4C34-9828-516C6527965A}" type="pres">
      <dgm:prSet presAssocID="{99E94749-9BCB-408B-B626-46CB941784B6}" presName="connectorText" presStyleLbl="sibTrans2D1" presStyleIdx="1" presStyleCnt="3"/>
      <dgm:spPr/>
    </dgm:pt>
    <dgm:pt modelId="{FC1BD3B3-AF4E-499D-ACAA-20C6D186EBFA}" type="pres">
      <dgm:prSet presAssocID="{12DBBFFE-BB8A-45BA-BB25-516A24D4CD8F}" presName="node" presStyleLbl="node1" presStyleIdx="2" presStyleCnt="3" custRadScaleRad="106035" custRadScaleInc="3109">
        <dgm:presLayoutVars>
          <dgm:bulletEnabled val="1"/>
        </dgm:presLayoutVars>
      </dgm:prSet>
      <dgm:spPr/>
    </dgm:pt>
    <dgm:pt modelId="{0FB3C7FB-C986-4508-B120-7434C142C2C7}" type="pres">
      <dgm:prSet presAssocID="{13A23356-58C5-4D5C-97ED-700C6F794AA4}" presName="sibTrans" presStyleLbl="sibTrans2D1" presStyleIdx="2" presStyleCnt="3"/>
      <dgm:spPr/>
    </dgm:pt>
    <dgm:pt modelId="{79F6F439-D7CC-4194-A5C6-E942CD289321}" type="pres">
      <dgm:prSet presAssocID="{13A23356-58C5-4D5C-97ED-700C6F794AA4}" presName="connectorText" presStyleLbl="sibTrans2D1" presStyleIdx="2" presStyleCnt="3"/>
      <dgm:spPr/>
    </dgm:pt>
  </dgm:ptLst>
  <dgm:cxnLst>
    <dgm:cxn modelId="{36A94410-DE5D-42EA-8505-9A3B15498AEB}" type="presOf" srcId="{12DBBFFE-BB8A-45BA-BB25-516A24D4CD8F}" destId="{FC1BD3B3-AF4E-499D-ACAA-20C6D186EBFA}" srcOrd="0" destOrd="0" presId="urn:microsoft.com/office/officeart/2005/8/layout/cycle7"/>
    <dgm:cxn modelId="{3220351C-5EA4-468A-87E0-74AAF2519385}" type="presOf" srcId="{8883B395-0C85-4218-B171-8CC3D8DE0BEA}" destId="{035A2DF6-6856-44CA-A8A8-F8B8BE62C294}" srcOrd="0" destOrd="0" presId="urn:microsoft.com/office/officeart/2005/8/layout/cycle7"/>
    <dgm:cxn modelId="{5EDE7126-C99B-4AEB-8B5A-AC3D6C04DF79}" type="presOf" srcId="{13A23356-58C5-4D5C-97ED-700C6F794AA4}" destId="{0FB3C7FB-C986-4508-B120-7434C142C2C7}" srcOrd="0" destOrd="0" presId="urn:microsoft.com/office/officeart/2005/8/layout/cycle7"/>
    <dgm:cxn modelId="{3D50DC60-A866-4E0A-8112-FF30C198F73B}" type="presOf" srcId="{36A42887-F064-4E68-9D94-47E19A372557}" destId="{EA64E4BE-31D1-4A9E-83CD-3D99505FFC20}" srcOrd="0" destOrd="0" presId="urn:microsoft.com/office/officeart/2005/8/layout/cycle7"/>
    <dgm:cxn modelId="{C7BE9861-B1EA-48E7-A7AB-DEFFC5ADA269}" type="presOf" srcId="{8883B395-0C85-4218-B171-8CC3D8DE0BEA}" destId="{E8286714-45AA-4588-B85F-AF5174C94CC8}" srcOrd="1" destOrd="0" presId="urn:microsoft.com/office/officeart/2005/8/layout/cycle7"/>
    <dgm:cxn modelId="{95E6D471-D5E0-40F4-8919-A56D77A4830F}" type="presOf" srcId="{0313D3FF-A6A0-4777-B051-C65662772EF6}" destId="{D517514A-C34D-4ABE-91F9-F8D6973163D5}" srcOrd="0" destOrd="0" presId="urn:microsoft.com/office/officeart/2005/8/layout/cycle7"/>
    <dgm:cxn modelId="{156A537A-C5A5-4F71-BC41-BCD46EA772CA}" type="presOf" srcId="{D7B018FF-A720-4259-AAF8-30E9A45E10E5}" destId="{3B6BA226-05AE-4318-A611-53E0F229DA92}" srcOrd="0" destOrd="0" presId="urn:microsoft.com/office/officeart/2005/8/layout/cycle7"/>
    <dgm:cxn modelId="{5C57DF84-6967-49A0-86F3-410854FFF95B}" type="presOf" srcId="{13A23356-58C5-4D5C-97ED-700C6F794AA4}" destId="{79F6F439-D7CC-4194-A5C6-E942CD289321}" srcOrd="1" destOrd="0" presId="urn:microsoft.com/office/officeart/2005/8/layout/cycle7"/>
    <dgm:cxn modelId="{478E65AF-E1E1-4059-9536-4F2E05994C19}" srcId="{D7B018FF-A720-4259-AAF8-30E9A45E10E5}" destId="{36A42887-F064-4E68-9D94-47E19A372557}" srcOrd="1" destOrd="0" parTransId="{86C7B3A6-DC4C-4419-9860-7894FE221412}" sibTransId="{99E94749-9BCB-408B-B626-46CB941784B6}"/>
    <dgm:cxn modelId="{597AE3B1-7B23-4787-A14E-BDE9DB58F4C8}" type="presOf" srcId="{99E94749-9BCB-408B-B626-46CB941784B6}" destId="{7081C9B6-EE15-4C34-9828-516C6527965A}" srcOrd="1" destOrd="0" presId="urn:microsoft.com/office/officeart/2005/8/layout/cycle7"/>
    <dgm:cxn modelId="{69AB90BD-016C-4178-B7F2-D8C0EC2692BA}" srcId="{D7B018FF-A720-4259-AAF8-30E9A45E10E5}" destId="{12DBBFFE-BB8A-45BA-BB25-516A24D4CD8F}" srcOrd="2" destOrd="0" parTransId="{1CD17AAF-B60C-4391-9286-6D946756E172}" sibTransId="{13A23356-58C5-4D5C-97ED-700C6F794AA4}"/>
    <dgm:cxn modelId="{4DAF1EC0-BC32-469C-B77C-4507D4E60EB1}" type="presOf" srcId="{99E94749-9BCB-408B-B626-46CB941784B6}" destId="{7454E0E2-7283-4F49-B105-534281AD5676}" srcOrd="0" destOrd="0" presId="urn:microsoft.com/office/officeart/2005/8/layout/cycle7"/>
    <dgm:cxn modelId="{206170F2-5587-4843-8F44-99D4A06F6E6F}" srcId="{D7B018FF-A720-4259-AAF8-30E9A45E10E5}" destId="{0313D3FF-A6A0-4777-B051-C65662772EF6}" srcOrd="0" destOrd="0" parTransId="{AD67D3C6-A625-472E-819B-9660FAEDE09D}" sibTransId="{8883B395-0C85-4218-B171-8CC3D8DE0BEA}"/>
    <dgm:cxn modelId="{4F4F6A90-35F2-4426-B1DF-FE5095B610A8}" type="presParOf" srcId="{3B6BA226-05AE-4318-A611-53E0F229DA92}" destId="{D517514A-C34D-4ABE-91F9-F8D6973163D5}" srcOrd="0" destOrd="0" presId="urn:microsoft.com/office/officeart/2005/8/layout/cycle7"/>
    <dgm:cxn modelId="{AE8AE87F-764E-4FD5-A6D5-63923C4D6212}" type="presParOf" srcId="{3B6BA226-05AE-4318-A611-53E0F229DA92}" destId="{035A2DF6-6856-44CA-A8A8-F8B8BE62C294}" srcOrd="1" destOrd="0" presId="urn:microsoft.com/office/officeart/2005/8/layout/cycle7"/>
    <dgm:cxn modelId="{676C0CCC-5B28-489F-92F0-04BB76449BC7}" type="presParOf" srcId="{035A2DF6-6856-44CA-A8A8-F8B8BE62C294}" destId="{E8286714-45AA-4588-B85F-AF5174C94CC8}" srcOrd="0" destOrd="0" presId="urn:microsoft.com/office/officeart/2005/8/layout/cycle7"/>
    <dgm:cxn modelId="{BDF7264D-ED23-4339-8205-E14D8A856EF8}" type="presParOf" srcId="{3B6BA226-05AE-4318-A611-53E0F229DA92}" destId="{EA64E4BE-31D1-4A9E-83CD-3D99505FFC20}" srcOrd="2" destOrd="0" presId="urn:microsoft.com/office/officeart/2005/8/layout/cycle7"/>
    <dgm:cxn modelId="{AA6FA29D-CEE9-458E-8C14-F144B195DC9B}" type="presParOf" srcId="{3B6BA226-05AE-4318-A611-53E0F229DA92}" destId="{7454E0E2-7283-4F49-B105-534281AD5676}" srcOrd="3" destOrd="0" presId="urn:microsoft.com/office/officeart/2005/8/layout/cycle7"/>
    <dgm:cxn modelId="{D4B05AE1-7C6C-476D-821C-65CAA7661C2A}" type="presParOf" srcId="{7454E0E2-7283-4F49-B105-534281AD5676}" destId="{7081C9B6-EE15-4C34-9828-516C6527965A}" srcOrd="0" destOrd="0" presId="urn:microsoft.com/office/officeart/2005/8/layout/cycle7"/>
    <dgm:cxn modelId="{16C2D804-9829-423C-BA58-A86E271B2452}" type="presParOf" srcId="{3B6BA226-05AE-4318-A611-53E0F229DA92}" destId="{FC1BD3B3-AF4E-499D-ACAA-20C6D186EBFA}" srcOrd="4" destOrd="0" presId="urn:microsoft.com/office/officeart/2005/8/layout/cycle7"/>
    <dgm:cxn modelId="{26221165-92E1-4FAC-9FE7-827373179BC4}" type="presParOf" srcId="{3B6BA226-05AE-4318-A611-53E0F229DA92}" destId="{0FB3C7FB-C986-4508-B120-7434C142C2C7}" srcOrd="5" destOrd="0" presId="urn:microsoft.com/office/officeart/2005/8/layout/cycle7"/>
    <dgm:cxn modelId="{FD893E09-9A3A-46CD-8447-F4703C898659}" type="presParOf" srcId="{0FB3C7FB-C986-4508-B120-7434C142C2C7}" destId="{79F6F439-D7CC-4194-A5C6-E942CD289321}" srcOrd="0" destOrd="0" presId="urn:microsoft.com/office/officeart/2005/8/layout/cycle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227AC1-1BF1-4CB5-864D-1F1C35C267D4}">
      <dsp:nvSpPr>
        <dsp:cNvPr id="0" name=""/>
        <dsp:cNvSpPr/>
      </dsp:nvSpPr>
      <dsp:spPr>
        <a:xfrm>
          <a:off x="0" y="324212"/>
          <a:ext cx="10442005" cy="277200"/>
        </a:xfrm>
        <a:prstGeom prst="rect">
          <a:avLst/>
        </a:prstGeom>
        <a:solidFill>
          <a:schemeClr val="lt1">
            <a:alpha val="90000"/>
            <a:hueOff val="0"/>
            <a:satOff val="0"/>
            <a:lumOff val="0"/>
            <a:alphaOff val="0"/>
          </a:schemeClr>
        </a:solidFill>
        <a:ln w="12700" cap="flat" cmpd="sng" algn="ctr">
          <a:solidFill>
            <a:schemeClr val="tx2">
              <a:lumMod val="10000"/>
              <a:lumOff val="90000"/>
            </a:schemeClr>
          </a:solidFill>
          <a:prstDash val="solid"/>
        </a:ln>
        <a:effectLst/>
      </dsp:spPr>
      <dsp:style>
        <a:lnRef idx="2">
          <a:scrgbClr r="0" g="0" b="0"/>
        </a:lnRef>
        <a:fillRef idx="1">
          <a:scrgbClr r="0" g="0" b="0"/>
        </a:fillRef>
        <a:effectRef idx="0">
          <a:scrgbClr r="0" g="0" b="0"/>
        </a:effectRef>
        <a:fontRef idx="minor"/>
      </dsp:style>
    </dsp:sp>
    <dsp:sp modelId="{FC5595AD-741D-479C-94ED-B41127C2D30C}">
      <dsp:nvSpPr>
        <dsp:cNvPr id="0" name=""/>
        <dsp:cNvSpPr/>
      </dsp:nvSpPr>
      <dsp:spPr>
        <a:xfrm>
          <a:off x="522100" y="161852"/>
          <a:ext cx="8353405" cy="324720"/>
        </a:xfrm>
        <a:prstGeom prst="roundRect">
          <a:avLst/>
        </a:prstGeom>
        <a:solidFill>
          <a:schemeClr val="tx2">
            <a:lumMod val="10000"/>
            <a:lumOff val="9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1" kern="1200" dirty="0">
              <a:latin typeface="Visby CF Medium" pitchFamily="50" charset="0"/>
            </a:rPr>
            <a:t>1 – À la base d’une transformation numérique réussie : une stratégie et une architecture</a:t>
          </a:r>
        </a:p>
      </dsp:txBody>
      <dsp:txXfrm>
        <a:off x="537952" y="177704"/>
        <a:ext cx="8321701" cy="293016"/>
      </dsp:txXfrm>
    </dsp:sp>
    <dsp:sp modelId="{4B705F14-EF6E-47A1-83AC-F9A4EA9DCD99}">
      <dsp:nvSpPr>
        <dsp:cNvPr id="0" name=""/>
        <dsp:cNvSpPr/>
      </dsp:nvSpPr>
      <dsp:spPr>
        <a:xfrm>
          <a:off x="0" y="823172"/>
          <a:ext cx="10442005" cy="277200"/>
        </a:xfrm>
        <a:prstGeom prst="rect">
          <a:avLst/>
        </a:prstGeom>
        <a:solidFill>
          <a:schemeClr val="lt1">
            <a:alpha val="90000"/>
            <a:hueOff val="0"/>
            <a:satOff val="0"/>
            <a:lumOff val="0"/>
            <a:alphaOff val="0"/>
          </a:schemeClr>
        </a:solidFill>
        <a:ln w="12700" cap="flat" cmpd="sng" algn="ctr">
          <a:solidFill>
            <a:schemeClr val="accent3">
              <a:lumMod val="20000"/>
              <a:lumOff val="80000"/>
            </a:schemeClr>
          </a:solidFill>
          <a:prstDash val="solid"/>
        </a:ln>
        <a:effectLst/>
      </dsp:spPr>
      <dsp:style>
        <a:lnRef idx="2">
          <a:scrgbClr r="0" g="0" b="0"/>
        </a:lnRef>
        <a:fillRef idx="1">
          <a:scrgbClr r="0" g="0" b="0"/>
        </a:fillRef>
        <a:effectRef idx="0">
          <a:scrgbClr r="0" g="0" b="0"/>
        </a:effectRef>
        <a:fontRef idx="minor"/>
      </dsp:style>
    </dsp:sp>
    <dsp:sp modelId="{D5FBFB3E-AF30-4644-971E-72A9D5B69B7E}">
      <dsp:nvSpPr>
        <dsp:cNvPr id="0" name=""/>
        <dsp:cNvSpPr/>
      </dsp:nvSpPr>
      <dsp:spPr>
        <a:xfrm>
          <a:off x="522100" y="660812"/>
          <a:ext cx="8353405" cy="324720"/>
        </a:xfrm>
        <a:prstGeom prst="roundRect">
          <a:avLst/>
        </a:prstGeom>
        <a:solidFill>
          <a:schemeClr val="accent3">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2 – Au cœur des systèmes d’information : des processus d’affaires</a:t>
          </a:r>
        </a:p>
      </dsp:txBody>
      <dsp:txXfrm>
        <a:off x="537952" y="676664"/>
        <a:ext cx="8321701" cy="293016"/>
      </dsp:txXfrm>
    </dsp:sp>
    <dsp:sp modelId="{0893C5BF-2D1A-475E-9A5B-CF95378A190A}">
      <dsp:nvSpPr>
        <dsp:cNvPr id="0" name=""/>
        <dsp:cNvSpPr/>
      </dsp:nvSpPr>
      <dsp:spPr>
        <a:xfrm>
          <a:off x="0" y="1322132"/>
          <a:ext cx="10442005" cy="277200"/>
        </a:xfrm>
        <a:prstGeom prst="rect">
          <a:avLst/>
        </a:prstGeom>
        <a:solidFill>
          <a:schemeClr val="lt1">
            <a:alpha val="90000"/>
            <a:hueOff val="0"/>
            <a:satOff val="0"/>
            <a:lumOff val="0"/>
            <a:alphaOff val="0"/>
          </a:schemeClr>
        </a:solidFill>
        <a:ln w="12700" cap="flat" cmpd="sng" algn="ctr">
          <a:solidFill>
            <a:schemeClr val="accent4">
              <a:lumMod val="20000"/>
              <a:lumOff val="80000"/>
            </a:schemeClr>
          </a:solidFill>
          <a:prstDash val="solid"/>
        </a:ln>
        <a:effectLst/>
      </dsp:spPr>
      <dsp:style>
        <a:lnRef idx="2">
          <a:scrgbClr r="0" g="0" b="0"/>
        </a:lnRef>
        <a:fillRef idx="1">
          <a:scrgbClr r="0" g="0" b="0"/>
        </a:fillRef>
        <a:effectRef idx="0">
          <a:scrgbClr r="0" g="0" b="0"/>
        </a:effectRef>
        <a:fontRef idx="minor"/>
      </dsp:style>
    </dsp:sp>
    <dsp:sp modelId="{4E0EC255-89F1-4ECD-8CEB-A36054D0B55B}">
      <dsp:nvSpPr>
        <dsp:cNvPr id="0" name=""/>
        <dsp:cNvSpPr/>
      </dsp:nvSpPr>
      <dsp:spPr>
        <a:xfrm>
          <a:off x="522100" y="1159772"/>
          <a:ext cx="8353405" cy="324720"/>
        </a:xfrm>
        <a:prstGeom prst="roundRect">
          <a:avLst/>
        </a:prstGeom>
        <a:solidFill>
          <a:schemeClr val="accent4">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3 – La matière première des systèmes d’information : des données </a:t>
          </a:r>
        </a:p>
      </dsp:txBody>
      <dsp:txXfrm>
        <a:off x="537952" y="1175624"/>
        <a:ext cx="8321701" cy="293016"/>
      </dsp:txXfrm>
    </dsp:sp>
    <dsp:sp modelId="{BA0A9E78-6452-4B8A-AE51-6D689E339484}">
      <dsp:nvSpPr>
        <dsp:cNvPr id="0" name=""/>
        <dsp:cNvSpPr/>
      </dsp:nvSpPr>
      <dsp:spPr>
        <a:xfrm>
          <a:off x="0" y="1821092"/>
          <a:ext cx="10442005" cy="277200"/>
        </a:xfrm>
        <a:prstGeom prst="rect">
          <a:avLst/>
        </a:prstGeom>
        <a:solidFill>
          <a:schemeClr val="lt1">
            <a:alpha val="90000"/>
            <a:hueOff val="0"/>
            <a:satOff val="0"/>
            <a:lumOff val="0"/>
            <a:alphaOff val="0"/>
          </a:schemeClr>
        </a:solidFill>
        <a:ln w="12700" cap="flat" cmpd="sng" algn="ctr">
          <a:solidFill>
            <a:schemeClr val="accent5">
              <a:lumMod val="20000"/>
              <a:lumOff val="80000"/>
            </a:schemeClr>
          </a:solidFill>
          <a:prstDash val="solid"/>
        </a:ln>
        <a:effectLst/>
      </dsp:spPr>
      <dsp:style>
        <a:lnRef idx="2">
          <a:scrgbClr r="0" g="0" b="0"/>
        </a:lnRef>
        <a:fillRef idx="1">
          <a:scrgbClr r="0" g="0" b="0"/>
        </a:fillRef>
        <a:effectRef idx="0">
          <a:scrgbClr r="0" g="0" b="0"/>
        </a:effectRef>
        <a:fontRef idx="minor"/>
      </dsp:style>
    </dsp:sp>
    <dsp:sp modelId="{2690095D-C682-4C4A-BD20-A8FC25F1AE82}">
      <dsp:nvSpPr>
        <dsp:cNvPr id="0" name=""/>
        <dsp:cNvSpPr/>
      </dsp:nvSpPr>
      <dsp:spPr>
        <a:xfrm>
          <a:off x="500328" y="1658732"/>
          <a:ext cx="8353405" cy="324720"/>
        </a:xfrm>
        <a:prstGeom prst="roundRect">
          <a:avLst/>
        </a:prstGeom>
        <a:solidFill>
          <a:schemeClr val="accent5">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i="0" kern="1200" dirty="0">
              <a:latin typeface="Visby CF Medium" pitchFamily="2" charset="77"/>
            </a:rPr>
            <a:t>4 – Des données aux interfaces : structurer, saisir, gouverner</a:t>
          </a:r>
        </a:p>
      </dsp:txBody>
      <dsp:txXfrm>
        <a:off x="516180" y="1674584"/>
        <a:ext cx="8321701" cy="293016"/>
      </dsp:txXfrm>
    </dsp:sp>
    <dsp:sp modelId="{D524D4B0-4F47-4D31-8A61-14197528B68A}">
      <dsp:nvSpPr>
        <dsp:cNvPr id="0" name=""/>
        <dsp:cNvSpPr/>
      </dsp:nvSpPr>
      <dsp:spPr>
        <a:xfrm>
          <a:off x="0" y="2320052"/>
          <a:ext cx="10442005" cy="277200"/>
        </a:xfrm>
        <a:prstGeom prst="rect">
          <a:avLst/>
        </a:prstGeom>
        <a:solidFill>
          <a:schemeClr val="lt1">
            <a:alpha val="90000"/>
            <a:hueOff val="0"/>
            <a:satOff val="0"/>
            <a:lumOff val="0"/>
            <a:alphaOff val="0"/>
          </a:schemeClr>
        </a:solidFill>
        <a:ln w="12700" cap="flat" cmpd="sng" algn="ctr">
          <a:solidFill>
            <a:schemeClr val="accent1">
              <a:lumMod val="20000"/>
              <a:lumOff val="80000"/>
            </a:schemeClr>
          </a:solidFill>
          <a:prstDash val="solid"/>
        </a:ln>
        <a:effectLst/>
      </dsp:spPr>
      <dsp:style>
        <a:lnRef idx="2">
          <a:scrgbClr r="0" g="0" b="0"/>
        </a:lnRef>
        <a:fillRef idx="1">
          <a:scrgbClr r="0" g="0" b="0"/>
        </a:fillRef>
        <a:effectRef idx="0">
          <a:scrgbClr r="0" g="0" b="0"/>
        </a:effectRef>
        <a:fontRef idx="minor"/>
      </dsp:style>
    </dsp:sp>
    <dsp:sp modelId="{A08B0E8E-8C7F-4255-A3F8-34FAAC135F61}">
      <dsp:nvSpPr>
        <dsp:cNvPr id="0" name=""/>
        <dsp:cNvSpPr/>
      </dsp:nvSpPr>
      <dsp:spPr>
        <a:xfrm>
          <a:off x="522100" y="2157692"/>
          <a:ext cx="8353405" cy="324720"/>
        </a:xfrm>
        <a:prstGeom prst="roundRect">
          <a:avLst/>
        </a:prstGeom>
        <a:solidFill>
          <a:schemeClr val="accent1">
            <a:lumMod val="20000"/>
            <a:lumOff val="80000"/>
          </a:schemeClr>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solidFill>
                <a:schemeClr val="bg1"/>
              </a:solidFill>
              <a:latin typeface="Visby CF Medium" pitchFamily="50" charset="0"/>
            </a:rPr>
            <a:t>5 – L’utilisation des systèmes d’information : des requêtes simples et des enjeux de cybersécurité</a:t>
          </a:r>
        </a:p>
      </dsp:txBody>
      <dsp:txXfrm>
        <a:off x="537952" y="2173544"/>
        <a:ext cx="8321701" cy="293016"/>
      </dsp:txXfrm>
    </dsp:sp>
    <dsp:sp modelId="{6B5F2D5C-5996-49E2-9ECD-B986D8E044FB}">
      <dsp:nvSpPr>
        <dsp:cNvPr id="0" name=""/>
        <dsp:cNvSpPr/>
      </dsp:nvSpPr>
      <dsp:spPr>
        <a:xfrm>
          <a:off x="0" y="2819012"/>
          <a:ext cx="10442005" cy="277200"/>
        </a:xfrm>
        <a:prstGeom prst="rect">
          <a:avLst/>
        </a:prstGeom>
        <a:solidFill>
          <a:schemeClr val="lt1">
            <a:alpha val="90000"/>
            <a:hueOff val="0"/>
            <a:satOff val="0"/>
            <a:lumOff val="0"/>
            <a:alphaOff val="0"/>
          </a:schemeClr>
        </a:solidFill>
        <a:ln w="38100" cap="flat" cmpd="sng" algn="ctr">
          <a:solidFill>
            <a:schemeClr val="accent3"/>
          </a:solidFill>
          <a:prstDash val="solid"/>
        </a:ln>
        <a:effectLst/>
      </dsp:spPr>
      <dsp:style>
        <a:lnRef idx="2">
          <a:scrgbClr r="0" g="0" b="0"/>
        </a:lnRef>
        <a:fillRef idx="1">
          <a:scrgbClr r="0" g="0" b="0"/>
        </a:fillRef>
        <a:effectRef idx="0">
          <a:scrgbClr r="0" g="0" b="0"/>
        </a:effectRef>
        <a:fontRef idx="minor"/>
      </dsp:style>
    </dsp:sp>
    <dsp:sp modelId="{A9CC9630-0510-47D5-B845-7B11EF8C8726}">
      <dsp:nvSpPr>
        <dsp:cNvPr id="0" name=""/>
        <dsp:cNvSpPr/>
      </dsp:nvSpPr>
      <dsp:spPr>
        <a:xfrm>
          <a:off x="522100" y="2656652"/>
          <a:ext cx="8353405" cy="324720"/>
        </a:xfrm>
        <a:prstGeom prst="roundRect">
          <a:avLst/>
        </a:prstGeom>
        <a:solidFill>
          <a:schemeClr val="accent3"/>
        </a:solidFill>
        <a:ln w="25400" cap="flat" cmpd="sng" algn="ctr">
          <a:solidFill>
            <a:schemeClr val="accent3"/>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6 - Au cœur des systèmes d’information : des algorithmes et de l’intelligence artificielle</a:t>
          </a:r>
        </a:p>
      </dsp:txBody>
      <dsp:txXfrm>
        <a:off x="537952" y="2672504"/>
        <a:ext cx="8321701" cy="293016"/>
      </dsp:txXfrm>
    </dsp:sp>
    <dsp:sp modelId="{B767CEFF-DB6B-4AE7-8BAC-740813957E5C}">
      <dsp:nvSpPr>
        <dsp:cNvPr id="0" name=""/>
        <dsp:cNvSpPr/>
      </dsp:nvSpPr>
      <dsp:spPr>
        <a:xfrm>
          <a:off x="0" y="3317972"/>
          <a:ext cx="10442005" cy="277200"/>
        </a:xfrm>
        <a:prstGeom prst="rect">
          <a:avLst/>
        </a:prstGeom>
        <a:solidFill>
          <a:schemeClr val="lt1">
            <a:alpha val="90000"/>
            <a:hueOff val="0"/>
            <a:satOff val="0"/>
            <a:lumOff val="0"/>
            <a:alphaOff val="0"/>
          </a:schemeClr>
        </a:solidFill>
        <a:ln w="12700" cap="flat" cmpd="sng" algn="ctr">
          <a:solidFill>
            <a:schemeClr val="accent6"/>
          </a:solidFill>
          <a:prstDash val="solid"/>
        </a:ln>
        <a:effectLst/>
      </dsp:spPr>
      <dsp:style>
        <a:lnRef idx="2">
          <a:scrgbClr r="0" g="0" b="0"/>
        </a:lnRef>
        <a:fillRef idx="1">
          <a:scrgbClr r="0" g="0" b="0"/>
        </a:fillRef>
        <a:effectRef idx="0">
          <a:scrgbClr r="0" g="0" b="0"/>
        </a:effectRef>
        <a:fontRef idx="minor"/>
      </dsp:style>
    </dsp:sp>
    <dsp:sp modelId="{2E6479BD-17C2-4B62-9598-1A179A816511}">
      <dsp:nvSpPr>
        <dsp:cNvPr id="0" name=""/>
        <dsp:cNvSpPr/>
      </dsp:nvSpPr>
      <dsp:spPr>
        <a:xfrm>
          <a:off x="522100" y="3155612"/>
          <a:ext cx="8353405" cy="324720"/>
        </a:xfrm>
        <a:prstGeom prst="roundRect">
          <a:avLst/>
        </a:prstGeom>
        <a:solidFill>
          <a:schemeClr val="accent6"/>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7 - Pour passer du concept au système matérialisé </a:t>
          </a:r>
          <a:r>
            <a:rPr lang="fr-CA" sz="1100" b="0" kern="1200">
              <a:latin typeface="Visby CF Medium" pitchFamily="50" charset="0"/>
            </a:rPr>
            <a:t>: des projets structurés</a:t>
          </a:r>
          <a:endParaRPr lang="fr-CA" sz="1100" b="0" kern="1200" dirty="0">
            <a:latin typeface="Visby CF Medium" pitchFamily="50" charset="0"/>
          </a:endParaRPr>
        </a:p>
      </dsp:txBody>
      <dsp:txXfrm>
        <a:off x="537952" y="3171464"/>
        <a:ext cx="8321701" cy="293016"/>
      </dsp:txXfrm>
    </dsp:sp>
    <dsp:sp modelId="{618D87AA-43A7-4801-AF8D-665093B79FC2}">
      <dsp:nvSpPr>
        <dsp:cNvPr id="0" name=""/>
        <dsp:cNvSpPr/>
      </dsp:nvSpPr>
      <dsp:spPr>
        <a:xfrm>
          <a:off x="0" y="3816932"/>
          <a:ext cx="10442005" cy="277200"/>
        </a:xfrm>
        <a:prstGeom prst="rect">
          <a:avLst/>
        </a:prstGeom>
        <a:solidFill>
          <a:schemeClr val="lt1">
            <a:alpha val="90000"/>
            <a:hueOff val="0"/>
            <a:satOff val="0"/>
            <a:lumOff val="0"/>
            <a:alphaOff val="0"/>
          </a:schemeClr>
        </a:solidFill>
        <a:ln w="12700" cap="flat" cmpd="sng" algn="ctr">
          <a:solidFill>
            <a:schemeClr val="accent2"/>
          </a:solidFill>
          <a:prstDash val="solid"/>
        </a:ln>
        <a:effectLst/>
      </dsp:spPr>
      <dsp:style>
        <a:lnRef idx="2">
          <a:scrgbClr r="0" g="0" b="0"/>
        </a:lnRef>
        <a:fillRef idx="1">
          <a:scrgbClr r="0" g="0" b="0"/>
        </a:fillRef>
        <a:effectRef idx="0">
          <a:scrgbClr r="0" g="0" b="0"/>
        </a:effectRef>
        <a:fontRef idx="minor"/>
      </dsp:style>
    </dsp:sp>
    <dsp:sp modelId="{527F5BA3-371D-4AE0-B87A-668DCEE6A1CA}">
      <dsp:nvSpPr>
        <dsp:cNvPr id="0" name=""/>
        <dsp:cNvSpPr/>
      </dsp:nvSpPr>
      <dsp:spPr>
        <a:xfrm>
          <a:off x="1483422" y="3654572"/>
          <a:ext cx="8353405" cy="324720"/>
        </a:xfrm>
        <a:prstGeom prst="roundRect">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8 - Des processus standardisés et des données intégrées : des progiciels de gestion intégrés</a:t>
          </a:r>
        </a:p>
      </dsp:txBody>
      <dsp:txXfrm>
        <a:off x="1499274" y="3670424"/>
        <a:ext cx="8321701" cy="293016"/>
      </dsp:txXfrm>
    </dsp:sp>
    <dsp:sp modelId="{AEAED330-3F0C-4930-826B-6E673746044E}">
      <dsp:nvSpPr>
        <dsp:cNvPr id="0" name=""/>
        <dsp:cNvSpPr/>
      </dsp:nvSpPr>
      <dsp:spPr>
        <a:xfrm>
          <a:off x="0" y="4315892"/>
          <a:ext cx="10442005" cy="277200"/>
        </a:xfrm>
        <a:prstGeom prst="rect">
          <a:avLst/>
        </a:prstGeom>
        <a:solidFill>
          <a:schemeClr val="lt1">
            <a:alpha val="90000"/>
            <a:hueOff val="0"/>
            <a:satOff val="0"/>
            <a:lumOff val="0"/>
            <a:alphaOff val="0"/>
          </a:schemeClr>
        </a:solidFill>
        <a:ln w="12700" cap="flat" cmpd="sng" algn="ctr">
          <a:solidFill>
            <a:schemeClr val="accent4"/>
          </a:solidFill>
          <a:prstDash val="solid"/>
        </a:ln>
        <a:effectLst/>
      </dsp:spPr>
      <dsp:style>
        <a:lnRef idx="2">
          <a:scrgbClr r="0" g="0" b="0"/>
        </a:lnRef>
        <a:fillRef idx="1">
          <a:scrgbClr r="0" g="0" b="0"/>
        </a:fillRef>
        <a:effectRef idx="0">
          <a:scrgbClr r="0" g="0" b="0"/>
        </a:effectRef>
        <a:fontRef idx="minor"/>
      </dsp:style>
    </dsp:sp>
    <dsp:sp modelId="{EAB68C95-726F-4985-BDFC-96AE74956DB2}">
      <dsp:nvSpPr>
        <dsp:cNvPr id="0" name=""/>
        <dsp:cNvSpPr/>
      </dsp:nvSpPr>
      <dsp:spPr>
        <a:xfrm>
          <a:off x="1483422" y="4153532"/>
          <a:ext cx="8353405" cy="324720"/>
        </a:xfrm>
        <a:prstGeom prst="roundRect">
          <a:avLst/>
        </a:prstGeom>
        <a:solidFill>
          <a:schemeClr val="accent4"/>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latin typeface="Visby CF Medium" pitchFamily="50" charset="0"/>
            </a:rPr>
            <a:t>9 – La matière première des systèmes d’information : toujours plus de données</a:t>
          </a:r>
        </a:p>
      </dsp:txBody>
      <dsp:txXfrm>
        <a:off x="1499274" y="4169384"/>
        <a:ext cx="8321701" cy="293016"/>
      </dsp:txXfrm>
    </dsp:sp>
    <dsp:sp modelId="{FDEC5003-E064-4B42-B2CB-36DA6448A6B3}">
      <dsp:nvSpPr>
        <dsp:cNvPr id="0" name=""/>
        <dsp:cNvSpPr/>
      </dsp:nvSpPr>
      <dsp:spPr>
        <a:xfrm>
          <a:off x="0" y="4814852"/>
          <a:ext cx="10442005" cy="277200"/>
        </a:xfrm>
        <a:prstGeom prst="rect">
          <a:avLst/>
        </a:prstGeom>
        <a:solidFill>
          <a:schemeClr val="lt1">
            <a:alpha val="90000"/>
            <a:hueOff val="0"/>
            <a:satOff val="0"/>
            <a:lumOff val="0"/>
            <a:alphaOff val="0"/>
          </a:schemeClr>
        </a:solidFill>
        <a:ln w="12700" cap="flat" cmpd="sng" algn="ctr">
          <a:solidFill>
            <a:schemeClr val="accent1"/>
          </a:solidFill>
          <a:prstDash val="solid"/>
        </a:ln>
        <a:effectLst/>
      </dsp:spPr>
      <dsp:style>
        <a:lnRef idx="2">
          <a:scrgbClr r="0" g="0" b="0"/>
        </a:lnRef>
        <a:fillRef idx="1">
          <a:scrgbClr r="0" g="0" b="0"/>
        </a:fillRef>
        <a:effectRef idx="0">
          <a:scrgbClr r="0" g="0" b="0"/>
        </a:effectRef>
        <a:fontRef idx="minor"/>
      </dsp:style>
    </dsp:sp>
    <dsp:sp modelId="{0A427700-7D58-459E-9B8B-B9175C296A48}">
      <dsp:nvSpPr>
        <dsp:cNvPr id="0" name=""/>
        <dsp:cNvSpPr/>
      </dsp:nvSpPr>
      <dsp:spPr>
        <a:xfrm>
          <a:off x="1483422" y="4652492"/>
          <a:ext cx="8353405" cy="324720"/>
        </a:xfrm>
        <a:prstGeom prst="round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solidFill>
                <a:schemeClr val="bg1"/>
              </a:solidFill>
              <a:latin typeface="Visby CF Medium" pitchFamily="50" charset="0"/>
            </a:rPr>
            <a:t>10 – L’utilisation des systèmes d’information : des requêtes complexes à l’aide de tableaux de bord</a:t>
          </a:r>
          <a:endParaRPr lang="fr-CA" sz="1100" b="0" kern="1200" dirty="0">
            <a:solidFill>
              <a:prstClr val="white"/>
            </a:solidFill>
            <a:latin typeface="Visby CF Medium" pitchFamily="50" charset="0"/>
            <a:ea typeface="+mn-ea"/>
            <a:cs typeface="+mn-cs"/>
          </a:endParaRPr>
        </a:p>
      </dsp:txBody>
      <dsp:txXfrm>
        <a:off x="1499274" y="4668344"/>
        <a:ext cx="8321701" cy="293016"/>
      </dsp:txXfrm>
    </dsp:sp>
    <dsp:sp modelId="{7670992B-5481-4BDB-8246-511B6FFC5E72}">
      <dsp:nvSpPr>
        <dsp:cNvPr id="0" name=""/>
        <dsp:cNvSpPr/>
      </dsp:nvSpPr>
      <dsp:spPr>
        <a:xfrm>
          <a:off x="0" y="5313812"/>
          <a:ext cx="10442005" cy="277200"/>
        </a:xfrm>
        <a:prstGeom prst="rect">
          <a:avLst/>
        </a:prstGeom>
        <a:solidFill>
          <a:schemeClr val="lt1">
            <a:alpha val="90000"/>
            <a:hueOff val="0"/>
            <a:satOff val="0"/>
            <a:lumOff val="0"/>
            <a:alphaOff val="0"/>
          </a:schemeClr>
        </a:solidFill>
        <a:ln w="12700" cap="flat" cmpd="sng" algn="ctr">
          <a:solidFill>
            <a:schemeClr val="accent5"/>
          </a:solidFill>
          <a:prstDash val="solid"/>
        </a:ln>
        <a:effectLst/>
      </dsp:spPr>
      <dsp:style>
        <a:lnRef idx="2">
          <a:scrgbClr r="0" g="0" b="0"/>
        </a:lnRef>
        <a:fillRef idx="1">
          <a:scrgbClr r="0" g="0" b="0"/>
        </a:fillRef>
        <a:effectRef idx="0">
          <a:scrgbClr r="0" g="0" b="0"/>
        </a:effectRef>
        <a:fontRef idx="minor"/>
      </dsp:style>
    </dsp:sp>
    <dsp:sp modelId="{FA30E27F-5C4F-48D2-835C-4875060C454B}">
      <dsp:nvSpPr>
        <dsp:cNvPr id="0" name=""/>
        <dsp:cNvSpPr/>
      </dsp:nvSpPr>
      <dsp:spPr>
        <a:xfrm>
          <a:off x="1483422" y="5151452"/>
          <a:ext cx="8353405" cy="324720"/>
        </a:xfrm>
        <a:prstGeom prst="roundRect">
          <a:avLst/>
        </a:prstGeom>
        <a:solidFill>
          <a:srgbClr val="EB6FBD">
            <a:hueOff val="0"/>
            <a:satOff val="0"/>
            <a:lumOff val="0"/>
            <a:alphaOff val="0"/>
          </a:srgb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solidFill>
                <a:prstClr val="white"/>
              </a:solidFill>
              <a:latin typeface="Visby CF Medium" pitchFamily="50" charset="0"/>
              <a:ea typeface="+mn-ea"/>
              <a:cs typeface="+mn-cs"/>
            </a:rPr>
            <a:t>11 - À l’avant scène des systèmes d’information : une expérience utilisateur réfléchie</a:t>
          </a:r>
          <a:endParaRPr lang="fr-CA" sz="1100" b="0" kern="1200" dirty="0">
            <a:solidFill>
              <a:schemeClr val="bg1"/>
            </a:solidFill>
            <a:latin typeface="Visby CF Medium" pitchFamily="50" charset="0"/>
            <a:ea typeface="+mn-ea"/>
            <a:cs typeface="+mn-cs"/>
          </a:endParaRPr>
        </a:p>
      </dsp:txBody>
      <dsp:txXfrm>
        <a:off x="1499274" y="5167304"/>
        <a:ext cx="8321701" cy="293016"/>
      </dsp:txXfrm>
    </dsp:sp>
    <dsp:sp modelId="{3DD60EED-76E8-483E-8D2A-8589B7533F55}">
      <dsp:nvSpPr>
        <dsp:cNvPr id="0" name=""/>
        <dsp:cNvSpPr/>
      </dsp:nvSpPr>
      <dsp:spPr>
        <a:xfrm>
          <a:off x="0" y="5812772"/>
          <a:ext cx="10442005" cy="277200"/>
        </a:xfrm>
        <a:prstGeom prst="rect">
          <a:avLst/>
        </a:prstGeom>
        <a:solidFill>
          <a:schemeClr val="lt1">
            <a:alpha val="90000"/>
            <a:hueOff val="0"/>
            <a:satOff val="0"/>
            <a:lumOff val="0"/>
            <a:alphaOff val="0"/>
          </a:schemeClr>
        </a:solidFill>
        <a:ln w="12700" cap="flat" cmpd="sng" algn="ctr">
          <a:solidFill>
            <a:schemeClr val="accent2"/>
          </a:solidFill>
          <a:prstDash val="solid"/>
        </a:ln>
        <a:effectLst/>
      </dsp:spPr>
      <dsp:style>
        <a:lnRef idx="2">
          <a:scrgbClr r="0" g="0" b="0"/>
        </a:lnRef>
        <a:fillRef idx="1">
          <a:scrgbClr r="0" g="0" b="0"/>
        </a:fillRef>
        <a:effectRef idx="0">
          <a:scrgbClr r="0" g="0" b="0"/>
        </a:effectRef>
        <a:fontRef idx="minor"/>
      </dsp:style>
    </dsp:sp>
    <dsp:sp modelId="{7D55F781-07F4-4C31-A2E4-EAA06630527E}">
      <dsp:nvSpPr>
        <dsp:cNvPr id="0" name=""/>
        <dsp:cNvSpPr/>
      </dsp:nvSpPr>
      <dsp:spPr>
        <a:xfrm>
          <a:off x="1478525" y="5670801"/>
          <a:ext cx="8352016" cy="324720"/>
        </a:xfrm>
        <a:prstGeom prst="roundRect">
          <a:avLst/>
        </a:prstGeom>
        <a:solidFill>
          <a:schemeClr val="accent2"/>
        </a:solid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6278" tIns="0" rIns="276278" bIns="0" numCol="1" spcCol="1270" anchor="ctr" anchorCtr="0">
          <a:noAutofit/>
        </a:bodyPr>
        <a:lstStyle/>
        <a:p>
          <a:pPr marL="0" lvl="0" indent="0" algn="l" defTabSz="488950">
            <a:lnSpc>
              <a:spcPct val="90000"/>
            </a:lnSpc>
            <a:spcBef>
              <a:spcPct val="0"/>
            </a:spcBef>
            <a:spcAft>
              <a:spcPct val="35000"/>
            </a:spcAft>
            <a:buNone/>
          </a:pPr>
          <a:r>
            <a:rPr lang="fr-CA" sz="1100" b="0" kern="1200" dirty="0">
              <a:solidFill>
                <a:schemeClr val="bg1"/>
              </a:solidFill>
              <a:latin typeface="Visby CF Medium" pitchFamily="50" charset="0"/>
              <a:ea typeface="+mn-ea"/>
              <a:cs typeface="+mn-cs"/>
            </a:rPr>
            <a:t>12 – Une solution complète : un tableau de bord pour soutenir l’utilisation d’un progiciel de gestion intégré</a:t>
          </a:r>
        </a:p>
      </dsp:txBody>
      <dsp:txXfrm>
        <a:off x="1494377" y="5686653"/>
        <a:ext cx="8320312" cy="293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17514A-C34D-4ABE-91F9-F8D6973163D5}">
      <dsp:nvSpPr>
        <dsp:cNvPr id="0" name=""/>
        <dsp:cNvSpPr/>
      </dsp:nvSpPr>
      <dsp:spPr>
        <a:xfrm>
          <a:off x="2454789" y="52"/>
          <a:ext cx="1688070" cy="844035"/>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CA" sz="1800" kern="1200" noProof="0">
              <a:solidFill>
                <a:schemeClr val="tx1"/>
              </a:solidFill>
              <a:latin typeface="Visby CF" pitchFamily="50" charset="0"/>
            </a:rPr>
            <a:t>Résultats IA</a:t>
          </a:r>
          <a:endParaRPr lang="en-CA" sz="1800" kern="1200" noProof="0" dirty="0">
            <a:solidFill>
              <a:schemeClr val="tx1"/>
            </a:solidFill>
            <a:latin typeface="Visby CF" pitchFamily="50" charset="0"/>
          </a:endParaRPr>
        </a:p>
      </dsp:txBody>
      <dsp:txXfrm>
        <a:off x="2479510" y="24773"/>
        <a:ext cx="1638628" cy="794593"/>
      </dsp:txXfrm>
    </dsp:sp>
    <dsp:sp modelId="{035A2DF6-6856-44CA-A8A8-F8B8BE62C294}">
      <dsp:nvSpPr>
        <dsp:cNvPr id="0" name=""/>
        <dsp:cNvSpPr/>
      </dsp:nvSpPr>
      <dsp:spPr>
        <a:xfrm rot="3600000">
          <a:off x="3510702" y="1483433"/>
          <a:ext cx="972359" cy="295412"/>
        </a:xfrm>
        <a:prstGeom prst="lef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CA" sz="1200" kern="1200" noProof="0" dirty="0"/>
        </a:p>
      </dsp:txBody>
      <dsp:txXfrm>
        <a:off x="3599326" y="1542515"/>
        <a:ext cx="795111" cy="177248"/>
      </dsp:txXfrm>
    </dsp:sp>
    <dsp:sp modelId="{EA64E4BE-31D1-4A9E-83CD-3D99505FFC20}">
      <dsp:nvSpPr>
        <dsp:cNvPr id="0" name=""/>
        <dsp:cNvSpPr/>
      </dsp:nvSpPr>
      <dsp:spPr>
        <a:xfrm>
          <a:off x="3850903" y="2418192"/>
          <a:ext cx="1688070" cy="844035"/>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CA" sz="1800" kern="1200" noProof="0">
              <a:solidFill>
                <a:schemeClr val="tx1"/>
              </a:solidFill>
              <a:latin typeface="Visby CF" pitchFamily="50" charset="0"/>
            </a:rPr>
            <a:t>Composantes techniques</a:t>
          </a:r>
          <a:endParaRPr lang="en-CA" sz="1800" kern="1200" noProof="0" dirty="0">
            <a:solidFill>
              <a:schemeClr val="tx1"/>
            </a:solidFill>
            <a:latin typeface="Visby CF" pitchFamily="50" charset="0"/>
          </a:endParaRPr>
        </a:p>
      </dsp:txBody>
      <dsp:txXfrm>
        <a:off x="3875624" y="2442913"/>
        <a:ext cx="1638628" cy="794593"/>
      </dsp:txXfrm>
    </dsp:sp>
    <dsp:sp modelId="{7454E0E2-7283-4F49-B105-534281AD5676}">
      <dsp:nvSpPr>
        <dsp:cNvPr id="0" name=""/>
        <dsp:cNvSpPr/>
      </dsp:nvSpPr>
      <dsp:spPr>
        <a:xfrm rot="10799996">
          <a:off x="2756998" y="2692505"/>
          <a:ext cx="972359" cy="295412"/>
        </a:xfrm>
        <a:prstGeom prst="lef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CA" sz="1200" kern="1200" noProof="0" dirty="0"/>
        </a:p>
      </dsp:txBody>
      <dsp:txXfrm rot="10800000">
        <a:off x="2845622" y="2751587"/>
        <a:ext cx="795111" cy="177248"/>
      </dsp:txXfrm>
    </dsp:sp>
    <dsp:sp modelId="{FC1BD3B3-AF4E-499D-ACAA-20C6D186EBFA}">
      <dsp:nvSpPr>
        <dsp:cNvPr id="0" name=""/>
        <dsp:cNvSpPr/>
      </dsp:nvSpPr>
      <dsp:spPr>
        <a:xfrm>
          <a:off x="947383" y="2418195"/>
          <a:ext cx="1688070" cy="844035"/>
        </a:xfrm>
        <a:prstGeom prst="roundRect">
          <a:avLst>
            <a:gd name="adj" fmla="val 10000"/>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CA" sz="1800" kern="1200" noProof="0">
              <a:solidFill>
                <a:schemeClr val="tx1"/>
              </a:solidFill>
              <a:latin typeface="Visby CF" pitchFamily="50" charset="0"/>
            </a:rPr>
            <a:t>Composantes sociales</a:t>
          </a:r>
          <a:endParaRPr lang="en-CA" sz="1800" kern="1200" noProof="0" dirty="0">
            <a:solidFill>
              <a:schemeClr val="tx1"/>
            </a:solidFill>
            <a:latin typeface="Visby CF" pitchFamily="50" charset="0"/>
          </a:endParaRPr>
        </a:p>
      </dsp:txBody>
      <dsp:txXfrm>
        <a:off x="972104" y="2442916"/>
        <a:ext cx="1638628" cy="794593"/>
      </dsp:txXfrm>
    </dsp:sp>
    <dsp:sp modelId="{0FB3C7FB-C986-4508-B120-7434C142C2C7}">
      <dsp:nvSpPr>
        <dsp:cNvPr id="0" name=""/>
        <dsp:cNvSpPr/>
      </dsp:nvSpPr>
      <dsp:spPr>
        <a:xfrm rot="18116299">
          <a:off x="2058941" y="1483435"/>
          <a:ext cx="972359" cy="295412"/>
        </a:xfrm>
        <a:prstGeom prst="leftRightArrow">
          <a:avLst>
            <a:gd name="adj1" fmla="val 60000"/>
            <a:gd name="adj2" fmla="val 50000"/>
          </a:avLst>
        </a:prstGeom>
        <a:solidFill>
          <a:schemeClr val="accent6"/>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CA" sz="1200" kern="1200" noProof="0" dirty="0"/>
        </a:p>
      </dsp:txBody>
      <dsp:txXfrm>
        <a:off x="2147565" y="1542517"/>
        <a:ext cx="795111" cy="17724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F210D4-904D-426C-9E1B-B1A4F875D3AF}" type="datetimeFigureOut">
              <a:rPr lang="fr-CA" smtClean="0"/>
              <a:t>2026-09-29</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551615-81AC-43F0-A83C-71419C26FAF4}" type="slidenum">
              <a:rPr lang="fr-CA" smtClean="0"/>
              <a:t>‹N°›</a:t>
            </a:fld>
            <a:endParaRPr lang="fr-CA"/>
          </a:p>
        </p:txBody>
      </p:sp>
    </p:spTree>
    <p:extLst>
      <p:ext uri="{BB962C8B-B14F-4D97-AF65-F5344CB8AC3E}">
        <p14:creationId xmlns:p14="http://schemas.microsoft.com/office/powerpoint/2010/main" val="3076448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a:t>Photo Martin LESAGE</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412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CF4BB-DA33-69A6-3EA7-ECD9792A420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2D1700-9B11-B07F-F8B2-EB069A280EA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24552DA-864E-94F8-C7C4-61B56E167CAB}"/>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38509B42-CB1C-41FA-411D-AB7AC0AFB57F}"/>
              </a:ext>
            </a:extLst>
          </p:cNvPr>
          <p:cNvSpPr>
            <a:spLocks noGrp="1"/>
          </p:cNvSpPr>
          <p:nvPr>
            <p:ph type="sldNum" sz="quarter" idx="5"/>
          </p:nvPr>
        </p:nvSpPr>
        <p:spPr/>
        <p:txBody>
          <a:bodyPr/>
          <a:lstStyle/>
          <a:p>
            <a:fld id="{48EA55AE-FA0D-4484-8C53-18A7A77CEBFA}" type="slidenum">
              <a:rPr lang="fr-CA" smtClean="0"/>
              <a:t>2</a:t>
            </a:fld>
            <a:endParaRPr lang="fr-CA"/>
          </a:p>
        </p:txBody>
      </p:sp>
    </p:spTree>
    <p:extLst>
      <p:ext uri="{BB962C8B-B14F-4D97-AF65-F5344CB8AC3E}">
        <p14:creationId xmlns:p14="http://schemas.microsoft.com/office/powerpoint/2010/main" val="34445658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3</a:t>
            </a:fld>
            <a:endParaRPr lang="fr-CA"/>
          </a:p>
        </p:txBody>
      </p:sp>
    </p:spTree>
    <p:extLst>
      <p:ext uri="{BB962C8B-B14F-4D97-AF65-F5344CB8AC3E}">
        <p14:creationId xmlns:p14="http://schemas.microsoft.com/office/powerpoint/2010/main" val="3512558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342900" indent="-342900"/>
            <a:endParaRPr lang="fr-CA" dirty="0"/>
          </a:p>
        </p:txBody>
      </p:sp>
      <p:sp>
        <p:nvSpPr>
          <p:cNvPr id="4" name="Espace réservé du numéro de diapositive 3"/>
          <p:cNvSpPr>
            <a:spLocks noGrp="1"/>
          </p:cNvSpPr>
          <p:nvPr>
            <p:ph type="sldNum" sz="quarter" idx="5"/>
          </p:nvPr>
        </p:nvSpPr>
        <p:spPr/>
        <p:txBody>
          <a:bodyPr/>
          <a:lstStyle/>
          <a:p>
            <a:fld id="{1561DCC7-8E76-430B-A7BA-633787079C46}" type="slidenum">
              <a:rPr lang="fr-CA" smtClean="0"/>
              <a:t>4</a:t>
            </a:fld>
            <a:endParaRPr lang="fr-CA"/>
          </a:p>
        </p:txBody>
      </p:sp>
    </p:spTree>
    <p:extLst>
      <p:ext uri="{BB962C8B-B14F-4D97-AF65-F5344CB8AC3E}">
        <p14:creationId xmlns:p14="http://schemas.microsoft.com/office/powerpoint/2010/main" val="35456110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7007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C551615-81AC-43F0-A83C-71419C26FAF4}" type="slidenum">
              <a:rPr lang="fr-CA" smtClean="0"/>
              <a:t>11</a:t>
            </a:fld>
            <a:endParaRPr lang="fr-CA"/>
          </a:p>
        </p:txBody>
      </p:sp>
    </p:spTree>
    <p:extLst>
      <p:ext uri="{BB962C8B-B14F-4D97-AF65-F5344CB8AC3E}">
        <p14:creationId xmlns:p14="http://schemas.microsoft.com/office/powerpoint/2010/main" val="653613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C551615-81AC-43F0-A83C-71419C26FAF4}" type="slidenum">
              <a:rPr lang="fr-CA" smtClean="0"/>
              <a:t>13</a:t>
            </a:fld>
            <a:endParaRPr lang="fr-CA"/>
          </a:p>
        </p:txBody>
      </p:sp>
    </p:spTree>
    <p:extLst>
      <p:ext uri="{BB962C8B-B14F-4D97-AF65-F5344CB8AC3E}">
        <p14:creationId xmlns:p14="http://schemas.microsoft.com/office/powerpoint/2010/main" val="24281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A023A-7F95-0F5C-A1B4-1E7C3437F1A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F0B7FFA-D8C7-402B-267F-E5ECE55E5D1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5FC0CBE-D0A8-687C-B5E5-674CE95FFDCF}"/>
              </a:ext>
            </a:extLst>
          </p:cNvPr>
          <p:cNvSpPr>
            <a:spLocks noGrp="1"/>
          </p:cNvSpPr>
          <p:nvPr>
            <p:ph type="body" idx="1"/>
          </p:nvPr>
        </p:nvSpPr>
        <p:spPr/>
        <p:txBody>
          <a:bodyPr/>
          <a:lstStyle/>
          <a:p>
            <a:endParaRPr lang="fr-CA"/>
          </a:p>
        </p:txBody>
      </p:sp>
      <p:sp>
        <p:nvSpPr>
          <p:cNvPr id="4" name="Espace réservé du numéro de diapositive 3">
            <a:extLst>
              <a:ext uri="{FF2B5EF4-FFF2-40B4-BE49-F238E27FC236}">
                <a16:creationId xmlns:a16="http://schemas.microsoft.com/office/drawing/2014/main" id="{313DCE6F-D9E5-288B-040E-CD52AC8459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A12023-8865-4C23-8B72-934B74A72123}" type="slidenum">
              <a:rPr kumimoji="0" lang="fr-CA"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CA"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2008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7CAE1F-7898-43D4-8771-73956163E427}"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64155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7CAE1F-7898-43D4-8771-73956163E427}"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81382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7CAE1F-7898-43D4-8771-73956163E427}"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4920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7CAE1F-7898-43D4-8771-73956163E427}"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54473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C551615-81AC-43F0-A83C-71419C26FAF4}" type="slidenum">
              <a:rPr lang="fr-CA" smtClean="0"/>
              <a:t>21</a:t>
            </a:fld>
            <a:endParaRPr lang="fr-CA"/>
          </a:p>
        </p:txBody>
      </p:sp>
    </p:spTree>
    <p:extLst>
      <p:ext uri="{BB962C8B-B14F-4D97-AF65-F5344CB8AC3E}">
        <p14:creationId xmlns:p14="http://schemas.microsoft.com/office/powerpoint/2010/main" val="2768224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E23FA-1693-01A8-EE40-4D099F318252}"/>
            </a:ext>
          </a:extLst>
        </p:cNvPr>
        <p:cNvGrpSpPr/>
        <p:nvPr/>
      </p:nvGrpSpPr>
      <p:grpSpPr>
        <a:xfrm>
          <a:off x="0" y="0"/>
          <a:ext cx="0" cy="0"/>
          <a:chOff x="0" y="0"/>
          <a:chExt cx="0" cy="0"/>
        </a:xfrm>
      </p:grpSpPr>
      <p:sp>
        <p:nvSpPr>
          <p:cNvPr id="2" name="Espace réservé de l'image de diapositive 1">
            <a:extLst>
              <a:ext uri="{FF2B5EF4-FFF2-40B4-BE49-F238E27FC236}">
                <a16:creationId xmlns:a16="http://schemas.microsoft.com/office/drawing/2014/main" id="{0BD54772-5C34-DA1C-3FC0-5381625DBE4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008923D-0E50-E807-DE38-450A212C598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dirty="0"/>
          </a:p>
        </p:txBody>
      </p:sp>
      <p:sp>
        <p:nvSpPr>
          <p:cNvPr id="4" name="Espace réservé du numéro de diapositive 3">
            <a:extLst>
              <a:ext uri="{FF2B5EF4-FFF2-40B4-BE49-F238E27FC236}">
                <a16:creationId xmlns:a16="http://schemas.microsoft.com/office/drawing/2014/main" id="{B9089FAE-82B2-6D3A-2B1A-FF5AF41C5F98}"/>
              </a:ext>
            </a:extLst>
          </p:cNvPr>
          <p:cNvSpPr>
            <a:spLocks noGrp="1"/>
          </p:cNvSpPr>
          <p:nvPr>
            <p:ph type="sldNum" sz="quarter" idx="5"/>
          </p:nvPr>
        </p:nvSpPr>
        <p:spPr/>
        <p:txBody>
          <a:bodyPr/>
          <a:lstStyle/>
          <a:p>
            <a:fld id="{EC551615-81AC-43F0-A83C-71419C26FAF4}" type="slidenum">
              <a:rPr lang="fr-CA" smtClean="0"/>
              <a:t>22</a:t>
            </a:fld>
            <a:endParaRPr lang="fr-CA"/>
          </a:p>
        </p:txBody>
      </p:sp>
    </p:spTree>
    <p:extLst>
      <p:ext uri="{BB962C8B-B14F-4D97-AF65-F5344CB8AC3E}">
        <p14:creationId xmlns:p14="http://schemas.microsoft.com/office/powerpoint/2010/main" val="1321659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F2FBF-B5E1-3552-2DE3-CD67AB6CE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63C9C7-F28B-112A-1CE8-7EFBB7D7EE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43ADA-6EC2-306B-6BFE-961208A66CAE}"/>
              </a:ext>
            </a:extLst>
          </p:cNvPr>
          <p:cNvSpPr>
            <a:spLocks noGrp="1"/>
          </p:cNvSpPr>
          <p:nvPr>
            <p:ph type="body" idx="1"/>
          </p:nvPr>
        </p:nvSpPr>
        <p:spPr/>
        <p:txBody>
          <a:bodyPr/>
          <a:lstStyle/>
          <a:p>
            <a:endParaRPr lang="fr-CA" dirty="0"/>
          </a:p>
        </p:txBody>
      </p:sp>
      <p:sp>
        <p:nvSpPr>
          <p:cNvPr id="4" name="Slide Number Placeholder 3">
            <a:extLst>
              <a:ext uri="{FF2B5EF4-FFF2-40B4-BE49-F238E27FC236}">
                <a16:creationId xmlns:a16="http://schemas.microsoft.com/office/drawing/2014/main" id="{25C269C0-AB99-5A6A-A048-E922FAF62F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E7CAE1F-7898-43D4-8771-73956163E427}"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838931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919A8-2F68-1FD0-38A3-363507C940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E710A-21C6-2DEC-7735-D453605882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CFC64F-08A0-B5B2-786D-5F634AB63ADC}"/>
              </a:ext>
            </a:extLst>
          </p:cNvPr>
          <p:cNvSpPr>
            <a:spLocks noGrp="1"/>
          </p:cNvSpPr>
          <p:nvPr>
            <p:ph type="body" idx="1"/>
          </p:nvPr>
        </p:nvSpPr>
        <p:spPr/>
        <p:txBody>
          <a:bodyPr/>
          <a:lstStyle/>
          <a:p>
            <a:pPr marL="228600" indent="-228600">
              <a:buAutoNum type="arabicParenR"/>
            </a:pPr>
            <a:endParaRPr lang="en-CA" noProof="0" dirty="0"/>
          </a:p>
        </p:txBody>
      </p:sp>
      <p:sp>
        <p:nvSpPr>
          <p:cNvPr id="4" name="Slide Number Placeholder 3">
            <a:extLst>
              <a:ext uri="{FF2B5EF4-FFF2-40B4-BE49-F238E27FC236}">
                <a16:creationId xmlns:a16="http://schemas.microsoft.com/office/drawing/2014/main" id="{974629CF-0928-EF1B-50BF-29135C45736A}"/>
              </a:ext>
            </a:extLst>
          </p:cNvPr>
          <p:cNvSpPr>
            <a:spLocks noGrp="1"/>
          </p:cNvSpPr>
          <p:nvPr>
            <p:ph type="sldNum" sz="quarter" idx="5"/>
          </p:nvPr>
        </p:nvSpPr>
        <p:spPr/>
        <p:txBody>
          <a:bodyPr/>
          <a:lstStyle/>
          <a:p>
            <a:fld id="{7E7CAE1F-7898-43D4-8771-73956163E427}" type="slidenum">
              <a:rPr lang="fr-CA" smtClean="0"/>
              <a:t>26</a:t>
            </a:fld>
            <a:endParaRPr lang="fr-CA"/>
          </a:p>
        </p:txBody>
      </p:sp>
    </p:spTree>
    <p:extLst>
      <p:ext uri="{BB962C8B-B14F-4D97-AF65-F5344CB8AC3E}">
        <p14:creationId xmlns:p14="http://schemas.microsoft.com/office/powerpoint/2010/main" val="24709170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CE46B-01C7-5222-4724-16E3B3F9FFA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AA45F8-F2B1-8211-D695-9A55443325B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57976EF-8193-BA94-278A-F85736900BC7}"/>
              </a:ext>
            </a:extLst>
          </p:cNvPr>
          <p:cNvSpPr>
            <a:spLocks noGrp="1"/>
          </p:cNvSpPr>
          <p:nvPr>
            <p:ph type="body" idx="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A45E4C6E-95F4-F144-730E-A6FCD180BE84}"/>
              </a:ext>
            </a:extLst>
          </p:cNvPr>
          <p:cNvSpPr>
            <a:spLocks noGrp="1"/>
          </p:cNvSpPr>
          <p:nvPr>
            <p:ph type="sldNum" sz="quarter" idx="5"/>
          </p:nvPr>
        </p:nvSpPr>
        <p:spPr/>
        <p:txBody>
          <a:bodyPr/>
          <a:lstStyle/>
          <a:p>
            <a:fld id="{7E7CAE1F-7898-43D4-8771-73956163E427}" type="slidenum">
              <a:rPr lang="fr-CA" smtClean="0"/>
              <a:t>28</a:t>
            </a:fld>
            <a:endParaRPr lang="fr-CA"/>
          </a:p>
        </p:txBody>
      </p:sp>
    </p:spTree>
    <p:extLst>
      <p:ext uri="{BB962C8B-B14F-4D97-AF65-F5344CB8AC3E}">
        <p14:creationId xmlns:p14="http://schemas.microsoft.com/office/powerpoint/2010/main" val="203485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8C357C-DF82-856D-A48B-209EA33E066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F005F54-EB8F-BF30-0ABF-53DFA733E54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CAB64B5-68E9-BD8E-3F60-7365CE84BE9C}"/>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81D752B1-3B1D-D5B8-9582-CF979CF2BCC3}"/>
              </a:ext>
            </a:extLst>
          </p:cNvPr>
          <p:cNvSpPr>
            <a:spLocks noGrp="1"/>
          </p:cNvSpPr>
          <p:nvPr>
            <p:ph type="sldNum" sz="quarter" idx="5"/>
          </p:nvPr>
        </p:nvSpPr>
        <p:spPr/>
        <p:txBody>
          <a:bodyPr/>
          <a:lstStyle/>
          <a:p>
            <a:fld id="{7E7CAE1F-7898-43D4-8771-73956163E427}" type="slidenum">
              <a:rPr lang="fr-CA" smtClean="0"/>
              <a:t>29</a:t>
            </a:fld>
            <a:endParaRPr lang="fr-CA"/>
          </a:p>
        </p:txBody>
      </p:sp>
    </p:spTree>
    <p:extLst>
      <p:ext uri="{BB962C8B-B14F-4D97-AF65-F5344CB8AC3E}">
        <p14:creationId xmlns:p14="http://schemas.microsoft.com/office/powerpoint/2010/main" val="27701450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7E7CAE1F-7898-43D4-8771-73956163E427}" type="slidenum">
              <a:rPr lang="fr-CA" smtClean="0"/>
              <a:t>30</a:t>
            </a:fld>
            <a:endParaRPr lang="fr-CA"/>
          </a:p>
        </p:txBody>
      </p:sp>
    </p:spTree>
    <p:extLst>
      <p:ext uri="{BB962C8B-B14F-4D97-AF65-F5344CB8AC3E}">
        <p14:creationId xmlns:p14="http://schemas.microsoft.com/office/powerpoint/2010/main" val="2609454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7F686-AEF2-174A-C00D-6ADA5AF955D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CBB1496-57C8-444C-15A4-0B3F5CFB275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E5C0A1D-18CC-4A9B-821B-5689886771CB}"/>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6C985806-5C98-E65F-83F5-6F4B227D01B1}"/>
              </a:ext>
            </a:extLst>
          </p:cNvPr>
          <p:cNvSpPr>
            <a:spLocks noGrp="1"/>
          </p:cNvSpPr>
          <p:nvPr>
            <p:ph type="sldNum" sz="quarter" idx="5"/>
          </p:nvPr>
        </p:nvSpPr>
        <p:spPr/>
        <p:txBody>
          <a:bodyPr/>
          <a:lstStyle/>
          <a:p>
            <a:fld id="{7E7CAE1F-7898-43D4-8771-73956163E427}" type="slidenum">
              <a:rPr lang="fr-CA" smtClean="0"/>
              <a:t>31</a:t>
            </a:fld>
            <a:endParaRPr lang="fr-CA"/>
          </a:p>
        </p:txBody>
      </p:sp>
    </p:spTree>
    <p:extLst>
      <p:ext uri="{BB962C8B-B14F-4D97-AF65-F5344CB8AC3E}">
        <p14:creationId xmlns:p14="http://schemas.microsoft.com/office/powerpoint/2010/main" val="3123610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C903E-159D-694F-4062-079FA0CB0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89B678-FEB1-5CBB-7EB0-B176B581AB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B033FA-C5F0-7A31-1511-146ED3A81028}"/>
              </a:ext>
            </a:extLst>
          </p:cNvPr>
          <p:cNvSpPr>
            <a:spLocks noGrp="1"/>
          </p:cNvSpPr>
          <p:nvPr>
            <p:ph type="body" idx="1"/>
          </p:nvPr>
        </p:nvSpPr>
        <p:spPr/>
        <p:txBody>
          <a:bodyPr/>
          <a:lstStyle/>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69BA04E7-8D08-942B-7000-A99E287F191A}"/>
              </a:ext>
            </a:extLst>
          </p:cNvPr>
          <p:cNvSpPr>
            <a:spLocks noGrp="1"/>
          </p:cNvSpPr>
          <p:nvPr>
            <p:ph type="sldNum" sz="quarter" idx="5"/>
          </p:nvPr>
        </p:nvSpPr>
        <p:spPr/>
        <p:txBody>
          <a:bodyPr/>
          <a:lstStyle/>
          <a:p>
            <a:fld id="{7E7CAE1F-7898-43D4-8771-73956163E427}" type="slidenum">
              <a:rPr lang="fr-CA" smtClean="0"/>
              <a:t>34</a:t>
            </a:fld>
            <a:endParaRPr lang="fr-CA"/>
          </a:p>
        </p:txBody>
      </p:sp>
    </p:spTree>
    <p:extLst>
      <p:ext uri="{BB962C8B-B14F-4D97-AF65-F5344CB8AC3E}">
        <p14:creationId xmlns:p14="http://schemas.microsoft.com/office/powerpoint/2010/main" val="8096451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C551615-81AC-43F0-A83C-71419C26FAF4}" type="slidenum">
              <a:rPr lang="fr-CA" smtClean="0"/>
              <a:t>36</a:t>
            </a:fld>
            <a:endParaRPr lang="fr-CA"/>
          </a:p>
        </p:txBody>
      </p:sp>
    </p:spTree>
    <p:extLst>
      <p:ext uri="{BB962C8B-B14F-4D97-AF65-F5344CB8AC3E}">
        <p14:creationId xmlns:p14="http://schemas.microsoft.com/office/powerpoint/2010/main" val="15750464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EA55AE-FA0D-4484-8C53-18A7A77CEBFA}" type="slidenum">
              <a:rPr kumimoji="0" lang="fr-CA"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fr-CA"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869704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slideMaster" Target="../slideMasters/slideMaster1.xml"/><Relationship Id="rId4" Type="http://schemas.openxmlformats.org/officeDocument/2006/relationships/tags" Target="../tags/tag7.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slideMaster" Target="../slideMasters/slideMaster2.xml"/><Relationship Id="rId4" Type="http://schemas.openxmlformats.org/officeDocument/2006/relationships/tags" Target="../tags/tag14.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pic>
        <p:nvPicPr>
          <p:cNvPr id="8" name="Picture 7" descr="A group of people sitting on stairs&#10;&#10;Description automatically generated with medium confidence">
            <a:extLst>
              <a:ext uri="{FF2B5EF4-FFF2-40B4-BE49-F238E27FC236}">
                <a16:creationId xmlns:a16="http://schemas.microsoft.com/office/drawing/2014/main" id="{A135F293-1906-8D22-0785-79DD186470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11" y="0"/>
            <a:ext cx="12188389"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b="1" i="0">
                <a:solidFill>
                  <a:schemeClr val="accent1"/>
                </a:solidFill>
                <a:latin typeface="Visby Slab CF Demi Bold" pitchFamily="2" charset="77"/>
              </a:defRPr>
            </a:lvl1pPr>
          </a:lstStyle>
          <a:p>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tx2"/>
                </a:solidFill>
                <a:latin typeface="Visby CF" pitchFamily="2" charset="77"/>
              </a:defRPr>
            </a:lvl1pPr>
          </a:lstStyle>
          <a:p>
            <a:pPr lvl="0"/>
            <a:r>
              <a:rPr lang="en-US"/>
              <a:t>Sous-</a:t>
            </a:r>
            <a:r>
              <a:rPr lang="en-US" err="1"/>
              <a:t>titre</a:t>
            </a:r>
            <a:endParaRPr lang="en-US"/>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Tree>
    <p:extLst>
      <p:ext uri="{BB962C8B-B14F-4D97-AF65-F5344CB8AC3E}">
        <p14:creationId xmlns:p14="http://schemas.microsoft.com/office/powerpoint/2010/main" val="816557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Diapositive de titre">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85A992C-FD7E-DB48-739E-CAF22E9A1F21}"/>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7934" r="6667"/>
          <a:stretch/>
        </p:blipFill>
        <p:spPr bwMode="auto">
          <a:xfrm>
            <a:off x="3411415" y="0"/>
            <a:ext cx="8780592"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
        <p:nvSpPr>
          <p:cNvPr id="9" name="Rectangle 8">
            <a:extLst>
              <a:ext uri="{FF2B5EF4-FFF2-40B4-BE49-F238E27FC236}">
                <a16:creationId xmlns:a16="http://schemas.microsoft.com/office/drawing/2014/main" id="{1305BF1E-891C-A4AF-A479-36FE7F8FD500}"/>
              </a:ext>
            </a:extLst>
          </p:cNvPr>
          <p:cNvSpPr/>
          <p:nvPr userDrawn="1"/>
        </p:nvSpPr>
        <p:spPr>
          <a:xfrm>
            <a:off x="6019200" y="5212800"/>
            <a:ext cx="547200" cy="54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11" name="Rectangle 10">
            <a:extLst>
              <a:ext uri="{FF2B5EF4-FFF2-40B4-BE49-F238E27FC236}">
                <a16:creationId xmlns:a16="http://schemas.microsoft.com/office/drawing/2014/main" id="{6C73C427-BBB4-0544-1B2E-B7C9449FD0DD}"/>
              </a:ext>
            </a:extLst>
          </p:cNvPr>
          <p:cNvSpPr/>
          <p:nvPr userDrawn="1"/>
        </p:nvSpPr>
        <p:spPr>
          <a:xfrm>
            <a:off x="6566400" y="5212800"/>
            <a:ext cx="5625600" cy="5472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2" name="Rectangle 1">
            <a:extLst>
              <a:ext uri="{FF2B5EF4-FFF2-40B4-BE49-F238E27FC236}">
                <a16:creationId xmlns:a16="http://schemas.microsoft.com/office/drawing/2014/main" id="{0CDEB207-92C5-842B-6134-B04F2E996053}"/>
              </a:ext>
            </a:extLst>
          </p:cNvPr>
          <p:cNvSpPr/>
          <p:nvPr userDrawn="1"/>
        </p:nvSpPr>
        <p:spPr>
          <a:xfrm>
            <a:off x="-62752" y="0"/>
            <a:ext cx="3474160" cy="6858000"/>
          </a:xfrm>
          <a:prstGeom prst="rect">
            <a:avLst/>
          </a:prstGeom>
          <a:gradFill flip="none" rotWithShape="1">
            <a:gsLst>
              <a:gs pos="0">
                <a:schemeClr val="tx2">
                  <a:lumMod val="10000"/>
                  <a:lumOff val="90000"/>
                  <a:shade val="30000"/>
                  <a:satMod val="115000"/>
                </a:schemeClr>
              </a:gs>
              <a:gs pos="50000">
                <a:schemeClr val="tx2">
                  <a:lumMod val="10000"/>
                  <a:lumOff val="90000"/>
                  <a:shade val="67500"/>
                  <a:satMod val="115000"/>
                </a:schemeClr>
              </a:gs>
              <a:gs pos="100000">
                <a:schemeClr val="tx2">
                  <a:lumMod val="10000"/>
                  <a:lumOff val="90000"/>
                  <a:shade val="100000"/>
                  <a:satMod val="11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pic>
        <p:nvPicPr>
          <p:cNvPr id="3" name="Picture 9" descr="A close up of a sign&#10;&#10;Description automatically generated">
            <a:extLst>
              <a:ext uri="{FF2B5EF4-FFF2-40B4-BE49-F238E27FC236}">
                <a16:creationId xmlns:a16="http://schemas.microsoft.com/office/drawing/2014/main" id="{19C71502-14D3-54DC-BEE9-12B69D6BCE9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82083" y="631121"/>
            <a:ext cx="1562807" cy="1562807"/>
          </a:xfrm>
          <a:prstGeom prst="rect">
            <a:avLst/>
          </a:prstGeom>
        </p:spPr>
      </p:pic>
      <p:sp>
        <p:nvSpPr>
          <p:cNvPr id="7" name="Title 1">
            <a:extLst>
              <a:ext uri="{FF2B5EF4-FFF2-40B4-BE49-F238E27FC236}">
                <a16:creationId xmlns:a16="http://schemas.microsoft.com/office/drawing/2014/main" id="{65B9265B-4FFC-F2C8-F435-6CA51324C7D8}"/>
              </a:ext>
            </a:extLst>
          </p:cNvPr>
          <p:cNvSpPr>
            <a:spLocks noGrp="1"/>
          </p:cNvSpPr>
          <p:nvPr>
            <p:ph type="title" hasCustomPrompt="1"/>
          </p:nvPr>
        </p:nvSpPr>
        <p:spPr>
          <a:xfrm>
            <a:off x="374537" y="1990728"/>
            <a:ext cx="5978135" cy="2254161"/>
          </a:xfrm>
          <a:ln>
            <a:noFill/>
          </a:ln>
        </p:spPr>
        <p:txBody>
          <a:bodyPr anchor="b" anchorCtr="0"/>
          <a:lstStyle>
            <a:lvl1pPr>
              <a:defRPr sz="6000" b="0">
                <a:solidFill>
                  <a:schemeClr val="tx2"/>
                </a:solidFill>
                <a:latin typeface="Visby Slab CF Bold" panose="00000800000000000000" pitchFamily="50" charset="0"/>
              </a:defRPr>
            </a:lvl1pPr>
          </a:lstStyle>
          <a:p>
            <a:r>
              <a:rPr lang="en-US" err="1"/>
              <a:t>Titre</a:t>
            </a:r>
            <a:endParaRPr lang="en-US"/>
          </a:p>
        </p:txBody>
      </p:sp>
      <p:sp>
        <p:nvSpPr>
          <p:cNvPr id="8" name="Text Placeholder 12">
            <a:extLst>
              <a:ext uri="{FF2B5EF4-FFF2-40B4-BE49-F238E27FC236}">
                <a16:creationId xmlns:a16="http://schemas.microsoft.com/office/drawing/2014/main" id="{85BB9CD6-5516-AEB6-5F47-CFAD3E025644}"/>
              </a:ext>
            </a:extLst>
          </p:cNvPr>
          <p:cNvSpPr>
            <a:spLocks noGrp="1"/>
          </p:cNvSpPr>
          <p:nvPr>
            <p:ph type="body" sz="quarter" idx="11" hasCustomPrompt="1"/>
          </p:nvPr>
        </p:nvSpPr>
        <p:spPr>
          <a:xfrm>
            <a:off x="374538" y="4178603"/>
            <a:ext cx="2906545" cy="2383563"/>
          </a:xfrm>
        </p:spPr>
        <p:txBody>
          <a:bodyPr>
            <a:normAutofit/>
          </a:bodyPr>
          <a:lstStyle>
            <a:lvl1pPr marL="0" indent="0">
              <a:buNone/>
              <a:defRPr sz="2667" b="0" i="0">
                <a:solidFill>
                  <a:schemeClr val="bg2">
                    <a:lumMod val="50000"/>
                  </a:schemeClr>
                </a:solidFill>
                <a:latin typeface="Visby CF Bold" pitchFamily="50" charset="0"/>
              </a:defRPr>
            </a:lvl1pPr>
          </a:lstStyle>
          <a:p>
            <a:pPr lvl="0"/>
            <a:r>
              <a:rPr lang="en-US"/>
              <a:t>Sous-</a:t>
            </a:r>
            <a:r>
              <a:rPr lang="en-US" err="1"/>
              <a:t>titre</a:t>
            </a:r>
            <a:endParaRPr lang="en-US"/>
          </a:p>
        </p:txBody>
      </p:sp>
    </p:spTree>
    <p:extLst>
      <p:ext uri="{BB962C8B-B14F-4D97-AF65-F5344CB8AC3E}">
        <p14:creationId xmlns:p14="http://schemas.microsoft.com/office/powerpoint/2010/main" val="1302924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Diapositive de tit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375C50-436C-3C80-C642-31F554885E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a:solidFill>
                  <a:schemeClr val="bg1"/>
                </a:solidFill>
                <a:latin typeface="Visby Slab CF" pitchFamily="2" charset="77"/>
              </a:defRPr>
            </a:lvl1pPr>
          </a:lstStyle>
          <a:p>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bg1"/>
                </a:solidFill>
                <a:latin typeface="Visby CF" pitchFamily="2" charset="77"/>
              </a:defRPr>
            </a:lvl1pPr>
          </a:lstStyle>
          <a:p>
            <a:pPr lvl="0"/>
            <a:r>
              <a:rPr lang="en-US"/>
              <a:t>Sous-</a:t>
            </a:r>
            <a:r>
              <a:rPr lang="en-US" err="1"/>
              <a:t>titre</a:t>
            </a:r>
            <a:endParaRPr lang="en-US"/>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
        <p:nvSpPr>
          <p:cNvPr id="9" name="Rectangle 8">
            <a:extLst>
              <a:ext uri="{FF2B5EF4-FFF2-40B4-BE49-F238E27FC236}">
                <a16:creationId xmlns:a16="http://schemas.microsoft.com/office/drawing/2014/main" id="{1305BF1E-891C-A4AF-A479-36FE7F8FD500}"/>
              </a:ext>
            </a:extLst>
          </p:cNvPr>
          <p:cNvSpPr/>
          <p:nvPr userDrawn="1"/>
        </p:nvSpPr>
        <p:spPr>
          <a:xfrm>
            <a:off x="6019200" y="5212800"/>
            <a:ext cx="547200" cy="547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11" name="Rectangle 10">
            <a:extLst>
              <a:ext uri="{FF2B5EF4-FFF2-40B4-BE49-F238E27FC236}">
                <a16:creationId xmlns:a16="http://schemas.microsoft.com/office/drawing/2014/main" id="{6C73C427-BBB4-0544-1B2E-B7C9449FD0DD}"/>
              </a:ext>
            </a:extLst>
          </p:cNvPr>
          <p:cNvSpPr/>
          <p:nvPr userDrawn="1"/>
        </p:nvSpPr>
        <p:spPr>
          <a:xfrm>
            <a:off x="6566400" y="5212800"/>
            <a:ext cx="5625600" cy="54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13410359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Diapositive de titre">
    <p:spTree>
      <p:nvGrpSpPr>
        <p:cNvPr id="1" name=""/>
        <p:cNvGrpSpPr/>
        <p:nvPr/>
      </p:nvGrpSpPr>
      <p:grpSpPr>
        <a:xfrm>
          <a:off x="0" y="0"/>
          <a:ext cx="0" cy="0"/>
          <a:chOff x="0" y="0"/>
          <a:chExt cx="0" cy="0"/>
        </a:xfrm>
      </p:grpSpPr>
      <p:pic>
        <p:nvPicPr>
          <p:cNvPr id="12" name="Picture 11" descr="A picture containing building, outdoor, sky, city&#10;&#10;Description automatically generated">
            <a:extLst>
              <a:ext uri="{FF2B5EF4-FFF2-40B4-BE49-F238E27FC236}">
                <a16:creationId xmlns:a16="http://schemas.microsoft.com/office/drawing/2014/main" id="{04743DEF-FC3C-DBAA-AEF4-43E7EC1625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
            <a:ext cx="12192000" cy="6858000"/>
          </a:xfrm>
          <a:prstGeom prst="rect">
            <a:avLst/>
          </a:prstGeom>
        </p:spPr>
      </p:pic>
      <p:sp>
        <p:nvSpPr>
          <p:cNvPr id="5" name="Title 1">
            <a:extLst>
              <a:ext uri="{FF2B5EF4-FFF2-40B4-BE49-F238E27FC236}">
                <a16:creationId xmlns:a16="http://schemas.microsoft.com/office/drawing/2014/main" id="{F39C312D-7B7E-DC4F-822B-B07C630DC7BB}"/>
              </a:ext>
            </a:extLst>
          </p:cNvPr>
          <p:cNvSpPr>
            <a:spLocks noGrp="1"/>
          </p:cNvSpPr>
          <p:nvPr>
            <p:ph type="title" hasCustomPrompt="1"/>
          </p:nvPr>
        </p:nvSpPr>
        <p:spPr>
          <a:xfrm>
            <a:off x="374537" y="1990728"/>
            <a:ext cx="5978135" cy="2254161"/>
          </a:xfrm>
        </p:spPr>
        <p:txBody>
          <a:bodyPr anchor="b" anchorCtr="0"/>
          <a:lstStyle>
            <a:lvl1pPr>
              <a:defRPr sz="6000" b="1" i="0">
                <a:solidFill>
                  <a:schemeClr val="accent1"/>
                </a:solidFill>
                <a:latin typeface="Visby Slab CF Demi Bold" pitchFamily="2" charset="77"/>
              </a:defRPr>
            </a:lvl1pPr>
          </a:lstStyle>
          <a:p>
            <a:br>
              <a:rPr lang="en-US"/>
            </a:br>
            <a:br>
              <a:rPr lang="en-US"/>
            </a:br>
            <a:r>
              <a:rPr lang="en-US" err="1"/>
              <a:t>Titre</a:t>
            </a:r>
            <a:endParaRPr lang="en-US"/>
          </a:p>
        </p:txBody>
      </p:sp>
      <p:sp>
        <p:nvSpPr>
          <p:cNvPr id="6" name="Text Placeholder 12">
            <a:extLst>
              <a:ext uri="{FF2B5EF4-FFF2-40B4-BE49-F238E27FC236}">
                <a16:creationId xmlns:a16="http://schemas.microsoft.com/office/drawing/2014/main" id="{F57E83D3-5DC7-CC40-8CEF-5A831CCB86B2}"/>
              </a:ext>
            </a:extLst>
          </p:cNvPr>
          <p:cNvSpPr>
            <a:spLocks noGrp="1"/>
          </p:cNvSpPr>
          <p:nvPr>
            <p:ph type="body" sz="quarter" idx="11" hasCustomPrompt="1"/>
          </p:nvPr>
        </p:nvSpPr>
        <p:spPr>
          <a:xfrm>
            <a:off x="374537" y="4178603"/>
            <a:ext cx="5978136" cy="1885315"/>
          </a:xfrm>
        </p:spPr>
        <p:txBody>
          <a:bodyPr>
            <a:normAutofit/>
          </a:bodyPr>
          <a:lstStyle>
            <a:lvl1pPr marL="0" indent="0">
              <a:buNone/>
              <a:defRPr sz="2667" b="0" i="0">
                <a:solidFill>
                  <a:schemeClr val="tx2"/>
                </a:solidFill>
                <a:latin typeface="Visby CF" pitchFamily="2" charset="77"/>
              </a:defRPr>
            </a:lvl1pPr>
          </a:lstStyle>
          <a:p>
            <a:pPr lvl="0"/>
            <a:r>
              <a:rPr lang="en-US"/>
              <a:t>Sous-</a:t>
            </a:r>
            <a:r>
              <a:rPr lang="en-US" err="1"/>
              <a:t>titre</a:t>
            </a:r>
            <a:endParaRPr lang="en-US"/>
          </a:p>
        </p:txBody>
      </p:sp>
      <p:pic>
        <p:nvPicPr>
          <p:cNvPr id="10" name="Picture 9" descr="A close up of a sign&#10;&#10;Description automatically generated">
            <a:extLst>
              <a:ext uri="{FF2B5EF4-FFF2-40B4-BE49-F238E27FC236}">
                <a16:creationId xmlns:a16="http://schemas.microsoft.com/office/drawing/2014/main" id="{565FE128-B25A-2246-949C-DFF179096C9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8883" y="427921"/>
            <a:ext cx="1562807" cy="1562807"/>
          </a:xfrm>
          <a:prstGeom prst="rect">
            <a:avLst/>
          </a:prstGeom>
        </p:spPr>
      </p:pic>
    </p:spTree>
    <p:extLst>
      <p:ext uri="{BB962C8B-B14F-4D97-AF65-F5344CB8AC3E}">
        <p14:creationId xmlns:p14="http://schemas.microsoft.com/office/powerpoint/2010/main" val="2223789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92509" y="2126743"/>
            <a:ext cx="10915200" cy="3825587"/>
          </a:xfrm>
        </p:spPr>
        <p:txBody>
          <a:bodyPr/>
          <a:lstStyle>
            <a:lvl1pPr>
              <a:defRPr b="0" i="0">
                <a:latin typeface="Visby CF" pitchFamily="2" charset="77"/>
              </a:defRPr>
            </a:lvl1pPr>
            <a:lvl2pPr>
              <a:defRPr b="0" i="0">
                <a:latin typeface="Visby CF" pitchFamily="2" charset="77"/>
              </a:defRPr>
            </a:lvl2pPr>
            <a:lvl3pPr>
              <a:defRPr b="0" i="0">
                <a:latin typeface="Visby CF" pitchFamily="2" charset="77"/>
              </a:defRPr>
            </a:lvl3pPr>
            <a:lvl4pPr>
              <a:defRPr b="0" i="0">
                <a:latin typeface="Visby CF" pitchFamily="2" charset="77"/>
              </a:defRPr>
            </a:lvl4pPr>
            <a:lvl5pPr>
              <a:defRPr b="0" i="0">
                <a:latin typeface="Visby CF" pitchFamily="2" charset="77"/>
              </a:defRPr>
            </a:lvl5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userDrawn="1"/>
        </p:nvSpPr>
        <p:spPr>
          <a:xfrm>
            <a:off x="461433" y="5718811"/>
            <a:ext cx="1219200" cy="1097280"/>
          </a:xfrm>
          <a:prstGeom prst="rect">
            <a:avLst/>
          </a:prstGeom>
        </p:spPr>
        <p:txBody>
          <a:bodyPr vert="horz" wrap="none" lIns="109728" tIns="54864" rIns="109728" bIns="54864" rtlCol="0">
            <a:normAutofit/>
          </a:bodyPr>
          <a:lstStyle/>
          <a:p>
            <a:pPr marL="185755" indent="-185755">
              <a:buClr>
                <a:schemeClr val="accent2"/>
              </a:buClr>
              <a:buSzPct val="125000"/>
              <a:buFont typeface="Arial" panose="020B0604020202020204" pitchFamily="34" charset="0"/>
              <a:buChar char="•"/>
            </a:pPr>
            <a:endParaRPr lang="fr-CA" sz="2004" noProof="0"/>
          </a:p>
        </p:txBody>
      </p:sp>
      <p:sp>
        <p:nvSpPr>
          <p:cNvPr id="11" name="Titre 1">
            <a:extLst>
              <a:ext uri="{FF2B5EF4-FFF2-40B4-BE49-F238E27FC236}">
                <a16:creationId xmlns:a16="http://schemas.microsoft.com/office/drawing/2014/main" id="{B80B1BCF-CD6C-E84F-90BB-05BEA3F2C6DC}"/>
              </a:ext>
            </a:extLst>
          </p:cNvPr>
          <p:cNvSpPr>
            <a:spLocks noGrp="1"/>
          </p:cNvSpPr>
          <p:nvPr>
            <p:ph type="title" hasCustomPrompt="1"/>
          </p:nvPr>
        </p:nvSpPr>
        <p:spPr>
          <a:xfrm>
            <a:off x="492509" y="302168"/>
            <a:ext cx="10915200" cy="987552"/>
          </a:xfrm>
        </p:spPr>
        <p:txBody>
          <a:bodyPr/>
          <a:lstStyle>
            <a:lvl1pPr>
              <a:defRPr sz="4000" b="1" i="0">
                <a:solidFill>
                  <a:schemeClr val="accent3"/>
                </a:solidFill>
                <a:latin typeface="Visby Slab CF Demi Bold" pitchFamily="2" charset="77"/>
              </a:defRPr>
            </a:lvl1pPr>
          </a:lstStyle>
          <a:p>
            <a:r>
              <a:rPr lang="fr-CA" noProof="0"/>
              <a:t>Click to </a:t>
            </a:r>
            <a:r>
              <a:rPr lang="fr-CA" noProof="0" err="1"/>
              <a:t>edit</a:t>
            </a:r>
            <a:r>
              <a:rPr lang="fr-CA" noProof="0"/>
              <a:t> </a:t>
            </a:r>
            <a:r>
              <a:rPr lang="fr-CA" noProof="0" err="1"/>
              <a:t>title</a:t>
            </a:r>
            <a:r>
              <a:rPr lang="fr-CA" noProof="0"/>
              <a:t> style</a:t>
            </a:r>
          </a:p>
        </p:txBody>
      </p:sp>
      <p:sp>
        <p:nvSpPr>
          <p:cNvPr id="16" name="Text Placeholder 14">
            <a:extLst>
              <a:ext uri="{FF2B5EF4-FFF2-40B4-BE49-F238E27FC236}">
                <a16:creationId xmlns:a16="http://schemas.microsoft.com/office/drawing/2014/main" id="{C464AAE5-5DAC-A240-98C4-F842ECA49723}"/>
              </a:ext>
            </a:extLst>
          </p:cNvPr>
          <p:cNvSpPr>
            <a:spLocks noGrp="1"/>
          </p:cNvSpPr>
          <p:nvPr>
            <p:ph type="body" sz="quarter" idx="10"/>
          </p:nvPr>
        </p:nvSpPr>
        <p:spPr>
          <a:xfrm>
            <a:off x="492510" y="1139191"/>
            <a:ext cx="6991349" cy="576720"/>
          </a:xfrm>
        </p:spPr>
        <p:txBody>
          <a:bodyPr>
            <a:normAutofit/>
          </a:bodyPr>
          <a:lstStyle>
            <a:lvl1pPr>
              <a:defRPr sz="2133" b="1" i="0">
                <a:solidFill>
                  <a:srgbClr val="002060"/>
                </a:solidFill>
                <a:latin typeface="Visby CF Bold" pitchFamily="2" charset="77"/>
              </a:defRPr>
            </a:lvl1pPr>
          </a:lstStyle>
          <a:p>
            <a:pPr lvl="0"/>
            <a:r>
              <a:rPr lang="fr-FR"/>
              <a:t>Cliquez pour modifier les styles du texte du masque</a:t>
            </a:r>
          </a:p>
        </p:txBody>
      </p:sp>
      <p:sp>
        <p:nvSpPr>
          <p:cNvPr id="2" name="Rectangle 1">
            <a:extLst>
              <a:ext uri="{FF2B5EF4-FFF2-40B4-BE49-F238E27FC236}">
                <a16:creationId xmlns:a16="http://schemas.microsoft.com/office/drawing/2014/main" id="{65CCD79C-672A-61B0-B580-98FFDF24F8E9}"/>
              </a:ext>
            </a:extLst>
          </p:cNvPr>
          <p:cNvSpPr/>
          <p:nvPr userDrawn="1"/>
        </p:nvSpPr>
        <p:spPr>
          <a:xfrm rot="16200000">
            <a:off x="0" y="832983"/>
            <a:ext cx="194443" cy="19444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4" name="Rectangle 3">
            <a:extLst>
              <a:ext uri="{FF2B5EF4-FFF2-40B4-BE49-F238E27FC236}">
                <a16:creationId xmlns:a16="http://schemas.microsoft.com/office/drawing/2014/main" id="{B359B664-BA8B-6545-1B6A-D590CD0B05E9}"/>
              </a:ext>
            </a:extLst>
          </p:cNvPr>
          <p:cNvSpPr/>
          <p:nvPr userDrawn="1"/>
        </p:nvSpPr>
        <p:spPr>
          <a:xfrm rot="16200000">
            <a:off x="-191139" y="447401"/>
            <a:ext cx="576720" cy="19444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4046821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Page 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9888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92509" y="2126744"/>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contenu 3"/>
          <p:cNvSpPr>
            <a:spLocks noGrp="1"/>
          </p:cNvSpPr>
          <p:nvPr>
            <p:ph sz="half" idx="2"/>
          </p:nvPr>
        </p:nvSpPr>
        <p:spPr>
          <a:xfrm>
            <a:off x="6080509" y="2126744"/>
            <a:ext cx="5384800" cy="3897529"/>
          </a:xfrm>
        </p:spPr>
        <p:txBody>
          <a:bodyPr>
            <a:normAutofit/>
          </a:bodyPr>
          <a:lstStyle>
            <a:lvl1pPr>
              <a:defRPr sz="2004"/>
            </a:lvl1pPr>
            <a:lvl2pPr>
              <a:defRPr sz="2004"/>
            </a:lvl2pPr>
            <a:lvl3pPr>
              <a:defRPr sz="2004"/>
            </a:lvl3pPr>
            <a:lvl4pPr>
              <a:defRPr sz="2004"/>
            </a:lvl4pPr>
            <a:lvl5pPr>
              <a:defRPr sz="2004"/>
            </a:lvl5pPr>
            <a:lvl6pPr>
              <a:defRPr sz="2160"/>
            </a:lvl6pPr>
            <a:lvl7pPr>
              <a:defRPr sz="2160"/>
            </a:lvl7pPr>
            <a:lvl8pPr>
              <a:defRPr sz="2160"/>
            </a:lvl8pPr>
            <a:lvl9pPr>
              <a:defRPr sz="216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6" name="Titre 1">
            <a:extLst>
              <a:ext uri="{FF2B5EF4-FFF2-40B4-BE49-F238E27FC236}">
                <a16:creationId xmlns:a16="http://schemas.microsoft.com/office/drawing/2014/main" id="{5DC87F9A-0B14-5044-A85E-4048F6B5FFD3}"/>
              </a:ext>
            </a:extLst>
          </p:cNvPr>
          <p:cNvSpPr>
            <a:spLocks noGrp="1"/>
          </p:cNvSpPr>
          <p:nvPr>
            <p:ph type="title" hasCustomPrompt="1"/>
          </p:nvPr>
        </p:nvSpPr>
        <p:spPr>
          <a:xfrm>
            <a:off x="492509" y="302168"/>
            <a:ext cx="10915200" cy="987552"/>
          </a:xfrm>
        </p:spPr>
        <p:txBody>
          <a:bodyPr/>
          <a:lstStyle>
            <a:lvl1pPr>
              <a:defRPr sz="4000">
                <a:solidFill>
                  <a:schemeClr val="accent3"/>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9EF46E6C-4B7F-3C48-9C35-05A210759582}"/>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3650835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p:cNvSpPr>
            <a:spLocks noGrp="1"/>
          </p:cNvSpPr>
          <p:nvPr>
            <p:ph type="body" idx="1"/>
          </p:nvPr>
        </p:nvSpPr>
        <p:spPr>
          <a:xfrm>
            <a:off x="492510" y="2126743"/>
            <a:ext cx="5386917" cy="639763"/>
          </a:xfrm>
        </p:spPr>
        <p:txBody>
          <a:bodyPr anchor="b">
            <a:noAutofit/>
          </a:bodyPr>
          <a:lstStyle>
            <a:lvl1pPr marL="0" indent="0">
              <a:buNone/>
              <a:defRPr sz="1800" b="1" cap="all" baseline="0"/>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fr-FR" noProof="0"/>
              <a:t>Cliquez pour modifier les styles du texte du masque</a:t>
            </a:r>
          </a:p>
        </p:txBody>
      </p:sp>
      <p:sp>
        <p:nvSpPr>
          <p:cNvPr id="4" name="Espace réservé du contenu 3"/>
          <p:cNvSpPr>
            <a:spLocks noGrp="1"/>
          </p:cNvSpPr>
          <p:nvPr>
            <p:ph sz="half" idx="2"/>
          </p:nvPr>
        </p:nvSpPr>
        <p:spPr>
          <a:xfrm>
            <a:off x="492510" y="2766505"/>
            <a:ext cx="5386917"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5" name="Espace réservé du texte 4"/>
          <p:cNvSpPr>
            <a:spLocks noGrp="1"/>
          </p:cNvSpPr>
          <p:nvPr>
            <p:ph type="body" sz="quarter" idx="3"/>
          </p:nvPr>
        </p:nvSpPr>
        <p:spPr>
          <a:xfrm>
            <a:off x="6076280" y="2126743"/>
            <a:ext cx="5389033" cy="639763"/>
          </a:xfrm>
        </p:spPr>
        <p:txBody>
          <a:bodyPr anchor="b">
            <a:noAutofit/>
          </a:bodyPr>
          <a:lstStyle>
            <a:lvl1pPr marL="0" indent="0">
              <a:buNone/>
              <a:defRPr sz="1800" b="1" cap="all" baseline="0"/>
            </a:lvl1pPr>
            <a:lvl2pPr marL="548626" indent="0">
              <a:buNone/>
              <a:defRPr sz="2400" b="1"/>
            </a:lvl2pPr>
            <a:lvl3pPr marL="1097253" indent="0">
              <a:buNone/>
              <a:defRPr sz="2160" b="1"/>
            </a:lvl3pPr>
            <a:lvl4pPr marL="1645879" indent="0">
              <a:buNone/>
              <a:defRPr sz="1920" b="1"/>
            </a:lvl4pPr>
            <a:lvl5pPr marL="2194505" indent="0">
              <a:buNone/>
              <a:defRPr sz="1920" b="1"/>
            </a:lvl5pPr>
            <a:lvl6pPr marL="2743131" indent="0">
              <a:buNone/>
              <a:defRPr sz="1920" b="1"/>
            </a:lvl6pPr>
            <a:lvl7pPr marL="3291758" indent="0">
              <a:buNone/>
              <a:defRPr sz="1920" b="1"/>
            </a:lvl7pPr>
            <a:lvl8pPr marL="3840384" indent="0">
              <a:buNone/>
              <a:defRPr sz="1920" b="1"/>
            </a:lvl8pPr>
            <a:lvl9pPr marL="4389010" indent="0">
              <a:buNone/>
              <a:defRPr sz="1920" b="1"/>
            </a:lvl9pPr>
          </a:lstStyle>
          <a:p>
            <a:pPr lvl="0"/>
            <a:r>
              <a:rPr lang="fr-FR" noProof="0"/>
              <a:t>Cliquez pour modifier les styles du texte du masque</a:t>
            </a:r>
          </a:p>
        </p:txBody>
      </p:sp>
      <p:sp>
        <p:nvSpPr>
          <p:cNvPr id="6" name="Espace réservé du contenu 5"/>
          <p:cNvSpPr>
            <a:spLocks noGrp="1"/>
          </p:cNvSpPr>
          <p:nvPr>
            <p:ph sz="quarter" idx="4"/>
          </p:nvPr>
        </p:nvSpPr>
        <p:spPr>
          <a:xfrm>
            <a:off x="6076280" y="2766505"/>
            <a:ext cx="5389033" cy="3265488"/>
          </a:xfrm>
        </p:spPr>
        <p:txBody>
          <a:bodyPr>
            <a:normAutofit/>
          </a:bodyPr>
          <a:lstStyle>
            <a:lvl1pPr>
              <a:defRPr sz="2004"/>
            </a:lvl1pPr>
            <a:lvl2pPr>
              <a:defRPr sz="2004"/>
            </a:lvl2pPr>
            <a:lvl3pPr>
              <a:defRPr sz="2004"/>
            </a:lvl3pPr>
            <a:lvl4pPr>
              <a:defRPr sz="2004"/>
            </a:lvl4pPr>
            <a:lvl5pPr>
              <a:defRPr sz="2004"/>
            </a:lvl5pPr>
            <a:lvl6pPr>
              <a:defRPr sz="1920"/>
            </a:lvl6pPr>
            <a:lvl7pPr>
              <a:defRPr sz="1920"/>
            </a:lvl7pPr>
            <a:lvl8pPr>
              <a:defRPr sz="1920"/>
            </a:lvl8pPr>
            <a:lvl9pPr>
              <a:defRPr sz="192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774571B3-8C99-AF4B-A06D-5BCDBDA55509}"/>
              </a:ext>
            </a:extLst>
          </p:cNvPr>
          <p:cNvSpPr>
            <a:spLocks noGrp="1"/>
          </p:cNvSpPr>
          <p:nvPr>
            <p:ph type="title" hasCustomPrompt="1"/>
          </p:nvPr>
        </p:nvSpPr>
        <p:spPr>
          <a:xfrm>
            <a:off x="492509" y="302168"/>
            <a:ext cx="10915200" cy="987552"/>
          </a:xfrm>
        </p:spPr>
        <p:txBody>
          <a:bodyPr/>
          <a:lstStyle>
            <a:lvl1pPr>
              <a:defRPr sz="4000">
                <a:solidFill>
                  <a:schemeClr val="accent3"/>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6C4B472A-7EF1-4148-BA9C-E519EA28DFD7}"/>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32782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pic>
        <p:nvPicPr>
          <p:cNvPr id="3" name="Picture 2" descr="A picture containing sitting, computer, laptop, game&#10;&#10;Description automatically generated">
            <a:extLst>
              <a:ext uri="{FF2B5EF4-FFF2-40B4-BE49-F238E27FC236}">
                <a16:creationId xmlns:a16="http://schemas.microsoft.com/office/drawing/2014/main" id="{9D41478B-8AD6-D542-8657-FAEFBD0F236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re 1">
            <a:extLst>
              <a:ext uri="{FF2B5EF4-FFF2-40B4-BE49-F238E27FC236}">
                <a16:creationId xmlns:a16="http://schemas.microsoft.com/office/drawing/2014/main" id="{D53DE90F-EE13-BE4E-8537-0BF93F44AB3B}"/>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6" name="Text Placeholder 14">
            <a:extLst>
              <a:ext uri="{FF2B5EF4-FFF2-40B4-BE49-F238E27FC236}">
                <a16:creationId xmlns:a16="http://schemas.microsoft.com/office/drawing/2014/main" id="{453A668A-512D-B24E-A0FF-F58D1ABCA061}"/>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
        <p:nvSpPr>
          <p:cNvPr id="2" name="Rectangle 1">
            <a:extLst>
              <a:ext uri="{FF2B5EF4-FFF2-40B4-BE49-F238E27FC236}">
                <a16:creationId xmlns:a16="http://schemas.microsoft.com/office/drawing/2014/main" id="{D0F4BC23-4785-1690-BCC4-506746ADE516}"/>
              </a:ext>
            </a:extLst>
          </p:cNvPr>
          <p:cNvSpPr/>
          <p:nvPr userDrawn="1"/>
        </p:nvSpPr>
        <p:spPr>
          <a:xfrm rot="16200000">
            <a:off x="0" y="832983"/>
            <a:ext cx="194443" cy="19444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4" name="Rectangle 3">
            <a:extLst>
              <a:ext uri="{FF2B5EF4-FFF2-40B4-BE49-F238E27FC236}">
                <a16:creationId xmlns:a16="http://schemas.microsoft.com/office/drawing/2014/main" id="{A121AB4C-33E0-5FB1-B4E5-64FCD3F84235}"/>
              </a:ext>
            </a:extLst>
          </p:cNvPr>
          <p:cNvSpPr/>
          <p:nvPr userDrawn="1"/>
        </p:nvSpPr>
        <p:spPr>
          <a:xfrm rot="16200000">
            <a:off x="-191139" y="447401"/>
            <a:ext cx="576720" cy="194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Tree>
    <p:extLst>
      <p:ext uri="{BB962C8B-B14F-4D97-AF65-F5344CB8AC3E}">
        <p14:creationId xmlns:p14="http://schemas.microsoft.com/office/powerpoint/2010/main" val="3165469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01309" y="2126743"/>
            <a:ext cx="6796800" cy="3913531"/>
          </a:xfrm>
        </p:spPr>
        <p:txBody>
          <a:bodyPr>
            <a:normAutofit/>
          </a:bodyPr>
          <a:lstStyle>
            <a:lvl1pPr>
              <a:defRPr sz="2004"/>
            </a:lvl1pPr>
            <a:lvl2pPr>
              <a:defRPr sz="2004"/>
            </a:lvl2pPr>
            <a:lvl3pPr>
              <a:defRPr sz="2004"/>
            </a:lvl3pPr>
            <a:lvl4pPr>
              <a:defRPr sz="2004"/>
            </a:lvl4pPr>
            <a:lvl5pPr>
              <a:defRPr sz="2004"/>
            </a:lvl5pPr>
            <a:lvl6pPr>
              <a:defRPr sz="2400"/>
            </a:lvl6pPr>
            <a:lvl7pPr>
              <a:defRPr sz="2400"/>
            </a:lvl7pPr>
            <a:lvl8pPr>
              <a:defRPr sz="2400"/>
            </a:lvl8pPr>
            <a:lvl9pPr>
              <a:defRPr sz="2400"/>
            </a:lvl9p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4" name="Espace réservé du texte 3"/>
          <p:cNvSpPr>
            <a:spLocks noGrp="1"/>
          </p:cNvSpPr>
          <p:nvPr>
            <p:ph type="body" sz="half" idx="2"/>
          </p:nvPr>
        </p:nvSpPr>
        <p:spPr>
          <a:xfrm>
            <a:off x="492509" y="2126743"/>
            <a:ext cx="3984000" cy="3913531"/>
          </a:xfrm>
        </p:spPr>
        <p:txBody>
          <a:bodyPr>
            <a:normAutofit/>
          </a:bodyPr>
          <a:lstStyle>
            <a:lvl1pPr marL="0" indent="0">
              <a:buNone/>
              <a:defRPr sz="1800" b="1" cap="all" baseline="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fr-FR" noProof="0"/>
              <a:t>Cliquez pour modifier les styles du texte du masque</a:t>
            </a:r>
          </a:p>
        </p:txBody>
      </p:sp>
      <p:sp>
        <p:nvSpPr>
          <p:cNvPr id="7" name="Titre 1">
            <a:extLst>
              <a:ext uri="{FF2B5EF4-FFF2-40B4-BE49-F238E27FC236}">
                <a16:creationId xmlns:a16="http://schemas.microsoft.com/office/drawing/2014/main" id="{58858A58-66D0-B848-B566-D94130F68089}"/>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4F34D983-8FC4-6B4C-A271-28E076618E57}"/>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379038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avec sous-titr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492509" y="2791850"/>
            <a:ext cx="10905600" cy="3240717"/>
          </a:xfrm>
        </p:spPr>
        <p:txBody>
          <a:bodyPr>
            <a:normAutofit/>
          </a:bodyPr>
          <a:lstStyle>
            <a:lvl1pPr marL="0" indent="0">
              <a:buNone/>
              <a:defRPr sz="2004"/>
            </a:lvl1pPr>
            <a:lvl2pPr marL="548626" indent="0">
              <a:buNone/>
              <a:defRPr sz="3360"/>
            </a:lvl2pPr>
            <a:lvl3pPr marL="1097253" indent="0">
              <a:buNone/>
              <a:defRPr sz="2880"/>
            </a:lvl3pPr>
            <a:lvl4pPr marL="1645879" indent="0">
              <a:buNone/>
              <a:defRPr sz="2400"/>
            </a:lvl4pPr>
            <a:lvl5pPr marL="2194505" indent="0">
              <a:buNone/>
              <a:defRPr sz="2400"/>
            </a:lvl5pPr>
            <a:lvl6pPr marL="2743131" indent="0">
              <a:buNone/>
              <a:defRPr sz="2400"/>
            </a:lvl6pPr>
            <a:lvl7pPr marL="3291758" indent="0">
              <a:buNone/>
              <a:defRPr sz="2400"/>
            </a:lvl7pPr>
            <a:lvl8pPr marL="3840384" indent="0">
              <a:buNone/>
              <a:defRPr sz="2400"/>
            </a:lvl8pPr>
            <a:lvl9pPr marL="4389010" indent="0">
              <a:buNone/>
              <a:defRPr sz="2400"/>
            </a:lvl9pPr>
          </a:lstStyle>
          <a:p>
            <a:r>
              <a:rPr lang="fr-FR" noProof="0"/>
              <a:t>Cliquez sur l'icône pour ajouter une image</a:t>
            </a:r>
            <a:endParaRPr lang="fr-CA" noProof="0"/>
          </a:p>
        </p:txBody>
      </p:sp>
      <p:sp>
        <p:nvSpPr>
          <p:cNvPr id="4" name="Espace réservé du texte 3"/>
          <p:cNvSpPr>
            <a:spLocks noGrp="1"/>
          </p:cNvSpPr>
          <p:nvPr>
            <p:ph type="body" sz="half" idx="2"/>
          </p:nvPr>
        </p:nvSpPr>
        <p:spPr>
          <a:xfrm>
            <a:off x="492509" y="2135209"/>
            <a:ext cx="10905600" cy="626400"/>
          </a:xfrm>
        </p:spPr>
        <p:txBody>
          <a:bodyPr>
            <a:normAutofit/>
          </a:bodyPr>
          <a:lstStyle>
            <a:lvl1pPr marL="0" indent="0">
              <a:buNone/>
              <a:defRPr sz="1800" b="1" cap="all" baseline="0"/>
            </a:lvl1pPr>
            <a:lvl2pPr marL="548626" indent="0">
              <a:buNone/>
              <a:defRPr sz="1440"/>
            </a:lvl2pPr>
            <a:lvl3pPr marL="1097253" indent="0">
              <a:buNone/>
              <a:defRPr sz="1200"/>
            </a:lvl3pPr>
            <a:lvl4pPr marL="1645879" indent="0">
              <a:buNone/>
              <a:defRPr sz="1080"/>
            </a:lvl4pPr>
            <a:lvl5pPr marL="2194505" indent="0">
              <a:buNone/>
              <a:defRPr sz="1080"/>
            </a:lvl5pPr>
            <a:lvl6pPr marL="2743131" indent="0">
              <a:buNone/>
              <a:defRPr sz="1080"/>
            </a:lvl6pPr>
            <a:lvl7pPr marL="3291758" indent="0">
              <a:buNone/>
              <a:defRPr sz="1080"/>
            </a:lvl7pPr>
            <a:lvl8pPr marL="3840384" indent="0">
              <a:buNone/>
              <a:defRPr sz="1080"/>
            </a:lvl8pPr>
            <a:lvl9pPr marL="4389010" indent="0">
              <a:buNone/>
              <a:defRPr sz="1080"/>
            </a:lvl9pPr>
          </a:lstStyle>
          <a:p>
            <a:pPr lvl="0"/>
            <a:r>
              <a:rPr lang="fr-FR" noProof="0"/>
              <a:t>Cliquez pour modifier les styles du texte du masque</a:t>
            </a:r>
          </a:p>
        </p:txBody>
      </p:sp>
      <p:sp>
        <p:nvSpPr>
          <p:cNvPr id="6" name="Titre 1">
            <a:extLst>
              <a:ext uri="{FF2B5EF4-FFF2-40B4-BE49-F238E27FC236}">
                <a16:creationId xmlns:a16="http://schemas.microsoft.com/office/drawing/2014/main" id="{31F822D9-3DEC-3047-80E7-91FEF03ADEEA}"/>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7" name="Text Placeholder 14">
            <a:extLst>
              <a:ext uri="{FF2B5EF4-FFF2-40B4-BE49-F238E27FC236}">
                <a16:creationId xmlns:a16="http://schemas.microsoft.com/office/drawing/2014/main" id="{012413CD-0402-DF4B-B461-41211EB387C5}"/>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2763251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7" name="Espace réservé du contenu 2">
            <a:extLst>
              <a:ext uri="{FF2B5EF4-FFF2-40B4-BE49-F238E27FC236}">
                <a16:creationId xmlns:a16="http://schemas.microsoft.com/office/drawing/2014/main" id="{A4852420-8753-0547-A124-EA1822DD273F}"/>
              </a:ext>
            </a:extLst>
          </p:cNvPr>
          <p:cNvSpPr>
            <a:spLocks noGrp="1"/>
          </p:cNvSpPr>
          <p:nvPr>
            <p:ph idx="1"/>
          </p:nvPr>
        </p:nvSpPr>
        <p:spPr>
          <a:xfrm>
            <a:off x="492509" y="2126743"/>
            <a:ext cx="10915200" cy="3825587"/>
          </a:xfrm>
        </p:spPr>
        <p:txBody>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8" name="Titre 1">
            <a:extLst>
              <a:ext uri="{FF2B5EF4-FFF2-40B4-BE49-F238E27FC236}">
                <a16:creationId xmlns:a16="http://schemas.microsoft.com/office/drawing/2014/main" id="{1A0E864F-8F4A-CC42-8321-8A205C5B033B}"/>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9" name="Text Placeholder 14">
            <a:extLst>
              <a:ext uri="{FF2B5EF4-FFF2-40B4-BE49-F238E27FC236}">
                <a16:creationId xmlns:a16="http://schemas.microsoft.com/office/drawing/2014/main" id="{0D22B6CC-C7ED-5745-BD28-3822207DE776}"/>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1993263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1AD97A31-589D-5648-AA82-BCBA4A39247D}"/>
              </a:ext>
            </a:extLst>
          </p:cNvPr>
          <p:cNvSpPr>
            <a:spLocks noGrp="1"/>
          </p:cNvSpPr>
          <p:nvPr>
            <p:ph type="title" hasCustomPrompt="1"/>
          </p:nvPr>
        </p:nvSpPr>
        <p:spPr>
          <a:xfrm>
            <a:off x="492509" y="302168"/>
            <a:ext cx="10915200" cy="987552"/>
          </a:xfrm>
        </p:spPr>
        <p:txBody>
          <a:bodyPr/>
          <a:lstStyle>
            <a:lvl1pPr>
              <a:defRPr sz="4000">
                <a:solidFill>
                  <a:schemeClr val="accent1"/>
                </a:solidFill>
              </a:defRPr>
            </a:lvl1pPr>
          </a:lstStyle>
          <a:p>
            <a:r>
              <a:rPr lang="fr-CA" noProof="0"/>
              <a:t>Click to </a:t>
            </a:r>
            <a:r>
              <a:rPr lang="fr-CA" noProof="0" err="1"/>
              <a:t>edit</a:t>
            </a:r>
            <a:r>
              <a:rPr lang="fr-CA" noProof="0"/>
              <a:t> </a:t>
            </a:r>
            <a:r>
              <a:rPr lang="fr-CA" noProof="0" err="1"/>
              <a:t>title</a:t>
            </a:r>
            <a:r>
              <a:rPr lang="fr-CA" noProof="0"/>
              <a:t> style</a:t>
            </a:r>
          </a:p>
        </p:txBody>
      </p:sp>
      <p:sp>
        <p:nvSpPr>
          <p:cNvPr id="8" name="Text Placeholder 14">
            <a:extLst>
              <a:ext uri="{FF2B5EF4-FFF2-40B4-BE49-F238E27FC236}">
                <a16:creationId xmlns:a16="http://schemas.microsoft.com/office/drawing/2014/main" id="{2CC07A2E-488D-9643-9E9E-69C3CB294B7B}"/>
              </a:ext>
            </a:extLst>
          </p:cNvPr>
          <p:cNvSpPr>
            <a:spLocks noGrp="1"/>
          </p:cNvSpPr>
          <p:nvPr>
            <p:ph type="body" sz="quarter" idx="10"/>
          </p:nvPr>
        </p:nvSpPr>
        <p:spPr>
          <a:xfrm>
            <a:off x="492510" y="1139191"/>
            <a:ext cx="6991349" cy="576720"/>
          </a:xfrm>
        </p:spPr>
        <p:txBody>
          <a:bodyPr>
            <a:normAutofit/>
          </a:bodyPr>
          <a:lstStyle>
            <a:lvl1pPr>
              <a:defRPr sz="2133" b="1">
                <a:solidFill>
                  <a:srgbClr val="002060"/>
                </a:solidFill>
              </a:defRPr>
            </a:lvl1pPr>
          </a:lstStyle>
          <a:p>
            <a:pPr lvl="0"/>
            <a:r>
              <a:rPr lang="fr-FR"/>
              <a:t>Cliquez pour modifier les styles du texte du masque</a:t>
            </a:r>
          </a:p>
        </p:txBody>
      </p:sp>
    </p:spTree>
    <p:extLst>
      <p:ext uri="{BB962C8B-B14F-4D97-AF65-F5344CB8AC3E}">
        <p14:creationId xmlns:p14="http://schemas.microsoft.com/office/powerpoint/2010/main" val="3699726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8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4"/>
          </a:solidFill>
          <a:ln>
            <a:solidFill>
              <a:schemeClr val="accent4"/>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459193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Vide">
    <p:bg>
      <p:bgRef idx="1001">
        <a:schemeClr val="bg1"/>
      </p:bgRef>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BB2C9CB-2066-4279-A68C-D7E978D806BE}"/>
              </a:ext>
            </a:extLst>
          </p:cNvPr>
          <p:cNvSpPr>
            <a:spLocks noGrp="1"/>
          </p:cNvSpPr>
          <p:nvPr>
            <p:ph type="dt" sz="half" idx="10"/>
          </p:nvPr>
        </p:nvSpPr>
        <p:spPr/>
        <p:txBody>
          <a:bodyPr/>
          <a:lstStyle/>
          <a:p>
            <a:fld id="{A41D5BF6-20CC-48B5-A010-8238257C1994}" type="datetime1">
              <a:rPr lang="fr-CA" smtClean="0"/>
              <a:t>2026-09-29</a:t>
            </a:fld>
            <a:endParaRPr lang="fr-CA"/>
          </a:p>
        </p:txBody>
      </p:sp>
      <p:sp>
        <p:nvSpPr>
          <p:cNvPr id="3" name="Espace réservé du pied de page 2">
            <a:extLst>
              <a:ext uri="{FF2B5EF4-FFF2-40B4-BE49-F238E27FC236}">
                <a16:creationId xmlns:a16="http://schemas.microsoft.com/office/drawing/2014/main" id="{801F4E27-6958-4070-AA66-9A182D79884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D2A506C-C42C-491E-9BF5-093EF3AC5B6D}"/>
              </a:ext>
            </a:extLst>
          </p:cNvPr>
          <p:cNvSpPr>
            <a:spLocks noGrp="1"/>
          </p:cNvSpPr>
          <p:nvPr>
            <p:ph type="sldNum" sz="quarter" idx="12"/>
          </p:nvPr>
        </p:nvSpPr>
        <p:spPr/>
        <p:txBody>
          <a:bodyPr/>
          <a:lstStyle/>
          <a:p>
            <a:fld id="{4162AF1F-2696-4F34-A7F3-E326E3C5B51E}" type="slidenum">
              <a:rPr lang="fr-CA" smtClean="0"/>
              <a:t>‹N°›</a:t>
            </a:fld>
            <a:endParaRPr lang="fr-CA"/>
          </a:p>
        </p:txBody>
      </p:sp>
    </p:spTree>
    <p:extLst>
      <p:ext uri="{BB962C8B-B14F-4D97-AF65-F5344CB8AC3E}">
        <p14:creationId xmlns:p14="http://schemas.microsoft.com/office/powerpoint/2010/main" val="4121053874"/>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Titre turquoise">
    <p:bg>
      <p:bgPr>
        <a:solidFill>
          <a:schemeClr val="accent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04BB53-CD8C-3F9D-7025-648C03686B6F}"/>
              </a:ext>
            </a:extLst>
          </p:cNvPr>
          <p:cNvSpPr/>
          <p:nvPr userDrawn="1">
            <p:custDataLst>
              <p:tags r:id="rId1"/>
            </p:custDataLst>
          </p:nvPr>
        </p:nvSpPr>
        <p:spPr>
          <a:xfrm>
            <a:off x="2519464" y="5126475"/>
            <a:ext cx="9672536" cy="486383"/>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71A99A2C-0E4A-B4A1-FFA8-A471A4B5A16C}"/>
              </a:ext>
            </a:extLst>
          </p:cNvPr>
          <p:cNvSpPr/>
          <p:nvPr userDrawn="1">
            <p:custDataLst>
              <p:tags r:id="rId2"/>
            </p:custDataLst>
          </p:nvPr>
        </p:nvSpPr>
        <p:spPr>
          <a:xfrm>
            <a:off x="2519464" y="5126475"/>
            <a:ext cx="486000" cy="486383"/>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Titre 4">
            <a:extLst>
              <a:ext uri="{FF2B5EF4-FFF2-40B4-BE49-F238E27FC236}">
                <a16:creationId xmlns:a16="http://schemas.microsoft.com/office/drawing/2014/main" id="{BA7E816B-D6C4-3809-3F57-A292D004692F}"/>
              </a:ext>
            </a:extLst>
          </p:cNvPr>
          <p:cNvSpPr>
            <a:spLocks noGrp="1"/>
          </p:cNvSpPr>
          <p:nvPr>
            <p:ph type="title"/>
          </p:nvPr>
        </p:nvSpPr>
        <p:spPr>
          <a:xfrm>
            <a:off x="1043356" y="2145322"/>
            <a:ext cx="10341272" cy="1840524"/>
          </a:xfrm>
        </p:spPr>
        <p:txBody>
          <a:bodyPr anchor="t"/>
          <a:lstStyle>
            <a:lvl1pPr>
              <a:lnSpc>
                <a:spcPct val="150000"/>
              </a:lnSpc>
              <a:defRPr kumimoji="0" lang="fr-CA" sz="3600" b="0" i="0" u="none" strike="noStrike" kern="1200" cap="none" spc="0" normalizeH="0" baseline="0">
                <a:ln>
                  <a:noFill/>
                </a:ln>
                <a:solidFill>
                  <a:schemeClr val="tx2"/>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
        <p:nvSpPr>
          <p:cNvPr id="5" name="Espace réservé du texte 7">
            <a:extLst>
              <a:ext uri="{FF2B5EF4-FFF2-40B4-BE49-F238E27FC236}">
                <a16:creationId xmlns:a16="http://schemas.microsoft.com/office/drawing/2014/main" id="{88FEA5B9-0BBE-40C4-AA58-17D0AE299A90}"/>
              </a:ext>
            </a:extLst>
          </p:cNvPr>
          <p:cNvSpPr>
            <a:spLocks noGrp="1"/>
          </p:cNvSpPr>
          <p:nvPr>
            <p:ph type="body" sz="quarter" idx="10"/>
          </p:nvPr>
        </p:nvSpPr>
        <p:spPr>
          <a:xfrm>
            <a:off x="1043354" y="1458156"/>
            <a:ext cx="10341272" cy="687165"/>
          </a:xfrm>
        </p:spPr>
        <p:txBody>
          <a:bodyPr anchor="ctr">
            <a:noAutofit/>
          </a:bodyPr>
          <a:lstStyle>
            <a:lvl1pPr>
              <a:defRPr sz="3200" b="0">
                <a:solidFill>
                  <a:schemeClr val="tx2"/>
                </a:solidFill>
                <a:latin typeface="Visby CF" pitchFamily="50" charset="0"/>
              </a:defRPr>
            </a:lvl1pPr>
          </a:lstStyle>
          <a:p>
            <a:pPr lvl="0"/>
            <a:r>
              <a:rPr lang="fr-FR"/>
              <a:t>Cliquez pour modifier les styles du texte du masque</a:t>
            </a:r>
          </a:p>
        </p:txBody>
      </p:sp>
      <p:sp>
        <p:nvSpPr>
          <p:cNvPr id="7" name="ZoneTexte 6">
            <a:extLst>
              <a:ext uri="{FF2B5EF4-FFF2-40B4-BE49-F238E27FC236}">
                <a16:creationId xmlns:a16="http://schemas.microsoft.com/office/drawing/2014/main" id="{EC9D6B61-1012-A9A2-4219-80E088E336A5}"/>
              </a:ext>
            </a:extLst>
          </p:cNvPr>
          <p:cNvSpPr txBox="1"/>
          <p:nvPr userDrawn="1">
            <p:custDataLst>
              <p:tags r:id="rId3"/>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accent3">
                    <a:lumMod val="60000"/>
                    <a:lumOff val="40000"/>
                  </a:schemeClr>
                </a:solidFill>
                <a:effectLst/>
                <a:uLnTx/>
                <a:uFillTx/>
                <a:latin typeface="Visby CF Bold" pitchFamily="50" charset="0"/>
                <a:ea typeface="+mn-ea"/>
                <a:cs typeface="+mn-cs"/>
              </a:rPr>
              <a:t>Mobiliser les technologies numériques</a:t>
            </a:r>
          </a:p>
        </p:txBody>
      </p:sp>
    </p:spTree>
    <p:extLst>
      <p:ext uri="{BB962C8B-B14F-4D97-AF65-F5344CB8AC3E}">
        <p14:creationId xmlns:p14="http://schemas.microsoft.com/office/powerpoint/2010/main" val="13333061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Disposition personnalisée">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6DA28613-0ED5-8AC4-820F-A78A51809E12}"/>
              </a:ext>
            </a:extLst>
          </p:cNvPr>
          <p:cNvSpPr txBox="1"/>
          <p:nvPr userDrawn="1">
            <p:custDataLst>
              <p:tags r:id="rId1"/>
            </p:custDataLst>
          </p:nvPr>
        </p:nvSpPr>
        <p:spPr>
          <a:xfrm rot="20159134">
            <a:off x="-440987" y="131322"/>
            <a:ext cx="3330103" cy="914400"/>
          </a:xfrm>
          <a:prstGeom prst="rect">
            <a:avLst/>
          </a:prstGeom>
        </p:spPr>
        <p:txBody>
          <a:bodyPr vert="horz" wrap="none" lIns="91440" tIns="45720" rIns="91440" bIns="45720" rtlCol="0">
            <a:noAutofit/>
          </a:bodyPr>
          <a:lstStyle/>
          <a:p>
            <a:pPr>
              <a:buClr>
                <a:schemeClr val="accent2"/>
              </a:buClr>
              <a:buSzPct val="125000"/>
            </a:pPr>
            <a:r>
              <a:rPr lang="fr-CA" sz="9600">
                <a:solidFill>
                  <a:schemeClr val="accent3">
                    <a:lumMod val="40000"/>
                    <a:lumOff val="60000"/>
                  </a:schemeClr>
                </a:solidFill>
                <a:latin typeface="Script MT Bold" panose="03040602040607080904" pitchFamily="66" charset="0"/>
                <a:cs typeface="Dreaming Outloud Script Pro" panose="03050502040304050704" pitchFamily="66" charset="0"/>
              </a:rPr>
              <a:t>objectifs</a:t>
            </a:r>
            <a:endParaRPr lang="fr-CA" sz="9600" dirty="0">
              <a:solidFill>
                <a:schemeClr val="accent3">
                  <a:lumMod val="40000"/>
                  <a:lumOff val="60000"/>
                </a:schemeClr>
              </a:solidFill>
              <a:latin typeface="Script MT Bold" panose="03040602040607080904" pitchFamily="66" charset="0"/>
              <a:cs typeface="Dreaming Outloud Script Pro" panose="03050502040304050704" pitchFamily="66" charset="0"/>
            </a:endParaRPr>
          </a:p>
        </p:txBody>
      </p:sp>
      <p:sp>
        <p:nvSpPr>
          <p:cNvPr id="12" name="Espace réservé du texte 11">
            <a:extLst>
              <a:ext uri="{FF2B5EF4-FFF2-40B4-BE49-F238E27FC236}">
                <a16:creationId xmlns:a16="http://schemas.microsoft.com/office/drawing/2014/main" id="{91C498F2-D8D2-F2A1-0CAC-1655FFF2454A}"/>
              </a:ext>
            </a:extLst>
          </p:cNvPr>
          <p:cNvSpPr>
            <a:spLocks noGrp="1"/>
          </p:cNvSpPr>
          <p:nvPr>
            <p:ph type="body" sz="quarter" idx="10"/>
          </p:nvPr>
        </p:nvSpPr>
        <p:spPr>
          <a:xfrm>
            <a:off x="1735138" y="1524000"/>
            <a:ext cx="9155112" cy="4994275"/>
          </a:xfrm>
        </p:spPr>
        <p:txBody>
          <a:bodyPr>
            <a:normAutofit/>
          </a:bodyPr>
          <a:lstStyle>
            <a:lvl1pPr marL="114300"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1pPr>
            <a:lvl2pPr marL="658606"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2pPr>
            <a:lvl3pPr marL="1017157"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3pPr>
            <a:lvl4pPr marL="1371389" indent="-228600" algn="l" defTabSz="914400" rtl="0" eaLnBrk="1" latinLnBrk="0" hangingPunct="1">
              <a:lnSpc>
                <a:spcPct val="150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4pPr>
            <a:lvl5pPr marL="1729940" indent="-228600" algn="l" defTabSz="914400" rtl="0" eaLnBrk="1" latinLnBrk="0" hangingPunct="1">
              <a:lnSpc>
                <a:spcPct val="150000"/>
              </a:lnSpc>
              <a:spcBef>
                <a:spcPts val="1200"/>
              </a:spcBef>
              <a:buClr>
                <a:srgbClr val="888B8D"/>
              </a:buClr>
              <a:buFont typeface="Wingdings" panose="05000000000000000000" pitchFamily="2" charset="2"/>
              <a:buChar char="§"/>
              <a:defRPr lang="fr-CA" sz="2400" kern="1200">
                <a:solidFill>
                  <a:schemeClr val="bg2">
                    <a:lumMod val="25000"/>
                  </a:schemeClr>
                </a:solidFill>
                <a:latin typeface="Visby CF Medium" pitchFamily="50" charset="0"/>
                <a:ea typeface="+mn-ea"/>
                <a:cs typeface="Cordia New" panose="020B03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2" name="ZoneTexte 1">
            <a:extLst>
              <a:ext uri="{FF2B5EF4-FFF2-40B4-BE49-F238E27FC236}">
                <a16:creationId xmlns:a16="http://schemas.microsoft.com/office/drawing/2014/main" id="{59A81DE9-8B63-093C-F2E5-E8D199B8432F}"/>
              </a:ext>
            </a:extLst>
          </p:cNvPr>
          <p:cNvSpPr txBox="1"/>
          <p:nvPr userDrawn="1">
            <p:custDataLst>
              <p:tags r:id="rId2"/>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dirty="0">
                <a:ln>
                  <a:noFill/>
                </a:ln>
                <a:solidFill>
                  <a:schemeClr val="bg1">
                    <a:lumMod val="95000"/>
                  </a:schemeClr>
                </a:solidFill>
                <a:effectLst/>
                <a:uLnTx/>
                <a:uFillTx/>
                <a:latin typeface="Visby CF Bold" pitchFamily="50" charset="0"/>
                <a:ea typeface="+mn-ea"/>
                <a:cs typeface="+mn-cs"/>
              </a:rPr>
              <a:t>Mobiliser les technologies numériques</a:t>
            </a:r>
          </a:p>
        </p:txBody>
      </p:sp>
      <p:sp>
        <p:nvSpPr>
          <p:cNvPr id="3" name="Rectangle 2">
            <a:extLst>
              <a:ext uri="{FF2B5EF4-FFF2-40B4-BE49-F238E27FC236}">
                <a16:creationId xmlns:a16="http://schemas.microsoft.com/office/drawing/2014/main" id="{0731CD24-C12F-731C-7F6F-BB3218CFB324}"/>
              </a:ext>
            </a:extLst>
          </p:cNvPr>
          <p:cNvSpPr/>
          <p:nvPr userDrawn="1">
            <p:custDataLst>
              <p:tags r:id="rId3"/>
            </p:custDataLst>
          </p:nvPr>
        </p:nvSpPr>
        <p:spPr>
          <a:xfrm rot="5400000">
            <a:off x="10408212" y="5479915"/>
            <a:ext cx="2269787" cy="486383"/>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chemeClr val="accent3"/>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6E93C20F-61A3-A6C8-0181-89A4026E81E7}"/>
              </a:ext>
            </a:extLst>
          </p:cNvPr>
          <p:cNvSpPr/>
          <p:nvPr userDrawn="1">
            <p:custDataLst>
              <p:tags r:id="rId4"/>
            </p:custDataLst>
          </p:nvPr>
        </p:nvSpPr>
        <p:spPr>
          <a:xfrm>
            <a:off x="11300297" y="4588213"/>
            <a:ext cx="486000" cy="486383"/>
          </a:xfrm>
          <a:prstGeom prst="rect">
            <a:avLst/>
          </a:prstGeom>
          <a:solidFill>
            <a:schemeClr val="accent3">
              <a:lumMod val="20000"/>
              <a:lumOff val="80000"/>
            </a:schemeClr>
          </a:solidFill>
          <a:ln>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dirty="0">
                <a:ln>
                  <a:noFill/>
                </a:ln>
                <a:solidFill>
                  <a:schemeClr val="accent3">
                    <a:lumMod val="50000"/>
                  </a:schemeClr>
                </a:solidFill>
                <a:effectLst/>
                <a:uLnTx/>
                <a:uFillTx/>
                <a:latin typeface="Visby Slab CF Bold" panose="00000800000000000000" pitchFamily="50" charset="0"/>
              </a:rPr>
              <a:t>6</a:t>
            </a:r>
          </a:p>
        </p:txBody>
      </p:sp>
    </p:spTree>
    <p:extLst>
      <p:ext uri="{BB962C8B-B14F-4D97-AF65-F5344CB8AC3E}">
        <p14:creationId xmlns:p14="http://schemas.microsoft.com/office/powerpoint/2010/main" val="1999281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Vide">
    <p:bg>
      <p:bgPr>
        <a:solidFill>
          <a:schemeClr val="accent1"/>
        </a:solidFill>
        <a:effectLst/>
      </p:bgPr>
    </p:bg>
    <p:spTree>
      <p:nvGrpSpPr>
        <p:cNvPr id="1" name=""/>
        <p:cNvGrpSpPr/>
        <p:nvPr/>
      </p:nvGrpSpPr>
      <p:grpSpPr>
        <a:xfrm>
          <a:off x="0" y="0"/>
          <a:ext cx="0" cy="0"/>
          <a:chOff x="0" y="0"/>
          <a:chExt cx="0" cy="0"/>
        </a:xfrm>
      </p:grpSpPr>
      <p:sp>
        <p:nvSpPr>
          <p:cNvPr id="2" name="Titre 4">
            <a:extLst>
              <a:ext uri="{FF2B5EF4-FFF2-40B4-BE49-F238E27FC236}">
                <a16:creationId xmlns:a16="http://schemas.microsoft.com/office/drawing/2014/main" id="{403AB3D5-F5DC-47E4-4BF1-4EC11BE2141C}"/>
              </a:ext>
            </a:extLst>
          </p:cNvPr>
          <p:cNvSpPr>
            <a:spLocks noGrp="1"/>
          </p:cNvSpPr>
          <p:nvPr>
            <p:ph type="title"/>
          </p:nvPr>
        </p:nvSpPr>
        <p:spPr>
          <a:xfrm>
            <a:off x="1043356" y="2145322"/>
            <a:ext cx="10341272" cy="1840524"/>
          </a:xfrm>
        </p:spPr>
        <p:txBody>
          <a:bodyPr anchor="t"/>
          <a:lstStyle>
            <a:lvl1pPr>
              <a:lnSpc>
                <a:spcPct val="150000"/>
              </a:lnSpc>
              <a:defRPr kumimoji="0" lang="fr-CA" sz="3600" b="0" i="0" u="none" strike="noStrike" kern="1200" cap="none" spc="0" normalizeH="0" baseline="0">
                <a:ln>
                  <a:noFill/>
                </a:ln>
                <a:solidFill>
                  <a:schemeClr val="tx2"/>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
        <p:nvSpPr>
          <p:cNvPr id="3" name="Espace réservé du texte 7">
            <a:extLst>
              <a:ext uri="{FF2B5EF4-FFF2-40B4-BE49-F238E27FC236}">
                <a16:creationId xmlns:a16="http://schemas.microsoft.com/office/drawing/2014/main" id="{5C96D1E0-1C5E-DB73-EFF9-0522B762B4F8}"/>
              </a:ext>
            </a:extLst>
          </p:cNvPr>
          <p:cNvSpPr>
            <a:spLocks noGrp="1"/>
          </p:cNvSpPr>
          <p:nvPr>
            <p:ph type="body" sz="quarter" idx="10"/>
          </p:nvPr>
        </p:nvSpPr>
        <p:spPr>
          <a:xfrm>
            <a:off x="1043354" y="1458156"/>
            <a:ext cx="10341272" cy="687165"/>
          </a:xfrm>
        </p:spPr>
        <p:txBody>
          <a:bodyPr anchor="ctr">
            <a:noAutofit/>
          </a:bodyPr>
          <a:lstStyle>
            <a:lvl1pPr marL="0" indent="0">
              <a:buNone/>
              <a:defRPr sz="3200" b="1">
                <a:solidFill>
                  <a:schemeClr val="tx2"/>
                </a:solidFill>
                <a:latin typeface="Visby CF Bold" pitchFamily="50" charset="0"/>
              </a:defRPr>
            </a:lvl1pPr>
          </a:lstStyle>
          <a:p>
            <a:pPr lvl="0"/>
            <a:r>
              <a:rPr lang="fr-FR"/>
              <a:t>Cliquez pour modifier les styles du texte du masque</a:t>
            </a:r>
          </a:p>
        </p:txBody>
      </p:sp>
      <p:sp>
        <p:nvSpPr>
          <p:cNvPr id="4" name="Rectangle 3">
            <a:extLst>
              <a:ext uri="{FF2B5EF4-FFF2-40B4-BE49-F238E27FC236}">
                <a16:creationId xmlns:a16="http://schemas.microsoft.com/office/drawing/2014/main" id="{DE9A42D3-B057-6D09-1150-BFAA49CE1C82}"/>
              </a:ext>
            </a:extLst>
          </p:cNvPr>
          <p:cNvSpPr/>
          <p:nvPr userDrawn="1">
            <p:custDataLst>
              <p:tags r:id="rId1"/>
            </p:custDataLst>
          </p:nvPr>
        </p:nvSpPr>
        <p:spPr>
          <a:xfrm>
            <a:off x="2519464" y="5126475"/>
            <a:ext cx="9672536" cy="48638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7E2F5C14-D929-AA9A-3E18-F2B1EFC75BBB}"/>
              </a:ext>
            </a:extLst>
          </p:cNvPr>
          <p:cNvSpPr/>
          <p:nvPr userDrawn="1">
            <p:custDataLst>
              <p:tags r:id="rId2"/>
            </p:custDataLst>
          </p:nvPr>
        </p:nvSpPr>
        <p:spPr>
          <a:xfrm>
            <a:off x="2519464" y="5126475"/>
            <a:ext cx="486000" cy="486383"/>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ZoneTexte 5">
            <a:extLst>
              <a:ext uri="{FF2B5EF4-FFF2-40B4-BE49-F238E27FC236}">
                <a16:creationId xmlns:a16="http://schemas.microsoft.com/office/drawing/2014/main" id="{FD2FBCF9-566F-A11A-351D-54C6370276CE}"/>
              </a:ext>
            </a:extLst>
          </p:cNvPr>
          <p:cNvSpPr txBox="1"/>
          <p:nvPr userDrawn="1">
            <p:custDataLst>
              <p:tags r:id="rId3"/>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accent1">
                    <a:lumMod val="60000"/>
                    <a:lumOff val="40000"/>
                  </a:schemeClr>
                </a:solidFill>
                <a:effectLst/>
                <a:uLnTx/>
                <a:uFillTx/>
                <a:latin typeface="Visby CF Bold" pitchFamily="50" charset="0"/>
                <a:ea typeface="+mn-ea"/>
                <a:cs typeface="+mn-cs"/>
              </a:rPr>
              <a:t>Mobiliser les technologies numériques</a:t>
            </a:r>
          </a:p>
        </p:txBody>
      </p:sp>
    </p:spTree>
    <p:extLst>
      <p:ext uri="{BB962C8B-B14F-4D97-AF65-F5344CB8AC3E}">
        <p14:creationId xmlns:p14="http://schemas.microsoft.com/office/powerpoint/2010/main" val="135666430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12" name="Espace réservé du texte 11">
            <a:extLst>
              <a:ext uri="{FF2B5EF4-FFF2-40B4-BE49-F238E27FC236}">
                <a16:creationId xmlns:a16="http://schemas.microsoft.com/office/drawing/2014/main" id="{91C498F2-D8D2-F2A1-0CAC-1655FFF2454A}"/>
              </a:ext>
            </a:extLst>
          </p:cNvPr>
          <p:cNvSpPr>
            <a:spLocks noGrp="1"/>
          </p:cNvSpPr>
          <p:nvPr>
            <p:ph type="body" sz="quarter" idx="10"/>
          </p:nvPr>
        </p:nvSpPr>
        <p:spPr>
          <a:xfrm>
            <a:off x="1735138" y="1524000"/>
            <a:ext cx="9155112" cy="4994275"/>
          </a:xfrm>
        </p:spPr>
        <p:txBody>
          <a:bodyPr>
            <a:normAutofit/>
          </a:bodyPr>
          <a:lstStyle>
            <a:lvl1pPr marL="114300" indent="-228600" algn="l" defTabSz="914400" rtl="0" eaLnBrk="1" latinLnBrk="0" hangingPunct="1">
              <a:lnSpc>
                <a:spcPts val="4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1pPr>
            <a:lvl2pPr marL="658606" indent="-228600" algn="l" defTabSz="914400" rtl="0" eaLnBrk="1" latinLnBrk="0" hangingPunct="1">
              <a:lnSpc>
                <a:spcPts val="4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2pPr>
            <a:lvl3pPr marL="1017157" indent="-228600" algn="l" defTabSz="914400" rtl="0" eaLnBrk="1" latinLnBrk="0" hangingPunct="1">
              <a:lnSpc>
                <a:spcPts val="4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3pPr>
            <a:lvl4pPr marL="1371389" indent="-228600" algn="l" defTabSz="914400" rtl="0" eaLnBrk="1" latinLnBrk="0" hangingPunct="1">
              <a:lnSpc>
                <a:spcPts val="4000"/>
              </a:lnSpc>
              <a:spcBef>
                <a:spcPts val="1200"/>
              </a:spcBef>
              <a:buClr>
                <a:srgbClr val="888B8D"/>
              </a:buClr>
              <a:buFont typeface="Wingdings" panose="05000000000000000000" pitchFamily="2" charset="2"/>
              <a:buChar char="§"/>
              <a:defRPr lang="fr-FR" sz="2400" kern="1200" smtClean="0">
                <a:solidFill>
                  <a:schemeClr val="bg2">
                    <a:lumMod val="25000"/>
                  </a:schemeClr>
                </a:solidFill>
                <a:latin typeface="Visby CF Medium" pitchFamily="50" charset="0"/>
                <a:ea typeface="+mn-ea"/>
                <a:cs typeface="Cordia New" panose="020B0304020202020204" pitchFamily="34" charset="-34"/>
              </a:defRPr>
            </a:lvl4pPr>
            <a:lvl5pPr marL="1729940" indent="-228600" algn="l" defTabSz="914400" rtl="0" eaLnBrk="1" latinLnBrk="0" hangingPunct="1">
              <a:lnSpc>
                <a:spcPts val="4000"/>
              </a:lnSpc>
              <a:spcBef>
                <a:spcPts val="1200"/>
              </a:spcBef>
              <a:buClr>
                <a:srgbClr val="888B8D"/>
              </a:buClr>
              <a:buFont typeface="Wingdings" panose="05000000000000000000" pitchFamily="2" charset="2"/>
              <a:buChar char="§"/>
              <a:defRPr lang="fr-CA" sz="2400" kern="1200">
                <a:solidFill>
                  <a:schemeClr val="bg2">
                    <a:lumMod val="25000"/>
                  </a:schemeClr>
                </a:solidFill>
                <a:latin typeface="Visby CF Medium" pitchFamily="50" charset="0"/>
                <a:ea typeface="+mn-ea"/>
                <a:cs typeface="Cordia New" panose="020B0304020202020204" pitchFamily="34" charset="-34"/>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2" name="ZoneTexte 1">
            <a:extLst>
              <a:ext uri="{FF2B5EF4-FFF2-40B4-BE49-F238E27FC236}">
                <a16:creationId xmlns:a16="http://schemas.microsoft.com/office/drawing/2014/main" id="{BA270A00-F254-AE13-BEDE-E909F0C0ECDC}"/>
              </a:ext>
            </a:extLst>
          </p:cNvPr>
          <p:cNvSpPr txBox="1"/>
          <p:nvPr userDrawn="1">
            <p:custDataLst>
              <p:tags r:id="rId1"/>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
        <p:nvSpPr>
          <p:cNvPr id="3" name="Rectangle 2">
            <a:extLst>
              <a:ext uri="{FF2B5EF4-FFF2-40B4-BE49-F238E27FC236}">
                <a16:creationId xmlns:a16="http://schemas.microsoft.com/office/drawing/2014/main" id="{0731CD24-C12F-731C-7F6F-BB3218CFB324}"/>
              </a:ext>
            </a:extLst>
          </p:cNvPr>
          <p:cNvSpPr/>
          <p:nvPr userDrawn="1">
            <p:custDataLst>
              <p:tags r:id="rId2"/>
            </p:custDataLst>
          </p:nvPr>
        </p:nvSpPr>
        <p:spPr>
          <a:xfrm rot="5400000">
            <a:off x="10408212" y="5479915"/>
            <a:ext cx="2269787" cy="4863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6E93C20F-61A3-A6C8-0181-89A4026E81E7}"/>
              </a:ext>
            </a:extLst>
          </p:cNvPr>
          <p:cNvSpPr/>
          <p:nvPr userDrawn="1">
            <p:custDataLst>
              <p:tags r:id="rId3"/>
            </p:custDataLst>
          </p:nvPr>
        </p:nvSpPr>
        <p:spPr>
          <a:xfrm>
            <a:off x="11300297" y="4588213"/>
            <a:ext cx="486000" cy="48638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800" b="0" i="0" u="none" strike="noStrike" kern="1200" cap="none" spc="0" normalizeH="0" baseline="0" noProof="0">
                <a:ln>
                  <a:noFill/>
                </a:ln>
                <a:solidFill>
                  <a:schemeClr val="tx2">
                    <a:lumMod val="90000"/>
                    <a:lumOff val="10000"/>
                  </a:schemeClr>
                </a:solidFill>
                <a:effectLst/>
                <a:uLnTx/>
                <a:uFillTx/>
                <a:latin typeface="Visby Slab CF Bold" panose="00000800000000000000" pitchFamily="50" charset="0"/>
              </a:rPr>
              <a:t>5</a:t>
            </a:r>
          </a:p>
        </p:txBody>
      </p:sp>
      <p:sp>
        <p:nvSpPr>
          <p:cNvPr id="4" name="ZoneTexte 3">
            <a:extLst>
              <a:ext uri="{FF2B5EF4-FFF2-40B4-BE49-F238E27FC236}">
                <a16:creationId xmlns:a16="http://schemas.microsoft.com/office/drawing/2014/main" id="{49D17CEF-D661-4234-875A-B99B68EECABD}"/>
              </a:ext>
            </a:extLst>
          </p:cNvPr>
          <p:cNvSpPr txBox="1"/>
          <p:nvPr userDrawn="1">
            <p:custDataLst>
              <p:tags r:id="rId4"/>
            </p:custDataLst>
          </p:nvPr>
        </p:nvSpPr>
        <p:spPr>
          <a:xfrm rot="20159134">
            <a:off x="-440987" y="131322"/>
            <a:ext cx="3330103" cy="914400"/>
          </a:xfrm>
          <a:prstGeom prst="rect">
            <a:avLst/>
          </a:prstGeom>
        </p:spPr>
        <p:txBody>
          <a:bodyPr vert="horz" wrap="none" lIns="91440" tIns="45720" rIns="91440" bIns="45720" rtlCol="0">
            <a:noAutofit/>
          </a:bodyPr>
          <a:lstStyle/>
          <a:p>
            <a:pPr>
              <a:buClr>
                <a:schemeClr val="accent2"/>
              </a:buClr>
              <a:buSzPct val="125000"/>
            </a:pPr>
            <a:r>
              <a:rPr lang="fr-CA" sz="9600">
                <a:solidFill>
                  <a:schemeClr val="accent1">
                    <a:lumMod val="40000"/>
                    <a:lumOff val="60000"/>
                  </a:schemeClr>
                </a:solidFill>
                <a:latin typeface="Script MT Bold" panose="03040602040607080904" pitchFamily="66" charset="0"/>
                <a:cs typeface="Dreaming Outloud Script Pro" panose="03050502040304050704" pitchFamily="66" charset="0"/>
              </a:rPr>
              <a:t>objectifs</a:t>
            </a:r>
          </a:p>
        </p:txBody>
      </p:sp>
    </p:spTree>
    <p:extLst>
      <p:ext uri="{BB962C8B-B14F-4D97-AF65-F5344CB8AC3E}">
        <p14:creationId xmlns:p14="http://schemas.microsoft.com/office/powerpoint/2010/main" val="31036463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Page vide">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62443F0-DC2E-3B56-D5E8-926C32A777AE}"/>
              </a:ext>
            </a:extLst>
          </p:cNvPr>
          <p:cNvSpPr txBox="1"/>
          <p:nvPr userDrawn="1">
            <p:custDataLst>
              <p:tags r:id="rId1"/>
            </p:custDataLst>
          </p:nvPr>
        </p:nvSpPr>
        <p:spPr>
          <a:xfrm>
            <a:off x="-245807" y="6300024"/>
            <a:ext cx="12683615" cy="1219200"/>
          </a:xfrm>
          <a:prstGeom prst="rect">
            <a:avLst/>
          </a:prstGeom>
        </p:spPr>
        <p:txBody>
          <a:bodyPr vert="horz" wrap="none" lIns="121920" tIns="60960" rIns="121920" bIns="60960" rtlCol="0">
            <a:normAutofit/>
          </a:bodyPr>
          <a:lstStyle/>
          <a:p>
            <a:pPr marL="0" marR="0" lvl="0" indent="0" algn="ctr" defTabSz="1219170" rtl="0" eaLnBrk="1" fontAlgn="auto" latinLnBrk="0" hangingPunct="1">
              <a:lnSpc>
                <a:spcPct val="100000"/>
              </a:lnSpc>
              <a:spcBef>
                <a:spcPts val="0"/>
              </a:spcBef>
              <a:spcAft>
                <a:spcPts val="0"/>
              </a:spcAft>
              <a:buClr>
                <a:srgbClr val="00A9C6"/>
              </a:buClr>
              <a:buSzPct val="125000"/>
              <a:buFontTx/>
              <a:buNone/>
              <a:tabLst/>
              <a:defRPr/>
            </a:pPr>
            <a:r>
              <a:rPr kumimoji="0" lang="fr-CA" sz="5400" b="0" i="0" u="none" strike="noStrike" kern="1200" cap="none" spc="0" normalizeH="0" baseline="0" noProof="0">
                <a:ln>
                  <a:noFill/>
                </a:ln>
                <a:solidFill>
                  <a:schemeClr val="bg1">
                    <a:lumMod val="95000"/>
                  </a:schemeClr>
                </a:solidFill>
                <a:effectLst/>
                <a:uLnTx/>
                <a:uFillTx/>
                <a:latin typeface="Visby CF Bold" pitchFamily="50" charset="0"/>
                <a:ea typeface="+mn-ea"/>
                <a:cs typeface="+mn-cs"/>
              </a:rPr>
              <a:t>Mobiliser les technologies numériques</a:t>
            </a:r>
          </a:p>
        </p:txBody>
      </p:sp>
      <p:sp>
        <p:nvSpPr>
          <p:cNvPr id="3" name="Rectangle 2">
            <a:extLst>
              <a:ext uri="{FF2B5EF4-FFF2-40B4-BE49-F238E27FC236}">
                <a16:creationId xmlns:a16="http://schemas.microsoft.com/office/drawing/2014/main" id="{6BF38810-CD83-4A71-7D30-7FAC17F97E61}"/>
              </a:ext>
            </a:extLst>
          </p:cNvPr>
          <p:cNvSpPr/>
          <p:nvPr userDrawn="1">
            <p:custDataLst>
              <p:tags r:id="rId2"/>
            </p:custDataLst>
          </p:nvPr>
        </p:nvSpPr>
        <p:spPr>
          <a:xfrm>
            <a:off x="0" y="4634891"/>
            <a:ext cx="8760541" cy="720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 name="Rectangle 3">
            <a:extLst>
              <a:ext uri="{FF2B5EF4-FFF2-40B4-BE49-F238E27FC236}">
                <a16:creationId xmlns:a16="http://schemas.microsoft.com/office/drawing/2014/main" id="{7E4DDCA0-01DD-E3DC-723A-8EE932071EE2}"/>
              </a:ext>
            </a:extLst>
          </p:cNvPr>
          <p:cNvSpPr/>
          <p:nvPr userDrawn="1">
            <p:custDataLst>
              <p:tags r:id="rId3"/>
            </p:custDataLst>
          </p:nvPr>
        </p:nvSpPr>
        <p:spPr>
          <a:xfrm>
            <a:off x="8760541" y="4634891"/>
            <a:ext cx="720000" cy="720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fr-CA"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Titre 4">
            <a:extLst>
              <a:ext uri="{FF2B5EF4-FFF2-40B4-BE49-F238E27FC236}">
                <a16:creationId xmlns:a16="http://schemas.microsoft.com/office/drawing/2014/main" id="{CFC22666-9781-1D5E-6E14-F7A7F692FE82}"/>
              </a:ext>
            </a:extLst>
          </p:cNvPr>
          <p:cNvSpPr>
            <a:spLocks noGrp="1"/>
          </p:cNvSpPr>
          <p:nvPr>
            <p:ph type="title"/>
          </p:nvPr>
        </p:nvSpPr>
        <p:spPr>
          <a:xfrm>
            <a:off x="469428" y="984738"/>
            <a:ext cx="10915200" cy="1971634"/>
          </a:xfrm>
        </p:spPr>
        <p:txBody>
          <a:bodyPr/>
          <a:lstStyle>
            <a:lvl1pPr>
              <a:defRPr kumimoji="0" lang="fr-CA" sz="7200" b="0" i="0" u="none" strike="noStrike" kern="1200" cap="none" spc="0" normalizeH="0" baseline="0">
                <a:ln>
                  <a:noFill/>
                </a:ln>
                <a:solidFill>
                  <a:schemeClr val="accent2"/>
                </a:solidFill>
                <a:effectLst/>
                <a:uLnTx/>
                <a:uFillTx/>
                <a:latin typeface="Visby Slab CF Bold" panose="00000800000000000000" pitchFamily="50" charset="0"/>
                <a:ea typeface="+mn-ea"/>
                <a:cs typeface="+mn-cs"/>
              </a:defRPr>
            </a:lvl1pPr>
          </a:lstStyle>
          <a:p>
            <a:pPr marL="0" marR="0" lvl="0" indent="0" algn="l" defTabSz="1219170" rtl="0" eaLnBrk="1" fontAlgn="auto" latinLnBrk="0" hangingPunct="1">
              <a:lnSpc>
                <a:spcPct val="100000"/>
              </a:lnSpc>
              <a:spcBef>
                <a:spcPts val="0"/>
              </a:spcBef>
              <a:spcAft>
                <a:spcPts val="0"/>
              </a:spcAft>
              <a:buClr>
                <a:srgbClr val="00A9C6"/>
              </a:buClr>
              <a:buSzPct val="125000"/>
              <a:buFontTx/>
              <a:buNone/>
              <a:tabLst/>
              <a:defRPr/>
            </a:pPr>
            <a:r>
              <a:rPr lang="fr-FR"/>
              <a:t>Modifiez le style du titre</a:t>
            </a:r>
            <a:endParaRPr lang="fr-CA"/>
          </a:p>
        </p:txBody>
      </p:sp>
    </p:spTree>
    <p:extLst>
      <p:ext uri="{BB962C8B-B14F-4D97-AF65-F5344CB8AC3E}">
        <p14:creationId xmlns:p14="http://schemas.microsoft.com/office/powerpoint/2010/main" val="36036434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Heavy" panose="00000A00000000000000" pitchFamily="50" charset="0"/>
              </a:defRPr>
            </a:lvl1pPr>
          </a:lstStyle>
          <a:p>
            <a:r>
              <a:rPr lang="fr-FR"/>
              <a:t>Modifiez le style du titre</a:t>
            </a:r>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2026-09-29</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sp>
        <p:nvSpPr>
          <p:cNvPr id="11" name="Rectangle 10">
            <a:extLst>
              <a:ext uri="{FF2B5EF4-FFF2-40B4-BE49-F238E27FC236}">
                <a16:creationId xmlns:a16="http://schemas.microsoft.com/office/drawing/2014/main" id="{5298DF1A-E6D3-486E-8E29-D212F66F4115}"/>
              </a:ext>
            </a:extLst>
          </p:cNvPr>
          <p:cNvSpPr/>
          <p:nvPr userDrawn="1"/>
        </p:nvSpPr>
        <p:spPr>
          <a:xfrm>
            <a:off x="5677786" y="5349875"/>
            <a:ext cx="6514214" cy="1508125"/>
          </a:xfrm>
          <a:prstGeom prst="rect">
            <a:avLst/>
          </a:prstGeom>
          <a:solidFill>
            <a:srgbClr val="888B8D"/>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536862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1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Bold" panose="00000800000000000000" pitchFamily="50" charset="0"/>
              </a:defRPr>
            </a:lvl1pPr>
          </a:lstStyle>
          <a:p>
            <a:r>
              <a:rPr lang="fr-FR"/>
              <a:t>Modifiez le style du titre</a:t>
            </a:r>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2026-09-29</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spTree>
    <p:extLst>
      <p:ext uri="{BB962C8B-B14F-4D97-AF65-F5344CB8AC3E}">
        <p14:creationId xmlns:p14="http://schemas.microsoft.com/office/powerpoint/2010/main" val="11591041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2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203864"/>
                </a:solidFill>
                <a:latin typeface="Visby Slab CF Bold" panose="00000800000000000000" pitchFamily="50" charset="0"/>
              </a:defRPr>
            </a:lvl1pPr>
          </a:lstStyle>
          <a:p>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2026-09-29</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8449333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3_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95BECF-9B91-45B8-B4E7-71F25E612FA3}"/>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chemeClr val="accent4"/>
                </a:solidFill>
                <a:latin typeface="Visby Slab CF Bold" panose="00000800000000000000" pitchFamily="50" charset="0"/>
              </a:defRPr>
            </a:lvl1pPr>
          </a:lstStyle>
          <a:p>
            <a:endParaRPr lang="fr-CA"/>
          </a:p>
        </p:txBody>
      </p:sp>
      <p:sp>
        <p:nvSpPr>
          <p:cNvPr id="3" name="Sous-titre 2">
            <a:extLst>
              <a:ext uri="{FF2B5EF4-FFF2-40B4-BE49-F238E27FC236}">
                <a16:creationId xmlns:a16="http://schemas.microsoft.com/office/drawing/2014/main" id="{F449BEA6-82C1-4CA4-9D5F-B4C1E31064CA}"/>
              </a:ext>
            </a:extLst>
          </p:cNvPr>
          <p:cNvSpPr>
            <a:spLocks noGrp="1"/>
          </p:cNvSpPr>
          <p:nvPr>
            <p:ph type="subTitle" idx="1"/>
          </p:nvPr>
        </p:nvSpPr>
        <p:spPr>
          <a:xfrm>
            <a:off x="1524000" y="3602038"/>
            <a:ext cx="7208662" cy="1655762"/>
          </a:xfrm>
        </p:spPr>
        <p:txBody>
          <a:bodyPr/>
          <a:lstStyle>
            <a:lvl1pPr marL="0" indent="0" algn="l">
              <a:buNone/>
              <a:defRPr sz="2400">
                <a:latin typeface="Visby CF"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02ED4691-0A4D-434C-8BF0-365FF340AB46}"/>
              </a:ext>
            </a:extLst>
          </p:cNvPr>
          <p:cNvSpPr>
            <a:spLocks noGrp="1"/>
          </p:cNvSpPr>
          <p:nvPr>
            <p:ph type="dt" sz="half" idx="10"/>
          </p:nvPr>
        </p:nvSpPr>
        <p:spPr/>
        <p:txBody>
          <a:bodyPr/>
          <a:lstStyle/>
          <a:p>
            <a:fld id="{5711EE63-599B-4F40-876A-C3F41FADE508}" type="datetime1">
              <a:rPr lang="fr-CA" smtClean="0"/>
              <a:t>2026-09-29</a:t>
            </a:fld>
            <a:endParaRPr lang="fr-CA"/>
          </a:p>
        </p:txBody>
      </p:sp>
      <p:sp>
        <p:nvSpPr>
          <p:cNvPr id="5" name="Espace réservé du pied de page 4">
            <a:extLst>
              <a:ext uri="{FF2B5EF4-FFF2-40B4-BE49-F238E27FC236}">
                <a16:creationId xmlns:a16="http://schemas.microsoft.com/office/drawing/2014/main" id="{7C802B9F-6DBA-488F-84CF-568F926F959F}"/>
              </a:ext>
            </a:extLst>
          </p:cNvPr>
          <p:cNvSpPr>
            <a:spLocks noGrp="1"/>
          </p:cNvSpPr>
          <p:nvPr>
            <p:ph type="ftr" sz="quarter" idx="11"/>
          </p:nvPr>
        </p:nvSpPr>
        <p:spPr/>
        <p:txBody>
          <a:bodyPr/>
          <a:lstStyle/>
          <a:p>
            <a:endParaRPr lang="fr-CA"/>
          </a:p>
        </p:txBody>
      </p:sp>
      <p:pic>
        <p:nvPicPr>
          <p:cNvPr id="2050" name="Picture 2" descr="HEC Montréal | Ashoka U">
            <a:extLst>
              <a:ext uri="{FF2B5EF4-FFF2-40B4-BE49-F238E27FC236}">
                <a16:creationId xmlns:a16="http://schemas.microsoft.com/office/drawing/2014/main" id="{8F2C9BC7-3173-4890-BB81-F0353DD5EF4A}"/>
              </a:ext>
            </a:extLst>
          </p:cNvPr>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4360" t="13983" r="14477" b="14854"/>
          <a:stretch/>
        </p:blipFill>
        <p:spPr bwMode="auto">
          <a:xfrm>
            <a:off x="8732662" y="3878526"/>
            <a:ext cx="2986820" cy="298682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62C8A807-E98A-4582-B2A6-42B51C0E2655}"/>
              </a:ext>
            </a:extLst>
          </p:cNvPr>
          <p:cNvSpPr/>
          <p:nvPr userDrawn="1"/>
        </p:nvSpPr>
        <p:spPr>
          <a:xfrm>
            <a:off x="0" y="0"/>
            <a:ext cx="472518" cy="298682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4EDEF1BA-B4FB-ACFD-6A79-0E1CE0C8860E}"/>
              </a:ext>
            </a:extLst>
          </p:cNvPr>
          <p:cNvSpPr/>
          <p:nvPr userDrawn="1"/>
        </p:nvSpPr>
        <p:spPr>
          <a:xfrm>
            <a:off x="0" y="2725615"/>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585589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2026-09-29</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6"/>
                </a:solidFill>
                <a:latin typeface="Visby Slab CF Bold" panose="00000800000000000000" pitchFamily="50" charset="0"/>
              </a:rPr>
              <a:pPr algn="ctr"/>
              <a:t>‹N°›</a:t>
            </a:fld>
            <a:endParaRPr lang="fr-CA" sz="1400">
              <a:solidFill>
                <a:schemeClr val="accent6"/>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4460031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5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2026-09-29</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4"/>
                </a:solidFill>
                <a:latin typeface="Visby Slab CF Bold" panose="00000800000000000000" pitchFamily="50" charset="0"/>
              </a:rPr>
              <a:pPr algn="ctr"/>
              <a:t>‹N°›</a:t>
            </a:fld>
            <a:endParaRPr lang="fr-CA" sz="1400">
              <a:solidFill>
                <a:schemeClr val="accent4"/>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7436919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5_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Tree>
    <p:extLst>
      <p:ext uri="{BB962C8B-B14F-4D97-AF65-F5344CB8AC3E}">
        <p14:creationId xmlns:p14="http://schemas.microsoft.com/office/powerpoint/2010/main" val="8405046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8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4"/>
          </a:solidFill>
          <a:ln>
            <a:solidFill>
              <a:schemeClr val="accent4"/>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1594089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0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6"/>
          </a:solidFill>
          <a:ln>
            <a:solidFill>
              <a:schemeClr val="accent6"/>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9783309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9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3"/>
          </a:solidFill>
          <a:ln>
            <a:solidFill>
              <a:schemeClr val="accent3"/>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92785553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1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2"/>
          </a:solidFill>
          <a:ln>
            <a:solidFill>
              <a:schemeClr val="accent2"/>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5389375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3_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888022" y="0"/>
            <a:ext cx="11303977" cy="889920"/>
          </a:xfrm>
          <a:prstGeom prst="rect">
            <a:avLst/>
          </a:prstGeom>
          <a:solidFill>
            <a:schemeClr val="accent5"/>
          </a:solidFill>
          <a:ln>
            <a:solidFill>
              <a:schemeClr val="accent5"/>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3" name="Espace réservé du contenu 2"/>
          <p:cNvSpPr>
            <a:spLocks noGrp="1"/>
          </p:cNvSpPr>
          <p:nvPr>
            <p:ph idx="1"/>
          </p:nvPr>
        </p:nvSpPr>
        <p:spPr>
          <a:xfrm>
            <a:off x="224640" y="1017270"/>
            <a:ext cx="11767680" cy="5679922"/>
          </a:xfrm>
        </p:spPr>
        <p:txBody>
          <a:bodyPr/>
          <a:lstStyle>
            <a:lvl1pPr>
              <a:defRPr>
                <a:latin typeface="Visby CF Medium" pitchFamily="50" charset="0"/>
              </a:defRPr>
            </a:lvl1pPr>
            <a:lvl2pPr>
              <a:defRPr>
                <a:latin typeface="Visby CF Medium" pitchFamily="50" charset="0"/>
              </a:defRPr>
            </a:lvl2pPr>
            <a:lvl3pPr>
              <a:defRPr>
                <a:latin typeface="Visby CF Medium" pitchFamily="50" charset="0"/>
              </a:defRPr>
            </a:lvl3pPr>
            <a:lvl4pPr>
              <a:defRPr>
                <a:latin typeface="Visby CF Medium" pitchFamily="50" charset="0"/>
              </a:defRPr>
            </a:lvl4pPr>
            <a:lvl5pPr>
              <a:defRPr>
                <a:latin typeface="Visby CF Medium" pitchFamily="50" charset="0"/>
              </a:defRPr>
            </a:lvl5pPr>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4" name="Rectangle 3">
            <a:extLst>
              <a:ext uri="{FF2B5EF4-FFF2-40B4-BE49-F238E27FC236}">
                <a16:creationId xmlns:a16="http://schemas.microsoft.com/office/drawing/2014/main" id="{8E772C3C-7BC7-07FC-6A24-A8C15B74B5C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7682446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2_Titre et contenu">
    <p:spTree>
      <p:nvGrpSpPr>
        <p:cNvPr id="1" name=""/>
        <p:cNvGrpSpPr/>
        <p:nvPr/>
      </p:nvGrpSpPr>
      <p:grpSpPr>
        <a:xfrm>
          <a:off x="0" y="0"/>
          <a:ext cx="0" cy="0"/>
          <a:chOff x="0" y="0"/>
          <a:chExt cx="0" cy="0"/>
        </a:xfrm>
      </p:grpSpPr>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5" name="Rectangle 4">
            <a:extLst>
              <a:ext uri="{FF2B5EF4-FFF2-40B4-BE49-F238E27FC236}">
                <a16:creationId xmlns:a16="http://schemas.microsoft.com/office/drawing/2014/main" id="{91598EAB-A240-EB77-7D97-E2AAED96ECA1}"/>
              </a:ext>
            </a:extLst>
          </p:cNvPr>
          <p:cNvSpPr/>
          <p:nvPr userDrawn="1"/>
        </p:nvSpPr>
        <p:spPr>
          <a:xfrm rot="5400000">
            <a:off x="10462333" y="5119540"/>
            <a:ext cx="472518" cy="298682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BC7794EF-2032-F1DC-2B6D-82457CDBCD05}"/>
              </a:ext>
            </a:extLst>
          </p:cNvPr>
          <p:cNvSpPr/>
          <p:nvPr userDrawn="1"/>
        </p:nvSpPr>
        <p:spPr>
          <a:xfrm rot="5400000">
            <a:off x="8994328" y="6377150"/>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Titre 1">
            <a:extLst>
              <a:ext uri="{FF2B5EF4-FFF2-40B4-BE49-F238E27FC236}">
                <a16:creationId xmlns:a16="http://schemas.microsoft.com/office/drawing/2014/main" id="{A8EE9A53-C187-19EC-7879-455208C1C933}"/>
              </a:ext>
            </a:extLst>
          </p:cNvPr>
          <p:cNvSpPr>
            <a:spLocks noGrp="1"/>
          </p:cNvSpPr>
          <p:nvPr>
            <p:ph type="title" hasCustomPrompt="1"/>
          </p:nvPr>
        </p:nvSpPr>
        <p:spPr>
          <a:xfrm>
            <a:off x="888022" y="0"/>
            <a:ext cx="11303977" cy="889920"/>
          </a:xfrm>
          <a:prstGeom prst="rect">
            <a:avLst/>
          </a:prstGeom>
          <a:noFill/>
          <a:ln>
            <a:noFill/>
          </a:ln>
        </p:spPr>
        <p:txBody>
          <a:bodyPr>
            <a:normAutofit/>
          </a:bodyPr>
          <a:lstStyle>
            <a:lvl1pPr>
              <a:tabLst>
                <a:tab pos="320040" algn="l"/>
              </a:tabLst>
              <a:defRPr lang="fr-CA" sz="3200" kern="1200" noProof="0">
                <a:solidFill>
                  <a:schemeClr val="tx2"/>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Tree>
    <p:extLst>
      <p:ext uri="{BB962C8B-B14F-4D97-AF65-F5344CB8AC3E}">
        <p14:creationId xmlns:p14="http://schemas.microsoft.com/office/powerpoint/2010/main" val="12916944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4_Titre et contenu">
    <p:spTree>
      <p:nvGrpSpPr>
        <p:cNvPr id="1" name=""/>
        <p:cNvGrpSpPr/>
        <p:nvPr/>
      </p:nvGrpSpPr>
      <p:grpSpPr>
        <a:xfrm>
          <a:off x="0" y="0"/>
          <a:ext cx="0" cy="0"/>
          <a:chOff x="0" y="0"/>
          <a:chExt cx="0" cy="0"/>
        </a:xfrm>
      </p:grpSpPr>
      <p:sp>
        <p:nvSpPr>
          <p:cNvPr id="7" name="TextBox 6"/>
          <p:cNvSpPr txBox="1"/>
          <p:nvPr/>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9" name="TextBox 6"/>
          <p:cNvSpPr txBox="1"/>
          <p:nvPr userDrawn="1"/>
        </p:nvSpPr>
        <p:spPr>
          <a:xfrm>
            <a:off x="461434" y="5718810"/>
            <a:ext cx="1219200" cy="1097280"/>
          </a:xfrm>
          <a:prstGeom prst="rect">
            <a:avLst/>
          </a:prstGeom>
        </p:spPr>
        <p:txBody>
          <a:bodyPr vert="horz" wrap="none" lIns="121920" tIns="60960" rIns="121920" bIns="60960" rtlCol="0">
            <a:normAutofit/>
          </a:bodyPr>
          <a:lstStyle/>
          <a:p>
            <a:pPr marL="206398" indent="-206398">
              <a:buClr>
                <a:schemeClr val="accent2"/>
              </a:buClr>
              <a:buSzPct val="125000"/>
              <a:buFont typeface="Arial" panose="020B0604020202020204" pitchFamily="34" charset="0"/>
              <a:buChar char="•"/>
            </a:pPr>
            <a:endParaRPr lang="fr-CA" sz="2227" noProof="0"/>
          </a:p>
        </p:txBody>
      </p:sp>
      <p:sp>
        <p:nvSpPr>
          <p:cNvPr id="5" name="Rectangle 4">
            <a:extLst>
              <a:ext uri="{FF2B5EF4-FFF2-40B4-BE49-F238E27FC236}">
                <a16:creationId xmlns:a16="http://schemas.microsoft.com/office/drawing/2014/main" id="{91598EAB-A240-EB77-7D97-E2AAED96ECA1}"/>
              </a:ext>
            </a:extLst>
          </p:cNvPr>
          <p:cNvSpPr/>
          <p:nvPr userDrawn="1"/>
        </p:nvSpPr>
        <p:spPr>
          <a:xfrm rot="5400000">
            <a:off x="10462333" y="5119540"/>
            <a:ext cx="472518" cy="298682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a:extLst>
              <a:ext uri="{FF2B5EF4-FFF2-40B4-BE49-F238E27FC236}">
                <a16:creationId xmlns:a16="http://schemas.microsoft.com/office/drawing/2014/main" id="{BC7794EF-2032-F1DC-2B6D-82457CDBCD05}"/>
              </a:ext>
            </a:extLst>
          </p:cNvPr>
          <p:cNvSpPr/>
          <p:nvPr userDrawn="1"/>
        </p:nvSpPr>
        <p:spPr>
          <a:xfrm rot="5400000">
            <a:off x="8994328" y="6377150"/>
            <a:ext cx="472518" cy="4716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Titre 1">
            <a:extLst>
              <a:ext uri="{FF2B5EF4-FFF2-40B4-BE49-F238E27FC236}">
                <a16:creationId xmlns:a16="http://schemas.microsoft.com/office/drawing/2014/main" id="{A8EE9A53-C187-19EC-7879-455208C1C933}"/>
              </a:ext>
            </a:extLst>
          </p:cNvPr>
          <p:cNvSpPr>
            <a:spLocks noGrp="1"/>
          </p:cNvSpPr>
          <p:nvPr>
            <p:ph type="title" hasCustomPrompt="1"/>
          </p:nvPr>
        </p:nvSpPr>
        <p:spPr>
          <a:xfrm>
            <a:off x="888022" y="0"/>
            <a:ext cx="11303977" cy="889920"/>
          </a:xfrm>
          <a:prstGeom prst="rect">
            <a:avLst/>
          </a:prstGeom>
          <a:noFill/>
          <a:ln>
            <a:noFill/>
          </a:ln>
        </p:spPr>
        <p:txBody>
          <a:bodyPr>
            <a:normAutofit/>
          </a:bodyPr>
          <a:lstStyle>
            <a:lvl1pPr>
              <a:tabLst>
                <a:tab pos="320040" algn="l"/>
              </a:tabLst>
              <a:defRPr lang="fr-CA" sz="3200" kern="1200" noProof="0">
                <a:solidFill>
                  <a:schemeClr val="accent4"/>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Tree>
    <p:extLst>
      <p:ext uri="{BB962C8B-B14F-4D97-AF65-F5344CB8AC3E}">
        <p14:creationId xmlns:p14="http://schemas.microsoft.com/office/powerpoint/2010/main" val="15007125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7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2026-09-29</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4"/>
                </a:solidFill>
                <a:latin typeface="Visby Slab CF Bold" panose="00000800000000000000" pitchFamily="50" charset="0"/>
              </a:rPr>
              <a:pPr algn="ctr"/>
              <a:t>‹N°›</a:t>
            </a:fld>
            <a:endParaRPr lang="fr-CA" sz="1400">
              <a:solidFill>
                <a:schemeClr val="accent4"/>
              </a:solidFill>
              <a:latin typeface="Visby Slab CF Bold" panose="00000800000000000000" pitchFamily="50" charset="0"/>
            </a:endParaRPr>
          </a:p>
        </p:txBody>
      </p:sp>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9282006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3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a:xfrm>
            <a:off x="838200" y="1825625"/>
            <a:ext cx="5492262" cy="4351338"/>
          </a:xfrm>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2026-09-29</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
        <p:nvSpPr>
          <p:cNvPr id="7" name="Rectangle 6">
            <a:extLst>
              <a:ext uri="{FF2B5EF4-FFF2-40B4-BE49-F238E27FC236}">
                <a16:creationId xmlns:a16="http://schemas.microsoft.com/office/drawing/2014/main" id="{4AED1FFB-4E60-EE52-12A7-B696E9EEBB39}"/>
              </a:ext>
            </a:extLst>
          </p:cNvPr>
          <p:cNvSpPr/>
          <p:nvPr userDrawn="1"/>
        </p:nvSpPr>
        <p:spPr>
          <a:xfrm>
            <a:off x="838200" y="1709553"/>
            <a:ext cx="5492262" cy="11607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a:extLst>
              <a:ext uri="{FF2B5EF4-FFF2-40B4-BE49-F238E27FC236}">
                <a16:creationId xmlns:a16="http://schemas.microsoft.com/office/drawing/2014/main" id="{0B83D631-88E3-FF4E-2562-9CA27B86EC6F}"/>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0730664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6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a:xfrm>
            <a:off x="838200" y="1825625"/>
            <a:ext cx="5492262" cy="4351338"/>
          </a:xfrm>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2026-09-29</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
        <p:nvSpPr>
          <p:cNvPr id="7" name="Rectangle 6">
            <a:extLst>
              <a:ext uri="{FF2B5EF4-FFF2-40B4-BE49-F238E27FC236}">
                <a16:creationId xmlns:a16="http://schemas.microsoft.com/office/drawing/2014/main" id="{4AED1FFB-4E60-EE52-12A7-B696E9EEBB39}"/>
              </a:ext>
            </a:extLst>
          </p:cNvPr>
          <p:cNvSpPr/>
          <p:nvPr userDrawn="1"/>
        </p:nvSpPr>
        <p:spPr>
          <a:xfrm>
            <a:off x="838200" y="1709553"/>
            <a:ext cx="5492262" cy="11607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a:extLst>
              <a:ext uri="{FF2B5EF4-FFF2-40B4-BE49-F238E27FC236}">
                <a16:creationId xmlns:a16="http://schemas.microsoft.com/office/drawing/2014/main" id="{0B83D631-88E3-FF4E-2562-9CA27B86EC6F}"/>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47351807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Visby CF" pitchFamily="50" charset="0"/>
              </a:rPr>
              <a:pPr algn="ctr"/>
              <a:t>‹N°›</a:t>
            </a:fld>
            <a:endParaRPr lang="fr-CA" sz="1200">
              <a:solidFill>
                <a:srgbClr val="003C71"/>
              </a:solidFill>
              <a:latin typeface="Visby CF" pitchFamily="50" charset="0"/>
            </a:endParaRPr>
          </a:p>
        </p:txBody>
      </p:sp>
      <p:sp>
        <p:nvSpPr>
          <p:cNvPr id="7" name="Rectangle 6">
            <a:extLst>
              <a:ext uri="{FF2B5EF4-FFF2-40B4-BE49-F238E27FC236}">
                <a16:creationId xmlns:a16="http://schemas.microsoft.com/office/drawing/2014/main" id="{C659D36B-EA26-D450-5622-4C9069AAC298}"/>
              </a:ext>
            </a:extLst>
          </p:cNvPr>
          <p:cNvSpPr/>
          <p:nvPr userDrawn="1"/>
        </p:nvSpPr>
        <p:spPr>
          <a:xfrm rot="5400000">
            <a:off x="10462333" y="5119540"/>
            <a:ext cx="472518" cy="298682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B4BBD810-0277-793C-EA97-93FAC7EB8040}"/>
              </a:ext>
            </a:extLst>
          </p:cNvPr>
          <p:cNvSpPr/>
          <p:nvPr userDrawn="1"/>
        </p:nvSpPr>
        <p:spPr>
          <a:xfrm rot="5400000">
            <a:off x="8994328" y="6377150"/>
            <a:ext cx="472518" cy="4716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273726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2026-09-29</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b="0" smtClean="0">
                <a:solidFill>
                  <a:schemeClr val="accent2"/>
                </a:solidFill>
                <a:latin typeface="Visby Slab CF Bold" panose="00000800000000000000" pitchFamily="50" charset="0"/>
              </a:rPr>
              <a:pPr algn="ctr"/>
              <a:t>‹N°›</a:t>
            </a:fld>
            <a:endParaRPr lang="fr-CA" sz="1200" b="0">
              <a:solidFill>
                <a:schemeClr val="accent2"/>
              </a:solidFill>
              <a:latin typeface="Visby Slab CF Bold" panose="00000800000000000000" pitchFamily="50" charset="0"/>
            </a:endParaRPr>
          </a:p>
        </p:txBody>
      </p:sp>
      <p:grpSp>
        <p:nvGrpSpPr>
          <p:cNvPr id="14" name="Groupe 13">
            <a:extLst>
              <a:ext uri="{FF2B5EF4-FFF2-40B4-BE49-F238E27FC236}">
                <a16:creationId xmlns:a16="http://schemas.microsoft.com/office/drawing/2014/main" id="{91D0E067-7F7F-2D6B-48CC-ECADEEA552C9}"/>
              </a:ext>
            </a:extLst>
          </p:cNvPr>
          <p:cNvGrpSpPr/>
          <p:nvPr userDrawn="1"/>
        </p:nvGrpSpPr>
        <p:grpSpPr>
          <a:xfrm>
            <a:off x="838200" y="1709553"/>
            <a:ext cx="10533184" cy="108000"/>
            <a:chOff x="838200" y="1709553"/>
            <a:chExt cx="10533184" cy="108000"/>
          </a:xfrm>
        </p:grpSpPr>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19842653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4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185EE1-A7BF-4AD5-BC17-F265808F8CAE}"/>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ADAABD6A-C539-4986-8D7A-CD2C406F6682}"/>
              </a:ext>
            </a:extLst>
          </p:cNvPr>
          <p:cNvSpPr>
            <a:spLocks noGrp="1"/>
          </p:cNvSpPr>
          <p:nvPr>
            <p:ph idx="1"/>
          </p:nvPr>
        </p:nvSpPr>
        <p:spPr/>
        <p:txBody>
          <a:bodyPr anchor="ctr">
            <a:normAutofit/>
          </a:bodyPr>
          <a:lstStyle>
            <a:lvl1pPr marL="228600" indent="-228600">
              <a:buClr>
                <a:srgbClr val="888B8D"/>
              </a:buClr>
              <a:buFont typeface="Wingdings" panose="05000000000000000000" pitchFamily="2" charset="2"/>
              <a:buChar char="§"/>
              <a:defRPr sz="2800">
                <a:solidFill>
                  <a:schemeClr val="bg2">
                    <a:lumMod val="25000"/>
                  </a:schemeClr>
                </a:solidFill>
                <a:latin typeface="Visby CF" pitchFamily="50" charset="0"/>
              </a:defRPr>
            </a:lvl1pPr>
            <a:lvl2pPr marL="685800" indent="-228600">
              <a:buClr>
                <a:srgbClr val="888B8D"/>
              </a:buClr>
              <a:buFont typeface="Wingdings" panose="05000000000000000000" pitchFamily="2" charset="2"/>
              <a:buChar char="§"/>
              <a:defRPr sz="2400">
                <a:solidFill>
                  <a:schemeClr val="bg2">
                    <a:lumMod val="25000"/>
                  </a:schemeClr>
                </a:solidFill>
                <a:latin typeface="Visby CF" pitchFamily="50" charset="0"/>
              </a:defRPr>
            </a:lvl2pPr>
            <a:lvl3pPr marL="1143000" indent="-228600">
              <a:buClr>
                <a:srgbClr val="888B8D"/>
              </a:buClr>
              <a:buFont typeface="Wingdings" panose="05000000000000000000" pitchFamily="2" charset="2"/>
              <a:buChar char="§"/>
              <a:defRPr sz="2000">
                <a:solidFill>
                  <a:schemeClr val="bg2">
                    <a:lumMod val="25000"/>
                  </a:schemeClr>
                </a:solidFill>
                <a:latin typeface="Visby CF" pitchFamily="50" charset="0"/>
              </a:defRPr>
            </a:lvl3pPr>
            <a:lvl4pPr marL="1600200" indent="-228600">
              <a:buClr>
                <a:srgbClr val="888B8D"/>
              </a:buClr>
              <a:buFont typeface="Wingdings" panose="05000000000000000000" pitchFamily="2" charset="2"/>
              <a:buChar char="§"/>
              <a:defRPr sz="1800">
                <a:solidFill>
                  <a:schemeClr val="bg2">
                    <a:lumMod val="25000"/>
                  </a:schemeClr>
                </a:solidFill>
                <a:latin typeface="Visby CF" pitchFamily="50" charset="0"/>
              </a:defRPr>
            </a:lvl4pPr>
            <a:lvl5pPr marL="2057400" indent="-228600">
              <a:buClr>
                <a:srgbClr val="888B8D"/>
              </a:buClr>
              <a:buFont typeface="Wingdings" panose="05000000000000000000" pitchFamily="2" charset="2"/>
              <a:buChar char="§"/>
              <a:defRPr sz="1800">
                <a:solidFill>
                  <a:schemeClr val="bg2">
                    <a:lumMod val="25000"/>
                  </a:schemeClr>
                </a:solidFill>
                <a:latin typeface="Visby CF" pitchFamily="50" charset="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934BDF9-CB23-494B-B363-9E25B36D0431}"/>
              </a:ext>
            </a:extLst>
          </p:cNvPr>
          <p:cNvSpPr>
            <a:spLocks noGrp="1"/>
          </p:cNvSpPr>
          <p:nvPr>
            <p:ph type="dt" sz="half" idx="10"/>
          </p:nvPr>
        </p:nvSpPr>
        <p:spPr/>
        <p:txBody>
          <a:bodyPr/>
          <a:lstStyle/>
          <a:p>
            <a:fld id="{E6DC9F17-3A02-44C2-9C14-398C33D5EF03}" type="datetime1">
              <a:rPr lang="fr-CA" smtClean="0"/>
              <a:t>2026-09-29</a:t>
            </a:fld>
            <a:endParaRPr lang="fr-CA"/>
          </a:p>
        </p:txBody>
      </p:sp>
      <p:sp>
        <p:nvSpPr>
          <p:cNvPr id="5" name="Espace réservé du pied de page 4">
            <a:extLst>
              <a:ext uri="{FF2B5EF4-FFF2-40B4-BE49-F238E27FC236}">
                <a16:creationId xmlns:a16="http://schemas.microsoft.com/office/drawing/2014/main" id="{93A02F70-0106-4D01-94E1-DB447CF4513C}"/>
              </a:ext>
            </a:extLst>
          </p:cNvPr>
          <p:cNvSpPr>
            <a:spLocks noGrp="1"/>
          </p:cNvSpPr>
          <p:nvPr>
            <p:ph type="ftr" sz="quarter" idx="11"/>
          </p:nvPr>
        </p:nvSpPr>
        <p:spPr/>
        <p:txBody>
          <a:bodyPr/>
          <a:lstStyle/>
          <a:p>
            <a:endParaRPr lang="fr-CA"/>
          </a:p>
        </p:txBody>
      </p:sp>
      <p:pic>
        <p:nvPicPr>
          <p:cNvPr id="9" name="Image 8">
            <a:extLst>
              <a:ext uri="{FF2B5EF4-FFF2-40B4-BE49-F238E27FC236}">
                <a16:creationId xmlns:a16="http://schemas.microsoft.com/office/drawing/2014/main" id="{B8E416A0-68C3-4BA8-B81F-3419DBBCB504}"/>
              </a:ext>
            </a:extLst>
          </p:cNvPr>
          <p:cNvPicPr>
            <a:picLocks noChangeAspect="1"/>
          </p:cNvPicPr>
          <p:nvPr userDrawn="1"/>
        </p:nvPicPr>
        <p:blipFill rotWithShape="1">
          <a:blip r:embed="rId2"/>
          <a:srcRect t="2472" r="1427"/>
          <a:stretch/>
        </p:blipFill>
        <p:spPr>
          <a:xfrm>
            <a:off x="11383031" y="6061296"/>
            <a:ext cx="654974" cy="657227"/>
          </a:xfrm>
          <a:prstGeom prst="rect">
            <a:avLst/>
          </a:prstGeom>
        </p:spPr>
      </p:pic>
      <p:sp>
        <p:nvSpPr>
          <p:cNvPr id="10" name="Espace réservé du numéro de diapositive 5">
            <a:extLst>
              <a:ext uri="{FF2B5EF4-FFF2-40B4-BE49-F238E27FC236}">
                <a16:creationId xmlns:a16="http://schemas.microsoft.com/office/drawing/2014/main" id="{DC0AD9BE-B0C3-435D-BC3E-4521EBEEF9C7}"/>
              </a:ext>
            </a:extLst>
          </p:cNvPr>
          <p:cNvSpPr txBox="1">
            <a:spLocks/>
          </p:cNvSpPr>
          <p:nvPr userDrawn="1"/>
        </p:nvSpPr>
        <p:spPr>
          <a:xfrm>
            <a:off x="10899211" y="6455575"/>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b="0" smtClean="0">
                <a:solidFill>
                  <a:schemeClr val="accent2"/>
                </a:solidFill>
                <a:latin typeface="Visby Slab CF Bold" panose="00000800000000000000" pitchFamily="50" charset="0"/>
              </a:rPr>
              <a:pPr algn="ctr"/>
              <a:t>‹N°›</a:t>
            </a:fld>
            <a:endParaRPr lang="fr-CA" sz="1200" b="0">
              <a:solidFill>
                <a:schemeClr val="accent2"/>
              </a:solidFill>
              <a:latin typeface="Visby Slab CF Bold" panose="00000800000000000000" pitchFamily="50" charset="0"/>
            </a:endParaRPr>
          </a:p>
        </p:txBody>
      </p:sp>
      <p:grpSp>
        <p:nvGrpSpPr>
          <p:cNvPr id="14" name="Groupe 13">
            <a:extLst>
              <a:ext uri="{FF2B5EF4-FFF2-40B4-BE49-F238E27FC236}">
                <a16:creationId xmlns:a16="http://schemas.microsoft.com/office/drawing/2014/main" id="{91D0E067-7F7F-2D6B-48CC-ECADEEA552C9}"/>
              </a:ext>
            </a:extLst>
          </p:cNvPr>
          <p:cNvGrpSpPr/>
          <p:nvPr userDrawn="1"/>
        </p:nvGrpSpPr>
        <p:grpSpPr>
          <a:xfrm>
            <a:off x="838200" y="1709553"/>
            <a:ext cx="10533184" cy="108000"/>
            <a:chOff x="838200" y="1709553"/>
            <a:chExt cx="10533184" cy="108000"/>
          </a:xfrm>
        </p:grpSpPr>
        <p:sp>
          <p:nvSpPr>
            <p:cNvPr id="12" name="Rectangle 11">
              <a:extLst>
                <a:ext uri="{FF2B5EF4-FFF2-40B4-BE49-F238E27FC236}">
                  <a16:creationId xmlns:a16="http://schemas.microsoft.com/office/drawing/2014/main" id="{E56567A4-6355-BD3C-4037-FBD5088829F8}"/>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3" name="Rectangle 12">
              <a:extLst>
                <a:ext uri="{FF2B5EF4-FFF2-40B4-BE49-F238E27FC236}">
                  <a16:creationId xmlns:a16="http://schemas.microsoft.com/office/drawing/2014/main" id="{4FD178C0-E3DD-03F4-E12B-9D8A2DEA6913}"/>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305011957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EBDD9D57-9370-83B4-9116-276A686DC0E2}"/>
              </a:ext>
            </a:extLst>
          </p:cNvPr>
          <p:cNvGrpSpPr/>
          <p:nvPr userDrawn="1"/>
        </p:nvGrpSpPr>
        <p:grpSpPr>
          <a:xfrm>
            <a:off x="831850" y="3686829"/>
            <a:ext cx="10521950" cy="900001"/>
            <a:chOff x="831850" y="3686829"/>
            <a:chExt cx="10521950" cy="900001"/>
          </a:xfrm>
        </p:grpSpPr>
        <p:sp>
          <p:nvSpPr>
            <p:cNvPr id="10" name="Rectangle 9">
              <a:extLst>
                <a:ext uri="{FF2B5EF4-FFF2-40B4-BE49-F238E27FC236}">
                  <a16:creationId xmlns:a16="http://schemas.microsoft.com/office/drawing/2014/main" id="{23DAD92D-B154-D982-F8D5-1C42DEFAC34E}"/>
                </a:ext>
              </a:extLst>
            </p:cNvPr>
            <p:cNvSpPr/>
            <p:nvPr userDrawn="1"/>
          </p:nvSpPr>
          <p:spPr>
            <a:xfrm rot="5400000">
              <a:off x="5642825" y="-1124146"/>
              <a:ext cx="900000" cy="1052195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71BA741F-8330-9175-BB85-E6E8D878CB1F}"/>
                </a:ext>
              </a:extLst>
            </p:cNvPr>
            <p:cNvSpPr/>
            <p:nvPr userDrawn="1"/>
          </p:nvSpPr>
          <p:spPr>
            <a:xfrm rot="5400000">
              <a:off x="834502" y="3686830"/>
              <a:ext cx="900000" cy="900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2" name="Titre 1">
            <a:extLst>
              <a:ext uri="{FF2B5EF4-FFF2-40B4-BE49-F238E27FC236}">
                <a16:creationId xmlns:a16="http://schemas.microsoft.com/office/drawing/2014/main" id="{AEBDF881-2B87-4A64-9F9F-77C401AA7986}"/>
              </a:ext>
            </a:extLst>
          </p:cNvPr>
          <p:cNvSpPr>
            <a:spLocks noGrp="1"/>
          </p:cNvSpPr>
          <p:nvPr>
            <p:ph type="title"/>
          </p:nvPr>
        </p:nvSpPr>
        <p:spPr>
          <a:xfrm>
            <a:off x="1734502" y="1709738"/>
            <a:ext cx="9612948" cy="2852737"/>
          </a:xfrm>
          <a:prstGeom prst="rect">
            <a:avLst/>
          </a:prstGeom>
        </p:spPr>
        <p:txBody>
          <a:bodyPr anchor="b">
            <a:normAutofit/>
          </a:bodyPr>
          <a:lstStyle>
            <a:lvl1pPr>
              <a:defRPr sz="4800">
                <a:solidFill>
                  <a:schemeClr val="bg1"/>
                </a:solidFill>
                <a:latin typeface="Visby CF" pitchFamily="50" charset="0"/>
              </a:defRPr>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80367424-D776-493C-987D-ECE5A1EE120C}"/>
              </a:ext>
            </a:extLst>
          </p:cNvPr>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Visby Slab CF Bold" panose="00000800000000000000" pitchFamily="50"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B1EB46-6A6F-4051-916B-173FABD96FDE}"/>
              </a:ext>
            </a:extLst>
          </p:cNvPr>
          <p:cNvSpPr>
            <a:spLocks noGrp="1"/>
          </p:cNvSpPr>
          <p:nvPr>
            <p:ph type="dt" sz="half" idx="10"/>
          </p:nvPr>
        </p:nvSpPr>
        <p:spPr/>
        <p:txBody>
          <a:bodyPr/>
          <a:lstStyle/>
          <a:p>
            <a:fld id="{C3FA3F56-1CBF-4B71-BCF0-9D49C229BC9E}" type="datetime1">
              <a:rPr lang="fr-CA" smtClean="0"/>
              <a:t>2026-09-29</a:t>
            </a:fld>
            <a:endParaRPr lang="fr-CA"/>
          </a:p>
        </p:txBody>
      </p:sp>
      <p:sp>
        <p:nvSpPr>
          <p:cNvPr id="5" name="Espace réservé du pied de page 4">
            <a:extLst>
              <a:ext uri="{FF2B5EF4-FFF2-40B4-BE49-F238E27FC236}">
                <a16:creationId xmlns:a16="http://schemas.microsoft.com/office/drawing/2014/main" id="{D045C6CD-773E-49C9-9C0F-00A841E4914D}"/>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C6AFFE51-28AD-499E-9A51-17A8F9ED76B1}"/>
              </a:ext>
            </a:extLst>
          </p:cNvPr>
          <p:cNvSpPr>
            <a:spLocks noGrp="1"/>
          </p:cNvSpPr>
          <p:nvPr>
            <p:ph type="sldNum" sz="quarter" idx="12"/>
          </p:nvPr>
        </p:nvSpPr>
        <p:spPr/>
        <p:txBody>
          <a:bodyPr/>
          <a:lstStyle/>
          <a:p>
            <a:fld id="{4162AF1F-2696-4F34-A7F3-E326E3C5B51E}" type="slidenum">
              <a:rPr lang="fr-CA" smtClean="0"/>
              <a:t>‹N°›</a:t>
            </a:fld>
            <a:endParaRPr lang="fr-CA"/>
          </a:p>
        </p:txBody>
      </p:sp>
      <p:pic>
        <p:nvPicPr>
          <p:cNvPr id="8" name="Image 7">
            <a:extLst>
              <a:ext uri="{FF2B5EF4-FFF2-40B4-BE49-F238E27FC236}">
                <a16:creationId xmlns:a16="http://schemas.microsoft.com/office/drawing/2014/main" id="{92A690AD-01A7-4AED-9076-FBB008D79BA2}"/>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F88E85E2-9F61-4B62-80C6-8FE9ECE2F8C9}"/>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13387158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1_Titre de section">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E322D8C5-A4B1-D227-6B9A-DD26950FB037}"/>
              </a:ext>
            </a:extLst>
          </p:cNvPr>
          <p:cNvGrpSpPr/>
          <p:nvPr userDrawn="1"/>
        </p:nvGrpSpPr>
        <p:grpSpPr>
          <a:xfrm>
            <a:off x="831850" y="2410691"/>
            <a:ext cx="7478137" cy="900001"/>
            <a:chOff x="831850" y="2410691"/>
            <a:chExt cx="7478137" cy="900001"/>
          </a:xfrm>
        </p:grpSpPr>
        <p:sp>
          <p:nvSpPr>
            <p:cNvPr id="10" name="Rectangle 9">
              <a:extLst>
                <a:ext uri="{FF2B5EF4-FFF2-40B4-BE49-F238E27FC236}">
                  <a16:creationId xmlns:a16="http://schemas.microsoft.com/office/drawing/2014/main" id="{23DAD92D-B154-D982-F8D5-1C42DEFAC34E}"/>
                </a:ext>
              </a:extLst>
            </p:cNvPr>
            <p:cNvSpPr/>
            <p:nvPr userDrawn="1"/>
          </p:nvSpPr>
          <p:spPr>
            <a:xfrm rot="5400000">
              <a:off x="4120919" y="-878378"/>
              <a:ext cx="900000" cy="747813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71BA741F-8330-9175-BB85-E6E8D878CB1F}"/>
                </a:ext>
              </a:extLst>
            </p:cNvPr>
            <p:cNvSpPr/>
            <p:nvPr userDrawn="1"/>
          </p:nvSpPr>
          <p:spPr>
            <a:xfrm rot="5400000">
              <a:off x="834502" y="2410692"/>
              <a:ext cx="900000" cy="900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2" name="Titre 1">
            <a:extLst>
              <a:ext uri="{FF2B5EF4-FFF2-40B4-BE49-F238E27FC236}">
                <a16:creationId xmlns:a16="http://schemas.microsoft.com/office/drawing/2014/main" id="{AEBDF881-2B87-4A64-9F9F-77C401AA7986}"/>
              </a:ext>
            </a:extLst>
          </p:cNvPr>
          <p:cNvSpPr>
            <a:spLocks noGrp="1"/>
          </p:cNvSpPr>
          <p:nvPr userDrawn="1">
            <p:ph type="title" hasCustomPrompt="1"/>
          </p:nvPr>
        </p:nvSpPr>
        <p:spPr>
          <a:xfrm>
            <a:off x="1734502" y="433600"/>
            <a:ext cx="6575485" cy="2852737"/>
          </a:xfrm>
          <a:prstGeom prst="rect">
            <a:avLst/>
          </a:prstGeom>
        </p:spPr>
        <p:txBody>
          <a:bodyPr anchor="b">
            <a:normAutofit/>
          </a:bodyPr>
          <a:lstStyle>
            <a:lvl1pPr marL="180975" indent="0">
              <a:defRPr sz="4800">
                <a:solidFill>
                  <a:schemeClr val="bg1"/>
                </a:solidFill>
                <a:latin typeface="Visby CF" pitchFamily="50" charset="0"/>
              </a:defRPr>
            </a:lvl1pPr>
          </a:lstStyle>
          <a:p>
            <a:r>
              <a:rPr lang="fr-FR"/>
              <a:t>Modifiezle style du titre</a:t>
            </a:r>
            <a:endParaRPr lang="fr-CA"/>
          </a:p>
        </p:txBody>
      </p:sp>
      <p:sp>
        <p:nvSpPr>
          <p:cNvPr id="3" name="Espace réservé du texte 2">
            <a:extLst>
              <a:ext uri="{FF2B5EF4-FFF2-40B4-BE49-F238E27FC236}">
                <a16:creationId xmlns:a16="http://schemas.microsoft.com/office/drawing/2014/main" id="{80367424-D776-493C-987D-ECE5A1EE120C}"/>
              </a:ext>
            </a:extLst>
          </p:cNvPr>
          <p:cNvSpPr>
            <a:spLocks noGrp="1"/>
          </p:cNvSpPr>
          <p:nvPr userDrawn="1">
            <p:ph type="body" idx="1"/>
          </p:nvPr>
        </p:nvSpPr>
        <p:spPr>
          <a:xfrm>
            <a:off x="831850" y="3313325"/>
            <a:ext cx="7478137" cy="2775976"/>
          </a:xfrm>
        </p:spPr>
        <p:txBody>
          <a:bodyPr/>
          <a:lstStyle>
            <a:lvl1pPr marL="0" indent="0">
              <a:buNone/>
              <a:defRPr sz="2400">
                <a:solidFill>
                  <a:schemeClr val="bg2">
                    <a:lumMod val="25000"/>
                  </a:schemeClr>
                </a:solidFill>
                <a:latin typeface="Visby Slab CF Bold" panose="00000800000000000000" pitchFamily="50"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3B1EB46-6A6F-4051-916B-173FABD96FDE}"/>
              </a:ext>
            </a:extLst>
          </p:cNvPr>
          <p:cNvSpPr>
            <a:spLocks noGrp="1"/>
          </p:cNvSpPr>
          <p:nvPr userDrawn="1">
            <p:ph type="dt" sz="half" idx="10"/>
          </p:nvPr>
        </p:nvSpPr>
        <p:spPr/>
        <p:txBody>
          <a:bodyPr/>
          <a:lstStyle/>
          <a:p>
            <a:fld id="{C3FA3F56-1CBF-4B71-BCF0-9D49C229BC9E}" type="datetime1">
              <a:rPr lang="fr-CA" smtClean="0"/>
              <a:t>2026-09-29</a:t>
            </a:fld>
            <a:endParaRPr lang="fr-CA"/>
          </a:p>
        </p:txBody>
      </p:sp>
      <p:sp>
        <p:nvSpPr>
          <p:cNvPr id="5" name="Espace réservé du pied de page 4">
            <a:extLst>
              <a:ext uri="{FF2B5EF4-FFF2-40B4-BE49-F238E27FC236}">
                <a16:creationId xmlns:a16="http://schemas.microsoft.com/office/drawing/2014/main" id="{D045C6CD-773E-49C9-9C0F-00A841E4914D}"/>
              </a:ext>
            </a:extLst>
          </p:cNvPr>
          <p:cNvSpPr>
            <a:spLocks noGrp="1"/>
          </p:cNvSpPr>
          <p:nvPr userDrawn="1">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C6AFFE51-28AD-499E-9A51-17A8F9ED76B1}"/>
              </a:ext>
            </a:extLst>
          </p:cNvPr>
          <p:cNvSpPr>
            <a:spLocks noGrp="1"/>
          </p:cNvSpPr>
          <p:nvPr userDrawn="1">
            <p:ph type="sldNum" sz="quarter" idx="12"/>
          </p:nvPr>
        </p:nvSpPr>
        <p:spPr/>
        <p:txBody>
          <a:bodyPr/>
          <a:lstStyle/>
          <a:p>
            <a:fld id="{4162AF1F-2696-4F34-A7F3-E326E3C5B51E}" type="slidenum">
              <a:rPr lang="fr-CA" smtClean="0"/>
              <a:t>‹N°›</a:t>
            </a:fld>
            <a:endParaRPr lang="fr-CA"/>
          </a:p>
        </p:txBody>
      </p:sp>
      <p:pic>
        <p:nvPicPr>
          <p:cNvPr id="8" name="Image 7">
            <a:extLst>
              <a:ext uri="{FF2B5EF4-FFF2-40B4-BE49-F238E27FC236}">
                <a16:creationId xmlns:a16="http://schemas.microsoft.com/office/drawing/2014/main" id="{92A690AD-01A7-4AED-9076-FBB008D79BA2}"/>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F88E85E2-9F61-4B62-80C6-8FE9ECE2F8C9}"/>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42126515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6FF520-7EBC-4D23-9027-BE7F20AC6BF8}"/>
              </a:ext>
            </a:extLst>
          </p:cNvPr>
          <p:cNvSpPr>
            <a:spLocks noGrp="1"/>
          </p:cNvSpPr>
          <p:nvPr>
            <p:ph sz="half" idx="1"/>
          </p:nvPr>
        </p:nvSpPr>
        <p:spPr>
          <a:xfrm>
            <a:off x="838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10F1508B-6CF9-436F-AE7F-373AE84289AE}"/>
              </a:ext>
            </a:extLst>
          </p:cNvPr>
          <p:cNvSpPr>
            <a:spLocks noGrp="1"/>
          </p:cNvSpPr>
          <p:nvPr>
            <p:ph sz="half" idx="2"/>
          </p:nvPr>
        </p:nvSpPr>
        <p:spPr>
          <a:xfrm>
            <a:off x="6172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8" name="Titre 1">
            <a:extLst>
              <a:ext uri="{FF2B5EF4-FFF2-40B4-BE49-F238E27FC236}">
                <a16:creationId xmlns:a16="http://schemas.microsoft.com/office/drawing/2014/main" id="{1D1BB8EB-77F7-0447-0817-CCF477C778FA}"/>
              </a:ext>
            </a:extLst>
          </p:cNvPr>
          <p:cNvSpPr>
            <a:spLocks noGrp="1"/>
          </p:cNvSpPr>
          <p:nvPr>
            <p:ph type="title" hasCustomPrompt="1"/>
          </p:nvPr>
        </p:nvSpPr>
        <p:spPr>
          <a:xfrm>
            <a:off x="888022" y="0"/>
            <a:ext cx="11303977" cy="889920"/>
          </a:xfrm>
          <a:prstGeom prst="rect">
            <a:avLst/>
          </a:prstGeom>
          <a:solidFill>
            <a:schemeClr val="accent2"/>
          </a:solidFill>
          <a:ln>
            <a:solidFill>
              <a:schemeClr val="accent2"/>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	Click to </a:t>
            </a:r>
            <a:r>
              <a:rPr lang="fr-CA" noProof="0" err="1"/>
              <a:t>edit</a:t>
            </a:r>
            <a:r>
              <a:rPr lang="fr-CA" noProof="0"/>
              <a:t> </a:t>
            </a:r>
            <a:r>
              <a:rPr lang="fr-CA" noProof="0" err="1"/>
              <a:t>title</a:t>
            </a:r>
            <a:r>
              <a:rPr lang="fr-CA" noProof="0"/>
              <a:t> style</a:t>
            </a:r>
          </a:p>
        </p:txBody>
      </p:sp>
      <p:sp>
        <p:nvSpPr>
          <p:cNvPr id="10" name="Rectangle 9">
            <a:extLst>
              <a:ext uri="{FF2B5EF4-FFF2-40B4-BE49-F238E27FC236}">
                <a16:creationId xmlns:a16="http://schemas.microsoft.com/office/drawing/2014/main" id="{BF337692-CA06-8A6E-800A-88C2CB7BA11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5642269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D6FF520-7EBC-4D23-9027-BE7F20AC6BF8}"/>
              </a:ext>
            </a:extLst>
          </p:cNvPr>
          <p:cNvSpPr>
            <a:spLocks noGrp="1"/>
          </p:cNvSpPr>
          <p:nvPr>
            <p:ph sz="half" idx="1"/>
          </p:nvPr>
        </p:nvSpPr>
        <p:spPr>
          <a:xfrm>
            <a:off x="838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10F1508B-6CF9-436F-AE7F-373AE84289AE}"/>
              </a:ext>
            </a:extLst>
          </p:cNvPr>
          <p:cNvSpPr>
            <a:spLocks noGrp="1"/>
          </p:cNvSpPr>
          <p:nvPr>
            <p:ph sz="half" idx="2"/>
          </p:nvPr>
        </p:nvSpPr>
        <p:spPr>
          <a:xfrm>
            <a:off x="6172200" y="1459523"/>
            <a:ext cx="5181600" cy="4717440"/>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8" name="Titre 1">
            <a:extLst>
              <a:ext uri="{FF2B5EF4-FFF2-40B4-BE49-F238E27FC236}">
                <a16:creationId xmlns:a16="http://schemas.microsoft.com/office/drawing/2014/main" id="{1D1BB8EB-77F7-0447-0817-CCF477C778FA}"/>
              </a:ext>
            </a:extLst>
          </p:cNvPr>
          <p:cNvSpPr>
            <a:spLocks noGrp="1"/>
          </p:cNvSpPr>
          <p:nvPr>
            <p:ph type="title" hasCustomPrompt="1"/>
          </p:nvPr>
        </p:nvSpPr>
        <p:spPr>
          <a:xfrm>
            <a:off x="888022" y="0"/>
            <a:ext cx="11303977" cy="889920"/>
          </a:xfrm>
          <a:prstGeom prst="rect">
            <a:avLst/>
          </a:prstGeom>
          <a:solidFill>
            <a:schemeClr val="accent4"/>
          </a:solidFill>
          <a:ln>
            <a:solidFill>
              <a:schemeClr val="accent4"/>
            </a:solidFill>
          </a:ln>
        </p:spPr>
        <p:txBody>
          <a:bodyPr>
            <a:normAutofit/>
          </a:bodyPr>
          <a:lstStyle>
            <a:lvl1pPr>
              <a:tabLst>
                <a:tab pos="320040" algn="l"/>
              </a:tabLst>
              <a:defRPr lang="fr-CA" sz="3200" kern="1200" noProof="0">
                <a:solidFill>
                  <a:schemeClr val="bg1"/>
                </a:solidFill>
                <a:latin typeface="Visby Slab CF Bold" panose="00000800000000000000" pitchFamily="50" charset="0"/>
                <a:ea typeface="+mj-ea"/>
                <a:cs typeface="+mj-cs"/>
              </a:defRPr>
            </a:lvl1pPr>
          </a:lstStyle>
          <a:p>
            <a:r>
              <a:rPr lang="fr-CA" noProof="0"/>
              <a:t>Click to </a:t>
            </a:r>
            <a:r>
              <a:rPr lang="fr-CA" noProof="0" err="1"/>
              <a:t>edit</a:t>
            </a:r>
            <a:r>
              <a:rPr lang="fr-CA" noProof="0"/>
              <a:t> </a:t>
            </a:r>
            <a:r>
              <a:rPr lang="fr-CA" noProof="0" err="1"/>
              <a:t>title</a:t>
            </a:r>
            <a:r>
              <a:rPr lang="fr-CA" noProof="0"/>
              <a:t> style</a:t>
            </a:r>
          </a:p>
        </p:txBody>
      </p:sp>
      <p:sp>
        <p:nvSpPr>
          <p:cNvPr id="10" name="Rectangle 9">
            <a:extLst>
              <a:ext uri="{FF2B5EF4-FFF2-40B4-BE49-F238E27FC236}">
                <a16:creationId xmlns:a16="http://schemas.microsoft.com/office/drawing/2014/main" id="{BF337692-CA06-8A6E-800A-88C2CB7BA118}"/>
              </a:ext>
            </a:extLst>
          </p:cNvPr>
          <p:cNvSpPr/>
          <p:nvPr userDrawn="1"/>
        </p:nvSpPr>
        <p:spPr>
          <a:xfrm>
            <a:off x="0" y="0"/>
            <a:ext cx="888023" cy="889200"/>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2248906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E47C7D-ED3A-4278-A72A-48345246A3BD}"/>
              </a:ext>
            </a:extLst>
          </p:cNvPr>
          <p:cNvSpPr>
            <a:spLocks noGrp="1"/>
          </p:cNvSpPr>
          <p:nvPr>
            <p:ph type="title"/>
          </p:nvPr>
        </p:nvSpPr>
        <p:spPr>
          <a:xfrm>
            <a:off x="839788"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60E886C2-319B-46B8-AEEA-C66D91E93C90}"/>
              </a:ext>
            </a:extLst>
          </p:cNvPr>
          <p:cNvSpPr>
            <a:spLocks noGrp="1"/>
          </p:cNvSpPr>
          <p:nvPr>
            <p:ph type="body" idx="1"/>
          </p:nvPr>
        </p:nvSpPr>
        <p:spPr>
          <a:xfrm>
            <a:off x="839788" y="1857375"/>
            <a:ext cx="5157787" cy="647700"/>
          </a:xfrm>
        </p:spPr>
        <p:txBody>
          <a:bodyPr anchor="b">
            <a:normAutofit/>
          </a:bodyPr>
          <a:lstStyle>
            <a:lvl1pPr marL="0" indent="0">
              <a:lnSpc>
                <a:spcPct val="100000"/>
              </a:lnSpc>
              <a:buNone/>
              <a:defRPr sz="2000" b="1">
                <a:solidFill>
                  <a:schemeClr val="accent4"/>
                </a:solidFill>
                <a:latin typeface="Visby Slab CF Bold" panose="000008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9913E5C-7FCE-4545-9F38-F46AC53B5A95}"/>
              </a:ext>
            </a:extLst>
          </p:cNvPr>
          <p:cNvSpPr>
            <a:spLocks noGrp="1"/>
          </p:cNvSpPr>
          <p:nvPr>
            <p:ph sz="half" idx="2"/>
          </p:nvPr>
        </p:nvSpPr>
        <p:spPr>
          <a:xfrm>
            <a:off x="839788" y="2505075"/>
            <a:ext cx="5157787" cy="3684588"/>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D37AAED7-E9B6-48F2-A2E0-FEC8023F8903}"/>
              </a:ext>
            </a:extLst>
          </p:cNvPr>
          <p:cNvSpPr>
            <a:spLocks noGrp="1"/>
          </p:cNvSpPr>
          <p:nvPr>
            <p:ph type="body" sz="quarter" idx="3"/>
          </p:nvPr>
        </p:nvSpPr>
        <p:spPr>
          <a:xfrm>
            <a:off x="6172200" y="1857375"/>
            <a:ext cx="5183188" cy="647700"/>
          </a:xfrm>
        </p:spPr>
        <p:txBody>
          <a:bodyPr anchor="b">
            <a:normAutofit/>
          </a:bodyPr>
          <a:lstStyle>
            <a:lvl1pPr marL="0" indent="0">
              <a:lnSpc>
                <a:spcPct val="100000"/>
              </a:lnSpc>
              <a:buNone/>
              <a:defRPr sz="2000" b="1">
                <a:solidFill>
                  <a:schemeClr val="accent4"/>
                </a:solidFill>
                <a:latin typeface="Visby Slab CF Bold" panose="00000800000000000000" pitchFamily="50"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ADA2E83-D189-4767-ADCE-540349D0EFFB}"/>
              </a:ext>
            </a:extLst>
          </p:cNvPr>
          <p:cNvSpPr>
            <a:spLocks noGrp="1"/>
          </p:cNvSpPr>
          <p:nvPr>
            <p:ph sz="quarter" idx="4"/>
          </p:nvPr>
        </p:nvSpPr>
        <p:spPr>
          <a:xfrm>
            <a:off x="6172200" y="2505075"/>
            <a:ext cx="5183188" cy="3684588"/>
          </a:xfrm>
        </p:spPr>
        <p:txBody>
          <a:bodyPr>
            <a:normAutofit/>
          </a:bodyPr>
          <a:lstStyle>
            <a:lvl1pPr marL="228600" indent="-228600">
              <a:buClr>
                <a:srgbClr val="888B8D"/>
              </a:buClr>
              <a:buFont typeface="Wingdings" panose="05000000000000000000" pitchFamily="2" charset="2"/>
              <a:buChar char="§"/>
              <a:defRPr sz="2400">
                <a:solidFill>
                  <a:schemeClr val="bg2">
                    <a:lumMod val="10000"/>
                  </a:schemeClr>
                </a:solidFill>
              </a:defRPr>
            </a:lvl1pPr>
            <a:lvl2pPr marL="685800" indent="-228600">
              <a:buClr>
                <a:srgbClr val="888B8D"/>
              </a:buClr>
              <a:buFont typeface="Wingdings" panose="05000000000000000000" pitchFamily="2" charset="2"/>
              <a:buChar char="§"/>
              <a:defRPr sz="2000">
                <a:solidFill>
                  <a:schemeClr val="bg2">
                    <a:lumMod val="10000"/>
                  </a:schemeClr>
                </a:solidFill>
              </a:defRPr>
            </a:lvl2pPr>
            <a:lvl3pPr marL="1143000" indent="-228600">
              <a:buClr>
                <a:srgbClr val="888B8D"/>
              </a:buClr>
              <a:buFont typeface="Wingdings" panose="05000000000000000000" pitchFamily="2" charset="2"/>
              <a:buChar char="§"/>
              <a:defRPr sz="1800">
                <a:solidFill>
                  <a:schemeClr val="bg2">
                    <a:lumMod val="10000"/>
                  </a:schemeClr>
                </a:solidFill>
              </a:defRPr>
            </a:lvl3pPr>
            <a:lvl4pPr marL="1600200" indent="-228600">
              <a:buClr>
                <a:srgbClr val="888B8D"/>
              </a:buClr>
              <a:buFont typeface="Wingdings" panose="05000000000000000000" pitchFamily="2" charset="2"/>
              <a:buChar char="§"/>
              <a:defRPr sz="1600">
                <a:solidFill>
                  <a:schemeClr val="bg2">
                    <a:lumMod val="10000"/>
                  </a:schemeClr>
                </a:solidFill>
              </a:defRPr>
            </a:lvl4pPr>
            <a:lvl5pPr marL="2057400" indent="-228600">
              <a:buClr>
                <a:srgbClr val="888B8D"/>
              </a:buClr>
              <a:buFont typeface="Wingdings" panose="05000000000000000000" pitchFamily="2" charset="2"/>
              <a:buChar char="§"/>
              <a:defRPr sz="1600">
                <a:solidFill>
                  <a:schemeClr val="bg2">
                    <a:lumMod val="10000"/>
                  </a:schemeClr>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75C8475E-69CC-4760-BC4D-744440FA2650}"/>
              </a:ext>
            </a:extLst>
          </p:cNvPr>
          <p:cNvSpPr>
            <a:spLocks noGrp="1"/>
          </p:cNvSpPr>
          <p:nvPr>
            <p:ph type="dt" sz="half" idx="10"/>
          </p:nvPr>
        </p:nvSpPr>
        <p:spPr/>
        <p:txBody>
          <a:bodyPr/>
          <a:lstStyle/>
          <a:p>
            <a:fld id="{8729ED92-C0A7-4E10-8DD3-6743B6F44C7B}" type="datetime1">
              <a:rPr lang="fr-CA" smtClean="0"/>
              <a:t>2026-09-29</a:t>
            </a:fld>
            <a:endParaRPr lang="fr-CA"/>
          </a:p>
        </p:txBody>
      </p:sp>
      <p:sp>
        <p:nvSpPr>
          <p:cNvPr id="8" name="Espace réservé du pied de page 7">
            <a:extLst>
              <a:ext uri="{FF2B5EF4-FFF2-40B4-BE49-F238E27FC236}">
                <a16:creationId xmlns:a16="http://schemas.microsoft.com/office/drawing/2014/main" id="{68F30160-070B-4EFD-9E9E-BC0F83F6A72C}"/>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2F012686-7446-4AAB-A356-87A58A8AB069}"/>
              </a:ext>
            </a:extLst>
          </p:cNvPr>
          <p:cNvSpPr>
            <a:spLocks noGrp="1"/>
          </p:cNvSpPr>
          <p:nvPr>
            <p:ph type="sldNum" sz="quarter" idx="12"/>
          </p:nvPr>
        </p:nvSpPr>
        <p:spPr/>
        <p:txBody>
          <a:bodyPr/>
          <a:lstStyle/>
          <a:p>
            <a:fld id="{4162AF1F-2696-4F34-A7F3-E326E3C5B51E}" type="slidenum">
              <a:rPr lang="fr-CA" smtClean="0"/>
              <a:t>‹N°›</a:t>
            </a:fld>
            <a:endParaRPr lang="fr-CA"/>
          </a:p>
        </p:txBody>
      </p:sp>
      <p:pic>
        <p:nvPicPr>
          <p:cNvPr id="11" name="Image 10">
            <a:extLst>
              <a:ext uri="{FF2B5EF4-FFF2-40B4-BE49-F238E27FC236}">
                <a16:creationId xmlns:a16="http://schemas.microsoft.com/office/drawing/2014/main" id="{EED67E66-1270-42BB-90A8-FC65102E8059}"/>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grpSp>
        <p:nvGrpSpPr>
          <p:cNvPr id="13" name="Groupe 12">
            <a:extLst>
              <a:ext uri="{FF2B5EF4-FFF2-40B4-BE49-F238E27FC236}">
                <a16:creationId xmlns:a16="http://schemas.microsoft.com/office/drawing/2014/main" id="{3AC88339-9552-A25D-2921-A87AA4DFDD4B}"/>
              </a:ext>
            </a:extLst>
          </p:cNvPr>
          <p:cNvGrpSpPr/>
          <p:nvPr userDrawn="1"/>
        </p:nvGrpSpPr>
        <p:grpSpPr>
          <a:xfrm>
            <a:off x="838200" y="1709553"/>
            <a:ext cx="10533184" cy="108000"/>
            <a:chOff x="838200" y="1709553"/>
            <a:chExt cx="10533184" cy="108000"/>
          </a:xfrm>
        </p:grpSpPr>
        <p:sp>
          <p:nvSpPr>
            <p:cNvPr id="14" name="Rectangle 13">
              <a:extLst>
                <a:ext uri="{FF2B5EF4-FFF2-40B4-BE49-F238E27FC236}">
                  <a16:creationId xmlns:a16="http://schemas.microsoft.com/office/drawing/2014/main" id="{F0CF4B4C-BFD0-8C2A-2386-F412098246A6}"/>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5" name="Rectangle 14">
              <a:extLst>
                <a:ext uri="{FF2B5EF4-FFF2-40B4-BE49-F238E27FC236}">
                  <a16:creationId xmlns:a16="http://schemas.microsoft.com/office/drawing/2014/main" id="{22B810E8-6C17-FB8B-D457-5256556C269D}"/>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16" name="Espace réservé du numéro de diapositive 5">
            <a:extLst>
              <a:ext uri="{FF2B5EF4-FFF2-40B4-BE49-F238E27FC236}">
                <a16:creationId xmlns:a16="http://schemas.microsoft.com/office/drawing/2014/main" id="{5D05A552-4479-6999-0E35-5C8EE1CCB186}"/>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400" smtClean="0">
                <a:solidFill>
                  <a:schemeClr val="accent2"/>
                </a:solidFill>
                <a:latin typeface="Visby Slab CF Bold" panose="00000800000000000000" pitchFamily="50" charset="0"/>
              </a:rPr>
              <a:pPr algn="ctr"/>
              <a:t>‹N°›</a:t>
            </a:fld>
            <a:endParaRPr lang="fr-CA" sz="1400">
              <a:solidFill>
                <a:schemeClr val="accent2"/>
              </a:solidFill>
              <a:latin typeface="Visby Slab CF Bold" panose="00000800000000000000" pitchFamily="50" charset="0"/>
            </a:endParaRPr>
          </a:p>
        </p:txBody>
      </p:sp>
    </p:spTree>
    <p:extLst>
      <p:ext uri="{BB962C8B-B14F-4D97-AF65-F5344CB8AC3E}">
        <p14:creationId xmlns:p14="http://schemas.microsoft.com/office/powerpoint/2010/main" val="1626693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54DEB8-4F5E-4AAE-A758-E30BDC47F471}"/>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e la date 2">
            <a:extLst>
              <a:ext uri="{FF2B5EF4-FFF2-40B4-BE49-F238E27FC236}">
                <a16:creationId xmlns:a16="http://schemas.microsoft.com/office/drawing/2014/main" id="{EA14BE86-3DA4-4ACC-9F51-02FE94A7B474}"/>
              </a:ext>
            </a:extLst>
          </p:cNvPr>
          <p:cNvSpPr>
            <a:spLocks noGrp="1"/>
          </p:cNvSpPr>
          <p:nvPr>
            <p:ph type="dt" sz="half" idx="10"/>
          </p:nvPr>
        </p:nvSpPr>
        <p:spPr/>
        <p:txBody>
          <a:bodyPr/>
          <a:lstStyle/>
          <a:p>
            <a:fld id="{3771101E-C5D6-48CB-B6D1-4E1641070EEB}" type="datetime1">
              <a:rPr lang="fr-CA" smtClean="0"/>
              <a:t>2026-09-29</a:t>
            </a:fld>
            <a:endParaRPr lang="fr-CA"/>
          </a:p>
        </p:txBody>
      </p:sp>
      <p:sp>
        <p:nvSpPr>
          <p:cNvPr id="4" name="Espace réservé du pied de page 3">
            <a:extLst>
              <a:ext uri="{FF2B5EF4-FFF2-40B4-BE49-F238E27FC236}">
                <a16:creationId xmlns:a16="http://schemas.microsoft.com/office/drawing/2014/main" id="{57E88ACB-9530-4D5B-BB1B-4CA0A7E92CC4}"/>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8775DFD6-489D-42B5-9D6F-592A6E5D9E91}"/>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6" name="Rectangle 5">
            <a:extLst>
              <a:ext uri="{FF2B5EF4-FFF2-40B4-BE49-F238E27FC236}">
                <a16:creationId xmlns:a16="http://schemas.microsoft.com/office/drawing/2014/main" id="{F9C9CBCD-40E8-4EE8-B41F-8CB8DDB16B8C}"/>
              </a:ext>
            </a:extLst>
          </p:cNvPr>
          <p:cNvSpPr/>
          <p:nvPr userDrawn="1"/>
        </p:nvSpPr>
        <p:spPr>
          <a:xfrm>
            <a:off x="8527312" y="6517758"/>
            <a:ext cx="3664688" cy="340242"/>
          </a:xfrm>
          <a:prstGeom prst="rect">
            <a:avLst/>
          </a:prstGeom>
          <a:solidFill>
            <a:srgbClr val="888B8D"/>
          </a:solidFill>
          <a:ln>
            <a:solidFill>
              <a:srgbClr val="888B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7" name="Image 6">
            <a:extLst>
              <a:ext uri="{FF2B5EF4-FFF2-40B4-BE49-F238E27FC236}">
                <a16:creationId xmlns:a16="http://schemas.microsoft.com/office/drawing/2014/main" id="{6A7B8A08-0129-4753-B49F-46CD5D78F6EF}"/>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8" name="Espace réservé du numéro de diapositive 5">
            <a:extLst>
              <a:ext uri="{FF2B5EF4-FFF2-40B4-BE49-F238E27FC236}">
                <a16:creationId xmlns:a16="http://schemas.microsoft.com/office/drawing/2014/main" id="{DAA6D7D7-2752-44C8-B867-BB292699DEEC}"/>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chemeClr val="tx2"/>
                </a:solidFill>
                <a:latin typeface="Visby CF" pitchFamily="50" charset="0"/>
              </a:rPr>
              <a:pPr algn="ctr"/>
              <a:t>‹N°›</a:t>
            </a:fld>
            <a:endParaRPr lang="fr-CA" sz="1200">
              <a:solidFill>
                <a:schemeClr val="tx2"/>
              </a:solidFill>
              <a:latin typeface="Visby CF" pitchFamily="50" charset="0"/>
            </a:endParaRPr>
          </a:p>
        </p:txBody>
      </p:sp>
      <p:grpSp>
        <p:nvGrpSpPr>
          <p:cNvPr id="9" name="Groupe 8">
            <a:extLst>
              <a:ext uri="{FF2B5EF4-FFF2-40B4-BE49-F238E27FC236}">
                <a16:creationId xmlns:a16="http://schemas.microsoft.com/office/drawing/2014/main" id="{224B0C09-CC67-AFAA-5567-2D88140A4C21}"/>
              </a:ext>
            </a:extLst>
          </p:cNvPr>
          <p:cNvGrpSpPr/>
          <p:nvPr userDrawn="1"/>
        </p:nvGrpSpPr>
        <p:grpSpPr>
          <a:xfrm>
            <a:off x="838200" y="1709553"/>
            <a:ext cx="10533184" cy="108000"/>
            <a:chOff x="838200" y="1709553"/>
            <a:chExt cx="10533184" cy="108000"/>
          </a:xfrm>
        </p:grpSpPr>
        <p:sp>
          <p:nvSpPr>
            <p:cNvPr id="10" name="Rectangle 9">
              <a:extLst>
                <a:ext uri="{FF2B5EF4-FFF2-40B4-BE49-F238E27FC236}">
                  <a16:creationId xmlns:a16="http://schemas.microsoft.com/office/drawing/2014/main" id="{FA474C50-6FC7-1299-7A01-369B3B568D86}"/>
                </a:ext>
              </a:extLst>
            </p:cNvPr>
            <p:cNvSpPr/>
            <p:nvPr userDrawn="1"/>
          </p:nvSpPr>
          <p:spPr>
            <a:xfrm>
              <a:off x="838200" y="1709553"/>
              <a:ext cx="10533184"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C0B80BA3-3EC3-7880-F6B1-940ABD8A8019}"/>
                </a:ext>
              </a:extLst>
            </p:cNvPr>
            <p:cNvSpPr/>
            <p:nvPr userDrawn="1"/>
          </p:nvSpPr>
          <p:spPr>
            <a:xfrm>
              <a:off x="838200" y="1709553"/>
              <a:ext cx="108000" cy="108000"/>
            </a:xfrm>
            <a:prstGeom prst="rect">
              <a:avLst/>
            </a:prstGeom>
            <a:solidFill>
              <a:srgbClr val="203864"/>
            </a:solidFill>
            <a:ln>
              <a:solidFill>
                <a:srgbClr val="2038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grpSp>
    </p:spTree>
    <p:extLst>
      <p:ext uri="{BB962C8B-B14F-4D97-AF65-F5344CB8AC3E}">
        <p14:creationId xmlns:p14="http://schemas.microsoft.com/office/powerpoint/2010/main" val="36495940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Vide">
    <p:bg>
      <p:bgRef idx="1001">
        <a:schemeClr val="bg1"/>
      </p:bgRef>
    </p:bg>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BB2C9CB-2066-4279-A68C-D7E978D806BE}"/>
              </a:ext>
            </a:extLst>
          </p:cNvPr>
          <p:cNvSpPr>
            <a:spLocks noGrp="1"/>
          </p:cNvSpPr>
          <p:nvPr>
            <p:ph type="dt" sz="half" idx="10"/>
          </p:nvPr>
        </p:nvSpPr>
        <p:spPr/>
        <p:txBody>
          <a:bodyPr/>
          <a:lstStyle/>
          <a:p>
            <a:fld id="{A41D5BF6-20CC-48B5-A010-8238257C1994}" type="datetime1">
              <a:rPr lang="fr-CA" smtClean="0"/>
              <a:t>2026-09-29</a:t>
            </a:fld>
            <a:endParaRPr lang="fr-CA"/>
          </a:p>
        </p:txBody>
      </p:sp>
      <p:sp>
        <p:nvSpPr>
          <p:cNvPr id="3" name="Espace réservé du pied de page 2">
            <a:extLst>
              <a:ext uri="{FF2B5EF4-FFF2-40B4-BE49-F238E27FC236}">
                <a16:creationId xmlns:a16="http://schemas.microsoft.com/office/drawing/2014/main" id="{801F4E27-6958-4070-AA66-9A182D798840}"/>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4D2A506C-C42C-491E-9BF5-093EF3AC5B6D}"/>
              </a:ext>
            </a:extLst>
          </p:cNvPr>
          <p:cNvSpPr>
            <a:spLocks noGrp="1"/>
          </p:cNvSpPr>
          <p:nvPr>
            <p:ph type="sldNum" sz="quarter" idx="12"/>
          </p:nvPr>
        </p:nvSpPr>
        <p:spPr/>
        <p:txBody>
          <a:bodyPr/>
          <a:lstStyle/>
          <a:p>
            <a:fld id="{4162AF1F-2696-4F34-A7F3-E326E3C5B51E}" type="slidenum">
              <a:rPr lang="fr-CA" smtClean="0"/>
              <a:t>‹N°›</a:t>
            </a:fld>
            <a:endParaRPr lang="fr-CA"/>
          </a:p>
        </p:txBody>
      </p:sp>
    </p:spTree>
    <p:extLst>
      <p:ext uri="{BB962C8B-B14F-4D97-AF65-F5344CB8AC3E}">
        <p14:creationId xmlns:p14="http://schemas.microsoft.com/office/powerpoint/2010/main" val="2619123734"/>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F51677-42BF-4FC2-8CE3-7E864674DBC2}"/>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918D88F3-8BDC-4C17-8D4A-8F4C884C41A1}"/>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01E9FF7B-CFD3-4931-97F0-F095DB122E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DC5A066-9CAF-4775-A347-FFE32DA2A5B4}"/>
              </a:ext>
            </a:extLst>
          </p:cNvPr>
          <p:cNvSpPr>
            <a:spLocks noGrp="1"/>
          </p:cNvSpPr>
          <p:nvPr>
            <p:ph type="dt" sz="half" idx="10"/>
          </p:nvPr>
        </p:nvSpPr>
        <p:spPr/>
        <p:txBody>
          <a:bodyPr/>
          <a:lstStyle/>
          <a:p>
            <a:fld id="{022B9842-C8FA-4217-AC08-028192B15B24}" type="datetime1">
              <a:rPr lang="fr-CA" smtClean="0"/>
              <a:t>2026-09-29</a:t>
            </a:fld>
            <a:endParaRPr lang="fr-CA"/>
          </a:p>
        </p:txBody>
      </p:sp>
      <p:sp>
        <p:nvSpPr>
          <p:cNvPr id="6" name="Espace réservé du pied de page 5">
            <a:extLst>
              <a:ext uri="{FF2B5EF4-FFF2-40B4-BE49-F238E27FC236}">
                <a16:creationId xmlns:a16="http://schemas.microsoft.com/office/drawing/2014/main" id="{BC62906C-320F-4B5D-9C84-4F2B8ACBF8E0}"/>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5BA4ADDC-7251-4089-BAF1-3A0B93DD70F3}"/>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8" name="Rectangle 7">
            <a:extLst>
              <a:ext uri="{FF2B5EF4-FFF2-40B4-BE49-F238E27FC236}">
                <a16:creationId xmlns:a16="http://schemas.microsoft.com/office/drawing/2014/main" id="{4B4DDD5A-DEA7-4CD1-8D7A-AF3A6B240B1C}"/>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9" name="Image 8">
            <a:extLst>
              <a:ext uri="{FF2B5EF4-FFF2-40B4-BE49-F238E27FC236}">
                <a16:creationId xmlns:a16="http://schemas.microsoft.com/office/drawing/2014/main" id="{AD89B3DA-2FAE-490D-A4FC-F4E4E1FC5899}"/>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54C9F896-D6A0-4997-A045-99EB2D4FA30C}"/>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16075907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49ECDF-A604-443E-8A4F-EA05FFF6F8D2}"/>
              </a:ext>
            </a:extLst>
          </p:cNvPr>
          <p:cNvSpPr>
            <a:spLocks noGrp="1"/>
          </p:cNvSpPr>
          <p:nvPr>
            <p:ph type="title"/>
          </p:nvPr>
        </p:nvSpPr>
        <p:spPr>
          <a:xfrm>
            <a:off x="839788" y="457200"/>
            <a:ext cx="3932237" cy="1600200"/>
          </a:xfrm>
          <a:prstGeom prst="rect">
            <a:avLst/>
          </a:prstGeom>
        </p:spPr>
        <p:txBody>
          <a:bodyPr anchor="b"/>
          <a:lstStyle>
            <a:lvl1pPr>
              <a:defRPr sz="3200">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E346E8B3-AC30-4A96-91CA-2F947804783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A9FEFE5B-5101-4D36-9F68-ECDECB2D20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77E3281-5E78-4495-93B6-1C292584C287}"/>
              </a:ext>
            </a:extLst>
          </p:cNvPr>
          <p:cNvSpPr>
            <a:spLocks noGrp="1"/>
          </p:cNvSpPr>
          <p:nvPr>
            <p:ph type="dt" sz="half" idx="10"/>
          </p:nvPr>
        </p:nvSpPr>
        <p:spPr/>
        <p:txBody>
          <a:bodyPr/>
          <a:lstStyle/>
          <a:p>
            <a:fld id="{4E2CB3C4-D721-4A49-A7A3-5AED191ECCD4}" type="datetime1">
              <a:rPr lang="fr-CA" smtClean="0"/>
              <a:t>2026-09-29</a:t>
            </a:fld>
            <a:endParaRPr lang="fr-CA"/>
          </a:p>
        </p:txBody>
      </p:sp>
      <p:sp>
        <p:nvSpPr>
          <p:cNvPr id="6" name="Espace réservé du pied de page 5">
            <a:extLst>
              <a:ext uri="{FF2B5EF4-FFF2-40B4-BE49-F238E27FC236}">
                <a16:creationId xmlns:a16="http://schemas.microsoft.com/office/drawing/2014/main" id="{E16C1F57-F6DF-4568-B538-E07867004044}"/>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A456E195-F0F6-4CCC-AF5E-D024B7D3D758}"/>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8" name="Rectangle 7">
            <a:extLst>
              <a:ext uri="{FF2B5EF4-FFF2-40B4-BE49-F238E27FC236}">
                <a16:creationId xmlns:a16="http://schemas.microsoft.com/office/drawing/2014/main" id="{656C7529-1657-4E25-B7AA-C3903B6AE45F}"/>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9" name="Image 8">
            <a:extLst>
              <a:ext uri="{FF2B5EF4-FFF2-40B4-BE49-F238E27FC236}">
                <a16:creationId xmlns:a16="http://schemas.microsoft.com/office/drawing/2014/main" id="{C01413F5-9437-488A-B736-A631EF2529A1}"/>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10" name="Espace réservé du numéro de diapositive 5">
            <a:extLst>
              <a:ext uri="{FF2B5EF4-FFF2-40B4-BE49-F238E27FC236}">
                <a16:creationId xmlns:a16="http://schemas.microsoft.com/office/drawing/2014/main" id="{C5FB3474-7D12-4CF4-9943-98EE47AE6F85}"/>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35040018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5E406E-95F4-499A-BBE9-B9D97B562C93}"/>
              </a:ext>
            </a:extLst>
          </p:cNvPr>
          <p:cNvSpPr>
            <a:spLocks noGrp="1"/>
          </p:cNvSpPr>
          <p:nvPr>
            <p:ph type="title"/>
          </p:nvPr>
        </p:nvSpPr>
        <p:spPr>
          <a:xfrm>
            <a:off x="838200" y="365125"/>
            <a:ext cx="10515600" cy="1325563"/>
          </a:xfrm>
          <a:prstGeom prst="rect">
            <a:avLst/>
          </a:prstGeom>
        </p:spPr>
        <p:txBody>
          <a:bodyPr/>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90A157FC-67D7-4281-A18E-62948D66A19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44DBF626-1B08-4CB3-8602-7F9E2514A0EC}"/>
              </a:ext>
            </a:extLst>
          </p:cNvPr>
          <p:cNvSpPr>
            <a:spLocks noGrp="1"/>
          </p:cNvSpPr>
          <p:nvPr>
            <p:ph type="dt" sz="half" idx="10"/>
          </p:nvPr>
        </p:nvSpPr>
        <p:spPr/>
        <p:txBody>
          <a:bodyPr/>
          <a:lstStyle/>
          <a:p>
            <a:fld id="{A1068845-574F-4A39-9217-7572E8838CEC}" type="datetime1">
              <a:rPr lang="fr-CA" smtClean="0"/>
              <a:t>2026-09-29</a:t>
            </a:fld>
            <a:endParaRPr lang="fr-CA"/>
          </a:p>
        </p:txBody>
      </p:sp>
      <p:sp>
        <p:nvSpPr>
          <p:cNvPr id="5" name="Espace réservé du pied de page 4">
            <a:extLst>
              <a:ext uri="{FF2B5EF4-FFF2-40B4-BE49-F238E27FC236}">
                <a16:creationId xmlns:a16="http://schemas.microsoft.com/office/drawing/2014/main" id="{EB14F398-5C2F-49BD-8C4D-1D9D1EFD2A4F}"/>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15D41BFF-3D7A-4FDC-A6A5-3948EE9DD4B1}"/>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7" name="Rectangle 6">
            <a:extLst>
              <a:ext uri="{FF2B5EF4-FFF2-40B4-BE49-F238E27FC236}">
                <a16:creationId xmlns:a16="http://schemas.microsoft.com/office/drawing/2014/main" id="{19615985-F4BD-4105-A719-4A8F90123318}"/>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Image 7">
            <a:extLst>
              <a:ext uri="{FF2B5EF4-FFF2-40B4-BE49-F238E27FC236}">
                <a16:creationId xmlns:a16="http://schemas.microsoft.com/office/drawing/2014/main" id="{D810BD40-0F11-40A6-ADA5-84CA00EBD8F4}"/>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C05E0136-25C9-41F6-987D-BA6FA2D7937D}"/>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103517305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1446C12-A80C-412A-9A11-679AF22FF059}"/>
              </a:ext>
            </a:extLst>
          </p:cNvPr>
          <p:cNvSpPr>
            <a:spLocks noGrp="1"/>
          </p:cNvSpPr>
          <p:nvPr>
            <p:ph type="title" orient="vert"/>
          </p:nvPr>
        </p:nvSpPr>
        <p:spPr>
          <a:xfrm>
            <a:off x="8724900" y="365125"/>
            <a:ext cx="2628900" cy="5811838"/>
          </a:xfrm>
          <a:prstGeom prst="rect">
            <a:avLst/>
          </a:prstGeom>
        </p:spPr>
        <p:txBody>
          <a:bodyPr vert="eaVert"/>
          <a:lstStyle>
            <a:lvl1pPr>
              <a:defRPr>
                <a:solidFill>
                  <a:schemeClr val="tx2"/>
                </a:solidFill>
                <a:latin typeface="Visby Slab CF Bold" panose="00000800000000000000" pitchFamily="50" charset="0"/>
              </a:defRPr>
            </a:lvl1p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AD9A4679-A280-4B03-8A9F-E7D006F2D03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6596C72D-9CBF-4C48-B563-BC7D243ED56D}"/>
              </a:ext>
            </a:extLst>
          </p:cNvPr>
          <p:cNvSpPr>
            <a:spLocks noGrp="1"/>
          </p:cNvSpPr>
          <p:nvPr>
            <p:ph type="dt" sz="half" idx="10"/>
          </p:nvPr>
        </p:nvSpPr>
        <p:spPr/>
        <p:txBody>
          <a:bodyPr/>
          <a:lstStyle/>
          <a:p>
            <a:fld id="{09CBC5B7-CE7D-4A09-B93C-4EBB0CFF1E76}" type="datetime1">
              <a:rPr lang="fr-CA" smtClean="0"/>
              <a:t>2026-09-29</a:t>
            </a:fld>
            <a:endParaRPr lang="fr-CA"/>
          </a:p>
        </p:txBody>
      </p:sp>
      <p:sp>
        <p:nvSpPr>
          <p:cNvPr id="5" name="Espace réservé du pied de page 4">
            <a:extLst>
              <a:ext uri="{FF2B5EF4-FFF2-40B4-BE49-F238E27FC236}">
                <a16:creationId xmlns:a16="http://schemas.microsoft.com/office/drawing/2014/main" id="{480006D5-634E-4D99-A352-36C3A9A136CB}"/>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7F633BE9-F50C-4F57-BAA6-3D8F730A69C7}"/>
              </a:ext>
            </a:extLst>
          </p:cNvPr>
          <p:cNvSpPr>
            <a:spLocks noGrp="1"/>
          </p:cNvSpPr>
          <p:nvPr>
            <p:ph type="sldNum" sz="quarter" idx="12"/>
          </p:nvPr>
        </p:nvSpPr>
        <p:spPr/>
        <p:txBody>
          <a:bodyPr/>
          <a:lstStyle/>
          <a:p>
            <a:fld id="{4162AF1F-2696-4F34-A7F3-E326E3C5B51E}" type="slidenum">
              <a:rPr lang="fr-CA" smtClean="0"/>
              <a:t>‹N°›</a:t>
            </a:fld>
            <a:endParaRPr lang="fr-CA"/>
          </a:p>
        </p:txBody>
      </p:sp>
      <p:sp>
        <p:nvSpPr>
          <p:cNvPr id="7" name="Rectangle 6">
            <a:extLst>
              <a:ext uri="{FF2B5EF4-FFF2-40B4-BE49-F238E27FC236}">
                <a16:creationId xmlns:a16="http://schemas.microsoft.com/office/drawing/2014/main" id="{D3C6842D-D75C-4675-BF79-E7AB15B5E720}"/>
              </a:ext>
            </a:extLst>
          </p:cNvPr>
          <p:cNvSpPr/>
          <p:nvPr userDrawn="1"/>
        </p:nvSpPr>
        <p:spPr>
          <a:xfrm>
            <a:off x="8527312" y="6517758"/>
            <a:ext cx="3664688" cy="340242"/>
          </a:xfrm>
          <a:prstGeom prst="rect">
            <a:avLst/>
          </a:prstGeom>
          <a:solidFill>
            <a:schemeClr val="bg1">
              <a:lumMod val="6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8" name="Image 7">
            <a:extLst>
              <a:ext uri="{FF2B5EF4-FFF2-40B4-BE49-F238E27FC236}">
                <a16:creationId xmlns:a16="http://schemas.microsoft.com/office/drawing/2014/main" id="{FF97A3BA-7BFA-4CF2-BD72-D8589B5C6468}"/>
              </a:ext>
            </a:extLst>
          </p:cNvPr>
          <p:cNvPicPr>
            <a:picLocks noChangeAspect="1"/>
          </p:cNvPicPr>
          <p:nvPr userDrawn="1"/>
        </p:nvPicPr>
        <p:blipFill rotWithShape="1">
          <a:blip r:embed="rId2"/>
          <a:srcRect t="2472" r="1427"/>
          <a:stretch/>
        </p:blipFill>
        <p:spPr>
          <a:xfrm>
            <a:off x="11057862" y="6210411"/>
            <a:ext cx="654974" cy="657227"/>
          </a:xfrm>
          <a:prstGeom prst="rect">
            <a:avLst/>
          </a:prstGeom>
        </p:spPr>
      </p:pic>
      <p:sp>
        <p:nvSpPr>
          <p:cNvPr id="9" name="Espace réservé du numéro de diapositive 5">
            <a:extLst>
              <a:ext uri="{FF2B5EF4-FFF2-40B4-BE49-F238E27FC236}">
                <a16:creationId xmlns:a16="http://schemas.microsoft.com/office/drawing/2014/main" id="{7C0059E3-14CD-433D-978F-883A1558973F}"/>
              </a:ext>
            </a:extLst>
          </p:cNvPr>
          <p:cNvSpPr txBox="1">
            <a:spLocks/>
          </p:cNvSpPr>
          <p:nvPr userDrawn="1"/>
        </p:nvSpPr>
        <p:spPr>
          <a:xfrm>
            <a:off x="11664803" y="6536326"/>
            <a:ext cx="54048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162AF1F-2696-4F34-A7F3-E326E3C5B51E}" type="slidenum">
              <a:rPr lang="fr-CA" sz="1200" smtClean="0">
                <a:solidFill>
                  <a:srgbClr val="003C71"/>
                </a:solidFill>
                <a:latin typeface="Arial Rounded MT Bold" panose="020F0704030504030204" pitchFamily="34" charset="0"/>
              </a:rPr>
              <a:pPr algn="ctr"/>
              <a:t>‹N°›</a:t>
            </a:fld>
            <a:endParaRPr lang="fr-CA" sz="1200">
              <a:solidFill>
                <a:srgbClr val="003C71"/>
              </a:solidFill>
              <a:latin typeface="Arial Rounded MT Bold" panose="020F0704030504030204" pitchFamily="34" charset="0"/>
            </a:endParaRPr>
          </a:p>
        </p:txBody>
      </p:sp>
    </p:spTree>
    <p:extLst>
      <p:ext uri="{BB962C8B-B14F-4D97-AF65-F5344CB8AC3E}">
        <p14:creationId xmlns:p14="http://schemas.microsoft.com/office/powerpoint/2010/main" val="19249481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userDrawn="1">
  <p:cSld name="Page 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13121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6_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92509" y="2126743"/>
            <a:ext cx="10915200" cy="3825587"/>
          </a:xfrm>
        </p:spPr>
        <p:txBody>
          <a:bodyPr/>
          <a:lstStyle>
            <a:lvl1pPr>
              <a:defRPr b="0" i="0">
                <a:latin typeface="Visby CF" pitchFamily="2" charset="77"/>
              </a:defRPr>
            </a:lvl1pPr>
            <a:lvl2pPr>
              <a:defRPr b="0" i="0">
                <a:latin typeface="Visby CF" pitchFamily="2" charset="77"/>
              </a:defRPr>
            </a:lvl2pPr>
            <a:lvl3pPr>
              <a:defRPr b="0" i="0">
                <a:latin typeface="Visby CF" pitchFamily="2" charset="77"/>
              </a:defRPr>
            </a:lvl3pPr>
            <a:lvl4pPr>
              <a:defRPr b="0" i="0">
                <a:latin typeface="Visby CF" pitchFamily="2" charset="77"/>
              </a:defRPr>
            </a:lvl4pPr>
            <a:lvl5pPr>
              <a:defRPr b="0" i="0">
                <a:latin typeface="Visby CF" pitchFamily="2" charset="77"/>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fr-CA" noProof="0"/>
          </a:p>
        </p:txBody>
      </p:sp>
      <p:sp>
        <p:nvSpPr>
          <p:cNvPr id="7" name="TextBox 6"/>
          <p:cNvSpPr txBox="1"/>
          <p:nvPr userDrawn="1"/>
        </p:nvSpPr>
        <p:spPr>
          <a:xfrm>
            <a:off x="461433" y="5718811"/>
            <a:ext cx="1219200" cy="1097280"/>
          </a:xfrm>
          <a:prstGeom prst="rect">
            <a:avLst/>
          </a:prstGeom>
        </p:spPr>
        <p:txBody>
          <a:bodyPr vert="horz" wrap="none" lIns="109728" tIns="54864" rIns="109728" bIns="54864" rtlCol="0">
            <a:normAutofit/>
          </a:bodyPr>
          <a:lstStyle/>
          <a:p>
            <a:pPr marL="185755" indent="-185755">
              <a:buClr>
                <a:schemeClr val="accent2"/>
              </a:buClr>
              <a:buSzPct val="125000"/>
              <a:buFont typeface="Arial" panose="020B0604020202020204" pitchFamily="34" charset="0"/>
              <a:buChar char="•"/>
            </a:pPr>
            <a:endParaRPr lang="fr-CA" sz="2004" noProof="0"/>
          </a:p>
        </p:txBody>
      </p:sp>
      <p:sp>
        <p:nvSpPr>
          <p:cNvPr id="11" name="Titre 1">
            <a:extLst>
              <a:ext uri="{FF2B5EF4-FFF2-40B4-BE49-F238E27FC236}">
                <a16:creationId xmlns:a16="http://schemas.microsoft.com/office/drawing/2014/main" id="{B80B1BCF-CD6C-E84F-90BB-05BEA3F2C6DC}"/>
              </a:ext>
            </a:extLst>
          </p:cNvPr>
          <p:cNvSpPr>
            <a:spLocks noGrp="1"/>
          </p:cNvSpPr>
          <p:nvPr>
            <p:ph type="title" hasCustomPrompt="1"/>
          </p:nvPr>
        </p:nvSpPr>
        <p:spPr>
          <a:xfrm>
            <a:off x="492509" y="302168"/>
            <a:ext cx="10915200" cy="987552"/>
          </a:xfrm>
        </p:spPr>
        <p:txBody>
          <a:bodyPr/>
          <a:lstStyle>
            <a:lvl1pPr>
              <a:defRPr sz="4000" b="1" i="0">
                <a:solidFill>
                  <a:schemeClr val="accent1"/>
                </a:solidFill>
                <a:latin typeface="Visby Slab CF Demi Bold" pitchFamily="2" charset="77"/>
              </a:defRPr>
            </a:lvl1pPr>
          </a:lstStyle>
          <a:p>
            <a:r>
              <a:rPr lang="fr-CA" noProof="0"/>
              <a:t>Click to </a:t>
            </a:r>
            <a:r>
              <a:rPr lang="fr-CA" noProof="0" err="1"/>
              <a:t>edit</a:t>
            </a:r>
            <a:r>
              <a:rPr lang="fr-CA" noProof="0"/>
              <a:t> </a:t>
            </a:r>
            <a:r>
              <a:rPr lang="fr-CA" noProof="0" err="1"/>
              <a:t>title</a:t>
            </a:r>
            <a:r>
              <a:rPr lang="fr-CA" noProof="0"/>
              <a:t> style</a:t>
            </a:r>
          </a:p>
        </p:txBody>
      </p:sp>
      <p:sp>
        <p:nvSpPr>
          <p:cNvPr id="16" name="Text Placeholder 14">
            <a:extLst>
              <a:ext uri="{FF2B5EF4-FFF2-40B4-BE49-F238E27FC236}">
                <a16:creationId xmlns:a16="http://schemas.microsoft.com/office/drawing/2014/main" id="{C464AAE5-5DAC-A240-98C4-F842ECA49723}"/>
              </a:ext>
            </a:extLst>
          </p:cNvPr>
          <p:cNvSpPr>
            <a:spLocks noGrp="1"/>
          </p:cNvSpPr>
          <p:nvPr>
            <p:ph type="body" sz="quarter" idx="10"/>
          </p:nvPr>
        </p:nvSpPr>
        <p:spPr>
          <a:xfrm>
            <a:off x="492510" y="1139191"/>
            <a:ext cx="6991349" cy="576720"/>
          </a:xfrm>
        </p:spPr>
        <p:txBody>
          <a:bodyPr>
            <a:normAutofit/>
          </a:bodyPr>
          <a:lstStyle>
            <a:lvl1pPr>
              <a:defRPr sz="2133" b="1" i="0">
                <a:solidFill>
                  <a:srgbClr val="002060"/>
                </a:solidFill>
                <a:latin typeface="Visby CF Bold" pitchFamily="2" charset="77"/>
              </a:defRPr>
            </a:lvl1pPr>
          </a:lstStyle>
          <a:p>
            <a:pPr lvl="0"/>
            <a:r>
              <a:rPr lang="en-US"/>
              <a:t>Click to edit Master text styles</a:t>
            </a:r>
          </a:p>
        </p:txBody>
      </p:sp>
      <p:sp>
        <p:nvSpPr>
          <p:cNvPr id="2" name="Rectangle 1">
            <a:extLst>
              <a:ext uri="{FF2B5EF4-FFF2-40B4-BE49-F238E27FC236}">
                <a16:creationId xmlns:a16="http://schemas.microsoft.com/office/drawing/2014/main" id="{65CCD79C-672A-61B0-B580-98FFDF24F8E9}"/>
              </a:ext>
            </a:extLst>
          </p:cNvPr>
          <p:cNvSpPr/>
          <p:nvPr userDrawn="1"/>
        </p:nvSpPr>
        <p:spPr>
          <a:xfrm rot="16200000">
            <a:off x="0" y="832983"/>
            <a:ext cx="194443" cy="19444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2400"/>
          </a:p>
        </p:txBody>
      </p:sp>
      <p:sp>
        <p:nvSpPr>
          <p:cNvPr id="4" name="Rectangle 3">
            <a:extLst>
              <a:ext uri="{FF2B5EF4-FFF2-40B4-BE49-F238E27FC236}">
                <a16:creationId xmlns:a16="http://schemas.microsoft.com/office/drawing/2014/main" id="{B359B664-BA8B-6545-1B6A-D590CD0B05E9}"/>
              </a:ext>
            </a:extLst>
          </p:cNvPr>
          <p:cNvSpPr/>
          <p:nvPr userDrawn="1"/>
        </p:nvSpPr>
        <p:spPr>
          <a:xfrm rot="16200000">
            <a:off x="-191139" y="447401"/>
            <a:ext cx="576720" cy="1944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fr-CA" sz="2400">
              <a:solidFill>
                <a:schemeClr val="accent1"/>
              </a:solidFill>
            </a:endParaRPr>
          </a:p>
        </p:txBody>
      </p:sp>
    </p:spTree>
    <p:extLst>
      <p:ext uri="{BB962C8B-B14F-4D97-AF65-F5344CB8AC3E}">
        <p14:creationId xmlns:p14="http://schemas.microsoft.com/office/powerpoint/2010/main" val="658725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30.xml"/><Relationship Id="rId18" Type="http://schemas.openxmlformats.org/officeDocument/2006/relationships/slideLayout" Target="../slideLayouts/slideLayout35.xml"/><Relationship Id="rId26" Type="http://schemas.openxmlformats.org/officeDocument/2006/relationships/slideLayout" Target="../slideLayouts/slideLayout43.xml"/><Relationship Id="rId21" Type="http://schemas.openxmlformats.org/officeDocument/2006/relationships/slideLayout" Target="../slideLayouts/slideLayout38.xml"/><Relationship Id="rId34" Type="http://schemas.openxmlformats.org/officeDocument/2006/relationships/slideLayout" Target="../slideLayouts/slideLayout51.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5" Type="http://schemas.openxmlformats.org/officeDocument/2006/relationships/slideLayout" Target="../slideLayouts/slideLayout42.xml"/><Relationship Id="rId33" Type="http://schemas.openxmlformats.org/officeDocument/2006/relationships/slideLayout" Target="../slideLayouts/slideLayout50.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slideLayout" Target="../slideLayouts/slideLayout37.xml"/><Relationship Id="rId29" Type="http://schemas.openxmlformats.org/officeDocument/2006/relationships/slideLayout" Target="../slideLayouts/slideLayout46.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24" Type="http://schemas.openxmlformats.org/officeDocument/2006/relationships/slideLayout" Target="../slideLayouts/slideLayout41.xml"/><Relationship Id="rId32" Type="http://schemas.openxmlformats.org/officeDocument/2006/relationships/slideLayout" Target="../slideLayouts/slideLayout49.xml"/><Relationship Id="rId37" Type="http://schemas.openxmlformats.org/officeDocument/2006/relationships/theme" Target="../theme/theme2.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23" Type="http://schemas.openxmlformats.org/officeDocument/2006/relationships/slideLayout" Target="../slideLayouts/slideLayout40.xml"/><Relationship Id="rId28" Type="http://schemas.openxmlformats.org/officeDocument/2006/relationships/slideLayout" Target="../slideLayouts/slideLayout45.xml"/><Relationship Id="rId36" Type="http://schemas.openxmlformats.org/officeDocument/2006/relationships/slideLayout" Target="../slideLayouts/slideLayout53.xml"/><Relationship Id="rId10" Type="http://schemas.openxmlformats.org/officeDocument/2006/relationships/slideLayout" Target="../slideLayouts/slideLayout27.xml"/><Relationship Id="rId19" Type="http://schemas.openxmlformats.org/officeDocument/2006/relationships/slideLayout" Target="../slideLayouts/slideLayout36.xml"/><Relationship Id="rId31" Type="http://schemas.openxmlformats.org/officeDocument/2006/relationships/slideLayout" Target="../slideLayouts/slideLayout48.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 Id="rId22" Type="http://schemas.openxmlformats.org/officeDocument/2006/relationships/slideLayout" Target="../slideLayouts/slideLayout39.xml"/><Relationship Id="rId27" Type="http://schemas.openxmlformats.org/officeDocument/2006/relationships/slideLayout" Target="../slideLayouts/slideLayout44.xml"/><Relationship Id="rId30" Type="http://schemas.openxmlformats.org/officeDocument/2006/relationships/slideLayout" Target="../slideLayouts/slideLayout47.xml"/><Relationship Id="rId35" Type="http://schemas.openxmlformats.org/officeDocument/2006/relationships/slideLayout" Target="../slideLayouts/slideLayout52.xml"/><Relationship Id="rId8" Type="http://schemas.openxmlformats.org/officeDocument/2006/relationships/slideLayout" Target="../slideLayouts/slideLayout25.xml"/><Relationship Id="rId3"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38400" y="582231"/>
            <a:ext cx="10915200" cy="992983"/>
          </a:xfrm>
          <a:prstGeom prst="rect">
            <a:avLst/>
          </a:prstGeom>
          <a:noFill/>
        </p:spPr>
        <p:txBody>
          <a:bodyPr vert="horz" lIns="91440" tIns="45720" rIns="91440" bIns="45720" rtlCol="0" anchor="ctr">
            <a:noAutofit/>
          </a:bodyPr>
          <a:lstStyle/>
          <a:p>
            <a:r>
              <a:rPr lang="fr-CA" noProof="0"/>
              <a:t>Cliquez pour modifier le style du titre</a:t>
            </a:r>
          </a:p>
        </p:txBody>
      </p:sp>
      <p:sp>
        <p:nvSpPr>
          <p:cNvPr id="3" name="Espace réservé du texte 2"/>
          <p:cNvSpPr>
            <a:spLocks noGrp="1"/>
          </p:cNvSpPr>
          <p:nvPr>
            <p:ph type="body" idx="1"/>
          </p:nvPr>
        </p:nvSpPr>
        <p:spPr>
          <a:xfrm>
            <a:off x="638400" y="1821452"/>
            <a:ext cx="10915200" cy="3897357"/>
          </a:xfrm>
          <a:prstGeom prst="rect">
            <a:avLst/>
          </a:prstGeom>
        </p:spPr>
        <p:txBody>
          <a:bodyPr vert="horz" lIns="91440" tIns="45720" rIns="91440" bIns="45720" rtlCol="0">
            <a:norm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p>
        </p:txBody>
      </p:sp>
    </p:spTree>
    <p:extLst>
      <p:ext uri="{BB962C8B-B14F-4D97-AF65-F5344CB8AC3E}">
        <p14:creationId xmlns:p14="http://schemas.microsoft.com/office/powerpoint/2010/main" val="34558453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713" r:id="rId15"/>
    <p:sldLayoutId id="2147483714" r:id="rId16"/>
    <p:sldLayoutId id="2147483715" r:id="rId17"/>
  </p:sldLayoutIdLst>
  <p:hf hdr="0" ftr="0" dt="0"/>
  <p:txStyles>
    <p:titleStyle>
      <a:lvl1pPr algn="l" defTabSz="1097253" rtl="0" eaLnBrk="1" latinLnBrk="0" hangingPunct="1">
        <a:spcBef>
          <a:spcPct val="0"/>
        </a:spcBef>
        <a:buNone/>
        <a:defRPr sz="3120" b="1" i="0" kern="1200">
          <a:solidFill>
            <a:schemeClr val="accent2"/>
          </a:solidFill>
          <a:latin typeface="Visby Slab CF Demi Bold" pitchFamily="2" charset="77"/>
          <a:ea typeface="+mj-ea"/>
          <a:cs typeface="+mj-cs"/>
        </a:defRPr>
      </a:lvl1pPr>
    </p:titleStyle>
    <p:bodyStyle>
      <a:lvl1pPr marL="0" indent="0" algn="l" defTabSz="1097253" rtl="0" eaLnBrk="1" latinLnBrk="0" hangingPunct="1">
        <a:spcBef>
          <a:spcPct val="20000"/>
        </a:spcBef>
        <a:buClr>
          <a:schemeClr val="accent2"/>
        </a:buClr>
        <a:buSzPct val="125000"/>
        <a:buFont typeface="Arial" pitchFamily="34" charset="0"/>
        <a:buNone/>
        <a:defRPr sz="2004" b="0" i="0" kern="1200">
          <a:solidFill>
            <a:schemeClr val="tx1"/>
          </a:solidFill>
          <a:latin typeface="Visby CF" pitchFamily="2" charset="77"/>
          <a:ea typeface="+mn-ea"/>
          <a:cs typeface="+mn-cs"/>
        </a:defRPr>
      </a:lvl1pPr>
      <a:lvl2pPr marL="544306"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2pPr>
      <a:lvl3pPr marL="902857"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3pPr>
      <a:lvl4pPr marL="1257089"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4pPr>
      <a:lvl5pPr marL="1615640" indent="-185755" algn="l" defTabSz="1097253" rtl="0" eaLnBrk="1" latinLnBrk="0" hangingPunct="1">
        <a:spcBef>
          <a:spcPct val="20000"/>
        </a:spcBef>
        <a:buClr>
          <a:schemeClr val="accent2"/>
        </a:buClr>
        <a:buSzPct val="125000"/>
        <a:buFont typeface="Arial" pitchFamily="34" charset="0"/>
        <a:buChar char="•"/>
        <a:defRPr sz="2004" b="0" i="0" kern="1200">
          <a:solidFill>
            <a:schemeClr val="tx1"/>
          </a:solidFill>
          <a:latin typeface="Visby CF" pitchFamily="2" charset="77"/>
          <a:ea typeface="+mn-ea"/>
          <a:cs typeface="+mn-cs"/>
        </a:defRPr>
      </a:lvl5pPr>
      <a:lvl6pPr marL="3017445"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071"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697"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323"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en-US"/>
      </a:defPPr>
      <a:lvl1pPr marL="0" algn="l" defTabSz="1097253" rtl="0" eaLnBrk="1" latinLnBrk="0" hangingPunct="1">
        <a:defRPr sz="2160" kern="1200">
          <a:solidFill>
            <a:schemeClr val="tx1"/>
          </a:solidFill>
          <a:latin typeface="+mn-lt"/>
          <a:ea typeface="+mn-ea"/>
          <a:cs typeface="+mn-cs"/>
        </a:defRPr>
      </a:lvl1pPr>
      <a:lvl2pPr marL="548626" algn="l" defTabSz="1097253" rtl="0" eaLnBrk="1" latinLnBrk="0" hangingPunct="1">
        <a:defRPr sz="2160" kern="1200">
          <a:solidFill>
            <a:schemeClr val="tx1"/>
          </a:solidFill>
          <a:latin typeface="+mn-lt"/>
          <a:ea typeface="+mn-ea"/>
          <a:cs typeface="+mn-cs"/>
        </a:defRPr>
      </a:lvl2pPr>
      <a:lvl3pPr marL="1097253" algn="l" defTabSz="1097253" rtl="0" eaLnBrk="1" latinLnBrk="0" hangingPunct="1">
        <a:defRPr sz="2160" kern="1200">
          <a:solidFill>
            <a:schemeClr val="tx1"/>
          </a:solidFill>
          <a:latin typeface="+mn-lt"/>
          <a:ea typeface="+mn-ea"/>
          <a:cs typeface="+mn-cs"/>
        </a:defRPr>
      </a:lvl3pPr>
      <a:lvl4pPr marL="1645879" algn="l" defTabSz="1097253" rtl="0" eaLnBrk="1" latinLnBrk="0" hangingPunct="1">
        <a:defRPr sz="2160" kern="1200">
          <a:solidFill>
            <a:schemeClr val="tx1"/>
          </a:solidFill>
          <a:latin typeface="+mn-lt"/>
          <a:ea typeface="+mn-ea"/>
          <a:cs typeface="+mn-cs"/>
        </a:defRPr>
      </a:lvl4pPr>
      <a:lvl5pPr marL="2194505" algn="l" defTabSz="1097253" rtl="0" eaLnBrk="1" latinLnBrk="0" hangingPunct="1">
        <a:defRPr sz="2160" kern="1200">
          <a:solidFill>
            <a:schemeClr val="tx1"/>
          </a:solidFill>
          <a:latin typeface="+mn-lt"/>
          <a:ea typeface="+mn-ea"/>
          <a:cs typeface="+mn-cs"/>
        </a:defRPr>
      </a:lvl5pPr>
      <a:lvl6pPr marL="2743131" algn="l" defTabSz="1097253" rtl="0" eaLnBrk="1" latinLnBrk="0" hangingPunct="1">
        <a:defRPr sz="2160" kern="1200">
          <a:solidFill>
            <a:schemeClr val="tx1"/>
          </a:solidFill>
          <a:latin typeface="+mn-lt"/>
          <a:ea typeface="+mn-ea"/>
          <a:cs typeface="+mn-cs"/>
        </a:defRPr>
      </a:lvl6pPr>
      <a:lvl7pPr marL="3291758" algn="l" defTabSz="1097253" rtl="0" eaLnBrk="1" latinLnBrk="0" hangingPunct="1">
        <a:defRPr sz="2160" kern="1200">
          <a:solidFill>
            <a:schemeClr val="tx1"/>
          </a:solidFill>
          <a:latin typeface="+mn-lt"/>
          <a:ea typeface="+mn-ea"/>
          <a:cs typeface="+mn-cs"/>
        </a:defRPr>
      </a:lvl7pPr>
      <a:lvl8pPr marL="3840384" algn="l" defTabSz="1097253" rtl="0" eaLnBrk="1" latinLnBrk="0" hangingPunct="1">
        <a:defRPr sz="2160" kern="1200">
          <a:solidFill>
            <a:schemeClr val="tx1"/>
          </a:solidFill>
          <a:latin typeface="+mn-lt"/>
          <a:ea typeface="+mn-ea"/>
          <a:cs typeface="+mn-cs"/>
        </a:defRPr>
      </a:lvl8pPr>
      <a:lvl9pPr marL="4389010" algn="l" defTabSz="1097253" rtl="0" eaLnBrk="1" latinLnBrk="0" hangingPunct="1">
        <a:defRPr sz="21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633FE462-E973-4630-85F5-AD42936CEE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3D377AAD-50B2-4339-8EAF-D393C19B01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100">
                <a:solidFill>
                  <a:schemeClr val="tx1">
                    <a:tint val="75000"/>
                  </a:schemeClr>
                </a:solidFill>
                <a:latin typeface="Visby CF Light" pitchFamily="50" charset="0"/>
              </a:defRPr>
            </a:lvl1pPr>
          </a:lstStyle>
          <a:p>
            <a:fld id="{654C6E13-401B-4F3B-802C-5626CA646EED}" type="datetime1">
              <a:rPr lang="fr-CA" smtClean="0"/>
              <a:pPr/>
              <a:t>2026-09-29</a:t>
            </a:fld>
            <a:endParaRPr lang="fr-CA"/>
          </a:p>
        </p:txBody>
      </p:sp>
      <p:sp>
        <p:nvSpPr>
          <p:cNvPr id="5" name="Espace réservé du pied de page 4">
            <a:extLst>
              <a:ext uri="{FF2B5EF4-FFF2-40B4-BE49-F238E27FC236}">
                <a16:creationId xmlns:a16="http://schemas.microsoft.com/office/drawing/2014/main" id="{63DCBB9F-2F1C-41F3-B42D-E004B4DDBB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100">
                <a:solidFill>
                  <a:schemeClr val="tx1">
                    <a:tint val="75000"/>
                  </a:schemeClr>
                </a:solidFill>
                <a:latin typeface="Visby CF Light" pitchFamily="50" charset="0"/>
              </a:defRPr>
            </a:lvl1pPr>
          </a:lstStyle>
          <a:p>
            <a:endParaRPr lang="fr-CA"/>
          </a:p>
        </p:txBody>
      </p:sp>
      <p:sp>
        <p:nvSpPr>
          <p:cNvPr id="6" name="Espace réservé du numéro de diapositive 5">
            <a:extLst>
              <a:ext uri="{FF2B5EF4-FFF2-40B4-BE49-F238E27FC236}">
                <a16:creationId xmlns:a16="http://schemas.microsoft.com/office/drawing/2014/main" id="{700AFECF-C337-4A3F-A262-15E07FB176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100">
                <a:solidFill>
                  <a:schemeClr val="tx1">
                    <a:tint val="75000"/>
                  </a:schemeClr>
                </a:solidFill>
                <a:latin typeface="Visby CF Light" pitchFamily="50" charset="0"/>
              </a:defRPr>
            </a:lvl1pPr>
          </a:lstStyle>
          <a:p>
            <a:fld id="{4162AF1F-2696-4F34-A7F3-E326E3C5B51E}" type="slidenum">
              <a:rPr lang="fr-CA" smtClean="0"/>
              <a:pPr/>
              <a:t>‹N°›</a:t>
            </a:fld>
            <a:endParaRPr lang="fr-CA"/>
          </a:p>
        </p:txBody>
      </p:sp>
      <p:sp>
        <p:nvSpPr>
          <p:cNvPr id="2" name="Espace réservé du titre 1">
            <a:extLst>
              <a:ext uri="{FF2B5EF4-FFF2-40B4-BE49-F238E27FC236}">
                <a16:creationId xmlns:a16="http://schemas.microsoft.com/office/drawing/2014/main" id="{3B779E69-6F38-4172-8DD2-568BC0636901}"/>
              </a:ext>
            </a:extLst>
          </p:cNvPr>
          <p:cNvSpPr>
            <a:spLocks noGrp="1"/>
          </p:cNvSpPr>
          <p:nvPr>
            <p:ph type="title"/>
          </p:nvPr>
        </p:nvSpPr>
        <p:spPr>
          <a:xfrm>
            <a:off x="888022" y="18255"/>
            <a:ext cx="11303976" cy="871665"/>
          </a:xfrm>
          <a:prstGeom prst="rect">
            <a:avLst/>
          </a:prstGeom>
        </p:spPr>
        <p:txBody>
          <a:bodyPr vert="horz" lIns="91440" tIns="45720" rIns="91440" bIns="45720" rtlCol="0" anchor="ctr">
            <a:normAutofit/>
          </a:bodyPr>
          <a:lstStyle/>
          <a:p>
            <a:r>
              <a:rPr lang="fr-FR"/>
              <a:t>Modifiez le style du titre</a:t>
            </a:r>
            <a:endParaRPr lang="fr-CA"/>
          </a:p>
        </p:txBody>
      </p:sp>
    </p:spTree>
    <p:extLst>
      <p:ext uri="{BB962C8B-B14F-4D97-AF65-F5344CB8AC3E}">
        <p14:creationId xmlns:p14="http://schemas.microsoft.com/office/powerpoint/2010/main" val="2087305485"/>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Lst>
  <p:hf hdr="0" ftr="0" dt="0"/>
  <p:txStyles>
    <p:titleStyle>
      <a:lvl1pPr marL="360363" indent="0" algn="l" defTabSz="914400" rtl="0" eaLnBrk="1" latinLnBrk="0" hangingPunct="1">
        <a:lnSpc>
          <a:spcPct val="90000"/>
        </a:lnSpc>
        <a:spcBef>
          <a:spcPct val="0"/>
        </a:spcBef>
        <a:buNone/>
        <a:tabLst/>
        <a:defRPr sz="3200" kern="1200">
          <a:solidFill>
            <a:schemeClr val="bg1"/>
          </a:solidFill>
          <a:latin typeface="Visby Slab CF Heavy" panose="00000A00000000000000" pitchFamily="50" charset="0"/>
          <a:ea typeface="+mj-ea"/>
          <a:cs typeface="+mj-cs"/>
        </a:defRPr>
      </a:lvl1pPr>
    </p:titleStyle>
    <p:bodyStyle>
      <a:lvl1pPr marL="228600" indent="-228600" algn="l" defTabSz="914400" rtl="0" eaLnBrk="1" latinLnBrk="0" hangingPunct="1">
        <a:lnSpc>
          <a:spcPct val="150000"/>
        </a:lnSpc>
        <a:spcBef>
          <a:spcPts val="0"/>
        </a:spcBef>
        <a:buClr>
          <a:srgbClr val="888B8D"/>
        </a:buClr>
        <a:buFont typeface="Wingdings" panose="05000000000000000000" pitchFamily="2" charset="2"/>
        <a:buChar char="§"/>
        <a:defRPr sz="2400" kern="1200">
          <a:solidFill>
            <a:schemeClr val="bg2">
              <a:lumMod val="25000"/>
            </a:schemeClr>
          </a:solidFill>
          <a:latin typeface="Visby CF" pitchFamily="50" charset="0"/>
          <a:ea typeface="+mn-ea"/>
          <a:cs typeface="Cordia New" panose="020B0304020202020204" pitchFamily="34" charset="-34"/>
        </a:defRPr>
      </a:lvl1pPr>
      <a:lvl2pPr marL="685800" indent="-228600" algn="l" defTabSz="914400" rtl="0" eaLnBrk="1" latinLnBrk="0" hangingPunct="1">
        <a:lnSpc>
          <a:spcPct val="150000"/>
        </a:lnSpc>
        <a:spcBef>
          <a:spcPts val="0"/>
        </a:spcBef>
        <a:buClr>
          <a:srgbClr val="888B8D"/>
        </a:buClr>
        <a:buFont typeface="Wingdings" panose="05000000000000000000" pitchFamily="2" charset="2"/>
        <a:buChar char="§"/>
        <a:defRPr sz="2000" kern="1200">
          <a:solidFill>
            <a:schemeClr val="bg2">
              <a:lumMod val="25000"/>
            </a:schemeClr>
          </a:solidFill>
          <a:latin typeface="Visby CF" pitchFamily="50" charset="0"/>
          <a:ea typeface="+mn-ea"/>
          <a:cs typeface="Cordia New" panose="020B0304020202020204" pitchFamily="34" charset="-34"/>
        </a:defRPr>
      </a:lvl2pPr>
      <a:lvl3pPr marL="1143000" indent="-228600" algn="l" defTabSz="914400" rtl="0" eaLnBrk="1" latinLnBrk="0" hangingPunct="1">
        <a:lnSpc>
          <a:spcPct val="150000"/>
        </a:lnSpc>
        <a:spcBef>
          <a:spcPts val="0"/>
        </a:spcBef>
        <a:buClr>
          <a:srgbClr val="888B8D"/>
        </a:buClr>
        <a:buFont typeface="Wingdings" panose="05000000000000000000" pitchFamily="2" charset="2"/>
        <a:buChar char="§"/>
        <a:defRPr sz="1800" kern="1200">
          <a:solidFill>
            <a:schemeClr val="bg2">
              <a:lumMod val="25000"/>
            </a:schemeClr>
          </a:solidFill>
          <a:latin typeface="Visby CF" pitchFamily="50" charset="0"/>
          <a:ea typeface="+mn-ea"/>
          <a:cs typeface="Cordia New" panose="020B0304020202020204" pitchFamily="34" charset="-34"/>
        </a:defRPr>
      </a:lvl3pPr>
      <a:lvl4pPr marL="16002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4pPr>
      <a:lvl5pPr marL="20574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pitchFamily="50" charset="0"/>
          <a:ea typeface="+mn-ea"/>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diagramLayout" Target="../diagrams/layout1.xml"/><Relationship Id="rId18" Type="http://schemas.openxmlformats.org/officeDocument/2006/relationships/image" Target="../media/image11.pn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diagramData" Target="../diagrams/data1.xml"/><Relationship Id="rId17" Type="http://schemas.openxmlformats.org/officeDocument/2006/relationships/image" Target="../media/image10.png"/><Relationship Id="rId2" Type="http://schemas.openxmlformats.org/officeDocument/2006/relationships/tags" Target="../tags/tag21.xml"/><Relationship Id="rId16" Type="http://schemas.microsoft.com/office/2007/relationships/diagramDrawing" Target="../diagrams/drawing1.xml"/><Relationship Id="rId20" Type="http://schemas.openxmlformats.org/officeDocument/2006/relationships/image" Target="../media/image13.png"/><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notesSlide" Target="../notesSlides/notesSlide2.xml"/><Relationship Id="rId5" Type="http://schemas.openxmlformats.org/officeDocument/2006/relationships/tags" Target="../tags/tag24.xml"/><Relationship Id="rId15" Type="http://schemas.openxmlformats.org/officeDocument/2006/relationships/diagramColors" Target="../diagrams/colors1.xml"/><Relationship Id="rId10" Type="http://schemas.openxmlformats.org/officeDocument/2006/relationships/slideLayout" Target="../slideLayouts/slideLayout15.xml"/><Relationship Id="rId19" Type="http://schemas.openxmlformats.org/officeDocument/2006/relationships/image" Target="../media/image12.png"/><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tags" Target="../tags/tag30.xml"/><Relationship Id="rId1" Type="http://schemas.openxmlformats.org/officeDocument/2006/relationships/tags" Target="../tags/tag29.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notesSlide" Target="../notesSlides/notesSlide4.xml"/><Relationship Id="rId5" Type="http://schemas.openxmlformats.org/officeDocument/2006/relationships/slideLayout" Target="../slideLayouts/slideLayout17.xml"/><Relationship Id="rId4" Type="http://schemas.openxmlformats.org/officeDocument/2006/relationships/tags" Target="../tags/tag34.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37.xml"/><Relationship Id="rId7" Type="http://schemas.openxmlformats.org/officeDocument/2006/relationships/slideLayout" Target="../slideLayouts/slideLayout13.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4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tags" Target="../tags/tag43.xml"/><Relationship Id="rId1" Type="http://schemas.openxmlformats.org/officeDocument/2006/relationships/tags" Target="../tags/tag4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tags" Target="../tags/tag45.xml"/><Relationship Id="rId1" Type="http://schemas.openxmlformats.org/officeDocument/2006/relationships/tags" Target="../tags/tag4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46.xml"/></Relationships>
</file>

<file path=ppt/slides/_rels/slide10.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14.png"/><Relationship Id="rId5" Type="http://schemas.openxmlformats.org/officeDocument/2006/relationships/slideLayout" Target="../slideLayouts/slideLayout31.xml"/><Relationship Id="rId4" Type="http://schemas.openxmlformats.org/officeDocument/2006/relationships/tags" Target="../tags/tag50.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6.xml"/><Relationship Id="rId3" Type="http://schemas.openxmlformats.org/officeDocument/2006/relationships/tags" Target="../tags/tag53.xml"/><Relationship Id="rId7" Type="http://schemas.openxmlformats.org/officeDocument/2006/relationships/slideLayout" Target="../slideLayouts/slideLayout31.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9"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tags" Target="../tags/tag59.xml"/><Relationship Id="rId7" Type="http://schemas.openxmlformats.org/officeDocument/2006/relationships/image" Target="../media/image14.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5.png"/><Relationship Id="rId5" Type="http://schemas.openxmlformats.org/officeDocument/2006/relationships/slideLayout" Target="../slideLayouts/slideLayout31.xml"/><Relationship Id="rId4" Type="http://schemas.openxmlformats.org/officeDocument/2006/relationships/tags" Target="../tags/tag60.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tags" Target="../tags/tag63.xml"/><Relationship Id="rId7" Type="http://schemas.openxmlformats.org/officeDocument/2006/relationships/notesSlide" Target="../notesSlides/notesSlide7.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slideLayout" Target="../slideLayouts/slideLayout31.xml"/><Relationship Id="rId5" Type="http://schemas.openxmlformats.org/officeDocument/2006/relationships/tags" Target="../tags/tag65.xml"/><Relationship Id="rId10" Type="http://schemas.openxmlformats.org/officeDocument/2006/relationships/image" Target="../media/image14.png"/><Relationship Id="rId4" Type="http://schemas.openxmlformats.org/officeDocument/2006/relationships/tags" Target="../tags/tag64.xml"/><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0.xml"/><Relationship Id="rId1" Type="http://schemas.openxmlformats.org/officeDocument/2006/relationships/tags" Target="../tags/tag66.xml"/></Relationships>
</file>

<file path=ppt/slides/_rels/slide15.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18" Type="http://schemas.openxmlformats.org/officeDocument/2006/relationships/tags" Target="../tags/tag84.xml"/><Relationship Id="rId26" Type="http://schemas.openxmlformats.org/officeDocument/2006/relationships/image" Target="../media/image14.png"/><Relationship Id="rId3" Type="http://schemas.openxmlformats.org/officeDocument/2006/relationships/tags" Target="../tags/tag69.xml"/><Relationship Id="rId21" Type="http://schemas.openxmlformats.org/officeDocument/2006/relationships/tags" Target="../tags/tag87.xml"/><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tags" Target="../tags/tag83.xml"/><Relationship Id="rId25" Type="http://schemas.openxmlformats.org/officeDocument/2006/relationships/notesSlide" Target="../notesSlides/notesSlide9.xml"/><Relationship Id="rId2" Type="http://schemas.openxmlformats.org/officeDocument/2006/relationships/tags" Target="../tags/tag68.xml"/><Relationship Id="rId16" Type="http://schemas.openxmlformats.org/officeDocument/2006/relationships/tags" Target="../tags/tag82.xml"/><Relationship Id="rId20" Type="http://schemas.openxmlformats.org/officeDocument/2006/relationships/tags" Target="../tags/tag86.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24" Type="http://schemas.openxmlformats.org/officeDocument/2006/relationships/slideLayout" Target="../slideLayouts/slideLayout28.xml"/><Relationship Id="rId5" Type="http://schemas.openxmlformats.org/officeDocument/2006/relationships/tags" Target="../tags/tag71.xml"/><Relationship Id="rId15" Type="http://schemas.openxmlformats.org/officeDocument/2006/relationships/tags" Target="../tags/tag81.xml"/><Relationship Id="rId23" Type="http://schemas.openxmlformats.org/officeDocument/2006/relationships/tags" Target="../tags/tag89.xml"/><Relationship Id="rId28" Type="http://schemas.openxmlformats.org/officeDocument/2006/relationships/image" Target="../media/image19.png"/><Relationship Id="rId10" Type="http://schemas.openxmlformats.org/officeDocument/2006/relationships/tags" Target="../tags/tag76.xml"/><Relationship Id="rId19" Type="http://schemas.openxmlformats.org/officeDocument/2006/relationships/tags" Target="../tags/tag85.xml"/><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 Id="rId22" Type="http://schemas.openxmlformats.org/officeDocument/2006/relationships/tags" Target="../tags/tag88.xml"/><Relationship Id="rId27"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5" Type="http://schemas.openxmlformats.org/officeDocument/2006/relationships/hyperlink" Target="https://airtable.com/appHER5zD0vcMGKxn/shrUekn8BvubJbGZh" TargetMode="External"/><Relationship Id="rId4"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95.xml"/><Relationship Id="rId7" Type="http://schemas.openxmlformats.org/officeDocument/2006/relationships/notesSlide" Target="../notesSlides/notesSlide10.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slideLayout" Target="../slideLayouts/slideLayout28.xml"/><Relationship Id="rId11" Type="http://schemas.openxmlformats.org/officeDocument/2006/relationships/image" Target="../media/image22.svg"/><Relationship Id="rId5" Type="http://schemas.openxmlformats.org/officeDocument/2006/relationships/tags" Target="../tags/tag97.xml"/><Relationship Id="rId10" Type="http://schemas.openxmlformats.org/officeDocument/2006/relationships/image" Target="../media/image21.png"/><Relationship Id="rId4" Type="http://schemas.openxmlformats.org/officeDocument/2006/relationships/tags" Target="../tags/tag96.xml"/><Relationship Id="rId9" Type="http://schemas.openxmlformats.org/officeDocument/2006/relationships/image" Target="../media/image14.png"/></Relationships>
</file>

<file path=ppt/slides/_rels/slide1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00.xml"/><Relationship Id="rId7" Type="http://schemas.openxmlformats.org/officeDocument/2006/relationships/notesSlide" Target="../notesSlides/notesSlide11.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slideLayout" Target="../slideLayouts/slideLayout28.xml"/><Relationship Id="rId11" Type="http://schemas.openxmlformats.org/officeDocument/2006/relationships/image" Target="../media/image23.png"/><Relationship Id="rId5" Type="http://schemas.openxmlformats.org/officeDocument/2006/relationships/tags" Target="../tags/tag102.xml"/><Relationship Id="rId10" Type="http://schemas.openxmlformats.org/officeDocument/2006/relationships/image" Target="../media/image22.svg"/><Relationship Id="rId4" Type="http://schemas.openxmlformats.org/officeDocument/2006/relationships/tags" Target="../tags/tag101.xml"/><Relationship Id="rId9"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105.xml"/><Relationship Id="rId7" Type="http://schemas.openxmlformats.org/officeDocument/2006/relationships/image" Target="../media/image14.pn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notesSlide" Target="../notesSlides/notesSlide12.xml"/><Relationship Id="rId5" Type="http://schemas.openxmlformats.org/officeDocument/2006/relationships/slideLayout" Target="../slideLayouts/slideLayout28.xml"/><Relationship Id="rId4" Type="http://schemas.openxmlformats.org/officeDocument/2006/relationships/tags" Target="../tags/tag106.xml"/><Relationship Id="rId9" Type="http://schemas.openxmlformats.org/officeDocument/2006/relationships/image" Target="../media/image22.sv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108.xml"/><Relationship Id="rId1" Type="http://schemas.openxmlformats.org/officeDocument/2006/relationships/tags" Target="../tags/tag107.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111.xml"/><Relationship Id="rId7" Type="http://schemas.openxmlformats.org/officeDocument/2006/relationships/notesSlide" Target="../notesSlides/notesSlide13.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slideLayout" Target="../slideLayouts/slideLayout28.xml"/><Relationship Id="rId11" Type="http://schemas.openxmlformats.org/officeDocument/2006/relationships/image" Target="../media/image24.png"/><Relationship Id="rId5" Type="http://schemas.openxmlformats.org/officeDocument/2006/relationships/tags" Target="../tags/tag113.xml"/><Relationship Id="rId10" Type="http://schemas.openxmlformats.org/officeDocument/2006/relationships/image" Target="../media/image14.png"/><Relationship Id="rId4" Type="http://schemas.openxmlformats.org/officeDocument/2006/relationships/tags" Target="../tags/tag112.xml"/><Relationship Id="rId9" Type="http://schemas.openxmlformats.org/officeDocument/2006/relationships/image" Target="../media/image22.svg"/></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tags" Target="../tags/tag116.xml"/><Relationship Id="rId7" Type="http://schemas.openxmlformats.org/officeDocument/2006/relationships/notesSlide" Target="../notesSlides/notesSlide14.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slideLayout" Target="../slideLayouts/slideLayout28.xml"/><Relationship Id="rId5" Type="http://schemas.openxmlformats.org/officeDocument/2006/relationships/tags" Target="../tags/tag118.xml"/><Relationship Id="rId10" Type="http://schemas.openxmlformats.org/officeDocument/2006/relationships/image" Target="../media/image14.png"/><Relationship Id="rId4" Type="http://schemas.openxmlformats.org/officeDocument/2006/relationships/tags" Target="../tags/tag117.xml"/><Relationship Id="rId9" Type="http://schemas.openxmlformats.org/officeDocument/2006/relationships/image" Target="../media/image22.sv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19.xml"/></Relationships>
</file>

<file path=ppt/slides/_rels/slide24.xml.rels><?xml version="1.0" encoding="UTF-8" standalone="yes"?>
<Relationships xmlns="http://schemas.openxmlformats.org/package/2006/relationships"><Relationship Id="rId3" Type="http://schemas.openxmlformats.org/officeDocument/2006/relationships/tags" Target="../tags/tag122.xml"/><Relationship Id="rId7" Type="http://schemas.openxmlformats.org/officeDocument/2006/relationships/image" Target="../media/image25.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14.png"/><Relationship Id="rId5" Type="http://schemas.openxmlformats.org/officeDocument/2006/relationships/slideLayout" Target="../slideLayouts/slideLayout28.xml"/><Relationship Id="rId4" Type="http://schemas.openxmlformats.org/officeDocument/2006/relationships/tags" Target="../tags/tag123.xml"/></Relationships>
</file>

<file path=ppt/slides/_rels/slide25.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tags" Target="../tags/tag126.xml"/><Relationship Id="rId7" Type="http://schemas.openxmlformats.org/officeDocument/2006/relationships/notesSlide" Target="../notesSlides/notesSlide15.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slideLayout" Target="../slideLayouts/slideLayout28.xml"/><Relationship Id="rId5" Type="http://schemas.openxmlformats.org/officeDocument/2006/relationships/tags" Target="../tags/tag128.xml"/><Relationship Id="rId4" Type="http://schemas.openxmlformats.org/officeDocument/2006/relationships/tags" Target="../tags/tag127.xml"/><Relationship Id="rId9"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image" Target="../media/image14.png"/><Relationship Id="rId5" Type="http://schemas.openxmlformats.org/officeDocument/2006/relationships/notesSlide" Target="../notesSlides/notesSlide16.xml"/><Relationship Id="rId4"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8" Type="http://schemas.openxmlformats.org/officeDocument/2006/relationships/tags" Target="../tags/tag139.xml"/><Relationship Id="rId13" Type="http://schemas.openxmlformats.org/officeDocument/2006/relationships/image" Target="../media/image28.png"/><Relationship Id="rId3" Type="http://schemas.openxmlformats.org/officeDocument/2006/relationships/tags" Target="../tags/tag134.xml"/><Relationship Id="rId7" Type="http://schemas.openxmlformats.org/officeDocument/2006/relationships/tags" Target="../tags/tag138.xml"/><Relationship Id="rId12" Type="http://schemas.openxmlformats.org/officeDocument/2006/relationships/image" Target="../media/image27.png"/><Relationship Id="rId2" Type="http://schemas.openxmlformats.org/officeDocument/2006/relationships/tags" Target="../tags/tag133.xml"/><Relationship Id="rId1" Type="http://schemas.openxmlformats.org/officeDocument/2006/relationships/tags" Target="../tags/tag132.xml"/><Relationship Id="rId6" Type="http://schemas.openxmlformats.org/officeDocument/2006/relationships/tags" Target="../tags/tag137.xml"/><Relationship Id="rId11" Type="http://schemas.openxmlformats.org/officeDocument/2006/relationships/slideLayout" Target="../slideLayouts/slideLayout28.xml"/><Relationship Id="rId5" Type="http://schemas.openxmlformats.org/officeDocument/2006/relationships/tags" Target="../tags/tag136.xml"/><Relationship Id="rId10" Type="http://schemas.openxmlformats.org/officeDocument/2006/relationships/tags" Target="../tags/tag141.xml"/><Relationship Id="rId4" Type="http://schemas.openxmlformats.org/officeDocument/2006/relationships/tags" Target="../tags/tag135.xml"/><Relationship Id="rId9" Type="http://schemas.openxmlformats.org/officeDocument/2006/relationships/tags" Target="../tags/tag140.xml"/><Relationship Id="rId14" Type="http://schemas.openxmlformats.org/officeDocument/2006/relationships/image" Target="../media/image14.png"/></Relationships>
</file>

<file path=ppt/slides/_rels/slide28.xml.rels><?xml version="1.0" encoding="UTF-8" standalone="yes"?>
<Relationships xmlns="http://schemas.openxmlformats.org/package/2006/relationships"><Relationship Id="rId8" Type="http://schemas.openxmlformats.org/officeDocument/2006/relationships/tags" Target="../tags/tag149.xml"/><Relationship Id="rId13" Type="http://schemas.openxmlformats.org/officeDocument/2006/relationships/tags" Target="../tags/tag154.xml"/><Relationship Id="rId18" Type="http://schemas.openxmlformats.org/officeDocument/2006/relationships/tags" Target="../tags/tag159.xml"/><Relationship Id="rId26" Type="http://schemas.openxmlformats.org/officeDocument/2006/relationships/image" Target="../media/image33.png"/><Relationship Id="rId3" Type="http://schemas.openxmlformats.org/officeDocument/2006/relationships/tags" Target="../tags/tag144.xml"/><Relationship Id="rId21" Type="http://schemas.openxmlformats.org/officeDocument/2006/relationships/notesSlide" Target="../notesSlides/notesSlide17.xml"/><Relationship Id="rId7" Type="http://schemas.openxmlformats.org/officeDocument/2006/relationships/tags" Target="../tags/tag148.xml"/><Relationship Id="rId12" Type="http://schemas.openxmlformats.org/officeDocument/2006/relationships/tags" Target="../tags/tag153.xml"/><Relationship Id="rId17" Type="http://schemas.openxmlformats.org/officeDocument/2006/relationships/tags" Target="../tags/tag158.xml"/><Relationship Id="rId25" Type="http://schemas.openxmlformats.org/officeDocument/2006/relationships/image" Target="../media/image32.png"/><Relationship Id="rId2" Type="http://schemas.openxmlformats.org/officeDocument/2006/relationships/tags" Target="../tags/tag143.xml"/><Relationship Id="rId16" Type="http://schemas.openxmlformats.org/officeDocument/2006/relationships/tags" Target="../tags/tag157.xml"/><Relationship Id="rId20" Type="http://schemas.openxmlformats.org/officeDocument/2006/relationships/slideLayout" Target="../slideLayouts/slideLayout28.xml"/><Relationship Id="rId1" Type="http://schemas.openxmlformats.org/officeDocument/2006/relationships/tags" Target="../tags/tag142.xml"/><Relationship Id="rId6" Type="http://schemas.openxmlformats.org/officeDocument/2006/relationships/tags" Target="../tags/tag147.xml"/><Relationship Id="rId11" Type="http://schemas.openxmlformats.org/officeDocument/2006/relationships/tags" Target="../tags/tag152.xml"/><Relationship Id="rId24" Type="http://schemas.openxmlformats.org/officeDocument/2006/relationships/image" Target="../media/image31.png"/><Relationship Id="rId5" Type="http://schemas.openxmlformats.org/officeDocument/2006/relationships/tags" Target="../tags/tag146.xml"/><Relationship Id="rId15" Type="http://schemas.openxmlformats.org/officeDocument/2006/relationships/tags" Target="../tags/tag156.xml"/><Relationship Id="rId23" Type="http://schemas.openxmlformats.org/officeDocument/2006/relationships/image" Target="../media/image30.png"/><Relationship Id="rId10" Type="http://schemas.openxmlformats.org/officeDocument/2006/relationships/tags" Target="../tags/tag151.xml"/><Relationship Id="rId19" Type="http://schemas.openxmlformats.org/officeDocument/2006/relationships/tags" Target="../tags/tag160.xml"/><Relationship Id="rId4" Type="http://schemas.openxmlformats.org/officeDocument/2006/relationships/tags" Target="../tags/tag145.xml"/><Relationship Id="rId9" Type="http://schemas.openxmlformats.org/officeDocument/2006/relationships/tags" Target="../tags/tag150.xml"/><Relationship Id="rId14" Type="http://schemas.openxmlformats.org/officeDocument/2006/relationships/tags" Target="../tags/tag155.xml"/><Relationship Id="rId22" Type="http://schemas.openxmlformats.org/officeDocument/2006/relationships/image" Target="../media/image29.png"/><Relationship Id="rId27" Type="http://schemas.openxmlformats.org/officeDocument/2006/relationships/image" Target="../media/image14.png"/></Relationships>
</file>

<file path=ppt/slides/_rels/slide29.xml.rels><?xml version="1.0" encoding="UTF-8" standalone="yes"?>
<Relationships xmlns="http://schemas.openxmlformats.org/package/2006/relationships"><Relationship Id="rId8" Type="http://schemas.openxmlformats.org/officeDocument/2006/relationships/tags" Target="../tags/tag168.xml"/><Relationship Id="rId13" Type="http://schemas.openxmlformats.org/officeDocument/2006/relationships/tags" Target="../tags/tag173.xml"/><Relationship Id="rId18" Type="http://schemas.openxmlformats.org/officeDocument/2006/relationships/image" Target="../media/image35.png"/><Relationship Id="rId3" Type="http://schemas.openxmlformats.org/officeDocument/2006/relationships/tags" Target="../tags/tag163.xml"/><Relationship Id="rId7" Type="http://schemas.openxmlformats.org/officeDocument/2006/relationships/tags" Target="../tags/tag167.xml"/><Relationship Id="rId12" Type="http://schemas.openxmlformats.org/officeDocument/2006/relationships/tags" Target="../tags/tag172.xml"/><Relationship Id="rId17" Type="http://schemas.openxmlformats.org/officeDocument/2006/relationships/image" Target="../media/image34.png"/><Relationship Id="rId2" Type="http://schemas.openxmlformats.org/officeDocument/2006/relationships/tags" Target="../tags/tag162.xml"/><Relationship Id="rId16" Type="http://schemas.openxmlformats.org/officeDocument/2006/relationships/notesSlide" Target="../notesSlides/notesSlide18.xml"/><Relationship Id="rId20" Type="http://schemas.openxmlformats.org/officeDocument/2006/relationships/image" Target="../media/image14.png"/><Relationship Id="rId1" Type="http://schemas.openxmlformats.org/officeDocument/2006/relationships/tags" Target="../tags/tag161.xml"/><Relationship Id="rId6" Type="http://schemas.openxmlformats.org/officeDocument/2006/relationships/tags" Target="../tags/tag166.xml"/><Relationship Id="rId11" Type="http://schemas.openxmlformats.org/officeDocument/2006/relationships/tags" Target="../tags/tag171.xml"/><Relationship Id="rId5" Type="http://schemas.openxmlformats.org/officeDocument/2006/relationships/tags" Target="../tags/tag165.xml"/><Relationship Id="rId15" Type="http://schemas.openxmlformats.org/officeDocument/2006/relationships/slideLayout" Target="../slideLayouts/slideLayout28.xml"/><Relationship Id="rId10" Type="http://schemas.openxmlformats.org/officeDocument/2006/relationships/tags" Target="../tags/tag170.xml"/><Relationship Id="rId19" Type="http://schemas.openxmlformats.org/officeDocument/2006/relationships/image" Target="../media/image36.png"/><Relationship Id="rId4" Type="http://schemas.openxmlformats.org/officeDocument/2006/relationships/tags" Target="../tags/tag164.xml"/><Relationship Id="rId9" Type="http://schemas.openxmlformats.org/officeDocument/2006/relationships/tags" Target="../tags/tag169.xml"/><Relationship Id="rId14" Type="http://schemas.openxmlformats.org/officeDocument/2006/relationships/tags" Target="../tags/tag174.xml"/></Relationships>
</file>

<file path=ppt/slides/_rels/slide30.xml.rels><?xml version="1.0" encoding="UTF-8" standalone="yes"?>
<Relationships xmlns="http://schemas.openxmlformats.org/package/2006/relationships"><Relationship Id="rId13" Type="http://schemas.openxmlformats.org/officeDocument/2006/relationships/tags" Target="../tags/tag187.xml"/><Relationship Id="rId18" Type="http://schemas.openxmlformats.org/officeDocument/2006/relationships/tags" Target="../tags/tag192.xml"/><Relationship Id="rId26" Type="http://schemas.openxmlformats.org/officeDocument/2006/relationships/image" Target="../media/image41.png"/><Relationship Id="rId3" Type="http://schemas.openxmlformats.org/officeDocument/2006/relationships/tags" Target="../tags/tag177.xml"/><Relationship Id="rId21" Type="http://schemas.openxmlformats.org/officeDocument/2006/relationships/notesSlide" Target="../notesSlides/notesSlide19.xml"/><Relationship Id="rId34" Type="http://schemas.openxmlformats.org/officeDocument/2006/relationships/image" Target="../media/image49.png"/><Relationship Id="rId7" Type="http://schemas.openxmlformats.org/officeDocument/2006/relationships/tags" Target="../tags/tag181.xml"/><Relationship Id="rId12" Type="http://schemas.openxmlformats.org/officeDocument/2006/relationships/tags" Target="../tags/tag186.xml"/><Relationship Id="rId17" Type="http://schemas.openxmlformats.org/officeDocument/2006/relationships/tags" Target="../tags/tag191.xml"/><Relationship Id="rId25" Type="http://schemas.openxmlformats.org/officeDocument/2006/relationships/image" Target="../media/image40.png"/><Relationship Id="rId33" Type="http://schemas.openxmlformats.org/officeDocument/2006/relationships/image" Target="../media/image48.png"/><Relationship Id="rId2" Type="http://schemas.openxmlformats.org/officeDocument/2006/relationships/tags" Target="../tags/tag176.xml"/><Relationship Id="rId16" Type="http://schemas.openxmlformats.org/officeDocument/2006/relationships/tags" Target="../tags/tag190.xml"/><Relationship Id="rId20" Type="http://schemas.openxmlformats.org/officeDocument/2006/relationships/slideLayout" Target="../slideLayouts/slideLayout28.xml"/><Relationship Id="rId29" Type="http://schemas.openxmlformats.org/officeDocument/2006/relationships/image" Target="../media/image44.png"/><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tags" Target="../tags/tag185.xml"/><Relationship Id="rId24" Type="http://schemas.openxmlformats.org/officeDocument/2006/relationships/image" Target="../media/image39.jpeg"/><Relationship Id="rId32" Type="http://schemas.openxmlformats.org/officeDocument/2006/relationships/image" Target="../media/image47.jpeg"/><Relationship Id="rId5" Type="http://schemas.openxmlformats.org/officeDocument/2006/relationships/tags" Target="../tags/tag179.xml"/><Relationship Id="rId15" Type="http://schemas.openxmlformats.org/officeDocument/2006/relationships/tags" Target="../tags/tag189.xml"/><Relationship Id="rId23" Type="http://schemas.openxmlformats.org/officeDocument/2006/relationships/image" Target="../media/image38.png"/><Relationship Id="rId28" Type="http://schemas.openxmlformats.org/officeDocument/2006/relationships/image" Target="../media/image43.jpeg"/><Relationship Id="rId36" Type="http://schemas.openxmlformats.org/officeDocument/2006/relationships/image" Target="../media/image14.png"/><Relationship Id="rId10" Type="http://schemas.openxmlformats.org/officeDocument/2006/relationships/tags" Target="../tags/tag184.xml"/><Relationship Id="rId19" Type="http://schemas.openxmlformats.org/officeDocument/2006/relationships/tags" Target="../tags/tag193.xml"/><Relationship Id="rId31" Type="http://schemas.openxmlformats.org/officeDocument/2006/relationships/image" Target="../media/image46.png"/><Relationship Id="rId4" Type="http://schemas.openxmlformats.org/officeDocument/2006/relationships/tags" Target="../tags/tag178.xml"/><Relationship Id="rId9" Type="http://schemas.openxmlformats.org/officeDocument/2006/relationships/tags" Target="../tags/tag183.xml"/><Relationship Id="rId14" Type="http://schemas.openxmlformats.org/officeDocument/2006/relationships/tags" Target="../tags/tag188.xml"/><Relationship Id="rId22" Type="http://schemas.openxmlformats.org/officeDocument/2006/relationships/image" Target="../media/image37.png"/><Relationship Id="rId27" Type="http://schemas.openxmlformats.org/officeDocument/2006/relationships/image" Target="../media/image42.png"/><Relationship Id="rId30" Type="http://schemas.openxmlformats.org/officeDocument/2006/relationships/image" Target="../media/image45.jpeg"/><Relationship Id="rId35" Type="http://schemas.openxmlformats.org/officeDocument/2006/relationships/image" Target="../media/image50.png"/><Relationship Id="rId8" Type="http://schemas.openxmlformats.org/officeDocument/2006/relationships/tags" Target="../tags/tag182.xml"/></Relationships>
</file>

<file path=ppt/slides/_rels/slide31.xml.rels><?xml version="1.0" encoding="UTF-8" standalone="yes"?>
<Relationships xmlns="http://schemas.openxmlformats.org/package/2006/relationships"><Relationship Id="rId8" Type="http://schemas.openxmlformats.org/officeDocument/2006/relationships/tags" Target="../tags/tag201.xml"/><Relationship Id="rId13" Type="http://schemas.openxmlformats.org/officeDocument/2006/relationships/tags" Target="../tags/tag206.xml"/><Relationship Id="rId18" Type="http://schemas.openxmlformats.org/officeDocument/2006/relationships/image" Target="../media/image52.png"/><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tags" Target="../tags/tag205.xml"/><Relationship Id="rId17" Type="http://schemas.openxmlformats.org/officeDocument/2006/relationships/image" Target="../media/image51.png"/><Relationship Id="rId2" Type="http://schemas.openxmlformats.org/officeDocument/2006/relationships/tags" Target="../tags/tag195.xml"/><Relationship Id="rId16" Type="http://schemas.openxmlformats.org/officeDocument/2006/relationships/notesSlide" Target="../notesSlides/notesSlide20.xml"/><Relationship Id="rId20" Type="http://schemas.openxmlformats.org/officeDocument/2006/relationships/image" Target="../media/image14.png"/><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5" Type="http://schemas.openxmlformats.org/officeDocument/2006/relationships/tags" Target="../tags/tag198.xml"/><Relationship Id="rId15" Type="http://schemas.openxmlformats.org/officeDocument/2006/relationships/slideLayout" Target="../slideLayouts/slideLayout28.xml"/><Relationship Id="rId10" Type="http://schemas.openxmlformats.org/officeDocument/2006/relationships/tags" Target="../tags/tag203.xml"/><Relationship Id="rId19" Type="http://schemas.openxmlformats.org/officeDocument/2006/relationships/image" Target="../media/image53.png"/><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tags" Target="../tags/tag210.xml"/><Relationship Id="rId7" Type="http://schemas.openxmlformats.org/officeDocument/2006/relationships/diagramData" Target="../diagrams/data2.xml"/><Relationship Id="rId12" Type="http://schemas.openxmlformats.org/officeDocument/2006/relationships/image" Target="../media/image14.png"/><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slideLayout" Target="../slideLayouts/slideLayout28.xml"/><Relationship Id="rId11" Type="http://schemas.microsoft.com/office/2007/relationships/diagramDrawing" Target="../diagrams/drawing2.xml"/><Relationship Id="rId5" Type="http://schemas.openxmlformats.org/officeDocument/2006/relationships/tags" Target="../tags/tag212.xml"/><Relationship Id="rId10" Type="http://schemas.openxmlformats.org/officeDocument/2006/relationships/diagramColors" Target="../diagrams/colors2.xml"/><Relationship Id="rId4" Type="http://schemas.openxmlformats.org/officeDocument/2006/relationships/tags" Target="../tags/tag211.xml"/><Relationship Id="rId9" Type="http://schemas.openxmlformats.org/officeDocument/2006/relationships/diagramQuickStyle" Target="../diagrams/quickStyle2.xml"/></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image" Target="../media/image14.png"/><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image" Target="../media/image57.svg"/><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image" Target="../media/image56.png"/><Relationship Id="rId5" Type="http://schemas.openxmlformats.org/officeDocument/2006/relationships/tags" Target="../tags/tag217.xml"/><Relationship Id="rId10" Type="http://schemas.openxmlformats.org/officeDocument/2006/relationships/image" Target="../media/image55.svg"/><Relationship Id="rId4" Type="http://schemas.openxmlformats.org/officeDocument/2006/relationships/tags" Target="../tags/tag216.xml"/><Relationship Id="rId9" Type="http://schemas.openxmlformats.org/officeDocument/2006/relationships/image" Target="../media/image54.png"/><Relationship Id="rId1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tags" Target="../tags/tag222.xml"/><Relationship Id="rId2" Type="http://schemas.openxmlformats.org/officeDocument/2006/relationships/tags" Target="../tags/tag221.xml"/><Relationship Id="rId1" Type="http://schemas.openxmlformats.org/officeDocument/2006/relationships/tags" Target="../tags/tag220.xml"/><Relationship Id="rId6" Type="http://schemas.openxmlformats.org/officeDocument/2006/relationships/image" Target="../media/image14.png"/><Relationship Id="rId5" Type="http://schemas.openxmlformats.org/officeDocument/2006/relationships/notesSlide" Target="../notesSlides/notesSlide21.xml"/><Relationship Id="rId4"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23.xml"/></Relationships>
</file>

<file path=ppt/slides/_rels/slide36.xml.rels><?xml version="1.0" encoding="UTF-8" standalone="yes"?>
<Relationships xmlns="http://schemas.openxmlformats.org/package/2006/relationships"><Relationship Id="rId3" Type="http://schemas.openxmlformats.org/officeDocument/2006/relationships/tags" Target="../tags/tag226.xml"/><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image" Target="../media/image14.png"/><Relationship Id="rId5" Type="http://schemas.openxmlformats.org/officeDocument/2006/relationships/notesSlide" Target="../notesSlides/notesSlide22.xml"/><Relationship Id="rId4" Type="http://schemas.openxmlformats.org/officeDocument/2006/relationships/slideLayout" Target="../slideLayouts/slideLayout29.xml"/></Relationships>
</file>

<file path=ppt/slides/_rels/slide37.xml.rels><?xml version="1.0" encoding="UTF-8" standalone="yes"?>
<Relationships xmlns="http://schemas.openxmlformats.org/package/2006/relationships"><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 Id="rId5" Type="http://schemas.openxmlformats.org/officeDocument/2006/relationships/image" Target="../media/image14.png"/><Relationship Id="rId4" Type="http://schemas.openxmlformats.org/officeDocument/2006/relationships/slideLayout" Target="../slideLayouts/slideLayout29.xml"/></Relationships>
</file>

<file path=ppt/slides/_rels/slide38.xml.rels><?xml version="1.0" encoding="UTF-8" standalone="yes"?>
<Relationships xmlns="http://schemas.openxmlformats.org/package/2006/relationships"><Relationship Id="rId3" Type="http://schemas.openxmlformats.org/officeDocument/2006/relationships/tags" Target="../tags/tag232.xml"/><Relationship Id="rId7" Type="http://schemas.openxmlformats.org/officeDocument/2006/relationships/image" Target="../media/image14.png"/><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slideLayout" Target="../slideLayouts/slideLayout29.xml"/><Relationship Id="rId5" Type="http://schemas.openxmlformats.org/officeDocument/2006/relationships/tags" Target="../tags/tag234.xml"/><Relationship Id="rId4" Type="http://schemas.openxmlformats.org/officeDocument/2006/relationships/tags" Target="../tags/tag23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35.xml"/></Relationships>
</file>

<file path=ppt/slides/_rels/slide40.xml.rels><?xml version="1.0" encoding="UTF-8" standalone="yes"?>
<Relationships xmlns="http://schemas.openxmlformats.org/package/2006/relationships"><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image" Target="../media/image14.png"/><Relationship Id="rId5" Type="http://schemas.openxmlformats.org/officeDocument/2006/relationships/hyperlink" Target="https://ivado.ca/en/2026/01/22/tech3lab-and-ivado-launch-professional-training-program-professional-practice-in-the-artificial-intelligence-ai-era/" TargetMode="External"/><Relationship Id="rId4"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 Id="rId5" Type="http://schemas.openxmlformats.org/officeDocument/2006/relationships/image" Target="../media/image14.png"/><Relationship Id="rId4"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3" Type="http://schemas.openxmlformats.org/officeDocument/2006/relationships/tags" Target="../tags/tag244.xml"/><Relationship Id="rId7" Type="http://schemas.openxmlformats.org/officeDocument/2006/relationships/image" Target="../media/image14.png"/><Relationship Id="rId2" Type="http://schemas.openxmlformats.org/officeDocument/2006/relationships/tags" Target="../tags/tag243.xml"/><Relationship Id="rId1" Type="http://schemas.openxmlformats.org/officeDocument/2006/relationships/tags" Target="../tags/tag242.xml"/><Relationship Id="rId6" Type="http://schemas.openxmlformats.org/officeDocument/2006/relationships/image" Target="../media/image58.png"/><Relationship Id="rId5" Type="http://schemas.openxmlformats.org/officeDocument/2006/relationships/slideLayout" Target="../slideLayouts/slideLayout32.xml"/><Relationship Id="rId4" Type="http://schemas.openxmlformats.org/officeDocument/2006/relationships/tags" Target="../tags/tag245.xml"/></Relationships>
</file>

<file path=ppt/slides/_rels/slide43.xml.rels><?xml version="1.0" encoding="UTF-8" standalone="yes"?>
<Relationships xmlns="http://schemas.openxmlformats.org/package/2006/relationships"><Relationship Id="rId3" Type="http://schemas.openxmlformats.org/officeDocument/2006/relationships/tags" Target="../tags/tag248.xml"/><Relationship Id="rId2" Type="http://schemas.openxmlformats.org/officeDocument/2006/relationships/tags" Target="../tags/tag247.xml"/><Relationship Id="rId1" Type="http://schemas.openxmlformats.org/officeDocument/2006/relationships/tags" Target="../tags/tag246.xml"/><Relationship Id="rId5" Type="http://schemas.openxmlformats.org/officeDocument/2006/relationships/image" Target="../media/image14.png"/><Relationship Id="rId4"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image" Target="../media/image14.png"/><Relationship Id="rId5" Type="http://schemas.openxmlformats.org/officeDocument/2006/relationships/notesSlide" Target="../notesSlides/notesSlide23.xml"/><Relationship Id="rId4"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3CCD87F7-71BA-613A-1F27-C4655D256487}"/>
              </a:ext>
            </a:extLst>
          </p:cNvPr>
          <p:cNvSpPr>
            <a:spLocks noGrp="1"/>
          </p:cNvSpPr>
          <p:nvPr>
            <p:ph type="title"/>
            <p:custDataLst>
              <p:tags r:id="rId1"/>
            </p:custDataLst>
          </p:nvPr>
        </p:nvSpPr>
        <p:spPr>
          <a:xfrm>
            <a:off x="374537" y="2679397"/>
            <a:ext cx="6148811" cy="1565491"/>
          </a:xfrm>
          <a:noFill/>
        </p:spPr>
        <p:txBody>
          <a:bodyPr/>
          <a:lstStyle/>
          <a:p>
            <a:r>
              <a:rPr lang="en-CA" sz="3200" noProof="0" dirty="0">
                <a:solidFill>
                  <a:schemeClr val="bg1"/>
                </a:solidFill>
              </a:rPr>
              <a:t>Mobiliser les</a:t>
            </a:r>
            <a:br>
              <a:rPr lang="en-CA" sz="3200" noProof="0" dirty="0">
                <a:solidFill>
                  <a:schemeClr val="bg1"/>
                </a:solidFill>
              </a:rPr>
            </a:br>
            <a:r>
              <a:rPr lang="en-CA" sz="3200" noProof="0" dirty="0">
                <a:solidFill>
                  <a:schemeClr val="bg1"/>
                </a:solidFill>
              </a:rPr>
              <a:t>technologies </a:t>
            </a:r>
            <a:r>
              <a:rPr lang="en-CA" sz="3200" noProof="0" dirty="0" err="1">
                <a:solidFill>
                  <a:schemeClr val="bg1"/>
                </a:solidFill>
              </a:rPr>
              <a:t>numériques</a:t>
            </a:r>
            <a:r>
              <a:rPr lang="en-CA" sz="3200" noProof="0" dirty="0">
                <a:solidFill>
                  <a:schemeClr val="bg1"/>
                </a:solidFill>
              </a:rPr>
              <a:t> 	</a:t>
            </a:r>
          </a:p>
        </p:txBody>
      </p:sp>
      <p:sp>
        <p:nvSpPr>
          <p:cNvPr id="9" name="Espace réservé du texte 8">
            <a:extLst>
              <a:ext uri="{FF2B5EF4-FFF2-40B4-BE49-F238E27FC236}">
                <a16:creationId xmlns:a16="http://schemas.microsoft.com/office/drawing/2014/main" id="{97A85CEF-B5A7-E1DA-683E-8BB20CA9FFD8}"/>
              </a:ext>
            </a:extLst>
          </p:cNvPr>
          <p:cNvSpPr>
            <a:spLocks noGrp="1"/>
          </p:cNvSpPr>
          <p:nvPr>
            <p:ph type="body" sz="quarter" idx="11"/>
            <p:custDataLst>
              <p:tags r:id="rId2"/>
            </p:custDataLst>
          </p:nvPr>
        </p:nvSpPr>
        <p:spPr>
          <a:xfrm>
            <a:off x="374538" y="4244888"/>
            <a:ext cx="2906545" cy="2317278"/>
          </a:xfrm>
        </p:spPr>
        <p:txBody>
          <a:bodyPr/>
          <a:lstStyle/>
          <a:p>
            <a:r>
              <a:rPr lang="en-CA" noProof="0" dirty="0">
                <a:solidFill>
                  <a:schemeClr val="tx2"/>
                </a:solidFill>
              </a:rPr>
              <a:t>TECH 10701</a:t>
            </a:r>
          </a:p>
          <a:p>
            <a:endParaRPr lang="en-CA" noProof="0" dirty="0">
              <a:solidFill>
                <a:schemeClr val="tx2"/>
              </a:solidFill>
            </a:endParaRPr>
          </a:p>
          <a:p>
            <a:r>
              <a:rPr lang="en-CA" sz="2133" noProof="0" dirty="0" err="1">
                <a:solidFill>
                  <a:schemeClr val="tx2"/>
                </a:solidFill>
                <a:latin typeface="Visby CF" pitchFamily="50" charset="0"/>
              </a:rPr>
              <a:t>Développé</a:t>
            </a:r>
            <a:r>
              <a:rPr lang="en-CA" sz="2133" noProof="0" dirty="0">
                <a:solidFill>
                  <a:schemeClr val="tx2"/>
                </a:solidFill>
                <a:latin typeface="Visby CF" pitchFamily="50" charset="0"/>
              </a:rPr>
              <a:t> par</a:t>
            </a:r>
            <a:br>
              <a:rPr lang="en-CA" sz="2133" noProof="0" dirty="0">
                <a:solidFill>
                  <a:schemeClr val="tx2"/>
                </a:solidFill>
                <a:latin typeface="Visby CF" pitchFamily="50" charset="0"/>
              </a:rPr>
            </a:br>
            <a:r>
              <a:rPr lang="en-CA" sz="2133" noProof="0" dirty="0">
                <a:solidFill>
                  <a:schemeClr val="tx2"/>
                </a:solidFill>
              </a:rPr>
              <a:t>Marie-Claude Trudel</a:t>
            </a:r>
          </a:p>
        </p:txBody>
      </p:sp>
    </p:spTree>
    <p:extLst>
      <p:ext uri="{BB962C8B-B14F-4D97-AF65-F5344CB8AC3E}">
        <p14:creationId xmlns:p14="http://schemas.microsoft.com/office/powerpoint/2010/main" val="2583274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43DC0-639A-D98A-2AFB-135A95034D0A}"/>
            </a:ext>
          </a:extLst>
        </p:cNvPr>
        <p:cNvGrpSpPr/>
        <p:nvPr/>
      </p:nvGrpSpPr>
      <p:grpSpPr>
        <a:xfrm>
          <a:off x="0" y="0"/>
          <a:ext cx="0" cy="0"/>
          <a:chOff x="0" y="0"/>
          <a:chExt cx="0" cy="0"/>
        </a:xfrm>
      </p:grpSpPr>
      <p:graphicFrame>
        <p:nvGraphicFramePr>
          <p:cNvPr id="43" name="Diagramme 42">
            <a:extLst>
              <a:ext uri="{FF2B5EF4-FFF2-40B4-BE49-F238E27FC236}">
                <a16:creationId xmlns:a16="http://schemas.microsoft.com/office/drawing/2014/main" id="{26904302-F745-49EB-F677-471CE4428612}"/>
              </a:ext>
            </a:extLst>
          </p:cNvPr>
          <p:cNvGraphicFramePr/>
          <p:nvPr>
            <p:custDataLst>
              <p:tags r:id="rId1"/>
            </p:custDataLst>
            <p:extLst>
              <p:ext uri="{D42A27DB-BD31-4B8C-83A1-F6EECF244321}">
                <p14:modId xmlns:p14="http://schemas.microsoft.com/office/powerpoint/2010/main" val="2786337500"/>
              </p:ext>
            </p:extLst>
          </p:nvPr>
        </p:nvGraphicFramePr>
        <p:xfrm>
          <a:off x="885340" y="291850"/>
          <a:ext cx="10442005" cy="625182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46" name="Image 45">
            <a:extLst>
              <a:ext uri="{FF2B5EF4-FFF2-40B4-BE49-F238E27FC236}">
                <a16:creationId xmlns:a16="http://schemas.microsoft.com/office/drawing/2014/main" id="{42B1A2F9-B707-67FA-8578-E497DFED55B1}"/>
              </a:ext>
            </a:extLst>
          </p:cNvPr>
          <p:cNvPicPr>
            <a:picLocks noChangeAspect="1"/>
          </p:cNvPicPr>
          <p:nvPr>
            <p:custDataLst>
              <p:tags r:id="rId2"/>
            </p:custDataLst>
          </p:nvPr>
        </p:nvPicPr>
        <p:blipFill>
          <a:blip r:embed="rId17"/>
          <a:stretch>
            <a:fillRect/>
          </a:stretch>
        </p:blipFill>
        <p:spPr>
          <a:xfrm>
            <a:off x="1188915" y="5899654"/>
            <a:ext cx="1024155" cy="375837"/>
          </a:xfrm>
          <a:prstGeom prst="rect">
            <a:avLst/>
          </a:prstGeom>
        </p:spPr>
      </p:pic>
      <p:pic>
        <p:nvPicPr>
          <p:cNvPr id="11" name="Image 10">
            <a:extLst>
              <a:ext uri="{FF2B5EF4-FFF2-40B4-BE49-F238E27FC236}">
                <a16:creationId xmlns:a16="http://schemas.microsoft.com/office/drawing/2014/main" id="{40ECD343-05B2-1A1B-B162-E91D8B89E047}"/>
              </a:ext>
            </a:extLst>
          </p:cNvPr>
          <p:cNvPicPr>
            <a:picLocks noChangeAspect="1"/>
          </p:cNvPicPr>
          <p:nvPr>
            <p:custDataLst>
              <p:tags r:id="rId3"/>
            </p:custDataLst>
          </p:nvPr>
        </p:nvPicPr>
        <p:blipFill>
          <a:blip r:embed="rId17"/>
          <a:stretch>
            <a:fillRect/>
          </a:stretch>
        </p:blipFill>
        <p:spPr>
          <a:xfrm>
            <a:off x="1056792" y="3905392"/>
            <a:ext cx="1024155" cy="375837"/>
          </a:xfrm>
          <a:prstGeom prst="rect">
            <a:avLst/>
          </a:prstGeom>
        </p:spPr>
      </p:pic>
      <p:pic>
        <p:nvPicPr>
          <p:cNvPr id="12" name="Image 11">
            <a:extLst>
              <a:ext uri="{FF2B5EF4-FFF2-40B4-BE49-F238E27FC236}">
                <a16:creationId xmlns:a16="http://schemas.microsoft.com/office/drawing/2014/main" id="{C0409095-C938-DCE8-5BD2-3E0B390CA953}"/>
              </a:ext>
            </a:extLst>
          </p:cNvPr>
          <p:cNvPicPr>
            <a:picLocks noChangeAspect="1"/>
          </p:cNvPicPr>
          <p:nvPr>
            <p:custDataLst>
              <p:tags r:id="rId4"/>
            </p:custDataLst>
          </p:nvPr>
        </p:nvPicPr>
        <p:blipFill>
          <a:blip r:embed="rId18">
            <a:alphaModFix amt="20000"/>
          </a:blip>
          <a:stretch>
            <a:fillRect/>
          </a:stretch>
        </p:blipFill>
        <p:spPr>
          <a:xfrm>
            <a:off x="11041594" y="395152"/>
            <a:ext cx="364490" cy="551742"/>
          </a:xfrm>
          <a:prstGeom prst="rect">
            <a:avLst/>
          </a:prstGeom>
        </p:spPr>
      </p:pic>
      <p:pic>
        <p:nvPicPr>
          <p:cNvPr id="13" name="Image 12">
            <a:extLst>
              <a:ext uri="{FF2B5EF4-FFF2-40B4-BE49-F238E27FC236}">
                <a16:creationId xmlns:a16="http://schemas.microsoft.com/office/drawing/2014/main" id="{54F19516-CBF9-B852-DF83-F60165B6865F}"/>
              </a:ext>
            </a:extLst>
          </p:cNvPr>
          <p:cNvPicPr>
            <a:picLocks noChangeAspect="1"/>
          </p:cNvPicPr>
          <p:nvPr>
            <p:custDataLst>
              <p:tags r:id="rId5"/>
            </p:custDataLst>
          </p:nvPr>
        </p:nvPicPr>
        <p:blipFill>
          <a:blip r:embed="rId19">
            <a:clrChange>
              <a:clrFrom>
                <a:srgbClr val="FFFFFF"/>
              </a:clrFrom>
              <a:clrTo>
                <a:srgbClr val="FFFFFF">
                  <a:alpha val="0"/>
                </a:srgbClr>
              </a:clrTo>
            </a:clrChange>
          </a:blip>
          <a:stretch>
            <a:fillRect/>
          </a:stretch>
        </p:blipFill>
        <p:spPr>
          <a:xfrm>
            <a:off x="2097158" y="3905392"/>
            <a:ext cx="200199" cy="528360"/>
          </a:xfrm>
          <a:prstGeom prst="rect">
            <a:avLst/>
          </a:prstGeom>
        </p:spPr>
      </p:pic>
      <p:pic>
        <p:nvPicPr>
          <p:cNvPr id="14" name="Image 13">
            <a:extLst>
              <a:ext uri="{FF2B5EF4-FFF2-40B4-BE49-F238E27FC236}">
                <a16:creationId xmlns:a16="http://schemas.microsoft.com/office/drawing/2014/main" id="{49BEC7AB-CE16-E1C4-AA6F-A47542D85CAC}"/>
              </a:ext>
            </a:extLst>
          </p:cNvPr>
          <p:cNvPicPr>
            <a:picLocks noChangeAspect="1"/>
          </p:cNvPicPr>
          <p:nvPr>
            <p:custDataLst>
              <p:tags r:id="rId6"/>
            </p:custDataLst>
          </p:nvPr>
        </p:nvPicPr>
        <p:blipFill>
          <a:blip r:embed="rId17">
            <a:alphaModFix amt="20000"/>
          </a:blip>
          <a:stretch>
            <a:fillRect/>
          </a:stretch>
        </p:blipFill>
        <p:spPr>
          <a:xfrm>
            <a:off x="10001227" y="395152"/>
            <a:ext cx="1024155" cy="375837"/>
          </a:xfrm>
          <a:prstGeom prst="rect">
            <a:avLst/>
          </a:prstGeom>
        </p:spPr>
      </p:pic>
      <p:pic>
        <p:nvPicPr>
          <p:cNvPr id="2" name="Image 1">
            <a:extLst>
              <a:ext uri="{FF2B5EF4-FFF2-40B4-BE49-F238E27FC236}">
                <a16:creationId xmlns:a16="http://schemas.microsoft.com/office/drawing/2014/main" id="{04CF309C-9D6A-D622-AA3B-3086CDC53706}"/>
              </a:ext>
            </a:extLst>
          </p:cNvPr>
          <p:cNvPicPr>
            <a:picLocks noChangeAspect="1"/>
          </p:cNvPicPr>
          <p:nvPr>
            <p:custDataLst>
              <p:tags r:id="rId7"/>
            </p:custDataLst>
          </p:nvPr>
        </p:nvPicPr>
        <p:blipFill>
          <a:blip r:embed="rId19">
            <a:clrChange>
              <a:clrFrom>
                <a:srgbClr val="FFFFFF"/>
              </a:clrFrom>
              <a:clrTo>
                <a:srgbClr val="FFFFFF">
                  <a:alpha val="0"/>
                </a:srgbClr>
              </a:clrTo>
            </a:clrChange>
          </a:blip>
          <a:stretch>
            <a:fillRect/>
          </a:stretch>
        </p:blipFill>
        <p:spPr>
          <a:xfrm>
            <a:off x="983327" y="5909626"/>
            <a:ext cx="200199" cy="528360"/>
          </a:xfrm>
          <a:prstGeom prst="rect">
            <a:avLst/>
          </a:prstGeom>
        </p:spPr>
      </p:pic>
      <p:pic>
        <p:nvPicPr>
          <p:cNvPr id="3" name="Image 2">
            <a:extLst>
              <a:ext uri="{FF2B5EF4-FFF2-40B4-BE49-F238E27FC236}">
                <a16:creationId xmlns:a16="http://schemas.microsoft.com/office/drawing/2014/main" id="{9DDF248B-3172-C118-CE49-14330C5293FC}"/>
              </a:ext>
            </a:extLst>
          </p:cNvPr>
          <p:cNvPicPr>
            <a:picLocks noChangeAspect="1"/>
          </p:cNvPicPr>
          <p:nvPr>
            <p:custDataLst>
              <p:tags r:id="rId8"/>
            </p:custDataLst>
          </p:nvPr>
        </p:nvPicPr>
        <p:blipFill>
          <a:blip r:embed="rId17"/>
          <a:stretch>
            <a:fillRect/>
          </a:stretch>
        </p:blipFill>
        <p:spPr>
          <a:xfrm>
            <a:off x="1249799" y="4467166"/>
            <a:ext cx="1024155" cy="375837"/>
          </a:xfrm>
          <a:prstGeom prst="rect">
            <a:avLst/>
          </a:prstGeom>
        </p:spPr>
      </p:pic>
      <p:pic>
        <p:nvPicPr>
          <p:cNvPr id="4" name="Image 3">
            <a:extLst>
              <a:ext uri="{FF2B5EF4-FFF2-40B4-BE49-F238E27FC236}">
                <a16:creationId xmlns:a16="http://schemas.microsoft.com/office/drawing/2014/main" id="{2554BD8E-87FE-9DC9-434A-6AD3A2783F06}"/>
              </a:ext>
            </a:extLst>
          </p:cNvPr>
          <p:cNvPicPr>
            <a:picLocks noChangeAspect="1"/>
          </p:cNvPicPr>
          <p:nvPr>
            <p:custDataLst>
              <p:tags r:id="rId9"/>
            </p:custDataLst>
          </p:nvPr>
        </p:nvPicPr>
        <p:blipFill>
          <a:blip r:embed="rId20">
            <a:extLst>
              <a:ext uri="{28A0092B-C50C-407E-A947-70E740481C1C}">
                <a14:useLocalDpi xmlns:a14="http://schemas.microsoft.com/office/drawing/2010/main" val="0"/>
              </a:ext>
            </a:extLst>
          </a:blip>
          <a:srcRect/>
          <a:stretch/>
        </p:blipFill>
        <p:spPr>
          <a:xfrm>
            <a:off x="826989" y="4467166"/>
            <a:ext cx="386852" cy="551741"/>
          </a:xfrm>
          <a:prstGeom prst="rect">
            <a:avLst/>
          </a:prstGeom>
        </p:spPr>
      </p:pic>
    </p:spTree>
    <p:extLst>
      <p:ext uri="{BB962C8B-B14F-4D97-AF65-F5344CB8AC3E}">
        <p14:creationId xmlns:p14="http://schemas.microsoft.com/office/powerpoint/2010/main" val="2745813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re 13">
            <a:extLst>
              <a:ext uri="{FF2B5EF4-FFF2-40B4-BE49-F238E27FC236}">
                <a16:creationId xmlns:a16="http://schemas.microsoft.com/office/drawing/2014/main" id="{EF0C93BF-7883-AF0B-ECD5-910E9AB760BC}"/>
              </a:ext>
            </a:extLst>
          </p:cNvPr>
          <p:cNvSpPr txBox="1">
            <a:spLocks noGrp="1"/>
          </p:cNvSpPr>
          <p:nvPr>
            <p:ph type="title"/>
            <p:custDataLst>
              <p:tags r:id="rId1"/>
            </p:custDataLst>
          </p:nvPr>
        </p:nvSpPr>
        <p:spPr>
          <a:prstGeom prst="rect">
            <a:avLst/>
          </a:prstGeom>
        </p:spPr>
        <p:txBody>
          <a:bodyPr vert="horz" wrap="square" lIns="91440" tIns="45720" rIns="91440" bIns="45720" rtlCol="0">
            <a:noAutofit/>
          </a:bodyPr>
          <a:lstStyle/>
          <a:p>
            <a:pPr marL="0" marR="0" lvl="0" indent="0" algn="l" defTabSz="914400" rtl="0" eaLnBrk="1" fontAlgn="auto" latinLnBrk="0" hangingPunct="1">
              <a:lnSpc>
                <a:spcPct val="150000"/>
              </a:lnSpc>
              <a:spcBef>
                <a:spcPts val="0"/>
              </a:spcBef>
              <a:spcAft>
                <a:spcPts val="0"/>
              </a:spcAft>
              <a:buClr>
                <a:srgbClr val="00A9C6"/>
              </a:buClr>
              <a:buSzPct val="125000"/>
              <a:buFontTx/>
              <a:buNone/>
              <a:tabLst/>
              <a:defRPr/>
            </a:pPr>
            <a:r>
              <a:rPr kumimoji="0" lang="fr-CA" sz="3600" i="0" u="none" strike="noStrike" kern="1200" cap="none" spc="-70" normalizeH="0" noProof="0" dirty="0">
                <a:ln>
                  <a:noFill/>
                </a:ln>
                <a:solidFill>
                  <a:srgbClr val="0D2C52"/>
                </a:solidFill>
                <a:effectLst/>
                <a:uLnTx/>
                <a:uFillTx/>
                <a:latin typeface="Visby Slab CF Bold" panose="00000800000000000000" pitchFamily="50" charset="0"/>
                <a:ea typeface="+mn-ea"/>
                <a:cs typeface="+mn-cs"/>
              </a:rPr>
              <a:t>Au cœur des systèmes d’information: des algorithmes et de l’intelligence artificielle</a:t>
            </a:r>
          </a:p>
        </p:txBody>
      </p:sp>
      <p:sp>
        <p:nvSpPr>
          <p:cNvPr id="13" name="Espace réservé du texte 12">
            <a:extLst>
              <a:ext uri="{FF2B5EF4-FFF2-40B4-BE49-F238E27FC236}">
                <a16:creationId xmlns:a16="http://schemas.microsoft.com/office/drawing/2014/main" id="{0FE8EF30-4828-2138-299E-50833A710EE0}"/>
              </a:ext>
            </a:extLst>
          </p:cNvPr>
          <p:cNvSpPr>
            <a:spLocks noGrp="1"/>
          </p:cNvSpPr>
          <p:nvPr>
            <p:ph type="body" sz="quarter" idx="10"/>
            <p:custDataLst>
              <p:tags r:id="rId2"/>
            </p:custDataLst>
          </p:nvPr>
        </p:nvSpPr>
        <p:spPr/>
        <p:txBody>
          <a:bodyPr/>
          <a:lstStyle/>
          <a:p>
            <a:r>
              <a:rPr lang="fr-CA" b="1" dirty="0"/>
              <a:t>Séance 6</a:t>
            </a:r>
          </a:p>
        </p:txBody>
      </p:sp>
    </p:spTree>
    <p:extLst>
      <p:ext uri="{BB962C8B-B14F-4D97-AF65-F5344CB8AC3E}">
        <p14:creationId xmlns:p14="http://schemas.microsoft.com/office/powerpoint/2010/main" val="3639282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AA74F3BE-752B-CF0F-EC9A-01182FED2C72}"/>
              </a:ext>
            </a:extLst>
          </p:cNvPr>
          <p:cNvSpPr>
            <a:spLocks noGrp="1"/>
          </p:cNvSpPr>
          <p:nvPr>
            <p:ph type="body" sz="quarter" idx="10"/>
            <p:custDataLst>
              <p:tags r:id="rId1"/>
            </p:custDataLst>
          </p:nvPr>
        </p:nvSpPr>
        <p:spPr>
          <a:xfrm>
            <a:off x="1735138" y="1524000"/>
            <a:ext cx="9155112" cy="4854766"/>
          </a:xfrm>
        </p:spPr>
        <p:txBody>
          <a:bodyPr vert="horz" lIns="91440" tIns="45720" rIns="91440" bIns="45720" rtlCol="0" anchor="ctr">
            <a:normAutofit fontScale="92500"/>
          </a:bodyPr>
          <a:lstStyle/>
          <a:p>
            <a:pPr marL="342900" indent="-342900"/>
            <a:r>
              <a:rPr lang="fr-CA" dirty="0"/>
              <a:t>Expliquer le </a:t>
            </a:r>
            <a:r>
              <a:rPr lang="fr-CA"/>
              <a:t>passage d’un processus d’affaires </a:t>
            </a:r>
            <a:r>
              <a:rPr lang="fr-CA" dirty="0"/>
              <a:t>à un algorithme et créer une automatisation simple </a:t>
            </a:r>
            <a:r>
              <a:rPr lang="fr-CA"/>
              <a:t>à l’aide d’un </a:t>
            </a:r>
            <a:r>
              <a:rPr lang="fr-CA" dirty="0"/>
              <a:t>outil sans code</a:t>
            </a:r>
          </a:p>
          <a:p>
            <a:pPr marL="342900" indent="-342900"/>
            <a:r>
              <a:rPr lang="fr-CA" dirty="0"/>
              <a:t>Distinguer les quatre fonctions </a:t>
            </a:r>
            <a:r>
              <a:rPr lang="fr-CA"/>
              <a:t>de l’IA </a:t>
            </a:r>
            <a:r>
              <a:rPr lang="fr-CA" dirty="0"/>
              <a:t>dans les organisations et les deux principaux </a:t>
            </a:r>
            <a:r>
              <a:rPr lang="fr-CA"/>
              <a:t>types d’outils </a:t>
            </a:r>
            <a:r>
              <a:rPr lang="fr-CA" dirty="0"/>
              <a:t>(prédictif et génératif) en les illustrant avec des exemples concrets</a:t>
            </a:r>
          </a:p>
          <a:p>
            <a:pPr marL="342900" indent="-342900"/>
            <a:r>
              <a:rPr lang="fr-CA" dirty="0"/>
              <a:t>Évaluer les avantages et les </a:t>
            </a:r>
            <a:r>
              <a:rPr lang="fr-CA"/>
              <a:t>risques d’un système d’IA </a:t>
            </a:r>
            <a:r>
              <a:rPr lang="fr-CA" dirty="0"/>
              <a:t>pour différentes parties prenantes en justifiant le rôle incontournable de la supervision humaine</a:t>
            </a:r>
          </a:p>
        </p:txBody>
      </p:sp>
      <p:sp>
        <p:nvSpPr>
          <p:cNvPr id="13" name="Rectangle 12">
            <a:extLst>
              <a:ext uri="{FF2B5EF4-FFF2-40B4-BE49-F238E27FC236}">
                <a16:creationId xmlns:a16="http://schemas.microsoft.com/office/drawing/2014/main" id="{17B87662-EAAD-D03E-FB0D-D1E3682EAB8E}"/>
              </a:ext>
            </a:extLst>
          </p:cNvPr>
          <p:cNvSpPr/>
          <p:nvPr>
            <p:custDataLst>
              <p:tags r:id="rId2"/>
            </p:custDataLst>
          </p:nvPr>
        </p:nvSpPr>
        <p:spPr>
          <a:xfrm>
            <a:off x="11300297" y="4588213"/>
            <a:ext cx="486000" cy="504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chemeClr val="accent1">
                  <a:lumMod val="50000"/>
                </a:schemeClr>
              </a:solidFill>
              <a:effectLst/>
              <a:uLnTx/>
              <a:uFillTx/>
              <a:latin typeface="Visby Slab CF Bold" panose="00000800000000000000" pitchFamily="50" charset="0"/>
            </a:endParaRPr>
          </a:p>
        </p:txBody>
      </p:sp>
      <p:sp>
        <p:nvSpPr>
          <p:cNvPr id="2" name="ZoneTexte 1">
            <a:extLst>
              <a:ext uri="{FF2B5EF4-FFF2-40B4-BE49-F238E27FC236}">
                <a16:creationId xmlns:a16="http://schemas.microsoft.com/office/drawing/2014/main" id="{23134A90-08FF-4D32-E053-D7C3E13D3A0E}"/>
              </a:ext>
            </a:extLst>
          </p:cNvPr>
          <p:cNvSpPr txBox="1"/>
          <p:nvPr>
            <p:custDataLst>
              <p:tags r:id="rId3"/>
            </p:custDataLst>
          </p:nvPr>
        </p:nvSpPr>
        <p:spPr>
          <a:xfrm>
            <a:off x="11516810" y="4838218"/>
            <a:ext cx="0" cy="0"/>
          </a:xfrm>
          <a:prstGeom prst="rect">
            <a:avLst/>
          </a:prstGeom>
        </p:spPr>
        <p:txBody>
          <a:bodyPr vert="horz" wrap="none" lIns="91440" tIns="45720" rIns="91440" bIns="45720" rtlCol="0">
            <a:normAutofit fontScale="25000" lnSpcReduction="20000"/>
          </a:bodyPr>
          <a:lstStyle/>
          <a:p>
            <a:pPr marL="154800" indent="-154800">
              <a:buClr>
                <a:schemeClr val="accent2"/>
              </a:buClr>
              <a:buSzPct val="125000"/>
              <a:buFont typeface="Arial" panose="020B0604020202020204" pitchFamily="34" charset="0"/>
              <a:buChar char="•"/>
            </a:pPr>
            <a:endParaRPr lang="fr-FR" sz="1670" dirty="0"/>
          </a:p>
        </p:txBody>
      </p:sp>
      <p:sp>
        <p:nvSpPr>
          <p:cNvPr id="7" name="Espace réservé du texte 5">
            <a:extLst>
              <a:ext uri="{FF2B5EF4-FFF2-40B4-BE49-F238E27FC236}">
                <a16:creationId xmlns:a16="http://schemas.microsoft.com/office/drawing/2014/main" id="{4C5258BC-9952-EDB7-4D6E-B399C8AA7D26}"/>
              </a:ext>
            </a:extLst>
          </p:cNvPr>
          <p:cNvSpPr txBox="1">
            <a:spLocks/>
          </p:cNvSpPr>
          <p:nvPr>
            <p:custDataLst>
              <p:tags r:id="rId4"/>
            </p:custDataLst>
          </p:nvPr>
        </p:nvSpPr>
        <p:spPr>
          <a:xfrm>
            <a:off x="1735138" y="1524000"/>
            <a:ext cx="9155112" cy="4854766"/>
          </a:xfrm>
          <a:prstGeom prst="rect">
            <a:avLst/>
          </a:prstGeom>
        </p:spPr>
        <p:txBody>
          <a:bodyPr vert="horz" lIns="91440" tIns="45720" rIns="91440" bIns="45720" rtlCol="0" anchor="ctr">
            <a:normAutofit/>
          </a:bodyPr>
          <a:lstStyle>
            <a:lvl1pPr marL="114300" indent="-228600" algn="l" defTabSz="914400" rtl="0" eaLnBrk="1" latinLnBrk="0" hangingPunct="1">
              <a:lnSpc>
                <a:spcPct val="150000"/>
              </a:lnSpc>
              <a:spcBef>
                <a:spcPts val="1200"/>
              </a:spcBef>
              <a:buClr>
                <a:srgbClr val="888B8D"/>
              </a:buClr>
              <a:buSzPct val="125000"/>
              <a:buFont typeface="Wingdings" panose="05000000000000000000" pitchFamily="2" charset="2"/>
              <a:buChar char="§"/>
              <a:defRPr lang="fr-FR" sz="2400" b="0" i="0" kern="1200" smtClean="0">
                <a:solidFill>
                  <a:schemeClr val="bg2">
                    <a:lumMod val="25000"/>
                  </a:schemeClr>
                </a:solidFill>
                <a:latin typeface="Visby CF Medium" pitchFamily="50" charset="0"/>
                <a:ea typeface="+mn-ea"/>
                <a:cs typeface="Cordia New" panose="020B0304020202020204" pitchFamily="34" charset="-34"/>
              </a:defRPr>
            </a:lvl1pPr>
            <a:lvl2pPr marL="658606" indent="-228600" algn="l" defTabSz="914400" rtl="0" eaLnBrk="1" latinLnBrk="0" hangingPunct="1">
              <a:lnSpc>
                <a:spcPct val="150000"/>
              </a:lnSpc>
              <a:spcBef>
                <a:spcPts val="1200"/>
              </a:spcBef>
              <a:buClr>
                <a:srgbClr val="888B8D"/>
              </a:buClr>
              <a:buSzPct val="125000"/>
              <a:buFont typeface="Wingdings" panose="05000000000000000000" pitchFamily="2" charset="2"/>
              <a:buChar char="§"/>
              <a:defRPr lang="fr-FR" sz="2400" b="0" i="0" kern="1200" smtClean="0">
                <a:solidFill>
                  <a:schemeClr val="bg2">
                    <a:lumMod val="25000"/>
                  </a:schemeClr>
                </a:solidFill>
                <a:latin typeface="Visby CF Medium" pitchFamily="50" charset="0"/>
                <a:ea typeface="+mn-ea"/>
                <a:cs typeface="Cordia New" panose="020B0304020202020204" pitchFamily="34" charset="-34"/>
              </a:defRPr>
            </a:lvl2pPr>
            <a:lvl3pPr marL="1017157" indent="-228600" algn="l" defTabSz="914400" rtl="0" eaLnBrk="1" latinLnBrk="0" hangingPunct="1">
              <a:lnSpc>
                <a:spcPct val="150000"/>
              </a:lnSpc>
              <a:spcBef>
                <a:spcPts val="1200"/>
              </a:spcBef>
              <a:buClr>
                <a:srgbClr val="888B8D"/>
              </a:buClr>
              <a:buSzPct val="125000"/>
              <a:buFont typeface="Wingdings" panose="05000000000000000000" pitchFamily="2" charset="2"/>
              <a:buChar char="§"/>
              <a:defRPr lang="fr-FR" sz="2400" b="0" i="0" kern="1200" smtClean="0">
                <a:solidFill>
                  <a:schemeClr val="bg2">
                    <a:lumMod val="25000"/>
                  </a:schemeClr>
                </a:solidFill>
                <a:latin typeface="Visby CF Medium" pitchFamily="50" charset="0"/>
                <a:ea typeface="+mn-ea"/>
                <a:cs typeface="Cordia New" panose="020B0304020202020204" pitchFamily="34" charset="-34"/>
              </a:defRPr>
            </a:lvl3pPr>
            <a:lvl4pPr marL="1371389" indent="-228600" algn="l" defTabSz="914400" rtl="0" eaLnBrk="1" latinLnBrk="0" hangingPunct="1">
              <a:lnSpc>
                <a:spcPct val="150000"/>
              </a:lnSpc>
              <a:spcBef>
                <a:spcPts val="1200"/>
              </a:spcBef>
              <a:buClr>
                <a:srgbClr val="888B8D"/>
              </a:buClr>
              <a:buSzPct val="125000"/>
              <a:buFont typeface="Wingdings" panose="05000000000000000000" pitchFamily="2" charset="2"/>
              <a:buChar char="§"/>
              <a:defRPr lang="fr-FR" sz="2400" b="0" i="0" kern="1200" smtClean="0">
                <a:solidFill>
                  <a:schemeClr val="bg2">
                    <a:lumMod val="25000"/>
                  </a:schemeClr>
                </a:solidFill>
                <a:latin typeface="Visby CF Medium" pitchFamily="50" charset="0"/>
                <a:ea typeface="+mn-ea"/>
                <a:cs typeface="Cordia New" panose="020B0304020202020204" pitchFamily="34" charset="-34"/>
              </a:defRPr>
            </a:lvl4pPr>
            <a:lvl5pPr marL="1729940" indent="-228600" algn="l" defTabSz="914400" rtl="0" eaLnBrk="1" latinLnBrk="0" hangingPunct="1">
              <a:lnSpc>
                <a:spcPct val="150000"/>
              </a:lnSpc>
              <a:spcBef>
                <a:spcPts val="1200"/>
              </a:spcBef>
              <a:buClr>
                <a:srgbClr val="888B8D"/>
              </a:buClr>
              <a:buSzPct val="125000"/>
              <a:buFont typeface="Wingdings" panose="05000000000000000000" pitchFamily="2" charset="2"/>
              <a:buChar char="§"/>
              <a:defRPr lang="fr-CA" sz="2400" b="0" i="0" kern="1200">
                <a:solidFill>
                  <a:schemeClr val="bg2">
                    <a:lumMod val="25000"/>
                  </a:schemeClr>
                </a:solidFill>
                <a:latin typeface="Visby CF Medium" pitchFamily="50" charset="0"/>
                <a:ea typeface="+mn-ea"/>
                <a:cs typeface="Cordia New" panose="020B0304020202020204" pitchFamily="34" charset="-34"/>
              </a:defRPr>
            </a:lvl5pPr>
            <a:lvl6pPr marL="3017445"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66071"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114697"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63323" indent="-274313" algn="l" defTabSz="1097253"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342900" indent="-342900"/>
            <a:endParaRPr lang="fr-CA" dirty="0"/>
          </a:p>
        </p:txBody>
      </p:sp>
    </p:spTree>
    <p:extLst>
      <p:ext uri="{BB962C8B-B14F-4D97-AF65-F5344CB8AC3E}">
        <p14:creationId xmlns:p14="http://schemas.microsoft.com/office/powerpoint/2010/main" val="304728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F9362C0-2829-ACDB-AA22-1283B013662D}"/>
              </a:ext>
            </a:extLst>
          </p:cNvPr>
          <p:cNvSpPr/>
          <p:nvPr>
            <p:custDataLst>
              <p:tags r:id="rId1"/>
            </p:custDataLst>
          </p:nvPr>
        </p:nvSpPr>
        <p:spPr>
          <a:xfrm>
            <a:off x="632589" y="1682684"/>
            <a:ext cx="2412000" cy="4146867"/>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rPr>
              <a:t>Retours</a:t>
            </a:r>
            <a:endParaRPr kumimoji="0" lang="fr-FR" sz="2000" b="0" i="0" u="none" strike="noStrike" kern="1200" cap="none" spc="0" normalizeH="0" baseline="0" noProof="0">
              <a:ln>
                <a:noFill/>
              </a:ln>
              <a:solidFill>
                <a:srgbClr val="FFFFFF"/>
              </a:solidFill>
              <a:effectLst/>
              <a:uLnTx/>
              <a:uFillTx/>
              <a:latin typeface="Visby CF" pitchFamily="2" charset="77"/>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fr-CA" sz="2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a:t>
            </a:r>
          </a:p>
        </p:txBody>
      </p:sp>
      <p:sp>
        <p:nvSpPr>
          <p:cNvPr id="13" name="Rectangle 12">
            <a:extLst>
              <a:ext uri="{FF2B5EF4-FFF2-40B4-BE49-F238E27FC236}">
                <a16:creationId xmlns:a16="http://schemas.microsoft.com/office/drawing/2014/main" id="{196C7B5C-9624-E32C-7A7E-C962357C05E1}"/>
              </a:ext>
            </a:extLst>
          </p:cNvPr>
          <p:cNvSpPr/>
          <p:nvPr>
            <p:custDataLst>
              <p:tags r:id="rId2"/>
            </p:custDataLst>
          </p:nvPr>
        </p:nvSpPr>
        <p:spPr>
          <a:xfrm>
            <a:off x="3470805" y="1682683"/>
            <a:ext cx="2412000" cy="4146868"/>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2800" b="1">
                <a:solidFill>
                  <a:srgbClr val="FFFFFF"/>
                </a:solidFill>
                <a:latin typeface="Visby CF Bold" pitchFamily="2" charset="77"/>
              </a:rPr>
              <a:t>Assimilation		</a:t>
            </a:r>
            <a:endPar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endParaRPr>
          </a:p>
        </p:txBody>
      </p:sp>
      <p:sp>
        <p:nvSpPr>
          <p:cNvPr id="14" name="Rectangle 13">
            <a:extLst>
              <a:ext uri="{FF2B5EF4-FFF2-40B4-BE49-F238E27FC236}">
                <a16:creationId xmlns:a16="http://schemas.microsoft.com/office/drawing/2014/main" id="{FA6FB75D-3E61-AD34-6FFA-05ACFDE172AE}"/>
              </a:ext>
            </a:extLst>
          </p:cNvPr>
          <p:cNvSpPr/>
          <p:nvPr>
            <p:custDataLst>
              <p:tags r:id="rId3"/>
            </p:custDataLst>
          </p:nvPr>
        </p:nvSpPr>
        <p:spPr>
          <a:xfrm>
            <a:off x="6309021" y="1682686"/>
            <a:ext cx="2412000" cy="4146865"/>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rPr>
              <a:t>Application</a:t>
            </a:r>
          </a:p>
        </p:txBody>
      </p:sp>
      <p:sp>
        <p:nvSpPr>
          <p:cNvPr id="3" name="Rectangle 2">
            <a:extLst>
              <a:ext uri="{FF2B5EF4-FFF2-40B4-BE49-F238E27FC236}">
                <a16:creationId xmlns:a16="http://schemas.microsoft.com/office/drawing/2014/main" id="{BBF1055A-20CF-0B6B-D89D-9652A2A30790}"/>
              </a:ext>
            </a:extLst>
          </p:cNvPr>
          <p:cNvSpPr/>
          <p:nvPr>
            <p:custDataLst>
              <p:tags r:id="rId4"/>
            </p:custDataLst>
          </p:nvPr>
        </p:nvSpPr>
        <p:spPr>
          <a:xfrm>
            <a:off x="9147238" y="1682683"/>
            <a:ext cx="2412000" cy="4146865"/>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tIns="120000" bIns="120000" rtlCol="0" anchor="t"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lang="fr-FR" sz="2800" b="1">
                <a:solidFill>
                  <a:srgbClr val="FFFFFF"/>
                </a:solidFill>
                <a:latin typeface="Visby CF Bold" pitchFamily="2" charset="77"/>
              </a:rPr>
              <a:t>Synthèse</a:t>
            </a:r>
            <a:endParaRPr kumimoji="0" lang="fr-FR" sz="2800" b="1" i="0" u="none" strike="noStrike" kern="1200" cap="none" spc="0" normalizeH="0" baseline="0" noProof="0">
              <a:ln>
                <a:noFill/>
              </a:ln>
              <a:solidFill>
                <a:srgbClr val="FFFFFF"/>
              </a:solidFill>
              <a:effectLst/>
              <a:uLnTx/>
              <a:uFillTx/>
              <a:latin typeface="Visby CF Bold" pitchFamily="2" charset="77"/>
              <a:ea typeface="+mn-ea"/>
              <a:cs typeface="+mn-cs"/>
            </a:endParaRPr>
          </a:p>
        </p:txBody>
      </p:sp>
      <p:grpSp>
        <p:nvGrpSpPr>
          <p:cNvPr id="15" name="Groupe 14">
            <a:extLst>
              <a:ext uri="{FF2B5EF4-FFF2-40B4-BE49-F238E27FC236}">
                <a16:creationId xmlns:a16="http://schemas.microsoft.com/office/drawing/2014/main" id="{966AC80C-BE47-1E26-7AFA-3454B7C7F419}"/>
              </a:ext>
            </a:extLst>
          </p:cNvPr>
          <p:cNvGrpSpPr/>
          <p:nvPr>
            <p:custDataLst>
              <p:tags r:id="rId5"/>
            </p:custDataLst>
          </p:nvPr>
        </p:nvGrpSpPr>
        <p:grpSpPr>
          <a:xfrm>
            <a:off x="2450968" y="4817097"/>
            <a:ext cx="9108442" cy="358219"/>
            <a:chOff x="2450968" y="4817097"/>
            <a:chExt cx="9108442" cy="358219"/>
          </a:xfrm>
        </p:grpSpPr>
        <p:sp>
          <p:nvSpPr>
            <p:cNvPr id="16" name="Rectangle 15">
              <a:extLst>
                <a:ext uri="{FF2B5EF4-FFF2-40B4-BE49-F238E27FC236}">
                  <a16:creationId xmlns:a16="http://schemas.microsoft.com/office/drawing/2014/main" id="{04339CBF-4B9B-87B6-225F-8AD007CBC3C3}"/>
                </a:ext>
              </a:extLst>
            </p:cNvPr>
            <p:cNvSpPr/>
            <p:nvPr/>
          </p:nvSpPr>
          <p:spPr>
            <a:xfrm>
              <a:off x="2450969" y="4817097"/>
              <a:ext cx="9108441" cy="358219"/>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2CD54A37-571F-664D-CD64-67C1D3BB6BE1}"/>
                </a:ext>
              </a:extLst>
            </p:cNvPr>
            <p:cNvSpPr/>
            <p:nvPr/>
          </p:nvSpPr>
          <p:spPr>
            <a:xfrm>
              <a:off x="2450968" y="4817097"/>
              <a:ext cx="381065" cy="358219"/>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sp>
        <p:nvSpPr>
          <p:cNvPr id="2" name="Title 1">
            <a:extLst>
              <a:ext uri="{FF2B5EF4-FFF2-40B4-BE49-F238E27FC236}">
                <a16:creationId xmlns:a16="http://schemas.microsoft.com/office/drawing/2014/main" id="{54660ED4-0EF0-C337-B774-2C8748F714B7}"/>
              </a:ext>
            </a:extLst>
          </p:cNvPr>
          <p:cNvSpPr>
            <a:spLocks noGrp="1"/>
          </p:cNvSpPr>
          <p:nvPr>
            <p:ph type="title"/>
            <p:custDataLst>
              <p:tags r:id="rId6"/>
            </p:custDataLst>
          </p:nvPr>
        </p:nvSpPr>
        <p:spPr>
          <a:xfrm>
            <a:off x="492509" y="302168"/>
            <a:ext cx="10915200" cy="987552"/>
          </a:xfrm>
        </p:spPr>
        <p:txBody>
          <a:bodyPr/>
          <a:lstStyle/>
          <a:p>
            <a:r>
              <a:rPr lang="en-US">
                <a:solidFill>
                  <a:schemeClr val="tx2"/>
                </a:solidFill>
                <a:latin typeface="Visby Slab CF Bold" panose="00000800000000000000" pitchFamily="50" charset="0"/>
              </a:rPr>
              <a:t>Plan de la séance</a:t>
            </a:r>
            <a:endParaRPr lang="en-US" sz="5400" dirty="0">
              <a:solidFill>
                <a:schemeClr val="accent3"/>
              </a:solidFill>
              <a:latin typeface="Visby Slab CF Bold" panose="00000800000000000000" pitchFamily="50" charset="0"/>
            </a:endParaRPr>
          </a:p>
        </p:txBody>
      </p:sp>
    </p:spTree>
    <p:extLst>
      <p:ext uri="{BB962C8B-B14F-4D97-AF65-F5344CB8AC3E}">
        <p14:creationId xmlns:p14="http://schemas.microsoft.com/office/powerpoint/2010/main" val="3488971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0C662E-E37C-5ED5-98E0-1F62E426803D}"/>
              </a:ext>
            </a:extLst>
          </p:cNvPr>
          <p:cNvSpPr>
            <a:spLocks noGrp="1"/>
          </p:cNvSpPr>
          <p:nvPr>
            <p:ph type="title"/>
            <p:custDataLst>
              <p:tags r:id="rId1"/>
            </p:custDataLst>
          </p:nvPr>
        </p:nvSpPr>
        <p:spPr/>
        <p:txBody>
          <a:bodyPr/>
          <a:lstStyle/>
          <a:p>
            <a:r>
              <a:rPr lang="fr-CA" dirty="0"/>
              <a:t>Retour sur la séance 5</a:t>
            </a:r>
            <a:endParaRPr lang="fr-FR" dirty="0"/>
          </a:p>
        </p:txBody>
      </p:sp>
    </p:spTree>
    <p:extLst>
      <p:ext uri="{BB962C8B-B14F-4D97-AF65-F5344CB8AC3E}">
        <p14:creationId xmlns:p14="http://schemas.microsoft.com/office/powerpoint/2010/main" val="3218449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593B82-2C71-B568-61A6-E30781BD1F42}"/>
              </a:ext>
            </a:extLst>
          </p:cNvPr>
          <p:cNvSpPr>
            <a:spLocks noGrp="1"/>
          </p:cNvSpPr>
          <p:nvPr>
            <p:ph type="title"/>
            <p:custDataLst>
              <p:tags r:id="rId1"/>
            </p:custDataLst>
          </p:nvPr>
        </p:nvSpPr>
        <p:spPr/>
        <p:txBody>
          <a:bodyPr/>
          <a:lstStyle/>
          <a:p>
            <a:r>
              <a:rPr lang="fr-CA" dirty="0"/>
              <a:t>Retour sur les exemples de cybersécurité</a:t>
            </a:r>
          </a:p>
        </p:txBody>
      </p:sp>
      <p:sp>
        <p:nvSpPr>
          <p:cNvPr id="3" name="Espace réservé du contenu 2">
            <a:extLst>
              <a:ext uri="{FF2B5EF4-FFF2-40B4-BE49-F238E27FC236}">
                <a16:creationId xmlns:a16="http://schemas.microsoft.com/office/drawing/2014/main" id="{8373F6AB-4FCD-91A2-9651-34522999024D}"/>
              </a:ext>
            </a:extLst>
          </p:cNvPr>
          <p:cNvSpPr>
            <a:spLocks noGrp="1"/>
          </p:cNvSpPr>
          <p:nvPr>
            <p:ph idx="1"/>
            <p:custDataLst>
              <p:tags r:id="rId2"/>
            </p:custDataLst>
          </p:nvPr>
        </p:nvSpPr>
        <p:spPr/>
        <p:txBody>
          <a:bodyPr anchor="ctr"/>
          <a:lstStyle/>
          <a:p>
            <a:r>
              <a:rPr lang="fr-CA" dirty="0"/>
              <a:t>Suite des discussions de la fin de </a:t>
            </a:r>
            <a:r>
              <a:rPr lang="fr-CA"/>
              <a:t>la séance 5</a:t>
            </a:r>
            <a:endParaRPr lang="fr-CA" dirty="0"/>
          </a:p>
          <a:p>
            <a:r>
              <a:rPr lang="fr-CA" dirty="0"/>
              <a:t>Ce </a:t>
            </a:r>
            <a:r>
              <a:rPr lang="fr-CA"/>
              <a:t>qu’on retient?</a:t>
            </a:r>
            <a:endParaRPr lang="fr-CA" dirty="0"/>
          </a:p>
          <a:p>
            <a:r>
              <a:rPr lang="fr-CA" dirty="0"/>
              <a:t>Enjeux</a:t>
            </a:r>
          </a:p>
          <a:p>
            <a:pPr lvl="1"/>
            <a:r>
              <a:rPr lang="fr-CA" dirty="0"/>
              <a:t>Cybersécurité et Gestion 	</a:t>
            </a:r>
          </a:p>
          <a:p>
            <a:pPr lvl="1"/>
            <a:r>
              <a:rPr lang="fr-CA" dirty="0"/>
              <a:t>Cybersécurité et TI</a:t>
            </a:r>
          </a:p>
          <a:p>
            <a:pPr lvl="1"/>
            <a:endParaRPr lang="fr-CA" dirty="0"/>
          </a:p>
          <a:p>
            <a:pPr lvl="1"/>
            <a:endParaRPr lang="fr-CA" dirty="0"/>
          </a:p>
          <a:p>
            <a:pPr lvl="1"/>
            <a:endParaRPr lang="fr-CA" dirty="0"/>
          </a:p>
        </p:txBody>
      </p:sp>
    </p:spTree>
    <p:extLst>
      <p:ext uri="{BB962C8B-B14F-4D97-AF65-F5344CB8AC3E}">
        <p14:creationId xmlns:p14="http://schemas.microsoft.com/office/powerpoint/2010/main" val="2023401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9EE13F-D03B-5ECC-58EC-EC61F0368BE4}"/>
              </a:ext>
            </a:extLst>
          </p:cNvPr>
          <p:cNvSpPr>
            <a:spLocks noGrp="1"/>
          </p:cNvSpPr>
          <p:nvPr>
            <p:ph type="title"/>
            <p:custDataLst>
              <p:tags r:id="rId1"/>
            </p:custDataLst>
          </p:nvPr>
        </p:nvSpPr>
        <p:spPr/>
        <p:txBody>
          <a:bodyPr>
            <a:normAutofit/>
          </a:bodyPr>
          <a:lstStyle/>
          <a:p>
            <a:r>
              <a:rPr lang="fr-CA" dirty="0"/>
              <a:t>Enjeux</a:t>
            </a:r>
          </a:p>
        </p:txBody>
      </p:sp>
      <p:sp>
        <p:nvSpPr>
          <p:cNvPr id="3" name="Espace réservé du contenu 2">
            <a:extLst>
              <a:ext uri="{FF2B5EF4-FFF2-40B4-BE49-F238E27FC236}">
                <a16:creationId xmlns:a16="http://schemas.microsoft.com/office/drawing/2014/main" id="{45E7FBA7-FBB4-3444-4890-96E34C17116C}"/>
              </a:ext>
            </a:extLst>
          </p:cNvPr>
          <p:cNvSpPr>
            <a:spLocks noGrp="1"/>
          </p:cNvSpPr>
          <p:nvPr>
            <p:ph idx="1"/>
            <p:custDataLst>
              <p:tags r:id="rId2"/>
            </p:custDataLst>
          </p:nvPr>
        </p:nvSpPr>
        <p:spPr/>
        <p:txBody>
          <a:bodyPr anchor="ctr"/>
          <a:lstStyle/>
          <a:p>
            <a:r>
              <a:rPr lang="fr-CA" dirty="0"/>
              <a:t>Une menace réelle pour toutes les organisations</a:t>
            </a:r>
          </a:p>
          <a:p>
            <a:r>
              <a:rPr lang="fr-CA" dirty="0"/>
              <a:t>Peu avoir des impacts très importants</a:t>
            </a:r>
          </a:p>
          <a:p>
            <a:r>
              <a:rPr lang="fr-CA" dirty="0"/>
              <a:t>On doit avoir un cyber-hygiène et cyber-résilience</a:t>
            </a:r>
          </a:p>
          <a:p>
            <a:r>
              <a:rPr lang="fr-CA"/>
              <a:t>On est </a:t>
            </a:r>
            <a:r>
              <a:rPr lang="fr-CA" dirty="0"/>
              <a:t>tous responsables de nos actions et des actions de notre organisation</a:t>
            </a:r>
          </a:p>
          <a:p>
            <a:endParaRPr lang="fr-CA" dirty="0"/>
          </a:p>
          <a:p>
            <a:endParaRPr lang="fr-CA" dirty="0"/>
          </a:p>
          <a:p>
            <a:endParaRPr lang="fr-CA" dirty="0"/>
          </a:p>
        </p:txBody>
      </p:sp>
    </p:spTree>
    <p:extLst>
      <p:ext uri="{BB962C8B-B14F-4D97-AF65-F5344CB8AC3E}">
        <p14:creationId xmlns:p14="http://schemas.microsoft.com/office/powerpoint/2010/main" val="2866336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927D7-4428-428D-82BF-FBC554F4A80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BADD7DE-746A-160E-4629-0870097B423B}"/>
              </a:ext>
            </a:extLst>
          </p:cNvPr>
          <p:cNvSpPr>
            <a:spLocks noGrp="1"/>
          </p:cNvSpPr>
          <p:nvPr>
            <p:ph type="title"/>
            <p:custDataLst>
              <p:tags r:id="rId1"/>
            </p:custDataLst>
          </p:nvPr>
        </p:nvSpPr>
        <p:spPr/>
        <p:txBody>
          <a:bodyPr/>
          <a:lstStyle/>
          <a:p>
            <a:r>
              <a:rPr lang="fr-CA" dirty="0"/>
              <a:t>Retour </a:t>
            </a:r>
            <a:r>
              <a:rPr lang="fr-CA"/>
              <a:t>sur le parcours</a:t>
            </a:r>
            <a:endParaRPr lang="fr-FR" dirty="0"/>
          </a:p>
        </p:txBody>
      </p:sp>
    </p:spTree>
    <p:extLst>
      <p:ext uri="{BB962C8B-B14F-4D97-AF65-F5344CB8AC3E}">
        <p14:creationId xmlns:p14="http://schemas.microsoft.com/office/powerpoint/2010/main" val="1425520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6045D9-6364-5147-01CA-3E7F0CE10F28}"/>
              </a:ext>
            </a:extLst>
          </p:cNvPr>
          <p:cNvSpPr>
            <a:spLocks noGrp="1"/>
          </p:cNvSpPr>
          <p:nvPr>
            <p:ph type="title"/>
            <p:custDataLst>
              <p:tags r:id="rId1"/>
            </p:custDataLst>
          </p:nvPr>
        </p:nvSpPr>
        <p:spPr/>
        <p:txBody>
          <a:bodyPr/>
          <a:lstStyle/>
          <a:p>
            <a:r>
              <a:rPr lang="fr-FR" dirty="0"/>
              <a:t>D</a:t>
            </a:r>
            <a:r>
              <a:rPr lang="fr-CA" dirty="0"/>
              <a:t>u processus à l'algorithme</a:t>
            </a:r>
            <a:endParaRPr lang="fr-FR" dirty="0"/>
          </a:p>
        </p:txBody>
      </p:sp>
      <p:sp>
        <p:nvSpPr>
          <p:cNvPr id="3" name="Espace réservé du contenu 2">
            <a:extLst>
              <a:ext uri="{FF2B5EF4-FFF2-40B4-BE49-F238E27FC236}">
                <a16:creationId xmlns:a16="http://schemas.microsoft.com/office/drawing/2014/main" id="{2C4E19CC-B0FD-0CCA-DE79-152FF4988CFB}"/>
              </a:ext>
            </a:extLst>
          </p:cNvPr>
          <p:cNvSpPr>
            <a:spLocks noGrp="1"/>
          </p:cNvSpPr>
          <p:nvPr>
            <p:ph idx="1"/>
            <p:custDataLst>
              <p:tags r:id="rId2"/>
            </p:custDataLst>
          </p:nvPr>
        </p:nvSpPr>
        <p:spPr/>
        <p:txBody>
          <a:bodyPr anchor="ctr"/>
          <a:lstStyle/>
          <a:p>
            <a:pPr>
              <a:spcAft>
                <a:spcPts val="1200"/>
              </a:spcAft>
            </a:pPr>
            <a:r>
              <a:rPr lang="fr-CA"/>
              <a:t>Selon le parcours d’apprentissage, qu’est-ce </a:t>
            </a:r>
            <a:r>
              <a:rPr lang="fr-CA" dirty="0"/>
              <a:t>qui distingue un </a:t>
            </a:r>
            <a:r>
              <a:rPr lang="fr-CA"/>
              <a:t>processus d’affaires d’un </a:t>
            </a:r>
            <a:r>
              <a:rPr lang="fr-CA" dirty="0"/>
              <a:t>algorithme?</a:t>
            </a:r>
          </a:p>
          <a:p>
            <a:pPr>
              <a:spcAft>
                <a:spcPts val="1200"/>
              </a:spcAft>
            </a:pPr>
            <a:r>
              <a:rPr lang="fr-CA" dirty="0"/>
              <a:t>Donnez un </a:t>
            </a:r>
            <a:r>
              <a:rPr lang="fr-CA"/>
              <a:t>exemple d’activité </a:t>
            </a:r>
            <a:r>
              <a:rPr lang="fr-CA" dirty="0"/>
              <a:t>du processus de la pizzeria qui pourrait être codée comme un algorithme.</a:t>
            </a:r>
          </a:p>
          <a:p>
            <a:pPr>
              <a:spcAft>
                <a:spcPts val="1200"/>
              </a:spcAft>
            </a:pPr>
            <a:endParaRPr lang="fr-CA" dirty="0"/>
          </a:p>
          <a:p>
            <a:pPr>
              <a:spcAft>
                <a:spcPts val="1200"/>
              </a:spcAft>
            </a:pPr>
            <a:endParaRPr lang="fr-FR" dirty="0"/>
          </a:p>
        </p:txBody>
      </p:sp>
      <p:sp>
        <p:nvSpPr>
          <p:cNvPr id="4" name="ZoneTexte 3">
            <a:extLst>
              <a:ext uri="{FF2B5EF4-FFF2-40B4-BE49-F238E27FC236}">
                <a16:creationId xmlns:a16="http://schemas.microsoft.com/office/drawing/2014/main" id="{945348C8-0A7F-BB04-E9DE-FACF365711FD}"/>
              </a:ext>
            </a:extLst>
          </p:cNvPr>
          <p:cNvSpPr txBox="1"/>
          <p:nvPr>
            <p:custDataLst>
              <p:tags r:id="rId3"/>
            </p:custDataLst>
          </p:nvPr>
        </p:nvSpPr>
        <p:spPr>
          <a:xfrm>
            <a:off x="605482" y="4622448"/>
            <a:ext cx="10787447" cy="1218282"/>
          </a:xfrm>
          <a:prstGeom prst="rect">
            <a:avLst/>
          </a:prstGeom>
          <a:noFill/>
        </p:spPr>
        <p:txBody>
          <a:bodyPr wrap="square" rtlCol="0">
            <a:spAutoFit/>
          </a:bodyPr>
          <a:lstStyle/>
          <a:p>
            <a:pPr algn="ctr">
              <a:lnSpc>
                <a:spcPct val="200000"/>
              </a:lnSpc>
            </a:pPr>
            <a:r>
              <a:rPr lang="fr-CA" sz="2000" b="1" dirty="0">
                <a:solidFill>
                  <a:schemeClr val="accent4"/>
                </a:solidFill>
                <a:latin typeface="Visby Slab CF Bold" pitchFamily="2" charset="77"/>
              </a:rPr>
              <a:t>Un processus décrit ce que font les personnes. </a:t>
            </a:r>
          </a:p>
          <a:p>
            <a:pPr algn="ctr">
              <a:lnSpc>
                <a:spcPct val="200000"/>
              </a:lnSpc>
            </a:pPr>
            <a:r>
              <a:rPr lang="fr-CA" sz="2000" b="1" dirty="0">
                <a:solidFill>
                  <a:schemeClr val="accent4"/>
                </a:solidFill>
                <a:latin typeface="Visby Slab CF Bold" pitchFamily="2" charset="77"/>
              </a:rPr>
              <a:t>Un algorithme décrit ce que fait le système, selon des règles définies </a:t>
            </a:r>
            <a:r>
              <a:rPr lang="fr-CA" sz="2000" b="1">
                <a:solidFill>
                  <a:schemeClr val="accent4"/>
                </a:solidFill>
                <a:latin typeface="Visby Slab CF Bold" pitchFamily="2" charset="77"/>
              </a:rPr>
              <a:t>à l’avance</a:t>
            </a:r>
            <a:r>
              <a:rPr lang="fr-CA" sz="2000" b="1" dirty="0">
                <a:solidFill>
                  <a:schemeClr val="accent4"/>
                </a:solidFill>
                <a:latin typeface="Visby Slab CF Bold" pitchFamily="2" charset="77"/>
              </a:rPr>
              <a:t>.</a:t>
            </a:r>
            <a:endParaRPr lang="fr-FR" sz="2000" b="1" dirty="0">
              <a:solidFill>
                <a:schemeClr val="accent4"/>
              </a:solidFill>
              <a:latin typeface="Visby Slab CF Bold" pitchFamily="2" charset="77"/>
            </a:endParaRPr>
          </a:p>
        </p:txBody>
      </p:sp>
      <p:pic>
        <p:nvPicPr>
          <p:cNvPr id="5" name="Image 4" descr="Une image contenant Police, Graphique, capture d’écran, graphisme&#10;&#10;Description générée automatiquement">
            <a:extLst>
              <a:ext uri="{FF2B5EF4-FFF2-40B4-BE49-F238E27FC236}">
                <a16:creationId xmlns:a16="http://schemas.microsoft.com/office/drawing/2014/main" id="{D7577D89-B65A-5297-EF70-095C38DE6404}"/>
              </a:ext>
            </a:extLst>
          </p:cNvPr>
          <p:cNvPicPr>
            <a:picLocks noChangeAspect="1"/>
          </p:cNvPicPr>
          <p:nvPr>
            <p:custDataLst>
              <p:tags r:id="rId4"/>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852425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CC8C54-A00B-2CCF-06AF-5FC58E135DF3}"/>
              </a:ext>
            </a:extLst>
          </p:cNvPr>
          <p:cNvSpPr>
            <a:spLocks noGrp="1"/>
          </p:cNvSpPr>
          <p:nvPr>
            <p:ph type="title"/>
            <p:custDataLst>
              <p:tags r:id="rId1"/>
            </p:custDataLst>
          </p:nvPr>
        </p:nvSpPr>
        <p:spPr/>
        <p:txBody>
          <a:bodyPr/>
          <a:lstStyle/>
          <a:p>
            <a:r>
              <a:rPr lang="fr-CA" dirty="0"/>
              <a:t>Composantes d'un algorithme</a:t>
            </a:r>
            <a:endParaRPr lang="fr-FR" dirty="0"/>
          </a:p>
        </p:txBody>
      </p:sp>
      <p:sp>
        <p:nvSpPr>
          <p:cNvPr id="3" name="Espace réservé du contenu 2">
            <a:extLst>
              <a:ext uri="{FF2B5EF4-FFF2-40B4-BE49-F238E27FC236}">
                <a16:creationId xmlns:a16="http://schemas.microsoft.com/office/drawing/2014/main" id="{D4D9DF00-7D4C-9551-7ECA-94D9016AE031}"/>
              </a:ext>
            </a:extLst>
          </p:cNvPr>
          <p:cNvSpPr>
            <a:spLocks noGrp="1"/>
          </p:cNvSpPr>
          <p:nvPr>
            <p:ph idx="1"/>
            <p:custDataLst>
              <p:tags r:id="rId2"/>
            </p:custDataLst>
          </p:nvPr>
        </p:nvSpPr>
        <p:spPr>
          <a:xfrm>
            <a:off x="2323070" y="1017270"/>
            <a:ext cx="9669249" cy="5679922"/>
          </a:xfrm>
        </p:spPr>
        <p:txBody>
          <a:bodyPr anchor="ctr">
            <a:normAutofit/>
          </a:bodyPr>
          <a:lstStyle/>
          <a:p>
            <a:pPr marL="0" indent="0">
              <a:lnSpc>
                <a:spcPct val="300000"/>
              </a:lnSpc>
              <a:buNone/>
            </a:pPr>
            <a:r>
              <a:rPr lang="fr-CA" sz="2300"/>
              <a:t>lorsqu’une </a:t>
            </a:r>
            <a:r>
              <a:rPr lang="fr-CA" sz="2300" dirty="0"/>
              <a:t>commande passe au </a:t>
            </a:r>
            <a:r>
              <a:rPr lang="fr-CA" sz="2300"/>
              <a:t>statut «Livrée» </a:t>
            </a:r>
            <a:endParaRPr lang="fr-CA" sz="2300" dirty="0"/>
          </a:p>
          <a:p>
            <a:pPr marL="0" indent="0">
              <a:lnSpc>
                <a:spcPct val="300000"/>
              </a:lnSpc>
              <a:buNone/>
            </a:pPr>
            <a:r>
              <a:rPr lang="fr-CA" sz="2300" dirty="0"/>
              <a:t>si la date de livraison est vide </a:t>
            </a:r>
          </a:p>
          <a:p>
            <a:pPr marL="0" indent="0">
              <a:lnSpc>
                <a:spcPct val="300000"/>
              </a:lnSpc>
              <a:buNone/>
            </a:pPr>
            <a:r>
              <a:rPr lang="fr-CA" sz="2300" dirty="0"/>
              <a:t>inscrire la date du jour dans le champ </a:t>
            </a:r>
            <a:r>
              <a:rPr lang="fr-CA" sz="2300" dirty="0" err="1"/>
              <a:t>Date_Livraison</a:t>
            </a:r>
            <a:r>
              <a:rPr lang="fr-CA" sz="2300" dirty="0"/>
              <a:t> de la table Suivi</a:t>
            </a:r>
            <a:endParaRPr lang="fr-FR" sz="2300" dirty="0"/>
          </a:p>
        </p:txBody>
      </p:sp>
      <p:sp>
        <p:nvSpPr>
          <p:cNvPr id="4" name="Rectangle 3">
            <a:extLst>
              <a:ext uri="{FF2B5EF4-FFF2-40B4-BE49-F238E27FC236}">
                <a16:creationId xmlns:a16="http://schemas.microsoft.com/office/drawing/2014/main" id="{EC874571-92BB-0A5E-E6CA-287B8CDE539F}"/>
              </a:ext>
            </a:extLst>
          </p:cNvPr>
          <p:cNvSpPr/>
          <p:nvPr>
            <p:custDataLst>
              <p:tags r:id="rId3"/>
            </p:custDataLst>
          </p:nvPr>
        </p:nvSpPr>
        <p:spPr>
          <a:xfrm>
            <a:off x="345989" y="2582562"/>
            <a:ext cx="1890584" cy="593125"/>
          </a:xfrm>
          <a:prstGeom prst="rect">
            <a:avLst/>
          </a:prstGeom>
          <a:noFill/>
          <a:ln w="1905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789AA34A-9FB8-97C8-8C1F-F4EE62E64860}"/>
              </a:ext>
            </a:extLst>
          </p:cNvPr>
          <p:cNvSpPr/>
          <p:nvPr>
            <p:custDataLst>
              <p:tags r:id="rId4"/>
            </p:custDataLst>
          </p:nvPr>
        </p:nvSpPr>
        <p:spPr>
          <a:xfrm>
            <a:off x="345989" y="3634810"/>
            <a:ext cx="1890584" cy="593125"/>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85E388C5-DE8C-6365-3CF2-586349EDBD84}"/>
              </a:ext>
            </a:extLst>
          </p:cNvPr>
          <p:cNvSpPr/>
          <p:nvPr>
            <p:custDataLst>
              <p:tags r:id="rId5"/>
            </p:custDataLst>
          </p:nvPr>
        </p:nvSpPr>
        <p:spPr>
          <a:xfrm>
            <a:off x="345989" y="4689251"/>
            <a:ext cx="1890584" cy="59312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descr="Une image contenant Police, Graphique, capture d’écran, graphisme&#10;&#10;Description générée automatiquement">
            <a:extLst>
              <a:ext uri="{FF2B5EF4-FFF2-40B4-BE49-F238E27FC236}">
                <a16:creationId xmlns:a16="http://schemas.microsoft.com/office/drawing/2014/main" id="{56DBFA8F-AE06-854F-BB64-3E3ECB245987}"/>
              </a:ext>
            </a:extLst>
          </p:cNvPr>
          <p:cNvPicPr>
            <a:picLocks noChangeAspect="1"/>
          </p:cNvPicPr>
          <p:nvPr>
            <p:custDataLst>
              <p:tags r:id="rId6"/>
            </p:custDataLst>
          </p:nvPr>
        </p:nvPicPr>
        <p:blipFill>
          <a:blip r:embed="rId9">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9255806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66C4A8-6D56-A1BF-DF62-454577604D49}"/>
              </a:ext>
            </a:extLst>
          </p:cNvPr>
          <p:cNvSpPr>
            <a:spLocks noGrp="1"/>
          </p:cNvSpPr>
          <p:nvPr>
            <p:ph type="title"/>
            <p:custDataLst>
              <p:tags r:id="rId1"/>
            </p:custDataLst>
          </p:nvPr>
        </p:nvSpPr>
        <p:spPr/>
        <p:txBody>
          <a:bodyPr/>
          <a:lstStyle/>
          <a:p>
            <a:r>
              <a:rPr lang="fr-CA" dirty="0"/>
              <a:t>Composantes d’un algorithme</a:t>
            </a:r>
          </a:p>
        </p:txBody>
      </p:sp>
      <p:pic>
        <p:nvPicPr>
          <p:cNvPr id="4" name="Image 3">
            <a:extLst>
              <a:ext uri="{FF2B5EF4-FFF2-40B4-BE49-F238E27FC236}">
                <a16:creationId xmlns:a16="http://schemas.microsoft.com/office/drawing/2014/main" id="{A263356A-665B-05EB-E32C-2C2F7E83BE37}"/>
              </a:ext>
            </a:extLst>
          </p:cNvPr>
          <p:cNvPicPr>
            <a:picLocks noChangeAspect="1"/>
          </p:cNvPicPr>
          <p:nvPr>
            <p:custDataLst>
              <p:tags r:id="rId2"/>
            </p:custDataLst>
          </p:nvPr>
        </p:nvPicPr>
        <p:blipFill>
          <a:blip r:embed="rId6"/>
          <a:stretch>
            <a:fillRect/>
          </a:stretch>
        </p:blipFill>
        <p:spPr>
          <a:xfrm>
            <a:off x="594093" y="1217539"/>
            <a:ext cx="10664301" cy="3079084"/>
          </a:xfrm>
          <a:prstGeom prst="rect">
            <a:avLst/>
          </a:prstGeom>
        </p:spPr>
      </p:pic>
      <p:pic>
        <p:nvPicPr>
          <p:cNvPr id="5" name="Image 4" descr="Une image contenant Police, Graphique, capture d’écran, graphisme&#10;&#10;Description générée automatiquement">
            <a:extLst>
              <a:ext uri="{FF2B5EF4-FFF2-40B4-BE49-F238E27FC236}">
                <a16:creationId xmlns:a16="http://schemas.microsoft.com/office/drawing/2014/main" id="{A49CF316-64BB-2759-A79F-F78AFC7D9D82}"/>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graphicFrame>
        <p:nvGraphicFramePr>
          <p:cNvPr id="6" name="Tableau 5">
            <a:extLst>
              <a:ext uri="{FF2B5EF4-FFF2-40B4-BE49-F238E27FC236}">
                <a16:creationId xmlns:a16="http://schemas.microsoft.com/office/drawing/2014/main" id="{332309CD-85D3-39C1-B766-32F1EF663BF8}"/>
              </a:ext>
            </a:extLst>
          </p:cNvPr>
          <p:cNvGraphicFramePr>
            <a:graphicFrameLocks noGrp="1"/>
          </p:cNvGraphicFramePr>
          <p:nvPr>
            <p:custDataLst>
              <p:tags r:id="rId4"/>
            </p:custDataLst>
            <p:extLst>
              <p:ext uri="{D42A27DB-BD31-4B8C-83A1-F6EECF244321}">
                <p14:modId xmlns:p14="http://schemas.microsoft.com/office/powerpoint/2010/main" val="876526473"/>
              </p:ext>
            </p:extLst>
          </p:nvPr>
        </p:nvGraphicFramePr>
        <p:xfrm>
          <a:off x="1036124" y="4624242"/>
          <a:ext cx="9780237" cy="1690473"/>
        </p:xfrm>
        <a:graphic>
          <a:graphicData uri="http://schemas.openxmlformats.org/drawingml/2006/table">
            <a:tbl>
              <a:tblPr firstRow="1" bandRow="1">
                <a:tableStyleId>{7DF18680-E054-41AD-8BC1-D1AEF772440D}</a:tableStyleId>
              </a:tblPr>
              <a:tblGrid>
                <a:gridCol w="2028352">
                  <a:extLst>
                    <a:ext uri="{9D8B030D-6E8A-4147-A177-3AD203B41FA5}">
                      <a16:colId xmlns:a16="http://schemas.microsoft.com/office/drawing/2014/main" val="2878860340"/>
                    </a:ext>
                  </a:extLst>
                </a:gridCol>
                <a:gridCol w="2916194">
                  <a:extLst>
                    <a:ext uri="{9D8B030D-6E8A-4147-A177-3AD203B41FA5}">
                      <a16:colId xmlns:a16="http://schemas.microsoft.com/office/drawing/2014/main" val="2676581593"/>
                    </a:ext>
                  </a:extLst>
                </a:gridCol>
                <a:gridCol w="4835691">
                  <a:extLst>
                    <a:ext uri="{9D8B030D-6E8A-4147-A177-3AD203B41FA5}">
                      <a16:colId xmlns:a16="http://schemas.microsoft.com/office/drawing/2014/main" val="1606742415"/>
                    </a:ext>
                  </a:extLst>
                </a:gridCol>
              </a:tblGrid>
              <a:tr h="577953">
                <a:tc>
                  <a:txBody>
                    <a:bodyPr/>
                    <a:lstStyle/>
                    <a:p>
                      <a:pPr>
                        <a:buNone/>
                      </a:pPr>
                      <a:r>
                        <a:rPr lang="fr-CA" b="1" i="0" dirty="0">
                          <a:latin typeface="Visby Slab CF Bold" pitchFamily="2" charset="77"/>
                        </a:rPr>
                        <a:t>Composante</a:t>
                      </a:r>
                    </a:p>
                  </a:txBody>
                  <a:tcPr anchor="ctr"/>
                </a:tc>
                <a:tc>
                  <a:txBody>
                    <a:bodyPr/>
                    <a:lstStyle/>
                    <a:p>
                      <a:pPr>
                        <a:buNone/>
                      </a:pPr>
                      <a:r>
                        <a:rPr lang="fr-CA" b="1" i="0" dirty="0">
                          <a:latin typeface="Visby Slab CF Bold" pitchFamily="2" charset="77"/>
                        </a:rPr>
                        <a:t>Rôle</a:t>
                      </a:r>
                    </a:p>
                  </a:txBody>
                  <a:tcPr anchor="ctr"/>
                </a:tc>
                <a:tc>
                  <a:txBody>
                    <a:bodyPr/>
                    <a:lstStyle/>
                    <a:p>
                      <a:pPr>
                        <a:buNone/>
                      </a:pPr>
                      <a:r>
                        <a:rPr lang="fr-CA" b="1" i="0" dirty="0">
                          <a:latin typeface="Visby Slab CF Bold" pitchFamily="2" charset="77"/>
                        </a:rPr>
                        <a:t>Dans </a:t>
                      </a:r>
                      <a:r>
                        <a:rPr lang="fr-CA" b="1" i="0" dirty="0" err="1">
                          <a:latin typeface="Visby Slab CF Bold" pitchFamily="2" charset="77"/>
                        </a:rPr>
                        <a:t>Airtable</a:t>
                      </a:r>
                      <a:endParaRPr lang="fr-CA" b="1" i="0" dirty="0">
                        <a:latin typeface="Visby Slab CF Bold" pitchFamily="2" charset="77"/>
                      </a:endParaRPr>
                    </a:p>
                  </a:txBody>
                  <a:tcPr anchor="ctr"/>
                </a:tc>
                <a:extLst>
                  <a:ext uri="{0D108BD9-81ED-4DB2-BD59-A6C34878D82A}">
                    <a16:rowId xmlns:a16="http://schemas.microsoft.com/office/drawing/2014/main" val="2240130978"/>
                  </a:ext>
                </a:extLst>
              </a:tr>
              <a:tr h="370840">
                <a:tc>
                  <a:txBody>
                    <a:bodyPr/>
                    <a:lstStyle/>
                    <a:p>
                      <a:pPr>
                        <a:buNone/>
                      </a:pPr>
                      <a:r>
                        <a:rPr lang="fr-CA" sz="1600" b="0" i="0" dirty="0">
                          <a:latin typeface="Visby CF Medium" pitchFamily="2" charset="77"/>
                        </a:rPr>
                        <a:t>Déclencheur</a:t>
                      </a:r>
                    </a:p>
                  </a:txBody>
                  <a:tcPr anchor="ctr"/>
                </a:tc>
                <a:tc>
                  <a:txBody>
                    <a:bodyPr/>
                    <a:lstStyle/>
                    <a:p>
                      <a:pPr>
                        <a:buNone/>
                      </a:pPr>
                      <a:r>
                        <a:rPr lang="fr-CA" sz="1600" b="0" i="0" dirty="0">
                          <a:latin typeface="Visby CF" pitchFamily="2" charset="77"/>
                        </a:rPr>
                        <a:t>Ce qui active l'algorithme</a:t>
                      </a:r>
                    </a:p>
                  </a:txBody>
                  <a:tcPr anchor="ctr"/>
                </a:tc>
                <a:tc>
                  <a:txBody>
                    <a:bodyPr/>
                    <a:lstStyle/>
                    <a:p>
                      <a:pPr>
                        <a:buNone/>
                      </a:pPr>
                      <a:r>
                        <a:rPr lang="fr-CA" sz="1600" b="0" i="0" dirty="0">
                          <a:latin typeface="Visby CF" pitchFamily="2" charset="77"/>
                        </a:rPr>
                        <a:t>Un enregistrement est créé ou modifié</a:t>
                      </a:r>
                    </a:p>
                  </a:txBody>
                  <a:tcPr anchor="ctr"/>
                </a:tc>
                <a:extLst>
                  <a:ext uri="{0D108BD9-81ED-4DB2-BD59-A6C34878D82A}">
                    <a16:rowId xmlns:a16="http://schemas.microsoft.com/office/drawing/2014/main" val="786711087"/>
                  </a:ext>
                </a:extLst>
              </a:tr>
              <a:tr h="370840">
                <a:tc>
                  <a:txBody>
                    <a:bodyPr/>
                    <a:lstStyle/>
                    <a:p>
                      <a:pPr>
                        <a:buNone/>
                      </a:pPr>
                      <a:r>
                        <a:rPr lang="fr-CA" sz="1600" b="0" i="0">
                          <a:latin typeface="Visby CF Medium" pitchFamily="2" charset="77"/>
                        </a:rPr>
                        <a:t>Condition</a:t>
                      </a:r>
                    </a:p>
                  </a:txBody>
                  <a:tcPr anchor="ctr"/>
                </a:tc>
                <a:tc>
                  <a:txBody>
                    <a:bodyPr/>
                    <a:lstStyle/>
                    <a:p>
                      <a:pPr>
                        <a:buNone/>
                      </a:pPr>
                      <a:r>
                        <a:rPr lang="fr-CA" sz="1600" b="0" i="0" dirty="0">
                          <a:latin typeface="Visby CF" pitchFamily="2" charset="77"/>
                        </a:rPr>
                        <a:t>La règle à vérifier</a:t>
                      </a:r>
                    </a:p>
                  </a:txBody>
                  <a:tcPr anchor="ctr"/>
                </a:tc>
                <a:tc>
                  <a:txBody>
                    <a:bodyPr/>
                    <a:lstStyle/>
                    <a:p>
                      <a:pPr>
                        <a:buNone/>
                      </a:pPr>
                      <a:r>
                        <a:rPr lang="fr-CA" sz="1600" b="0" i="0" dirty="0">
                          <a:latin typeface="Visby CF" pitchFamily="2" charset="77"/>
                        </a:rPr>
                        <a:t>Si le champ Statut = « Livrée »</a:t>
                      </a:r>
                    </a:p>
                  </a:txBody>
                  <a:tcPr anchor="ctr"/>
                </a:tc>
                <a:extLst>
                  <a:ext uri="{0D108BD9-81ED-4DB2-BD59-A6C34878D82A}">
                    <a16:rowId xmlns:a16="http://schemas.microsoft.com/office/drawing/2014/main" val="1538153436"/>
                  </a:ext>
                </a:extLst>
              </a:tr>
              <a:tr h="370840">
                <a:tc>
                  <a:txBody>
                    <a:bodyPr/>
                    <a:lstStyle/>
                    <a:p>
                      <a:pPr>
                        <a:buNone/>
                      </a:pPr>
                      <a:r>
                        <a:rPr lang="fr-CA" sz="1600" b="0" i="0">
                          <a:latin typeface="Visby CF Medium" pitchFamily="2" charset="77"/>
                        </a:rPr>
                        <a:t>Action</a:t>
                      </a:r>
                    </a:p>
                  </a:txBody>
                  <a:tcPr anchor="ctr"/>
                </a:tc>
                <a:tc>
                  <a:txBody>
                    <a:bodyPr/>
                    <a:lstStyle/>
                    <a:p>
                      <a:pPr>
                        <a:buNone/>
                      </a:pPr>
                      <a:r>
                        <a:rPr lang="fr-CA" sz="1600" b="0" i="0" dirty="0">
                          <a:latin typeface="Visby CF" pitchFamily="2" charset="77"/>
                        </a:rPr>
                        <a:t>Ce que le système fait</a:t>
                      </a:r>
                    </a:p>
                  </a:txBody>
                  <a:tcPr anchor="ctr"/>
                </a:tc>
                <a:tc>
                  <a:txBody>
                    <a:bodyPr/>
                    <a:lstStyle/>
                    <a:p>
                      <a:pPr>
                        <a:buNone/>
                      </a:pPr>
                      <a:r>
                        <a:rPr lang="fr-CA" sz="1600" b="0" i="0" dirty="0">
                          <a:latin typeface="Visby CF" pitchFamily="2" charset="77"/>
                        </a:rPr>
                        <a:t>Mettre à jour la date de livraison dans Suivi</a:t>
                      </a:r>
                    </a:p>
                  </a:txBody>
                  <a:tcPr anchor="ctr"/>
                </a:tc>
                <a:extLst>
                  <a:ext uri="{0D108BD9-81ED-4DB2-BD59-A6C34878D82A}">
                    <a16:rowId xmlns:a16="http://schemas.microsoft.com/office/drawing/2014/main" val="2104674265"/>
                  </a:ext>
                </a:extLst>
              </a:tr>
            </a:tbl>
          </a:graphicData>
        </a:graphic>
      </p:graphicFrame>
    </p:spTree>
    <p:extLst>
      <p:ext uri="{BB962C8B-B14F-4D97-AF65-F5344CB8AC3E}">
        <p14:creationId xmlns:p14="http://schemas.microsoft.com/office/powerpoint/2010/main" val="173231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A7A0CD-E27C-15FF-B270-8B861FDC1144}"/>
              </a:ext>
            </a:extLst>
          </p:cNvPr>
          <p:cNvSpPr>
            <a:spLocks noGrp="1"/>
          </p:cNvSpPr>
          <p:nvPr>
            <p:ph type="title"/>
            <p:custDataLst>
              <p:tags r:id="rId1"/>
            </p:custDataLst>
          </p:nvPr>
        </p:nvSpPr>
        <p:spPr/>
        <p:txBody>
          <a:bodyPr/>
          <a:lstStyle/>
          <a:p>
            <a:r>
              <a:rPr lang="fr-CA" dirty="0"/>
              <a:t>Passage conceptuel à logique avec lien </a:t>
            </a:r>
            <a:r>
              <a:rPr lang="fr-CA" sz="3600" dirty="0"/>
              <a:t>∞</a:t>
            </a:r>
            <a:r>
              <a:rPr lang="fr-CA" dirty="0"/>
              <a:t> à </a:t>
            </a:r>
            <a:r>
              <a:rPr lang="fr-CA" sz="3600" dirty="0"/>
              <a:t>∞</a:t>
            </a:r>
            <a:r>
              <a:rPr lang="fr-CA" dirty="0"/>
              <a:t> </a:t>
            </a:r>
            <a:endParaRPr lang="fr-FR" dirty="0"/>
          </a:p>
        </p:txBody>
      </p:sp>
      <p:sp>
        <p:nvSpPr>
          <p:cNvPr id="3" name="Espace réservé du contenu 2">
            <a:extLst>
              <a:ext uri="{FF2B5EF4-FFF2-40B4-BE49-F238E27FC236}">
                <a16:creationId xmlns:a16="http://schemas.microsoft.com/office/drawing/2014/main" id="{1CAB0B6C-9B06-06C9-7BFE-7F4DC1B7F76D}"/>
              </a:ext>
            </a:extLst>
          </p:cNvPr>
          <p:cNvSpPr>
            <a:spLocks noGrp="1"/>
          </p:cNvSpPr>
          <p:nvPr>
            <p:ph idx="1"/>
            <p:custDataLst>
              <p:tags r:id="rId2"/>
            </p:custDataLst>
          </p:nvPr>
        </p:nvSpPr>
        <p:spPr/>
        <p:txBody>
          <a:bodyPr/>
          <a:lstStyle/>
          <a:p>
            <a:r>
              <a:rPr lang="fr-CA" dirty="0"/>
              <a:t>Dans votre parcours, pourquoi ne suffit-il </a:t>
            </a:r>
            <a:r>
              <a:rPr lang="fr-CA"/>
              <a:t>pas d’ajouter </a:t>
            </a:r>
            <a:r>
              <a:rPr lang="fr-CA" dirty="0"/>
              <a:t>un champ Statut directement dans la table Commande?</a:t>
            </a:r>
            <a:endParaRPr lang="fr-FR" dirty="0"/>
          </a:p>
        </p:txBody>
      </p:sp>
      <p:pic>
        <p:nvPicPr>
          <p:cNvPr id="4" name="Image 3">
            <a:extLst>
              <a:ext uri="{FF2B5EF4-FFF2-40B4-BE49-F238E27FC236}">
                <a16:creationId xmlns:a16="http://schemas.microsoft.com/office/drawing/2014/main" id="{6D7B6947-58CD-513B-D40E-778579E25D00}"/>
              </a:ext>
            </a:extLst>
          </p:cNvPr>
          <p:cNvPicPr>
            <a:picLocks noChangeAspect="1"/>
          </p:cNvPicPr>
          <p:nvPr>
            <p:custDataLst>
              <p:tags r:id="rId3"/>
            </p:custDataLst>
          </p:nvPr>
        </p:nvPicPr>
        <p:blipFill>
          <a:blip r:embed="rId8"/>
          <a:stretch>
            <a:fillRect/>
          </a:stretch>
        </p:blipFill>
        <p:spPr>
          <a:xfrm>
            <a:off x="2641066" y="2475291"/>
            <a:ext cx="6909867" cy="1365521"/>
          </a:xfrm>
          <a:prstGeom prst="rect">
            <a:avLst/>
          </a:prstGeom>
        </p:spPr>
      </p:pic>
      <p:pic>
        <p:nvPicPr>
          <p:cNvPr id="6" name="Image 5">
            <a:extLst>
              <a:ext uri="{FF2B5EF4-FFF2-40B4-BE49-F238E27FC236}">
                <a16:creationId xmlns:a16="http://schemas.microsoft.com/office/drawing/2014/main" id="{EEB9E975-3549-12E5-E9F6-38290B97D34A}"/>
              </a:ext>
            </a:extLst>
          </p:cNvPr>
          <p:cNvPicPr>
            <a:picLocks noChangeAspect="1"/>
          </p:cNvPicPr>
          <p:nvPr>
            <p:custDataLst>
              <p:tags r:id="rId4"/>
            </p:custDataLst>
          </p:nvPr>
        </p:nvPicPr>
        <p:blipFill>
          <a:blip r:embed="rId9"/>
          <a:stretch>
            <a:fillRect/>
          </a:stretch>
        </p:blipFill>
        <p:spPr>
          <a:xfrm>
            <a:off x="3253235" y="3968162"/>
            <a:ext cx="5366509" cy="2442243"/>
          </a:xfrm>
          <a:prstGeom prst="rect">
            <a:avLst/>
          </a:prstGeom>
        </p:spPr>
      </p:pic>
      <p:pic>
        <p:nvPicPr>
          <p:cNvPr id="7" name="Image 6" descr="Une image contenant Police, Graphique, capture d’écran, graphisme&#10;&#10;Description générée automatiquement">
            <a:extLst>
              <a:ext uri="{FF2B5EF4-FFF2-40B4-BE49-F238E27FC236}">
                <a16:creationId xmlns:a16="http://schemas.microsoft.com/office/drawing/2014/main" id="{61446B66-7410-DC6D-F5A1-5C7C3236A1B6}"/>
              </a:ext>
            </a:extLst>
          </p:cNvPr>
          <p:cNvPicPr>
            <a:picLocks noChangeAspect="1"/>
          </p:cNvPicPr>
          <p:nvPr>
            <p:custDataLst>
              <p:tags r:id="rId5"/>
            </p:custDataLst>
          </p:nvPr>
        </p:nvPicPr>
        <p:blipFill>
          <a:blip r:embed="rId1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391967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905D9-6F98-83B9-A8C5-18C46B9DA613}"/>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DFFE145A-3E1E-D72A-EFD7-5A163E5C2AF5}"/>
              </a:ext>
            </a:extLst>
          </p:cNvPr>
          <p:cNvSpPr>
            <a:spLocks noGrp="1"/>
          </p:cNvSpPr>
          <p:nvPr>
            <p:ph type="title"/>
            <p:custDataLst>
              <p:tags r:id="rId1"/>
            </p:custDataLst>
          </p:nvPr>
        </p:nvSpPr>
        <p:spPr/>
        <p:txBody>
          <a:bodyPr/>
          <a:lstStyle/>
          <a:p>
            <a:r>
              <a:rPr kumimoji="0" lang="fr-CA" b="0" i="0" u="none" strike="noStrike" kern="1200" cap="none" spc="0" normalizeH="0" baseline="0" noProof="0">
                <a:ln>
                  <a:noFill/>
                </a:ln>
                <a:solidFill>
                  <a:schemeClr val="accent4"/>
                </a:solidFill>
                <a:effectLst/>
                <a:uLnTx/>
                <a:uFillTx/>
                <a:latin typeface="Visby Slab CF Bold" panose="00000800000000000000" pitchFamily="50" charset="0"/>
                <a:ea typeface="+mn-ea"/>
                <a:cs typeface="+mn-cs"/>
              </a:rPr>
              <a:t>Assimilation</a:t>
            </a:r>
            <a:r>
              <a:rPr kumimoji="0" lang="fr-CA" sz="6600" b="0" i="0" u="none" strike="noStrike" kern="1200" cap="none" spc="0" normalizeH="0" baseline="0" noProof="0">
                <a:ln>
                  <a:noFill/>
                </a:ln>
                <a:solidFill>
                  <a:schemeClr val="accent4"/>
                </a:solidFill>
                <a:effectLst/>
                <a:uLnTx/>
                <a:uFillTx/>
                <a:latin typeface="Visby Slab CF Bold" panose="00000800000000000000" pitchFamily="50" charset="0"/>
                <a:ea typeface="+mn-ea"/>
                <a:cs typeface="+mn-cs"/>
              </a:rPr>
              <a:t> </a:t>
            </a:r>
            <a:r>
              <a:rPr kumimoji="0" lang="fr-CA" sz="3600" b="0" i="0" u="none" strike="noStrike" kern="1200" cap="none" spc="0" normalizeH="0" baseline="0" noProof="0">
                <a:ln>
                  <a:noFill/>
                </a:ln>
                <a:solidFill>
                  <a:schemeClr val="accent4">
                    <a:lumMod val="20000"/>
                    <a:lumOff val="80000"/>
                  </a:schemeClr>
                </a:solidFill>
                <a:effectLst/>
                <a:uLnTx/>
                <a:uFillTx/>
                <a:latin typeface="Visby Slab CF Bold" panose="00000800000000000000" pitchFamily="50" charset="0"/>
                <a:ea typeface="+mn-ea"/>
                <a:cs typeface="+mn-cs"/>
              </a:rPr>
              <a:t>du parcours</a:t>
            </a:r>
            <a:endParaRPr lang="fr-CA" sz="4800"/>
          </a:p>
        </p:txBody>
      </p:sp>
    </p:spTree>
    <p:extLst>
      <p:ext uri="{BB962C8B-B14F-4D97-AF65-F5344CB8AC3E}">
        <p14:creationId xmlns:p14="http://schemas.microsoft.com/office/powerpoint/2010/main" val="3456638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6A06D-9B1C-5394-D66E-F426827A48A3}"/>
            </a:ext>
          </a:extLst>
        </p:cNvPr>
        <p:cNvGrpSpPr/>
        <p:nvPr/>
      </p:nvGrpSpPr>
      <p:grpSpPr>
        <a:xfrm>
          <a:off x="0" y="0"/>
          <a:ext cx="0" cy="0"/>
          <a:chOff x="0" y="0"/>
          <a:chExt cx="0" cy="0"/>
        </a:xfrm>
      </p:grpSpPr>
      <p:sp>
        <p:nvSpPr>
          <p:cNvPr id="3" name="Titre 2">
            <a:extLst>
              <a:ext uri="{FF2B5EF4-FFF2-40B4-BE49-F238E27FC236}">
                <a16:creationId xmlns:a16="http://schemas.microsoft.com/office/drawing/2014/main" id="{C689C051-4F21-1158-F0DA-D5AC4574FB27}"/>
              </a:ext>
            </a:extLst>
          </p:cNvPr>
          <p:cNvSpPr>
            <a:spLocks noGrp="1"/>
          </p:cNvSpPr>
          <p:nvPr>
            <p:ph type="title"/>
            <p:custDataLst>
              <p:tags r:id="rId1"/>
            </p:custDataLst>
          </p:nvPr>
        </p:nvSpPr>
        <p:spPr>
          <a:solidFill>
            <a:schemeClr val="accent4"/>
          </a:solidFill>
          <a:ln>
            <a:solidFill>
              <a:schemeClr val="accent4"/>
            </a:solidFill>
          </a:ln>
        </p:spPr>
        <p:txBody>
          <a:bodyPr/>
          <a:lstStyle/>
          <a:p>
            <a:r>
              <a:rPr lang="fr-CA" dirty="0"/>
              <a:t>Architecture informatique en 3 couches </a:t>
            </a:r>
            <a:r>
              <a:rPr lang="fr-CA" sz="2400" dirty="0"/>
              <a:t>Rappel</a:t>
            </a:r>
            <a:endParaRPr lang="fr-CA" dirty="0"/>
          </a:p>
        </p:txBody>
      </p:sp>
      <p:pic>
        <p:nvPicPr>
          <p:cNvPr id="14" name="Image 13" descr="Une image contenant Police, Graphique, capture d’écran, graphisme&#10;&#10;Description générée automatiquement">
            <a:extLst>
              <a:ext uri="{FF2B5EF4-FFF2-40B4-BE49-F238E27FC236}">
                <a16:creationId xmlns:a16="http://schemas.microsoft.com/office/drawing/2014/main" id="{021A4100-C311-FA82-38E3-E2FD1F941FF7}"/>
              </a:ext>
            </a:extLst>
          </p:cNvPr>
          <p:cNvPicPr>
            <a:picLocks noChangeAspect="1"/>
          </p:cNvPicPr>
          <p:nvPr>
            <p:custDataLst>
              <p:tags r:id="rId2"/>
            </p:custDataLst>
          </p:nvPr>
        </p:nvPicPr>
        <p:blipFill>
          <a:blip r:embed="rId2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6" name="Rectangle 6">
            <a:extLst>
              <a:ext uri="{FF2B5EF4-FFF2-40B4-BE49-F238E27FC236}">
                <a16:creationId xmlns:a16="http://schemas.microsoft.com/office/drawing/2014/main" id="{3724901F-FADE-B11E-AE9A-3C9B9643F981}"/>
              </a:ext>
            </a:extLst>
          </p:cNvPr>
          <p:cNvSpPr>
            <a:spLocks noChangeArrowheads="1"/>
          </p:cNvSpPr>
          <p:nvPr>
            <p:custDataLst>
              <p:tags r:id="rId3"/>
            </p:custDataLst>
          </p:nvPr>
        </p:nvSpPr>
        <p:spPr bwMode="auto">
          <a:xfrm>
            <a:off x="2805677" y="2233451"/>
            <a:ext cx="4313282" cy="850900"/>
          </a:xfrm>
          <a:prstGeom prst="rect">
            <a:avLst/>
          </a:prstGeom>
          <a:solidFill>
            <a:schemeClr val="accent6">
              <a:lumMod val="20000"/>
              <a:lumOff val="80000"/>
            </a:schemeClr>
          </a:solidFill>
          <a:ln w="12700" cap="rnd">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endParaRPr>
          </a:p>
        </p:txBody>
      </p:sp>
      <p:sp>
        <p:nvSpPr>
          <p:cNvPr id="7" name="Rectangle 8">
            <a:extLst>
              <a:ext uri="{FF2B5EF4-FFF2-40B4-BE49-F238E27FC236}">
                <a16:creationId xmlns:a16="http://schemas.microsoft.com/office/drawing/2014/main" id="{595EDF80-9155-7CA1-DB12-99B2ED3D0366}"/>
              </a:ext>
            </a:extLst>
          </p:cNvPr>
          <p:cNvSpPr>
            <a:spLocks noChangeArrowheads="1"/>
          </p:cNvSpPr>
          <p:nvPr>
            <p:custDataLst>
              <p:tags r:id="rId4"/>
            </p:custDataLst>
          </p:nvPr>
        </p:nvSpPr>
        <p:spPr bwMode="auto">
          <a:xfrm>
            <a:off x="2805677" y="3436223"/>
            <a:ext cx="4313282" cy="677863"/>
          </a:xfrm>
          <a:prstGeom prst="rect">
            <a:avLst/>
          </a:prstGeom>
          <a:solidFill>
            <a:schemeClr val="accent5">
              <a:lumMod val="20000"/>
              <a:lumOff val="80000"/>
            </a:schemeClr>
          </a:solidFill>
          <a:ln w="12700" cap="rnd">
            <a:solidFill>
              <a:srgbClr val="000000"/>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400" b="1"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Serveur d’application</a:t>
            </a:r>
            <a:endParaRPr kumimoji="0" lang="fr-CA" sz="16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endParaRPr>
          </a:p>
        </p:txBody>
      </p:sp>
      <p:sp>
        <p:nvSpPr>
          <p:cNvPr id="8" name="Rectangle 11">
            <a:extLst>
              <a:ext uri="{FF2B5EF4-FFF2-40B4-BE49-F238E27FC236}">
                <a16:creationId xmlns:a16="http://schemas.microsoft.com/office/drawing/2014/main" id="{81AFAE03-8C5F-A197-935C-5B51B46DA3AF}"/>
              </a:ext>
            </a:extLst>
          </p:cNvPr>
          <p:cNvSpPr>
            <a:spLocks noChangeArrowheads="1"/>
          </p:cNvSpPr>
          <p:nvPr>
            <p:custDataLst>
              <p:tags r:id="rId5"/>
            </p:custDataLst>
          </p:nvPr>
        </p:nvSpPr>
        <p:spPr bwMode="auto">
          <a:xfrm>
            <a:off x="2805677" y="4336336"/>
            <a:ext cx="4313282" cy="1128713"/>
          </a:xfrm>
          <a:prstGeom prst="rect">
            <a:avLst/>
          </a:prstGeom>
          <a:solidFill>
            <a:schemeClr val="accent3">
              <a:lumMod val="20000"/>
              <a:lumOff val="80000"/>
            </a:schemeClr>
          </a:solidFill>
          <a:ln w="12700" cap="rnd">
            <a:solidFill>
              <a:srgbClr val="000000"/>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400" b="1"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Système de gestion de base de données</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CA" sz="1400" b="1"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fr-CA" sz="1400" b="1"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Base de données</a:t>
            </a:r>
            <a:endParaRPr kumimoji="0" lang="fr-CA" sz="14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endParaRPr>
          </a:p>
        </p:txBody>
      </p:sp>
      <p:sp>
        <p:nvSpPr>
          <p:cNvPr id="9" name="Rectangle 275">
            <a:extLst>
              <a:ext uri="{FF2B5EF4-FFF2-40B4-BE49-F238E27FC236}">
                <a16:creationId xmlns:a16="http://schemas.microsoft.com/office/drawing/2014/main" id="{A9202517-56CB-6CBA-D0CD-C4A549CF7CFD}"/>
              </a:ext>
            </a:extLst>
          </p:cNvPr>
          <p:cNvSpPr>
            <a:spLocks noChangeArrowheads="1"/>
          </p:cNvSpPr>
          <p:nvPr>
            <p:custDataLst>
              <p:tags r:id="rId6"/>
            </p:custDataLst>
          </p:nvPr>
        </p:nvSpPr>
        <p:spPr bwMode="auto">
          <a:xfrm>
            <a:off x="7118959" y="4336336"/>
            <a:ext cx="1502280" cy="1128713"/>
          </a:xfrm>
          <a:prstGeom prst="rect">
            <a:avLst/>
          </a:prstGeom>
          <a:solidFill>
            <a:schemeClr val="accent3"/>
          </a:solidFill>
          <a:ln w="12700" cap="rnd">
            <a:solidFill>
              <a:srgbClr val="000000"/>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Couche données</a:t>
            </a:r>
          </a:p>
        </p:txBody>
      </p:sp>
      <p:sp>
        <p:nvSpPr>
          <p:cNvPr id="11" name="Rectangle 279">
            <a:extLst>
              <a:ext uri="{FF2B5EF4-FFF2-40B4-BE49-F238E27FC236}">
                <a16:creationId xmlns:a16="http://schemas.microsoft.com/office/drawing/2014/main" id="{D05C9880-800A-6D9D-CD82-A26795C5E929}"/>
              </a:ext>
            </a:extLst>
          </p:cNvPr>
          <p:cNvSpPr>
            <a:spLocks noChangeArrowheads="1"/>
          </p:cNvSpPr>
          <p:nvPr>
            <p:custDataLst>
              <p:tags r:id="rId7"/>
            </p:custDataLst>
          </p:nvPr>
        </p:nvSpPr>
        <p:spPr bwMode="auto">
          <a:xfrm>
            <a:off x="7118959" y="3436223"/>
            <a:ext cx="1502280" cy="677863"/>
          </a:xfrm>
          <a:prstGeom prst="rect">
            <a:avLst/>
          </a:prstGeom>
          <a:solidFill>
            <a:schemeClr val="accent5"/>
          </a:solidFill>
          <a:ln w="12700" cap="rnd">
            <a:solidFill>
              <a:srgbClr val="000000"/>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500" b="1"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Couche application</a:t>
            </a:r>
          </a:p>
        </p:txBody>
      </p:sp>
      <p:sp>
        <p:nvSpPr>
          <p:cNvPr id="13" name="Rectangle 283">
            <a:extLst>
              <a:ext uri="{FF2B5EF4-FFF2-40B4-BE49-F238E27FC236}">
                <a16:creationId xmlns:a16="http://schemas.microsoft.com/office/drawing/2014/main" id="{A3730EE0-FE6D-A302-F4B2-DF26E40915C8}"/>
              </a:ext>
            </a:extLst>
          </p:cNvPr>
          <p:cNvSpPr>
            <a:spLocks noChangeArrowheads="1"/>
          </p:cNvSpPr>
          <p:nvPr>
            <p:custDataLst>
              <p:tags r:id="rId8"/>
            </p:custDataLst>
          </p:nvPr>
        </p:nvSpPr>
        <p:spPr bwMode="auto">
          <a:xfrm>
            <a:off x="7118959" y="2231969"/>
            <a:ext cx="1502280" cy="852382"/>
          </a:xfrm>
          <a:prstGeom prst="rect">
            <a:avLst/>
          </a:prstGeom>
          <a:solidFill>
            <a:schemeClr val="accent6"/>
          </a:solidFill>
          <a:ln w="12700" cap="rnd">
            <a:solidFill>
              <a:srgbClr val="000000"/>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CA" sz="1500" b="1"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Couche présentation</a:t>
            </a:r>
          </a:p>
        </p:txBody>
      </p:sp>
      <p:sp>
        <p:nvSpPr>
          <p:cNvPr id="48" name="Rectangle 292">
            <a:extLst>
              <a:ext uri="{FF2B5EF4-FFF2-40B4-BE49-F238E27FC236}">
                <a16:creationId xmlns:a16="http://schemas.microsoft.com/office/drawing/2014/main" id="{4948FCEA-0A32-4731-3135-ABF82CE47D49}"/>
              </a:ext>
            </a:extLst>
          </p:cNvPr>
          <p:cNvSpPr>
            <a:spLocks noChangeArrowheads="1"/>
          </p:cNvSpPr>
          <p:nvPr>
            <p:custDataLst>
              <p:tags r:id="rId9"/>
            </p:custDataLst>
          </p:nvPr>
        </p:nvSpPr>
        <p:spPr bwMode="auto">
          <a:xfrm>
            <a:off x="1489640" y="3436223"/>
            <a:ext cx="10387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1"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Back-end</a:t>
            </a:r>
          </a:p>
        </p:txBody>
      </p:sp>
      <p:sp>
        <p:nvSpPr>
          <p:cNvPr id="49" name="Rectangle 296">
            <a:extLst>
              <a:ext uri="{FF2B5EF4-FFF2-40B4-BE49-F238E27FC236}">
                <a16:creationId xmlns:a16="http://schemas.microsoft.com/office/drawing/2014/main" id="{69972BEC-0749-83B3-9289-88C90B8DE694}"/>
              </a:ext>
            </a:extLst>
          </p:cNvPr>
          <p:cNvSpPr>
            <a:spLocks noChangeArrowheads="1"/>
          </p:cNvSpPr>
          <p:nvPr>
            <p:custDataLst>
              <p:tags r:id="rId10"/>
            </p:custDataLst>
          </p:nvPr>
        </p:nvSpPr>
        <p:spPr bwMode="auto">
          <a:xfrm>
            <a:off x="1489640" y="2877699"/>
            <a:ext cx="10547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1"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Front-end</a:t>
            </a:r>
          </a:p>
        </p:txBody>
      </p:sp>
      <p:sp>
        <p:nvSpPr>
          <p:cNvPr id="50" name="Rectangle 297">
            <a:extLst>
              <a:ext uri="{FF2B5EF4-FFF2-40B4-BE49-F238E27FC236}">
                <a16:creationId xmlns:a16="http://schemas.microsoft.com/office/drawing/2014/main" id="{A02A03F8-C482-2CF2-B7F5-B44AB92D3189}"/>
              </a:ext>
            </a:extLst>
          </p:cNvPr>
          <p:cNvSpPr>
            <a:spLocks noChangeArrowheads="1"/>
          </p:cNvSpPr>
          <p:nvPr>
            <p:custDataLst>
              <p:tags r:id="rId11"/>
            </p:custDataLst>
          </p:nvPr>
        </p:nvSpPr>
        <p:spPr bwMode="auto">
          <a:xfrm>
            <a:off x="3032690" y="2444588"/>
            <a:ext cx="1127125" cy="450850"/>
          </a:xfrm>
          <a:prstGeom prst="rect">
            <a:avLst/>
          </a:prstGeom>
          <a:solidFill>
            <a:schemeClr val="bg1"/>
          </a:solidFill>
          <a:ln>
            <a:noFill/>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Interface #1</a:t>
            </a:r>
            <a:endParaRPr kumimoji="0" lang="en-CA" sz="12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endParaRPr>
          </a:p>
        </p:txBody>
      </p:sp>
      <p:sp>
        <p:nvSpPr>
          <p:cNvPr id="51" name="Rectangle 298">
            <a:extLst>
              <a:ext uri="{FF2B5EF4-FFF2-40B4-BE49-F238E27FC236}">
                <a16:creationId xmlns:a16="http://schemas.microsoft.com/office/drawing/2014/main" id="{AD0BED29-1605-64E7-B600-876037E0ED4A}"/>
              </a:ext>
            </a:extLst>
          </p:cNvPr>
          <p:cNvSpPr>
            <a:spLocks noChangeArrowheads="1"/>
          </p:cNvSpPr>
          <p:nvPr>
            <p:custDataLst>
              <p:tags r:id="rId12"/>
            </p:custDataLst>
          </p:nvPr>
        </p:nvSpPr>
        <p:spPr bwMode="auto">
          <a:xfrm>
            <a:off x="3032690" y="2444588"/>
            <a:ext cx="1127125" cy="450850"/>
          </a:xfrm>
          <a:prstGeom prst="rect">
            <a:avLst/>
          </a:prstGeom>
          <a:noFill/>
          <a:ln w="12700"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endParaRPr>
          </a:p>
        </p:txBody>
      </p:sp>
      <p:sp>
        <p:nvSpPr>
          <p:cNvPr id="52" name="Rectangle 301">
            <a:extLst>
              <a:ext uri="{FF2B5EF4-FFF2-40B4-BE49-F238E27FC236}">
                <a16:creationId xmlns:a16="http://schemas.microsoft.com/office/drawing/2014/main" id="{587ADFFE-7B7E-FC4C-9F86-77613D39E670}"/>
              </a:ext>
            </a:extLst>
          </p:cNvPr>
          <p:cNvSpPr>
            <a:spLocks noChangeArrowheads="1"/>
          </p:cNvSpPr>
          <p:nvPr>
            <p:custDataLst>
              <p:tags r:id="rId13"/>
            </p:custDataLst>
          </p:nvPr>
        </p:nvSpPr>
        <p:spPr bwMode="auto">
          <a:xfrm>
            <a:off x="4385240" y="2444588"/>
            <a:ext cx="1128713" cy="450850"/>
          </a:xfrm>
          <a:prstGeom prst="rect">
            <a:avLst/>
          </a:prstGeom>
          <a:solidFill>
            <a:schemeClr val="bg1"/>
          </a:solidFill>
          <a:ln w="12700" cap="rnd">
            <a:solidFill>
              <a:srgbClr val="000000"/>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2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Interface #2</a:t>
            </a:r>
            <a:endParaRPr kumimoji="0" lang="en-CA" sz="12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endParaRPr>
          </a:p>
        </p:txBody>
      </p:sp>
      <p:sp>
        <p:nvSpPr>
          <p:cNvPr id="53" name="Rectangle 304">
            <a:extLst>
              <a:ext uri="{FF2B5EF4-FFF2-40B4-BE49-F238E27FC236}">
                <a16:creationId xmlns:a16="http://schemas.microsoft.com/office/drawing/2014/main" id="{EA9E1C6A-D2EC-76EA-B1EF-FB9494699908}"/>
              </a:ext>
            </a:extLst>
          </p:cNvPr>
          <p:cNvSpPr>
            <a:spLocks noChangeArrowheads="1"/>
          </p:cNvSpPr>
          <p:nvPr>
            <p:custDataLst>
              <p:tags r:id="rId14"/>
            </p:custDataLst>
          </p:nvPr>
        </p:nvSpPr>
        <p:spPr bwMode="auto">
          <a:xfrm>
            <a:off x="5739377" y="2444588"/>
            <a:ext cx="1128713" cy="450850"/>
          </a:xfrm>
          <a:prstGeom prst="rect">
            <a:avLst/>
          </a:prstGeom>
          <a:solidFill>
            <a:schemeClr val="bg1"/>
          </a:solidFill>
          <a:ln w="12700" cap="rnd">
            <a:solidFill>
              <a:srgbClr val="000000"/>
            </a:solidFill>
            <a:prstDash val="solid"/>
            <a:round/>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CA" sz="11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rPr>
              <a:t>Interface #3</a:t>
            </a:r>
            <a:endParaRPr kumimoji="0" lang="en-CA" sz="1100" b="0" i="0" u="none" strike="noStrike" kern="1200" cap="none" spc="0" normalizeH="0" baseline="0" noProof="0">
              <a:ln>
                <a:noFill/>
              </a:ln>
              <a:solidFill>
                <a:srgbClr val="000000"/>
              </a:solidFill>
              <a:effectLst/>
              <a:uLnTx/>
              <a:uFillTx/>
              <a:latin typeface="Visby CF Medium" pitchFamily="50" charset="0"/>
              <a:ea typeface="+mn-ea"/>
              <a:cs typeface="Segoe UI" panose="020B0502040204020203" pitchFamily="34" charset="0"/>
            </a:endParaRPr>
          </a:p>
        </p:txBody>
      </p:sp>
      <p:cxnSp>
        <p:nvCxnSpPr>
          <p:cNvPr id="54" name="Connecteur droit 24">
            <a:extLst>
              <a:ext uri="{FF2B5EF4-FFF2-40B4-BE49-F238E27FC236}">
                <a16:creationId xmlns:a16="http://schemas.microsoft.com/office/drawing/2014/main" id="{0B3183E9-B602-0000-E58D-36DCF8D9FE9F}"/>
              </a:ext>
            </a:extLst>
          </p:cNvPr>
          <p:cNvCxnSpPr>
            <a:cxnSpLocks/>
          </p:cNvCxnSpPr>
          <p:nvPr>
            <p:custDataLst>
              <p:tags r:id="rId15"/>
            </p:custDataLst>
          </p:nvPr>
        </p:nvCxnSpPr>
        <p:spPr>
          <a:xfrm>
            <a:off x="1331372" y="3297075"/>
            <a:ext cx="8692152" cy="0"/>
          </a:xfrm>
          <a:prstGeom prst="line">
            <a:avLst/>
          </a:prstGeom>
          <a:ln>
            <a:prstDash val="dash"/>
          </a:ln>
        </p:spPr>
        <p:style>
          <a:lnRef idx="3">
            <a:schemeClr val="dk1"/>
          </a:lnRef>
          <a:fillRef idx="0">
            <a:schemeClr val="dk1"/>
          </a:fillRef>
          <a:effectRef idx="2">
            <a:schemeClr val="dk1"/>
          </a:effectRef>
          <a:fontRef idx="minor">
            <a:schemeClr val="tx1"/>
          </a:fontRef>
        </p:style>
      </p:cxnSp>
      <p:cxnSp>
        <p:nvCxnSpPr>
          <p:cNvPr id="55" name="Connecteur droit avec flèche 25">
            <a:extLst>
              <a:ext uri="{FF2B5EF4-FFF2-40B4-BE49-F238E27FC236}">
                <a16:creationId xmlns:a16="http://schemas.microsoft.com/office/drawing/2014/main" id="{B10C839D-57F1-1E10-CEB1-55508EF5A2CE}"/>
              </a:ext>
            </a:extLst>
          </p:cNvPr>
          <p:cNvCxnSpPr>
            <a:cxnSpLocks/>
            <a:stCxn id="50" idx="2"/>
          </p:cNvCxnSpPr>
          <p:nvPr>
            <p:custDataLst>
              <p:tags r:id="rId16"/>
            </p:custDataLst>
          </p:nvPr>
        </p:nvCxnSpPr>
        <p:spPr>
          <a:xfrm>
            <a:off x="3596253" y="2895438"/>
            <a:ext cx="563562" cy="540785"/>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56" name="Connecteur droit avec flèche 26">
            <a:extLst>
              <a:ext uri="{FF2B5EF4-FFF2-40B4-BE49-F238E27FC236}">
                <a16:creationId xmlns:a16="http://schemas.microsoft.com/office/drawing/2014/main" id="{7A7364E7-A5DB-65DA-0985-2001C323BB03}"/>
              </a:ext>
            </a:extLst>
          </p:cNvPr>
          <p:cNvCxnSpPr>
            <a:cxnSpLocks/>
            <a:stCxn id="52" idx="2"/>
          </p:cNvCxnSpPr>
          <p:nvPr>
            <p:custDataLst>
              <p:tags r:id="rId17"/>
            </p:custDataLst>
          </p:nvPr>
        </p:nvCxnSpPr>
        <p:spPr>
          <a:xfrm>
            <a:off x="4949597" y="2895438"/>
            <a:ext cx="178110" cy="540785"/>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57" name="Connecteur droit avec flèche 27">
            <a:extLst>
              <a:ext uri="{FF2B5EF4-FFF2-40B4-BE49-F238E27FC236}">
                <a16:creationId xmlns:a16="http://schemas.microsoft.com/office/drawing/2014/main" id="{3FEE9DE8-24DA-64C7-7AAB-87E7CBE13E77}"/>
              </a:ext>
            </a:extLst>
          </p:cNvPr>
          <p:cNvCxnSpPr>
            <a:cxnSpLocks/>
            <a:stCxn id="53" idx="2"/>
          </p:cNvCxnSpPr>
          <p:nvPr>
            <p:custDataLst>
              <p:tags r:id="rId18"/>
            </p:custDataLst>
          </p:nvPr>
        </p:nvCxnSpPr>
        <p:spPr>
          <a:xfrm flipH="1">
            <a:off x="6139427" y="2895438"/>
            <a:ext cx="164307" cy="540785"/>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58" name="Connecteur droit avec flèche 29">
            <a:extLst>
              <a:ext uri="{FF2B5EF4-FFF2-40B4-BE49-F238E27FC236}">
                <a16:creationId xmlns:a16="http://schemas.microsoft.com/office/drawing/2014/main" id="{25BE62C0-BB4A-8533-B8E6-6F8CF341EC10}"/>
              </a:ext>
            </a:extLst>
          </p:cNvPr>
          <p:cNvCxnSpPr>
            <a:cxnSpLocks/>
            <a:stCxn id="7" idx="2"/>
            <a:endCxn id="8" idx="0"/>
          </p:cNvCxnSpPr>
          <p:nvPr>
            <p:custDataLst>
              <p:tags r:id="rId19"/>
            </p:custDataLst>
          </p:nvPr>
        </p:nvCxnSpPr>
        <p:spPr>
          <a:xfrm>
            <a:off x="4962318" y="4114086"/>
            <a:ext cx="0" cy="222250"/>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sp>
        <p:nvSpPr>
          <p:cNvPr id="59" name="Accolade fermante 33">
            <a:extLst>
              <a:ext uri="{FF2B5EF4-FFF2-40B4-BE49-F238E27FC236}">
                <a16:creationId xmlns:a16="http://schemas.microsoft.com/office/drawing/2014/main" id="{B5410B76-45B4-9E77-E91D-7EDEEDA1FE4D}"/>
              </a:ext>
            </a:extLst>
          </p:cNvPr>
          <p:cNvSpPr/>
          <p:nvPr>
            <p:custDataLst>
              <p:tags r:id="rId20"/>
            </p:custDataLst>
          </p:nvPr>
        </p:nvSpPr>
        <p:spPr>
          <a:xfrm>
            <a:off x="9805272" y="2257815"/>
            <a:ext cx="493059" cy="2039799"/>
          </a:xfrm>
          <a:prstGeom prst="rightBrace">
            <a:avLst>
              <a:gd name="adj1" fmla="val 51969"/>
              <a:gd name="adj2" fmla="val 50000"/>
            </a:avLst>
          </a:prstGeom>
        </p:spPr>
        <p:style>
          <a:lnRef idx="3">
            <a:schemeClr val="accent6"/>
          </a:lnRef>
          <a:fillRef idx="0">
            <a:schemeClr val="accent6"/>
          </a:fillRef>
          <a:effectRef idx="2">
            <a:schemeClr val="accent6"/>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0" name="Picture 2" descr="Softr - Créez des applications rapidement - NoCode Tools used by Noxcod">
            <a:extLst>
              <a:ext uri="{FF2B5EF4-FFF2-40B4-BE49-F238E27FC236}">
                <a16:creationId xmlns:a16="http://schemas.microsoft.com/office/drawing/2014/main" id="{087145D9-3887-500B-12E3-932CC8C7DE98}"/>
              </a:ext>
            </a:extLst>
          </p:cNvPr>
          <p:cNvPicPr>
            <a:picLocks noChangeAspect="1" noChangeArrowheads="1"/>
          </p:cNvPicPr>
          <p:nvPr>
            <p:custDataLst>
              <p:tags r:id="rId21"/>
            </p:custDataLst>
          </p:nvPr>
        </p:nvPicPr>
        <p:blipFill>
          <a:blip r:embed="rId27">
            <a:extLst>
              <a:ext uri="{28A0092B-C50C-407E-A947-70E740481C1C}">
                <a14:useLocalDpi xmlns:a14="http://schemas.microsoft.com/office/drawing/2010/main" val="0"/>
              </a:ext>
            </a:extLst>
          </a:blip>
          <a:srcRect/>
          <a:stretch>
            <a:fillRect/>
          </a:stretch>
        </p:blipFill>
        <p:spPr bwMode="auto">
          <a:xfrm rot="21067301">
            <a:off x="10382934" y="2659047"/>
            <a:ext cx="1209141" cy="56628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4" descr="Airtable Review | PCMag">
            <a:extLst>
              <a:ext uri="{FF2B5EF4-FFF2-40B4-BE49-F238E27FC236}">
                <a16:creationId xmlns:a16="http://schemas.microsoft.com/office/drawing/2014/main" id="{9B0632B8-ACF0-9C02-08F9-19C5621FED91}"/>
              </a:ext>
            </a:extLst>
          </p:cNvPr>
          <p:cNvPicPr>
            <a:picLocks noChangeAspect="1" noChangeArrowheads="1"/>
          </p:cNvPicPr>
          <p:nvPr>
            <p:custDataLst>
              <p:tags r:id="rId22"/>
            </p:custDataLst>
          </p:nvPr>
        </p:nvPicPr>
        <p:blipFill>
          <a:blip r:embed="rId28">
            <a:extLst>
              <a:ext uri="{28A0092B-C50C-407E-A947-70E740481C1C}">
                <a14:useLocalDpi xmlns:a14="http://schemas.microsoft.com/office/drawing/2010/main" val="0"/>
              </a:ext>
            </a:extLst>
          </a:blip>
          <a:srcRect/>
          <a:stretch>
            <a:fillRect/>
          </a:stretch>
        </p:blipFill>
        <p:spPr bwMode="auto">
          <a:xfrm rot="21145390">
            <a:off x="9642626" y="4032805"/>
            <a:ext cx="1509001" cy="849352"/>
          </a:xfrm>
          <a:prstGeom prst="rect">
            <a:avLst/>
          </a:prstGeom>
          <a:noFill/>
          <a:extLst>
            <a:ext uri="{909E8E84-426E-40DD-AFC4-6F175D3DCCD1}">
              <a14:hiddenFill xmlns:a14="http://schemas.microsoft.com/office/drawing/2010/main">
                <a:solidFill>
                  <a:srgbClr val="FFFFFF"/>
                </a:solidFill>
              </a14:hiddenFill>
            </a:ext>
          </a:extLst>
        </p:spPr>
      </p:pic>
      <p:sp>
        <p:nvSpPr>
          <p:cNvPr id="62" name="Accolade fermante 34">
            <a:extLst>
              <a:ext uri="{FF2B5EF4-FFF2-40B4-BE49-F238E27FC236}">
                <a16:creationId xmlns:a16="http://schemas.microsoft.com/office/drawing/2014/main" id="{FFDE4DD5-6CBB-40E3-4D96-3643263E6087}"/>
              </a:ext>
            </a:extLst>
          </p:cNvPr>
          <p:cNvSpPr/>
          <p:nvPr>
            <p:custDataLst>
              <p:tags r:id="rId23"/>
            </p:custDataLst>
          </p:nvPr>
        </p:nvSpPr>
        <p:spPr>
          <a:xfrm>
            <a:off x="9038359" y="3401932"/>
            <a:ext cx="493059" cy="2111098"/>
          </a:xfrm>
          <a:prstGeom prst="rightBrace">
            <a:avLst>
              <a:gd name="adj1" fmla="val 51969"/>
              <a:gd name="adj2" fmla="val 50000"/>
            </a:avLst>
          </a:prstGeom>
        </p:spPr>
        <p:style>
          <a:lnRef idx="3">
            <a:schemeClr val="accent6"/>
          </a:lnRef>
          <a:fillRef idx="0">
            <a:schemeClr val="accent6"/>
          </a:fillRef>
          <a:effectRef idx="2">
            <a:schemeClr val="accent6"/>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5315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E2AD52E5-0FB7-01AD-A2BB-5EB5B4DA6F16}"/>
              </a:ext>
            </a:extLst>
          </p:cNvPr>
          <p:cNvSpPr>
            <a:spLocks noGrp="1"/>
          </p:cNvSpPr>
          <p:nvPr>
            <p:ph type="title"/>
            <p:custDataLst>
              <p:tags r:id="rId1"/>
            </p:custDataLst>
          </p:nvPr>
        </p:nvSpPr>
        <p:spPr/>
        <p:txBody>
          <a:bodyPr/>
          <a:lstStyle/>
          <a:p>
            <a:r>
              <a:rPr lang="fr-CA" dirty="0"/>
              <a:t>Synthèse et nouvelles notions sur </a:t>
            </a:r>
            <a:r>
              <a:rPr lang="fr-CA" dirty="0" err="1"/>
              <a:t>Softr</a:t>
            </a:r>
            <a:endParaRPr lang="fr-CA" dirty="0"/>
          </a:p>
        </p:txBody>
      </p:sp>
      <p:sp>
        <p:nvSpPr>
          <p:cNvPr id="2" name="Espace réservé du contenu 1">
            <a:extLst>
              <a:ext uri="{FF2B5EF4-FFF2-40B4-BE49-F238E27FC236}">
                <a16:creationId xmlns:a16="http://schemas.microsoft.com/office/drawing/2014/main" id="{8C467FA6-88BE-9862-56AB-F72268E175B7}"/>
              </a:ext>
            </a:extLst>
          </p:cNvPr>
          <p:cNvSpPr>
            <a:spLocks noGrp="1"/>
          </p:cNvSpPr>
          <p:nvPr>
            <p:ph idx="1"/>
            <p:custDataLst>
              <p:tags r:id="rId2"/>
            </p:custDataLst>
          </p:nvPr>
        </p:nvSpPr>
        <p:spPr/>
        <p:txBody>
          <a:bodyPr anchor="ctr">
            <a:normAutofit/>
          </a:bodyPr>
          <a:lstStyle/>
          <a:p>
            <a:r>
              <a:rPr lang="fr-CA" dirty="0"/>
              <a:t>Créer ou réviser le formulaire Client et le formulaire Article à l’aide du fichier Airtable suivant : </a:t>
            </a:r>
            <a:r>
              <a:rPr lang="fr-CA" sz="2000" dirty="0">
                <a:hlinkClick r:id="rId5"/>
              </a:rPr>
              <a:t>https://airtable.com/appHER5zD0vcMGKxn/shrUekn8BvubJbGZh</a:t>
            </a:r>
            <a:r>
              <a:rPr lang="fr-CA" sz="2000" dirty="0"/>
              <a:t> </a:t>
            </a:r>
            <a:endParaRPr lang="fr-CA" dirty="0"/>
          </a:p>
          <a:p>
            <a:r>
              <a:rPr lang="fr-CA" dirty="0"/>
              <a:t>Créer un formulaire Commande</a:t>
            </a:r>
          </a:p>
          <a:p>
            <a:r>
              <a:rPr lang="fr-CA" dirty="0"/>
              <a:t>Ajuster la page d’accueil pour pouvoir atteindre le formulaire Commande</a:t>
            </a:r>
          </a:p>
          <a:p>
            <a:r>
              <a:rPr lang="fr-CA" dirty="0"/>
              <a:t>Pour chaque élément, faites tous les paramétrages pour personnaliser les boutons et les messages</a:t>
            </a:r>
          </a:p>
          <a:p>
            <a:r>
              <a:rPr lang="fr-CA" dirty="0"/>
              <a:t>Ajuster la taille des champs dans les formulaires pour avoir une bonne mise en page</a:t>
            </a:r>
          </a:p>
        </p:txBody>
      </p:sp>
      <p:sp>
        <p:nvSpPr>
          <p:cNvPr id="5" name="Ellipse 4">
            <a:extLst>
              <a:ext uri="{FF2B5EF4-FFF2-40B4-BE49-F238E27FC236}">
                <a16:creationId xmlns:a16="http://schemas.microsoft.com/office/drawing/2014/main" id="{A12A0A5E-5D7A-E6C7-C262-D46913DD4608}"/>
              </a:ext>
            </a:extLst>
          </p:cNvPr>
          <p:cNvSpPr/>
          <p:nvPr>
            <p:custDataLst>
              <p:tags r:id="rId3"/>
            </p:custDataLst>
          </p:nvPr>
        </p:nvSpPr>
        <p:spPr>
          <a:xfrm>
            <a:off x="9585789" y="832207"/>
            <a:ext cx="45719" cy="4571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4119077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C337B9-781F-01F7-5CCA-6CC2A47CC148}"/>
              </a:ext>
            </a:extLst>
          </p:cNvPr>
          <p:cNvSpPr>
            <a:spLocks noGrp="1"/>
          </p:cNvSpPr>
          <p:nvPr>
            <p:ph type="title"/>
            <p:custDataLst>
              <p:tags r:id="rId1"/>
            </p:custDataLst>
          </p:nvPr>
        </p:nvSpPr>
        <p:spPr/>
        <p:txBody>
          <a:bodyPr/>
          <a:lstStyle/>
          <a:p>
            <a:r>
              <a:rPr lang="fr-CA" spc="-70"/>
              <a:t>Créer le formulaire d’ajout d’une Commande</a:t>
            </a:r>
          </a:p>
        </p:txBody>
      </p:sp>
      <p:sp>
        <p:nvSpPr>
          <p:cNvPr id="3" name="Espace réservé du contenu 2">
            <a:extLst>
              <a:ext uri="{FF2B5EF4-FFF2-40B4-BE49-F238E27FC236}">
                <a16:creationId xmlns:a16="http://schemas.microsoft.com/office/drawing/2014/main" id="{B57B8223-AFE8-2FD1-D35F-F640547D4AB5}"/>
              </a:ext>
            </a:extLst>
          </p:cNvPr>
          <p:cNvSpPr>
            <a:spLocks noGrp="1"/>
          </p:cNvSpPr>
          <p:nvPr>
            <p:ph idx="1"/>
            <p:custDataLst>
              <p:tags r:id="rId2"/>
            </p:custDataLst>
          </p:nvPr>
        </p:nvSpPr>
        <p:spPr/>
        <p:txBody>
          <a:bodyPr/>
          <a:lstStyle/>
          <a:p>
            <a:endParaRPr lang="fr-CA"/>
          </a:p>
          <a:p>
            <a:r>
              <a:rPr lang="fr-CA"/>
              <a:t>Saurez-vous arriver à ce résultat?</a:t>
            </a:r>
          </a:p>
          <a:p>
            <a:endParaRPr lang="fr-CA"/>
          </a:p>
          <a:p>
            <a:r>
              <a:rPr lang="fr-CA"/>
              <a:t>Lorsque nous prévisualisons et testons</a:t>
            </a:r>
            <a:br>
              <a:rPr lang="fr-CA"/>
            </a:br>
            <a:r>
              <a:rPr lang="fr-CA"/>
              <a:t>le formulaire, est-ce qu’il a le comportement</a:t>
            </a:r>
            <a:br>
              <a:rPr lang="fr-CA"/>
            </a:br>
            <a:r>
              <a:rPr lang="fr-CA"/>
              <a:t>souhaité?</a:t>
            </a:r>
          </a:p>
          <a:p>
            <a:endParaRPr lang="fr-CA"/>
          </a:p>
        </p:txBody>
      </p:sp>
      <p:pic>
        <p:nvPicPr>
          <p:cNvPr id="5" name="Image 4">
            <a:extLst>
              <a:ext uri="{FF2B5EF4-FFF2-40B4-BE49-F238E27FC236}">
                <a16:creationId xmlns:a16="http://schemas.microsoft.com/office/drawing/2014/main" id="{00B55AE2-4FD4-B670-C34B-8EEEC9460FCD}"/>
              </a:ext>
            </a:extLst>
          </p:cNvPr>
          <p:cNvPicPr>
            <a:picLocks noChangeAspect="1"/>
          </p:cNvPicPr>
          <p:nvPr>
            <p:custDataLst>
              <p:tags r:id="rId3"/>
            </p:custDataLst>
          </p:nvPr>
        </p:nvPicPr>
        <p:blipFill>
          <a:blip r:embed="rId8"/>
          <a:stretch>
            <a:fillRect/>
          </a:stretch>
        </p:blipFill>
        <p:spPr>
          <a:xfrm>
            <a:off x="6950204" y="2044247"/>
            <a:ext cx="4648849" cy="3248478"/>
          </a:xfrm>
          <a:prstGeom prst="rect">
            <a:avLst/>
          </a:prstGeom>
        </p:spPr>
      </p:pic>
      <p:pic>
        <p:nvPicPr>
          <p:cNvPr id="6" name="Image 5" descr="Une image contenant Police, Graphique, capture d’écran, graphisme  Description générée automatiquement">
            <a:extLst>
              <a:ext uri="{FF2B5EF4-FFF2-40B4-BE49-F238E27FC236}">
                <a16:creationId xmlns:a16="http://schemas.microsoft.com/office/drawing/2014/main" id="{7022147D-5BE9-93F5-27DF-C8FA9061E739}"/>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7" name="Graphique 6" descr="Pizza entière contour">
            <a:extLst>
              <a:ext uri="{FF2B5EF4-FFF2-40B4-BE49-F238E27FC236}">
                <a16:creationId xmlns:a16="http://schemas.microsoft.com/office/drawing/2014/main" id="{94D42D40-D417-2110-15F5-DDCBB8EEF4DB}"/>
              </a:ext>
            </a:extLst>
          </p:cNvPr>
          <p:cNvPicPr>
            <a:picLocks noChangeAspect="1"/>
          </p:cNvPicPr>
          <p:nvPr>
            <p:custDataLst>
              <p:tags r:id="rId5"/>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802017" y="43545"/>
            <a:ext cx="801441" cy="801441"/>
          </a:xfrm>
          <a:prstGeom prst="rect">
            <a:avLst/>
          </a:prstGeom>
        </p:spPr>
      </p:pic>
    </p:spTree>
    <p:extLst>
      <p:ext uri="{BB962C8B-B14F-4D97-AF65-F5344CB8AC3E}">
        <p14:creationId xmlns:p14="http://schemas.microsoft.com/office/powerpoint/2010/main" val="763974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235276-5D89-67B3-9F21-8BD6B3BDE4F9}"/>
              </a:ext>
            </a:extLst>
          </p:cNvPr>
          <p:cNvSpPr>
            <a:spLocks noGrp="1"/>
          </p:cNvSpPr>
          <p:nvPr>
            <p:ph type="title"/>
            <p:custDataLst>
              <p:tags r:id="rId1"/>
            </p:custDataLst>
          </p:nvPr>
        </p:nvSpPr>
        <p:spPr/>
        <p:txBody>
          <a:bodyPr/>
          <a:lstStyle/>
          <a:p>
            <a:r>
              <a:rPr lang="fr-CA"/>
              <a:t>Modification du champ principal</a:t>
            </a:r>
          </a:p>
        </p:txBody>
      </p:sp>
      <p:sp>
        <p:nvSpPr>
          <p:cNvPr id="3" name="Espace réservé du contenu 2">
            <a:extLst>
              <a:ext uri="{FF2B5EF4-FFF2-40B4-BE49-F238E27FC236}">
                <a16:creationId xmlns:a16="http://schemas.microsoft.com/office/drawing/2014/main" id="{40131DD4-2EEE-0608-F96F-88D9B524B5ED}"/>
              </a:ext>
            </a:extLst>
          </p:cNvPr>
          <p:cNvSpPr>
            <a:spLocks noGrp="1"/>
          </p:cNvSpPr>
          <p:nvPr>
            <p:ph idx="1"/>
            <p:custDataLst>
              <p:tags r:id="rId2"/>
            </p:custDataLst>
          </p:nvPr>
        </p:nvSpPr>
        <p:spPr>
          <a:xfrm>
            <a:off x="224639" y="1017270"/>
            <a:ext cx="6466447" cy="5679922"/>
          </a:xfrm>
        </p:spPr>
        <p:txBody>
          <a:bodyPr anchor="ctr">
            <a:normAutofit/>
          </a:bodyPr>
          <a:lstStyle/>
          <a:p>
            <a:r>
              <a:rPr lang="fr-CA" dirty="0"/>
              <a:t>L’application </a:t>
            </a:r>
            <a:r>
              <a:rPr lang="fr-CA" dirty="0" err="1"/>
              <a:t>Softr</a:t>
            </a:r>
            <a:r>
              <a:rPr lang="fr-CA" dirty="0"/>
              <a:t> synchronise systématiquement avec le champ principal de la table Airtable, qui est le champ Name. Lorsque ces champs sont vides, rien n’est retourné dans la liste déroulante. Si la fonction de concaténation de la séance 5 a été réussie, alors nous avons des clients à choisir.</a:t>
            </a:r>
          </a:p>
          <a:p>
            <a:endParaRPr lang="fr-CA" dirty="0"/>
          </a:p>
        </p:txBody>
      </p:sp>
      <p:pic>
        <p:nvPicPr>
          <p:cNvPr id="4" name="Image 3" descr="Une image contenant Police, Graphique, capture d’écran, graphisme  Description générée automatiquement">
            <a:extLst>
              <a:ext uri="{FF2B5EF4-FFF2-40B4-BE49-F238E27FC236}">
                <a16:creationId xmlns:a16="http://schemas.microsoft.com/office/drawing/2014/main" id="{219A2A0C-40FE-D935-D2AC-AF42676EA311}"/>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9CC59127-03D3-6563-91EA-E9D45813BBA3}"/>
              </a:ext>
            </a:extLst>
          </p:cNvPr>
          <p:cNvPicPr>
            <a:picLocks noChangeAspect="1"/>
          </p:cNvPicPr>
          <p:nvPr>
            <p:custDataLst>
              <p:tags r:id="rId4"/>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802017" y="43545"/>
            <a:ext cx="801441" cy="801441"/>
          </a:xfrm>
          <a:prstGeom prst="rect">
            <a:avLst/>
          </a:prstGeom>
        </p:spPr>
      </p:pic>
      <p:pic>
        <p:nvPicPr>
          <p:cNvPr id="10" name="Image 9">
            <a:extLst>
              <a:ext uri="{FF2B5EF4-FFF2-40B4-BE49-F238E27FC236}">
                <a16:creationId xmlns:a16="http://schemas.microsoft.com/office/drawing/2014/main" id="{C7AB1D93-83FD-1E4E-AA0D-73DAC87440D8}"/>
              </a:ext>
            </a:extLst>
          </p:cNvPr>
          <p:cNvPicPr>
            <a:picLocks noChangeAspect="1"/>
          </p:cNvPicPr>
          <p:nvPr>
            <p:custDataLst>
              <p:tags r:id="rId5"/>
            </p:custDataLst>
          </p:nvPr>
        </p:nvPicPr>
        <p:blipFill>
          <a:blip r:embed="rId11"/>
          <a:stretch>
            <a:fillRect/>
          </a:stretch>
        </p:blipFill>
        <p:spPr>
          <a:xfrm>
            <a:off x="6902572" y="2025194"/>
            <a:ext cx="4744112" cy="3286584"/>
          </a:xfrm>
          <a:prstGeom prst="rect">
            <a:avLst/>
          </a:prstGeom>
        </p:spPr>
      </p:pic>
    </p:spTree>
    <p:extLst>
      <p:ext uri="{BB962C8B-B14F-4D97-AF65-F5344CB8AC3E}">
        <p14:creationId xmlns:p14="http://schemas.microsoft.com/office/powerpoint/2010/main" val="4192682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DC66A8-BC77-6152-2D06-FAFDD346BB7D}"/>
              </a:ext>
            </a:extLst>
          </p:cNvPr>
          <p:cNvSpPr>
            <a:spLocks noGrp="1"/>
          </p:cNvSpPr>
          <p:nvPr>
            <p:ph type="title"/>
            <p:custDataLst>
              <p:tags r:id="rId1"/>
            </p:custDataLst>
          </p:nvPr>
        </p:nvSpPr>
        <p:spPr/>
        <p:txBody>
          <a:bodyPr/>
          <a:lstStyle/>
          <a:p>
            <a:r>
              <a:rPr lang="fr-CA"/>
              <a:t>Modification du champ principal</a:t>
            </a:r>
          </a:p>
        </p:txBody>
      </p:sp>
      <p:sp>
        <p:nvSpPr>
          <p:cNvPr id="3" name="Espace réservé du contenu 2">
            <a:extLst>
              <a:ext uri="{FF2B5EF4-FFF2-40B4-BE49-F238E27FC236}">
                <a16:creationId xmlns:a16="http://schemas.microsoft.com/office/drawing/2014/main" id="{8FE6F842-E22C-D569-D8D1-B81DAE64B239}"/>
              </a:ext>
            </a:extLst>
          </p:cNvPr>
          <p:cNvSpPr>
            <a:spLocks noGrp="1"/>
          </p:cNvSpPr>
          <p:nvPr>
            <p:ph idx="1"/>
            <p:custDataLst>
              <p:tags r:id="rId2"/>
            </p:custDataLst>
          </p:nvPr>
        </p:nvSpPr>
        <p:spPr/>
        <p:txBody>
          <a:bodyPr/>
          <a:lstStyle/>
          <a:p>
            <a:r>
              <a:rPr lang="fr-CA" dirty="0"/>
              <a:t>Retournons à Airtable pour automatiser la population de ce champ avec des éléments importants et parlants.</a:t>
            </a:r>
          </a:p>
        </p:txBody>
      </p:sp>
      <p:pic>
        <p:nvPicPr>
          <p:cNvPr id="4" name="Image 3" descr="Une image contenant Police, Graphique, capture d’écran, graphisme  Description générée automatiquement">
            <a:extLst>
              <a:ext uri="{FF2B5EF4-FFF2-40B4-BE49-F238E27FC236}">
                <a16:creationId xmlns:a16="http://schemas.microsoft.com/office/drawing/2014/main" id="{CCEAB3A0-733C-9937-811F-D059CD8291C9}"/>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Graphique 4" descr="Pizza entière contour">
            <a:extLst>
              <a:ext uri="{FF2B5EF4-FFF2-40B4-BE49-F238E27FC236}">
                <a16:creationId xmlns:a16="http://schemas.microsoft.com/office/drawing/2014/main" id="{2CC29461-3C1B-29EB-D52D-619EF2FF45C6}"/>
              </a:ext>
            </a:extLst>
          </p:cNvPr>
          <p:cNvPicPr>
            <a:picLocks noChangeAspect="1"/>
          </p:cNvPicPr>
          <p:nvPr>
            <p:custDataLst>
              <p:tags r:id="rId4"/>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02017" y="43545"/>
            <a:ext cx="801441" cy="801441"/>
          </a:xfrm>
          <a:prstGeom prst="rect">
            <a:avLst/>
          </a:prstGeom>
        </p:spPr>
      </p:pic>
    </p:spTree>
    <p:extLst>
      <p:ext uri="{BB962C8B-B14F-4D97-AF65-F5344CB8AC3E}">
        <p14:creationId xmlns:p14="http://schemas.microsoft.com/office/powerpoint/2010/main" val="15903094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7382808E-5048-BBF4-8993-FB97A3CA2C12}"/>
              </a:ext>
            </a:extLst>
          </p:cNvPr>
          <p:cNvSpPr>
            <a:spLocks noGrp="1"/>
          </p:cNvSpPr>
          <p:nvPr>
            <p:ph type="title"/>
            <p:custDataLst>
              <p:tags r:id="rId1"/>
            </p:custDataLst>
          </p:nvPr>
        </p:nvSpPr>
        <p:spPr/>
        <p:txBody>
          <a:bodyPr/>
          <a:lstStyle/>
          <a:p>
            <a:r>
              <a:rPr lang="fr-CA" dirty="0"/>
              <a:t>Création du </a:t>
            </a:r>
            <a:r>
              <a:rPr lang="fr-CA"/>
              <a:t>formulaire Détail commande</a:t>
            </a:r>
            <a:endParaRPr lang="fr-CA" dirty="0"/>
          </a:p>
        </p:txBody>
      </p:sp>
      <p:sp>
        <p:nvSpPr>
          <p:cNvPr id="2" name="Espace réservé du contenu 1">
            <a:extLst>
              <a:ext uri="{FF2B5EF4-FFF2-40B4-BE49-F238E27FC236}">
                <a16:creationId xmlns:a16="http://schemas.microsoft.com/office/drawing/2014/main" id="{AA2B5186-202C-CABA-E9D9-E9DD332A8A88}"/>
              </a:ext>
            </a:extLst>
          </p:cNvPr>
          <p:cNvSpPr>
            <a:spLocks noGrp="1"/>
          </p:cNvSpPr>
          <p:nvPr>
            <p:ph idx="1"/>
            <p:custDataLst>
              <p:tags r:id="rId2"/>
            </p:custDataLst>
          </p:nvPr>
        </p:nvSpPr>
        <p:spPr/>
        <p:txBody>
          <a:bodyPr anchor="ctr"/>
          <a:lstStyle/>
          <a:p>
            <a:r>
              <a:rPr lang="fr-CA" dirty="0"/>
              <a:t>Présenter les enjeux</a:t>
            </a:r>
          </a:p>
          <a:p>
            <a:r>
              <a:rPr lang="fr-CA" dirty="0"/>
              <a:t>Faire les manipulations en démo</a:t>
            </a:r>
          </a:p>
          <a:p>
            <a:endParaRPr lang="fr-CA" dirty="0"/>
          </a:p>
          <a:p>
            <a:r>
              <a:rPr lang="fr-CA" dirty="0"/>
              <a:t>Durée : 15 minutes</a:t>
            </a:r>
          </a:p>
          <a:p>
            <a:endParaRPr lang="fr-CA" dirty="0"/>
          </a:p>
          <a:p>
            <a:endParaRPr lang="fr-CA" dirty="0"/>
          </a:p>
        </p:txBody>
      </p:sp>
    </p:spTree>
    <p:extLst>
      <p:ext uri="{BB962C8B-B14F-4D97-AF65-F5344CB8AC3E}">
        <p14:creationId xmlns:p14="http://schemas.microsoft.com/office/powerpoint/2010/main" val="2437876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40062C-FCD8-C00E-A7F4-532700F8418A}"/>
              </a:ext>
            </a:extLst>
          </p:cNvPr>
          <p:cNvSpPr>
            <a:spLocks noGrp="1"/>
          </p:cNvSpPr>
          <p:nvPr>
            <p:ph type="title"/>
            <p:custDataLst>
              <p:tags r:id="rId1"/>
            </p:custDataLst>
          </p:nvPr>
        </p:nvSpPr>
        <p:spPr/>
        <p:txBody>
          <a:bodyPr/>
          <a:lstStyle/>
          <a:p>
            <a:r>
              <a:rPr lang="fr-CA" dirty="0"/>
              <a:t>Créer l'application Pizzeria avec l'IA </a:t>
            </a:r>
            <a:r>
              <a:rPr lang="fr-CA" dirty="0" err="1"/>
              <a:t>Softr</a:t>
            </a:r>
            <a:endParaRPr lang="fr-FR" dirty="0"/>
          </a:p>
        </p:txBody>
      </p:sp>
      <p:sp>
        <p:nvSpPr>
          <p:cNvPr id="3" name="Espace réservé du contenu 2">
            <a:extLst>
              <a:ext uri="{FF2B5EF4-FFF2-40B4-BE49-F238E27FC236}">
                <a16:creationId xmlns:a16="http://schemas.microsoft.com/office/drawing/2014/main" id="{B20DC57C-1088-6D82-D3FB-2A630820607F}"/>
              </a:ext>
            </a:extLst>
          </p:cNvPr>
          <p:cNvSpPr>
            <a:spLocks noGrp="1"/>
          </p:cNvSpPr>
          <p:nvPr>
            <p:ph idx="1"/>
            <p:custDataLst>
              <p:tags r:id="rId2"/>
            </p:custDataLst>
          </p:nvPr>
        </p:nvSpPr>
        <p:spPr/>
        <p:txBody>
          <a:bodyPr anchor="ctr">
            <a:normAutofit fontScale="92500" lnSpcReduction="10000"/>
          </a:bodyPr>
          <a:lstStyle/>
          <a:p>
            <a:pPr marL="0" indent="0">
              <a:spcAft>
                <a:spcPts val="1200"/>
              </a:spcAft>
              <a:buNone/>
            </a:pPr>
            <a:r>
              <a:rPr lang="fr-CA"/>
              <a:t>Utiliser l’IA </a:t>
            </a:r>
            <a:r>
              <a:rPr lang="fr-CA" dirty="0"/>
              <a:t>de </a:t>
            </a:r>
            <a:r>
              <a:rPr lang="fr-CA" dirty="0" err="1"/>
              <a:t>Softr</a:t>
            </a:r>
            <a:r>
              <a:rPr lang="fr-CA" dirty="0"/>
              <a:t> pour générer une première version </a:t>
            </a:r>
            <a:r>
              <a:rPr lang="fr-CA"/>
              <a:t>de l’application</a:t>
            </a:r>
            <a:r>
              <a:rPr lang="fr-CA" dirty="0"/>
              <a:t>, puis évaluer et corriger </a:t>
            </a:r>
            <a:r>
              <a:rPr lang="fr-CA"/>
              <a:t>ce qu’elle </a:t>
            </a:r>
            <a:r>
              <a:rPr lang="fr-CA" dirty="0"/>
              <a:t>a produit</a:t>
            </a:r>
          </a:p>
          <a:p>
            <a:pPr>
              <a:spcAft>
                <a:spcPts val="1200"/>
              </a:spcAft>
            </a:pPr>
            <a:r>
              <a:rPr lang="fr-CA">
                <a:latin typeface="Visby CF Medium" pitchFamily="2" charset="77"/>
              </a:rPr>
              <a:t>Étape 1 </a:t>
            </a:r>
            <a:r>
              <a:rPr lang="fr-CA" dirty="0">
                <a:latin typeface="Visby CF Medium" pitchFamily="2" charset="77"/>
              </a:rPr>
              <a:t>— </a:t>
            </a:r>
            <a:r>
              <a:rPr lang="fr-CA">
                <a:latin typeface="Visby CF Medium" pitchFamily="2" charset="77"/>
              </a:rPr>
              <a:t>Décrire l’application (3 min</a:t>
            </a:r>
            <a:r>
              <a:rPr lang="fr-CA" dirty="0">
                <a:latin typeface="Visby CF Medium" pitchFamily="2" charset="77"/>
              </a:rPr>
              <a:t>) </a:t>
            </a:r>
          </a:p>
          <a:p>
            <a:pPr marL="457200" lvl="1" indent="0">
              <a:spcAft>
                <a:spcPts val="1200"/>
              </a:spcAft>
              <a:buNone/>
            </a:pPr>
            <a:r>
              <a:rPr lang="fr-CA" i="1" dirty="0"/>
              <a:t>Je gère une pizzeria</a:t>
            </a:r>
            <a:r>
              <a:rPr lang="fr-CA" i="1"/>
              <a:t>. J’ai </a:t>
            </a:r>
            <a:r>
              <a:rPr lang="fr-CA" i="1" dirty="0"/>
              <a:t>une base de données </a:t>
            </a:r>
            <a:r>
              <a:rPr lang="fr-CA" i="1" dirty="0" err="1"/>
              <a:t>Airtable</a:t>
            </a:r>
            <a:r>
              <a:rPr lang="fr-CA" i="1" dirty="0"/>
              <a:t> avec les </a:t>
            </a:r>
            <a:r>
              <a:rPr lang="fr-CA" i="1"/>
              <a:t>tables suivantes : </a:t>
            </a:r>
            <a:r>
              <a:rPr lang="fr-CA" i="1" dirty="0"/>
              <a:t>Client, Commande, Article, </a:t>
            </a:r>
            <a:r>
              <a:rPr lang="fr-CA" i="1" dirty="0" err="1"/>
              <a:t>Detail_Commande</a:t>
            </a:r>
            <a:r>
              <a:rPr lang="fr-CA" i="1" dirty="0"/>
              <a:t>, Suivi. Je veux une application web qui permet à un employé de saisir de nouvelles commandes, de consulter la liste des commandes en cours et de mettre à jour leur statut.</a:t>
            </a:r>
          </a:p>
          <a:p>
            <a:pPr marL="228600" lvl="1">
              <a:spcAft>
                <a:spcPts val="1200"/>
              </a:spcAft>
            </a:pPr>
            <a:r>
              <a:rPr lang="fr-CA" sz="2400">
                <a:latin typeface="Visby CF Medium" pitchFamily="2" charset="77"/>
              </a:rPr>
              <a:t>Étape 2 </a:t>
            </a:r>
            <a:r>
              <a:rPr lang="fr-CA" sz="2400" dirty="0">
                <a:latin typeface="Visby CF Medium" pitchFamily="2" charset="77"/>
              </a:rPr>
              <a:t>— Observer ce </a:t>
            </a:r>
            <a:r>
              <a:rPr lang="fr-CA" sz="2400">
                <a:latin typeface="Visby CF Medium" pitchFamily="2" charset="77"/>
              </a:rPr>
              <a:t>que l’IA </a:t>
            </a:r>
            <a:r>
              <a:rPr lang="fr-CA" sz="2400" dirty="0">
                <a:latin typeface="Visby CF Medium" pitchFamily="2" charset="77"/>
              </a:rPr>
              <a:t>a produit </a:t>
            </a:r>
            <a:r>
              <a:rPr lang="fr-CA" sz="2400">
                <a:latin typeface="Visby CF Medium" pitchFamily="2" charset="77"/>
              </a:rPr>
              <a:t>(3 min</a:t>
            </a:r>
            <a:r>
              <a:rPr lang="fr-CA" sz="2400" dirty="0">
                <a:latin typeface="Visby CF Medium" pitchFamily="2" charset="77"/>
              </a:rPr>
              <a:t>)</a:t>
            </a:r>
          </a:p>
          <a:p>
            <a:pPr marL="685800" lvl="2">
              <a:lnSpc>
                <a:spcPct val="99000"/>
              </a:lnSpc>
              <a:spcAft>
                <a:spcPts val="1200"/>
              </a:spcAft>
            </a:pPr>
            <a:r>
              <a:rPr lang="fr-CA" sz="2200" dirty="0"/>
              <a:t>Les bonnes pages sont-elles créées? </a:t>
            </a:r>
          </a:p>
          <a:p>
            <a:pPr marL="685800" lvl="2">
              <a:lnSpc>
                <a:spcPct val="99000"/>
              </a:lnSpc>
              <a:spcAft>
                <a:spcPts val="1200"/>
              </a:spcAft>
            </a:pPr>
            <a:r>
              <a:rPr lang="fr-CA" sz="2200" dirty="0"/>
              <a:t>Les liens entre tables sont-ils corrects? </a:t>
            </a:r>
          </a:p>
          <a:p>
            <a:pPr marL="685800" lvl="2">
              <a:lnSpc>
                <a:spcPct val="99000"/>
              </a:lnSpc>
              <a:spcAft>
                <a:spcPts val="1200"/>
              </a:spcAft>
            </a:pPr>
            <a:r>
              <a:rPr lang="fr-CA" sz="2200" dirty="0"/>
              <a:t>Les </a:t>
            </a:r>
            <a:r>
              <a:rPr lang="fr-CA" sz="2200"/>
              <a:t>droits d’accès </a:t>
            </a:r>
            <a:r>
              <a:rPr lang="fr-CA" sz="2200" dirty="0"/>
              <a:t>sont-ils configurés? </a:t>
            </a:r>
          </a:p>
          <a:p>
            <a:pPr marL="685800" lvl="2">
              <a:lnSpc>
                <a:spcPct val="99000"/>
              </a:lnSpc>
              <a:spcAft>
                <a:spcPts val="1200"/>
              </a:spcAft>
            </a:pPr>
            <a:r>
              <a:rPr lang="fr-CA" sz="2200" dirty="0"/>
              <a:t>La page Suivi est-elle utile?</a:t>
            </a:r>
            <a:endParaRPr lang="fr-FR" sz="2200" dirty="0">
              <a:latin typeface="Visby CF Medium" pitchFamily="2" charset="77"/>
            </a:endParaRPr>
          </a:p>
        </p:txBody>
      </p:sp>
      <p:pic>
        <p:nvPicPr>
          <p:cNvPr id="4" name="Graphique 3" descr="Pizza entière contour">
            <a:extLst>
              <a:ext uri="{FF2B5EF4-FFF2-40B4-BE49-F238E27FC236}">
                <a16:creationId xmlns:a16="http://schemas.microsoft.com/office/drawing/2014/main" id="{F9C44A46-D053-A547-2A0A-FB433F2C5141}"/>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02017" y="43545"/>
            <a:ext cx="801441" cy="801441"/>
          </a:xfrm>
          <a:prstGeom prst="rect">
            <a:avLst/>
          </a:prstGeom>
        </p:spPr>
      </p:pic>
      <p:pic>
        <p:nvPicPr>
          <p:cNvPr id="5" name="Image 4" descr="Une image contenant Police, Graphique, capture d’écran, graphisme&#10;&#10;Description générée automatiquement">
            <a:extLst>
              <a:ext uri="{FF2B5EF4-FFF2-40B4-BE49-F238E27FC236}">
                <a16:creationId xmlns:a16="http://schemas.microsoft.com/office/drawing/2014/main" id="{FAAC95F2-0000-CF2F-F833-8B83D9C63E36}"/>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8" name="Image 7">
            <a:extLst>
              <a:ext uri="{FF2B5EF4-FFF2-40B4-BE49-F238E27FC236}">
                <a16:creationId xmlns:a16="http://schemas.microsoft.com/office/drawing/2014/main" id="{BF18FDED-E475-A3AC-6301-6CE50C47ACFA}"/>
              </a:ext>
            </a:extLst>
          </p:cNvPr>
          <p:cNvPicPr>
            <a:picLocks noChangeAspect="1"/>
          </p:cNvPicPr>
          <p:nvPr>
            <p:custDataLst>
              <p:tags r:id="rId5"/>
            </p:custDataLst>
          </p:nvPr>
        </p:nvPicPr>
        <p:blipFill>
          <a:blip r:embed="rId11"/>
          <a:stretch>
            <a:fillRect/>
          </a:stretch>
        </p:blipFill>
        <p:spPr>
          <a:xfrm>
            <a:off x="6108480" y="4966762"/>
            <a:ext cx="1888990" cy="1440000"/>
          </a:xfrm>
          <a:prstGeom prst="rect">
            <a:avLst/>
          </a:prstGeom>
        </p:spPr>
      </p:pic>
    </p:spTree>
    <p:extLst>
      <p:ext uri="{BB962C8B-B14F-4D97-AF65-F5344CB8AC3E}">
        <p14:creationId xmlns:p14="http://schemas.microsoft.com/office/powerpoint/2010/main" val="345400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3B766-7924-7840-744C-599C282340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FEF0419-771C-D460-AE3B-A3A8B23E8CCE}"/>
              </a:ext>
            </a:extLst>
          </p:cNvPr>
          <p:cNvSpPr>
            <a:spLocks noGrp="1"/>
          </p:cNvSpPr>
          <p:nvPr>
            <p:ph type="title"/>
            <p:custDataLst>
              <p:tags r:id="rId1"/>
            </p:custDataLst>
          </p:nvPr>
        </p:nvSpPr>
        <p:spPr/>
        <p:txBody>
          <a:bodyPr/>
          <a:lstStyle/>
          <a:p>
            <a:r>
              <a:rPr lang="fr-CA" dirty="0"/>
              <a:t>Créer l'application Pizzeria avec l'IA </a:t>
            </a:r>
            <a:r>
              <a:rPr lang="fr-CA" dirty="0" err="1"/>
              <a:t>Softr</a:t>
            </a:r>
            <a:endParaRPr lang="fr-FR" dirty="0"/>
          </a:p>
        </p:txBody>
      </p:sp>
      <p:sp>
        <p:nvSpPr>
          <p:cNvPr id="3" name="Espace réservé du contenu 2">
            <a:extLst>
              <a:ext uri="{FF2B5EF4-FFF2-40B4-BE49-F238E27FC236}">
                <a16:creationId xmlns:a16="http://schemas.microsoft.com/office/drawing/2014/main" id="{8364F0CA-1192-99AE-2287-1EA0034711E4}"/>
              </a:ext>
            </a:extLst>
          </p:cNvPr>
          <p:cNvSpPr>
            <a:spLocks noGrp="1"/>
          </p:cNvSpPr>
          <p:nvPr>
            <p:ph idx="1"/>
            <p:custDataLst>
              <p:tags r:id="rId2"/>
            </p:custDataLst>
          </p:nvPr>
        </p:nvSpPr>
        <p:spPr/>
        <p:txBody>
          <a:bodyPr anchor="t">
            <a:normAutofit/>
          </a:bodyPr>
          <a:lstStyle/>
          <a:p>
            <a:pPr>
              <a:spcAft>
                <a:spcPts val="1200"/>
              </a:spcAft>
            </a:pPr>
            <a:r>
              <a:rPr lang="fr-CA"/>
              <a:t>Étape 3 </a:t>
            </a:r>
            <a:r>
              <a:rPr lang="fr-CA" dirty="0"/>
              <a:t>— Corriger et compléter </a:t>
            </a:r>
            <a:r>
              <a:rPr lang="fr-CA"/>
              <a:t>(10 min</a:t>
            </a:r>
            <a:r>
              <a:rPr lang="fr-CA" dirty="0"/>
              <a:t>)</a:t>
            </a:r>
            <a:endParaRPr lang="fr-CA" dirty="0">
              <a:latin typeface="Visby CF Medium" pitchFamily="2" charset="77"/>
            </a:endParaRPr>
          </a:p>
          <a:p>
            <a:pPr marL="457200" lvl="1" indent="0">
              <a:spcAft>
                <a:spcPts val="1200"/>
              </a:spcAft>
              <a:buNone/>
            </a:pPr>
            <a:r>
              <a:rPr lang="fr-CA" dirty="0"/>
              <a:t>Ajuster ce </a:t>
            </a:r>
            <a:r>
              <a:rPr lang="fr-CA"/>
              <a:t>que l’IA </a:t>
            </a:r>
            <a:r>
              <a:rPr lang="fr-CA" dirty="0"/>
              <a:t>a mal configuré ou omis. Connecter les tables manquantes, corriger les </a:t>
            </a:r>
            <a:r>
              <a:rPr lang="fr-CA"/>
              <a:t>droits d’accès</a:t>
            </a:r>
            <a:r>
              <a:rPr lang="fr-CA" dirty="0"/>
              <a:t>, ajouter la page </a:t>
            </a:r>
            <a:r>
              <a:rPr lang="fr-CA" i="1" dirty="0"/>
              <a:t>Suivi</a:t>
            </a:r>
            <a:r>
              <a:rPr lang="fr-CA" dirty="0"/>
              <a:t> si elle est absente.</a:t>
            </a:r>
            <a:endParaRPr lang="fr-CA" i="1" dirty="0"/>
          </a:p>
          <a:p>
            <a:pPr marL="228600" lvl="1">
              <a:spcAft>
                <a:spcPts val="1200"/>
              </a:spcAft>
            </a:pPr>
            <a:r>
              <a:rPr lang="fr-CA" sz="2400"/>
              <a:t>Étape 4 </a:t>
            </a:r>
            <a:r>
              <a:rPr lang="fr-CA" sz="2400" dirty="0"/>
              <a:t>— Retour collectif </a:t>
            </a:r>
            <a:r>
              <a:rPr lang="fr-CA" sz="2400"/>
              <a:t>(4 min</a:t>
            </a:r>
            <a:r>
              <a:rPr lang="fr-CA" sz="2400" dirty="0"/>
              <a:t>)</a:t>
            </a:r>
          </a:p>
        </p:txBody>
      </p:sp>
      <p:pic>
        <p:nvPicPr>
          <p:cNvPr id="4" name="Graphique 3" descr="Pizza entière contour">
            <a:extLst>
              <a:ext uri="{FF2B5EF4-FFF2-40B4-BE49-F238E27FC236}">
                <a16:creationId xmlns:a16="http://schemas.microsoft.com/office/drawing/2014/main" id="{92BADDAD-755D-7138-BC37-3C183795AE34}"/>
              </a:ext>
            </a:extLst>
          </p:cNvPr>
          <p:cNvPicPr>
            <a:picLocks noChangeAspect="1"/>
          </p:cNvPicPr>
          <p:nvPr>
            <p:custDataLst>
              <p:tags r:id="rId3"/>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802017" y="43545"/>
            <a:ext cx="801441" cy="801441"/>
          </a:xfrm>
          <a:prstGeom prst="rect">
            <a:avLst/>
          </a:prstGeom>
        </p:spPr>
      </p:pic>
      <p:pic>
        <p:nvPicPr>
          <p:cNvPr id="5" name="Image 4" descr="Une image contenant Police, Graphique, capture d’écran, graphisme&#10;&#10;Description générée automatiquement">
            <a:extLst>
              <a:ext uri="{FF2B5EF4-FFF2-40B4-BE49-F238E27FC236}">
                <a16:creationId xmlns:a16="http://schemas.microsoft.com/office/drawing/2014/main" id="{0BDBB56A-DC6A-772D-AA4E-0E9ED2182852}"/>
              </a:ext>
            </a:extLst>
          </p:cNvPr>
          <p:cNvPicPr>
            <a:picLocks noChangeAspect="1"/>
          </p:cNvPicPr>
          <p:nvPr>
            <p:custDataLst>
              <p:tags r:id="rId4"/>
            </p:custDataLst>
          </p:nvPr>
        </p:nvPicPr>
        <p:blipFill>
          <a:blip r:embed="rId1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graphicFrame>
        <p:nvGraphicFramePr>
          <p:cNvPr id="7" name="Tableau 6">
            <a:extLst>
              <a:ext uri="{FF2B5EF4-FFF2-40B4-BE49-F238E27FC236}">
                <a16:creationId xmlns:a16="http://schemas.microsoft.com/office/drawing/2014/main" id="{5723EA3E-A79C-A10F-FDF3-AEB04D8A4BCF}"/>
              </a:ext>
            </a:extLst>
          </p:cNvPr>
          <p:cNvGraphicFramePr>
            <a:graphicFrameLocks noGrp="1"/>
          </p:cNvGraphicFramePr>
          <p:nvPr>
            <p:custDataLst>
              <p:tags r:id="rId5"/>
            </p:custDataLst>
            <p:extLst>
              <p:ext uri="{D42A27DB-BD31-4B8C-83A1-F6EECF244321}">
                <p14:modId xmlns:p14="http://schemas.microsoft.com/office/powerpoint/2010/main" val="958396499"/>
              </p:ext>
            </p:extLst>
          </p:nvPr>
        </p:nvGraphicFramePr>
        <p:xfrm>
          <a:off x="523225" y="3527856"/>
          <a:ext cx="11170509" cy="2829285"/>
        </p:xfrm>
        <a:graphic>
          <a:graphicData uri="http://schemas.openxmlformats.org/drawingml/2006/table">
            <a:tbl>
              <a:tblPr firstRow="1" bandRow="1">
                <a:tableStyleId>{21E4AEA4-8DFA-4A89-87EB-49C32662AFE0}</a:tableStyleId>
              </a:tblPr>
              <a:tblGrid>
                <a:gridCol w="3723503">
                  <a:extLst>
                    <a:ext uri="{9D8B030D-6E8A-4147-A177-3AD203B41FA5}">
                      <a16:colId xmlns:a16="http://schemas.microsoft.com/office/drawing/2014/main" val="2408631086"/>
                    </a:ext>
                  </a:extLst>
                </a:gridCol>
                <a:gridCol w="3723503">
                  <a:extLst>
                    <a:ext uri="{9D8B030D-6E8A-4147-A177-3AD203B41FA5}">
                      <a16:colId xmlns:a16="http://schemas.microsoft.com/office/drawing/2014/main" val="2009500777"/>
                    </a:ext>
                  </a:extLst>
                </a:gridCol>
                <a:gridCol w="3723503">
                  <a:extLst>
                    <a:ext uri="{9D8B030D-6E8A-4147-A177-3AD203B41FA5}">
                      <a16:colId xmlns:a16="http://schemas.microsoft.com/office/drawing/2014/main" val="1970229115"/>
                    </a:ext>
                  </a:extLst>
                </a:gridCol>
              </a:tblGrid>
              <a:tr h="512805">
                <a:tc>
                  <a:txBody>
                    <a:bodyPr/>
                    <a:lstStyle/>
                    <a:p>
                      <a:pPr>
                        <a:buNone/>
                      </a:pPr>
                      <a:r>
                        <a:rPr lang="fr-CA" b="1" i="0" dirty="0">
                          <a:latin typeface="Visby Slab CF Bold" pitchFamily="2" charset="77"/>
                        </a:rPr>
                        <a:t>Question</a:t>
                      </a:r>
                    </a:p>
                  </a:txBody>
                  <a:tcPr anchor="ctr"/>
                </a:tc>
                <a:tc>
                  <a:txBody>
                    <a:bodyPr/>
                    <a:lstStyle/>
                    <a:p>
                      <a:pPr>
                        <a:buNone/>
                      </a:pPr>
                      <a:r>
                        <a:rPr lang="fr-CA" b="1" i="0" dirty="0">
                          <a:latin typeface="Visby Slab CF Bold" pitchFamily="2" charset="77"/>
                        </a:rPr>
                        <a:t>Ce que l'IA décide</a:t>
                      </a:r>
                    </a:p>
                  </a:txBody>
                  <a:tcPr anchor="ctr"/>
                </a:tc>
                <a:tc>
                  <a:txBody>
                    <a:bodyPr/>
                    <a:lstStyle/>
                    <a:p>
                      <a:pPr>
                        <a:buNone/>
                      </a:pPr>
                      <a:r>
                        <a:rPr lang="fr-CA" b="1" i="0" dirty="0">
                          <a:latin typeface="Visby Slab CF Bold" pitchFamily="2" charset="77"/>
                        </a:rPr>
                        <a:t>Ce que l'étudiant doit décider</a:t>
                      </a:r>
                    </a:p>
                  </a:txBody>
                  <a:tcPr anchor="ctr"/>
                </a:tc>
                <a:extLst>
                  <a:ext uri="{0D108BD9-81ED-4DB2-BD59-A6C34878D82A}">
                    <a16:rowId xmlns:a16="http://schemas.microsoft.com/office/drawing/2014/main" val="1864367085"/>
                  </a:ext>
                </a:extLst>
              </a:tr>
              <a:tr h="370840">
                <a:tc>
                  <a:txBody>
                    <a:bodyPr/>
                    <a:lstStyle/>
                    <a:p>
                      <a:pPr>
                        <a:buNone/>
                      </a:pPr>
                      <a:r>
                        <a:rPr lang="fr-CA" sz="1600" b="0" i="0" dirty="0">
                          <a:latin typeface="Visby CF" pitchFamily="2" charset="77"/>
                        </a:rPr>
                        <a:t>Les bonnes pages sont-elles créées?</a:t>
                      </a:r>
                    </a:p>
                  </a:txBody>
                  <a:tcPr anchor="ctr"/>
                </a:tc>
                <a:tc>
                  <a:txBody>
                    <a:bodyPr/>
                    <a:lstStyle/>
                    <a:p>
                      <a:pPr>
                        <a:buNone/>
                      </a:pPr>
                      <a:r>
                        <a:rPr lang="fr-CA" sz="1600" b="0" i="0" dirty="0">
                          <a:latin typeface="Visby CF" pitchFamily="2" charset="77"/>
                        </a:rPr>
                        <a:t>Génère des pages à partir des tables</a:t>
                      </a:r>
                    </a:p>
                  </a:txBody>
                  <a:tcPr anchor="ctr"/>
                </a:tc>
                <a:tc>
                  <a:txBody>
                    <a:bodyPr/>
                    <a:lstStyle/>
                    <a:p>
                      <a:pPr>
                        <a:buNone/>
                      </a:pPr>
                      <a:r>
                        <a:rPr lang="fr-CA" sz="1600" b="0" i="0">
                          <a:latin typeface="Visby CF" pitchFamily="2" charset="77"/>
                        </a:rPr>
                        <a:t>Ne sait pas quelles pages sont utiles pour un employé vs un gestionnaire</a:t>
                      </a:r>
                    </a:p>
                  </a:txBody>
                  <a:tcPr anchor="ctr"/>
                </a:tc>
                <a:extLst>
                  <a:ext uri="{0D108BD9-81ED-4DB2-BD59-A6C34878D82A}">
                    <a16:rowId xmlns:a16="http://schemas.microsoft.com/office/drawing/2014/main" val="1560299695"/>
                  </a:ext>
                </a:extLst>
              </a:tr>
              <a:tr h="370840">
                <a:tc>
                  <a:txBody>
                    <a:bodyPr/>
                    <a:lstStyle/>
                    <a:p>
                      <a:pPr>
                        <a:buNone/>
                      </a:pPr>
                      <a:r>
                        <a:rPr lang="fr-CA" sz="1600" b="0" i="0">
                          <a:latin typeface="Visby CF" pitchFamily="2" charset="77"/>
                        </a:rPr>
                        <a:t>Les liens entre tables sont-ils corrects?</a:t>
                      </a:r>
                    </a:p>
                  </a:txBody>
                  <a:tcPr anchor="ctr"/>
                </a:tc>
                <a:tc>
                  <a:txBody>
                    <a:bodyPr/>
                    <a:lstStyle/>
                    <a:p>
                      <a:pPr>
                        <a:buNone/>
                      </a:pPr>
                      <a:r>
                        <a:rPr lang="fr-CA" sz="1600" b="0" i="0" dirty="0">
                          <a:latin typeface="Visby CF" pitchFamily="2" charset="77"/>
                        </a:rPr>
                        <a:t>Reprend les liens </a:t>
                      </a:r>
                      <a:r>
                        <a:rPr lang="fr-CA" sz="1600" b="0" i="0" dirty="0" err="1">
                          <a:latin typeface="Visby CF" pitchFamily="2" charset="77"/>
                        </a:rPr>
                        <a:t>Airtable</a:t>
                      </a:r>
                      <a:endParaRPr lang="fr-CA" sz="1600" b="0" i="0" dirty="0">
                        <a:latin typeface="Visby CF" pitchFamily="2" charset="77"/>
                      </a:endParaRPr>
                    </a:p>
                  </a:txBody>
                  <a:tcPr anchor="ctr"/>
                </a:tc>
                <a:tc>
                  <a:txBody>
                    <a:bodyPr/>
                    <a:lstStyle/>
                    <a:p>
                      <a:pPr>
                        <a:buNone/>
                      </a:pPr>
                      <a:r>
                        <a:rPr lang="fr-CA" sz="1600" b="0" i="0" dirty="0">
                          <a:latin typeface="Visby CF" pitchFamily="2" charset="77"/>
                        </a:rPr>
                        <a:t>Ne comprend pas la logique métier derrière les permissions</a:t>
                      </a:r>
                    </a:p>
                  </a:txBody>
                  <a:tcPr anchor="ctr"/>
                </a:tc>
                <a:extLst>
                  <a:ext uri="{0D108BD9-81ED-4DB2-BD59-A6C34878D82A}">
                    <a16:rowId xmlns:a16="http://schemas.microsoft.com/office/drawing/2014/main" val="2303900183"/>
                  </a:ext>
                </a:extLst>
              </a:tr>
              <a:tr h="370840">
                <a:tc>
                  <a:txBody>
                    <a:bodyPr/>
                    <a:lstStyle/>
                    <a:p>
                      <a:pPr>
                        <a:buNone/>
                      </a:pPr>
                      <a:r>
                        <a:rPr lang="fr-CA" sz="1600" b="0" i="0">
                          <a:latin typeface="Visby CF" pitchFamily="2" charset="77"/>
                        </a:rPr>
                        <a:t>Les droits d'accès sont-ils configurés?</a:t>
                      </a:r>
                    </a:p>
                  </a:txBody>
                  <a:tcPr anchor="ctr"/>
                </a:tc>
                <a:tc>
                  <a:txBody>
                    <a:bodyPr/>
                    <a:lstStyle/>
                    <a:p>
                      <a:pPr>
                        <a:buNone/>
                      </a:pPr>
                      <a:r>
                        <a:rPr lang="fr-CA" sz="1600" b="0" i="0">
                          <a:latin typeface="Visby CF" pitchFamily="2" charset="77"/>
                        </a:rPr>
                        <a:t>Peut proposer des rôles génériques</a:t>
                      </a:r>
                    </a:p>
                  </a:txBody>
                  <a:tcPr anchor="ctr"/>
                </a:tc>
                <a:tc>
                  <a:txBody>
                    <a:bodyPr/>
                    <a:lstStyle/>
                    <a:p>
                      <a:pPr>
                        <a:buNone/>
                      </a:pPr>
                      <a:r>
                        <a:rPr lang="fr-CA" sz="1600" b="0" i="0" dirty="0">
                          <a:latin typeface="Visby CF" pitchFamily="2" charset="77"/>
                        </a:rPr>
                        <a:t>Ne sait pas qui voit quoi dans ce contexte précis</a:t>
                      </a:r>
                    </a:p>
                  </a:txBody>
                  <a:tcPr anchor="ctr"/>
                </a:tc>
                <a:extLst>
                  <a:ext uri="{0D108BD9-81ED-4DB2-BD59-A6C34878D82A}">
                    <a16:rowId xmlns:a16="http://schemas.microsoft.com/office/drawing/2014/main" val="1111854682"/>
                  </a:ext>
                </a:extLst>
              </a:tr>
              <a:tr h="370840">
                <a:tc>
                  <a:txBody>
                    <a:bodyPr/>
                    <a:lstStyle/>
                    <a:p>
                      <a:pPr>
                        <a:buNone/>
                      </a:pPr>
                      <a:r>
                        <a:rPr lang="fr-CA" sz="1600" b="0" i="0" dirty="0">
                          <a:latin typeface="Visby CF" pitchFamily="2" charset="77"/>
                        </a:rPr>
                        <a:t>La page Suivi est-elle utile?</a:t>
                      </a:r>
                    </a:p>
                  </a:txBody>
                  <a:tcPr anchor="ctr"/>
                </a:tc>
                <a:tc>
                  <a:txBody>
                    <a:bodyPr/>
                    <a:lstStyle/>
                    <a:p>
                      <a:pPr>
                        <a:buNone/>
                      </a:pPr>
                      <a:r>
                        <a:rPr lang="fr-CA" sz="1600" b="0" i="0" dirty="0">
                          <a:latin typeface="Visby CF" pitchFamily="2" charset="77"/>
                        </a:rPr>
                        <a:t>Génère une page si la table existe</a:t>
                      </a:r>
                    </a:p>
                  </a:txBody>
                  <a:tcPr anchor="ctr"/>
                </a:tc>
                <a:tc>
                  <a:txBody>
                    <a:bodyPr/>
                    <a:lstStyle/>
                    <a:p>
                      <a:pPr>
                        <a:buNone/>
                      </a:pPr>
                      <a:r>
                        <a:rPr lang="fr-CA" sz="1600" b="0" i="0" dirty="0">
                          <a:latin typeface="Visby CF" pitchFamily="2" charset="77"/>
                        </a:rPr>
                        <a:t>Ne sait pas à quelle fréquence le statut doit être mis à jour</a:t>
                      </a:r>
                    </a:p>
                  </a:txBody>
                  <a:tcPr anchor="ctr"/>
                </a:tc>
                <a:extLst>
                  <a:ext uri="{0D108BD9-81ED-4DB2-BD59-A6C34878D82A}">
                    <a16:rowId xmlns:a16="http://schemas.microsoft.com/office/drawing/2014/main" val="1502869713"/>
                  </a:ext>
                </a:extLst>
              </a:tr>
            </a:tbl>
          </a:graphicData>
        </a:graphic>
      </p:graphicFrame>
    </p:spTree>
    <p:extLst>
      <p:ext uri="{BB962C8B-B14F-4D97-AF65-F5344CB8AC3E}">
        <p14:creationId xmlns:p14="http://schemas.microsoft.com/office/powerpoint/2010/main" val="371101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A48841-714A-F819-8B71-C269CF9914ED}"/>
              </a:ext>
            </a:extLst>
          </p:cNvPr>
          <p:cNvSpPr>
            <a:spLocks noGrp="1"/>
          </p:cNvSpPr>
          <p:nvPr>
            <p:ph type="title"/>
            <p:custDataLst>
              <p:tags r:id="rId1"/>
            </p:custDataLst>
          </p:nvPr>
        </p:nvSpPr>
        <p:spPr/>
        <p:txBody>
          <a:bodyPr/>
          <a:lstStyle/>
          <a:p>
            <a:r>
              <a:rPr lang="fr-CA" dirty="0">
                <a:solidFill>
                  <a:schemeClr val="accent4"/>
                </a:solidFill>
              </a:rPr>
              <a:t>Nouvelle matière</a:t>
            </a:r>
            <a:endParaRPr lang="fr-FR" dirty="0"/>
          </a:p>
        </p:txBody>
      </p:sp>
    </p:spTree>
    <p:extLst>
      <p:ext uri="{BB962C8B-B14F-4D97-AF65-F5344CB8AC3E}">
        <p14:creationId xmlns:p14="http://schemas.microsoft.com/office/powerpoint/2010/main" val="13462092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72B627-E2AF-00C1-F69C-A41728271456}"/>
              </a:ext>
            </a:extLst>
          </p:cNvPr>
          <p:cNvSpPr>
            <a:spLocks noGrp="1"/>
          </p:cNvSpPr>
          <p:nvPr>
            <p:ph type="title"/>
            <p:custDataLst>
              <p:tags r:id="rId1"/>
            </p:custDataLst>
          </p:nvPr>
        </p:nvSpPr>
        <p:spPr/>
        <p:txBody>
          <a:bodyPr/>
          <a:lstStyle/>
          <a:p>
            <a:r>
              <a:rPr lang="fr-CA"/>
              <a:t>Des algorithmes à l’intelligence artificielle</a:t>
            </a:r>
          </a:p>
        </p:txBody>
      </p:sp>
      <p:sp>
        <p:nvSpPr>
          <p:cNvPr id="3" name="Espace réservé du contenu 2">
            <a:extLst>
              <a:ext uri="{FF2B5EF4-FFF2-40B4-BE49-F238E27FC236}">
                <a16:creationId xmlns:a16="http://schemas.microsoft.com/office/drawing/2014/main" id="{C05B65A5-7397-E560-E73A-D36A73DAFCF4}"/>
              </a:ext>
            </a:extLst>
          </p:cNvPr>
          <p:cNvSpPr>
            <a:spLocks noGrp="1"/>
          </p:cNvSpPr>
          <p:nvPr>
            <p:ph idx="1"/>
            <p:custDataLst>
              <p:tags r:id="rId2"/>
            </p:custDataLst>
          </p:nvPr>
        </p:nvSpPr>
        <p:spPr/>
        <p:txBody>
          <a:bodyPr anchor="ctr"/>
          <a:lstStyle/>
          <a:p>
            <a:r>
              <a:rPr lang="fr-CA" dirty="0"/>
              <a:t>À la base de l’intelligence artificielle, il y a des </a:t>
            </a:r>
            <a:r>
              <a:rPr lang="fr-CA"/>
              <a:t>formes d’algorithmes </a:t>
            </a:r>
            <a:r>
              <a:rPr lang="fr-CA" dirty="0"/>
              <a:t>plus complexes que ceux que nous avons vus jusqu’à maintenant.</a:t>
            </a:r>
          </a:p>
          <a:p>
            <a:r>
              <a:rPr lang="fr-CA" dirty="0"/>
              <a:t>Dans ce cours, nous définissons l’intelligence </a:t>
            </a:r>
            <a:r>
              <a:rPr lang="fr-CA"/>
              <a:t>artificielle </a:t>
            </a:r>
            <a:br>
              <a:rPr lang="fr-CA"/>
            </a:br>
            <a:r>
              <a:rPr lang="fr-CA"/>
              <a:t>comme </a:t>
            </a:r>
            <a:r>
              <a:rPr lang="fr-CA" dirty="0"/>
              <a:t>l’</a:t>
            </a:r>
            <a:r>
              <a:rPr lang="fr-CA" dirty="0">
                <a:solidFill>
                  <a:schemeClr val="accent3"/>
                </a:solidFill>
                <a:latin typeface="Visby Slab CF Bold" panose="00000800000000000000" pitchFamily="50" charset="0"/>
              </a:rPr>
              <a:t>ensemble des techniques </a:t>
            </a:r>
            <a:r>
              <a:rPr lang="fr-CA">
                <a:solidFill>
                  <a:schemeClr val="accent3"/>
                </a:solidFill>
                <a:latin typeface="Visby Slab CF Bold" panose="00000800000000000000" pitchFamily="50" charset="0"/>
              </a:rPr>
              <a:t>permettant </a:t>
            </a:r>
            <a:br>
              <a:rPr lang="fr-CA">
                <a:solidFill>
                  <a:schemeClr val="accent3"/>
                </a:solidFill>
                <a:latin typeface="Visby Slab CF Bold" panose="00000800000000000000" pitchFamily="50" charset="0"/>
              </a:rPr>
            </a:br>
            <a:r>
              <a:rPr lang="fr-CA">
                <a:solidFill>
                  <a:schemeClr val="accent3"/>
                </a:solidFill>
                <a:latin typeface="Visby Slab CF Bold" panose="00000800000000000000" pitchFamily="50" charset="0"/>
              </a:rPr>
              <a:t>aux </a:t>
            </a:r>
            <a:r>
              <a:rPr lang="fr-CA" dirty="0">
                <a:solidFill>
                  <a:schemeClr val="accent3"/>
                </a:solidFill>
                <a:latin typeface="Visby Slab CF Bold" panose="00000800000000000000" pitchFamily="50" charset="0"/>
              </a:rPr>
              <a:t>ordinateurs de simuler et de reproduire l’intelligence humaine</a:t>
            </a:r>
            <a:r>
              <a:rPr lang="fr-CA" dirty="0"/>
              <a:t>.</a:t>
            </a:r>
          </a:p>
          <a:p>
            <a:pPr lvl="1"/>
            <a:r>
              <a:rPr lang="fr-CA" dirty="0"/>
              <a:t>Autrement dit, il s’agit de la capacité d’une machine (ordinateur/robot) à automatiser ou à effectuer des tâches habituellement associées à un être humain.</a:t>
            </a:r>
          </a:p>
          <a:p>
            <a:r>
              <a:rPr lang="fr-CA" dirty="0"/>
              <a:t>Le type d’algorithme qui sous‑tend l’intelligence artificielle moderne est appelé apprentissage automatique (machine </a:t>
            </a:r>
            <a:r>
              <a:rPr lang="fr-CA" dirty="0" err="1"/>
              <a:t>learning</a:t>
            </a:r>
            <a:r>
              <a:rPr lang="fr-CA" dirty="0"/>
              <a:t>).</a:t>
            </a: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C962A6B7-4081-C9C8-8410-3D6F5B0F1DB3}"/>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Image 4">
            <a:extLst>
              <a:ext uri="{FF2B5EF4-FFF2-40B4-BE49-F238E27FC236}">
                <a16:creationId xmlns:a16="http://schemas.microsoft.com/office/drawing/2014/main" id="{380F891A-0063-C5FD-115B-EA8AEA743415}"/>
              </a:ext>
            </a:extLst>
          </p:cNvPr>
          <p:cNvPicPr>
            <a:picLocks noChangeAspect="1"/>
          </p:cNvPicPr>
          <p:nvPr>
            <p:custDataLst>
              <p:tags r:id="rId4"/>
            </p:custDataLst>
          </p:nvPr>
        </p:nvPicPr>
        <p:blipFill>
          <a:blip r:embed="rId7"/>
          <a:stretch>
            <a:fillRect/>
          </a:stretch>
        </p:blipFill>
        <p:spPr>
          <a:xfrm>
            <a:off x="8858706" y="2339939"/>
            <a:ext cx="2196407" cy="1440000"/>
          </a:xfrm>
          <a:prstGeom prst="rect">
            <a:avLst/>
          </a:prstGeom>
        </p:spPr>
      </p:pic>
    </p:spTree>
    <p:extLst>
      <p:ext uri="{BB962C8B-B14F-4D97-AF65-F5344CB8AC3E}">
        <p14:creationId xmlns:p14="http://schemas.microsoft.com/office/powerpoint/2010/main" val="32806879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D7D08-7205-BAD5-BE06-52F73E432EC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CF90467-FB5F-7C56-C828-309413411613}"/>
              </a:ext>
            </a:extLst>
          </p:cNvPr>
          <p:cNvSpPr>
            <a:spLocks noGrp="1"/>
          </p:cNvSpPr>
          <p:nvPr>
            <p:ph type="title"/>
            <p:custDataLst>
              <p:tags r:id="rId1"/>
            </p:custDataLst>
          </p:nvPr>
        </p:nvSpPr>
        <p:spPr/>
        <p:txBody>
          <a:bodyPr/>
          <a:lstStyle/>
          <a:p>
            <a:r>
              <a:rPr lang="en-CA" dirty="0"/>
              <a:t>IA</a:t>
            </a:r>
            <a:r>
              <a:rPr lang="en-CA" noProof="0" dirty="0"/>
              <a:t> et </a:t>
            </a:r>
            <a:r>
              <a:rPr lang="en-CA" noProof="0" dirty="0" err="1"/>
              <a:t>apprentissage</a:t>
            </a:r>
            <a:r>
              <a:rPr lang="en-CA" noProof="0"/>
              <a:t> automatique (machine)</a:t>
            </a:r>
            <a:endParaRPr lang="en-CA" noProof="0" dirty="0"/>
          </a:p>
        </p:txBody>
      </p:sp>
      <p:sp>
        <p:nvSpPr>
          <p:cNvPr id="5" name="Content Placeholder 4">
            <a:extLst>
              <a:ext uri="{FF2B5EF4-FFF2-40B4-BE49-F238E27FC236}">
                <a16:creationId xmlns:a16="http://schemas.microsoft.com/office/drawing/2014/main" id="{7CBBB23A-2840-A0C1-ED92-D80F59152BC9}"/>
              </a:ext>
            </a:extLst>
          </p:cNvPr>
          <p:cNvSpPr>
            <a:spLocks noGrp="1"/>
          </p:cNvSpPr>
          <p:nvPr>
            <p:ph idx="1"/>
            <p:custDataLst>
              <p:tags r:id="rId2"/>
            </p:custDataLst>
          </p:nvPr>
        </p:nvSpPr>
        <p:spPr>
          <a:xfrm>
            <a:off x="224639" y="1017270"/>
            <a:ext cx="6862824" cy="5840730"/>
          </a:xfrm>
        </p:spPr>
        <p:txBody>
          <a:bodyPr anchor="ctr">
            <a:normAutofit/>
          </a:bodyPr>
          <a:lstStyle/>
          <a:p>
            <a:pPr>
              <a:lnSpc>
                <a:spcPct val="130000"/>
              </a:lnSpc>
            </a:pPr>
            <a:r>
              <a:rPr lang="fr-CA" sz="2300" noProof="0"/>
              <a:t>L’apprentissage automatique désigne «des algorithmes capables d’</a:t>
            </a:r>
            <a:r>
              <a:rPr lang="fr-CA" sz="2300" noProof="0">
                <a:solidFill>
                  <a:schemeClr val="accent2"/>
                </a:solidFill>
                <a:latin typeface="Visby Slab CF Bold" panose="00000800000000000000" pitchFamily="50" charset="0"/>
              </a:rPr>
              <a:t>apprendre</a:t>
            </a:r>
            <a:r>
              <a:rPr lang="fr-CA" sz="2300" noProof="0"/>
              <a:t> les modèles présents dans les données d’entraînement et, par la suite, de </a:t>
            </a:r>
            <a:r>
              <a:rPr lang="fr-CA" sz="2300" noProof="0">
                <a:solidFill>
                  <a:schemeClr val="accent2"/>
                </a:solidFill>
                <a:latin typeface="Visby Slab CF Bold" panose="00000800000000000000" pitchFamily="50" charset="0"/>
              </a:rPr>
              <a:t>formuler des inférences précises</a:t>
            </a:r>
            <a:r>
              <a:rPr lang="fr-CA" sz="2300" noProof="0"/>
              <a:t> sur de nouvelles données. </a:t>
            </a:r>
          </a:p>
          <a:p>
            <a:pPr>
              <a:lnSpc>
                <a:spcPct val="130000"/>
              </a:lnSpc>
            </a:pPr>
            <a:r>
              <a:rPr lang="fr-CA" sz="2300" noProof="0"/>
              <a:t>Les algorithmes d’apprentissage automatique ne peuvent être efficaces que dans la mesure où les données utilisées pour leur apprentissage le sont :</a:t>
            </a:r>
          </a:p>
          <a:p>
            <a:pPr lvl="1">
              <a:lnSpc>
                <a:spcPct val="130000"/>
              </a:lnSpc>
            </a:pPr>
            <a:r>
              <a:rPr lang="fr-CA" sz="2300" noProof="0"/>
              <a:t>Intrants erronés, extrants erronés.</a:t>
            </a:r>
          </a:p>
          <a:p>
            <a:pPr>
              <a:lnSpc>
                <a:spcPct val="130000"/>
              </a:lnSpc>
            </a:pPr>
            <a:r>
              <a:rPr lang="fr-CA" sz="2300" noProof="0"/>
              <a:t>Pensez à l’exemple de l’ourson bleu présenté dans les vidéos.</a:t>
            </a:r>
            <a:endParaRPr lang="fr-CA" sz="2300" baseline="30000" noProof="0"/>
          </a:p>
        </p:txBody>
      </p:sp>
      <p:grpSp>
        <p:nvGrpSpPr>
          <p:cNvPr id="94" name="Group 93">
            <a:extLst>
              <a:ext uri="{FF2B5EF4-FFF2-40B4-BE49-F238E27FC236}">
                <a16:creationId xmlns:a16="http://schemas.microsoft.com/office/drawing/2014/main" id="{8385E3B9-D6E9-621E-F4C5-BD618B888E4C}"/>
              </a:ext>
            </a:extLst>
          </p:cNvPr>
          <p:cNvGrpSpPr/>
          <p:nvPr>
            <p:custDataLst>
              <p:tags r:id="rId3"/>
            </p:custDataLst>
          </p:nvPr>
        </p:nvGrpSpPr>
        <p:grpSpPr>
          <a:xfrm>
            <a:off x="7231254" y="1484887"/>
            <a:ext cx="4849488" cy="4402576"/>
            <a:chOff x="7428327" y="1217061"/>
            <a:chExt cx="4539033" cy="4008396"/>
          </a:xfrm>
        </p:grpSpPr>
        <p:pic>
          <p:nvPicPr>
            <p:cNvPr id="3" name="Picture 2" descr="White puppy on the street">
              <a:extLst>
                <a:ext uri="{FF2B5EF4-FFF2-40B4-BE49-F238E27FC236}">
                  <a16:creationId xmlns:a16="http://schemas.microsoft.com/office/drawing/2014/main" id="{7767AB90-AC94-25BE-E3EF-F0798BFA5E5E}"/>
                </a:ext>
              </a:extLst>
            </p:cNvPr>
            <p:cNvPicPr>
              <a:picLocks noChangeAspect="1"/>
            </p:cNvPicPr>
            <p:nvPr/>
          </p:nvPicPr>
          <p:blipFill>
            <a:blip r:embed="rId8">
              <a:extLst>
                <a:ext uri="{28A0092B-C50C-407E-A947-70E740481C1C}">
                  <a14:useLocalDpi xmlns:a14="http://schemas.microsoft.com/office/drawing/2010/main" val="0"/>
                </a:ext>
              </a:extLst>
            </a:blip>
            <a:srcRect l="9835" t="8181" r="46162"/>
            <a:stretch>
              <a:fillRect/>
            </a:stretch>
          </p:blipFill>
          <p:spPr>
            <a:xfrm>
              <a:off x="8862710" y="1217061"/>
              <a:ext cx="796414" cy="1107905"/>
            </a:xfrm>
            <a:prstGeom prst="rect">
              <a:avLst/>
            </a:prstGeom>
          </p:spPr>
        </p:pic>
        <p:sp>
          <p:nvSpPr>
            <p:cNvPr id="6" name="TextBox 5">
              <a:extLst>
                <a:ext uri="{FF2B5EF4-FFF2-40B4-BE49-F238E27FC236}">
                  <a16:creationId xmlns:a16="http://schemas.microsoft.com/office/drawing/2014/main" id="{F3918559-5DB1-90EE-6031-784247997E63}"/>
                </a:ext>
              </a:extLst>
            </p:cNvPr>
            <p:cNvSpPr txBox="1"/>
            <p:nvPr/>
          </p:nvSpPr>
          <p:spPr>
            <a:xfrm>
              <a:off x="10348716" y="2809690"/>
              <a:ext cx="571500" cy="238187"/>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000000"/>
                  </a:solidFill>
                  <a:effectLst/>
                  <a:uLnTx/>
                  <a:uFillTx/>
                  <a:latin typeface="Visby CF" pitchFamily="50" charset="0"/>
                  <a:ea typeface="+mn-ea"/>
                  <a:cs typeface="+mn-cs"/>
                </a:rPr>
                <a:t>Chat</a:t>
              </a:r>
              <a:endParaRPr kumimoji="0" lang="en-CA" sz="1100" b="0" i="0" u="none" strike="noStrike" kern="1200" cap="none" spc="0" normalizeH="0" baseline="0" noProof="0" dirty="0">
                <a:ln>
                  <a:noFill/>
                </a:ln>
                <a:solidFill>
                  <a:srgbClr val="000000"/>
                </a:solidFill>
                <a:effectLst/>
                <a:uLnTx/>
                <a:uFillTx/>
                <a:latin typeface="Visby CF" pitchFamily="50" charset="0"/>
                <a:ea typeface="+mn-ea"/>
                <a:cs typeface="+mn-cs"/>
              </a:endParaRPr>
            </a:p>
          </p:txBody>
        </p:sp>
        <p:sp>
          <p:nvSpPr>
            <p:cNvPr id="7" name="TextBox 6">
              <a:extLst>
                <a:ext uri="{FF2B5EF4-FFF2-40B4-BE49-F238E27FC236}">
                  <a16:creationId xmlns:a16="http://schemas.microsoft.com/office/drawing/2014/main" id="{4E9C75EB-EBC3-DF66-1860-76F284F37549}"/>
                </a:ext>
              </a:extLst>
            </p:cNvPr>
            <p:cNvSpPr txBox="1"/>
            <p:nvPr/>
          </p:nvSpPr>
          <p:spPr>
            <a:xfrm>
              <a:off x="10348716" y="3301231"/>
              <a:ext cx="638471" cy="238187"/>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000000"/>
                  </a:solidFill>
                  <a:effectLst/>
                  <a:uLnTx/>
                  <a:uFillTx/>
                  <a:latin typeface="Visby Slab CF Bold" panose="00000800000000000000" pitchFamily="50" charset="0"/>
                  <a:ea typeface="+mn-ea"/>
                  <a:cs typeface="+mn-cs"/>
                </a:rPr>
                <a:t>Chien</a:t>
              </a:r>
              <a:endParaRPr kumimoji="0" lang="en-CA" sz="1100" b="0" i="0" u="none" strike="noStrike" kern="1200" cap="none" spc="0" normalizeH="0" baseline="0" noProof="0" dirty="0">
                <a:ln>
                  <a:noFill/>
                </a:ln>
                <a:solidFill>
                  <a:srgbClr val="000000"/>
                </a:solidFill>
                <a:effectLst/>
                <a:uLnTx/>
                <a:uFillTx/>
                <a:latin typeface="Visby Slab CF Bold" panose="00000800000000000000" pitchFamily="50" charset="0"/>
                <a:ea typeface="+mn-ea"/>
                <a:cs typeface="+mn-cs"/>
              </a:endParaRPr>
            </a:p>
          </p:txBody>
        </p:sp>
        <p:sp>
          <p:nvSpPr>
            <p:cNvPr id="8" name="TextBox 7">
              <a:extLst>
                <a:ext uri="{FF2B5EF4-FFF2-40B4-BE49-F238E27FC236}">
                  <a16:creationId xmlns:a16="http://schemas.microsoft.com/office/drawing/2014/main" id="{710376A5-D24A-AF7A-DB79-41C0140E34B3}"/>
                </a:ext>
              </a:extLst>
            </p:cNvPr>
            <p:cNvSpPr txBox="1"/>
            <p:nvPr/>
          </p:nvSpPr>
          <p:spPr>
            <a:xfrm>
              <a:off x="10348716" y="3756334"/>
              <a:ext cx="912558" cy="28800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rgbClr val="000000"/>
                  </a:solidFill>
                  <a:effectLst/>
                  <a:uLnTx/>
                  <a:uFillTx/>
                  <a:latin typeface="Visby CF" pitchFamily="50" charset="0"/>
                  <a:ea typeface="+mn-ea"/>
                  <a:cs typeface="+mn-cs"/>
                </a:rPr>
                <a:t>Hamster</a:t>
              </a:r>
            </a:p>
          </p:txBody>
        </p:sp>
        <p:sp>
          <p:nvSpPr>
            <p:cNvPr id="9" name="TextBox 8">
              <a:extLst>
                <a:ext uri="{FF2B5EF4-FFF2-40B4-BE49-F238E27FC236}">
                  <a16:creationId xmlns:a16="http://schemas.microsoft.com/office/drawing/2014/main" id="{0CE331A6-C297-A52E-60D1-2354DB56276B}"/>
                </a:ext>
              </a:extLst>
            </p:cNvPr>
            <p:cNvSpPr txBox="1"/>
            <p:nvPr/>
          </p:nvSpPr>
          <p:spPr>
            <a:xfrm>
              <a:off x="10348716" y="4264355"/>
              <a:ext cx="912558" cy="238187"/>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000000"/>
                  </a:solidFill>
                  <a:effectLst/>
                  <a:uLnTx/>
                  <a:uFillTx/>
                  <a:latin typeface="Visby CF" pitchFamily="50" charset="0"/>
                  <a:ea typeface="+mn-ea"/>
                  <a:cs typeface="+mn-cs"/>
                </a:rPr>
                <a:t>Perruque</a:t>
              </a:r>
              <a:endParaRPr kumimoji="0" lang="en-CA" sz="1100" b="0" i="0" u="none" strike="noStrike" kern="1200" cap="none" spc="0" normalizeH="0" baseline="0" noProof="0" dirty="0">
                <a:ln>
                  <a:noFill/>
                </a:ln>
                <a:solidFill>
                  <a:srgbClr val="000000"/>
                </a:solidFill>
                <a:effectLst/>
                <a:uLnTx/>
                <a:uFillTx/>
                <a:latin typeface="Visby CF" pitchFamily="50" charset="0"/>
                <a:ea typeface="+mn-ea"/>
                <a:cs typeface="+mn-cs"/>
              </a:endParaRPr>
            </a:p>
          </p:txBody>
        </p:sp>
        <p:grpSp>
          <p:nvGrpSpPr>
            <p:cNvPr id="10" name="Group 9">
              <a:extLst>
                <a:ext uri="{FF2B5EF4-FFF2-40B4-BE49-F238E27FC236}">
                  <a16:creationId xmlns:a16="http://schemas.microsoft.com/office/drawing/2014/main" id="{7B9B2B2E-93FA-7ECF-B845-098C3CF4548B}"/>
                </a:ext>
              </a:extLst>
            </p:cNvPr>
            <p:cNvGrpSpPr/>
            <p:nvPr/>
          </p:nvGrpSpPr>
          <p:grpSpPr>
            <a:xfrm>
              <a:off x="7699732" y="2561508"/>
              <a:ext cx="2514398" cy="2231100"/>
              <a:chOff x="7623484" y="1913808"/>
              <a:chExt cx="2514398" cy="2231100"/>
            </a:xfrm>
          </p:grpSpPr>
          <p:sp>
            <p:nvSpPr>
              <p:cNvPr id="20" name="Oval 19">
                <a:extLst>
                  <a:ext uri="{FF2B5EF4-FFF2-40B4-BE49-F238E27FC236}">
                    <a16:creationId xmlns:a16="http://schemas.microsoft.com/office/drawing/2014/main" id="{3188E0AC-A4C7-6359-DB57-714F27416B42}"/>
                  </a:ext>
                </a:extLst>
              </p:cNvPr>
              <p:cNvSpPr/>
              <p:nvPr/>
            </p:nvSpPr>
            <p:spPr>
              <a:xfrm>
                <a:off x="7623484" y="2137084"/>
                <a:ext cx="288000" cy="288000"/>
              </a:xfrm>
              <a:prstGeom prst="ellipse">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95BEF0B0-4ADB-10BD-1F13-66508BFC11D3}"/>
                  </a:ext>
                </a:extLst>
              </p:cNvPr>
              <p:cNvSpPr/>
              <p:nvPr/>
            </p:nvSpPr>
            <p:spPr>
              <a:xfrm>
                <a:off x="7623484" y="2622859"/>
                <a:ext cx="288000" cy="288000"/>
              </a:xfrm>
              <a:prstGeom prst="ellipse">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94DF3814-AE72-9EF4-AB1F-8A2E8B84C4DD}"/>
                  </a:ext>
                </a:extLst>
              </p:cNvPr>
              <p:cNvSpPr/>
              <p:nvPr/>
            </p:nvSpPr>
            <p:spPr>
              <a:xfrm>
                <a:off x="7623484" y="3108634"/>
                <a:ext cx="288000" cy="288000"/>
              </a:xfrm>
              <a:prstGeom prst="ellipse">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2B9362A6-894B-96DF-5053-B9A7957CFDDB}"/>
                  </a:ext>
                </a:extLst>
              </p:cNvPr>
              <p:cNvSpPr/>
              <p:nvPr/>
            </p:nvSpPr>
            <p:spPr>
              <a:xfrm>
                <a:off x="7623484" y="3594409"/>
                <a:ext cx="288000" cy="288000"/>
              </a:xfrm>
              <a:prstGeom prst="ellipse">
                <a:avLst/>
              </a:prstGeom>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Oval 23">
                <a:extLst>
                  <a:ext uri="{FF2B5EF4-FFF2-40B4-BE49-F238E27FC236}">
                    <a16:creationId xmlns:a16="http://schemas.microsoft.com/office/drawing/2014/main" id="{28A61156-7A20-4294-272E-0CE6463643D1}"/>
                  </a:ext>
                </a:extLst>
              </p:cNvPr>
              <p:cNvSpPr/>
              <p:nvPr/>
            </p:nvSpPr>
            <p:spPr>
              <a:xfrm>
                <a:off x="8371148" y="1913808"/>
                <a:ext cx="288000" cy="288000"/>
              </a:xfrm>
              <a:prstGeom prst="ellipse">
                <a:avLst/>
              </a:prstGeom>
              <a:solidFill>
                <a:schemeClr val="accent2"/>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D85101E8-C5DC-9806-7C87-C8E41A23C8AD}"/>
                  </a:ext>
                </a:extLst>
              </p:cNvPr>
              <p:cNvSpPr/>
              <p:nvPr/>
            </p:nvSpPr>
            <p:spPr>
              <a:xfrm>
                <a:off x="8371148" y="2399583"/>
                <a:ext cx="288000" cy="288000"/>
              </a:xfrm>
              <a:prstGeom prst="ellipse">
                <a:avLst/>
              </a:prstGeom>
              <a:solidFill>
                <a:schemeClr val="accent2"/>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Oval 25">
                <a:extLst>
                  <a:ext uri="{FF2B5EF4-FFF2-40B4-BE49-F238E27FC236}">
                    <a16:creationId xmlns:a16="http://schemas.microsoft.com/office/drawing/2014/main" id="{BBE52107-4789-B79B-4B5D-FC2927DAB8A7}"/>
                  </a:ext>
                </a:extLst>
              </p:cNvPr>
              <p:cNvSpPr/>
              <p:nvPr/>
            </p:nvSpPr>
            <p:spPr>
              <a:xfrm>
                <a:off x="8371148" y="2885358"/>
                <a:ext cx="288000" cy="288000"/>
              </a:xfrm>
              <a:prstGeom prst="ellipse">
                <a:avLst/>
              </a:prstGeom>
              <a:solidFill>
                <a:schemeClr val="accent2"/>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Oval 26">
                <a:extLst>
                  <a:ext uri="{FF2B5EF4-FFF2-40B4-BE49-F238E27FC236}">
                    <a16:creationId xmlns:a16="http://schemas.microsoft.com/office/drawing/2014/main" id="{0C34098A-EC4B-3D63-5A37-16FAE9D7A0BE}"/>
                  </a:ext>
                </a:extLst>
              </p:cNvPr>
              <p:cNvSpPr/>
              <p:nvPr/>
            </p:nvSpPr>
            <p:spPr>
              <a:xfrm>
                <a:off x="8371148" y="3371133"/>
                <a:ext cx="288000" cy="288000"/>
              </a:xfrm>
              <a:prstGeom prst="ellipse">
                <a:avLst/>
              </a:prstGeom>
              <a:solidFill>
                <a:schemeClr val="accent2"/>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Oval 27">
                <a:extLst>
                  <a:ext uri="{FF2B5EF4-FFF2-40B4-BE49-F238E27FC236}">
                    <a16:creationId xmlns:a16="http://schemas.microsoft.com/office/drawing/2014/main" id="{3D4D0A47-52CD-6910-23FF-31CAF685DA43}"/>
                  </a:ext>
                </a:extLst>
              </p:cNvPr>
              <p:cNvSpPr/>
              <p:nvPr/>
            </p:nvSpPr>
            <p:spPr>
              <a:xfrm>
                <a:off x="8371148" y="3856908"/>
                <a:ext cx="288000" cy="288000"/>
              </a:xfrm>
              <a:prstGeom prst="ellipse">
                <a:avLst/>
              </a:prstGeom>
              <a:solidFill>
                <a:schemeClr val="accent2"/>
              </a:solidFill>
              <a:ln>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Oval 28">
                <a:extLst>
                  <a:ext uri="{FF2B5EF4-FFF2-40B4-BE49-F238E27FC236}">
                    <a16:creationId xmlns:a16="http://schemas.microsoft.com/office/drawing/2014/main" id="{FCC7E621-2E41-C885-E5A3-1FA9FA2AA31E}"/>
                  </a:ext>
                </a:extLst>
              </p:cNvPr>
              <p:cNvSpPr/>
              <p:nvPr/>
            </p:nvSpPr>
            <p:spPr>
              <a:xfrm>
                <a:off x="9118812" y="2137084"/>
                <a:ext cx="288000" cy="288000"/>
              </a:xfrm>
              <a:prstGeom prst="ellipse">
                <a:avLst/>
              </a:prstGeom>
              <a:solidFill>
                <a:schemeClr val="accent3"/>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Oval 29">
                <a:extLst>
                  <a:ext uri="{FF2B5EF4-FFF2-40B4-BE49-F238E27FC236}">
                    <a16:creationId xmlns:a16="http://schemas.microsoft.com/office/drawing/2014/main" id="{7E06F9CD-D242-6814-E069-853E8266FF73}"/>
                  </a:ext>
                </a:extLst>
              </p:cNvPr>
              <p:cNvSpPr/>
              <p:nvPr/>
            </p:nvSpPr>
            <p:spPr>
              <a:xfrm>
                <a:off x="9118812" y="2622859"/>
                <a:ext cx="288000" cy="288000"/>
              </a:xfrm>
              <a:prstGeom prst="ellipse">
                <a:avLst/>
              </a:prstGeom>
              <a:solidFill>
                <a:schemeClr val="accent3"/>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Oval 30">
                <a:extLst>
                  <a:ext uri="{FF2B5EF4-FFF2-40B4-BE49-F238E27FC236}">
                    <a16:creationId xmlns:a16="http://schemas.microsoft.com/office/drawing/2014/main" id="{4CB20411-EB75-4CAC-6D38-BC4CE89A9F43}"/>
                  </a:ext>
                </a:extLst>
              </p:cNvPr>
              <p:cNvSpPr/>
              <p:nvPr/>
            </p:nvSpPr>
            <p:spPr>
              <a:xfrm>
                <a:off x="9118812" y="3108634"/>
                <a:ext cx="288000" cy="288000"/>
              </a:xfrm>
              <a:prstGeom prst="ellipse">
                <a:avLst/>
              </a:prstGeom>
              <a:solidFill>
                <a:schemeClr val="accent3"/>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26EB4A99-A7FF-C9E7-0B88-6901F8EEE816}"/>
                  </a:ext>
                </a:extLst>
              </p:cNvPr>
              <p:cNvSpPr/>
              <p:nvPr/>
            </p:nvSpPr>
            <p:spPr>
              <a:xfrm>
                <a:off x="9118812" y="3594409"/>
                <a:ext cx="288000" cy="288000"/>
              </a:xfrm>
              <a:prstGeom prst="ellipse">
                <a:avLst/>
              </a:prstGeom>
              <a:solidFill>
                <a:schemeClr val="accent3"/>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Oval 32">
                <a:extLst>
                  <a:ext uri="{FF2B5EF4-FFF2-40B4-BE49-F238E27FC236}">
                    <a16:creationId xmlns:a16="http://schemas.microsoft.com/office/drawing/2014/main" id="{9453FF48-B784-B917-2FD1-F6D9FD19FE91}"/>
                  </a:ext>
                </a:extLst>
              </p:cNvPr>
              <p:cNvSpPr/>
              <p:nvPr/>
            </p:nvSpPr>
            <p:spPr>
              <a:xfrm>
                <a:off x="9849882" y="2134424"/>
                <a:ext cx="288000" cy="288000"/>
              </a:xfrm>
              <a:prstGeom prst="ellipse">
                <a:avLst/>
              </a:prstGeom>
              <a:solidFill>
                <a:schemeClr val="accent6"/>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Oval 33">
                <a:extLst>
                  <a:ext uri="{FF2B5EF4-FFF2-40B4-BE49-F238E27FC236}">
                    <a16:creationId xmlns:a16="http://schemas.microsoft.com/office/drawing/2014/main" id="{84C6F910-368D-2102-C77C-FC12258F329A}"/>
                  </a:ext>
                </a:extLst>
              </p:cNvPr>
              <p:cNvSpPr/>
              <p:nvPr/>
            </p:nvSpPr>
            <p:spPr>
              <a:xfrm>
                <a:off x="9849882" y="2620199"/>
                <a:ext cx="288000" cy="288000"/>
              </a:xfrm>
              <a:prstGeom prst="ellipse">
                <a:avLst/>
              </a:prstGeom>
              <a:solidFill>
                <a:schemeClr val="accent6"/>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DDB2F306-8675-5A1D-3926-0D45402BB386}"/>
                  </a:ext>
                </a:extLst>
              </p:cNvPr>
              <p:cNvSpPr/>
              <p:nvPr/>
            </p:nvSpPr>
            <p:spPr>
              <a:xfrm>
                <a:off x="9849882" y="3105974"/>
                <a:ext cx="288000" cy="288000"/>
              </a:xfrm>
              <a:prstGeom prst="ellipse">
                <a:avLst/>
              </a:prstGeom>
              <a:solidFill>
                <a:schemeClr val="accent6"/>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6" name="Oval 35">
                <a:extLst>
                  <a:ext uri="{FF2B5EF4-FFF2-40B4-BE49-F238E27FC236}">
                    <a16:creationId xmlns:a16="http://schemas.microsoft.com/office/drawing/2014/main" id="{0AD5277F-43B9-E3C3-6156-FF894CAF8239}"/>
                  </a:ext>
                </a:extLst>
              </p:cNvPr>
              <p:cNvSpPr/>
              <p:nvPr/>
            </p:nvSpPr>
            <p:spPr>
              <a:xfrm>
                <a:off x="9849882" y="3591749"/>
                <a:ext cx="288000" cy="288000"/>
              </a:xfrm>
              <a:prstGeom prst="ellipse">
                <a:avLst/>
              </a:prstGeom>
              <a:solidFill>
                <a:schemeClr val="accent6"/>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37" name="Straight Connector 36">
                <a:extLst>
                  <a:ext uri="{FF2B5EF4-FFF2-40B4-BE49-F238E27FC236}">
                    <a16:creationId xmlns:a16="http://schemas.microsoft.com/office/drawing/2014/main" id="{9DC40FB8-5CEE-05C4-44E1-2C8A7DE927E3}"/>
                  </a:ext>
                </a:extLst>
              </p:cNvPr>
              <p:cNvCxnSpPr>
                <a:stCxn id="20" idx="6"/>
                <a:endCxn id="24" idx="2"/>
              </p:cNvCxnSpPr>
              <p:nvPr/>
            </p:nvCxnSpPr>
            <p:spPr>
              <a:xfrm flipV="1">
                <a:off x="7911484" y="2057808"/>
                <a:ext cx="459664" cy="22327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A6AA43F-EC44-789A-AC98-DD570C7ACA81}"/>
                  </a:ext>
                </a:extLst>
              </p:cNvPr>
              <p:cNvCxnSpPr>
                <a:cxnSpLocks/>
                <a:stCxn id="20" idx="6"/>
                <a:endCxn id="25" idx="2"/>
              </p:cNvCxnSpPr>
              <p:nvPr/>
            </p:nvCxnSpPr>
            <p:spPr>
              <a:xfrm>
                <a:off x="7911484" y="2281084"/>
                <a:ext cx="459664" cy="26249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80442E8-02BF-4A80-1646-C24970CE70CC}"/>
                  </a:ext>
                </a:extLst>
              </p:cNvPr>
              <p:cNvCxnSpPr>
                <a:cxnSpLocks/>
                <a:stCxn id="20" idx="6"/>
                <a:endCxn id="26" idx="2"/>
              </p:cNvCxnSpPr>
              <p:nvPr/>
            </p:nvCxnSpPr>
            <p:spPr>
              <a:xfrm>
                <a:off x="7911484" y="2281084"/>
                <a:ext cx="459664" cy="74827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2295C64-E79B-A7CF-E4A6-27B17EC0C83E}"/>
                  </a:ext>
                </a:extLst>
              </p:cNvPr>
              <p:cNvCxnSpPr>
                <a:cxnSpLocks/>
                <a:stCxn id="20" idx="6"/>
                <a:endCxn id="27" idx="2"/>
              </p:cNvCxnSpPr>
              <p:nvPr/>
            </p:nvCxnSpPr>
            <p:spPr>
              <a:xfrm>
                <a:off x="7911484" y="2281084"/>
                <a:ext cx="459664" cy="123404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96F615DD-9AAE-54DB-D412-EFB324357638}"/>
                  </a:ext>
                </a:extLst>
              </p:cNvPr>
              <p:cNvCxnSpPr>
                <a:cxnSpLocks/>
                <a:stCxn id="20" idx="6"/>
                <a:endCxn id="28" idx="2"/>
              </p:cNvCxnSpPr>
              <p:nvPr/>
            </p:nvCxnSpPr>
            <p:spPr>
              <a:xfrm>
                <a:off x="7911484" y="2281084"/>
                <a:ext cx="459664" cy="171982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90A07BB-7B61-4CE6-2E92-19DF6FD19422}"/>
                  </a:ext>
                </a:extLst>
              </p:cNvPr>
              <p:cNvCxnSpPr>
                <a:cxnSpLocks/>
                <a:stCxn id="21" idx="6"/>
                <a:endCxn id="24" idx="2"/>
              </p:cNvCxnSpPr>
              <p:nvPr/>
            </p:nvCxnSpPr>
            <p:spPr>
              <a:xfrm flipV="1">
                <a:off x="7911484" y="2057808"/>
                <a:ext cx="459664" cy="709051"/>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10DE492-25EC-985E-37D6-A86D537D7AFD}"/>
                  </a:ext>
                </a:extLst>
              </p:cNvPr>
              <p:cNvCxnSpPr>
                <a:cxnSpLocks/>
                <a:stCxn id="21" idx="6"/>
                <a:endCxn id="25" idx="2"/>
              </p:cNvCxnSpPr>
              <p:nvPr/>
            </p:nvCxnSpPr>
            <p:spPr>
              <a:xfrm flipV="1">
                <a:off x="7911484" y="2543583"/>
                <a:ext cx="459664" cy="22327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0F7E75BD-359F-7615-5A89-2BD44A5C556E}"/>
                  </a:ext>
                </a:extLst>
              </p:cNvPr>
              <p:cNvCxnSpPr>
                <a:cxnSpLocks/>
                <a:stCxn id="21" idx="6"/>
                <a:endCxn id="26" idx="2"/>
              </p:cNvCxnSpPr>
              <p:nvPr/>
            </p:nvCxnSpPr>
            <p:spPr>
              <a:xfrm>
                <a:off x="7911484" y="2766859"/>
                <a:ext cx="459664" cy="26249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A69E56F-5D8E-A062-2C50-4FBDB0FD81FF}"/>
                  </a:ext>
                </a:extLst>
              </p:cNvPr>
              <p:cNvCxnSpPr>
                <a:cxnSpLocks/>
                <a:stCxn id="21" idx="6"/>
                <a:endCxn id="27" idx="2"/>
              </p:cNvCxnSpPr>
              <p:nvPr/>
            </p:nvCxnSpPr>
            <p:spPr>
              <a:xfrm>
                <a:off x="7911484" y="2766859"/>
                <a:ext cx="459664" cy="74827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931D4F0-D833-4619-2BC9-04C813F08A69}"/>
                  </a:ext>
                </a:extLst>
              </p:cNvPr>
              <p:cNvCxnSpPr>
                <a:cxnSpLocks/>
                <a:stCxn id="21" idx="6"/>
                <a:endCxn id="28" idx="2"/>
              </p:cNvCxnSpPr>
              <p:nvPr/>
            </p:nvCxnSpPr>
            <p:spPr>
              <a:xfrm>
                <a:off x="7911484" y="2766859"/>
                <a:ext cx="459664" cy="123404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25757F0-73B6-0DF2-FADF-3A51734356DD}"/>
                  </a:ext>
                </a:extLst>
              </p:cNvPr>
              <p:cNvCxnSpPr>
                <a:cxnSpLocks/>
                <a:stCxn id="22" idx="6"/>
                <a:endCxn id="24" idx="2"/>
              </p:cNvCxnSpPr>
              <p:nvPr/>
            </p:nvCxnSpPr>
            <p:spPr>
              <a:xfrm flipV="1">
                <a:off x="7911484" y="2057808"/>
                <a:ext cx="459664" cy="119482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25150DB-4A33-541A-F0A4-4E888FE467DE}"/>
                  </a:ext>
                </a:extLst>
              </p:cNvPr>
              <p:cNvCxnSpPr>
                <a:cxnSpLocks/>
                <a:stCxn id="22" idx="6"/>
                <a:endCxn id="25" idx="2"/>
              </p:cNvCxnSpPr>
              <p:nvPr/>
            </p:nvCxnSpPr>
            <p:spPr>
              <a:xfrm flipV="1">
                <a:off x="7911484" y="2543583"/>
                <a:ext cx="459664" cy="709051"/>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3BE7909-98EC-ECF6-9804-DE04A364CE7C}"/>
                  </a:ext>
                </a:extLst>
              </p:cNvPr>
              <p:cNvCxnSpPr>
                <a:cxnSpLocks/>
                <a:stCxn id="23" idx="6"/>
                <a:endCxn id="26" idx="2"/>
              </p:cNvCxnSpPr>
              <p:nvPr/>
            </p:nvCxnSpPr>
            <p:spPr>
              <a:xfrm flipV="1">
                <a:off x="7911484" y="3029358"/>
                <a:ext cx="459664" cy="709051"/>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C808654-0023-C45B-C71E-1AF5C99C4FD6}"/>
                  </a:ext>
                </a:extLst>
              </p:cNvPr>
              <p:cNvCxnSpPr>
                <a:cxnSpLocks/>
                <a:stCxn id="22" idx="6"/>
                <a:endCxn id="26" idx="2"/>
              </p:cNvCxnSpPr>
              <p:nvPr/>
            </p:nvCxnSpPr>
            <p:spPr>
              <a:xfrm flipV="1">
                <a:off x="7911484" y="3029358"/>
                <a:ext cx="459664" cy="22327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4E2EB6F-327D-5389-ECE5-56508C3C6202}"/>
                  </a:ext>
                </a:extLst>
              </p:cNvPr>
              <p:cNvCxnSpPr>
                <a:cxnSpLocks/>
                <a:stCxn id="22" idx="6"/>
                <a:endCxn id="27" idx="2"/>
              </p:cNvCxnSpPr>
              <p:nvPr/>
            </p:nvCxnSpPr>
            <p:spPr>
              <a:xfrm>
                <a:off x="7911484" y="3252634"/>
                <a:ext cx="459664" cy="26249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FA07F0E-EBA0-464B-BB15-DF320CC6D29E}"/>
                  </a:ext>
                </a:extLst>
              </p:cNvPr>
              <p:cNvCxnSpPr>
                <a:cxnSpLocks/>
                <a:stCxn id="22" idx="6"/>
                <a:endCxn id="28" idx="2"/>
              </p:cNvCxnSpPr>
              <p:nvPr/>
            </p:nvCxnSpPr>
            <p:spPr>
              <a:xfrm>
                <a:off x="7911484" y="3252634"/>
                <a:ext cx="459664" cy="74827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D11C865-E204-F25F-7DFF-456E0ECDFF43}"/>
                  </a:ext>
                </a:extLst>
              </p:cNvPr>
              <p:cNvCxnSpPr>
                <a:cxnSpLocks/>
                <a:stCxn id="23" idx="6"/>
                <a:endCxn id="25" idx="2"/>
              </p:cNvCxnSpPr>
              <p:nvPr/>
            </p:nvCxnSpPr>
            <p:spPr>
              <a:xfrm flipV="1">
                <a:off x="7911484" y="2543583"/>
                <a:ext cx="459664" cy="119482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A9949B8-2607-5B0A-AB8F-382A5ED7800E}"/>
                  </a:ext>
                </a:extLst>
              </p:cNvPr>
              <p:cNvCxnSpPr>
                <a:cxnSpLocks/>
                <a:stCxn id="23" idx="6"/>
                <a:endCxn id="24" idx="2"/>
              </p:cNvCxnSpPr>
              <p:nvPr/>
            </p:nvCxnSpPr>
            <p:spPr>
              <a:xfrm flipV="1">
                <a:off x="7911484" y="2057808"/>
                <a:ext cx="459664" cy="1680601"/>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4BB9C36-45D1-9C1C-1757-8CB397B7B1DE}"/>
                  </a:ext>
                </a:extLst>
              </p:cNvPr>
              <p:cNvCxnSpPr>
                <a:cxnSpLocks/>
                <a:stCxn id="23" idx="6"/>
                <a:endCxn id="27" idx="2"/>
              </p:cNvCxnSpPr>
              <p:nvPr/>
            </p:nvCxnSpPr>
            <p:spPr>
              <a:xfrm flipV="1">
                <a:off x="7911484" y="3515133"/>
                <a:ext cx="459664" cy="22327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C4A02987-D9A9-EC6B-ADD2-E5C6E2118CF9}"/>
                  </a:ext>
                </a:extLst>
              </p:cNvPr>
              <p:cNvCxnSpPr>
                <a:cxnSpLocks/>
                <a:stCxn id="23" idx="6"/>
                <a:endCxn id="28" idx="2"/>
              </p:cNvCxnSpPr>
              <p:nvPr/>
            </p:nvCxnSpPr>
            <p:spPr>
              <a:xfrm>
                <a:off x="7911484" y="3738409"/>
                <a:ext cx="459664" cy="26249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A1F0595-845F-E064-77DC-C49AA6D1A5B8}"/>
                  </a:ext>
                </a:extLst>
              </p:cNvPr>
              <p:cNvCxnSpPr>
                <a:cxnSpLocks/>
                <a:stCxn id="24" idx="6"/>
                <a:endCxn id="29" idx="2"/>
              </p:cNvCxnSpPr>
              <p:nvPr/>
            </p:nvCxnSpPr>
            <p:spPr>
              <a:xfrm>
                <a:off x="8659148" y="2057808"/>
                <a:ext cx="459664" cy="22327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9885260-7859-6BFF-C3C9-966BDA8949C7}"/>
                  </a:ext>
                </a:extLst>
              </p:cNvPr>
              <p:cNvCxnSpPr>
                <a:cxnSpLocks/>
                <a:stCxn id="29" idx="6"/>
                <a:endCxn id="33" idx="2"/>
              </p:cNvCxnSpPr>
              <p:nvPr/>
            </p:nvCxnSpPr>
            <p:spPr>
              <a:xfrm flipV="1">
                <a:off x="9406812" y="2278424"/>
                <a:ext cx="443070" cy="266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43086B6-713D-6B9C-EBB2-C818F023D3EC}"/>
                  </a:ext>
                </a:extLst>
              </p:cNvPr>
              <p:cNvCxnSpPr>
                <a:cxnSpLocks/>
                <a:stCxn id="24" idx="6"/>
                <a:endCxn id="30" idx="2"/>
              </p:cNvCxnSpPr>
              <p:nvPr/>
            </p:nvCxnSpPr>
            <p:spPr>
              <a:xfrm>
                <a:off x="8659148" y="2057808"/>
                <a:ext cx="459664" cy="709051"/>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8DFA6D3D-8143-B85E-907F-548DDA135F2D}"/>
                  </a:ext>
                </a:extLst>
              </p:cNvPr>
              <p:cNvCxnSpPr>
                <a:cxnSpLocks/>
                <a:stCxn id="24" idx="6"/>
                <a:endCxn id="31" idx="2"/>
              </p:cNvCxnSpPr>
              <p:nvPr/>
            </p:nvCxnSpPr>
            <p:spPr>
              <a:xfrm>
                <a:off x="8659148" y="2057808"/>
                <a:ext cx="459664" cy="119482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53C17C8-DCA3-6A83-C346-516D73C0F5FF}"/>
                  </a:ext>
                </a:extLst>
              </p:cNvPr>
              <p:cNvCxnSpPr>
                <a:cxnSpLocks/>
                <a:stCxn id="24" idx="6"/>
                <a:endCxn id="32" idx="2"/>
              </p:cNvCxnSpPr>
              <p:nvPr/>
            </p:nvCxnSpPr>
            <p:spPr>
              <a:xfrm>
                <a:off x="8659148" y="2057808"/>
                <a:ext cx="459664" cy="1680601"/>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273DF174-6341-2643-FAD3-677817B646F4}"/>
                  </a:ext>
                </a:extLst>
              </p:cNvPr>
              <p:cNvCxnSpPr>
                <a:cxnSpLocks/>
                <a:stCxn id="25" idx="6"/>
                <a:endCxn id="29" idx="2"/>
              </p:cNvCxnSpPr>
              <p:nvPr/>
            </p:nvCxnSpPr>
            <p:spPr>
              <a:xfrm flipV="1">
                <a:off x="8659148" y="2281084"/>
                <a:ext cx="459664" cy="26249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C29E27AA-2B43-6863-BD64-C9554D6D45F1}"/>
                  </a:ext>
                </a:extLst>
              </p:cNvPr>
              <p:cNvCxnSpPr>
                <a:cxnSpLocks/>
                <a:stCxn id="25" idx="6"/>
                <a:endCxn id="30" idx="2"/>
              </p:cNvCxnSpPr>
              <p:nvPr/>
            </p:nvCxnSpPr>
            <p:spPr>
              <a:xfrm>
                <a:off x="8659148" y="2543583"/>
                <a:ext cx="459664" cy="22327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332AC48E-4155-D614-9FC3-8EDF68D04AD7}"/>
                  </a:ext>
                </a:extLst>
              </p:cNvPr>
              <p:cNvCxnSpPr>
                <a:cxnSpLocks/>
                <a:stCxn id="25" idx="6"/>
                <a:endCxn id="31" idx="2"/>
              </p:cNvCxnSpPr>
              <p:nvPr/>
            </p:nvCxnSpPr>
            <p:spPr>
              <a:xfrm>
                <a:off x="8659148" y="2543583"/>
                <a:ext cx="459664" cy="709051"/>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B5610F7-5641-7FA9-FCFC-FB7C000A0769}"/>
                  </a:ext>
                </a:extLst>
              </p:cNvPr>
              <p:cNvCxnSpPr>
                <a:cxnSpLocks/>
                <a:stCxn id="25" idx="6"/>
                <a:endCxn id="32" idx="2"/>
              </p:cNvCxnSpPr>
              <p:nvPr/>
            </p:nvCxnSpPr>
            <p:spPr>
              <a:xfrm>
                <a:off x="8659148" y="2543583"/>
                <a:ext cx="459664" cy="119482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1938AB9-FE01-1ED7-96DE-80E12C572939}"/>
                  </a:ext>
                </a:extLst>
              </p:cNvPr>
              <p:cNvCxnSpPr>
                <a:cxnSpLocks/>
                <a:stCxn id="26" idx="6"/>
                <a:endCxn id="32" idx="2"/>
              </p:cNvCxnSpPr>
              <p:nvPr/>
            </p:nvCxnSpPr>
            <p:spPr>
              <a:xfrm>
                <a:off x="8659148" y="3029358"/>
                <a:ext cx="459664" cy="709051"/>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443B1890-9794-EA3E-266E-2D53E76977E8}"/>
                  </a:ext>
                </a:extLst>
              </p:cNvPr>
              <p:cNvCxnSpPr>
                <a:cxnSpLocks/>
                <a:stCxn id="26" idx="6"/>
                <a:endCxn id="29" idx="2"/>
              </p:cNvCxnSpPr>
              <p:nvPr/>
            </p:nvCxnSpPr>
            <p:spPr>
              <a:xfrm flipV="1">
                <a:off x="8659148" y="2281084"/>
                <a:ext cx="459664" cy="74827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23A459A-AEC9-AD84-4818-1F027147FE0E}"/>
                  </a:ext>
                </a:extLst>
              </p:cNvPr>
              <p:cNvCxnSpPr>
                <a:cxnSpLocks/>
                <a:stCxn id="26" idx="6"/>
                <a:endCxn id="30" idx="2"/>
              </p:cNvCxnSpPr>
              <p:nvPr/>
            </p:nvCxnSpPr>
            <p:spPr>
              <a:xfrm flipV="1">
                <a:off x="8659148" y="2766859"/>
                <a:ext cx="459664" cy="26249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08D85E57-C0B1-B37B-B404-B3E4E586A95C}"/>
                  </a:ext>
                </a:extLst>
              </p:cNvPr>
              <p:cNvCxnSpPr>
                <a:cxnSpLocks/>
                <a:stCxn id="26" idx="6"/>
                <a:endCxn id="31" idx="2"/>
              </p:cNvCxnSpPr>
              <p:nvPr/>
            </p:nvCxnSpPr>
            <p:spPr>
              <a:xfrm>
                <a:off x="8659148" y="3029358"/>
                <a:ext cx="459664" cy="22327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15598EAD-29B0-FF70-5307-50F641ADA3E9}"/>
                  </a:ext>
                </a:extLst>
              </p:cNvPr>
              <p:cNvCxnSpPr>
                <a:cxnSpLocks/>
                <a:stCxn id="26" idx="6"/>
                <a:endCxn id="32" idx="2"/>
              </p:cNvCxnSpPr>
              <p:nvPr/>
            </p:nvCxnSpPr>
            <p:spPr>
              <a:xfrm>
                <a:off x="8659148" y="3029358"/>
                <a:ext cx="459664" cy="709051"/>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05219DE-598C-6A53-1D2B-B8AC74C963B2}"/>
                  </a:ext>
                </a:extLst>
              </p:cNvPr>
              <p:cNvCxnSpPr>
                <a:cxnSpLocks/>
                <a:stCxn id="27" idx="6"/>
                <a:endCxn id="32" idx="2"/>
              </p:cNvCxnSpPr>
              <p:nvPr/>
            </p:nvCxnSpPr>
            <p:spPr>
              <a:xfrm>
                <a:off x="8659148" y="3515133"/>
                <a:ext cx="459664" cy="223276"/>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A333AA2-9662-C195-F775-EBBAD70DE647}"/>
                  </a:ext>
                </a:extLst>
              </p:cNvPr>
              <p:cNvCxnSpPr>
                <a:cxnSpLocks/>
                <a:stCxn id="27" idx="6"/>
                <a:endCxn id="31" idx="2"/>
              </p:cNvCxnSpPr>
              <p:nvPr/>
            </p:nvCxnSpPr>
            <p:spPr>
              <a:xfrm flipV="1">
                <a:off x="8659148" y="3252634"/>
                <a:ext cx="459664" cy="26249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276A9F37-19F2-CFB3-4E48-C2090089D42C}"/>
                  </a:ext>
                </a:extLst>
              </p:cNvPr>
              <p:cNvCxnSpPr>
                <a:cxnSpLocks/>
                <a:stCxn id="27" idx="6"/>
                <a:endCxn id="30" idx="2"/>
              </p:cNvCxnSpPr>
              <p:nvPr/>
            </p:nvCxnSpPr>
            <p:spPr>
              <a:xfrm flipV="1">
                <a:off x="8659148" y="2766859"/>
                <a:ext cx="459664" cy="74827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752E026-E9C6-84A8-CF4B-A031A4954717}"/>
                  </a:ext>
                </a:extLst>
              </p:cNvPr>
              <p:cNvCxnSpPr>
                <a:cxnSpLocks/>
                <a:stCxn id="27" idx="6"/>
                <a:endCxn id="29" idx="2"/>
              </p:cNvCxnSpPr>
              <p:nvPr/>
            </p:nvCxnSpPr>
            <p:spPr>
              <a:xfrm flipV="1">
                <a:off x="8659148" y="2281084"/>
                <a:ext cx="459664" cy="123404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D44D751-CD4E-D4AA-87EE-1A6B96576C69}"/>
                  </a:ext>
                </a:extLst>
              </p:cNvPr>
              <p:cNvCxnSpPr>
                <a:cxnSpLocks/>
                <a:stCxn id="28" idx="6"/>
                <a:endCxn id="32" idx="2"/>
              </p:cNvCxnSpPr>
              <p:nvPr/>
            </p:nvCxnSpPr>
            <p:spPr>
              <a:xfrm flipV="1">
                <a:off x="8659148" y="3738409"/>
                <a:ext cx="459664" cy="26249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D358F0F-7F48-31A6-320B-4A46AD92EA8D}"/>
                  </a:ext>
                </a:extLst>
              </p:cNvPr>
              <p:cNvCxnSpPr>
                <a:cxnSpLocks/>
                <a:stCxn id="28" idx="6"/>
                <a:endCxn id="31" idx="2"/>
              </p:cNvCxnSpPr>
              <p:nvPr/>
            </p:nvCxnSpPr>
            <p:spPr>
              <a:xfrm flipV="1">
                <a:off x="8659148" y="3252634"/>
                <a:ext cx="459664" cy="74827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066BBA1-90F9-154C-DA77-A1D3E47777AC}"/>
                  </a:ext>
                </a:extLst>
              </p:cNvPr>
              <p:cNvCxnSpPr>
                <a:cxnSpLocks/>
                <a:stCxn id="28" idx="6"/>
                <a:endCxn id="30" idx="2"/>
              </p:cNvCxnSpPr>
              <p:nvPr/>
            </p:nvCxnSpPr>
            <p:spPr>
              <a:xfrm flipV="1">
                <a:off x="8659148" y="2766859"/>
                <a:ext cx="459664" cy="1234049"/>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E9B59DB-954C-4F29-2C1B-671365E2AF0C}"/>
                  </a:ext>
                </a:extLst>
              </p:cNvPr>
              <p:cNvCxnSpPr>
                <a:cxnSpLocks/>
                <a:stCxn id="28" idx="6"/>
                <a:endCxn id="29" idx="2"/>
              </p:cNvCxnSpPr>
              <p:nvPr/>
            </p:nvCxnSpPr>
            <p:spPr>
              <a:xfrm flipV="1">
                <a:off x="8659148" y="2281084"/>
                <a:ext cx="459664" cy="1719824"/>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273F60B8-9CF3-8A67-2A76-48103FF6558F}"/>
                  </a:ext>
                </a:extLst>
              </p:cNvPr>
              <p:cNvCxnSpPr>
                <a:cxnSpLocks/>
                <a:stCxn id="29" idx="6"/>
                <a:endCxn id="34" idx="2"/>
              </p:cNvCxnSpPr>
              <p:nvPr/>
            </p:nvCxnSpPr>
            <p:spPr>
              <a:xfrm>
                <a:off x="9406812" y="2281084"/>
                <a:ext cx="443070" cy="483115"/>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BFC0934-4D95-1E89-C6B7-AF5A93ED65D5}"/>
                  </a:ext>
                </a:extLst>
              </p:cNvPr>
              <p:cNvCxnSpPr>
                <a:cxnSpLocks/>
                <a:stCxn id="30" idx="6"/>
                <a:endCxn id="34" idx="2"/>
              </p:cNvCxnSpPr>
              <p:nvPr/>
            </p:nvCxnSpPr>
            <p:spPr>
              <a:xfrm flipV="1">
                <a:off x="9406812" y="2764199"/>
                <a:ext cx="443070" cy="266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8383550-1767-677C-8A5A-29E9F27D873B}"/>
                  </a:ext>
                </a:extLst>
              </p:cNvPr>
              <p:cNvCxnSpPr>
                <a:cxnSpLocks/>
                <a:stCxn id="31" idx="6"/>
                <a:endCxn id="35" idx="2"/>
              </p:cNvCxnSpPr>
              <p:nvPr/>
            </p:nvCxnSpPr>
            <p:spPr>
              <a:xfrm flipV="1">
                <a:off x="9406812" y="3249974"/>
                <a:ext cx="443070" cy="266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D41263E3-3DC5-CEF9-17D5-2C0E24DAD02B}"/>
                  </a:ext>
                </a:extLst>
              </p:cNvPr>
              <p:cNvCxnSpPr>
                <a:cxnSpLocks/>
                <a:stCxn id="32" idx="6"/>
                <a:endCxn id="36" idx="2"/>
              </p:cNvCxnSpPr>
              <p:nvPr/>
            </p:nvCxnSpPr>
            <p:spPr>
              <a:xfrm flipV="1">
                <a:off x="9406812" y="3735749"/>
                <a:ext cx="443070" cy="266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9B83F41-CE97-D0D7-AA4E-64F7A9FF8C61}"/>
                  </a:ext>
                </a:extLst>
              </p:cNvPr>
              <p:cNvCxnSpPr>
                <a:cxnSpLocks/>
                <a:stCxn id="29" idx="6"/>
                <a:endCxn id="35" idx="2"/>
              </p:cNvCxnSpPr>
              <p:nvPr/>
            </p:nvCxnSpPr>
            <p:spPr>
              <a:xfrm>
                <a:off x="9406812" y="2281084"/>
                <a:ext cx="443070" cy="96889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559458B-1C03-81D9-1E8D-BC4CF8DF5F0F}"/>
                  </a:ext>
                </a:extLst>
              </p:cNvPr>
              <p:cNvCxnSpPr>
                <a:cxnSpLocks/>
                <a:stCxn id="29" idx="6"/>
                <a:endCxn id="36" idx="2"/>
              </p:cNvCxnSpPr>
              <p:nvPr/>
            </p:nvCxnSpPr>
            <p:spPr>
              <a:xfrm>
                <a:off x="9406812" y="2281084"/>
                <a:ext cx="443070" cy="1454665"/>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3FB47B4-0586-BA9C-4F63-B2369CD046D6}"/>
                  </a:ext>
                </a:extLst>
              </p:cNvPr>
              <p:cNvCxnSpPr>
                <a:cxnSpLocks/>
                <a:stCxn id="30" idx="6"/>
                <a:endCxn id="33" idx="2"/>
              </p:cNvCxnSpPr>
              <p:nvPr/>
            </p:nvCxnSpPr>
            <p:spPr>
              <a:xfrm flipV="1">
                <a:off x="9406812" y="2278424"/>
                <a:ext cx="443070" cy="488435"/>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31EEEE2D-C996-3FBA-0E86-5F5D816A7F38}"/>
                  </a:ext>
                </a:extLst>
              </p:cNvPr>
              <p:cNvCxnSpPr>
                <a:cxnSpLocks/>
                <a:stCxn id="30" idx="6"/>
                <a:endCxn id="35" idx="2"/>
              </p:cNvCxnSpPr>
              <p:nvPr/>
            </p:nvCxnSpPr>
            <p:spPr>
              <a:xfrm>
                <a:off x="9406812" y="2766859"/>
                <a:ext cx="443070" cy="483115"/>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23125A0-0100-71CB-302D-030778AB1289}"/>
                  </a:ext>
                </a:extLst>
              </p:cNvPr>
              <p:cNvCxnSpPr>
                <a:cxnSpLocks/>
                <a:stCxn id="30" idx="6"/>
                <a:endCxn id="36" idx="2"/>
              </p:cNvCxnSpPr>
              <p:nvPr/>
            </p:nvCxnSpPr>
            <p:spPr>
              <a:xfrm>
                <a:off x="9406812" y="2766859"/>
                <a:ext cx="443070" cy="96889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A0FE298-A1A3-06FA-C069-68927D487D43}"/>
                  </a:ext>
                </a:extLst>
              </p:cNvPr>
              <p:cNvCxnSpPr>
                <a:cxnSpLocks/>
                <a:stCxn id="31" idx="6"/>
                <a:endCxn id="33" idx="2"/>
              </p:cNvCxnSpPr>
              <p:nvPr/>
            </p:nvCxnSpPr>
            <p:spPr>
              <a:xfrm flipV="1">
                <a:off x="9406812" y="2278424"/>
                <a:ext cx="443070" cy="97421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B4C10D5-AB87-AE8F-958F-1FF5D6832230}"/>
                  </a:ext>
                </a:extLst>
              </p:cNvPr>
              <p:cNvCxnSpPr>
                <a:cxnSpLocks/>
                <a:stCxn id="31" idx="6"/>
                <a:endCxn id="34" idx="2"/>
              </p:cNvCxnSpPr>
              <p:nvPr/>
            </p:nvCxnSpPr>
            <p:spPr>
              <a:xfrm flipV="1">
                <a:off x="9406812" y="2764199"/>
                <a:ext cx="443070" cy="488435"/>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6FE29F5-A311-8361-90FE-C25758EB954B}"/>
                  </a:ext>
                </a:extLst>
              </p:cNvPr>
              <p:cNvCxnSpPr>
                <a:cxnSpLocks/>
                <a:stCxn id="31" idx="6"/>
                <a:endCxn id="36" idx="2"/>
              </p:cNvCxnSpPr>
              <p:nvPr/>
            </p:nvCxnSpPr>
            <p:spPr>
              <a:xfrm>
                <a:off x="9406812" y="3252634"/>
                <a:ext cx="443070" cy="483115"/>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E11F09B3-2CD5-4190-02B5-E31926537358}"/>
                  </a:ext>
                </a:extLst>
              </p:cNvPr>
              <p:cNvCxnSpPr>
                <a:cxnSpLocks/>
                <a:stCxn id="32" idx="6"/>
                <a:endCxn id="35" idx="2"/>
              </p:cNvCxnSpPr>
              <p:nvPr/>
            </p:nvCxnSpPr>
            <p:spPr>
              <a:xfrm flipV="1">
                <a:off x="9406812" y="3249974"/>
                <a:ext cx="443070" cy="488435"/>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E2C8115-FA46-BF06-A921-0D94B605F614}"/>
                  </a:ext>
                </a:extLst>
              </p:cNvPr>
              <p:cNvCxnSpPr>
                <a:cxnSpLocks/>
                <a:stCxn id="32" idx="6"/>
                <a:endCxn id="34" idx="2"/>
              </p:cNvCxnSpPr>
              <p:nvPr/>
            </p:nvCxnSpPr>
            <p:spPr>
              <a:xfrm flipV="1">
                <a:off x="9406812" y="2764199"/>
                <a:ext cx="443070" cy="974210"/>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53A18C29-F1F6-4D4A-BEF0-7FE55E44F827}"/>
                  </a:ext>
                </a:extLst>
              </p:cNvPr>
              <p:cNvCxnSpPr>
                <a:cxnSpLocks/>
                <a:stCxn id="32" idx="6"/>
                <a:endCxn id="33" idx="2"/>
              </p:cNvCxnSpPr>
              <p:nvPr/>
            </p:nvCxnSpPr>
            <p:spPr>
              <a:xfrm flipV="1">
                <a:off x="9406812" y="2278424"/>
                <a:ext cx="443070" cy="1459985"/>
              </a:xfrm>
              <a:prstGeom prst="line">
                <a:avLst/>
              </a:prstGeom>
              <a:ln>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grpSp>
        <p:sp>
          <p:nvSpPr>
            <p:cNvPr id="11" name="TextBox 10">
              <a:extLst>
                <a:ext uri="{FF2B5EF4-FFF2-40B4-BE49-F238E27FC236}">
                  <a16:creationId xmlns:a16="http://schemas.microsoft.com/office/drawing/2014/main" id="{9F2A071D-516B-D4E3-0CE0-455E29782B63}"/>
                </a:ext>
              </a:extLst>
            </p:cNvPr>
            <p:cNvSpPr txBox="1"/>
            <p:nvPr/>
          </p:nvSpPr>
          <p:spPr>
            <a:xfrm>
              <a:off x="11054802" y="2795319"/>
              <a:ext cx="571500" cy="2616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rgbClr val="000000"/>
                  </a:solidFill>
                  <a:effectLst/>
                  <a:uLnTx/>
                  <a:uFillTx/>
                  <a:latin typeface="Visby CF" pitchFamily="50" charset="0"/>
                  <a:ea typeface="+mn-ea"/>
                  <a:cs typeface="+mn-cs"/>
                </a:rPr>
                <a:t>0.03</a:t>
              </a:r>
            </a:p>
          </p:txBody>
        </p:sp>
        <p:sp>
          <p:nvSpPr>
            <p:cNvPr id="12" name="TextBox 11">
              <a:extLst>
                <a:ext uri="{FF2B5EF4-FFF2-40B4-BE49-F238E27FC236}">
                  <a16:creationId xmlns:a16="http://schemas.microsoft.com/office/drawing/2014/main" id="{B908974E-19FB-D3E9-1D17-2EAF0826EDD8}"/>
                </a:ext>
              </a:extLst>
            </p:cNvPr>
            <p:cNvSpPr txBox="1"/>
            <p:nvPr/>
          </p:nvSpPr>
          <p:spPr>
            <a:xfrm>
              <a:off x="11054802" y="3278434"/>
              <a:ext cx="571500" cy="2616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rgbClr val="000000"/>
                  </a:solidFill>
                  <a:effectLst/>
                  <a:uLnTx/>
                  <a:uFillTx/>
                  <a:latin typeface="Visby Slab CF Bold" panose="00000800000000000000" pitchFamily="50" charset="0"/>
                  <a:ea typeface="+mn-ea"/>
                  <a:cs typeface="+mn-cs"/>
                </a:rPr>
                <a:t>0.96</a:t>
              </a:r>
            </a:p>
          </p:txBody>
        </p:sp>
        <p:sp>
          <p:nvSpPr>
            <p:cNvPr id="13" name="TextBox 12">
              <a:extLst>
                <a:ext uri="{FF2B5EF4-FFF2-40B4-BE49-F238E27FC236}">
                  <a16:creationId xmlns:a16="http://schemas.microsoft.com/office/drawing/2014/main" id="{877B9FEB-455F-D1DD-04AD-067C229619F1}"/>
                </a:ext>
              </a:extLst>
            </p:cNvPr>
            <p:cNvSpPr txBox="1"/>
            <p:nvPr/>
          </p:nvSpPr>
          <p:spPr>
            <a:xfrm>
              <a:off x="11054802" y="3766869"/>
              <a:ext cx="912558" cy="2616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rgbClr val="000000"/>
                  </a:solidFill>
                  <a:effectLst/>
                  <a:uLnTx/>
                  <a:uFillTx/>
                  <a:latin typeface="Visby CF" pitchFamily="50" charset="0"/>
                  <a:ea typeface="+mn-ea"/>
                  <a:cs typeface="+mn-cs"/>
                </a:rPr>
                <a:t>0.00</a:t>
              </a:r>
            </a:p>
          </p:txBody>
        </p:sp>
        <p:sp>
          <p:nvSpPr>
            <p:cNvPr id="14" name="TextBox 13">
              <a:extLst>
                <a:ext uri="{FF2B5EF4-FFF2-40B4-BE49-F238E27FC236}">
                  <a16:creationId xmlns:a16="http://schemas.microsoft.com/office/drawing/2014/main" id="{77737D62-0299-8096-75F7-F62F29C6CF30}"/>
                </a:ext>
              </a:extLst>
            </p:cNvPr>
            <p:cNvSpPr txBox="1"/>
            <p:nvPr/>
          </p:nvSpPr>
          <p:spPr>
            <a:xfrm>
              <a:off x="11054802" y="4249984"/>
              <a:ext cx="912558" cy="261610"/>
            </a:xfrm>
            <a:prstGeom prst="rect">
              <a:avLst/>
            </a:prstGeom>
            <a:noFill/>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dirty="0">
                  <a:ln>
                    <a:noFill/>
                  </a:ln>
                  <a:solidFill>
                    <a:srgbClr val="000000"/>
                  </a:solidFill>
                  <a:effectLst/>
                  <a:uLnTx/>
                  <a:uFillTx/>
                  <a:latin typeface="Visby CF" pitchFamily="50" charset="0"/>
                  <a:ea typeface="+mn-ea"/>
                  <a:cs typeface="+mn-cs"/>
                </a:rPr>
                <a:t>0.01</a:t>
              </a:r>
            </a:p>
          </p:txBody>
        </p:sp>
        <p:cxnSp>
          <p:nvCxnSpPr>
            <p:cNvPr id="15" name="Connector: Curved 14">
              <a:extLst>
                <a:ext uri="{FF2B5EF4-FFF2-40B4-BE49-F238E27FC236}">
                  <a16:creationId xmlns:a16="http://schemas.microsoft.com/office/drawing/2014/main" id="{52C22C29-85E1-927E-5538-A5EC33CCFC33}"/>
                </a:ext>
              </a:extLst>
            </p:cNvPr>
            <p:cNvCxnSpPr>
              <a:cxnSpLocks/>
              <a:stCxn id="3" idx="1"/>
              <a:endCxn id="96" idx="1"/>
            </p:cNvCxnSpPr>
            <p:nvPr/>
          </p:nvCxnSpPr>
          <p:spPr>
            <a:xfrm rot="10800000" flipV="1">
              <a:off x="7522202" y="1771013"/>
              <a:ext cx="1340509" cy="1751171"/>
            </a:xfrm>
            <a:prstGeom prst="curvedConnector3">
              <a:avLst>
                <a:gd name="adj1" fmla="val 115962"/>
              </a:avLst>
            </a:prstGeom>
            <a:ln w="38100">
              <a:solidFill>
                <a:schemeClr val="bg2">
                  <a:lumMod val="75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B93F27A-DDDF-FA7C-522C-AA8A473E53C8}"/>
                </a:ext>
              </a:extLst>
            </p:cNvPr>
            <p:cNvSpPr txBox="1"/>
            <p:nvPr/>
          </p:nvSpPr>
          <p:spPr>
            <a:xfrm>
              <a:off x="7428327" y="4833149"/>
              <a:ext cx="762248" cy="392308"/>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000000"/>
                  </a:solidFill>
                  <a:effectLst/>
                  <a:uLnTx/>
                  <a:uFillTx/>
                  <a:latin typeface="Visby CF" pitchFamily="50" charset="0"/>
                  <a:ea typeface="+mn-ea"/>
                  <a:cs typeface="+mn-cs"/>
                </a:rPr>
                <a:t>Couche d’entrée</a:t>
              </a:r>
              <a:endParaRPr kumimoji="0" lang="en-CA" sz="1100" b="0" i="0" u="none" strike="noStrike" kern="1200" cap="none" spc="0" normalizeH="0" baseline="0" noProof="0" dirty="0">
                <a:ln>
                  <a:noFill/>
                </a:ln>
                <a:solidFill>
                  <a:srgbClr val="000000"/>
                </a:solidFill>
                <a:effectLst/>
                <a:uLnTx/>
                <a:uFillTx/>
                <a:latin typeface="Visby CF" pitchFamily="50" charset="0"/>
                <a:ea typeface="+mn-ea"/>
                <a:cs typeface="+mn-cs"/>
              </a:endParaRPr>
            </a:p>
          </p:txBody>
        </p:sp>
        <p:sp>
          <p:nvSpPr>
            <p:cNvPr id="17" name="TextBox 16">
              <a:extLst>
                <a:ext uri="{FF2B5EF4-FFF2-40B4-BE49-F238E27FC236}">
                  <a16:creationId xmlns:a16="http://schemas.microsoft.com/office/drawing/2014/main" id="{4EF536BB-F0F3-DA1A-93E3-0E3E941C7E01}"/>
                </a:ext>
              </a:extLst>
            </p:cNvPr>
            <p:cNvSpPr txBox="1"/>
            <p:nvPr/>
          </p:nvSpPr>
          <p:spPr>
            <a:xfrm>
              <a:off x="8244553" y="4910208"/>
              <a:ext cx="1478734" cy="23818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000000"/>
                  </a:solidFill>
                  <a:effectLst/>
                  <a:uLnTx/>
                  <a:uFillTx/>
                  <a:latin typeface="Visby CF" pitchFamily="50" charset="0"/>
                  <a:ea typeface="+mn-ea"/>
                  <a:cs typeface="+mn-cs"/>
                </a:rPr>
                <a:t>Couches cachées</a:t>
              </a:r>
              <a:endParaRPr kumimoji="0" lang="en-CA" sz="1100" b="0" i="0" u="none" strike="noStrike" kern="1200" cap="none" spc="0" normalizeH="0" baseline="0" noProof="0" dirty="0">
                <a:ln>
                  <a:noFill/>
                </a:ln>
                <a:solidFill>
                  <a:srgbClr val="000000"/>
                </a:solidFill>
                <a:effectLst/>
                <a:uLnTx/>
                <a:uFillTx/>
                <a:latin typeface="Visby CF" pitchFamily="50" charset="0"/>
                <a:ea typeface="+mn-ea"/>
                <a:cs typeface="+mn-cs"/>
              </a:endParaRPr>
            </a:p>
          </p:txBody>
        </p:sp>
        <p:sp>
          <p:nvSpPr>
            <p:cNvPr id="19" name="TextBox 18">
              <a:extLst>
                <a:ext uri="{FF2B5EF4-FFF2-40B4-BE49-F238E27FC236}">
                  <a16:creationId xmlns:a16="http://schemas.microsoft.com/office/drawing/2014/main" id="{A2EA32EF-2FD0-EF08-1198-190AA63E1A39}"/>
                </a:ext>
              </a:extLst>
            </p:cNvPr>
            <p:cNvSpPr txBox="1"/>
            <p:nvPr/>
          </p:nvSpPr>
          <p:spPr>
            <a:xfrm>
              <a:off x="9723287" y="4833149"/>
              <a:ext cx="693685" cy="392308"/>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1100" b="0" i="0" u="none" strike="noStrike" kern="1200" cap="none" spc="0" normalizeH="0" baseline="0" noProof="0">
                  <a:ln>
                    <a:noFill/>
                  </a:ln>
                  <a:solidFill>
                    <a:srgbClr val="000000"/>
                  </a:solidFill>
                  <a:effectLst/>
                  <a:uLnTx/>
                  <a:uFillTx/>
                  <a:latin typeface="Visby CF" pitchFamily="50" charset="0"/>
                  <a:ea typeface="+mn-ea"/>
                  <a:cs typeface="+mn-cs"/>
                </a:rPr>
                <a:t>Couche de sortie</a:t>
              </a:r>
              <a:endParaRPr kumimoji="0" lang="en-CA" sz="1100" b="0" i="0" u="none" strike="noStrike" kern="1200" cap="none" spc="0" normalizeH="0" baseline="0" noProof="0" dirty="0">
                <a:ln>
                  <a:noFill/>
                </a:ln>
                <a:solidFill>
                  <a:srgbClr val="000000"/>
                </a:solidFill>
                <a:effectLst/>
                <a:uLnTx/>
                <a:uFillTx/>
                <a:latin typeface="Visby CF" pitchFamily="50" charset="0"/>
                <a:ea typeface="+mn-ea"/>
                <a:cs typeface="+mn-cs"/>
              </a:endParaRPr>
            </a:p>
          </p:txBody>
        </p:sp>
      </p:grpSp>
      <p:sp>
        <p:nvSpPr>
          <p:cNvPr id="96" name="Rectangle 95">
            <a:extLst>
              <a:ext uri="{FF2B5EF4-FFF2-40B4-BE49-F238E27FC236}">
                <a16:creationId xmlns:a16="http://schemas.microsoft.com/office/drawing/2014/main" id="{4101B342-5FBE-A50F-B90E-5882F2F7A603}"/>
              </a:ext>
            </a:extLst>
          </p:cNvPr>
          <p:cNvSpPr/>
          <p:nvPr>
            <p:custDataLst>
              <p:tags r:id="rId4"/>
            </p:custDataLst>
          </p:nvPr>
        </p:nvSpPr>
        <p:spPr>
          <a:xfrm>
            <a:off x="7331549" y="3356534"/>
            <a:ext cx="112521" cy="13203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107" name="Image 106" descr="Une image contenant Police, Graphique, capture d’écran, graphisme&#10;&#10;Description générée automatiquement">
            <a:extLst>
              <a:ext uri="{FF2B5EF4-FFF2-40B4-BE49-F238E27FC236}">
                <a16:creationId xmlns:a16="http://schemas.microsoft.com/office/drawing/2014/main" id="{E1A83C66-4A5D-A72A-6F16-B03A6EF11710}"/>
              </a:ext>
            </a:extLst>
          </p:cNvPr>
          <p:cNvPicPr>
            <a:picLocks noChangeAspect="1"/>
          </p:cNvPicPr>
          <p:nvPr>
            <p:custDataLst>
              <p:tags r:id="rId5"/>
            </p:custDataLst>
          </p:nvPr>
        </p:nvPicPr>
        <p:blipFill>
          <a:blip r:embed="rId9">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9525566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B05F2-74BA-29EE-4958-92BAD3BBC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44D30-BADB-2A23-8D18-E1AA15901906}"/>
              </a:ext>
            </a:extLst>
          </p:cNvPr>
          <p:cNvSpPr>
            <a:spLocks noGrp="1"/>
          </p:cNvSpPr>
          <p:nvPr>
            <p:ph type="title"/>
            <p:custDataLst>
              <p:tags r:id="rId1"/>
            </p:custDataLst>
          </p:nvPr>
        </p:nvSpPr>
        <p:spPr/>
        <p:txBody>
          <a:bodyPr/>
          <a:lstStyle/>
          <a:p>
            <a:r>
              <a:rPr lang="en-CA" noProof="0"/>
              <a:t>Fonctions et finalités de l’IA</a:t>
            </a:r>
            <a:endParaRPr lang="en-CA" noProof="0" dirty="0"/>
          </a:p>
        </p:txBody>
      </p:sp>
      <p:sp>
        <p:nvSpPr>
          <p:cNvPr id="3" name="Content Placeholder 2">
            <a:extLst>
              <a:ext uri="{FF2B5EF4-FFF2-40B4-BE49-F238E27FC236}">
                <a16:creationId xmlns:a16="http://schemas.microsoft.com/office/drawing/2014/main" id="{B0CA1EE7-25FD-4F46-95B6-9907D60797E8}"/>
              </a:ext>
            </a:extLst>
          </p:cNvPr>
          <p:cNvSpPr>
            <a:spLocks noGrp="1"/>
          </p:cNvSpPr>
          <p:nvPr>
            <p:ph idx="1"/>
            <p:custDataLst>
              <p:tags r:id="rId2"/>
            </p:custDataLst>
          </p:nvPr>
        </p:nvSpPr>
        <p:spPr/>
        <p:txBody>
          <a:bodyPr anchor="ctr">
            <a:normAutofit/>
          </a:bodyPr>
          <a:lstStyle/>
          <a:p>
            <a:r>
              <a:rPr lang="fr-CA" noProof="0" dirty="0"/>
              <a:t>Les organisations utilisent l’intelligence artificielle parce qu’elle les aide à répondre à quatre grands </a:t>
            </a:r>
            <a:r>
              <a:rPr lang="fr-CA" noProof="0"/>
              <a:t>besoins d’affaires :</a:t>
            </a:r>
            <a:endParaRPr lang="en-CA" sz="2000" noProof="0" dirty="0"/>
          </a:p>
          <a:p>
            <a:pPr marL="914400" lvl="1" indent="-457200">
              <a:buFont typeface="+mj-lt"/>
              <a:buAutoNum type="arabicPeriod"/>
            </a:pPr>
            <a:r>
              <a:rPr lang="fr-CA" noProof="1"/>
              <a:t>Automatiser les processus opérationnels</a:t>
            </a:r>
          </a:p>
          <a:p>
            <a:pPr lvl="2"/>
            <a:r>
              <a:rPr lang="fr-CA" dirty="0"/>
              <a:t>Effectuer un pré‑tri des CV de candidats</a:t>
            </a:r>
            <a:endParaRPr lang="en-CA" noProof="0" dirty="0"/>
          </a:p>
          <a:p>
            <a:pPr marL="914400" lvl="1" indent="-457200">
              <a:buFont typeface="+mj-lt"/>
              <a:buAutoNum type="arabicPeriod"/>
            </a:pPr>
            <a:r>
              <a:rPr lang="fr-CA" noProof="0" dirty="0"/>
              <a:t>Obtenir des insights grâce à l’analyse de données</a:t>
            </a:r>
          </a:p>
          <a:p>
            <a:pPr lvl="2"/>
            <a:r>
              <a:rPr lang="fr-CA" dirty="0"/>
              <a:t>Recommander des produits à un client en fonction de ses achats</a:t>
            </a:r>
            <a:endParaRPr lang="fr-CA" noProof="0" dirty="0"/>
          </a:p>
          <a:p>
            <a:pPr marL="914400" lvl="1" indent="-457200">
              <a:buFont typeface="+mj-lt"/>
              <a:buAutoNum type="arabicPeriod"/>
            </a:pPr>
            <a:r>
              <a:rPr lang="fr-CA" noProof="0" dirty="0"/>
              <a:t>Interagir avec les clients et les employés</a:t>
            </a:r>
          </a:p>
          <a:p>
            <a:pPr lvl="2"/>
            <a:r>
              <a:rPr lang="fr-CA" dirty="0"/>
              <a:t>Utiliser un </a:t>
            </a:r>
            <a:r>
              <a:rPr lang="fr-CA" i="1" dirty="0" err="1"/>
              <a:t>chatbot</a:t>
            </a:r>
            <a:r>
              <a:rPr lang="fr-CA" dirty="0"/>
              <a:t> pour le service à la clientèle</a:t>
            </a:r>
            <a:endParaRPr lang="fr-CA" noProof="0" dirty="0"/>
          </a:p>
          <a:p>
            <a:pPr marL="914400" lvl="1" indent="-457200">
              <a:buFont typeface="+mj-lt"/>
              <a:buAutoNum type="arabicPeriod"/>
            </a:pPr>
            <a:r>
              <a:rPr lang="fr-CA" noProof="1"/>
              <a:t>Générer rapidement</a:t>
            </a:r>
            <a:r>
              <a:rPr lang="en-CA" noProof="0" dirty="0"/>
              <a:t> des artefacts</a:t>
            </a:r>
          </a:p>
          <a:p>
            <a:pPr lvl="2"/>
            <a:r>
              <a:rPr lang="fr-CA" dirty="0"/>
              <a:t>Résumé d’épisodes de série télévisée</a:t>
            </a:r>
            <a:endParaRPr lang="en-CA" dirty="0"/>
          </a:p>
          <a:p>
            <a:pPr marL="914400" lvl="1" indent="-457200">
              <a:buFont typeface="+mj-lt"/>
              <a:buAutoNum type="arabicPeriod"/>
            </a:pPr>
            <a:endParaRPr lang="en-CA" noProof="0" dirty="0"/>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1766EDD4-4F05-1567-4519-EB466CDB4F6D}"/>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620461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C8192-80E7-201A-21FC-ECA973A0E49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BA46769-BBAB-B86D-FBD4-4A9E7F4073D3}"/>
              </a:ext>
            </a:extLst>
          </p:cNvPr>
          <p:cNvSpPr/>
          <p:nvPr>
            <p:custDataLst>
              <p:tags r:id="rId1"/>
            </p:custDataLst>
          </p:nvPr>
        </p:nvSpPr>
        <p:spPr>
          <a:xfrm>
            <a:off x="6696758" y="2149795"/>
            <a:ext cx="4710173" cy="432873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Rectangle 1">
            <a:extLst>
              <a:ext uri="{FF2B5EF4-FFF2-40B4-BE49-F238E27FC236}">
                <a16:creationId xmlns:a16="http://schemas.microsoft.com/office/drawing/2014/main" id="{C2044D5A-86F1-A408-09FA-7952592E1412}"/>
              </a:ext>
            </a:extLst>
          </p:cNvPr>
          <p:cNvSpPr/>
          <p:nvPr>
            <p:custDataLst>
              <p:tags r:id="rId2"/>
            </p:custDataLst>
          </p:nvPr>
        </p:nvSpPr>
        <p:spPr>
          <a:xfrm>
            <a:off x="776228" y="2120630"/>
            <a:ext cx="4710173" cy="4328731"/>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 name="Title 3">
            <a:extLst>
              <a:ext uri="{FF2B5EF4-FFF2-40B4-BE49-F238E27FC236}">
                <a16:creationId xmlns:a16="http://schemas.microsoft.com/office/drawing/2014/main" id="{6DAE3438-C43D-78B4-D545-95CFD19BAE0B}"/>
              </a:ext>
            </a:extLst>
          </p:cNvPr>
          <p:cNvSpPr>
            <a:spLocks noGrp="1"/>
          </p:cNvSpPr>
          <p:nvPr>
            <p:ph type="title"/>
            <p:custDataLst>
              <p:tags r:id="rId3"/>
            </p:custDataLst>
          </p:nvPr>
        </p:nvSpPr>
        <p:spPr/>
        <p:txBody>
          <a:bodyPr/>
          <a:lstStyle/>
          <a:p>
            <a:r>
              <a:rPr lang="fr-CA" noProof="0"/>
              <a:t>Outils d’IA prédictive et générative</a:t>
            </a:r>
            <a:endParaRPr lang="en-CA" noProof="0" dirty="0"/>
          </a:p>
        </p:txBody>
      </p:sp>
      <p:pic>
        <p:nvPicPr>
          <p:cNvPr id="2050" name="Picture 2" descr="generative ai icon">
            <a:extLst>
              <a:ext uri="{FF2B5EF4-FFF2-40B4-BE49-F238E27FC236}">
                <a16:creationId xmlns:a16="http://schemas.microsoft.com/office/drawing/2014/main" id="{1D299EDA-9B08-9CA1-F47B-3207C7D53989}"/>
              </a:ext>
            </a:extLst>
          </p:cNvPr>
          <p:cNvPicPr>
            <a:picLocks noChangeAspect="1" noChangeArrowheads="1"/>
          </p:cNvPicPr>
          <p:nvPr>
            <p:custDataLst>
              <p:tags r:id="rId4"/>
            </p:custDataLst>
          </p:nvPr>
        </p:nvPicPr>
        <p:blipFill>
          <a:blip r:embed="rId12">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81981" y="2290813"/>
            <a:ext cx="1757411" cy="175741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redictive analytics icon">
            <a:extLst>
              <a:ext uri="{FF2B5EF4-FFF2-40B4-BE49-F238E27FC236}">
                <a16:creationId xmlns:a16="http://schemas.microsoft.com/office/drawing/2014/main" id="{243EB085-E5CB-4B54-4F07-CEEDBD0CA44C}"/>
              </a:ext>
            </a:extLst>
          </p:cNvPr>
          <p:cNvPicPr>
            <a:picLocks noChangeAspect="1" noChangeArrowheads="1"/>
          </p:cNvPicPr>
          <p:nvPr>
            <p:custDataLst>
              <p:tags r:id="rId5"/>
            </p:custDataLst>
          </p:nvPr>
        </p:nvPicPr>
        <p:blipFill>
          <a:blip r:embed="rId1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57029" y="2290813"/>
            <a:ext cx="1757412" cy="1757412"/>
          </a:xfrm>
          <a:prstGeom prst="rect">
            <a:avLst/>
          </a:prstGeom>
          <a:noFill/>
          <a:extLst>
            <a:ext uri="{909E8E84-426E-40DD-AFC4-6F175D3DCCD1}">
              <a14:hiddenFill xmlns:a14="http://schemas.microsoft.com/office/drawing/2010/main">
                <a:solidFill>
                  <a:srgbClr val="FFFFFF"/>
                </a:solidFill>
              </a14:hiddenFill>
            </a:ext>
          </a:extLst>
        </p:spPr>
      </p:pic>
      <p:sp>
        <p:nvSpPr>
          <p:cNvPr id="20" name="ZoneTexte 19">
            <a:extLst>
              <a:ext uri="{FF2B5EF4-FFF2-40B4-BE49-F238E27FC236}">
                <a16:creationId xmlns:a16="http://schemas.microsoft.com/office/drawing/2014/main" id="{228B8BF1-0A14-6C6C-EDDB-AE29A3ADF359}"/>
              </a:ext>
            </a:extLst>
          </p:cNvPr>
          <p:cNvSpPr txBox="1"/>
          <p:nvPr>
            <p:custDataLst>
              <p:tags r:id="rId6"/>
            </p:custDataLst>
          </p:nvPr>
        </p:nvSpPr>
        <p:spPr>
          <a:xfrm>
            <a:off x="1651194" y="1443828"/>
            <a:ext cx="2969083" cy="584775"/>
          </a:xfrm>
          <a:prstGeom prst="rect">
            <a:avLst/>
          </a:prstGeom>
          <a:noFill/>
        </p:spPr>
        <p:txBody>
          <a:bodyPr wrap="none" rtlCol="0">
            <a:spAutoFit/>
          </a:bodyPr>
          <a:lstStyle/>
          <a:p>
            <a:pPr algn="ctr"/>
            <a:r>
              <a:rPr lang="en-CA" sz="3200" noProof="0">
                <a:solidFill>
                  <a:schemeClr val="accent5"/>
                </a:solidFill>
                <a:latin typeface="Visby Slab CF Bold" panose="00000800000000000000" pitchFamily="50" charset="0"/>
              </a:rPr>
              <a:t>IA prédictive</a:t>
            </a:r>
            <a:endParaRPr lang="en-CA" sz="3200" noProof="0" dirty="0">
              <a:solidFill>
                <a:schemeClr val="accent5"/>
              </a:solidFill>
              <a:latin typeface="Visby Slab CF Bold" panose="00000800000000000000" pitchFamily="50" charset="0"/>
            </a:endParaRPr>
          </a:p>
        </p:txBody>
      </p:sp>
      <p:sp>
        <p:nvSpPr>
          <p:cNvPr id="21" name="ZoneTexte 20">
            <a:extLst>
              <a:ext uri="{FF2B5EF4-FFF2-40B4-BE49-F238E27FC236}">
                <a16:creationId xmlns:a16="http://schemas.microsoft.com/office/drawing/2014/main" id="{9C05F7A5-E678-AA8C-D89D-713CC7EDEBA9}"/>
              </a:ext>
            </a:extLst>
          </p:cNvPr>
          <p:cNvSpPr txBox="1"/>
          <p:nvPr>
            <p:custDataLst>
              <p:tags r:id="rId7"/>
            </p:custDataLst>
          </p:nvPr>
        </p:nvSpPr>
        <p:spPr>
          <a:xfrm>
            <a:off x="7503208" y="1443828"/>
            <a:ext cx="3114956" cy="584775"/>
          </a:xfrm>
          <a:prstGeom prst="rect">
            <a:avLst/>
          </a:prstGeom>
          <a:noFill/>
        </p:spPr>
        <p:txBody>
          <a:bodyPr wrap="none" rtlCol="0">
            <a:spAutoFit/>
          </a:bodyPr>
          <a:lstStyle/>
          <a:p>
            <a:pPr algn="ctr"/>
            <a:r>
              <a:rPr lang="en-CA" sz="3200" noProof="0">
                <a:solidFill>
                  <a:schemeClr val="accent1"/>
                </a:solidFill>
                <a:latin typeface="Visby Slab CF Bold" panose="00000800000000000000" pitchFamily="50" charset="0"/>
              </a:rPr>
              <a:t>IA générative</a:t>
            </a:r>
            <a:endParaRPr lang="en-CA" sz="3200" noProof="0" dirty="0">
              <a:solidFill>
                <a:schemeClr val="accent1"/>
              </a:solidFill>
              <a:latin typeface="Visby Slab CF Bold" panose="00000800000000000000" pitchFamily="50" charset="0"/>
            </a:endParaRPr>
          </a:p>
        </p:txBody>
      </p:sp>
      <p:sp>
        <p:nvSpPr>
          <p:cNvPr id="22" name="ZoneTexte 21">
            <a:extLst>
              <a:ext uri="{FF2B5EF4-FFF2-40B4-BE49-F238E27FC236}">
                <a16:creationId xmlns:a16="http://schemas.microsoft.com/office/drawing/2014/main" id="{C59AD1E9-D019-D5BE-8DBB-94C1F9D74B69}"/>
              </a:ext>
            </a:extLst>
          </p:cNvPr>
          <p:cNvSpPr txBox="1"/>
          <p:nvPr>
            <p:custDataLst>
              <p:tags r:id="rId8"/>
            </p:custDataLst>
          </p:nvPr>
        </p:nvSpPr>
        <p:spPr>
          <a:xfrm>
            <a:off x="785069" y="4314161"/>
            <a:ext cx="4701332" cy="1719702"/>
          </a:xfrm>
          <a:prstGeom prst="rect">
            <a:avLst/>
          </a:prstGeom>
          <a:noFill/>
          <a:ln>
            <a:noFill/>
          </a:ln>
        </p:spPr>
        <p:txBody>
          <a:bodyPr wrap="square" rtlCol="0">
            <a:spAutoFit/>
          </a:bodyPr>
          <a:lstStyle/>
          <a:p>
            <a:pPr algn="ctr">
              <a:lnSpc>
                <a:spcPct val="150000"/>
              </a:lnSpc>
            </a:pPr>
            <a:r>
              <a:rPr lang="fr-CA" b="1" noProof="0">
                <a:latin typeface="Visby CF Bold" pitchFamily="50" charset="0"/>
              </a:rPr>
              <a:t>Effectuent des prédictions à partir de données historiques afin de fournir des recommandations, des prévisions et des diagnostics.</a:t>
            </a:r>
            <a:endParaRPr lang="en-CA" b="1" noProof="0" dirty="0">
              <a:latin typeface="Visby CF Bold" pitchFamily="50" charset="0"/>
            </a:endParaRPr>
          </a:p>
        </p:txBody>
      </p:sp>
      <p:sp>
        <p:nvSpPr>
          <p:cNvPr id="23" name="ZoneTexte 22">
            <a:extLst>
              <a:ext uri="{FF2B5EF4-FFF2-40B4-BE49-F238E27FC236}">
                <a16:creationId xmlns:a16="http://schemas.microsoft.com/office/drawing/2014/main" id="{607490C8-EFFD-2B8E-FEAC-DB35517450DD}"/>
              </a:ext>
            </a:extLst>
          </p:cNvPr>
          <p:cNvSpPr txBox="1"/>
          <p:nvPr>
            <p:custDataLst>
              <p:tags r:id="rId9"/>
            </p:custDataLst>
          </p:nvPr>
        </p:nvSpPr>
        <p:spPr>
          <a:xfrm>
            <a:off x="6705600" y="4314161"/>
            <a:ext cx="4710172" cy="2135200"/>
          </a:xfrm>
          <a:prstGeom prst="rect">
            <a:avLst/>
          </a:prstGeom>
          <a:noFill/>
          <a:ln>
            <a:noFill/>
          </a:ln>
        </p:spPr>
        <p:txBody>
          <a:bodyPr wrap="square" lIns="91440" tIns="45720" rIns="91440" bIns="45720" rtlCol="0" anchor="t">
            <a:spAutoFit/>
          </a:bodyPr>
          <a:lstStyle/>
          <a:p>
            <a:pPr algn="ctr">
              <a:lnSpc>
                <a:spcPct val="150000"/>
              </a:lnSpc>
            </a:pPr>
            <a:r>
              <a:rPr lang="fr-CA" b="1" noProof="0">
                <a:latin typeface="Visby CF Bold"/>
              </a:rPr>
              <a:t>Prend d’énormes ensembles de données et produit du «nouveau» contenu — texte, images, audio, code, vidéos, etc. — qui ressemble aux données d’entraînement ou les prolonge.</a:t>
            </a:r>
            <a:endParaRPr lang="en-CA" b="1" noProof="0" dirty="0">
              <a:latin typeface="Visby CF Bold"/>
            </a:endParaRPr>
          </a:p>
        </p:txBody>
      </p:sp>
      <p:pic>
        <p:nvPicPr>
          <p:cNvPr id="5" name="Image 4" descr="Une image contenant Police, Graphique, capture d’écran, graphisme&#10;&#10;Description générée automatiquement">
            <a:extLst>
              <a:ext uri="{FF2B5EF4-FFF2-40B4-BE49-F238E27FC236}">
                <a16:creationId xmlns:a16="http://schemas.microsoft.com/office/drawing/2014/main" id="{C1418A4F-CAF9-9DA5-8053-643B0F3F7019}"/>
              </a:ext>
            </a:extLst>
          </p:cNvPr>
          <p:cNvPicPr>
            <a:picLocks noChangeAspect="1"/>
          </p:cNvPicPr>
          <p:nvPr>
            <p:custDataLst>
              <p:tags r:id="rId10"/>
            </p:custDataLst>
          </p:nvPr>
        </p:nvPicPr>
        <p:blipFill>
          <a:blip r:embed="rId14">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486407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09434-C585-51DE-0621-AD1589D69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2BEDC1-02F9-7EFD-9EEE-426174A8811A}"/>
              </a:ext>
            </a:extLst>
          </p:cNvPr>
          <p:cNvSpPr>
            <a:spLocks noGrp="1"/>
          </p:cNvSpPr>
          <p:nvPr>
            <p:ph type="title"/>
            <p:custDataLst>
              <p:tags r:id="rId1"/>
            </p:custDataLst>
          </p:nvPr>
        </p:nvSpPr>
        <p:spPr/>
        <p:txBody>
          <a:bodyPr>
            <a:normAutofit/>
          </a:bodyPr>
          <a:lstStyle/>
          <a:p>
            <a:r>
              <a:rPr lang="en-CA" noProof="0"/>
              <a:t>IA prédictive</a:t>
            </a:r>
            <a:endParaRPr lang="en-CA" noProof="0" dirty="0"/>
          </a:p>
        </p:txBody>
      </p:sp>
      <p:sp>
        <p:nvSpPr>
          <p:cNvPr id="3" name="Espace réservé du contenu 2">
            <a:extLst>
              <a:ext uri="{FF2B5EF4-FFF2-40B4-BE49-F238E27FC236}">
                <a16:creationId xmlns:a16="http://schemas.microsoft.com/office/drawing/2014/main" id="{4BCB2ABF-8B82-5A36-8A9A-7CE0D497EDBB}"/>
              </a:ext>
            </a:extLst>
          </p:cNvPr>
          <p:cNvSpPr>
            <a:spLocks noGrp="1"/>
          </p:cNvSpPr>
          <p:nvPr>
            <p:ph idx="1"/>
            <p:custDataLst>
              <p:tags r:id="rId2"/>
            </p:custDataLst>
          </p:nvPr>
        </p:nvSpPr>
        <p:spPr/>
        <p:txBody>
          <a:bodyPr/>
          <a:lstStyle/>
          <a:p>
            <a:r>
              <a:rPr lang="fr-CA"/>
              <a:t>L’IA prédictive utilise des données historiques et, grâce aux algorithmes d’apprentissage automatique ainsi qu’aux technologies et processus numériques de soutien, analyse les tendances passées afin de prédire à quoi l’avenir pourrait ressembler.</a:t>
            </a:r>
          </a:p>
          <a:p>
            <a:endParaRPr lang="fr-CA"/>
          </a:p>
        </p:txBody>
      </p:sp>
      <p:sp>
        <p:nvSpPr>
          <p:cNvPr id="4" name="Espace réservé du contenu 2">
            <a:extLst>
              <a:ext uri="{FF2B5EF4-FFF2-40B4-BE49-F238E27FC236}">
                <a16:creationId xmlns:a16="http://schemas.microsoft.com/office/drawing/2014/main" id="{BA576489-B0F3-9F93-5879-BA72BC5294B6}"/>
              </a:ext>
            </a:extLst>
          </p:cNvPr>
          <p:cNvSpPr txBox="1">
            <a:spLocks/>
          </p:cNvSpPr>
          <p:nvPr>
            <p:custDataLst>
              <p:tags r:id="rId3"/>
            </p:custDataLst>
          </p:nvPr>
        </p:nvSpPr>
        <p:spPr>
          <a:xfrm>
            <a:off x="199680" y="1762924"/>
            <a:ext cx="11767680" cy="1466588"/>
          </a:xfrm>
          <a:prstGeom prst="rect">
            <a:avLst/>
          </a:prstGeom>
        </p:spPr>
        <p:txBody>
          <a:bodyPr vert="horz" lIns="91440" tIns="45720" rIns="91440" bIns="45720" rtlCol="0" anchor="ctr">
            <a:normAutofit/>
          </a:bodyPr>
          <a:lstStyle>
            <a:lvl1pPr marL="228600" indent="-228600" algn="l" defTabSz="914400" rtl="0" eaLnBrk="1" latinLnBrk="0" hangingPunct="1">
              <a:lnSpc>
                <a:spcPct val="150000"/>
              </a:lnSpc>
              <a:spcBef>
                <a:spcPts val="0"/>
              </a:spcBef>
              <a:buClr>
                <a:srgbClr val="888B8D"/>
              </a:buClr>
              <a:buFont typeface="Wingdings" panose="05000000000000000000" pitchFamily="2" charset="2"/>
              <a:buChar char="§"/>
              <a:defRPr sz="2400" kern="1200">
                <a:solidFill>
                  <a:schemeClr val="bg2">
                    <a:lumMod val="25000"/>
                  </a:schemeClr>
                </a:solidFill>
                <a:latin typeface="Visby CF Medium" pitchFamily="50" charset="0"/>
                <a:ea typeface="+mn-ea"/>
                <a:cs typeface="Cordia New" panose="020B0304020202020204" pitchFamily="34" charset="-34"/>
              </a:defRPr>
            </a:lvl1pPr>
            <a:lvl2pPr marL="685800" indent="-228600" algn="l" defTabSz="914400" rtl="0" eaLnBrk="1" latinLnBrk="0" hangingPunct="1">
              <a:lnSpc>
                <a:spcPct val="150000"/>
              </a:lnSpc>
              <a:spcBef>
                <a:spcPts val="0"/>
              </a:spcBef>
              <a:buClr>
                <a:srgbClr val="888B8D"/>
              </a:buClr>
              <a:buFont typeface="Wingdings" panose="05000000000000000000" pitchFamily="2" charset="2"/>
              <a:buChar char="§"/>
              <a:defRPr sz="2000" kern="1200">
                <a:solidFill>
                  <a:schemeClr val="bg2">
                    <a:lumMod val="25000"/>
                  </a:schemeClr>
                </a:solidFill>
                <a:latin typeface="Visby CF Medium" pitchFamily="50" charset="0"/>
                <a:ea typeface="+mn-ea"/>
                <a:cs typeface="Cordia New" panose="020B0304020202020204" pitchFamily="34" charset="-34"/>
              </a:defRPr>
            </a:lvl2pPr>
            <a:lvl3pPr marL="1143000" indent="-228600" algn="l" defTabSz="914400" rtl="0" eaLnBrk="1" latinLnBrk="0" hangingPunct="1">
              <a:lnSpc>
                <a:spcPct val="150000"/>
              </a:lnSpc>
              <a:spcBef>
                <a:spcPts val="0"/>
              </a:spcBef>
              <a:buClr>
                <a:srgbClr val="888B8D"/>
              </a:buClr>
              <a:buFont typeface="Wingdings" panose="05000000000000000000" pitchFamily="2" charset="2"/>
              <a:buChar char="§"/>
              <a:defRPr sz="1800" kern="1200">
                <a:solidFill>
                  <a:schemeClr val="bg2">
                    <a:lumMod val="25000"/>
                  </a:schemeClr>
                </a:solidFill>
                <a:latin typeface="Visby CF Medium" pitchFamily="50" charset="0"/>
                <a:ea typeface="+mn-ea"/>
                <a:cs typeface="Cordia New" panose="020B0304020202020204" pitchFamily="34" charset="-34"/>
              </a:defRPr>
            </a:lvl3pPr>
            <a:lvl4pPr marL="16002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Medium" pitchFamily="50" charset="0"/>
                <a:ea typeface="+mn-ea"/>
                <a:cs typeface="Cordia New" panose="020B0304020202020204" pitchFamily="34" charset="-34"/>
              </a:defRPr>
            </a:lvl4pPr>
            <a:lvl5pPr marL="20574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Medium" pitchFamily="50" charset="0"/>
                <a:ea typeface="+mn-ea"/>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CA" noProof="0" dirty="0"/>
          </a:p>
        </p:txBody>
      </p:sp>
      <p:pic>
        <p:nvPicPr>
          <p:cNvPr id="5" name="Picture 2" descr="data cleaning icon">
            <a:extLst>
              <a:ext uri="{FF2B5EF4-FFF2-40B4-BE49-F238E27FC236}">
                <a16:creationId xmlns:a16="http://schemas.microsoft.com/office/drawing/2014/main" id="{86845760-79EF-77BC-A760-AB4B7685006D}"/>
              </a:ext>
            </a:extLst>
          </p:cNvPr>
          <p:cNvPicPr>
            <a:picLocks noChangeAspect="1" noChangeArrowheads="1"/>
          </p:cNvPicPr>
          <p:nvPr>
            <p:custDataLst>
              <p:tags r:id="rId4"/>
            </p:custDataLst>
          </p:nvPr>
        </p:nvPicPr>
        <p:blipFill>
          <a:blip r:embed="rId22">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58831" y="4051041"/>
            <a:ext cx="864172" cy="86417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 name="Picture 4" descr="data gathering icon">
            <a:extLst>
              <a:ext uri="{FF2B5EF4-FFF2-40B4-BE49-F238E27FC236}">
                <a16:creationId xmlns:a16="http://schemas.microsoft.com/office/drawing/2014/main" id="{2A4F608E-4CAA-4365-2A1F-A2AED48FE582}"/>
              </a:ext>
            </a:extLst>
          </p:cNvPr>
          <p:cNvPicPr>
            <a:picLocks noChangeAspect="1" noChangeArrowheads="1"/>
          </p:cNvPicPr>
          <p:nvPr>
            <p:custDataLst>
              <p:tags r:id="rId5"/>
            </p:custDataLst>
          </p:nvPr>
        </p:nvPicPr>
        <p:blipFill>
          <a:blip r:embed="rId2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90174" y="4051040"/>
            <a:ext cx="864172" cy="86417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7" name="Picture 6" descr="machine learning icon">
            <a:extLst>
              <a:ext uri="{FF2B5EF4-FFF2-40B4-BE49-F238E27FC236}">
                <a16:creationId xmlns:a16="http://schemas.microsoft.com/office/drawing/2014/main" id="{5FB38DC8-C285-55CD-AE7B-2350232DB7CA}"/>
              </a:ext>
            </a:extLst>
          </p:cNvPr>
          <p:cNvPicPr>
            <a:picLocks noChangeAspect="1" noChangeArrowheads="1"/>
          </p:cNvPicPr>
          <p:nvPr>
            <p:custDataLst>
              <p:tags r:id="rId6"/>
            </p:custDataLst>
          </p:nvPr>
        </p:nvPicPr>
        <p:blipFill>
          <a:blip r:embed="rId24">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27488" y="4051041"/>
            <a:ext cx="889000" cy="8890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 name="Picture 8" descr="ai icon">
            <a:extLst>
              <a:ext uri="{FF2B5EF4-FFF2-40B4-BE49-F238E27FC236}">
                <a16:creationId xmlns:a16="http://schemas.microsoft.com/office/drawing/2014/main" id="{4F13CC47-E5C0-8B76-9DA3-6FDA9C42F907}"/>
              </a:ext>
            </a:extLst>
          </p:cNvPr>
          <p:cNvPicPr>
            <a:picLocks noChangeAspect="1" noChangeArrowheads="1"/>
          </p:cNvPicPr>
          <p:nvPr>
            <p:custDataLst>
              <p:tags r:id="rId7"/>
            </p:custDataLst>
          </p:nvPr>
        </p:nvPicPr>
        <p:blipFill>
          <a:blip r:embed="rId25">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120973" y="4051041"/>
            <a:ext cx="889000" cy="88900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9" name="Picture 10" descr="maintainer icon">
            <a:extLst>
              <a:ext uri="{FF2B5EF4-FFF2-40B4-BE49-F238E27FC236}">
                <a16:creationId xmlns:a16="http://schemas.microsoft.com/office/drawing/2014/main" id="{4DCAEB37-8780-D4EB-CAC1-F41A90EB6791}"/>
              </a:ext>
            </a:extLst>
          </p:cNvPr>
          <p:cNvPicPr>
            <a:picLocks noChangeAspect="1" noChangeArrowheads="1"/>
          </p:cNvPicPr>
          <p:nvPr>
            <p:custDataLst>
              <p:tags r:id="rId8"/>
            </p:custDataLst>
          </p:nvPr>
        </p:nvPicPr>
        <p:blipFill>
          <a:blip r:embed="rId26">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714457" y="4038626"/>
            <a:ext cx="889001" cy="8890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10" name="ZoneTexte 9">
            <a:extLst>
              <a:ext uri="{FF2B5EF4-FFF2-40B4-BE49-F238E27FC236}">
                <a16:creationId xmlns:a16="http://schemas.microsoft.com/office/drawing/2014/main" id="{4DC58B0C-C44A-1DDA-CFEB-BF39F53C78D2}"/>
              </a:ext>
            </a:extLst>
          </p:cNvPr>
          <p:cNvSpPr txBox="1"/>
          <p:nvPr>
            <p:custDataLst>
              <p:tags r:id="rId9"/>
            </p:custDataLst>
          </p:nvPr>
        </p:nvSpPr>
        <p:spPr>
          <a:xfrm>
            <a:off x="117023" y="4953028"/>
            <a:ext cx="1410474" cy="553998"/>
          </a:xfrm>
          <a:prstGeom prst="rect">
            <a:avLst/>
          </a:prstGeom>
          <a:noFill/>
        </p:spPr>
        <p:txBody>
          <a:bodyPr wrap="square" rtlCol="0">
            <a:spAutoFit/>
          </a:bodyPr>
          <a:lstStyle/>
          <a:p>
            <a:pPr algn="ctr"/>
            <a:r>
              <a:rPr lang="en-CA" sz="1500" noProof="0">
                <a:latin typeface="Visby CF Medium" pitchFamily="50" charset="0"/>
              </a:rPr>
              <a:t>Collecte de données</a:t>
            </a:r>
            <a:endParaRPr lang="en-CA" sz="1500" noProof="0" dirty="0">
              <a:latin typeface="Visby CF Medium" pitchFamily="50" charset="0"/>
            </a:endParaRPr>
          </a:p>
        </p:txBody>
      </p:sp>
      <p:sp>
        <p:nvSpPr>
          <p:cNvPr id="11" name="ZoneTexte 10">
            <a:extLst>
              <a:ext uri="{FF2B5EF4-FFF2-40B4-BE49-F238E27FC236}">
                <a16:creationId xmlns:a16="http://schemas.microsoft.com/office/drawing/2014/main" id="{E0D6CDDA-2360-4415-9663-C847BD76B865}"/>
              </a:ext>
            </a:extLst>
          </p:cNvPr>
          <p:cNvSpPr txBox="1"/>
          <p:nvPr>
            <p:custDataLst>
              <p:tags r:id="rId10"/>
            </p:custDataLst>
          </p:nvPr>
        </p:nvSpPr>
        <p:spPr>
          <a:xfrm>
            <a:off x="2412661" y="4927627"/>
            <a:ext cx="1956512" cy="553998"/>
          </a:xfrm>
          <a:prstGeom prst="rect">
            <a:avLst/>
          </a:prstGeom>
          <a:noFill/>
        </p:spPr>
        <p:txBody>
          <a:bodyPr wrap="square" rtlCol="0">
            <a:spAutoFit/>
          </a:bodyPr>
          <a:lstStyle/>
          <a:p>
            <a:pPr algn="ctr"/>
            <a:r>
              <a:rPr lang="en-CA" sz="1500" noProof="0">
                <a:latin typeface="Visby CF Medium" pitchFamily="50" charset="0"/>
              </a:rPr>
              <a:t>Nettoyage des données</a:t>
            </a:r>
            <a:endParaRPr lang="en-CA" sz="1500" noProof="0" dirty="0">
              <a:latin typeface="Visby CF Medium" pitchFamily="50" charset="0"/>
            </a:endParaRPr>
          </a:p>
        </p:txBody>
      </p:sp>
      <p:sp>
        <p:nvSpPr>
          <p:cNvPr id="12" name="ZoneTexte 11">
            <a:extLst>
              <a:ext uri="{FF2B5EF4-FFF2-40B4-BE49-F238E27FC236}">
                <a16:creationId xmlns:a16="http://schemas.microsoft.com/office/drawing/2014/main" id="{3221EF8F-8EF5-219D-684E-A47A378E98B8}"/>
              </a:ext>
            </a:extLst>
          </p:cNvPr>
          <p:cNvSpPr txBox="1"/>
          <p:nvPr>
            <p:custDataLst>
              <p:tags r:id="rId11"/>
            </p:custDataLst>
          </p:nvPr>
        </p:nvSpPr>
        <p:spPr>
          <a:xfrm>
            <a:off x="5095561" y="4940041"/>
            <a:ext cx="1728026" cy="553998"/>
          </a:xfrm>
          <a:prstGeom prst="rect">
            <a:avLst/>
          </a:prstGeom>
          <a:noFill/>
        </p:spPr>
        <p:txBody>
          <a:bodyPr wrap="square" rtlCol="0">
            <a:spAutoFit/>
          </a:bodyPr>
          <a:lstStyle/>
          <a:p>
            <a:pPr algn="ctr"/>
            <a:r>
              <a:rPr lang="en-CA" sz="1500" noProof="0">
                <a:latin typeface="Visby CF Medium" pitchFamily="50" charset="0"/>
              </a:rPr>
              <a:t>Entraînement du modèle</a:t>
            </a:r>
            <a:endParaRPr lang="en-CA" sz="1500" noProof="0" dirty="0">
              <a:latin typeface="Visby CF Medium" pitchFamily="50" charset="0"/>
            </a:endParaRPr>
          </a:p>
        </p:txBody>
      </p:sp>
      <p:sp>
        <p:nvSpPr>
          <p:cNvPr id="13" name="ZoneTexte 12">
            <a:extLst>
              <a:ext uri="{FF2B5EF4-FFF2-40B4-BE49-F238E27FC236}">
                <a16:creationId xmlns:a16="http://schemas.microsoft.com/office/drawing/2014/main" id="{F2A02D59-4761-84BE-0149-CD9B76E513B4}"/>
              </a:ext>
            </a:extLst>
          </p:cNvPr>
          <p:cNvSpPr txBox="1"/>
          <p:nvPr>
            <p:custDataLst>
              <p:tags r:id="rId12"/>
            </p:custDataLst>
          </p:nvPr>
        </p:nvSpPr>
        <p:spPr>
          <a:xfrm>
            <a:off x="7886624" y="4940041"/>
            <a:ext cx="1357698" cy="323165"/>
          </a:xfrm>
          <a:prstGeom prst="rect">
            <a:avLst/>
          </a:prstGeom>
          <a:noFill/>
        </p:spPr>
        <p:txBody>
          <a:bodyPr wrap="square" rtlCol="0">
            <a:spAutoFit/>
          </a:bodyPr>
          <a:lstStyle/>
          <a:p>
            <a:pPr algn="ctr"/>
            <a:r>
              <a:rPr lang="en-CA" sz="1500" noProof="0">
                <a:latin typeface="Visby CF Medium" pitchFamily="50" charset="0"/>
              </a:rPr>
              <a:t>Déploiement</a:t>
            </a:r>
            <a:endParaRPr lang="en-CA" sz="1500" noProof="0" dirty="0">
              <a:latin typeface="Visby CF Medium" pitchFamily="50" charset="0"/>
            </a:endParaRPr>
          </a:p>
        </p:txBody>
      </p:sp>
      <p:sp>
        <p:nvSpPr>
          <p:cNvPr id="14" name="ZoneTexte 13">
            <a:extLst>
              <a:ext uri="{FF2B5EF4-FFF2-40B4-BE49-F238E27FC236}">
                <a16:creationId xmlns:a16="http://schemas.microsoft.com/office/drawing/2014/main" id="{82E4CB82-2D6A-2B26-412C-C91687218965}"/>
              </a:ext>
            </a:extLst>
          </p:cNvPr>
          <p:cNvSpPr txBox="1"/>
          <p:nvPr>
            <p:custDataLst>
              <p:tags r:id="rId13"/>
            </p:custDataLst>
          </p:nvPr>
        </p:nvSpPr>
        <p:spPr>
          <a:xfrm>
            <a:off x="10480108" y="4974625"/>
            <a:ext cx="1357698" cy="323165"/>
          </a:xfrm>
          <a:prstGeom prst="rect">
            <a:avLst/>
          </a:prstGeom>
          <a:noFill/>
        </p:spPr>
        <p:txBody>
          <a:bodyPr wrap="square" rtlCol="0">
            <a:spAutoFit/>
          </a:bodyPr>
          <a:lstStyle/>
          <a:p>
            <a:pPr algn="ctr"/>
            <a:r>
              <a:rPr lang="en-CA" sz="1500" noProof="0" dirty="0">
                <a:latin typeface="Visby CF Medium" pitchFamily="50" charset="0"/>
              </a:rPr>
              <a:t>Maintenance</a:t>
            </a:r>
          </a:p>
        </p:txBody>
      </p:sp>
      <p:cxnSp>
        <p:nvCxnSpPr>
          <p:cNvPr id="15" name="Connecteur droit avec flèche 14">
            <a:extLst>
              <a:ext uri="{FF2B5EF4-FFF2-40B4-BE49-F238E27FC236}">
                <a16:creationId xmlns:a16="http://schemas.microsoft.com/office/drawing/2014/main" id="{9BB940AB-324E-80A1-BBC8-2F10AFF444E5}"/>
              </a:ext>
            </a:extLst>
          </p:cNvPr>
          <p:cNvCxnSpPr>
            <a:cxnSpLocks/>
            <a:stCxn id="6" idx="3"/>
            <a:endCxn id="5" idx="1"/>
          </p:cNvCxnSpPr>
          <p:nvPr>
            <p:custDataLst>
              <p:tags r:id="rId14"/>
            </p:custDataLst>
          </p:nvPr>
        </p:nvCxnSpPr>
        <p:spPr>
          <a:xfrm>
            <a:off x="1254346" y="4483126"/>
            <a:ext cx="1704485" cy="1"/>
          </a:xfrm>
          <a:prstGeom prst="straightConnector1">
            <a:avLst/>
          </a:prstGeom>
          <a:ln w="38100">
            <a:solidFill>
              <a:schemeClr val="bg2">
                <a:lumMod val="75000"/>
              </a:schemeClr>
            </a:solidFill>
            <a:tailEnd type="stealth" w="lg" len="lg"/>
          </a:ln>
        </p:spPr>
        <p:style>
          <a:lnRef idx="3">
            <a:schemeClr val="accent3"/>
          </a:lnRef>
          <a:fillRef idx="0">
            <a:schemeClr val="accent3"/>
          </a:fillRef>
          <a:effectRef idx="2">
            <a:schemeClr val="accent3"/>
          </a:effectRef>
          <a:fontRef idx="minor">
            <a:schemeClr val="tx1"/>
          </a:fontRef>
        </p:style>
      </p:cxnSp>
      <p:cxnSp>
        <p:nvCxnSpPr>
          <p:cNvPr id="16" name="Connecteur droit avec flèche 15">
            <a:extLst>
              <a:ext uri="{FF2B5EF4-FFF2-40B4-BE49-F238E27FC236}">
                <a16:creationId xmlns:a16="http://schemas.microsoft.com/office/drawing/2014/main" id="{A401E424-056C-E992-2D3D-B762E33F9243}"/>
              </a:ext>
            </a:extLst>
          </p:cNvPr>
          <p:cNvCxnSpPr>
            <a:stCxn id="5" idx="3"/>
            <a:endCxn id="7" idx="1"/>
          </p:cNvCxnSpPr>
          <p:nvPr>
            <p:custDataLst>
              <p:tags r:id="rId15"/>
            </p:custDataLst>
          </p:nvPr>
        </p:nvCxnSpPr>
        <p:spPr>
          <a:xfrm>
            <a:off x="3823003" y="4483127"/>
            <a:ext cx="1704485" cy="12414"/>
          </a:xfrm>
          <a:prstGeom prst="straightConnector1">
            <a:avLst/>
          </a:prstGeom>
          <a:ln w="38100">
            <a:solidFill>
              <a:schemeClr val="bg2">
                <a:lumMod val="75000"/>
              </a:schemeClr>
            </a:solidFill>
            <a:tailEnd type="stealth" w="lg" len="lg"/>
          </a:ln>
        </p:spPr>
        <p:style>
          <a:lnRef idx="3">
            <a:schemeClr val="accent3"/>
          </a:lnRef>
          <a:fillRef idx="0">
            <a:schemeClr val="accent3"/>
          </a:fillRef>
          <a:effectRef idx="2">
            <a:schemeClr val="accent3"/>
          </a:effectRef>
          <a:fontRef idx="minor">
            <a:schemeClr val="tx1"/>
          </a:fontRef>
        </p:style>
      </p:cxnSp>
      <p:cxnSp>
        <p:nvCxnSpPr>
          <p:cNvPr id="17" name="Connecteur droit avec flèche 16">
            <a:extLst>
              <a:ext uri="{FF2B5EF4-FFF2-40B4-BE49-F238E27FC236}">
                <a16:creationId xmlns:a16="http://schemas.microsoft.com/office/drawing/2014/main" id="{64E1F637-A75D-9DD0-84FD-D7BD516EA1B2}"/>
              </a:ext>
            </a:extLst>
          </p:cNvPr>
          <p:cNvCxnSpPr>
            <a:stCxn id="7" idx="3"/>
            <a:endCxn id="8" idx="1"/>
          </p:cNvCxnSpPr>
          <p:nvPr>
            <p:custDataLst>
              <p:tags r:id="rId16"/>
            </p:custDataLst>
          </p:nvPr>
        </p:nvCxnSpPr>
        <p:spPr>
          <a:xfrm>
            <a:off x="6416488" y="4495541"/>
            <a:ext cx="1704485" cy="0"/>
          </a:xfrm>
          <a:prstGeom prst="straightConnector1">
            <a:avLst/>
          </a:prstGeom>
          <a:ln w="38100">
            <a:solidFill>
              <a:schemeClr val="bg2">
                <a:lumMod val="75000"/>
              </a:schemeClr>
            </a:solidFill>
            <a:tailEnd type="stealth" w="lg" len="lg"/>
          </a:ln>
        </p:spPr>
        <p:style>
          <a:lnRef idx="3">
            <a:schemeClr val="accent3"/>
          </a:lnRef>
          <a:fillRef idx="0">
            <a:schemeClr val="accent3"/>
          </a:fillRef>
          <a:effectRef idx="2">
            <a:schemeClr val="accent3"/>
          </a:effectRef>
          <a:fontRef idx="minor">
            <a:schemeClr val="tx1"/>
          </a:fontRef>
        </p:style>
      </p:cxnSp>
      <p:cxnSp>
        <p:nvCxnSpPr>
          <p:cNvPr id="18" name="Connecteur droit avec flèche 17">
            <a:extLst>
              <a:ext uri="{FF2B5EF4-FFF2-40B4-BE49-F238E27FC236}">
                <a16:creationId xmlns:a16="http://schemas.microsoft.com/office/drawing/2014/main" id="{1B60FB68-DFDE-4865-F586-AADDB61CF11D}"/>
              </a:ext>
            </a:extLst>
          </p:cNvPr>
          <p:cNvCxnSpPr>
            <a:stCxn id="8" idx="3"/>
            <a:endCxn id="9" idx="1"/>
          </p:cNvCxnSpPr>
          <p:nvPr>
            <p:custDataLst>
              <p:tags r:id="rId17"/>
            </p:custDataLst>
          </p:nvPr>
        </p:nvCxnSpPr>
        <p:spPr>
          <a:xfrm flipV="1">
            <a:off x="9009973" y="4483127"/>
            <a:ext cx="1704484" cy="12414"/>
          </a:xfrm>
          <a:prstGeom prst="straightConnector1">
            <a:avLst/>
          </a:prstGeom>
          <a:ln w="38100">
            <a:solidFill>
              <a:schemeClr val="bg2">
                <a:lumMod val="75000"/>
              </a:schemeClr>
            </a:solidFill>
            <a:tailEnd type="stealth" w="lg" len="lg"/>
          </a:ln>
        </p:spPr>
        <p:style>
          <a:lnRef idx="3">
            <a:schemeClr val="accent3"/>
          </a:lnRef>
          <a:fillRef idx="0">
            <a:schemeClr val="accent3"/>
          </a:fillRef>
          <a:effectRef idx="2">
            <a:schemeClr val="accent3"/>
          </a:effectRef>
          <a:fontRef idx="minor">
            <a:schemeClr val="tx1"/>
          </a:fontRef>
        </p:style>
      </p:cxnSp>
      <p:cxnSp>
        <p:nvCxnSpPr>
          <p:cNvPr id="19" name="Connecteur droit avec flèche 18">
            <a:extLst>
              <a:ext uri="{FF2B5EF4-FFF2-40B4-BE49-F238E27FC236}">
                <a16:creationId xmlns:a16="http://schemas.microsoft.com/office/drawing/2014/main" id="{E07303C0-150C-9AC0-9D9B-6D919781E0C9}"/>
              </a:ext>
            </a:extLst>
          </p:cNvPr>
          <p:cNvCxnSpPr>
            <a:cxnSpLocks/>
            <a:stCxn id="9" idx="0"/>
            <a:endCxn id="7" idx="0"/>
          </p:cNvCxnSpPr>
          <p:nvPr>
            <p:custDataLst>
              <p:tags r:id="rId18"/>
            </p:custDataLst>
          </p:nvPr>
        </p:nvCxnSpPr>
        <p:spPr>
          <a:xfrm rot="16200000" flipH="1" flipV="1">
            <a:off x="8559265" y="1451348"/>
            <a:ext cx="12415" cy="5186970"/>
          </a:xfrm>
          <a:prstGeom prst="bentConnector3">
            <a:avLst>
              <a:gd name="adj1" fmla="val -6137753"/>
            </a:avLst>
          </a:prstGeom>
          <a:ln w="38100">
            <a:solidFill>
              <a:schemeClr val="bg2">
                <a:lumMod val="75000"/>
              </a:schemeClr>
            </a:solidFill>
            <a:tailEnd type="stealth" w="lg" len="lg"/>
          </a:ln>
        </p:spPr>
        <p:style>
          <a:lnRef idx="3">
            <a:schemeClr val="accent3"/>
          </a:lnRef>
          <a:fillRef idx="0">
            <a:schemeClr val="accent3"/>
          </a:fillRef>
          <a:effectRef idx="2">
            <a:schemeClr val="accent3"/>
          </a:effectRef>
          <a:fontRef idx="minor">
            <a:schemeClr val="tx1"/>
          </a:fontRef>
        </p:style>
      </p:cxnSp>
      <p:pic>
        <p:nvPicPr>
          <p:cNvPr id="24" name="Image 23" descr="Une image contenant Police, Graphique, capture d’écran, graphisme&#10;&#10;Description générée automatiquement">
            <a:extLst>
              <a:ext uri="{FF2B5EF4-FFF2-40B4-BE49-F238E27FC236}">
                <a16:creationId xmlns:a16="http://schemas.microsoft.com/office/drawing/2014/main" id="{FE90061C-5D4E-FFCA-A018-C5C4807DC170}"/>
              </a:ext>
            </a:extLst>
          </p:cNvPr>
          <p:cNvPicPr>
            <a:picLocks noChangeAspect="1"/>
          </p:cNvPicPr>
          <p:nvPr>
            <p:custDataLst>
              <p:tags r:id="rId19"/>
            </p:custDataLst>
          </p:nvPr>
        </p:nvPicPr>
        <p:blipFill>
          <a:blip r:embed="rId2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152001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FD8EA-5F72-D45B-410E-9C3DABAC160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7376F51-FC4C-83DB-C25A-0C221AB94DA3}"/>
              </a:ext>
            </a:extLst>
          </p:cNvPr>
          <p:cNvSpPr/>
          <p:nvPr>
            <p:custDataLst>
              <p:tags r:id="rId1"/>
            </p:custDataLst>
          </p:nvPr>
        </p:nvSpPr>
        <p:spPr>
          <a:xfrm>
            <a:off x="8011129" y="1873334"/>
            <a:ext cx="3636000" cy="455976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 name="Rectangle 3">
            <a:extLst>
              <a:ext uri="{FF2B5EF4-FFF2-40B4-BE49-F238E27FC236}">
                <a16:creationId xmlns:a16="http://schemas.microsoft.com/office/drawing/2014/main" id="{7CDEFAEB-C888-6BF3-E28C-942FCCB2CBEB}"/>
              </a:ext>
            </a:extLst>
          </p:cNvPr>
          <p:cNvSpPr/>
          <p:nvPr>
            <p:custDataLst>
              <p:tags r:id="rId2"/>
            </p:custDataLst>
          </p:nvPr>
        </p:nvSpPr>
        <p:spPr>
          <a:xfrm>
            <a:off x="4257977" y="1873334"/>
            <a:ext cx="3636000" cy="4559766"/>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3" name="Rectangle 2">
            <a:extLst>
              <a:ext uri="{FF2B5EF4-FFF2-40B4-BE49-F238E27FC236}">
                <a16:creationId xmlns:a16="http://schemas.microsoft.com/office/drawing/2014/main" id="{DE2833F5-27FA-325F-7180-AE27FCF9E497}"/>
              </a:ext>
            </a:extLst>
          </p:cNvPr>
          <p:cNvSpPr/>
          <p:nvPr>
            <p:custDataLst>
              <p:tags r:id="rId3"/>
            </p:custDataLst>
          </p:nvPr>
        </p:nvSpPr>
        <p:spPr>
          <a:xfrm>
            <a:off x="504825" y="1873333"/>
            <a:ext cx="3636000" cy="456723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re 1">
            <a:extLst>
              <a:ext uri="{FF2B5EF4-FFF2-40B4-BE49-F238E27FC236}">
                <a16:creationId xmlns:a16="http://schemas.microsoft.com/office/drawing/2014/main" id="{A42D2642-4C70-96D2-772C-9ABA28512F22}"/>
              </a:ext>
            </a:extLst>
          </p:cNvPr>
          <p:cNvSpPr>
            <a:spLocks noGrp="1"/>
          </p:cNvSpPr>
          <p:nvPr>
            <p:ph type="title"/>
            <p:custDataLst>
              <p:tags r:id="rId4"/>
            </p:custDataLst>
          </p:nvPr>
        </p:nvSpPr>
        <p:spPr/>
        <p:txBody>
          <a:bodyPr/>
          <a:lstStyle/>
          <a:p>
            <a:r>
              <a:rPr lang="en-CA" noProof="0"/>
              <a:t>Exemples d’IA prédictive</a:t>
            </a:r>
            <a:endParaRPr lang="en-CA" noProof="0" dirty="0"/>
          </a:p>
        </p:txBody>
      </p:sp>
      <p:sp>
        <p:nvSpPr>
          <p:cNvPr id="5" name="ZoneTexte 4">
            <a:extLst>
              <a:ext uri="{FF2B5EF4-FFF2-40B4-BE49-F238E27FC236}">
                <a16:creationId xmlns:a16="http://schemas.microsoft.com/office/drawing/2014/main" id="{42DF3765-1DBC-0171-BB15-31246A4E6965}"/>
              </a:ext>
            </a:extLst>
          </p:cNvPr>
          <p:cNvSpPr txBox="1"/>
          <p:nvPr>
            <p:custDataLst>
              <p:tags r:id="rId5"/>
            </p:custDataLst>
          </p:nvPr>
        </p:nvSpPr>
        <p:spPr>
          <a:xfrm>
            <a:off x="889892" y="1174658"/>
            <a:ext cx="2965877" cy="400110"/>
          </a:xfrm>
          <a:prstGeom prst="rect">
            <a:avLst/>
          </a:prstGeom>
          <a:noFill/>
        </p:spPr>
        <p:txBody>
          <a:bodyPr wrap="none" rtlCol="0">
            <a:spAutoFit/>
          </a:bodyPr>
          <a:lstStyle/>
          <a:p>
            <a:pPr algn="ctr"/>
            <a:r>
              <a:rPr lang="en-CA" sz="2000" noProof="0">
                <a:solidFill>
                  <a:schemeClr val="accent6">
                    <a:lumMod val="75000"/>
                  </a:schemeClr>
                </a:solidFill>
                <a:latin typeface="Visby Slab CF Bold" panose="00000800000000000000" pitchFamily="50" charset="0"/>
              </a:rPr>
              <a:t>Détection des risques</a:t>
            </a:r>
            <a:endParaRPr lang="en-CA" sz="2000" noProof="0" dirty="0">
              <a:solidFill>
                <a:schemeClr val="accent6">
                  <a:lumMod val="75000"/>
                </a:schemeClr>
              </a:solidFill>
              <a:latin typeface="Visby Slab CF Bold" panose="00000800000000000000" pitchFamily="50" charset="0"/>
            </a:endParaRPr>
          </a:p>
        </p:txBody>
      </p:sp>
      <p:sp>
        <p:nvSpPr>
          <p:cNvPr id="6" name="ZoneTexte 5">
            <a:extLst>
              <a:ext uri="{FF2B5EF4-FFF2-40B4-BE49-F238E27FC236}">
                <a16:creationId xmlns:a16="http://schemas.microsoft.com/office/drawing/2014/main" id="{D2B052E3-4117-B632-96C8-7E4B9155A609}"/>
              </a:ext>
            </a:extLst>
          </p:cNvPr>
          <p:cNvSpPr txBox="1"/>
          <p:nvPr>
            <p:custDataLst>
              <p:tags r:id="rId6"/>
            </p:custDataLst>
          </p:nvPr>
        </p:nvSpPr>
        <p:spPr>
          <a:xfrm>
            <a:off x="4414682" y="1174658"/>
            <a:ext cx="3362634" cy="400110"/>
          </a:xfrm>
          <a:prstGeom prst="rect">
            <a:avLst/>
          </a:prstGeom>
          <a:noFill/>
        </p:spPr>
        <p:txBody>
          <a:bodyPr wrap="square" rtlCol="0">
            <a:spAutoFit/>
          </a:bodyPr>
          <a:lstStyle/>
          <a:p>
            <a:pPr algn="ctr"/>
            <a:r>
              <a:rPr lang="en-CA" sz="2000" noProof="0">
                <a:solidFill>
                  <a:schemeClr val="accent3"/>
                </a:solidFill>
                <a:latin typeface="Visby Slab CF Bold" panose="00000800000000000000" pitchFamily="50" charset="0"/>
              </a:rPr>
              <a:t>Analytique prédictive</a:t>
            </a:r>
            <a:endParaRPr lang="en-CA" sz="2000" noProof="0" dirty="0">
              <a:solidFill>
                <a:schemeClr val="accent3"/>
              </a:solidFill>
              <a:latin typeface="Visby Slab CF Bold" panose="00000800000000000000" pitchFamily="50" charset="0"/>
            </a:endParaRPr>
          </a:p>
        </p:txBody>
      </p:sp>
      <p:sp>
        <p:nvSpPr>
          <p:cNvPr id="7" name="ZoneTexte 6">
            <a:extLst>
              <a:ext uri="{FF2B5EF4-FFF2-40B4-BE49-F238E27FC236}">
                <a16:creationId xmlns:a16="http://schemas.microsoft.com/office/drawing/2014/main" id="{9D0D7E12-577D-4C43-0D37-6120C03571C6}"/>
              </a:ext>
            </a:extLst>
          </p:cNvPr>
          <p:cNvSpPr txBox="1"/>
          <p:nvPr>
            <p:custDataLst>
              <p:tags r:id="rId7"/>
            </p:custDataLst>
          </p:nvPr>
        </p:nvSpPr>
        <p:spPr>
          <a:xfrm>
            <a:off x="8065792" y="1174658"/>
            <a:ext cx="3506776" cy="707886"/>
          </a:xfrm>
          <a:prstGeom prst="rect">
            <a:avLst/>
          </a:prstGeom>
          <a:noFill/>
        </p:spPr>
        <p:txBody>
          <a:bodyPr wrap="square" rtlCol="0">
            <a:spAutoFit/>
          </a:bodyPr>
          <a:lstStyle/>
          <a:p>
            <a:pPr algn="ctr"/>
            <a:r>
              <a:rPr lang="en-CA" sz="2000" noProof="0">
                <a:solidFill>
                  <a:schemeClr val="accent2"/>
                </a:solidFill>
                <a:latin typeface="Visby Slab CF Bold" panose="00000800000000000000" pitchFamily="50" charset="0"/>
              </a:rPr>
              <a:t>Systèmes de recommandation</a:t>
            </a:r>
            <a:endParaRPr lang="en-CA" sz="2000" noProof="0" dirty="0">
              <a:solidFill>
                <a:schemeClr val="accent2"/>
              </a:solidFill>
              <a:latin typeface="Visby Slab CF Bold" panose="00000800000000000000" pitchFamily="50" charset="0"/>
            </a:endParaRPr>
          </a:p>
        </p:txBody>
      </p:sp>
      <p:sp>
        <p:nvSpPr>
          <p:cNvPr id="8" name="ZoneTexte 7">
            <a:extLst>
              <a:ext uri="{FF2B5EF4-FFF2-40B4-BE49-F238E27FC236}">
                <a16:creationId xmlns:a16="http://schemas.microsoft.com/office/drawing/2014/main" id="{62B6E2AF-2728-9F0D-6D26-12AFDEA6F174}"/>
              </a:ext>
            </a:extLst>
          </p:cNvPr>
          <p:cNvSpPr txBox="1"/>
          <p:nvPr>
            <p:custDataLst>
              <p:tags r:id="rId8"/>
            </p:custDataLst>
          </p:nvPr>
        </p:nvSpPr>
        <p:spPr>
          <a:xfrm>
            <a:off x="544871" y="2849768"/>
            <a:ext cx="3595954" cy="3046988"/>
          </a:xfrm>
          <a:prstGeom prst="rect">
            <a:avLst/>
          </a:prstGeom>
          <a:noFill/>
          <a:ln>
            <a:noFill/>
          </a:ln>
        </p:spPr>
        <p:txBody>
          <a:bodyPr wrap="square" rtlCol="0">
            <a:spAutoFit/>
          </a:bodyPr>
          <a:lstStyle/>
          <a:p>
            <a:pPr algn="ctr">
              <a:spcAft>
                <a:spcPts val="1200"/>
              </a:spcAft>
            </a:pPr>
            <a:r>
              <a:rPr lang="fr-CA" noProof="0" dirty="0">
                <a:latin typeface="Visby CF Medium" pitchFamily="2" charset="77"/>
              </a:rPr>
              <a:t>Détecter les connexions inhabituelles</a:t>
            </a:r>
          </a:p>
          <a:p>
            <a:pPr algn="ctr">
              <a:spcAft>
                <a:spcPts val="1200"/>
              </a:spcAft>
            </a:pPr>
            <a:r>
              <a:rPr lang="fr-CA" noProof="0" dirty="0">
                <a:latin typeface="Visby CF Medium" pitchFamily="2" charset="77"/>
              </a:rPr>
              <a:t>Reconnaître les anomalies dans les activités des utilisateurs</a:t>
            </a:r>
          </a:p>
          <a:p>
            <a:pPr algn="ctr">
              <a:spcAft>
                <a:spcPts val="1200"/>
              </a:spcAft>
            </a:pPr>
            <a:r>
              <a:rPr lang="fr-CA" noProof="0" dirty="0">
                <a:latin typeface="Visby CF Medium" pitchFamily="2" charset="77"/>
              </a:rPr>
              <a:t>Signaler les courriels, mots-clés et liens suspects</a:t>
            </a:r>
          </a:p>
          <a:p>
            <a:pPr algn="ctr">
              <a:spcAft>
                <a:spcPts val="1200"/>
              </a:spcAft>
            </a:pPr>
            <a:r>
              <a:rPr lang="fr-CA" noProof="0" dirty="0">
                <a:latin typeface="Visby CF Medium" pitchFamily="2" charset="77"/>
              </a:rPr>
              <a:t>Déceler des schémas de dépenses anormaux et des lieux de dépenses inhabituels</a:t>
            </a:r>
            <a:endParaRPr lang="en-CA" noProof="0" dirty="0">
              <a:latin typeface="Visby CF Medium" pitchFamily="2" charset="77"/>
            </a:endParaRPr>
          </a:p>
        </p:txBody>
      </p:sp>
      <p:sp>
        <p:nvSpPr>
          <p:cNvPr id="9" name="ZoneTexte 8">
            <a:extLst>
              <a:ext uri="{FF2B5EF4-FFF2-40B4-BE49-F238E27FC236}">
                <a16:creationId xmlns:a16="http://schemas.microsoft.com/office/drawing/2014/main" id="{F181420F-B919-31A8-82E5-8BA7EB886652}"/>
              </a:ext>
            </a:extLst>
          </p:cNvPr>
          <p:cNvSpPr txBox="1"/>
          <p:nvPr>
            <p:custDataLst>
              <p:tags r:id="rId9"/>
            </p:custDataLst>
          </p:nvPr>
        </p:nvSpPr>
        <p:spPr>
          <a:xfrm>
            <a:off x="4268047" y="2839577"/>
            <a:ext cx="3625930" cy="3046988"/>
          </a:xfrm>
          <a:prstGeom prst="rect">
            <a:avLst/>
          </a:prstGeom>
          <a:noFill/>
          <a:ln>
            <a:noFill/>
          </a:ln>
        </p:spPr>
        <p:txBody>
          <a:bodyPr wrap="square" rtlCol="0">
            <a:spAutoFit/>
          </a:bodyPr>
          <a:lstStyle/>
          <a:p>
            <a:pPr algn="ctr">
              <a:spcAft>
                <a:spcPts val="1200"/>
              </a:spcAft>
            </a:pPr>
            <a:r>
              <a:rPr lang="fr-CA" noProof="0" dirty="0">
                <a:latin typeface="Visby CF Medium" pitchFamily="2" charset="77"/>
              </a:rPr>
              <a:t>Prévision des tendances sectorielles et des tendances du marché</a:t>
            </a:r>
          </a:p>
          <a:p>
            <a:pPr algn="ctr">
              <a:spcAft>
                <a:spcPts val="1200"/>
              </a:spcAft>
            </a:pPr>
            <a:r>
              <a:rPr lang="fr-CA" noProof="0" dirty="0">
                <a:latin typeface="Visby CF Medium" pitchFamily="2" charset="77"/>
              </a:rPr>
              <a:t>Prévision des pannes futures d’équipement pour la maintenance prédictive</a:t>
            </a:r>
          </a:p>
          <a:p>
            <a:pPr algn="ctr">
              <a:spcAft>
                <a:spcPts val="1200"/>
              </a:spcAft>
            </a:pPr>
            <a:r>
              <a:rPr lang="fr-CA" noProof="0" dirty="0">
                <a:latin typeface="Visby CF Medium" pitchFamily="2" charset="77"/>
              </a:rPr>
              <a:t>Prévision des résultats pour les patients</a:t>
            </a:r>
          </a:p>
          <a:p>
            <a:pPr algn="ctr">
              <a:spcAft>
                <a:spcPts val="1200"/>
              </a:spcAft>
            </a:pPr>
            <a:r>
              <a:rPr lang="fr-CA" noProof="0" dirty="0">
                <a:latin typeface="Visby CF Medium" pitchFamily="2" charset="77"/>
              </a:rPr>
              <a:t>Prévision météorologique</a:t>
            </a:r>
            <a:endParaRPr lang="en-CA" noProof="0" dirty="0">
              <a:latin typeface="Visby CF Medium" pitchFamily="2" charset="77"/>
            </a:endParaRPr>
          </a:p>
        </p:txBody>
      </p:sp>
      <p:sp>
        <p:nvSpPr>
          <p:cNvPr id="10" name="ZoneTexte 9">
            <a:extLst>
              <a:ext uri="{FF2B5EF4-FFF2-40B4-BE49-F238E27FC236}">
                <a16:creationId xmlns:a16="http://schemas.microsoft.com/office/drawing/2014/main" id="{D6FD8DC7-FC76-D2BB-0832-B59BA26F78E4}"/>
              </a:ext>
            </a:extLst>
          </p:cNvPr>
          <p:cNvSpPr txBox="1"/>
          <p:nvPr>
            <p:custDataLst>
              <p:tags r:id="rId10"/>
            </p:custDataLst>
          </p:nvPr>
        </p:nvSpPr>
        <p:spPr>
          <a:xfrm>
            <a:off x="8001249" y="2839577"/>
            <a:ext cx="3655902" cy="3323987"/>
          </a:xfrm>
          <a:prstGeom prst="rect">
            <a:avLst/>
          </a:prstGeom>
          <a:noFill/>
          <a:ln>
            <a:noFill/>
          </a:ln>
        </p:spPr>
        <p:txBody>
          <a:bodyPr wrap="square" lIns="91440" tIns="45720" rIns="91440" bIns="45720" rtlCol="0" anchor="t">
            <a:spAutoFit/>
          </a:bodyPr>
          <a:lstStyle/>
          <a:p>
            <a:pPr algn="ctr">
              <a:spcAft>
                <a:spcPts val="1200"/>
              </a:spcAft>
            </a:pPr>
            <a:r>
              <a:rPr lang="fr-CA" noProof="0" dirty="0">
                <a:latin typeface="Visby CF" pitchFamily="2" charset="77"/>
              </a:rPr>
              <a:t>Recommandations de candidats à l’emploi</a:t>
            </a:r>
          </a:p>
          <a:p>
            <a:pPr algn="ctr">
              <a:spcAft>
                <a:spcPts val="1200"/>
              </a:spcAft>
            </a:pPr>
            <a:r>
              <a:rPr lang="fr-CA" noProof="0" dirty="0">
                <a:latin typeface="Visby CF" pitchFamily="2" charset="77"/>
              </a:rPr>
              <a:t>Recommandations de contenu pour les services de diffusion en continu</a:t>
            </a:r>
          </a:p>
          <a:p>
            <a:pPr algn="ctr">
              <a:spcAft>
                <a:spcPts val="1200"/>
              </a:spcAft>
            </a:pPr>
            <a:r>
              <a:rPr lang="fr-CA" noProof="0" dirty="0">
                <a:latin typeface="Visby CF" pitchFamily="2" charset="77"/>
              </a:rPr>
              <a:t>Filtrage algorithmique sur les médias sociaux</a:t>
            </a:r>
          </a:p>
          <a:p>
            <a:pPr algn="ctr">
              <a:spcAft>
                <a:spcPts val="1200"/>
              </a:spcAft>
            </a:pPr>
            <a:r>
              <a:rPr lang="fr-CA" noProof="0" dirty="0">
                <a:latin typeface="Visby CF" pitchFamily="2" charset="77"/>
              </a:rPr>
              <a:t>Entreprises de plateforme dans le covoiturage, la livraison de repas et les applications de rencontre</a:t>
            </a:r>
            <a:endParaRPr lang="en-CA" noProof="0" dirty="0">
              <a:latin typeface="Visby CF" pitchFamily="2" charset="77"/>
            </a:endParaRPr>
          </a:p>
        </p:txBody>
      </p:sp>
      <p:pic>
        <p:nvPicPr>
          <p:cNvPr id="3074" name="Picture 2" descr="risk icon">
            <a:extLst>
              <a:ext uri="{FF2B5EF4-FFF2-40B4-BE49-F238E27FC236}">
                <a16:creationId xmlns:a16="http://schemas.microsoft.com/office/drawing/2014/main" id="{3E79224D-C274-BC23-2B95-EB8BBD4640AF}"/>
              </a:ext>
            </a:extLst>
          </p:cNvPr>
          <p:cNvPicPr>
            <a:picLocks noChangeAspect="1" noChangeArrowheads="1"/>
          </p:cNvPicPr>
          <p:nvPr>
            <p:custDataLst>
              <p:tags r:id="rId11"/>
            </p:custDataLst>
          </p:nvPr>
        </p:nvPicPr>
        <p:blipFill>
          <a:blip r:embed="rId17">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45186" y="1940008"/>
            <a:ext cx="855273" cy="85527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rediction icon">
            <a:extLst>
              <a:ext uri="{FF2B5EF4-FFF2-40B4-BE49-F238E27FC236}">
                <a16:creationId xmlns:a16="http://schemas.microsoft.com/office/drawing/2014/main" id="{31C85032-F3BE-5916-BBC1-F48FE9897E45}"/>
              </a:ext>
            </a:extLst>
          </p:cNvPr>
          <p:cNvPicPr>
            <a:picLocks noChangeAspect="1" noChangeArrowheads="1"/>
          </p:cNvPicPr>
          <p:nvPr>
            <p:custDataLst>
              <p:tags r:id="rId12"/>
            </p:custDataLst>
          </p:nvPr>
        </p:nvPicPr>
        <p:blipFill>
          <a:blip r:embed="rId18">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68361" y="1940007"/>
            <a:ext cx="855274" cy="85527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thumbs up icon">
            <a:extLst>
              <a:ext uri="{FF2B5EF4-FFF2-40B4-BE49-F238E27FC236}">
                <a16:creationId xmlns:a16="http://schemas.microsoft.com/office/drawing/2014/main" id="{71A6E520-39C5-961D-B045-DBF9E94E8850}"/>
              </a:ext>
            </a:extLst>
          </p:cNvPr>
          <p:cNvPicPr>
            <a:picLocks noChangeAspect="1" noChangeArrowheads="1"/>
          </p:cNvPicPr>
          <p:nvPr>
            <p:custDataLst>
              <p:tags r:id="rId13"/>
            </p:custDataLst>
          </p:nvPr>
        </p:nvPicPr>
        <p:blipFill>
          <a:blip r:embed="rId19">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391541" y="1940007"/>
            <a:ext cx="855274" cy="855274"/>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descr="Une image contenant Police, Graphique, capture d’écran, graphisme&#10;&#10;Description générée automatiquement">
            <a:extLst>
              <a:ext uri="{FF2B5EF4-FFF2-40B4-BE49-F238E27FC236}">
                <a16:creationId xmlns:a16="http://schemas.microsoft.com/office/drawing/2014/main" id="{F4058360-6767-ECF5-530B-1E15FE4CBF86}"/>
              </a:ext>
            </a:extLst>
          </p:cNvPr>
          <p:cNvPicPr>
            <a:picLocks noChangeAspect="1"/>
          </p:cNvPicPr>
          <p:nvPr>
            <p:custDataLst>
              <p:tags r:id="rId14"/>
            </p:custDataLst>
          </p:nvPr>
        </p:nvPicPr>
        <p:blipFill>
          <a:blip r:embed="rId2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785710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Flèche : bas 47">
            <a:extLst>
              <a:ext uri="{FF2B5EF4-FFF2-40B4-BE49-F238E27FC236}">
                <a16:creationId xmlns:a16="http://schemas.microsoft.com/office/drawing/2014/main" id="{2E43AA21-41EE-CD9F-ED80-1190ED0A5D73}"/>
              </a:ext>
            </a:extLst>
          </p:cNvPr>
          <p:cNvSpPr/>
          <p:nvPr>
            <p:custDataLst>
              <p:tags r:id="rId1"/>
            </p:custDataLst>
          </p:nvPr>
        </p:nvSpPr>
        <p:spPr>
          <a:xfrm>
            <a:off x="4795331" y="3347634"/>
            <a:ext cx="906943" cy="1004529"/>
          </a:xfrm>
          <a:prstGeom prst="downArrow">
            <a:avLst/>
          </a:prstGeom>
          <a:solidFill>
            <a:schemeClr val="bg2">
              <a:lumMod val="7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noProof="0" dirty="0"/>
          </a:p>
        </p:txBody>
      </p:sp>
      <p:sp>
        <p:nvSpPr>
          <p:cNvPr id="2" name="Titre 1">
            <a:extLst>
              <a:ext uri="{FF2B5EF4-FFF2-40B4-BE49-F238E27FC236}">
                <a16:creationId xmlns:a16="http://schemas.microsoft.com/office/drawing/2014/main" id="{75A131E4-0FB1-F7C6-5EEE-914BD47775CD}"/>
              </a:ext>
            </a:extLst>
          </p:cNvPr>
          <p:cNvSpPr>
            <a:spLocks noGrp="1"/>
          </p:cNvSpPr>
          <p:nvPr>
            <p:ph type="title"/>
            <p:custDataLst>
              <p:tags r:id="rId2"/>
            </p:custDataLst>
          </p:nvPr>
        </p:nvSpPr>
        <p:spPr/>
        <p:txBody>
          <a:bodyPr/>
          <a:lstStyle/>
          <a:p>
            <a:r>
              <a:rPr lang="en-CA" noProof="0"/>
              <a:t>IA générative</a:t>
            </a:r>
            <a:endParaRPr lang="en-CA" noProof="0" dirty="0"/>
          </a:p>
        </p:txBody>
      </p:sp>
      <p:sp>
        <p:nvSpPr>
          <p:cNvPr id="4" name="Espace réservé du contenu 3">
            <a:extLst>
              <a:ext uri="{FF2B5EF4-FFF2-40B4-BE49-F238E27FC236}">
                <a16:creationId xmlns:a16="http://schemas.microsoft.com/office/drawing/2014/main" id="{453FB20A-F390-889C-03FA-FD4A2D620674}"/>
              </a:ext>
            </a:extLst>
          </p:cNvPr>
          <p:cNvSpPr>
            <a:spLocks noGrp="1"/>
          </p:cNvSpPr>
          <p:nvPr>
            <p:ph idx="1"/>
            <p:custDataLst>
              <p:tags r:id="rId3"/>
            </p:custDataLst>
          </p:nvPr>
        </p:nvSpPr>
        <p:spPr/>
        <p:txBody>
          <a:bodyPr/>
          <a:lstStyle/>
          <a:p>
            <a:r>
              <a:rPr lang="fr-CA"/>
              <a:t>L’IA générative utilise de vastes ensembles de données et des architectures neuronales, telles que les transformeurs pour apprendre des motifs probabilistes et créer du « nouveau contenu » comme du texte, des images, de l’audio ou de la vidéo.</a:t>
            </a:r>
          </a:p>
          <a:p>
            <a:endParaRPr lang="fr-CA"/>
          </a:p>
        </p:txBody>
      </p:sp>
      <p:sp>
        <p:nvSpPr>
          <p:cNvPr id="23" name="ZoneTexte 22">
            <a:extLst>
              <a:ext uri="{FF2B5EF4-FFF2-40B4-BE49-F238E27FC236}">
                <a16:creationId xmlns:a16="http://schemas.microsoft.com/office/drawing/2014/main" id="{01737FC4-D2C8-1F0F-2A2F-DBD318DB5DBA}"/>
              </a:ext>
            </a:extLst>
          </p:cNvPr>
          <p:cNvSpPr txBox="1"/>
          <p:nvPr>
            <p:custDataLst>
              <p:tags r:id="rId4"/>
            </p:custDataLst>
          </p:nvPr>
        </p:nvSpPr>
        <p:spPr>
          <a:xfrm>
            <a:off x="8858608" y="3444912"/>
            <a:ext cx="1497564" cy="2585323"/>
          </a:xfrm>
          <a:prstGeom prst="rect">
            <a:avLst/>
          </a:prstGeom>
          <a:noFill/>
          <a:ln>
            <a:solidFill>
              <a:schemeClr val="bg1"/>
            </a:solidFill>
          </a:ln>
        </p:spPr>
        <p:txBody>
          <a:bodyPr wrap="square" rtlCol="0">
            <a:spAutoFit/>
          </a:bodyPr>
          <a:lstStyle/>
          <a:p>
            <a:pPr algn="ctr">
              <a:spcAft>
                <a:spcPts val="2000"/>
              </a:spcAft>
            </a:pPr>
            <a:r>
              <a:rPr lang="en-CA" sz="1400" b="1" noProof="0">
                <a:solidFill>
                  <a:schemeClr val="accent3"/>
                </a:solidFill>
                <a:latin typeface="Visby CF Bold" pitchFamily="50" charset="0"/>
              </a:rPr>
              <a:t>Génération de texte</a:t>
            </a:r>
            <a:endParaRPr lang="en-CA" sz="1400" b="1" noProof="0" dirty="0">
              <a:solidFill>
                <a:schemeClr val="accent3"/>
              </a:solidFill>
              <a:latin typeface="Visby CF Bold" pitchFamily="50" charset="0"/>
            </a:endParaRPr>
          </a:p>
          <a:p>
            <a:pPr algn="ctr">
              <a:spcAft>
                <a:spcPts val="2000"/>
              </a:spcAft>
            </a:pPr>
            <a:r>
              <a:rPr lang="en-CA" sz="1400" b="1" noProof="0">
                <a:solidFill>
                  <a:schemeClr val="accent3"/>
                </a:solidFill>
                <a:latin typeface="Visby CF Bold" pitchFamily="50" charset="0"/>
              </a:rPr>
              <a:t>Génération d’images</a:t>
            </a:r>
            <a:endParaRPr lang="en-CA" sz="1400" b="1" noProof="0" dirty="0">
              <a:solidFill>
                <a:schemeClr val="accent3"/>
              </a:solidFill>
              <a:latin typeface="Visby CF Bold" pitchFamily="50" charset="0"/>
            </a:endParaRPr>
          </a:p>
          <a:p>
            <a:pPr algn="ctr">
              <a:spcAft>
                <a:spcPts val="2000"/>
              </a:spcAft>
            </a:pPr>
            <a:r>
              <a:rPr lang="en-CA" sz="1400" b="1" noProof="0">
                <a:solidFill>
                  <a:schemeClr val="accent3"/>
                </a:solidFill>
                <a:latin typeface="Visby CF Bold" pitchFamily="50" charset="0"/>
              </a:rPr>
              <a:t>Génération audio</a:t>
            </a:r>
            <a:endParaRPr lang="en-CA" sz="1400" b="1" noProof="0" dirty="0">
              <a:solidFill>
                <a:schemeClr val="accent3"/>
              </a:solidFill>
              <a:latin typeface="Visby CF Bold" pitchFamily="50" charset="0"/>
            </a:endParaRPr>
          </a:p>
          <a:p>
            <a:pPr algn="ctr">
              <a:spcAft>
                <a:spcPts val="2000"/>
              </a:spcAft>
            </a:pPr>
            <a:r>
              <a:rPr lang="en-CA" sz="1400" b="1">
                <a:solidFill>
                  <a:schemeClr val="accent3"/>
                </a:solidFill>
                <a:latin typeface="Visby CF Bold" pitchFamily="50" charset="0"/>
              </a:rPr>
              <a:t>Génération vidéo</a:t>
            </a:r>
            <a:endParaRPr lang="en-CA" sz="1400" b="1" noProof="0" dirty="0">
              <a:solidFill>
                <a:schemeClr val="accent3"/>
              </a:solidFill>
              <a:latin typeface="Visby CF Bold" pitchFamily="50" charset="0"/>
            </a:endParaRPr>
          </a:p>
        </p:txBody>
      </p:sp>
      <p:pic>
        <p:nvPicPr>
          <p:cNvPr id="7170" name="Picture 2" descr="prompt icon">
            <a:extLst>
              <a:ext uri="{FF2B5EF4-FFF2-40B4-BE49-F238E27FC236}">
                <a16:creationId xmlns:a16="http://schemas.microsoft.com/office/drawing/2014/main" id="{0CED3126-796A-E700-E95B-6BA26832BF48}"/>
              </a:ext>
            </a:extLst>
          </p:cNvPr>
          <p:cNvPicPr>
            <a:picLocks noChangeAspect="1" noChangeArrowheads="1"/>
          </p:cNvPicPr>
          <p:nvPr>
            <p:custDataLst>
              <p:tags r:id="rId5"/>
            </p:custDataLst>
          </p:nvPr>
        </p:nvPicPr>
        <p:blipFill>
          <a:blip r:embed="rId2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859848" y="3074541"/>
            <a:ext cx="920015" cy="92001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7172" name="Picture 4" descr="ai 3d model icon">
            <a:extLst>
              <a:ext uri="{FF2B5EF4-FFF2-40B4-BE49-F238E27FC236}">
                <a16:creationId xmlns:a16="http://schemas.microsoft.com/office/drawing/2014/main" id="{45B0FC63-770E-46AF-736A-B920111410EE}"/>
              </a:ext>
            </a:extLst>
          </p:cNvPr>
          <p:cNvPicPr>
            <a:picLocks noChangeAspect="1" noChangeArrowheads="1"/>
          </p:cNvPicPr>
          <p:nvPr>
            <p:custDataLst>
              <p:tags r:id="rId6"/>
            </p:custDataLst>
          </p:nvPr>
        </p:nvPicPr>
        <p:blipFill>
          <a:blip r:embed="rId2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737333" y="4423271"/>
            <a:ext cx="1124552" cy="1124552"/>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5" name="ZoneTexte 44">
            <a:extLst>
              <a:ext uri="{FF2B5EF4-FFF2-40B4-BE49-F238E27FC236}">
                <a16:creationId xmlns:a16="http://schemas.microsoft.com/office/drawing/2014/main" id="{4E9CA287-5AB7-1164-6BB7-E97A0503688F}"/>
              </a:ext>
            </a:extLst>
          </p:cNvPr>
          <p:cNvSpPr txBox="1"/>
          <p:nvPr>
            <p:custDataLst>
              <p:tags r:id="rId7"/>
            </p:custDataLst>
          </p:nvPr>
        </p:nvSpPr>
        <p:spPr>
          <a:xfrm>
            <a:off x="2677865" y="3909697"/>
            <a:ext cx="1122088" cy="323165"/>
          </a:xfrm>
          <a:prstGeom prst="rect">
            <a:avLst/>
          </a:prstGeom>
          <a:noFill/>
        </p:spPr>
        <p:txBody>
          <a:bodyPr wrap="square" rtlCol="0">
            <a:spAutoFit/>
          </a:bodyPr>
          <a:lstStyle/>
          <a:p>
            <a:pPr algn="ctr"/>
            <a:r>
              <a:rPr lang="en-CA" sz="1500" noProof="0">
                <a:solidFill>
                  <a:schemeClr val="accent5">
                    <a:lumMod val="50000"/>
                  </a:schemeClr>
                </a:solidFill>
                <a:latin typeface="Visby CF Medium" pitchFamily="50" charset="0"/>
              </a:rPr>
              <a:t>Requête</a:t>
            </a:r>
            <a:endParaRPr lang="en-CA" sz="1500" noProof="0" dirty="0">
              <a:solidFill>
                <a:schemeClr val="accent5">
                  <a:lumMod val="50000"/>
                </a:schemeClr>
              </a:solidFill>
              <a:latin typeface="Visby CF Medium" pitchFamily="50" charset="0"/>
            </a:endParaRPr>
          </a:p>
        </p:txBody>
      </p:sp>
      <p:sp>
        <p:nvSpPr>
          <p:cNvPr id="47" name="Rectangle 46">
            <a:extLst>
              <a:ext uri="{FF2B5EF4-FFF2-40B4-BE49-F238E27FC236}">
                <a16:creationId xmlns:a16="http://schemas.microsoft.com/office/drawing/2014/main" id="{29BE2780-6D6A-5B6A-1AE8-59279598BB7C}"/>
              </a:ext>
            </a:extLst>
          </p:cNvPr>
          <p:cNvSpPr/>
          <p:nvPr>
            <p:custDataLst>
              <p:tags r:id="rId8"/>
            </p:custDataLst>
          </p:nvPr>
        </p:nvSpPr>
        <p:spPr>
          <a:xfrm>
            <a:off x="3774280" y="3347634"/>
            <a:ext cx="1680347" cy="442762"/>
          </a:xfrm>
          <a:prstGeom prst="rect">
            <a:avLst/>
          </a:prstGeom>
          <a:solidFill>
            <a:schemeClr val="bg2">
              <a:lumMod val="7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dirty="0">
                <a:latin typeface="Visby CF" pitchFamily="50" charset="0"/>
              </a:rPr>
              <a:t>Instructions</a:t>
            </a:r>
          </a:p>
        </p:txBody>
      </p:sp>
      <p:sp>
        <p:nvSpPr>
          <p:cNvPr id="49" name="ZoneTexte 48">
            <a:extLst>
              <a:ext uri="{FF2B5EF4-FFF2-40B4-BE49-F238E27FC236}">
                <a16:creationId xmlns:a16="http://schemas.microsoft.com/office/drawing/2014/main" id="{03A2483C-61B7-9314-A421-1348C41010BD}"/>
              </a:ext>
            </a:extLst>
          </p:cNvPr>
          <p:cNvSpPr txBox="1"/>
          <p:nvPr>
            <p:custDataLst>
              <p:tags r:id="rId9"/>
            </p:custDataLst>
          </p:nvPr>
        </p:nvSpPr>
        <p:spPr>
          <a:xfrm>
            <a:off x="4647332" y="5435739"/>
            <a:ext cx="1122088" cy="323165"/>
          </a:xfrm>
          <a:prstGeom prst="rect">
            <a:avLst/>
          </a:prstGeom>
          <a:noFill/>
        </p:spPr>
        <p:txBody>
          <a:bodyPr wrap="square" rtlCol="0">
            <a:spAutoFit/>
          </a:bodyPr>
          <a:lstStyle/>
          <a:p>
            <a:pPr algn="ctr"/>
            <a:r>
              <a:rPr lang="en-CA" sz="1500" noProof="0">
                <a:solidFill>
                  <a:schemeClr val="accent1">
                    <a:lumMod val="75000"/>
                  </a:schemeClr>
                </a:solidFill>
                <a:latin typeface="Visby CF Medium" pitchFamily="50" charset="0"/>
              </a:rPr>
              <a:t>Modèle</a:t>
            </a:r>
            <a:endParaRPr lang="en-CA" sz="1500" noProof="0" dirty="0">
              <a:solidFill>
                <a:schemeClr val="accent1">
                  <a:lumMod val="75000"/>
                </a:schemeClr>
              </a:solidFill>
              <a:latin typeface="Visby CF Medium" pitchFamily="50" charset="0"/>
            </a:endParaRPr>
          </a:p>
        </p:txBody>
      </p:sp>
      <p:grpSp>
        <p:nvGrpSpPr>
          <p:cNvPr id="9" name="Groupe 8">
            <a:extLst>
              <a:ext uri="{FF2B5EF4-FFF2-40B4-BE49-F238E27FC236}">
                <a16:creationId xmlns:a16="http://schemas.microsoft.com/office/drawing/2014/main" id="{FEBF9A85-5640-1857-BEF1-E699E5B566CA}"/>
              </a:ext>
            </a:extLst>
          </p:cNvPr>
          <p:cNvGrpSpPr/>
          <p:nvPr>
            <p:custDataLst>
              <p:tags r:id="rId10"/>
            </p:custDataLst>
          </p:nvPr>
        </p:nvGrpSpPr>
        <p:grpSpPr>
          <a:xfrm>
            <a:off x="10250286" y="3035897"/>
            <a:ext cx="1244724" cy="792629"/>
            <a:chOff x="10787621" y="2989111"/>
            <a:chExt cx="1244724" cy="792629"/>
          </a:xfrm>
        </p:grpSpPr>
        <p:pic>
          <p:nvPicPr>
            <p:cNvPr id="3" name="Picture 2" descr="Minsk, Belarus - 03-27-2023. OpenAI and ChatGPT logo. artifical chatbot ...">
              <a:extLst>
                <a:ext uri="{FF2B5EF4-FFF2-40B4-BE49-F238E27FC236}">
                  <a16:creationId xmlns:a16="http://schemas.microsoft.com/office/drawing/2014/main" id="{55E84BD7-6835-0662-643F-1FF219DB17C8}"/>
                </a:ext>
              </a:extLst>
            </p:cNvPr>
            <p:cNvPicPr>
              <a:picLocks noChangeAspect="1"/>
            </p:cNvPicPr>
            <p:nvPr/>
          </p:nvPicPr>
          <p:blipFill>
            <a:blip r:embed="rId24">
              <a:clrChange>
                <a:clrFrom>
                  <a:srgbClr val="FFFFFF"/>
                </a:clrFrom>
                <a:clrTo>
                  <a:srgbClr val="FFFFFF">
                    <a:alpha val="0"/>
                  </a:srgbClr>
                </a:clrTo>
              </a:clrChange>
            </a:blip>
            <a:stretch>
              <a:fillRect/>
            </a:stretch>
          </p:blipFill>
          <p:spPr>
            <a:xfrm>
              <a:off x="10837443" y="2989111"/>
              <a:ext cx="538843" cy="566057"/>
            </a:xfrm>
            <a:prstGeom prst="rect">
              <a:avLst/>
            </a:prstGeom>
          </p:spPr>
        </p:pic>
        <p:pic>
          <p:nvPicPr>
            <p:cNvPr id="6" name="Picture 5">
              <a:extLst>
                <a:ext uri="{FF2B5EF4-FFF2-40B4-BE49-F238E27FC236}">
                  <a16:creationId xmlns:a16="http://schemas.microsoft.com/office/drawing/2014/main" id="{FFD000F4-73CF-68DC-B44D-3B50F72652CC}"/>
                </a:ext>
              </a:extLst>
            </p:cNvPr>
            <p:cNvPicPr>
              <a:picLocks noChangeAspect="1"/>
            </p:cNvPicPr>
            <p:nvPr/>
          </p:nvPicPr>
          <p:blipFill>
            <a:blip r:embed="rId25">
              <a:clrChange>
                <a:clrFrom>
                  <a:srgbClr val="FFFFFF"/>
                </a:clrFrom>
                <a:clrTo>
                  <a:srgbClr val="FFFFFF">
                    <a:alpha val="0"/>
                  </a:srgbClr>
                </a:clrTo>
              </a:clrChange>
            </a:blip>
            <a:stretch>
              <a:fillRect/>
            </a:stretch>
          </p:blipFill>
          <p:spPr>
            <a:xfrm>
              <a:off x="10787621" y="3588692"/>
              <a:ext cx="694390" cy="158073"/>
            </a:xfrm>
            <a:prstGeom prst="rect">
              <a:avLst/>
            </a:prstGeom>
          </p:spPr>
        </p:pic>
        <p:pic>
          <p:nvPicPr>
            <p:cNvPr id="3076" name="Picture 4" descr="Claude Logo PNG With Transparent Background">
              <a:extLst>
                <a:ext uri="{FF2B5EF4-FFF2-40B4-BE49-F238E27FC236}">
                  <a16:creationId xmlns:a16="http://schemas.microsoft.com/office/drawing/2014/main" id="{384D107E-46D8-1EC8-31C8-76FB4C0DDC2A}"/>
                </a:ext>
              </a:extLst>
            </p:cNvPr>
            <p:cNvPicPr>
              <a:picLocks noChangeAspect="1" noChangeArrowheads="1"/>
            </p:cNvPicPr>
            <p:nvPr/>
          </p:nvPicPr>
          <p:blipFill>
            <a:blip r:embed="rId2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466287" y="3215682"/>
              <a:ext cx="566058" cy="56605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Groupe 9">
            <a:extLst>
              <a:ext uri="{FF2B5EF4-FFF2-40B4-BE49-F238E27FC236}">
                <a16:creationId xmlns:a16="http://schemas.microsoft.com/office/drawing/2014/main" id="{41E6015E-DFAF-AA66-E84A-B3CAFF986610}"/>
              </a:ext>
            </a:extLst>
          </p:cNvPr>
          <p:cNvGrpSpPr/>
          <p:nvPr>
            <p:custDataLst>
              <p:tags r:id="rId11"/>
            </p:custDataLst>
          </p:nvPr>
        </p:nvGrpSpPr>
        <p:grpSpPr>
          <a:xfrm>
            <a:off x="10094434" y="3918584"/>
            <a:ext cx="1340039" cy="724088"/>
            <a:chOff x="10693053" y="3851111"/>
            <a:chExt cx="1340039" cy="724088"/>
          </a:xfrm>
        </p:grpSpPr>
        <p:pic>
          <p:nvPicPr>
            <p:cNvPr id="3082" name="Picture 10">
              <a:extLst>
                <a:ext uri="{FF2B5EF4-FFF2-40B4-BE49-F238E27FC236}">
                  <a16:creationId xmlns:a16="http://schemas.microsoft.com/office/drawing/2014/main" id="{30AF6644-37C5-2C0F-5325-ED9E993AE32B}"/>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0693053" y="4082052"/>
              <a:ext cx="579120" cy="361950"/>
            </a:xfrm>
            <a:prstGeom prst="rect">
              <a:avLst/>
            </a:prstGeom>
            <a:noFill/>
            <a:extLst>
              <a:ext uri="{909E8E84-426E-40DD-AFC4-6F175D3DCCD1}">
                <a14:hiddenFill xmlns:a14="http://schemas.microsoft.com/office/drawing/2010/main">
                  <a:solidFill>
                    <a:srgbClr val="FFFFFF"/>
                  </a:solidFill>
                </a14:hiddenFill>
              </a:ext>
            </a:extLst>
          </p:spPr>
        </p:pic>
        <p:pic>
          <p:nvPicPr>
            <p:cNvPr id="3088" name="Picture 16" descr="Midjourney logo, icon 26395639 Vector Art at Vecteezy">
              <a:extLst>
                <a:ext uri="{FF2B5EF4-FFF2-40B4-BE49-F238E27FC236}">
                  <a16:creationId xmlns:a16="http://schemas.microsoft.com/office/drawing/2014/main" id="{1DAE3B2F-13C7-A758-FB17-CC5296F1942E}"/>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1189069" y="3851111"/>
              <a:ext cx="514967" cy="514967"/>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a:extLst>
                <a:ext uri="{FF2B5EF4-FFF2-40B4-BE49-F238E27FC236}">
                  <a16:creationId xmlns:a16="http://schemas.microsoft.com/office/drawing/2014/main" id="{22EA9027-71C3-C6A6-8F67-344B99809E29}"/>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1272173" y="4365649"/>
              <a:ext cx="760919" cy="20955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e 10">
            <a:extLst>
              <a:ext uri="{FF2B5EF4-FFF2-40B4-BE49-F238E27FC236}">
                <a16:creationId xmlns:a16="http://schemas.microsoft.com/office/drawing/2014/main" id="{ADBD213C-5618-20F7-7121-C89D32C5D863}"/>
              </a:ext>
            </a:extLst>
          </p:cNvPr>
          <p:cNvGrpSpPr/>
          <p:nvPr>
            <p:custDataLst>
              <p:tags r:id="rId12"/>
            </p:custDataLst>
          </p:nvPr>
        </p:nvGrpSpPr>
        <p:grpSpPr>
          <a:xfrm>
            <a:off x="10091710" y="4653527"/>
            <a:ext cx="1419298" cy="706537"/>
            <a:chOff x="10693053" y="4715435"/>
            <a:chExt cx="1419298" cy="706537"/>
          </a:xfrm>
        </p:grpSpPr>
        <p:pic>
          <p:nvPicPr>
            <p:cNvPr id="3092" name="Picture 20">
              <a:extLst>
                <a:ext uri="{FF2B5EF4-FFF2-40B4-BE49-F238E27FC236}">
                  <a16:creationId xmlns:a16="http://schemas.microsoft.com/office/drawing/2014/main" id="{52571298-F2CD-E004-B00B-1CC3EAFF9B66}"/>
                </a:ext>
              </a:extLst>
            </p:cNvPr>
            <p:cNvPicPr>
              <a:picLocks noChangeAspect="1" noChangeArrowheads="1"/>
            </p:cNvPicPr>
            <p:nvPr/>
          </p:nvPicPr>
          <p:blipFill>
            <a:blip r:embed="rId3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693053" y="4715435"/>
              <a:ext cx="893236" cy="502445"/>
            </a:xfrm>
            <a:prstGeom prst="rect">
              <a:avLst/>
            </a:prstGeom>
            <a:noFill/>
            <a:extLst>
              <a:ext uri="{909E8E84-426E-40DD-AFC4-6F175D3DCCD1}">
                <a14:hiddenFill xmlns:a14="http://schemas.microsoft.com/office/drawing/2010/main">
                  <a:solidFill>
                    <a:srgbClr val="FFFFFF"/>
                  </a:solidFill>
                </a14:hiddenFill>
              </a:ext>
            </a:extLst>
          </p:spPr>
        </p:pic>
        <p:pic>
          <p:nvPicPr>
            <p:cNvPr id="3096" name="Picture 24">
              <a:extLst>
                <a:ext uri="{FF2B5EF4-FFF2-40B4-BE49-F238E27FC236}">
                  <a16:creationId xmlns:a16="http://schemas.microsoft.com/office/drawing/2014/main" id="{FCFDD3CB-3E3B-FAF9-8D8E-BFED4FE86F6F}"/>
                </a:ext>
              </a:extLst>
            </p:cNvPr>
            <p:cNvPicPr>
              <a:picLocks noChangeAspect="1" noChangeArrowheads="1"/>
            </p:cNvPicPr>
            <p:nvPr/>
          </p:nvPicPr>
          <p:blipFill rotWithShape="1">
            <a:blip r:embed="rId31">
              <a:clrChange>
                <a:clrFrom>
                  <a:srgbClr val="FFFFFF"/>
                </a:clrFrom>
                <a:clrTo>
                  <a:srgbClr val="FFFFFF">
                    <a:alpha val="0"/>
                  </a:srgbClr>
                </a:clrTo>
              </a:clrChange>
              <a:extLst>
                <a:ext uri="{28A0092B-C50C-407E-A947-70E740481C1C}">
                  <a14:useLocalDpi xmlns:a14="http://schemas.microsoft.com/office/drawing/2010/main" val="0"/>
                </a:ext>
              </a:extLst>
            </a:blip>
            <a:srcRect t="38004" b="28752"/>
            <a:stretch>
              <a:fillRect/>
            </a:stretch>
          </p:blipFill>
          <p:spPr bwMode="auto">
            <a:xfrm>
              <a:off x="11351432" y="5054333"/>
              <a:ext cx="760919" cy="252960"/>
            </a:xfrm>
            <a:prstGeom prst="rect">
              <a:avLst/>
            </a:prstGeom>
            <a:noFill/>
            <a:extLst>
              <a:ext uri="{909E8E84-426E-40DD-AFC4-6F175D3DCCD1}">
                <a14:hiddenFill xmlns:a14="http://schemas.microsoft.com/office/drawing/2010/main">
                  <a:solidFill>
                    <a:srgbClr val="FFFFFF"/>
                  </a:solidFill>
                </a14:hiddenFill>
              </a:ext>
            </a:extLst>
          </p:spPr>
        </p:pic>
        <p:pic>
          <p:nvPicPr>
            <p:cNvPr id="3098" name="Picture 26">
              <a:extLst>
                <a:ext uri="{FF2B5EF4-FFF2-40B4-BE49-F238E27FC236}">
                  <a16:creationId xmlns:a16="http://schemas.microsoft.com/office/drawing/2014/main" id="{25A6C5C9-5D75-5B14-FFB8-8F93E238DCDF}"/>
                </a:ext>
              </a:extLst>
            </p:cNvPr>
            <p:cNvPicPr>
              <a:picLocks noChangeAspect="1" noChangeArrowheads="1"/>
            </p:cNvPicPr>
            <p:nvPr/>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6083" b="35078"/>
            <a:stretch>
              <a:fillRect/>
            </a:stretch>
          </p:blipFill>
          <p:spPr bwMode="auto">
            <a:xfrm>
              <a:off x="10717938" y="5192614"/>
              <a:ext cx="893236" cy="22935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e 11">
            <a:extLst>
              <a:ext uri="{FF2B5EF4-FFF2-40B4-BE49-F238E27FC236}">
                <a16:creationId xmlns:a16="http://schemas.microsoft.com/office/drawing/2014/main" id="{5B75D306-89C5-5871-FE3F-76D7075D8354}"/>
              </a:ext>
            </a:extLst>
          </p:cNvPr>
          <p:cNvGrpSpPr/>
          <p:nvPr>
            <p:custDataLst>
              <p:tags r:id="rId13"/>
            </p:custDataLst>
          </p:nvPr>
        </p:nvGrpSpPr>
        <p:grpSpPr>
          <a:xfrm>
            <a:off x="9981160" y="5584283"/>
            <a:ext cx="1513850" cy="745143"/>
            <a:chOff x="10598501" y="5558829"/>
            <a:chExt cx="1513850" cy="745143"/>
          </a:xfrm>
        </p:grpSpPr>
        <p:pic>
          <p:nvPicPr>
            <p:cNvPr id="3100" name="Picture 28" descr="Tài Khoản Google Veo 3: Tạo Video AI Đột Phá Từ Google">
              <a:extLst>
                <a:ext uri="{FF2B5EF4-FFF2-40B4-BE49-F238E27FC236}">
                  <a16:creationId xmlns:a16="http://schemas.microsoft.com/office/drawing/2014/main" id="{80517E2C-6FFD-426C-836F-50D3A482E390}"/>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10598501" y="5558829"/>
              <a:ext cx="695325" cy="695325"/>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 23" descr="Une image contenant Police, logo, symbole, Graphique&#10;&#10;Le contenu généré par l’IA peut être incorrect.">
              <a:extLst>
                <a:ext uri="{FF2B5EF4-FFF2-40B4-BE49-F238E27FC236}">
                  <a16:creationId xmlns:a16="http://schemas.microsoft.com/office/drawing/2014/main" id="{CE9FCE56-F2B7-CD03-0316-4AA03B146921}"/>
                </a:ext>
              </a:extLst>
            </p:cNvPr>
            <p:cNvPicPr>
              <a:picLocks noChangeAspect="1"/>
            </p:cNvPicPr>
            <p:nvPr/>
          </p:nvPicPr>
          <p:blipFill>
            <a:blip r:embed="rId34"/>
            <a:srcRect t="26167" b="2301"/>
            <a:stretch>
              <a:fillRect/>
            </a:stretch>
          </p:blipFill>
          <p:spPr>
            <a:xfrm>
              <a:off x="11258199" y="5608530"/>
              <a:ext cx="854152" cy="308781"/>
            </a:xfrm>
            <a:prstGeom prst="rect">
              <a:avLst/>
            </a:prstGeom>
          </p:spPr>
        </p:pic>
        <p:pic>
          <p:nvPicPr>
            <p:cNvPr id="3118" name="Picture 46" descr="2025 Review of Deevid AI AI Tools – Is It Worth It for Creators ...">
              <a:extLst>
                <a:ext uri="{FF2B5EF4-FFF2-40B4-BE49-F238E27FC236}">
                  <a16:creationId xmlns:a16="http://schemas.microsoft.com/office/drawing/2014/main" id="{9ED20F09-C1BC-ADF2-F5B1-0481C432852B}"/>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1561161" y="6018222"/>
              <a:ext cx="285750" cy="285750"/>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ZoneTexte 4">
            <a:extLst>
              <a:ext uri="{FF2B5EF4-FFF2-40B4-BE49-F238E27FC236}">
                <a16:creationId xmlns:a16="http://schemas.microsoft.com/office/drawing/2014/main" id="{CB681F23-A129-9BA3-4363-44FDA40774FB}"/>
              </a:ext>
            </a:extLst>
          </p:cNvPr>
          <p:cNvSpPr txBox="1"/>
          <p:nvPr>
            <p:custDataLst>
              <p:tags r:id="rId14"/>
            </p:custDataLst>
          </p:nvPr>
        </p:nvSpPr>
        <p:spPr>
          <a:xfrm>
            <a:off x="8976821" y="2937221"/>
            <a:ext cx="1184940" cy="369332"/>
          </a:xfrm>
          <a:prstGeom prst="rect">
            <a:avLst/>
          </a:prstGeom>
          <a:noFill/>
        </p:spPr>
        <p:txBody>
          <a:bodyPr wrap="none" rtlCol="0">
            <a:spAutoFit/>
          </a:bodyPr>
          <a:lstStyle/>
          <a:p>
            <a:pPr algn="ctr"/>
            <a:r>
              <a:rPr lang="en-CA" noProof="0">
                <a:solidFill>
                  <a:schemeClr val="accent3"/>
                </a:solidFill>
                <a:latin typeface="Visby Slab CF Bold" panose="00000800000000000000" pitchFamily="50" charset="0"/>
              </a:rPr>
              <a:t>TÂCHES</a:t>
            </a:r>
            <a:endParaRPr lang="en-CA" noProof="0" dirty="0">
              <a:solidFill>
                <a:schemeClr val="accent3"/>
              </a:solidFill>
              <a:latin typeface="Visby Slab CF Bold" panose="00000800000000000000" pitchFamily="50" charset="0"/>
            </a:endParaRPr>
          </a:p>
        </p:txBody>
      </p:sp>
      <p:sp>
        <p:nvSpPr>
          <p:cNvPr id="8" name="Nuage 7">
            <a:extLst>
              <a:ext uri="{FF2B5EF4-FFF2-40B4-BE49-F238E27FC236}">
                <a16:creationId xmlns:a16="http://schemas.microsoft.com/office/drawing/2014/main" id="{E4E4CE0A-EE40-C2B8-3685-1F0A1E99390D}"/>
              </a:ext>
            </a:extLst>
          </p:cNvPr>
          <p:cNvSpPr/>
          <p:nvPr>
            <p:custDataLst>
              <p:tags r:id="rId15"/>
            </p:custDataLst>
          </p:nvPr>
        </p:nvSpPr>
        <p:spPr>
          <a:xfrm>
            <a:off x="427041" y="3402970"/>
            <a:ext cx="2283700" cy="2610752"/>
          </a:xfrm>
          <a:prstGeom prst="cloud">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spcAft>
                <a:spcPts val="600"/>
              </a:spcAft>
            </a:pPr>
            <a:r>
              <a:rPr lang="en-CA" sz="1400" noProof="0">
                <a:solidFill>
                  <a:schemeClr val="accent2"/>
                </a:solidFill>
                <a:latin typeface="Visby Slab CF Bold" panose="00000800000000000000" pitchFamily="50" charset="0"/>
              </a:rPr>
              <a:t>INTRANTS</a:t>
            </a:r>
          </a:p>
          <a:p>
            <a:pPr algn="ctr">
              <a:spcAft>
                <a:spcPts val="600"/>
              </a:spcAft>
            </a:pPr>
            <a:r>
              <a:rPr lang="en-CA" sz="1400" b="1" noProof="0">
                <a:solidFill>
                  <a:schemeClr val="accent2"/>
                </a:solidFill>
                <a:latin typeface="Visby CF Bold" pitchFamily="50" charset="0"/>
              </a:rPr>
              <a:t>Texte</a:t>
            </a:r>
          </a:p>
          <a:p>
            <a:pPr algn="ctr">
              <a:spcAft>
                <a:spcPts val="600"/>
              </a:spcAft>
            </a:pPr>
            <a:r>
              <a:rPr lang="en-CA" sz="1400" b="1" noProof="0">
                <a:solidFill>
                  <a:schemeClr val="accent2"/>
                </a:solidFill>
                <a:latin typeface="Visby CF Bold" pitchFamily="50" charset="0"/>
              </a:rPr>
              <a:t>Images</a:t>
            </a:r>
          </a:p>
          <a:p>
            <a:pPr algn="ctr">
              <a:spcAft>
                <a:spcPts val="600"/>
              </a:spcAft>
            </a:pPr>
            <a:r>
              <a:rPr lang="en-CA" sz="1400" b="1" noProof="0">
                <a:solidFill>
                  <a:schemeClr val="accent2"/>
                </a:solidFill>
                <a:latin typeface="Visby CF Bold" pitchFamily="50" charset="0"/>
              </a:rPr>
              <a:t>Paroles</a:t>
            </a:r>
          </a:p>
          <a:p>
            <a:pPr algn="ctr">
              <a:spcAft>
                <a:spcPts val="600"/>
              </a:spcAft>
            </a:pPr>
            <a:r>
              <a:rPr lang="en-CA" sz="1400" b="1" noProof="0">
                <a:solidFill>
                  <a:schemeClr val="accent2"/>
                </a:solidFill>
                <a:latin typeface="Visby CF Bold" pitchFamily="50" charset="0"/>
              </a:rPr>
              <a:t>Données structurées</a:t>
            </a:r>
            <a:endParaRPr lang="en-CA" sz="1400" b="1" noProof="0" dirty="0">
              <a:solidFill>
                <a:schemeClr val="accent2"/>
              </a:solidFill>
              <a:latin typeface="Visby CF Bold" pitchFamily="50" charset="0"/>
            </a:endParaRPr>
          </a:p>
        </p:txBody>
      </p:sp>
      <p:sp>
        <p:nvSpPr>
          <p:cNvPr id="43" name="Flèche : droite 42">
            <a:extLst>
              <a:ext uri="{FF2B5EF4-FFF2-40B4-BE49-F238E27FC236}">
                <a16:creationId xmlns:a16="http://schemas.microsoft.com/office/drawing/2014/main" id="{E34EB5E5-65F2-1708-9815-FBDC62C657F0}"/>
              </a:ext>
            </a:extLst>
          </p:cNvPr>
          <p:cNvSpPr/>
          <p:nvPr>
            <p:custDataLst>
              <p:tags r:id="rId16"/>
            </p:custDataLst>
          </p:nvPr>
        </p:nvSpPr>
        <p:spPr>
          <a:xfrm>
            <a:off x="2213810" y="4709772"/>
            <a:ext cx="2539101" cy="779646"/>
          </a:xfrm>
          <a:prstGeom prst="rightArrow">
            <a:avLst/>
          </a:prstGeom>
          <a:solidFill>
            <a:schemeClr val="bg2">
              <a:lumMod val="7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a:latin typeface="Visby CF" pitchFamily="50" charset="0"/>
              </a:rPr>
              <a:t>Entraînement</a:t>
            </a:r>
            <a:endParaRPr lang="en-CA" noProof="0" dirty="0">
              <a:latin typeface="Visby CF" pitchFamily="50" charset="0"/>
            </a:endParaRPr>
          </a:p>
        </p:txBody>
      </p:sp>
      <p:sp>
        <p:nvSpPr>
          <p:cNvPr id="13" name="Rectangle : coins arrondis 12">
            <a:extLst>
              <a:ext uri="{FF2B5EF4-FFF2-40B4-BE49-F238E27FC236}">
                <a16:creationId xmlns:a16="http://schemas.microsoft.com/office/drawing/2014/main" id="{60F48BE1-3F06-A60C-9CE7-03627CD109D8}"/>
              </a:ext>
            </a:extLst>
          </p:cNvPr>
          <p:cNvSpPr/>
          <p:nvPr>
            <p:custDataLst>
              <p:tags r:id="rId17"/>
            </p:custDataLst>
          </p:nvPr>
        </p:nvSpPr>
        <p:spPr>
          <a:xfrm>
            <a:off x="8820507" y="2794570"/>
            <a:ext cx="2804751" cy="3784029"/>
          </a:xfrm>
          <a:prstGeom prst="round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44" name="Flèche : droite 43">
            <a:extLst>
              <a:ext uri="{FF2B5EF4-FFF2-40B4-BE49-F238E27FC236}">
                <a16:creationId xmlns:a16="http://schemas.microsoft.com/office/drawing/2014/main" id="{E5079405-B1E0-7586-F209-2FDAE297678F}"/>
              </a:ext>
            </a:extLst>
          </p:cNvPr>
          <p:cNvSpPr/>
          <p:nvPr>
            <p:custDataLst>
              <p:tags r:id="rId18"/>
            </p:custDataLst>
          </p:nvPr>
        </p:nvSpPr>
        <p:spPr>
          <a:xfrm>
            <a:off x="6064648" y="4708346"/>
            <a:ext cx="3018082" cy="779646"/>
          </a:xfrm>
          <a:prstGeom prst="rightArrow">
            <a:avLst/>
          </a:prstGeom>
          <a:solidFill>
            <a:schemeClr val="bg2">
              <a:lumMod val="75000"/>
            </a:schemeClr>
          </a:solid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noProof="0">
                <a:latin typeface="Visby CF" pitchFamily="50" charset="0"/>
              </a:rPr>
              <a:t>Génération</a:t>
            </a:r>
            <a:endParaRPr lang="en-CA" noProof="0" dirty="0">
              <a:latin typeface="Visby CF" pitchFamily="50" charset="0"/>
            </a:endParaRPr>
          </a:p>
        </p:txBody>
      </p:sp>
      <p:pic>
        <p:nvPicPr>
          <p:cNvPr id="14" name="Image 13" descr="Une image contenant Police, Graphique, capture d’écran, graphisme&#10;&#10;Description générée automatiquement">
            <a:extLst>
              <a:ext uri="{FF2B5EF4-FFF2-40B4-BE49-F238E27FC236}">
                <a16:creationId xmlns:a16="http://schemas.microsoft.com/office/drawing/2014/main" id="{11858DE4-5998-4A8D-EBFE-83EF233ACB24}"/>
              </a:ext>
            </a:extLst>
          </p:cNvPr>
          <p:cNvPicPr>
            <a:picLocks noChangeAspect="1"/>
          </p:cNvPicPr>
          <p:nvPr>
            <p:custDataLst>
              <p:tags r:id="rId19"/>
            </p:custDataLst>
          </p:nvPr>
        </p:nvPicPr>
        <p:blipFill>
          <a:blip r:embed="rId3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1045569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AE165-5468-2846-99C7-39FFB0AA516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74E2594-B582-F926-25B1-D580FD877467}"/>
              </a:ext>
            </a:extLst>
          </p:cNvPr>
          <p:cNvSpPr/>
          <p:nvPr>
            <p:custDataLst>
              <p:tags r:id="rId1"/>
            </p:custDataLst>
          </p:nvPr>
        </p:nvSpPr>
        <p:spPr>
          <a:xfrm>
            <a:off x="8068037" y="1753590"/>
            <a:ext cx="3502273" cy="472341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a:extLst>
              <a:ext uri="{FF2B5EF4-FFF2-40B4-BE49-F238E27FC236}">
                <a16:creationId xmlns:a16="http://schemas.microsoft.com/office/drawing/2014/main" id="{1B0F902D-0DD3-8C36-3CA0-A51FE85F939D}"/>
              </a:ext>
            </a:extLst>
          </p:cNvPr>
          <p:cNvSpPr/>
          <p:nvPr>
            <p:custDataLst>
              <p:tags r:id="rId2"/>
            </p:custDataLst>
          </p:nvPr>
        </p:nvSpPr>
        <p:spPr>
          <a:xfrm>
            <a:off x="4345475" y="1763781"/>
            <a:ext cx="3502273" cy="472341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3" name="Rectangle 2">
            <a:extLst>
              <a:ext uri="{FF2B5EF4-FFF2-40B4-BE49-F238E27FC236}">
                <a16:creationId xmlns:a16="http://schemas.microsoft.com/office/drawing/2014/main" id="{3E511CDA-8784-FA12-FDAD-AB40E05A6E7F}"/>
              </a:ext>
            </a:extLst>
          </p:cNvPr>
          <p:cNvSpPr/>
          <p:nvPr>
            <p:custDataLst>
              <p:tags r:id="rId3"/>
            </p:custDataLst>
          </p:nvPr>
        </p:nvSpPr>
        <p:spPr>
          <a:xfrm>
            <a:off x="622299" y="1763781"/>
            <a:ext cx="3502273" cy="472341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2" name="Titre 1">
            <a:extLst>
              <a:ext uri="{FF2B5EF4-FFF2-40B4-BE49-F238E27FC236}">
                <a16:creationId xmlns:a16="http://schemas.microsoft.com/office/drawing/2014/main" id="{FB97D501-FF2C-5C1B-590E-86A3E27A8385}"/>
              </a:ext>
            </a:extLst>
          </p:cNvPr>
          <p:cNvSpPr>
            <a:spLocks noGrp="1"/>
          </p:cNvSpPr>
          <p:nvPr>
            <p:ph type="title"/>
            <p:custDataLst>
              <p:tags r:id="rId4"/>
            </p:custDataLst>
          </p:nvPr>
        </p:nvSpPr>
        <p:spPr/>
        <p:txBody>
          <a:bodyPr/>
          <a:lstStyle/>
          <a:p>
            <a:r>
              <a:rPr lang="en-CA" noProof="0"/>
              <a:t>Exemples d’IA générative</a:t>
            </a:r>
            <a:endParaRPr lang="en-CA" noProof="0" dirty="0"/>
          </a:p>
        </p:txBody>
      </p:sp>
      <p:sp>
        <p:nvSpPr>
          <p:cNvPr id="4" name="ZoneTexte 3">
            <a:extLst>
              <a:ext uri="{FF2B5EF4-FFF2-40B4-BE49-F238E27FC236}">
                <a16:creationId xmlns:a16="http://schemas.microsoft.com/office/drawing/2014/main" id="{2662E848-EC6E-0107-899A-30D7F4932AAF}"/>
              </a:ext>
            </a:extLst>
          </p:cNvPr>
          <p:cNvSpPr txBox="1"/>
          <p:nvPr>
            <p:custDataLst>
              <p:tags r:id="rId5"/>
            </p:custDataLst>
          </p:nvPr>
        </p:nvSpPr>
        <p:spPr>
          <a:xfrm>
            <a:off x="-13826" y="1101895"/>
            <a:ext cx="4773308" cy="461665"/>
          </a:xfrm>
          <a:prstGeom prst="rect">
            <a:avLst/>
          </a:prstGeom>
          <a:noFill/>
        </p:spPr>
        <p:txBody>
          <a:bodyPr wrap="square" rtlCol="0">
            <a:spAutoFit/>
          </a:bodyPr>
          <a:lstStyle/>
          <a:p>
            <a:pPr algn="ctr"/>
            <a:r>
              <a:rPr lang="en-CA" sz="2400" noProof="0">
                <a:solidFill>
                  <a:schemeClr val="accent5"/>
                </a:solidFill>
                <a:latin typeface="Visby Slab CF Bold" panose="00000800000000000000" pitchFamily="50" charset="0"/>
              </a:rPr>
              <a:t>Création de contenu</a:t>
            </a:r>
            <a:endParaRPr lang="en-CA" sz="2400" noProof="0" dirty="0">
              <a:solidFill>
                <a:schemeClr val="accent5"/>
              </a:solidFill>
              <a:latin typeface="Visby Slab CF Bold" panose="00000800000000000000" pitchFamily="50" charset="0"/>
            </a:endParaRPr>
          </a:p>
        </p:txBody>
      </p:sp>
      <p:sp>
        <p:nvSpPr>
          <p:cNvPr id="5" name="ZoneTexte 4">
            <a:extLst>
              <a:ext uri="{FF2B5EF4-FFF2-40B4-BE49-F238E27FC236}">
                <a16:creationId xmlns:a16="http://schemas.microsoft.com/office/drawing/2014/main" id="{EA929B85-D150-B050-A77C-B55D45DC7EDB}"/>
              </a:ext>
            </a:extLst>
          </p:cNvPr>
          <p:cNvSpPr txBox="1"/>
          <p:nvPr>
            <p:custDataLst>
              <p:tags r:id="rId6"/>
            </p:custDataLst>
          </p:nvPr>
        </p:nvSpPr>
        <p:spPr>
          <a:xfrm>
            <a:off x="4528304" y="1101895"/>
            <a:ext cx="3135390" cy="461665"/>
          </a:xfrm>
          <a:prstGeom prst="rect">
            <a:avLst/>
          </a:prstGeom>
          <a:noFill/>
        </p:spPr>
        <p:txBody>
          <a:bodyPr wrap="square" rtlCol="0">
            <a:spAutoFit/>
          </a:bodyPr>
          <a:lstStyle/>
          <a:p>
            <a:pPr algn="ctr"/>
            <a:r>
              <a:rPr lang="en-CA" sz="2400" noProof="0">
                <a:solidFill>
                  <a:schemeClr val="accent1"/>
                </a:solidFill>
                <a:latin typeface="Visby Slab CF Bold" panose="00000800000000000000" pitchFamily="50" charset="0"/>
              </a:rPr>
              <a:t>Personnalisation</a:t>
            </a:r>
            <a:endParaRPr lang="en-CA" sz="2400" noProof="0" dirty="0">
              <a:solidFill>
                <a:schemeClr val="accent1"/>
              </a:solidFill>
              <a:latin typeface="Visby Slab CF Bold" panose="00000800000000000000" pitchFamily="50" charset="0"/>
            </a:endParaRPr>
          </a:p>
        </p:txBody>
      </p:sp>
      <p:sp>
        <p:nvSpPr>
          <p:cNvPr id="6" name="ZoneTexte 5">
            <a:extLst>
              <a:ext uri="{FF2B5EF4-FFF2-40B4-BE49-F238E27FC236}">
                <a16:creationId xmlns:a16="http://schemas.microsoft.com/office/drawing/2014/main" id="{F7AC7323-53B4-A008-0F26-E49C44FE994C}"/>
              </a:ext>
            </a:extLst>
          </p:cNvPr>
          <p:cNvSpPr txBox="1"/>
          <p:nvPr>
            <p:custDataLst>
              <p:tags r:id="rId7"/>
            </p:custDataLst>
          </p:nvPr>
        </p:nvSpPr>
        <p:spPr>
          <a:xfrm>
            <a:off x="8251484" y="1103590"/>
            <a:ext cx="3135392" cy="461665"/>
          </a:xfrm>
          <a:prstGeom prst="rect">
            <a:avLst/>
          </a:prstGeom>
          <a:noFill/>
        </p:spPr>
        <p:txBody>
          <a:bodyPr wrap="square" lIns="91440" tIns="45720" rIns="91440" bIns="45720" rtlCol="0" anchor="t">
            <a:spAutoFit/>
          </a:bodyPr>
          <a:lstStyle/>
          <a:p>
            <a:pPr algn="ctr"/>
            <a:r>
              <a:rPr lang="en-CA" sz="2400" noProof="0" dirty="0">
                <a:solidFill>
                  <a:schemeClr val="bg2">
                    <a:lumMod val="50000"/>
                  </a:schemeClr>
                </a:solidFill>
                <a:latin typeface="Visby Slab CF Bold"/>
              </a:rPr>
              <a:t>Simulations</a:t>
            </a:r>
          </a:p>
        </p:txBody>
      </p:sp>
      <p:sp>
        <p:nvSpPr>
          <p:cNvPr id="7" name="ZoneTexte 6">
            <a:extLst>
              <a:ext uri="{FF2B5EF4-FFF2-40B4-BE49-F238E27FC236}">
                <a16:creationId xmlns:a16="http://schemas.microsoft.com/office/drawing/2014/main" id="{6BCEACE5-EC48-9458-797F-0D44BF03DDA3}"/>
              </a:ext>
            </a:extLst>
          </p:cNvPr>
          <p:cNvSpPr txBox="1"/>
          <p:nvPr>
            <p:custDataLst>
              <p:tags r:id="rId8"/>
            </p:custDataLst>
          </p:nvPr>
        </p:nvSpPr>
        <p:spPr>
          <a:xfrm>
            <a:off x="621689" y="2898929"/>
            <a:ext cx="3502273" cy="2800767"/>
          </a:xfrm>
          <a:prstGeom prst="rect">
            <a:avLst/>
          </a:prstGeom>
          <a:noFill/>
          <a:ln>
            <a:noFill/>
          </a:ln>
        </p:spPr>
        <p:txBody>
          <a:bodyPr wrap="square" lIns="91440" tIns="45720" rIns="91440" bIns="45720" rtlCol="0" anchor="t">
            <a:spAutoFit/>
          </a:bodyPr>
          <a:lstStyle/>
          <a:p>
            <a:pPr algn="ctr">
              <a:spcAft>
                <a:spcPts val="1200"/>
              </a:spcAft>
            </a:pPr>
            <a:r>
              <a:rPr lang="fr-CA" noProof="0" dirty="0">
                <a:latin typeface="Visby CF" pitchFamily="2" charset="77"/>
              </a:rPr>
              <a:t>Génération de texte par les modèles de langage (LLM)</a:t>
            </a:r>
          </a:p>
          <a:p>
            <a:pPr algn="ctr">
              <a:spcAft>
                <a:spcPts val="1200"/>
              </a:spcAft>
            </a:pPr>
            <a:r>
              <a:rPr lang="fr-CA" noProof="0" dirty="0">
                <a:latin typeface="Visby CF" pitchFamily="2" charset="77"/>
              </a:rPr>
              <a:t>Création d’images</a:t>
            </a:r>
          </a:p>
          <a:p>
            <a:pPr algn="ctr">
              <a:spcAft>
                <a:spcPts val="1200"/>
              </a:spcAft>
            </a:pPr>
            <a:r>
              <a:rPr lang="fr-CA" noProof="0" dirty="0">
                <a:latin typeface="Visby CF" pitchFamily="2" charset="77"/>
              </a:rPr>
              <a:t>Musique générée par l’IA</a:t>
            </a:r>
          </a:p>
          <a:p>
            <a:pPr algn="ctr">
              <a:spcAft>
                <a:spcPts val="1200"/>
              </a:spcAft>
            </a:pPr>
            <a:r>
              <a:rPr lang="fr-CA" noProof="0" dirty="0">
                <a:latin typeface="Visby CF" pitchFamily="2" charset="77"/>
              </a:rPr>
              <a:t>Vibe </a:t>
            </a:r>
            <a:r>
              <a:rPr lang="fr-CA" noProof="0" dirty="0" err="1">
                <a:latin typeface="Visby CF" pitchFamily="2" charset="77"/>
              </a:rPr>
              <a:t>coding</a:t>
            </a:r>
            <a:endParaRPr lang="fr-CA" noProof="0" dirty="0">
              <a:latin typeface="Visby CF" pitchFamily="2" charset="77"/>
            </a:endParaRPr>
          </a:p>
          <a:p>
            <a:pPr algn="ctr">
              <a:spcAft>
                <a:spcPts val="1200"/>
              </a:spcAft>
            </a:pPr>
            <a:r>
              <a:rPr lang="fr-CA" noProof="0" dirty="0">
                <a:latin typeface="Visby CF" pitchFamily="2" charset="77"/>
              </a:rPr>
              <a:t>Résumés automatiques</a:t>
            </a:r>
          </a:p>
          <a:p>
            <a:pPr algn="ctr">
              <a:spcAft>
                <a:spcPts val="1200"/>
              </a:spcAft>
            </a:pPr>
            <a:r>
              <a:rPr lang="fr-CA" noProof="0" dirty="0">
                <a:latin typeface="Visby CF" pitchFamily="2" charset="77"/>
              </a:rPr>
              <a:t>Diapositives de présentation</a:t>
            </a:r>
            <a:endParaRPr lang="en-CA" noProof="0" dirty="0">
              <a:latin typeface="Visby CF" pitchFamily="2" charset="77"/>
            </a:endParaRPr>
          </a:p>
        </p:txBody>
      </p:sp>
      <p:sp>
        <p:nvSpPr>
          <p:cNvPr id="8" name="ZoneTexte 7">
            <a:extLst>
              <a:ext uri="{FF2B5EF4-FFF2-40B4-BE49-F238E27FC236}">
                <a16:creationId xmlns:a16="http://schemas.microsoft.com/office/drawing/2014/main" id="{7AEEC97F-7D95-4E03-88FC-30879DF4C389}"/>
              </a:ext>
            </a:extLst>
          </p:cNvPr>
          <p:cNvSpPr txBox="1"/>
          <p:nvPr>
            <p:custDataLst>
              <p:tags r:id="rId9"/>
            </p:custDataLst>
          </p:nvPr>
        </p:nvSpPr>
        <p:spPr>
          <a:xfrm>
            <a:off x="4344251" y="2888738"/>
            <a:ext cx="3502273" cy="3077766"/>
          </a:xfrm>
          <a:prstGeom prst="rect">
            <a:avLst/>
          </a:prstGeom>
          <a:noFill/>
          <a:ln>
            <a:noFill/>
          </a:ln>
        </p:spPr>
        <p:txBody>
          <a:bodyPr wrap="square" rtlCol="0">
            <a:spAutoFit/>
          </a:bodyPr>
          <a:lstStyle/>
          <a:p>
            <a:pPr algn="ctr">
              <a:spcAft>
                <a:spcPts val="1200"/>
              </a:spcAft>
            </a:pPr>
            <a:r>
              <a:rPr lang="fr-CA" noProof="0" dirty="0">
                <a:latin typeface="Visby CF Medium" pitchFamily="2" charset="77"/>
              </a:rPr>
              <a:t>Support à la clientèle</a:t>
            </a:r>
          </a:p>
          <a:p>
            <a:pPr algn="ctr">
              <a:spcAft>
                <a:spcPts val="1200"/>
              </a:spcAft>
            </a:pPr>
            <a:r>
              <a:rPr lang="fr-CA" noProof="0" dirty="0">
                <a:latin typeface="Visby CF Medium" pitchFamily="2" charset="77"/>
              </a:rPr>
              <a:t>Assistants de réunion IA</a:t>
            </a:r>
          </a:p>
          <a:p>
            <a:pPr algn="ctr">
              <a:spcAft>
                <a:spcPts val="1200"/>
              </a:spcAft>
            </a:pPr>
            <a:r>
              <a:rPr lang="fr-CA" noProof="0" dirty="0">
                <a:latin typeface="Visby CF Medium" pitchFamily="2" charset="77"/>
              </a:rPr>
              <a:t>Tutorat, formation et développement assistés par l’IA</a:t>
            </a:r>
          </a:p>
          <a:p>
            <a:pPr algn="ctr">
              <a:spcAft>
                <a:spcPts val="1200"/>
              </a:spcAft>
            </a:pPr>
            <a:r>
              <a:rPr lang="fr-CA" noProof="0" dirty="0">
                <a:latin typeface="Visby CF Medium" pitchFamily="2" charset="77"/>
              </a:rPr>
              <a:t>Compagnons et outils de soutien IA</a:t>
            </a:r>
          </a:p>
          <a:p>
            <a:pPr algn="ctr">
              <a:spcAft>
                <a:spcPts val="1200"/>
              </a:spcAft>
            </a:pPr>
            <a:r>
              <a:rPr lang="fr-CA" noProof="0" dirty="0">
                <a:latin typeface="Visby CF Medium" pitchFamily="2" charset="77"/>
              </a:rPr>
              <a:t>Organisation et planification</a:t>
            </a:r>
          </a:p>
          <a:p>
            <a:pPr algn="ctr">
              <a:spcAft>
                <a:spcPts val="1200"/>
              </a:spcAft>
            </a:pPr>
            <a:r>
              <a:rPr lang="fr-CA" noProof="0" dirty="0">
                <a:latin typeface="Visby CF Medium" pitchFamily="2" charset="77"/>
              </a:rPr>
              <a:t>Divertissement</a:t>
            </a:r>
            <a:endParaRPr lang="en-CA" noProof="0" dirty="0">
              <a:latin typeface="Visby CF Medium" pitchFamily="2" charset="77"/>
            </a:endParaRPr>
          </a:p>
        </p:txBody>
      </p:sp>
      <p:sp>
        <p:nvSpPr>
          <p:cNvPr id="9" name="ZoneTexte 8">
            <a:extLst>
              <a:ext uri="{FF2B5EF4-FFF2-40B4-BE49-F238E27FC236}">
                <a16:creationId xmlns:a16="http://schemas.microsoft.com/office/drawing/2014/main" id="{6DC3ACE4-05DF-B3EE-3E7B-2BA59F7C2F2E}"/>
              </a:ext>
            </a:extLst>
          </p:cNvPr>
          <p:cNvSpPr txBox="1"/>
          <p:nvPr>
            <p:custDataLst>
              <p:tags r:id="rId10"/>
            </p:custDataLst>
          </p:nvPr>
        </p:nvSpPr>
        <p:spPr>
          <a:xfrm>
            <a:off x="8066203" y="2888738"/>
            <a:ext cx="3502273" cy="3477875"/>
          </a:xfrm>
          <a:prstGeom prst="rect">
            <a:avLst/>
          </a:prstGeom>
          <a:noFill/>
          <a:ln>
            <a:noFill/>
          </a:ln>
        </p:spPr>
        <p:txBody>
          <a:bodyPr wrap="square" lIns="91440" tIns="45720" rIns="91440" bIns="45720" rtlCol="0" anchor="t">
            <a:spAutoFit/>
          </a:bodyPr>
          <a:lstStyle/>
          <a:p>
            <a:pPr algn="ctr">
              <a:spcAft>
                <a:spcPts val="1200"/>
              </a:spcAft>
            </a:pPr>
            <a:r>
              <a:rPr lang="fr-CA" noProof="0" dirty="0">
                <a:latin typeface="Visby CF Medium" pitchFamily="2" charset="77"/>
              </a:rPr>
              <a:t>Génération de scénarios pour la formation stratégique</a:t>
            </a:r>
          </a:p>
          <a:p>
            <a:pPr algn="ctr">
              <a:spcAft>
                <a:spcPts val="1200"/>
              </a:spcAft>
            </a:pPr>
            <a:r>
              <a:rPr lang="fr-CA" noProof="0" dirty="0">
                <a:latin typeface="Visby CF Medium" pitchFamily="2" charset="77"/>
              </a:rPr>
              <a:t>Humains numériques pour la modélisation et la formation des employés</a:t>
            </a:r>
          </a:p>
          <a:p>
            <a:pPr algn="ctr">
              <a:spcAft>
                <a:spcPts val="1200"/>
              </a:spcAft>
            </a:pPr>
            <a:r>
              <a:rPr lang="fr-CA" noProof="0" dirty="0">
                <a:latin typeface="Visby CF Medium" pitchFamily="2" charset="77"/>
              </a:rPr>
              <a:t>Jumeaux numériques à l’échelle d’une ville pour la gestion des </a:t>
            </a:r>
            <a:r>
              <a:rPr lang="fr-CA" noProof="0">
                <a:latin typeface="Visby CF Medium" pitchFamily="2" charset="77"/>
              </a:rPr>
              <a:t>risques «what‑if»</a:t>
            </a:r>
            <a:endParaRPr lang="fr-CA" noProof="0" dirty="0">
              <a:latin typeface="Visby CF Medium" pitchFamily="2" charset="77"/>
            </a:endParaRPr>
          </a:p>
          <a:p>
            <a:pPr algn="ctr">
              <a:spcAft>
                <a:spcPts val="1200"/>
              </a:spcAft>
            </a:pPr>
            <a:r>
              <a:rPr lang="fr-CA" noProof="0" dirty="0" err="1">
                <a:latin typeface="Visby CF Medium" pitchFamily="2" charset="77"/>
              </a:rPr>
              <a:t>Deepfakes</a:t>
            </a:r>
            <a:endParaRPr lang="fr-CA" noProof="0" dirty="0">
              <a:latin typeface="Visby CF Medium" pitchFamily="2" charset="77"/>
            </a:endParaRPr>
          </a:p>
          <a:p>
            <a:pPr algn="ctr">
              <a:spcAft>
                <a:spcPts val="1200"/>
              </a:spcAft>
            </a:pPr>
            <a:r>
              <a:rPr lang="fr-CA" noProof="0" dirty="0">
                <a:latin typeface="Visby CF Medium" pitchFamily="2" charset="77"/>
              </a:rPr>
              <a:t>Médias sociaux pour l’IA</a:t>
            </a:r>
            <a:endParaRPr lang="en-CA" noProof="0" dirty="0">
              <a:latin typeface="Visby CF Medium" pitchFamily="2" charset="77"/>
            </a:endParaRPr>
          </a:p>
        </p:txBody>
      </p:sp>
      <p:pic>
        <p:nvPicPr>
          <p:cNvPr id="6146" name="Picture 2" descr="creation icon">
            <a:extLst>
              <a:ext uri="{FF2B5EF4-FFF2-40B4-BE49-F238E27FC236}">
                <a16:creationId xmlns:a16="http://schemas.microsoft.com/office/drawing/2014/main" id="{D42F4417-491A-4FCA-46F0-8E6051996C33}"/>
              </a:ext>
            </a:extLst>
          </p:cNvPr>
          <p:cNvPicPr>
            <a:picLocks noChangeAspect="1" noChangeArrowheads="1"/>
          </p:cNvPicPr>
          <p:nvPr>
            <p:custDataLst>
              <p:tags r:id="rId11"/>
            </p:custDataLst>
          </p:nvPr>
        </p:nvPicPr>
        <p:blipFill>
          <a:blip r:embed="rId17">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943064" y="1852681"/>
            <a:ext cx="857391" cy="85739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personalize icon">
            <a:extLst>
              <a:ext uri="{FF2B5EF4-FFF2-40B4-BE49-F238E27FC236}">
                <a16:creationId xmlns:a16="http://schemas.microsoft.com/office/drawing/2014/main" id="{1FF34C5C-A17E-2C74-F97E-E20B55C27639}"/>
              </a:ext>
            </a:extLst>
          </p:cNvPr>
          <p:cNvPicPr>
            <a:picLocks noChangeAspect="1" noChangeArrowheads="1"/>
          </p:cNvPicPr>
          <p:nvPr>
            <p:custDataLst>
              <p:tags r:id="rId12"/>
            </p:custDataLst>
          </p:nvPr>
        </p:nvPicPr>
        <p:blipFill>
          <a:blip r:embed="rId18">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67304" y="1852681"/>
            <a:ext cx="857391" cy="85739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earth on computer icon">
            <a:extLst>
              <a:ext uri="{FF2B5EF4-FFF2-40B4-BE49-F238E27FC236}">
                <a16:creationId xmlns:a16="http://schemas.microsoft.com/office/drawing/2014/main" id="{D84726AF-6E71-D474-9E27-6A48F36F7AA1}"/>
              </a:ext>
            </a:extLst>
          </p:cNvPr>
          <p:cNvPicPr>
            <a:picLocks noChangeAspect="1" noChangeArrowheads="1"/>
          </p:cNvPicPr>
          <p:nvPr>
            <p:custDataLst>
              <p:tags r:id="rId13"/>
            </p:custDataLst>
          </p:nvPr>
        </p:nvPicPr>
        <p:blipFill>
          <a:blip r:embed="rId19">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391545" y="1893553"/>
            <a:ext cx="857391" cy="857391"/>
          </a:xfrm>
          <a:prstGeom prst="rect">
            <a:avLst/>
          </a:prstGeom>
          <a:noFill/>
          <a:extLst>
            <a:ext uri="{909E8E84-426E-40DD-AFC4-6F175D3DCCD1}">
              <a14:hiddenFill xmlns:a14="http://schemas.microsoft.com/office/drawing/2010/main">
                <a:solidFill>
                  <a:srgbClr val="FFFFFF"/>
                </a:solidFill>
              </a14:hiddenFill>
            </a:ext>
          </a:extLst>
        </p:spPr>
      </p:pic>
      <p:pic>
        <p:nvPicPr>
          <p:cNvPr id="12" name="Image 11" descr="Une image contenant Police, Graphique, capture d’écran, graphisme&#10;&#10;Description générée automatiquement">
            <a:extLst>
              <a:ext uri="{FF2B5EF4-FFF2-40B4-BE49-F238E27FC236}">
                <a16:creationId xmlns:a16="http://schemas.microsoft.com/office/drawing/2014/main" id="{235EF7BC-6F49-9AA1-9F33-39A591286DB7}"/>
              </a:ext>
            </a:extLst>
          </p:cNvPr>
          <p:cNvPicPr>
            <a:picLocks noChangeAspect="1"/>
          </p:cNvPicPr>
          <p:nvPr>
            <p:custDataLst>
              <p:tags r:id="rId14"/>
            </p:custDataLst>
          </p:nvPr>
        </p:nvPicPr>
        <p:blipFill>
          <a:blip r:embed="rId20">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964103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18146-EC56-053D-791C-0E928C339B3B}"/>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7AABCEB7-B6DC-160D-6C26-7E311F247566}"/>
              </a:ext>
            </a:extLst>
          </p:cNvPr>
          <p:cNvSpPr>
            <a:spLocks noGrp="1"/>
          </p:cNvSpPr>
          <p:nvPr>
            <p:ph idx="1"/>
            <p:custDataLst>
              <p:tags r:id="rId1"/>
            </p:custDataLst>
          </p:nvPr>
        </p:nvSpPr>
        <p:spPr>
          <a:xfrm>
            <a:off x="224638" y="1017270"/>
            <a:ext cx="11662561" cy="5679922"/>
          </a:xfrm>
        </p:spPr>
        <p:txBody>
          <a:bodyPr vert="horz" lIns="91440" tIns="45720" rIns="91440" bIns="45720" rtlCol="0" anchor="t">
            <a:noAutofit/>
          </a:bodyPr>
          <a:lstStyle/>
          <a:p>
            <a:endParaRPr lang="fr-CA" sz="2200" noProof="0">
              <a:latin typeface="Visby CF Medium"/>
              <a:cs typeface="Cordia New"/>
            </a:endParaRPr>
          </a:p>
          <a:p>
            <a:endParaRPr lang="fr-CA" sz="2200">
              <a:latin typeface="Visby CF Medium"/>
              <a:cs typeface="Cordia New"/>
            </a:endParaRPr>
          </a:p>
          <a:p>
            <a:endParaRPr lang="fr-CA" sz="2200" noProof="0">
              <a:latin typeface="Visby CF Medium"/>
              <a:cs typeface="Cordia New"/>
            </a:endParaRPr>
          </a:p>
          <a:p>
            <a:endParaRPr lang="fr-CA" sz="2200">
              <a:latin typeface="Visby CF Medium"/>
              <a:cs typeface="Cordia New"/>
            </a:endParaRPr>
          </a:p>
          <a:p>
            <a:endParaRPr lang="fr-CA" sz="2200" noProof="0">
              <a:latin typeface="Visby CF Medium"/>
              <a:cs typeface="Cordia New"/>
            </a:endParaRPr>
          </a:p>
          <a:p>
            <a:endParaRPr lang="fr-CA" sz="2200">
              <a:latin typeface="Visby CF Medium"/>
              <a:cs typeface="Cordia New"/>
            </a:endParaRPr>
          </a:p>
          <a:p>
            <a:endParaRPr lang="fr-CA" sz="2200" noProof="0">
              <a:latin typeface="Visby CF Medium"/>
              <a:cs typeface="Cordia New"/>
            </a:endParaRPr>
          </a:p>
          <a:p>
            <a:r>
              <a:rPr lang="fr-CA" sz="2200" noProof="0">
                <a:latin typeface="Visby CF Medium"/>
                <a:cs typeface="Cordia New"/>
              </a:rPr>
              <a:t>Rappel : les systèmes d’information incluent la technologie et les personnes (Semaine 1).</a:t>
            </a:r>
          </a:p>
          <a:p>
            <a:r>
              <a:rPr lang="fr-CA" sz="2200" noProof="0">
                <a:latin typeface="Visby CF Medium"/>
                <a:cs typeface="Cordia New"/>
              </a:rPr>
              <a:t>Comme pour toute technologie, il est possible de réfléchir à la valeur que l’IA apporte aux différents acteurs, ainsi qu’aux risques qui peuvent se matérialiser lors de son utilisation.</a:t>
            </a:r>
            <a:endParaRPr lang="en-CA" sz="2200" noProof="0" dirty="0"/>
          </a:p>
        </p:txBody>
      </p:sp>
      <p:sp>
        <p:nvSpPr>
          <p:cNvPr id="4" name="Title 3">
            <a:extLst>
              <a:ext uri="{FF2B5EF4-FFF2-40B4-BE49-F238E27FC236}">
                <a16:creationId xmlns:a16="http://schemas.microsoft.com/office/drawing/2014/main" id="{DF65604D-7174-E26C-4800-D9065E83EE59}"/>
              </a:ext>
            </a:extLst>
          </p:cNvPr>
          <p:cNvSpPr>
            <a:spLocks noGrp="1"/>
          </p:cNvSpPr>
          <p:nvPr>
            <p:ph type="title"/>
            <p:custDataLst>
              <p:tags r:id="rId2"/>
            </p:custDataLst>
          </p:nvPr>
        </p:nvSpPr>
        <p:spPr/>
        <p:txBody>
          <a:bodyPr>
            <a:normAutofit/>
          </a:bodyPr>
          <a:lstStyle/>
          <a:p>
            <a:pPr marL="360045"/>
            <a:r>
              <a:rPr lang="fr-CA" noProof="0">
                <a:latin typeface="Visby Slab CF Bold"/>
              </a:rPr>
              <a:t>Évaluation critique des avantages et des risques</a:t>
            </a:r>
            <a:endParaRPr lang="en-CA" noProof="0" dirty="0"/>
          </a:p>
        </p:txBody>
      </p:sp>
      <p:graphicFrame>
        <p:nvGraphicFramePr>
          <p:cNvPr id="2" name="Diagram 1">
            <a:extLst>
              <a:ext uri="{FF2B5EF4-FFF2-40B4-BE49-F238E27FC236}">
                <a16:creationId xmlns:a16="http://schemas.microsoft.com/office/drawing/2014/main" id="{A9B80812-4AC5-1816-806E-D94892001CBB}"/>
              </a:ext>
            </a:extLst>
          </p:cNvPr>
          <p:cNvGraphicFramePr/>
          <p:nvPr>
            <p:custDataLst>
              <p:tags r:id="rId3"/>
            </p:custDataLst>
            <p:extLst>
              <p:ext uri="{D42A27DB-BD31-4B8C-83A1-F6EECF244321}">
                <p14:modId xmlns:p14="http://schemas.microsoft.com/office/powerpoint/2010/main" val="406508611"/>
              </p:ext>
            </p:extLst>
          </p:nvPr>
        </p:nvGraphicFramePr>
        <p:xfrm>
          <a:off x="6210300" y="1144621"/>
          <a:ext cx="6597650" cy="326228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3" name="Content Placeholder 4">
            <a:extLst>
              <a:ext uri="{FF2B5EF4-FFF2-40B4-BE49-F238E27FC236}">
                <a16:creationId xmlns:a16="http://schemas.microsoft.com/office/drawing/2014/main" id="{3C579953-7E24-6629-3F4E-450B035B146A}"/>
              </a:ext>
            </a:extLst>
          </p:cNvPr>
          <p:cNvSpPr txBox="1">
            <a:spLocks/>
          </p:cNvSpPr>
          <p:nvPr>
            <p:custDataLst>
              <p:tags r:id="rId4"/>
            </p:custDataLst>
          </p:nvPr>
        </p:nvSpPr>
        <p:spPr>
          <a:xfrm>
            <a:off x="264719" y="1144620"/>
            <a:ext cx="6885381" cy="3579780"/>
          </a:xfrm>
          <a:prstGeom prst="rect">
            <a:avLst/>
          </a:prstGeom>
        </p:spPr>
        <p:txBody>
          <a:bodyPr vert="horz" lIns="91440" tIns="45720" rIns="91440" bIns="45720" rtlCol="0" anchor="t">
            <a:noAutofit/>
          </a:bodyPr>
          <a:lstStyle>
            <a:lvl1pPr marL="228600" indent="-228600" algn="l" defTabSz="914400" rtl="0" eaLnBrk="1" latinLnBrk="0" hangingPunct="1">
              <a:lnSpc>
                <a:spcPct val="150000"/>
              </a:lnSpc>
              <a:spcBef>
                <a:spcPts val="0"/>
              </a:spcBef>
              <a:buClr>
                <a:srgbClr val="888B8D"/>
              </a:buClr>
              <a:buFont typeface="Wingdings" panose="05000000000000000000" pitchFamily="2" charset="2"/>
              <a:buChar char="§"/>
              <a:defRPr sz="2400" kern="1200">
                <a:solidFill>
                  <a:schemeClr val="bg2">
                    <a:lumMod val="25000"/>
                  </a:schemeClr>
                </a:solidFill>
                <a:latin typeface="Visby CF Medium" pitchFamily="50" charset="0"/>
                <a:ea typeface="+mn-ea"/>
                <a:cs typeface="Cordia New" panose="020B0304020202020204" pitchFamily="34" charset="-34"/>
              </a:defRPr>
            </a:lvl1pPr>
            <a:lvl2pPr marL="685800" indent="-228600" algn="l" defTabSz="914400" rtl="0" eaLnBrk="1" latinLnBrk="0" hangingPunct="1">
              <a:lnSpc>
                <a:spcPct val="150000"/>
              </a:lnSpc>
              <a:spcBef>
                <a:spcPts val="0"/>
              </a:spcBef>
              <a:buClr>
                <a:srgbClr val="888B8D"/>
              </a:buClr>
              <a:buFont typeface="Wingdings" panose="05000000000000000000" pitchFamily="2" charset="2"/>
              <a:buChar char="§"/>
              <a:defRPr sz="2000" kern="1200">
                <a:solidFill>
                  <a:schemeClr val="bg2">
                    <a:lumMod val="25000"/>
                  </a:schemeClr>
                </a:solidFill>
                <a:latin typeface="Visby CF Medium" pitchFamily="50" charset="0"/>
                <a:ea typeface="+mn-ea"/>
                <a:cs typeface="Cordia New" panose="020B0304020202020204" pitchFamily="34" charset="-34"/>
              </a:defRPr>
            </a:lvl2pPr>
            <a:lvl3pPr marL="1143000" indent="-228600" algn="l" defTabSz="914400" rtl="0" eaLnBrk="1" latinLnBrk="0" hangingPunct="1">
              <a:lnSpc>
                <a:spcPct val="150000"/>
              </a:lnSpc>
              <a:spcBef>
                <a:spcPts val="0"/>
              </a:spcBef>
              <a:buClr>
                <a:srgbClr val="888B8D"/>
              </a:buClr>
              <a:buFont typeface="Wingdings" panose="05000000000000000000" pitchFamily="2" charset="2"/>
              <a:buChar char="§"/>
              <a:defRPr sz="1800" kern="1200">
                <a:solidFill>
                  <a:schemeClr val="bg2">
                    <a:lumMod val="25000"/>
                  </a:schemeClr>
                </a:solidFill>
                <a:latin typeface="Visby CF Medium" pitchFamily="50" charset="0"/>
                <a:ea typeface="+mn-ea"/>
                <a:cs typeface="Cordia New" panose="020B0304020202020204" pitchFamily="34" charset="-34"/>
              </a:defRPr>
            </a:lvl3pPr>
            <a:lvl4pPr marL="16002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Medium" pitchFamily="50" charset="0"/>
                <a:ea typeface="+mn-ea"/>
                <a:cs typeface="Cordia New" panose="020B0304020202020204" pitchFamily="34" charset="-34"/>
              </a:defRPr>
            </a:lvl4pPr>
            <a:lvl5pPr marL="2057400" indent="-228600" algn="l" defTabSz="914400" rtl="0" eaLnBrk="1" latinLnBrk="0" hangingPunct="1">
              <a:lnSpc>
                <a:spcPct val="150000"/>
              </a:lnSpc>
              <a:spcBef>
                <a:spcPts val="0"/>
              </a:spcBef>
              <a:buClr>
                <a:srgbClr val="888B8D"/>
              </a:buClr>
              <a:buFont typeface="Wingdings" panose="05000000000000000000" pitchFamily="2" charset="2"/>
              <a:buChar char="§"/>
              <a:defRPr sz="1600" kern="1200">
                <a:solidFill>
                  <a:schemeClr val="bg2">
                    <a:lumMod val="25000"/>
                  </a:schemeClr>
                </a:solidFill>
                <a:latin typeface="Visby CF Medium" pitchFamily="50" charset="0"/>
                <a:ea typeface="+mn-ea"/>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CA" sz="2200">
                <a:latin typeface="Visby CF Medium"/>
                <a:cs typeface="Cordia New"/>
              </a:rPr>
              <a:t>L’IA peut automatiser ou augmenter le travail de manière nouvelle et marquante, et ne devrait pas être évaluée uniquement en termes techniques </a:t>
            </a:r>
            <a:br>
              <a:rPr lang="fr-CA" sz="2200">
                <a:latin typeface="Visby CF Medium"/>
                <a:cs typeface="Cordia New"/>
              </a:rPr>
            </a:br>
            <a:r>
              <a:rPr lang="fr-CA" sz="2200">
                <a:latin typeface="Visby CF Medium"/>
                <a:cs typeface="Cordia New"/>
              </a:rPr>
              <a:t>(p. ex. : qualité des données, exactitude du modèle, ou coût).</a:t>
            </a:r>
          </a:p>
          <a:p>
            <a:pPr lvl="1"/>
            <a:r>
              <a:rPr lang="fr-CA" sz="1600">
                <a:latin typeface="Visby CF Medium"/>
                <a:cs typeface="Cordia New"/>
              </a:rPr>
              <a:t>Automatisation par l’IA : remplacement des travailleurs humains.</a:t>
            </a:r>
          </a:p>
          <a:p>
            <a:pPr lvl="1"/>
            <a:r>
              <a:rPr lang="fr-CA" sz="1600">
                <a:latin typeface="Visby CF Medium"/>
                <a:cs typeface="Cordia New"/>
              </a:rPr>
              <a:t>Augmentation par l’IA : collaboration avec les travailleurs.</a:t>
            </a:r>
            <a:endParaRPr lang="fr-CA" sz="2200">
              <a:latin typeface="Visby CF Medium"/>
              <a:cs typeface="Cordia New"/>
            </a:endParaRPr>
          </a:p>
        </p:txBody>
      </p:sp>
      <p:pic>
        <p:nvPicPr>
          <p:cNvPr id="6" name="Image 5" descr="Une image contenant Police, Graphique, capture d’écran, graphisme&#10;&#10;Description générée automatiquement">
            <a:extLst>
              <a:ext uri="{FF2B5EF4-FFF2-40B4-BE49-F238E27FC236}">
                <a16:creationId xmlns:a16="http://schemas.microsoft.com/office/drawing/2014/main" id="{E38CF2D4-B36C-EC62-3077-E55BBD9FEE40}"/>
              </a:ext>
            </a:extLst>
          </p:cNvPr>
          <p:cNvPicPr>
            <a:picLocks noChangeAspect="1"/>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2192394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46267-D18E-1689-187B-DCC407BB50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31DC242-288D-6D75-D71B-4E077233A926}"/>
              </a:ext>
            </a:extLst>
          </p:cNvPr>
          <p:cNvSpPr>
            <a:spLocks noGrp="1"/>
          </p:cNvSpPr>
          <p:nvPr>
            <p:ph type="title"/>
            <p:custDataLst>
              <p:tags r:id="rId1"/>
            </p:custDataLst>
          </p:nvPr>
        </p:nvSpPr>
        <p:spPr/>
        <p:txBody>
          <a:bodyPr>
            <a:norm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r>
              <a:rPr lang="fr-CA" sz="2900">
                <a:solidFill>
                  <a:schemeClr val="bg1"/>
                </a:solidFill>
                <a:latin typeface="Visby Slab CF Bold"/>
                <a:ea typeface="+mn-lt"/>
                <a:cs typeface="+mn-lt"/>
              </a:rPr>
              <a:t>	</a:t>
            </a:r>
            <a:r>
              <a:rPr lang="fr-CA" sz="2900" noProof="0">
                <a:solidFill>
                  <a:schemeClr val="bg1"/>
                </a:solidFill>
                <a:latin typeface="Visby Slab CF Bold"/>
                <a:ea typeface="+mn-lt"/>
                <a:cs typeface="+mn-lt"/>
              </a:rPr>
              <a:t>Évaluation critique des avantages et des risques</a:t>
            </a:r>
            <a:endParaRPr lang="en-CA" sz="2900" noProof="0" dirty="0">
              <a:solidFill>
                <a:srgbClr val="000000"/>
              </a:solidFill>
              <a:latin typeface="Visby Slab CF Bold"/>
              <a:ea typeface="+mn-lt"/>
              <a:cs typeface="+mn-lt"/>
            </a:endParaRPr>
          </a:p>
        </p:txBody>
      </p:sp>
      <p:sp>
        <p:nvSpPr>
          <p:cNvPr id="4" name="Text Placeholder 3">
            <a:extLst>
              <a:ext uri="{FF2B5EF4-FFF2-40B4-BE49-F238E27FC236}">
                <a16:creationId xmlns:a16="http://schemas.microsoft.com/office/drawing/2014/main" id="{1C642E89-72A6-666A-9D55-7D4D28A82521}"/>
              </a:ext>
            </a:extLst>
          </p:cNvPr>
          <p:cNvSpPr>
            <a:spLocks noGrp="1"/>
          </p:cNvSpPr>
          <p:nvPr>
            <p:ph idx="1"/>
            <p:custDataLst>
              <p:tags r:id="rId2"/>
            </p:custDataLst>
          </p:nvPr>
        </p:nvSpPr>
        <p:spPr/>
        <p:txBody>
          <a:bodyPr vert="horz" lIns="91440" tIns="45720" rIns="91440" bIns="45720" rtlCol="0" anchor="t">
            <a:normAutofit/>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342900" indent="-342900">
              <a:lnSpc>
                <a:spcPct val="130000"/>
              </a:lnSpc>
            </a:pPr>
            <a:r>
              <a:rPr lang="fr-CA" sz="2200" noProof="0">
                <a:solidFill>
                  <a:schemeClr val="bg2">
                    <a:lumMod val="25000"/>
                  </a:schemeClr>
                </a:solidFill>
                <a:latin typeface="Visby CF Medium"/>
                <a:cs typeface="Cordia New"/>
              </a:rPr>
              <a:t>En automatisant et en augmentant le travail, l’IA peut assumer différents </a:t>
            </a:r>
            <a:br>
              <a:rPr lang="fr-CA" sz="2200" noProof="0">
                <a:solidFill>
                  <a:schemeClr val="bg2">
                    <a:lumMod val="25000"/>
                  </a:schemeClr>
                </a:solidFill>
                <a:latin typeface="Visby CF Medium"/>
                <a:cs typeface="Cordia New"/>
              </a:rPr>
            </a:br>
            <a:r>
              <a:rPr lang="fr-CA" sz="2200" noProof="0">
                <a:solidFill>
                  <a:schemeClr val="bg2">
                    <a:lumMod val="25000"/>
                  </a:schemeClr>
                </a:solidFill>
                <a:latin typeface="Visby CF Medium"/>
                <a:cs typeface="Cordia New"/>
              </a:rPr>
              <a:t>rôles, entraînant des conséquences distinctes pour les parties prenantes</a:t>
            </a:r>
          </a:p>
          <a:p>
            <a:pPr marL="342900" indent="-342900">
              <a:lnSpc>
                <a:spcPct val="130000"/>
              </a:lnSpc>
            </a:pPr>
            <a:r>
              <a:rPr lang="fr-CA" sz="2200">
                <a:solidFill>
                  <a:schemeClr val="bg2">
                    <a:lumMod val="25000"/>
                  </a:schemeClr>
                </a:solidFill>
                <a:latin typeface="Visby CF Medium"/>
                <a:cs typeface="Cordia New"/>
              </a:rPr>
              <a:t>Les activités «cœur métier» sont essentielles à la contribution </a:t>
            </a:r>
            <a:br>
              <a:rPr lang="fr-CA" sz="2200">
                <a:solidFill>
                  <a:schemeClr val="bg2">
                    <a:lumMod val="25000"/>
                  </a:schemeClr>
                </a:solidFill>
                <a:latin typeface="Visby CF Medium"/>
                <a:cs typeface="Cordia New"/>
              </a:rPr>
            </a:br>
            <a:r>
              <a:rPr lang="fr-CA" sz="2200">
                <a:solidFill>
                  <a:schemeClr val="bg2">
                    <a:lumMod val="25000"/>
                  </a:schemeClr>
                </a:solidFill>
                <a:latin typeface="Visby CF Medium"/>
                <a:cs typeface="Cordia New"/>
              </a:rPr>
              <a:t>d’un travailleur à l’organisation, contrairement aux activités périphériques.</a:t>
            </a:r>
            <a:endParaRPr lang="en-CA" sz="2200" noProof="0" dirty="0">
              <a:solidFill>
                <a:schemeClr val="bg2">
                  <a:lumMod val="25000"/>
                </a:schemeClr>
              </a:solidFill>
              <a:latin typeface="Visby CF Medium"/>
              <a:cs typeface="Cordia New"/>
            </a:endParaRPr>
          </a:p>
        </p:txBody>
      </p:sp>
      <p:graphicFrame>
        <p:nvGraphicFramePr>
          <p:cNvPr id="6" name="Content Placeholder 3">
            <a:extLst>
              <a:ext uri="{FF2B5EF4-FFF2-40B4-BE49-F238E27FC236}">
                <a16:creationId xmlns:a16="http://schemas.microsoft.com/office/drawing/2014/main" id="{A84F7375-4178-A0B2-E533-93423B953173}"/>
              </a:ext>
            </a:extLst>
          </p:cNvPr>
          <p:cNvGraphicFramePr>
            <a:graphicFrameLocks/>
          </p:cNvGraphicFramePr>
          <p:nvPr>
            <p:custDataLst>
              <p:tags r:id="rId3"/>
            </p:custDataLst>
            <p:extLst>
              <p:ext uri="{D42A27DB-BD31-4B8C-83A1-F6EECF244321}">
                <p14:modId xmlns:p14="http://schemas.microsoft.com/office/powerpoint/2010/main" val="3240692444"/>
              </p:ext>
            </p:extLst>
          </p:nvPr>
        </p:nvGraphicFramePr>
        <p:xfrm>
          <a:off x="672810" y="2887425"/>
          <a:ext cx="10846379" cy="3584227"/>
        </p:xfrm>
        <a:graphic>
          <a:graphicData uri="http://schemas.openxmlformats.org/drawingml/2006/table">
            <a:tbl>
              <a:tblPr firstRow="1" bandRow="1"/>
              <a:tblGrid>
                <a:gridCol w="526536">
                  <a:extLst>
                    <a:ext uri="{9D8B030D-6E8A-4147-A177-3AD203B41FA5}">
                      <a16:colId xmlns:a16="http://schemas.microsoft.com/office/drawing/2014/main" val="2699099588"/>
                    </a:ext>
                  </a:extLst>
                </a:gridCol>
                <a:gridCol w="2027285">
                  <a:extLst>
                    <a:ext uri="{9D8B030D-6E8A-4147-A177-3AD203B41FA5}">
                      <a16:colId xmlns:a16="http://schemas.microsoft.com/office/drawing/2014/main" val="2123710375"/>
                    </a:ext>
                  </a:extLst>
                </a:gridCol>
                <a:gridCol w="4146279">
                  <a:extLst>
                    <a:ext uri="{9D8B030D-6E8A-4147-A177-3AD203B41FA5}">
                      <a16:colId xmlns:a16="http://schemas.microsoft.com/office/drawing/2014/main" val="861649927"/>
                    </a:ext>
                  </a:extLst>
                </a:gridCol>
                <a:gridCol w="4146279">
                  <a:extLst>
                    <a:ext uri="{9D8B030D-6E8A-4147-A177-3AD203B41FA5}">
                      <a16:colId xmlns:a16="http://schemas.microsoft.com/office/drawing/2014/main" val="1970998554"/>
                    </a:ext>
                  </a:extLst>
                </a:gridCol>
              </a:tblGrid>
              <a:tr h="584200">
                <a:tc rowSpan="2" gridSpan="2">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endParaRPr lang="en-CA" sz="2200" noProof="0" dirty="0">
                        <a:latin typeface="Visby CF" pitchFamily="50" charset="0"/>
                      </a:endParaRPr>
                    </a:p>
                  </a:txBody>
                  <a:tcPr marL="121920" marR="121920" marT="60960" marB="60960" anchor="ctr">
                    <a:lnL w="12700" cap="flat" cmpd="sng" algn="ctr">
                      <a:solidFill>
                        <a:sysClr val="windowText" lastClr="000000"/>
                      </a:solidFill>
                      <a:prstDash val="solid"/>
                      <a:round/>
                      <a:headEnd type="none" w="med" len="med"/>
                      <a:tailEnd type="none" w="med" len="med"/>
                    </a:lnL>
                    <a:lnR w="12700" cmpd="sng">
                      <a:solidFill>
                        <a:sysClr val="windowText" lastClr="000000"/>
                      </a:solidFill>
                    </a:lnR>
                    <a:lnT w="12700" cap="flat" cmpd="sng" algn="ctr">
                      <a:solidFill>
                        <a:sysClr val="windowText" lastClr="000000"/>
                      </a:solidFill>
                      <a:prstDash val="solid"/>
                      <a:round/>
                      <a:headEnd type="none" w="med" len="med"/>
                      <a:tailEnd type="none" w="med" len="med"/>
                    </a:lnT>
                    <a:lnB w="12700" cmpd="sng">
                      <a:solidFill>
                        <a:sysClr val="windowText" lastClr="000000"/>
                      </a:solidFill>
                    </a:lnB>
                    <a:lnTlToBr w="12700" cmpd="sng">
                      <a:noFill/>
                      <a:prstDash val="solid"/>
                    </a:lnTlToBr>
                    <a:lnBlToTr w="12700" cmpd="sng">
                      <a:noFill/>
                      <a:prstDash val="solid"/>
                    </a:lnBlToTr>
                    <a:noFill/>
                  </a:tcPr>
                </a:tc>
                <a:tc rowSpan="2" hMerge="1">
                  <a:txBody>
                    <a:bodyPr/>
                    <a:lstStyle/>
                    <a:p>
                      <a:pPr algn="ctr"/>
                      <a:endParaRPr lang="en-CA"/>
                    </a:p>
                  </a:txBody>
                  <a:tcPr anchor="ctr"/>
                </a:tc>
                <a:tc gridSpan="2">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r>
                        <a:rPr lang="en-CA" sz="2200" noProof="0" dirty="0">
                          <a:solidFill>
                            <a:schemeClr val="tx1"/>
                          </a:solidFill>
                          <a:latin typeface="Visby Slab CF Bold" panose="00000800000000000000" pitchFamily="50" charset="0"/>
                        </a:rPr>
                        <a:t>Mode </a:t>
                      </a:r>
                      <a:r>
                        <a:rPr lang="en-CA" sz="2200" noProof="0" dirty="0" err="1">
                          <a:solidFill>
                            <a:schemeClr val="tx1"/>
                          </a:solidFill>
                          <a:latin typeface="Visby Slab CF Bold" panose="00000800000000000000" pitchFamily="50" charset="0"/>
                        </a:rPr>
                        <a:t>d’utilisation</a:t>
                      </a:r>
                      <a:endParaRPr lang="en-CA" sz="2200" noProof="0" dirty="0">
                        <a:solidFill>
                          <a:schemeClr val="tx1"/>
                        </a:solidFill>
                        <a:latin typeface="Visby Slab CF Bold" panose="00000800000000000000" pitchFamily="50" charset="0"/>
                      </a:endParaRPr>
                    </a:p>
                  </a:txBody>
                  <a:tcPr marL="121920" marR="121920" marT="60960" marB="60960"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hMerge="1">
                  <a:txBody>
                    <a:bodyPr/>
                    <a:lstStyle/>
                    <a:p>
                      <a:endParaRPr lang="en-CA"/>
                    </a:p>
                  </a:txBody>
                  <a:tcPr/>
                </a:tc>
                <a:extLst>
                  <a:ext uri="{0D108BD9-81ED-4DB2-BD59-A6C34878D82A}">
                    <a16:rowId xmlns:a16="http://schemas.microsoft.com/office/drawing/2014/main" val="2269269711"/>
                  </a:ext>
                </a:extLst>
              </a:tr>
              <a:tr h="722032">
                <a:tc gridSpan="2" vMerge="1">
                  <a:txBody>
                    <a:bodyPr/>
                    <a:lstStyle/>
                    <a:p>
                      <a:pPr algn="ctr"/>
                      <a:endParaRPr lang="en-CA"/>
                    </a:p>
                  </a:txBody>
                  <a:tcPr vert="vert270" anchor="ctr"/>
                </a:tc>
                <a:tc hMerge="1" vMerge="1">
                  <a:txBody>
                    <a:bodyPr/>
                    <a:lstStyle/>
                    <a:p>
                      <a:endParaRPr lang="en-CA"/>
                    </a:p>
                  </a:txBody>
                  <a:tcPr/>
                </a:tc>
                <a:tc>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r>
                        <a:rPr lang="en-CA" sz="2200" noProof="0">
                          <a:solidFill>
                            <a:schemeClr val="accent3"/>
                          </a:solidFill>
                          <a:latin typeface="Visby Slab CF Bold" panose="00000800000000000000" pitchFamily="50" charset="0"/>
                        </a:rPr>
                        <a:t>       </a:t>
                      </a:r>
                      <a:r>
                        <a:rPr lang="en-CA" sz="2200" noProof="0">
                          <a:solidFill>
                            <a:schemeClr val="accent3"/>
                          </a:solidFill>
                          <a:latin typeface="Visby CF Extra Bold" pitchFamily="50" charset="0"/>
                        </a:rPr>
                        <a:t>Augmentation</a:t>
                      </a:r>
                      <a:endParaRPr lang="en-CA" sz="2200" noProof="0" dirty="0">
                        <a:solidFill>
                          <a:schemeClr val="accent3"/>
                        </a:solidFill>
                        <a:latin typeface="Visby CF Extra Bold" pitchFamily="50" charset="0"/>
                      </a:endParaRPr>
                    </a:p>
                  </a:txBody>
                  <a:tcPr marL="173235" marR="173235" marT="86617" marB="86617"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r>
                        <a:rPr lang="en-CA" sz="2200" noProof="0">
                          <a:solidFill>
                            <a:schemeClr val="accent4"/>
                          </a:solidFill>
                          <a:latin typeface="Visby CF Extra Bold" pitchFamily="50" charset="0"/>
                        </a:rPr>
                        <a:t>       Automatisation</a:t>
                      </a:r>
                      <a:endParaRPr lang="en-CA" sz="2200" noProof="0" dirty="0">
                        <a:solidFill>
                          <a:schemeClr val="accent4"/>
                        </a:solidFill>
                        <a:latin typeface="Visby CF Extra Bold" pitchFamily="50" charset="0"/>
                      </a:endParaRPr>
                    </a:p>
                  </a:txBody>
                  <a:tcPr marL="173235" marR="173235" marT="86617" marB="86617"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extLst>
                  <a:ext uri="{0D108BD9-81ED-4DB2-BD59-A6C34878D82A}">
                    <a16:rowId xmlns:a16="http://schemas.microsoft.com/office/drawing/2014/main" val="1398182334"/>
                  </a:ext>
                </a:extLst>
              </a:tr>
              <a:tr h="1230505">
                <a:tc rowSpan="2">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r>
                        <a:rPr lang="en-CA" sz="2200" noProof="0" dirty="0" err="1">
                          <a:latin typeface="Visby Slab CF Bold" panose="00000800000000000000" pitchFamily="50" charset="0"/>
                        </a:rPr>
                        <a:t>Tâche</a:t>
                      </a:r>
                      <a:endParaRPr lang="en-CA" sz="2200" noProof="0" dirty="0">
                        <a:latin typeface="Visby Slab CF Bold" panose="00000800000000000000" pitchFamily="50" charset="0"/>
                      </a:endParaRPr>
                    </a:p>
                  </a:txBody>
                  <a:tcPr marL="121920" marR="121920" marT="60960" marB="60960" vert="vert270"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r>
                        <a:rPr lang="en-CA" sz="2200" noProof="0" dirty="0">
                          <a:latin typeface="Visby CF" pitchFamily="50" charset="0"/>
                        </a:rPr>
                        <a:t>Coeur métier</a:t>
                      </a:r>
                    </a:p>
                  </a:txBody>
                  <a:tcPr marL="173235" marR="173235" marT="86617" marB="86617"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r>
                        <a:rPr lang="en-CA" sz="2200" noProof="0" dirty="0">
                          <a:latin typeface="Visby CF" pitchFamily="50" charset="0"/>
                        </a:rPr>
                        <a:t>L’IA </a:t>
                      </a:r>
                      <a:r>
                        <a:rPr lang="en-CA" sz="2200" noProof="0" dirty="0" err="1">
                          <a:latin typeface="Visby CF" pitchFamily="50" charset="0"/>
                        </a:rPr>
                        <a:t>supporte</a:t>
                      </a:r>
                      <a:r>
                        <a:rPr lang="en-CA" sz="2200" noProof="0" dirty="0">
                          <a:latin typeface="Visby CF" pitchFamily="50" charset="0"/>
                        </a:rPr>
                        <a:t> des </a:t>
                      </a:r>
                      <a:r>
                        <a:rPr lang="en-CA" sz="2200" noProof="0" dirty="0" err="1">
                          <a:latin typeface="Visby CF" pitchFamily="50" charset="0"/>
                        </a:rPr>
                        <a:t>tâches</a:t>
                      </a:r>
                      <a:r>
                        <a:rPr lang="en-CA" sz="2200" noProof="0" dirty="0">
                          <a:latin typeface="Visby CF" pitchFamily="50" charset="0"/>
                        </a:rPr>
                        <a:t> au </a:t>
                      </a:r>
                      <a:r>
                        <a:rPr lang="en-CA" sz="2200" noProof="0" dirty="0" err="1">
                          <a:latin typeface="Visby CF" pitchFamily="50" charset="0"/>
                        </a:rPr>
                        <a:t>cœur</a:t>
                      </a:r>
                      <a:r>
                        <a:rPr lang="en-CA" sz="2200" noProof="0" dirty="0">
                          <a:latin typeface="Visby CF" pitchFamily="50" charset="0"/>
                        </a:rPr>
                        <a:t> du métier</a:t>
                      </a:r>
                    </a:p>
                  </a:txBody>
                  <a:tcPr marL="173235" marR="173235" marT="86617" marB="86617"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3">
                        <a:lumMod val="20000"/>
                        <a:lumOff val="80000"/>
                      </a:schemeClr>
                    </a:solidFill>
                  </a:tcPr>
                </a:tc>
                <a:tc>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r>
                        <a:rPr lang="en-CA" sz="2200" noProof="0" dirty="0">
                          <a:solidFill>
                            <a:schemeClr val="tx1"/>
                          </a:solidFill>
                          <a:latin typeface="Visby Slab CF Bold" panose="00000800000000000000" pitchFamily="50" charset="0"/>
                        </a:rPr>
                        <a:t>L’IA </a:t>
                      </a:r>
                      <a:r>
                        <a:rPr lang="en-CA" sz="2200" noProof="0" dirty="0" err="1">
                          <a:solidFill>
                            <a:schemeClr val="tx1"/>
                          </a:solidFill>
                          <a:latin typeface="Visby Slab CF Bold" panose="00000800000000000000" pitchFamily="50" charset="0"/>
                        </a:rPr>
                        <a:t>prend</a:t>
                      </a:r>
                      <a:r>
                        <a:rPr lang="en-CA" sz="2200" noProof="0" dirty="0">
                          <a:solidFill>
                            <a:schemeClr val="tx1"/>
                          </a:solidFill>
                          <a:latin typeface="Visby Slab CF Bold" panose="00000800000000000000" pitchFamily="50" charset="0"/>
                        </a:rPr>
                        <a:t> </a:t>
                      </a:r>
                      <a:r>
                        <a:rPr lang="en-CA" sz="2200" noProof="0" dirty="0" err="1">
                          <a:solidFill>
                            <a:schemeClr val="tx1"/>
                          </a:solidFill>
                          <a:latin typeface="Visby Slab CF Bold" panose="00000800000000000000" pitchFamily="50" charset="0"/>
                        </a:rPr>
                        <a:t>en</a:t>
                      </a:r>
                      <a:r>
                        <a:rPr lang="en-CA" sz="2200" noProof="0" dirty="0">
                          <a:solidFill>
                            <a:schemeClr val="tx1"/>
                          </a:solidFill>
                          <a:latin typeface="Visby Slab CF Bold" panose="00000800000000000000" pitchFamily="50" charset="0"/>
                        </a:rPr>
                        <a:t> charge des </a:t>
                      </a:r>
                      <a:r>
                        <a:rPr lang="en-CA" sz="2200" noProof="0" dirty="0" err="1">
                          <a:solidFill>
                            <a:schemeClr val="tx1"/>
                          </a:solidFill>
                          <a:latin typeface="Visby Slab CF Bold" panose="00000800000000000000" pitchFamily="50" charset="0"/>
                        </a:rPr>
                        <a:t>tâches</a:t>
                      </a:r>
                      <a:r>
                        <a:rPr lang="en-CA" sz="2200" noProof="0" dirty="0">
                          <a:solidFill>
                            <a:schemeClr val="tx1"/>
                          </a:solidFill>
                          <a:latin typeface="Visby Slab CF Bold" panose="00000800000000000000" pitchFamily="50" charset="0"/>
                        </a:rPr>
                        <a:t> au </a:t>
                      </a:r>
                      <a:r>
                        <a:rPr lang="en-CA" sz="2200" noProof="0" dirty="0" err="1">
                          <a:solidFill>
                            <a:schemeClr val="tx1"/>
                          </a:solidFill>
                          <a:latin typeface="Visby Slab CF Bold" panose="00000800000000000000" pitchFamily="50" charset="0"/>
                        </a:rPr>
                        <a:t>cœur</a:t>
                      </a:r>
                      <a:r>
                        <a:rPr lang="en-CA" sz="2200" noProof="0" dirty="0">
                          <a:solidFill>
                            <a:schemeClr val="tx1"/>
                          </a:solidFill>
                          <a:latin typeface="Visby Slab CF Bold" panose="00000800000000000000" pitchFamily="50" charset="0"/>
                        </a:rPr>
                        <a:t> du métier</a:t>
                      </a:r>
                    </a:p>
                  </a:txBody>
                  <a:tcPr marL="173235" marR="173235" marT="86617" marB="86617"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4">
                        <a:lumMod val="60000"/>
                        <a:lumOff val="40000"/>
                        <a:alpha val="40000"/>
                      </a:schemeClr>
                    </a:solidFill>
                  </a:tcPr>
                </a:tc>
                <a:extLst>
                  <a:ext uri="{0D108BD9-81ED-4DB2-BD59-A6C34878D82A}">
                    <a16:rowId xmlns:a16="http://schemas.microsoft.com/office/drawing/2014/main" val="3487482071"/>
                  </a:ext>
                </a:extLst>
              </a:tr>
              <a:tr h="1047490">
                <a:tc vMerge="1">
                  <a:txBody>
                    <a:bodyPr/>
                    <a:lstStyle/>
                    <a:p>
                      <a:endParaRPr lang="en-CA"/>
                    </a:p>
                  </a:txBody>
                  <a:tcPr/>
                </a:tc>
                <a:tc>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r>
                        <a:rPr lang="en-CA" sz="2200" noProof="0" dirty="0">
                          <a:latin typeface="Visby CF" pitchFamily="50" charset="0"/>
                        </a:rPr>
                        <a:t>Périphérique</a:t>
                      </a:r>
                    </a:p>
                  </a:txBody>
                  <a:tcPr marL="173235" marR="173235" marT="86617" marB="86617"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noFill/>
                  </a:tcPr>
                </a:tc>
                <a:tc>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CA" sz="2200" noProof="0" dirty="0">
                          <a:latin typeface="Visby CF" pitchFamily="50" charset="0"/>
                        </a:rPr>
                        <a:t>L’IA </a:t>
                      </a:r>
                      <a:r>
                        <a:rPr lang="en-CA" sz="2200" noProof="0" dirty="0" err="1">
                          <a:latin typeface="Visby CF" pitchFamily="50" charset="0"/>
                        </a:rPr>
                        <a:t>supporte</a:t>
                      </a:r>
                      <a:r>
                        <a:rPr lang="en-CA" sz="2200" noProof="0" dirty="0">
                          <a:latin typeface="Visby CF" pitchFamily="50" charset="0"/>
                        </a:rPr>
                        <a:t> des </a:t>
                      </a:r>
                      <a:r>
                        <a:rPr lang="en-CA" sz="2200" noProof="0" dirty="0" err="1">
                          <a:latin typeface="Visby CF" pitchFamily="50" charset="0"/>
                        </a:rPr>
                        <a:t>tâches</a:t>
                      </a:r>
                      <a:r>
                        <a:rPr lang="en-CA" sz="2200" noProof="0" dirty="0">
                          <a:latin typeface="Visby CF" pitchFamily="50" charset="0"/>
                        </a:rPr>
                        <a:t> </a:t>
                      </a:r>
                      <a:r>
                        <a:rPr lang="en-CA" sz="2200" noProof="0" dirty="0" err="1">
                          <a:latin typeface="Visby CF" pitchFamily="50" charset="0"/>
                        </a:rPr>
                        <a:t>périphériques</a:t>
                      </a:r>
                      <a:endParaRPr lang="en-CA" sz="2200" noProof="0" dirty="0">
                        <a:latin typeface="Visby CF" pitchFamily="50" charset="0"/>
                      </a:endParaRPr>
                    </a:p>
                  </a:txBody>
                  <a:tcPr marL="173235" marR="173235" marT="86617" marB="86617"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3">
                        <a:lumMod val="20000"/>
                        <a:lumOff val="80000"/>
                      </a:schemeClr>
                    </a:solidFill>
                  </a:tcPr>
                </a:tc>
                <a:tc>
                  <a:txBody>
                    <a:bodyPr/>
                    <a:lstStyle>
                      <a:lvl1pPr marL="0" algn="l" defTabSz="822960" rtl="0" eaLnBrk="1" latinLnBrk="0" hangingPunct="1">
                        <a:defRPr sz="1620" kern="1200">
                          <a:solidFill>
                            <a:schemeClr val="tx1"/>
                          </a:solidFill>
                          <a:latin typeface="Calibri" panose="020F0502020204030204"/>
                        </a:defRPr>
                      </a:lvl1pPr>
                      <a:lvl2pPr marL="411480" algn="l" defTabSz="822960" rtl="0" eaLnBrk="1" latinLnBrk="0" hangingPunct="1">
                        <a:defRPr sz="1620" kern="1200">
                          <a:solidFill>
                            <a:schemeClr val="tx1"/>
                          </a:solidFill>
                          <a:latin typeface="Calibri" panose="020F0502020204030204"/>
                        </a:defRPr>
                      </a:lvl2pPr>
                      <a:lvl3pPr marL="822960" algn="l" defTabSz="822960" rtl="0" eaLnBrk="1" latinLnBrk="0" hangingPunct="1">
                        <a:defRPr sz="1620" kern="1200">
                          <a:solidFill>
                            <a:schemeClr val="tx1"/>
                          </a:solidFill>
                          <a:latin typeface="Calibri" panose="020F0502020204030204"/>
                        </a:defRPr>
                      </a:lvl3pPr>
                      <a:lvl4pPr marL="1234440" algn="l" defTabSz="822960" rtl="0" eaLnBrk="1" latinLnBrk="0" hangingPunct="1">
                        <a:defRPr sz="1620" kern="1200">
                          <a:solidFill>
                            <a:schemeClr val="tx1"/>
                          </a:solidFill>
                          <a:latin typeface="Calibri" panose="020F0502020204030204"/>
                        </a:defRPr>
                      </a:lvl4pPr>
                      <a:lvl5pPr marL="1645920" algn="l" defTabSz="822960" rtl="0" eaLnBrk="1" latinLnBrk="0" hangingPunct="1">
                        <a:defRPr sz="1620" kern="1200">
                          <a:solidFill>
                            <a:schemeClr val="tx1"/>
                          </a:solidFill>
                          <a:latin typeface="Calibri" panose="020F0502020204030204"/>
                        </a:defRPr>
                      </a:lvl5pPr>
                      <a:lvl6pPr marL="2057400" algn="l" defTabSz="822960" rtl="0" eaLnBrk="1" latinLnBrk="0" hangingPunct="1">
                        <a:defRPr sz="1620" kern="1200">
                          <a:solidFill>
                            <a:schemeClr val="tx1"/>
                          </a:solidFill>
                          <a:latin typeface="Calibri" panose="020F0502020204030204"/>
                        </a:defRPr>
                      </a:lvl6pPr>
                      <a:lvl7pPr marL="2468880" algn="l" defTabSz="822960" rtl="0" eaLnBrk="1" latinLnBrk="0" hangingPunct="1">
                        <a:defRPr sz="1620" kern="1200">
                          <a:solidFill>
                            <a:schemeClr val="tx1"/>
                          </a:solidFill>
                          <a:latin typeface="Calibri" panose="020F0502020204030204"/>
                        </a:defRPr>
                      </a:lvl7pPr>
                      <a:lvl8pPr marL="2880360" algn="l" defTabSz="822960" rtl="0" eaLnBrk="1" latinLnBrk="0" hangingPunct="1">
                        <a:defRPr sz="1620" kern="1200">
                          <a:solidFill>
                            <a:schemeClr val="tx1"/>
                          </a:solidFill>
                          <a:latin typeface="Calibri" panose="020F0502020204030204"/>
                        </a:defRPr>
                      </a:lvl8pPr>
                      <a:lvl9pPr marL="3291840" algn="l" defTabSz="822960" rtl="0" eaLnBrk="1" latinLnBrk="0" hangingPunct="1">
                        <a:defRPr sz="1620" kern="1200">
                          <a:solidFill>
                            <a:schemeClr val="tx1"/>
                          </a:solidFill>
                          <a:latin typeface="Calibri" panose="020F0502020204030204"/>
                        </a:defRPr>
                      </a:lvl9pPr>
                    </a:lstStyle>
                    <a:p>
                      <a:pPr algn="ctr"/>
                      <a:r>
                        <a:rPr lang="en-CA" sz="2200" noProof="0" dirty="0">
                          <a:latin typeface="Visby CF" pitchFamily="50" charset="0"/>
                        </a:rPr>
                        <a:t>L’IA </a:t>
                      </a:r>
                      <a:r>
                        <a:rPr lang="en-CA" sz="2200" noProof="0" dirty="0" err="1">
                          <a:latin typeface="Visby CF" pitchFamily="50" charset="0"/>
                        </a:rPr>
                        <a:t>prend</a:t>
                      </a:r>
                      <a:r>
                        <a:rPr lang="en-CA" sz="2200" noProof="0" dirty="0">
                          <a:latin typeface="Visby CF" pitchFamily="50" charset="0"/>
                        </a:rPr>
                        <a:t> </a:t>
                      </a:r>
                      <a:r>
                        <a:rPr lang="en-CA" sz="2200" noProof="0" dirty="0" err="1">
                          <a:latin typeface="Visby CF" pitchFamily="50" charset="0"/>
                        </a:rPr>
                        <a:t>en</a:t>
                      </a:r>
                      <a:r>
                        <a:rPr lang="en-CA" sz="2200" noProof="0" dirty="0">
                          <a:latin typeface="Visby CF" pitchFamily="50" charset="0"/>
                        </a:rPr>
                        <a:t> charge des </a:t>
                      </a:r>
                      <a:r>
                        <a:rPr lang="en-CA" sz="2200" noProof="0" dirty="0" err="1">
                          <a:latin typeface="Visby CF" pitchFamily="50" charset="0"/>
                        </a:rPr>
                        <a:t>tâches</a:t>
                      </a:r>
                      <a:r>
                        <a:rPr lang="en-CA" sz="2200" noProof="0" dirty="0">
                          <a:latin typeface="Visby CF" pitchFamily="50" charset="0"/>
                        </a:rPr>
                        <a:t> </a:t>
                      </a:r>
                      <a:r>
                        <a:rPr lang="en-CA" sz="2200" noProof="0" dirty="0" err="1">
                          <a:latin typeface="Visby CF" pitchFamily="50" charset="0"/>
                        </a:rPr>
                        <a:t>périphériques</a:t>
                      </a:r>
                      <a:endParaRPr lang="en-CA" sz="2200" noProof="0" dirty="0">
                        <a:latin typeface="Visby CF" pitchFamily="50" charset="0"/>
                      </a:endParaRPr>
                    </a:p>
                  </a:txBody>
                  <a:tcPr marL="173235" marR="173235" marT="86617" marB="86617" anchor="ctr">
                    <a:lnL w="12700" cmpd="sng">
                      <a:solidFill>
                        <a:sysClr val="windowText" lastClr="000000"/>
                      </a:solidFill>
                    </a:lnL>
                    <a:lnR w="12700" cmpd="sng">
                      <a:solidFill>
                        <a:sysClr val="windowText" lastClr="000000"/>
                      </a:solidFill>
                    </a:lnR>
                    <a:lnT w="12700" cmpd="sng">
                      <a:solidFill>
                        <a:sysClr val="windowText" lastClr="000000"/>
                      </a:solidFill>
                    </a:lnT>
                    <a:lnB w="12700" cmpd="sng">
                      <a:solidFill>
                        <a:sysClr val="windowText" lastClr="000000"/>
                      </a:solidFill>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710841978"/>
                  </a:ext>
                </a:extLst>
              </a:tr>
            </a:tbl>
          </a:graphicData>
        </a:graphic>
      </p:graphicFrame>
      <p:pic>
        <p:nvPicPr>
          <p:cNvPr id="7" name="Graphic 6" descr="Head with gears with solid fill">
            <a:extLst>
              <a:ext uri="{FF2B5EF4-FFF2-40B4-BE49-F238E27FC236}">
                <a16:creationId xmlns:a16="http://schemas.microsoft.com/office/drawing/2014/main" id="{887711E3-C290-5F35-C1B6-8C07F35D554C}"/>
              </a:ext>
            </a:extLst>
          </p:cNvPr>
          <p:cNvPicPr>
            <a:picLocks noChangeAspect="1"/>
          </p:cNvPicPr>
          <p:nvPr>
            <p:custDataLst>
              <p:tags r:id="rId4"/>
            </p:custDataLst>
          </p:nvPr>
        </p:nvPicPr>
        <p:blipFill>
          <a:blip r:embed="rId9">
            <a:extLst>
              <a:ext uri="{96DAC541-7B7A-43D3-8B79-37D633B846F1}">
                <asvg:svgBlip xmlns:asvg="http://schemas.microsoft.com/office/drawing/2016/SVG/main" r:embed="rId10"/>
              </a:ext>
            </a:extLst>
          </a:blip>
          <a:stretch>
            <a:fillRect/>
          </a:stretch>
        </p:blipFill>
        <p:spPr>
          <a:xfrm>
            <a:off x="3800070" y="3537211"/>
            <a:ext cx="697972" cy="697972"/>
          </a:xfrm>
          <a:prstGeom prst="rect">
            <a:avLst/>
          </a:prstGeom>
        </p:spPr>
      </p:pic>
      <p:pic>
        <p:nvPicPr>
          <p:cNvPr id="8" name="Graphic 7" descr="Robot with solid fill">
            <a:extLst>
              <a:ext uri="{FF2B5EF4-FFF2-40B4-BE49-F238E27FC236}">
                <a16:creationId xmlns:a16="http://schemas.microsoft.com/office/drawing/2014/main" id="{6795B666-4976-F3A4-17AB-1697556DFA7A}"/>
              </a:ext>
            </a:extLst>
          </p:cNvPr>
          <p:cNvPicPr>
            <a:picLocks noChangeAspect="1"/>
          </p:cNvPicPr>
          <p:nvPr>
            <p:custDataLst>
              <p:tags r:id="rId5"/>
            </p:custDataLst>
          </p:nvPr>
        </p:nvPicPr>
        <p:blipFill>
          <a:blip r:embed="rId11">
            <a:extLst>
              <a:ext uri="{96DAC541-7B7A-43D3-8B79-37D633B846F1}">
                <asvg:svgBlip xmlns:asvg="http://schemas.microsoft.com/office/drawing/2016/SVG/main" r:embed="rId12"/>
              </a:ext>
            </a:extLst>
          </a:blip>
          <a:stretch>
            <a:fillRect/>
          </a:stretch>
        </p:blipFill>
        <p:spPr>
          <a:xfrm>
            <a:off x="7772928" y="3537211"/>
            <a:ext cx="697972" cy="697972"/>
          </a:xfrm>
          <a:prstGeom prst="rect">
            <a:avLst/>
          </a:prstGeom>
        </p:spPr>
      </p:pic>
      <p:pic>
        <p:nvPicPr>
          <p:cNvPr id="2" name="Image 1" descr="Une image contenant Police, Graphique, capture d’écran, graphisme&#10;&#10;Description générée automatiquement">
            <a:extLst>
              <a:ext uri="{FF2B5EF4-FFF2-40B4-BE49-F238E27FC236}">
                <a16:creationId xmlns:a16="http://schemas.microsoft.com/office/drawing/2014/main" id="{4B43362E-F225-2F93-64A4-EF977F36166F}"/>
              </a:ext>
            </a:extLst>
          </p:cNvPr>
          <p:cNvPicPr>
            <a:picLocks noChangeAspect="1"/>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pic>
        <p:nvPicPr>
          <p:cNvPr id="5" name="Image 4">
            <a:extLst>
              <a:ext uri="{FF2B5EF4-FFF2-40B4-BE49-F238E27FC236}">
                <a16:creationId xmlns:a16="http://schemas.microsoft.com/office/drawing/2014/main" id="{53C69259-FECC-5E34-1491-CC0200A02C36}"/>
              </a:ext>
            </a:extLst>
          </p:cNvPr>
          <p:cNvPicPr>
            <a:picLocks noChangeAspect="1"/>
          </p:cNvPicPr>
          <p:nvPr>
            <p:custDataLst>
              <p:tags r:id="rId7"/>
            </p:custDataLst>
          </p:nvPr>
        </p:nvPicPr>
        <p:blipFill>
          <a:blip r:embed="rId14"/>
          <a:stretch>
            <a:fillRect/>
          </a:stretch>
        </p:blipFill>
        <p:spPr>
          <a:xfrm>
            <a:off x="9913983" y="1221885"/>
            <a:ext cx="1888990" cy="1440000"/>
          </a:xfrm>
          <a:prstGeom prst="rect">
            <a:avLst/>
          </a:prstGeom>
        </p:spPr>
      </p:pic>
    </p:spTree>
    <p:extLst>
      <p:ext uri="{BB962C8B-B14F-4D97-AF65-F5344CB8AC3E}">
        <p14:creationId xmlns:p14="http://schemas.microsoft.com/office/powerpoint/2010/main" val="42328198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9AFF-4BE4-5AD9-2E27-2FC297389C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CFC0A51-1B33-6E1B-AA0E-238E44BACF3C}"/>
              </a:ext>
            </a:extLst>
          </p:cNvPr>
          <p:cNvSpPr>
            <a:spLocks noGrp="1"/>
          </p:cNvSpPr>
          <p:nvPr>
            <p:ph type="title"/>
            <p:custDataLst>
              <p:tags r:id="rId1"/>
            </p:custDataLst>
          </p:nvPr>
        </p:nvSpPr>
        <p:spPr/>
        <p:txBody>
          <a:bodyPr anchor="ctr">
            <a:normAutofit/>
          </a:bodyPr>
          <a:lstStyle/>
          <a:p>
            <a:pPr marL="360045"/>
            <a:r>
              <a:rPr lang="fr-CA" sz="2900">
                <a:latin typeface="Visby Slab CF Bold"/>
                <a:ea typeface="+mn-lt"/>
                <a:cs typeface="+mn-lt"/>
              </a:rPr>
              <a:t>Évaluation critique des avantages et des risques</a:t>
            </a:r>
            <a:endParaRPr lang="en-CA" sz="2900" noProof="0" dirty="0"/>
          </a:p>
        </p:txBody>
      </p:sp>
      <p:graphicFrame>
        <p:nvGraphicFramePr>
          <p:cNvPr id="3" name="Table 2">
            <a:extLst>
              <a:ext uri="{FF2B5EF4-FFF2-40B4-BE49-F238E27FC236}">
                <a16:creationId xmlns:a16="http://schemas.microsoft.com/office/drawing/2014/main" id="{8F072821-3D77-13B7-3841-3777078290FE}"/>
              </a:ext>
            </a:extLst>
          </p:cNvPr>
          <p:cNvGraphicFramePr>
            <a:graphicFrameLocks noGrp="1"/>
          </p:cNvGraphicFramePr>
          <p:nvPr>
            <p:custDataLst>
              <p:tags r:id="rId2"/>
            </p:custDataLst>
            <p:extLst>
              <p:ext uri="{D42A27DB-BD31-4B8C-83A1-F6EECF244321}">
                <p14:modId xmlns:p14="http://schemas.microsoft.com/office/powerpoint/2010/main" val="4180538538"/>
              </p:ext>
            </p:extLst>
          </p:nvPr>
        </p:nvGraphicFramePr>
        <p:xfrm>
          <a:off x="355601" y="956326"/>
          <a:ext cx="11518900" cy="5759287"/>
        </p:xfrm>
        <a:graphic>
          <a:graphicData uri="http://schemas.openxmlformats.org/drawingml/2006/table">
            <a:tbl>
              <a:tblPr bandRow="1">
                <a:tableStyleId>{5DA37D80-6434-44D0-A028-1B22A696006F}</a:tableStyleId>
              </a:tblPr>
              <a:tblGrid>
                <a:gridCol w="1437242">
                  <a:extLst>
                    <a:ext uri="{9D8B030D-6E8A-4147-A177-3AD203B41FA5}">
                      <a16:colId xmlns:a16="http://schemas.microsoft.com/office/drawing/2014/main" val="2674345607"/>
                    </a:ext>
                  </a:extLst>
                </a:gridCol>
                <a:gridCol w="5040829">
                  <a:extLst>
                    <a:ext uri="{9D8B030D-6E8A-4147-A177-3AD203B41FA5}">
                      <a16:colId xmlns:a16="http://schemas.microsoft.com/office/drawing/2014/main" val="2707890900"/>
                    </a:ext>
                  </a:extLst>
                </a:gridCol>
                <a:gridCol w="5040829">
                  <a:extLst>
                    <a:ext uri="{9D8B030D-6E8A-4147-A177-3AD203B41FA5}">
                      <a16:colId xmlns:a16="http://schemas.microsoft.com/office/drawing/2014/main" val="3629205591"/>
                    </a:ext>
                  </a:extLst>
                </a:gridCol>
              </a:tblGrid>
              <a:tr h="369550">
                <a:tc>
                  <a:txBody>
                    <a:bodyPr/>
                    <a:lstStyle/>
                    <a:p>
                      <a:pPr algn="ctr">
                        <a:buNone/>
                      </a:pPr>
                      <a:r>
                        <a:rPr lang="en-CA" sz="1600" b="1" noProof="0" dirty="0">
                          <a:solidFill>
                            <a:schemeClr val="bg1"/>
                          </a:solidFill>
                          <a:latin typeface="Visby Slab CF Bold" panose="00000800000000000000" pitchFamily="50" charset="0"/>
                          <a:ea typeface="Calibri"/>
                          <a:cs typeface="Calibri"/>
                        </a:rPr>
                        <a:t>Perspective</a:t>
                      </a:r>
                    </a:p>
                  </a:txBody>
                  <a:tcPr marL="82080" marR="82080" marT="41040" marB="41040" anchor="ctr">
                    <a:lnL w="12700" cmpd="sng">
                      <a:noFill/>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AEC7"/>
                    </a:solidFill>
                  </a:tcPr>
                </a:tc>
                <a:tc>
                  <a:txBody>
                    <a:bodyPr/>
                    <a:lstStyle/>
                    <a:p>
                      <a:pPr algn="ctr">
                        <a:buNone/>
                      </a:pPr>
                      <a:r>
                        <a:rPr lang="en-CA" sz="1600" b="1" noProof="0">
                          <a:solidFill>
                            <a:schemeClr val="bg1"/>
                          </a:solidFill>
                          <a:latin typeface="Visby Slab CF Bold" panose="00000800000000000000" pitchFamily="50" charset="0"/>
                          <a:ea typeface="Calibri"/>
                          <a:cs typeface="Calibri"/>
                        </a:rPr>
                        <a:t>Bénéfices potentiels</a:t>
                      </a:r>
                      <a:endParaRPr lang="en-CA" sz="1600" b="1" noProof="0" dirty="0">
                        <a:solidFill>
                          <a:schemeClr val="bg1"/>
                        </a:solidFill>
                        <a:latin typeface="Visby Slab CF Bold" panose="00000800000000000000" pitchFamily="50" charset="0"/>
                        <a:ea typeface="Calibri"/>
                        <a:cs typeface="Calibri"/>
                      </a:endParaRPr>
                    </a:p>
                  </a:txBody>
                  <a:tcPr marL="82080" marR="82080" marT="41040" marB="41040" anchor="ctr">
                    <a:lnL w="12700" cmpd="sng">
                      <a:noFill/>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AEC7"/>
                    </a:solidFill>
                  </a:tcPr>
                </a:tc>
                <a:tc>
                  <a:txBody>
                    <a:bodyPr/>
                    <a:lstStyle/>
                    <a:p>
                      <a:pPr algn="ctr">
                        <a:buNone/>
                      </a:pPr>
                      <a:r>
                        <a:rPr lang="en-CA" sz="1600" b="1" noProof="0">
                          <a:solidFill>
                            <a:schemeClr val="bg1"/>
                          </a:solidFill>
                          <a:latin typeface="Visby Slab CF Bold" panose="00000800000000000000" pitchFamily="50" charset="0"/>
                          <a:ea typeface="Calibri"/>
                          <a:cs typeface="Calibri"/>
                        </a:rPr>
                        <a:t>Risques potentiels</a:t>
                      </a:r>
                      <a:endParaRPr lang="en-CA" sz="1600" b="1" noProof="0" dirty="0">
                        <a:solidFill>
                          <a:schemeClr val="bg1"/>
                        </a:solidFill>
                        <a:latin typeface="Visby Slab CF Bold" panose="00000800000000000000" pitchFamily="50" charset="0"/>
                        <a:ea typeface="Calibri"/>
                        <a:cs typeface="Calibri"/>
                      </a:endParaRPr>
                    </a:p>
                  </a:txBody>
                  <a:tcPr marL="82080" marR="82080" marT="41040" marB="41040" anchor="ctr">
                    <a:lnL w="12700" cmpd="sng">
                      <a:noFill/>
                    </a:lnL>
                    <a:lnR w="12700" cmpd="sng">
                      <a:noFill/>
                    </a:lnR>
                    <a:lnT w="12700" cmpd="sng">
                      <a:noFill/>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00AEC7"/>
                    </a:solidFill>
                  </a:tcPr>
                </a:tc>
                <a:extLst>
                  <a:ext uri="{0D108BD9-81ED-4DB2-BD59-A6C34878D82A}">
                    <a16:rowId xmlns:a16="http://schemas.microsoft.com/office/drawing/2014/main" val="3520470515"/>
                  </a:ext>
                </a:extLst>
              </a:tr>
              <a:tr h="426402">
                <a:tc>
                  <a:txBody>
                    <a:bodyPr/>
                    <a:lstStyle/>
                    <a:p>
                      <a:pPr lvl="0">
                        <a:buNone/>
                      </a:pPr>
                      <a:r>
                        <a:rPr lang="en-CA" sz="1400" noProof="0">
                          <a:latin typeface="Visby CF" pitchFamily="50" charset="0"/>
                          <a:ea typeface="Calibri"/>
                          <a:cs typeface="Calibri"/>
                        </a:rPr>
                        <a:t>Société</a:t>
                      </a:r>
                      <a:endParaRPr lang="en-CA" sz="1400" noProof="0" dirty="0">
                        <a:latin typeface="Visby CF" pitchFamily="50" charset="0"/>
                        <a:ea typeface="Calibri"/>
                        <a:cs typeface="Calibri"/>
                      </a:endParaRPr>
                    </a:p>
                  </a:txBody>
                  <a:tcPr marL="82078" marR="82078" marT="41040" marB="41040" anchor="ctr">
                    <a:lnL w="12700" cmpd="sng">
                      <a:noFill/>
                    </a:lnL>
                    <a:lnR w="12700" cmpd="sng">
                      <a:noFill/>
                    </a:lnR>
                    <a:lnT w="28575" cap="flat" cmpd="sng" algn="ctr">
                      <a:noFill/>
                      <a:prstDash val="solid"/>
                      <a:round/>
                      <a:headEnd type="none" w="med" len="med"/>
                      <a:tailEnd type="none" w="med" len="med"/>
                    </a:lnT>
                    <a:lnB w="0">
                      <a:noFill/>
                    </a:lnB>
                    <a:lnTlToBr w="12700" cmpd="sng">
                      <a:noFill/>
                      <a:prstDash val="solid"/>
                    </a:lnTlToBr>
                    <a:lnBlToTr w="12700" cmpd="sng">
                      <a:noFill/>
                      <a:prstDash val="solid"/>
                    </a:lnBlToTr>
                    <a:solidFill>
                      <a:srgbClr val="CCEFF4"/>
                    </a:solidFill>
                  </a:tcPr>
                </a:tc>
                <a:tc>
                  <a:txBody>
                    <a:bodyPr/>
                    <a:lstStyle/>
                    <a:p>
                      <a:pPr marL="0" algn="l" defTabSz="914400" rtl="0" eaLnBrk="1" latinLnBrk="0" hangingPunct="1">
                        <a:buNone/>
                      </a:pPr>
                      <a:r>
                        <a:rPr lang="fr-CA" sz="1400" kern="1200">
                          <a:solidFill>
                            <a:schemeClr val="tx1"/>
                          </a:solidFill>
                          <a:effectLst/>
                          <a:latin typeface="Visby CF" pitchFamily="50" charset="0"/>
                          <a:ea typeface="+mn-ea"/>
                          <a:cs typeface="+mn-cs"/>
                        </a:rPr>
                        <a:t>Amélioration de l’accès aux services et à l’information numériques</a:t>
                      </a:r>
                    </a:p>
                  </a:txBody>
                  <a:tcPr marL="57960" marR="57960" marT="28980" marB="28980" anchor="ctr">
                    <a:lnL w="12700" cmpd="sng">
                      <a:noFill/>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AEC7">
                        <a:alpha val="20000"/>
                      </a:srgbClr>
                    </a:solidFill>
                  </a:tcPr>
                </a:tc>
                <a:tc>
                  <a:txBody>
                    <a:bodyPr/>
                    <a:lstStyle/>
                    <a:p>
                      <a:pPr marL="0" algn="l" defTabSz="914400" rtl="0" eaLnBrk="1" latinLnBrk="0" hangingPunct="1">
                        <a:buNone/>
                      </a:pPr>
                      <a:r>
                        <a:rPr lang="fr-CA" sz="1400" kern="1200">
                          <a:solidFill>
                            <a:schemeClr val="tx1"/>
                          </a:solidFill>
                          <a:effectLst/>
                          <a:latin typeface="Visby CF" pitchFamily="50" charset="0"/>
                          <a:ea typeface="+mn-ea"/>
                          <a:cs typeface="+mn-cs"/>
                        </a:rPr>
                        <a:t>Érosion de la confiance envers les institutions et l’information</a:t>
                      </a:r>
                    </a:p>
                  </a:txBody>
                  <a:tcPr marL="57960" marR="57960" marT="28980" marB="28980" anchor="ctr">
                    <a:lnL w="12700" cmpd="sng">
                      <a:noFill/>
                    </a:lnL>
                    <a:lnR w="12700" cmpd="sng">
                      <a:noFill/>
                    </a:lnR>
                    <a:lnT w="285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AEC7">
                        <a:alpha val="20000"/>
                      </a:srgbClr>
                    </a:solidFill>
                  </a:tcPr>
                </a:tc>
                <a:extLst>
                  <a:ext uri="{0D108BD9-81ED-4DB2-BD59-A6C34878D82A}">
                    <a16:rowId xmlns:a16="http://schemas.microsoft.com/office/drawing/2014/main" val="3936043624"/>
                  </a:ext>
                </a:extLst>
              </a:tr>
              <a:tr h="426402">
                <a:tc>
                  <a:txBody>
                    <a:bodyPr/>
                    <a:lstStyle/>
                    <a:p>
                      <a:pPr lvl="0">
                        <a:buNone/>
                      </a:pPr>
                      <a:endParaRPr lang="en-CA" sz="1400" noProof="0" dirty="0">
                        <a:latin typeface="Visby CF" pitchFamily="50" charset="0"/>
                        <a:ea typeface="Calibri"/>
                        <a:cs typeface="Calibri"/>
                      </a:endParaRPr>
                    </a:p>
                  </a:txBody>
                  <a:tcPr marL="82078" marR="82078" marT="41040" marB="41040" anchor="ctr">
                    <a:lnL w="12700" cmpd="sng">
                      <a:noFill/>
                    </a:lnL>
                    <a:lnR w="12700" cmpd="sng">
                      <a:noFill/>
                    </a:lnR>
                    <a:lnT w="0">
                      <a:noFill/>
                    </a:lnT>
                    <a:lnB w="0">
                      <a:noFill/>
                    </a:lnB>
                    <a:lnTlToBr w="12700" cmpd="sng">
                      <a:noFill/>
                      <a:prstDash val="solid"/>
                    </a:lnTlToBr>
                    <a:lnBlToTr w="12700" cmpd="sng">
                      <a:noFill/>
                      <a:prstDash val="solid"/>
                    </a:lnBlToTr>
                    <a:solidFill>
                      <a:srgbClr val="CCEFF4"/>
                    </a:solidFill>
                  </a:tcPr>
                </a:tc>
                <a:tc>
                  <a:txBody>
                    <a:bodyPr/>
                    <a:lstStyle/>
                    <a:p>
                      <a:pPr>
                        <a:buNone/>
                      </a:pPr>
                      <a:r>
                        <a:rPr lang="fr-CA" sz="1400">
                          <a:effectLst/>
                          <a:latin typeface="Visby CF" pitchFamily="50" charset="0"/>
                        </a:rPr>
                        <a:t>Productivité économique accrue et innovation</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CA" sz="1400">
                          <a:effectLst/>
                          <a:latin typeface="Visby CF" pitchFamily="50" charset="0"/>
                        </a:rPr>
                        <a:t>Pollution liée à l’infrastructure et à la demande énergétique</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83579137"/>
                  </a:ext>
                </a:extLst>
              </a:tr>
              <a:tr h="426402">
                <a:tc>
                  <a:txBody>
                    <a:bodyPr/>
                    <a:lstStyle/>
                    <a:p>
                      <a:pPr lvl="0">
                        <a:buNone/>
                      </a:pPr>
                      <a:endParaRPr lang="en-CA" sz="1400" noProof="0" dirty="0">
                        <a:latin typeface="Visby CF" pitchFamily="50" charset="0"/>
                        <a:ea typeface="Calibri"/>
                        <a:cs typeface="Calibri"/>
                      </a:endParaRPr>
                    </a:p>
                  </a:txBody>
                  <a:tcPr marL="82079" marR="82079" marT="41040" marB="41040" anchor="ctr">
                    <a:lnL w="12700" cmpd="sng">
                      <a:noFill/>
                    </a:lnL>
                    <a:lnR w="12700" cmpd="sng">
                      <a:noFill/>
                    </a:lnR>
                    <a:lnT w="0">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CCEFF4"/>
                    </a:solidFill>
                  </a:tcPr>
                </a:tc>
                <a:tc>
                  <a:txBody>
                    <a:bodyPr/>
                    <a:lstStyle/>
                    <a:p>
                      <a:pPr marL="0" algn="l" defTabSz="914400" rtl="0" eaLnBrk="1" latinLnBrk="0" hangingPunct="1">
                        <a:buNone/>
                      </a:pPr>
                      <a:r>
                        <a:rPr lang="fr-CA" sz="1400" kern="1200">
                          <a:solidFill>
                            <a:schemeClr val="tx1"/>
                          </a:solidFill>
                          <a:effectLst/>
                          <a:latin typeface="Visby CF" pitchFamily="50" charset="0"/>
                          <a:ea typeface="+mn-ea"/>
                          <a:cs typeface="+mn-cs"/>
                        </a:rPr>
                        <a:t>Nouvelles industries et nouveaux types d’emplois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CCEFF4"/>
                    </a:solidFill>
                  </a:tcPr>
                </a:tc>
                <a:tc>
                  <a:txBody>
                    <a:bodyPr/>
                    <a:lstStyle/>
                    <a:p>
                      <a:pPr marL="0" algn="l" defTabSz="914400" rtl="0" eaLnBrk="1" latinLnBrk="0" hangingPunct="1">
                        <a:buNone/>
                      </a:pPr>
                      <a:r>
                        <a:rPr lang="fr-CA" sz="1400" kern="1200">
                          <a:solidFill>
                            <a:schemeClr val="tx1"/>
                          </a:solidFill>
                          <a:effectLst/>
                          <a:latin typeface="Visby CF" pitchFamily="50" charset="0"/>
                          <a:ea typeface="+mn-ea"/>
                          <a:cs typeface="+mn-cs"/>
                        </a:rPr>
                        <a:t>Surveillance accrue et mauvaise utilisation des données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CCEFF4"/>
                    </a:solidFill>
                  </a:tcPr>
                </a:tc>
                <a:extLst>
                  <a:ext uri="{0D108BD9-81ED-4DB2-BD59-A6C34878D82A}">
                    <a16:rowId xmlns:a16="http://schemas.microsoft.com/office/drawing/2014/main" val="2108580800"/>
                  </a:ext>
                </a:extLst>
              </a:tr>
              <a:tr h="426403">
                <a:tc>
                  <a:txBody>
                    <a:bodyPr/>
                    <a:lstStyle/>
                    <a:p>
                      <a:pPr>
                        <a:buNone/>
                      </a:pPr>
                      <a:r>
                        <a:rPr lang="en-CA" sz="1400" noProof="0">
                          <a:latin typeface="Visby CF" pitchFamily="50" charset="0"/>
                          <a:ea typeface="Calibri"/>
                          <a:cs typeface="Calibri"/>
                        </a:rPr>
                        <a:t>Organisation</a:t>
                      </a:r>
                      <a:endParaRPr lang="en-CA" sz="1400" noProof="0" dirty="0">
                        <a:latin typeface="Visby CF" pitchFamily="50" charset="0"/>
                        <a:ea typeface="Calibri"/>
                        <a:cs typeface="Calibri"/>
                      </a:endParaRPr>
                    </a:p>
                  </a:txBody>
                  <a:tcPr marL="82080" marR="82080" marT="41040" marB="41040" anchor="ctr">
                    <a:lnL w="12700" cmpd="sng">
                      <a:noFill/>
                    </a:lnL>
                    <a:lnR w="12700" cmpd="sng">
                      <a:noFill/>
                    </a:lnR>
                    <a:lnT w="12700" cap="flat" cmpd="sng" algn="ctr">
                      <a:solidFill>
                        <a:schemeClr val="accent2"/>
                      </a:solidFill>
                      <a:prstDash val="solid"/>
                      <a:round/>
                      <a:headEnd type="none" w="med" len="med"/>
                      <a:tailEnd type="none" w="med" len="med"/>
                    </a:lnT>
                    <a:lnB w="0">
                      <a:noFill/>
                    </a:lnB>
                    <a:lnTlToBr w="12700" cmpd="sng">
                      <a:noFill/>
                      <a:prstDash val="solid"/>
                    </a:lnTlToBr>
                    <a:lnBlToTr w="12700" cmpd="sng">
                      <a:noFill/>
                      <a:prstDash val="solid"/>
                    </a:lnBlToTr>
                    <a:solidFill>
                      <a:srgbClr val="F2F2F2"/>
                    </a:solidFill>
                  </a:tcPr>
                </a:tc>
                <a:tc>
                  <a:txBody>
                    <a:bodyPr/>
                    <a:lstStyle/>
                    <a:p>
                      <a:pPr>
                        <a:buNone/>
                      </a:pPr>
                      <a:r>
                        <a:rPr lang="fr-CA" sz="1400">
                          <a:effectLst/>
                          <a:latin typeface="Visby CF" pitchFamily="50" charset="0"/>
                        </a:rPr>
                        <a:t>Productivité et efficacité accrues</a:t>
                      </a:r>
                    </a:p>
                  </a:txBody>
                  <a:tcPr marL="57960" marR="57960" marT="28980" marB="28980" anchor="ctr">
                    <a:lnL w="12700" cmpd="sng">
                      <a:noFill/>
                    </a:lnL>
                    <a:lnR w="12700" cmpd="sng">
                      <a:noFill/>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CA" sz="1400">
                          <a:effectLst/>
                          <a:latin typeface="Visby CF" pitchFamily="50" charset="0"/>
                        </a:rPr>
                        <a:t>Coûts élevés de mise en œuvre et de maintenance</a:t>
                      </a:r>
                    </a:p>
                  </a:txBody>
                  <a:tcPr marL="57960" marR="57960" marT="28980" marB="28980" anchor="ctr">
                    <a:lnL w="12700" cmpd="sng">
                      <a:noFill/>
                    </a:lnL>
                    <a:lnR w="12700" cmpd="sng">
                      <a:noFill/>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07605494"/>
                  </a:ext>
                </a:extLst>
              </a:tr>
              <a:tr h="440616">
                <a:tc>
                  <a:txBody>
                    <a:bodyPr/>
                    <a:lstStyle/>
                    <a:p>
                      <a:pPr marL="0" algn="l" defTabSz="914400" rtl="0" eaLnBrk="1" latinLnBrk="0" hangingPunct="1">
                        <a:buNone/>
                      </a:pPr>
                      <a:endParaRPr lang="en-CA" sz="1400" kern="1200" noProof="0" dirty="0">
                        <a:solidFill>
                          <a:schemeClr val="tx1"/>
                        </a:solidFill>
                        <a:latin typeface="Visby CF" pitchFamily="50" charset="0"/>
                        <a:ea typeface="Calibri"/>
                        <a:cs typeface="Calibri"/>
                      </a:endParaRPr>
                    </a:p>
                  </a:txBody>
                  <a:tcPr marL="82080" marR="82080" marT="41040" marB="41040" anchor="ctr">
                    <a:lnL w="12700" cmpd="sng">
                      <a:noFill/>
                    </a:lnL>
                    <a:lnR w="12700" cmpd="sng">
                      <a:noFill/>
                    </a:lnR>
                    <a:lnT w="0">
                      <a:noFill/>
                    </a:lnT>
                    <a:lnB w="0">
                      <a:noFill/>
                    </a:lnB>
                    <a:lnTlToBr w="12700" cmpd="sng">
                      <a:noFill/>
                      <a:prstDash val="solid"/>
                    </a:lnTlToBr>
                    <a:lnBlToTr w="12700" cmpd="sng">
                      <a:noFill/>
                      <a:prstDash val="solid"/>
                    </a:lnBlToTr>
                    <a:solidFill>
                      <a:srgbClr val="F2F2F2"/>
                    </a:solidFill>
                  </a:tcPr>
                </a:tc>
                <a:tc>
                  <a:txBody>
                    <a:bodyPr/>
                    <a:lstStyle/>
                    <a:p>
                      <a:pPr marL="0" algn="l" defTabSz="914400" rtl="0" eaLnBrk="1" latinLnBrk="0" hangingPunct="1">
                        <a:buNone/>
                      </a:pPr>
                      <a:r>
                        <a:rPr lang="fr-CA" sz="1400" kern="1200">
                          <a:solidFill>
                            <a:schemeClr val="tx1"/>
                          </a:solidFill>
                          <a:effectLst/>
                          <a:latin typeface="Visby CF" pitchFamily="50" charset="0"/>
                          <a:ea typeface="+mn-ea"/>
                          <a:cs typeface="+mn-cs"/>
                        </a:rPr>
                        <a:t>Meilleure prise de décision basée sur les données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EFF4"/>
                    </a:solidFill>
                  </a:tcPr>
                </a:tc>
                <a:tc>
                  <a:txBody>
                    <a:bodyPr/>
                    <a:lstStyle/>
                    <a:p>
                      <a:pPr marL="0" algn="l" defTabSz="914400" rtl="0" eaLnBrk="1" latinLnBrk="0" hangingPunct="1">
                        <a:buNone/>
                      </a:pPr>
                      <a:r>
                        <a:rPr lang="fr-CA" sz="1400" kern="1200">
                          <a:solidFill>
                            <a:schemeClr val="tx1"/>
                          </a:solidFill>
                          <a:effectLst/>
                          <a:latin typeface="Visby CF" pitchFamily="50" charset="0"/>
                          <a:ea typeface="+mn-ea"/>
                          <a:cs typeface="+mn-cs"/>
                        </a:rPr>
                        <a:t>Dépendance à l’égard de la technologie et des fournisseurs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EFF4"/>
                    </a:solidFill>
                  </a:tcPr>
                </a:tc>
                <a:extLst>
                  <a:ext uri="{0D108BD9-81ED-4DB2-BD59-A6C34878D82A}">
                    <a16:rowId xmlns:a16="http://schemas.microsoft.com/office/drawing/2014/main" val="1978186233"/>
                  </a:ext>
                </a:extLst>
              </a:tr>
              <a:tr h="454831">
                <a:tc>
                  <a:txBody>
                    <a:bodyPr/>
                    <a:lstStyle/>
                    <a:p>
                      <a:pPr marL="0" algn="l" defTabSz="914400" rtl="0" eaLnBrk="1" latinLnBrk="0" hangingPunct="1">
                        <a:buNone/>
                      </a:pPr>
                      <a:endParaRPr lang="en-CA" sz="1400" kern="1200" noProof="0" dirty="0">
                        <a:solidFill>
                          <a:schemeClr val="tx1"/>
                        </a:solidFill>
                        <a:latin typeface="Visby CF" pitchFamily="50" charset="0"/>
                        <a:ea typeface="Calibri"/>
                        <a:cs typeface="Calibri"/>
                      </a:endParaRPr>
                    </a:p>
                  </a:txBody>
                  <a:tcPr marL="82080" marR="82080" marT="41040" marB="41040" anchor="ctr">
                    <a:lnL w="12700" cmpd="sng">
                      <a:noFill/>
                    </a:lnL>
                    <a:lnR w="12700" cmpd="sng">
                      <a:noFill/>
                    </a:lnR>
                    <a:lnT w="0">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buNone/>
                      </a:pPr>
                      <a:r>
                        <a:rPr lang="fr-CA" sz="1400">
                          <a:effectLst/>
                          <a:latin typeface="Visby CF" pitchFamily="50" charset="0"/>
                        </a:rPr>
                        <a:t>Avantage concurrentiel</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CA" sz="1400">
                          <a:effectLst/>
                          <a:latin typeface="Visby CF" pitchFamily="50" charset="0"/>
                        </a:rPr>
                        <a:t>Risques juridiques ou réputationnels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18764790"/>
                  </a:ext>
                </a:extLst>
              </a:tr>
              <a:tr h="483257">
                <a:tc>
                  <a:txBody>
                    <a:bodyPr/>
                    <a:lstStyle/>
                    <a:p>
                      <a:pPr>
                        <a:buNone/>
                      </a:pPr>
                      <a:r>
                        <a:rPr lang="en-CA" sz="1400" noProof="0">
                          <a:latin typeface="Visby CF" pitchFamily="50" charset="0"/>
                          <a:ea typeface="Calibri"/>
                          <a:cs typeface="Calibri"/>
                        </a:rPr>
                        <a:t>Employés</a:t>
                      </a:r>
                      <a:endParaRPr lang="en-CA" sz="1400" noProof="0" dirty="0">
                        <a:latin typeface="Visby CF" pitchFamily="50" charset="0"/>
                        <a:ea typeface="Calibri"/>
                        <a:cs typeface="Calibri"/>
                      </a:endParaRPr>
                    </a:p>
                  </a:txBody>
                  <a:tcPr marL="82080" marR="82080" marT="41040" marB="41040" anchor="ctr">
                    <a:lnL w="12700" cmpd="sng">
                      <a:noFill/>
                    </a:lnL>
                    <a:lnR w="12700" cmpd="sng">
                      <a:noFill/>
                    </a:lnR>
                    <a:lnT w="12700" cap="flat" cmpd="sng" algn="ctr">
                      <a:solidFill>
                        <a:schemeClr val="accent2"/>
                      </a:solidFill>
                      <a:prstDash val="solid"/>
                      <a:round/>
                      <a:headEnd type="none" w="med" len="med"/>
                      <a:tailEnd type="none" w="med" len="med"/>
                    </a:lnT>
                    <a:lnB w="0">
                      <a:noFill/>
                    </a:lnB>
                    <a:lnTlToBr w="12700" cmpd="sng">
                      <a:noFill/>
                      <a:prstDash val="solid"/>
                    </a:lnTlToBr>
                    <a:lnBlToTr w="12700" cmpd="sng">
                      <a:noFill/>
                      <a:prstDash val="solid"/>
                    </a:lnBlToTr>
                    <a:solidFill>
                      <a:srgbClr val="CCEFF4"/>
                    </a:solidFill>
                  </a:tcPr>
                </a:tc>
                <a:tc>
                  <a:txBody>
                    <a:bodyPr/>
                    <a:lstStyle/>
                    <a:p>
                      <a:pPr>
                        <a:buNone/>
                      </a:pPr>
                      <a:r>
                        <a:rPr lang="fr-CA" sz="1400">
                          <a:effectLst/>
                          <a:latin typeface="Visby CF" pitchFamily="50" charset="0"/>
                        </a:rPr>
                        <a:t>Soutien aux tâches et au traitement de l’information</a:t>
                      </a:r>
                    </a:p>
                  </a:txBody>
                  <a:tcPr marL="57960" marR="57960" marT="28980" marB="28980" anchor="ctr">
                    <a:lnL w="12700" cmpd="sng">
                      <a:noFill/>
                    </a:lnL>
                    <a:lnR w="12700" cmpd="sng">
                      <a:noFill/>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EFF4"/>
                    </a:solidFill>
                  </a:tcPr>
                </a:tc>
                <a:tc>
                  <a:txBody>
                    <a:bodyPr/>
                    <a:lstStyle/>
                    <a:p>
                      <a:pPr>
                        <a:buNone/>
                      </a:pPr>
                      <a:r>
                        <a:rPr lang="fr-CA" sz="1400">
                          <a:effectLst/>
                          <a:latin typeface="Visby CF" pitchFamily="50" charset="0"/>
                        </a:rPr>
                        <a:t>Déplacement ou remplacement d’emplois</a:t>
                      </a:r>
                    </a:p>
                  </a:txBody>
                  <a:tcPr marL="57960" marR="57960" marT="28980" marB="28980" anchor="ctr">
                    <a:lnL w="12700" cmpd="sng">
                      <a:noFill/>
                    </a:lnL>
                    <a:lnR w="12700" cmpd="sng">
                      <a:noFill/>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EFF4"/>
                    </a:solidFill>
                  </a:tcPr>
                </a:tc>
                <a:extLst>
                  <a:ext uri="{0D108BD9-81ED-4DB2-BD59-A6C34878D82A}">
                    <a16:rowId xmlns:a16="http://schemas.microsoft.com/office/drawing/2014/main" val="3795105036"/>
                  </a:ext>
                </a:extLst>
              </a:tr>
              <a:tr h="511684">
                <a:tc>
                  <a:txBody>
                    <a:bodyPr/>
                    <a:lstStyle/>
                    <a:p>
                      <a:pPr>
                        <a:buNone/>
                      </a:pPr>
                      <a:endParaRPr lang="en-CA" sz="1400" noProof="0" dirty="0">
                        <a:latin typeface="Visby CF" pitchFamily="50" charset="0"/>
                        <a:ea typeface="Calibri"/>
                        <a:cs typeface="Calibri"/>
                      </a:endParaRPr>
                    </a:p>
                  </a:txBody>
                  <a:tcPr marL="82080" marR="82080" marT="41040" marB="41040" anchor="ctr">
                    <a:lnL w="12700" cmpd="sng">
                      <a:noFill/>
                    </a:lnL>
                    <a:lnR w="12700" cmpd="sng">
                      <a:noFill/>
                    </a:lnR>
                    <a:lnT w="0">
                      <a:noFill/>
                    </a:lnT>
                    <a:lnB w="0">
                      <a:noFill/>
                    </a:lnB>
                    <a:lnTlToBr w="12700" cmpd="sng">
                      <a:noFill/>
                      <a:prstDash val="solid"/>
                    </a:lnTlToBr>
                    <a:lnBlToTr w="12700" cmpd="sng">
                      <a:noFill/>
                      <a:prstDash val="solid"/>
                    </a:lnBlToTr>
                    <a:solidFill>
                      <a:srgbClr val="CCEFF4"/>
                    </a:solidFill>
                  </a:tcPr>
                </a:tc>
                <a:tc>
                  <a:txBody>
                    <a:bodyPr/>
                    <a:lstStyle/>
                    <a:p>
                      <a:pPr>
                        <a:buNone/>
                      </a:pPr>
                      <a:r>
                        <a:rPr lang="fr-CA" sz="1400">
                          <a:effectLst/>
                          <a:latin typeface="Visby CF" pitchFamily="50" charset="0"/>
                        </a:rPr>
                        <a:t>Soutien à la prise de décision complexe</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CA" sz="1400">
                          <a:effectLst/>
                          <a:latin typeface="Visby CF" pitchFamily="50" charset="0"/>
                        </a:rPr>
                        <a:t>Surdépendance et mauvaises décisions si les modèles sont défaillants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15613612"/>
                  </a:ext>
                </a:extLst>
              </a:tr>
              <a:tr h="469044">
                <a:tc>
                  <a:txBody>
                    <a:bodyPr/>
                    <a:lstStyle/>
                    <a:p>
                      <a:pPr>
                        <a:buNone/>
                      </a:pPr>
                      <a:endParaRPr lang="en-CA" sz="1400" noProof="0" dirty="0">
                        <a:latin typeface="Visby CF" pitchFamily="50" charset="0"/>
                        <a:ea typeface="Calibri"/>
                        <a:cs typeface="Calibri"/>
                      </a:endParaRPr>
                    </a:p>
                  </a:txBody>
                  <a:tcPr marL="82080" marR="82080" marT="41040" marB="41040" anchor="ctr">
                    <a:lnL w="12700" cmpd="sng">
                      <a:noFill/>
                    </a:lnL>
                    <a:lnR w="12700" cmpd="sng">
                      <a:noFill/>
                    </a:lnR>
                    <a:lnT w="0">
                      <a:noFill/>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CCEFF4"/>
                    </a:solidFill>
                  </a:tcPr>
                </a:tc>
                <a:tc>
                  <a:txBody>
                    <a:bodyPr/>
                    <a:lstStyle/>
                    <a:p>
                      <a:pPr>
                        <a:buNone/>
                      </a:pPr>
                      <a:r>
                        <a:rPr lang="fr-CA" sz="1400">
                          <a:effectLst/>
                          <a:latin typeface="Visby CF" pitchFamily="50" charset="0"/>
                        </a:rPr>
                        <a:t>Réduction de la charge de travail pour les tâches répétitives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00AEC7">
                        <a:alpha val="20000"/>
                      </a:srgbClr>
                    </a:solidFill>
                  </a:tcPr>
                </a:tc>
                <a:tc>
                  <a:txBody>
                    <a:bodyPr/>
                    <a:lstStyle/>
                    <a:p>
                      <a:pPr>
                        <a:buNone/>
                      </a:pPr>
                      <a:r>
                        <a:rPr lang="fr-CA" sz="1400">
                          <a:effectLst/>
                          <a:latin typeface="Visby CF" pitchFamily="50" charset="0"/>
                        </a:rPr>
                        <a:t>Perte de compétences, diminution de l’apprentissage, réduction de l’autonomie</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solidFill>
                      <a:srgbClr val="00AEC7">
                        <a:alpha val="20000"/>
                      </a:srgbClr>
                    </a:solidFill>
                  </a:tcPr>
                </a:tc>
                <a:extLst>
                  <a:ext uri="{0D108BD9-81ED-4DB2-BD59-A6C34878D82A}">
                    <a16:rowId xmlns:a16="http://schemas.microsoft.com/office/drawing/2014/main" val="2099202929"/>
                  </a:ext>
                </a:extLst>
              </a:tr>
              <a:tr h="440616">
                <a:tc>
                  <a:txBody>
                    <a:bodyPr/>
                    <a:lstStyle/>
                    <a:p>
                      <a:pPr>
                        <a:buNone/>
                      </a:pPr>
                      <a:r>
                        <a:rPr lang="en-CA" sz="1400" noProof="0">
                          <a:latin typeface="Visby CF" pitchFamily="50" charset="0"/>
                          <a:ea typeface="Calibri"/>
                          <a:cs typeface="Calibri"/>
                        </a:rPr>
                        <a:t>Clients</a:t>
                      </a:r>
                      <a:endParaRPr lang="en-CA" sz="1400" noProof="0" dirty="0">
                        <a:latin typeface="Visby CF" pitchFamily="50" charset="0"/>
                        <a:ea typeface="Calibri"/>
                        <a:cs typeface="Calibri"/>
                      </a:endParaRPr>
                    </a:p>
                  </a:txBody>
                  <a:tcPr marL="82080" marR="82080" marT="41040" marB="41040" anchor="ctr">
                    <a:lnL w="12700" cmpd="sng">
                      <a:noFill/>
                    </a:lnL>
                    <a:lnR w="12700" cmpd="sng">
                      <a:noFill/>
                    </a:lnR>
                    <a:lnT w="12700" cap="flat" cmpd="sng" algn="ctr">
                      <a:solidFill>
                        <a:schemeClr val="accent2"/>
                      </a:solidFill>
                      <a:prstDash val="solid"/>
                      <a:round/>
                      <a:headEnd type="none" w="med" len="med"/>
                      <a:tailEnd type="none" w="med" len="med"/>
                    </a:lnT>
                    <a:lnB w="0">
                      <a:noFill/>
                    </a:lnB>
                    <a:lnTlToBr w="12700" cmpd="sng">
                      <a:noFill/>
                      <a:prstDash val="solid"/>
                    </a:lnTlToBr>
                    <a:lnBlToTr w="12700" cmpd="sng">
                      <a:noFill/>
                      <a:prstDash val="solid"/>
                    </a:lnBlToTr>
                    <a:solidFill>
                      <a:srgbClr val="F2F2F2"/>
                    </a:solidFill>
                  </a:tcPr>
                </a:tc>
                <a:tc>
                  <a:txBody>
                    <a:bodyPr/>
                    <a:lstStyle/>
                    <a:p>
                      <a:pPr>
                        <a:buNone/>
                      </a:pPr>
                      <a:r>
                        <a:rPr lang="fr-CA" sz="1400">
                          <a:effectLst/>
                          <a:latin typeface="Visby CF" pitchFamily="50" charset="0"/>
                        </a:rPr>
                        <a:t>Services plus rapides et plus personnalisés</a:t>
                      </a:r>
                    </a:p>
                  </a:txBody>
                  <a:tcPr marL="57960" marR="57960" marT="28980" marB="28980" anchor="ctr">
                    <a:lnL w="12700" cmpd="sng">
                      <a:noFill/>
                    </a:lnL>
                    <a:lnR w="12700" cmpd="sng">
                      <a:noFill/>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buNone/>
                      </a:pPr>
                      <a:r>
                        <a:rPr lang="fr-CA" sz="1400">
                          <a:effectLst/>
                          <a:latin typeface="Visby CF" pitchFamily="50" charset="0"/>
                        </a:rPr>
                        <a:t>Préoccupations en matière de confidentialité</a:t>
                      </a:r>
                    </a:p>
                  </a:txBody>
                  <a:tcPr marL="57960" marR="57960" marT="28980" marB="28980" anchor="ctr">
                    <a:lnL w="12700" cmpd="sng">
                      <a:noFill/>
                    </a:lnL>
                    <a:lnR w="12700" cmpd="sng">
                      <a:noFill/>
                    </a:lnR>
                    <a:lnT w="12700"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92576177"/>
                  </a:ext>
                </a:extLst>
              </a:tr>
              <a:tr h="440616">
                <a:tc>
                  <a:txBody>
                    <a:bodyPr/>
                    <a:lstStyle/>
                    <a:p>
                      <a:pPr>
                        <a:buNone/>
                      </a:pPr>
                      <a:endParaRPr lang="en-CA" sz="1600" noProof="0" dirty="0">
                        <a:latin typeface="Visby CF" pitchFamily="50" charset="0"/>
                        <a:ea typeface="Calibri"/>
                        <a:cs typeface="Calibri"/>
                      </a:endParaRPr>
                    </a:p>
                  </a:txBody>
                  <a:tcPr marL="82080" marR="82080" marT="41040" marB="41040" anchor="ctr">
                    <a:lnL w="12700" cmpd="sng">
                      <a:noFill/>
                    </a:lnL>
                    <a:lnR w="12700" cmpd="sng">
                      <a:noFill/>
                    </a:lnR>
                    <a:lnT w="0">
                      <a:noFill/>
                    </a:lnT>
                    <a:lnB w="0">
                      <a:noFill/>
                    </a:lnB>
                    <a:lnTlToBr w="12700" cmpd="sng">
                      <a:noFill/>
                      <a:prstDash val="solid"/>
                    </a:lnTlToBr>
                    <a:lnBlToTr w="12700" cmpd="sng">
                      <a:noFill/>
                      <a:prstDash val="solid"/>
                    </a:lnBlToTr>
                    <a:solidFill>
                      <a:srgbClr val="F2F2F2"/>
                    </a:solidFill>
                  </a:tcPr>
                </a:tc>
                <a:tc>
                  <a:txBody>
                    <a:bodyPr/>
                    <a:lstStyle/>
                    <a:p>
                      <a:pPr>
                        <a:buNone/>
                      </a:pPr>
                      <a:r>
                        <a:rPr lang="fr-CA" sz="1400">
                          <a:effectLst/>
                          <a:latin typeface="Visby CF" pitchFamily="50" charset="0"/>
                        </a:rPr>
                        <a:t>Qualité de service plus uniforme</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AEC7">
                        <a:alpha val="20000"/>
                      </a:srgbClr>
                    </a:solidFill>
                  </a:tcPr>
                </a:tc>
                <a:tc>
                  <a:txBody>
                    <a:bodyPr/>
                    <a:lstStyle/>
                    <a:p>
                      <a:pPr>
                        <a:buNone/>
                      </a:pPr>
                      <a:r>
                        <a:rPr lang="fr-CA" sz="1400">
                          <a:effectLst/>
                          <a:latin typeface="Visby CF" pitchFamily="50" charset="0"/>
                        </a:rPr>
                        <a:t>Biais algorithmiques ou résultats injustes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AEC7">
                        <a:alpha val="20000"/>
                      </a:srgbClr>
                    </a:solidFill>
                  </a:tcPr>
                </a:tc>
                <a:extLst>
                  <a:ext uri="{0D108BD9-81ED-4DB2-BD59-A6C34878D82A}">
                    <a16:rowId xmlns:a16="http://schemas.microsoft.com/office/drawing/2014/main" val="1676052430"/>
                  </a:ext>
                </a:extLst>
              </a:tr>
              <a:tr h="369550">
                <a:tc>
                  <a:txBody>
                    <a:bodyPr/>
                    <a:lstStyle/>
                    <a:p>
                      <a:pPr>
                        <a:buNone/>
                      </a:pPr>
                      <a:endParaRPr lang="en-CA" sz="1600" noProof="0" dirty="0">
                        <a:latin typeface="Visby CF" pitchFamily="50" charset="0"/>
                        <a:ea typeface="Calibri"/>
                        <a:cs typeface="Calibri"/>
                      </a:endParaRPr>
                    </a:p>
                  </a:txBody>
                  <a:tcPr marL="82080" marR="82080" marT="41040" marB="41040" anchor="ctr">
                    <a:lnL w="12700" cmpd="sng">
                      <a:noFill/>
                    </a:lnL>
                    <a:lnR w="12700" cmpd="sng">
                      <a:noFill/>
                    </a:lnR>
                    <a:lnT w="0">
                      <a:noFill/>
                    </a:lnT>
                    <a:lnB w="12700" cmpd="sng">
                      <a:noFill/>
                    </a:lnB>
                    <a:lnTlToBr w="12700" cmpd="sng">
                      <a:noFill/>
                      <a:prstDash val="solid"/>
                    </a:lnTlToBr>
                    <a:lnBlToTr w="12700" cmpd="sng">
                      <a:noFill/>
                      <a:prstDash val="solid"/>
                    </a:lnBlToTr>
                    <a:solidFill>
                      <a:srgbClr val="F2F2F2"/>
                    </a:solidFill>
                  </a:tcPr>
                </a:tc>
                <a:tc>
                  <a:txBody>
                    <a:bodyPr/>
                    <a:lstStyle/>
                    <a:p>
                      <a:pPr>
                        <a:buNone/>
                      </a:pPr>
                      <a:r>
                        <a:rPr lang="fr-CA" sz="1400">
                          <a:effectLst/>
                          <a:latin typeface="Visby CF" pitchFamily="50" charset="0"/>
                        </a:rPr>
                        <a:t>Meilleur accès à l’information et aux services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buNone/>
                      </a:pPr>
                      <a:r>
                        <a:rPr lang="fr-CA" sz="1400">
                          <a:effectLst/>
                          <a:latin typeface="Visby CF" pitchFamily="50" charset="0"/>
                        </a:rPr>
                        <a:t>Réduction des interactions humaines</a:t>
                      </a:r>
                    </a:p>
                  </a:txBody>
                  <a:tcPr marL="57960" marR="57960" marT="28980" marB="28980"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66244365"/>
                  </a:ext>
                </a:extLst>
              </a:tr>
            </a:tbl>
          </a:graphicData>
        </a:graphic>
      </p:graphicFrame>
      <p:pic>
        <p:nvPicPr>
          <p:cNvPr id="2" name="Image 1" descr="Une image contenant Police, Graphique, capture d’écran, graphisme&#10;&#10;Description générée automatiquement">
            <a:extLst>
              <a:ext uri="{FF2B5EF4-FFF2-40B4-BE49-F238E27FC236}">
                <a16:creationId xmlns:a16="http://schemas.microsoft.com/office/drawing/2014/main" id="{F12C26C7-909F-8345-2C01-23569440069B}"/>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01229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FCFCA2-8A8E-D6D6-B7E2-9DD152DF9AFD}"/>
              </a:ext>
            </a:extLst>
          </p:cNvPr>
          <p:cNvSpPr>
            <a:spLocks noGrp="1"/>
          </p:cNvSpPr>
          <p:nvPr>
            <p:ph type="title"/>
            <p:custDataLst>
              <p:tags r:id="rId1"/>
            </p:custDataLst>
          </p:nvPr>
        </p:nvSpPr>
        <p:spPr/>
        <p:txBody>
          <a:bodyPr>
            <a:normAutofit/>
          </a:bodyPr>
          <a:lstStyle/>
          <a:p>
            <a:r>
              <a:rPr lang="en-CA" noProof="0">
                <a:solidFill>
                  <a:schemeClr val="accent6"/>
                </a:solidFill>
              </a:rPr>
              <a:t>Application</a:t>
            </a:r>
          </a:p>
        </p:txBody>
      </p:sp>
    </p:spTree>
    <p:extLst>
      <p:ext uri="{BB962C8B-B14F-4D97-AF65-F5344CB8AC3E}">
        <p14:creationId xmlns:p14="http://schemas.microsoft.com/office/powerpoint/2010/main" val="30053184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a:extLst>
              <a:ext uri="{FF2B5EF4-FFF2-40B4-BE49-F238E27FC236}">
                <a16:creationId xmlns:a16="http://schemas.microsoft.com/office/drawing/2014/main" id="{04360C46-DFA4-C8E5-3C53-AF7A58D6FD88}"/>
              </a:ext>
            </a:extLst>
          </p:cNvPr>
          <p:cNvSpPr>
            <a:spLocks noGrp="1"/>
          </p:cNvSpPr>
          <p:nvPr>
            <p:ph type="title"/>
            <p:custDataLst>
              <p:tags r:id="rId1"/>
            </p:custDataLst>
          </p:nvPr>
        </p:nvSpPr>
        <p:spPr/>
        <p:txBody>
          <a:bodyPr/>
          <a:lstStyle/>
          <a:p>
            <a:r>
              <a:rPr lang="fr-FR" dirty="0"/>
              <a:t>C</a:t>
            </a:r>
            <a:r>
              <a:rPr lang="fr-CA" dirty="0" err="1"/>
              <a:t>oder</a:t>
            </a:r>
            <a:r>
              <a:rPr lang="fr-CA" dirty="0"/>
              <a:t> l'algorithme de suivi dans </a:t>
            </a:r>
            <a:r>
              <a:rPr lang="fr-CA" dirty="0" err="1"/>
              <a:t>Airtable</a:t>
            </a:r>
            <a:endParaRPr lang="fr-FR" dirty="0"/>
          </a:p>
        </p:txBody>
      </p:sp>
      <p:sp>
        <p:nvSpPr>
          <p:cNvPr id="4" name="Espace réservé du contenu 3">
            <a:extLst>
              <a:ext uri="{FF2B5EF4-FFF2-40B4-BE49-F238E27FC236}">
                <a16:creationId xmlns:a16="http://schemas.microsoft.com/office/drawing/2014/main" id="{56DC71C8-40FC-C150-28D9-E6C1D7B50C63}"/>
              </a:ext>
            </a:extLst>
          </p:cNvPr>
          <p:cNvSpPr>
            <a:spLocks noGrp="1"/>
          </p:cNvSpPr>
          <p:nvPr>
            <p:ph idx="1"/>
            <p:custDataLst>
              <p:tags r:id="rId2"/>
            </p:custDataLst>
          </p:nvPr>
        </p:nvSpPr>
        <p:spPr/>
        <p:txBody>
          <a:bodyPr anchor="ctr"/>
          <a:lstStyle/>
          <a:p>
            <a:r>
              <a:rPr lang="fr-CA"/>
              <a:t>Étape 1 </a:t>
            </a:r>
            <a:r>
              <a:rPr lang="fr-CA" dirty="0"/>
              <a:t>— Identifier la </a:t>
            </a:r>
            <a:r>
              <a:rPr lang="fr-CA"/>
              <a:t>règle d’affaires (3 min</a:t>
            </a:r>
            <a:r>
              <a:rPr lang="fr-CA" dirty="0"/>
              <a:t>)</a:t>
            </a:r>
          </a:p>
          <a:p>
            <a:pPr lvl="1"/>
            <a:r>
              <a:rPr lang="fr-CA" i="1" dirty="0"/>
              <a:t>Quelle </a:t>
            </a:r>
            <a:r>
              <a:rPr lang="fr-CA" i="1"/>
              <a:t>règle d’affaires </a:t>
            </a:r>
            <a:r>
              <a:rPr lang="fr-CA" i="1" dirty="0"/>
              <a:t>voulez-vous que votre système applique automatiquement </a:t>
            </a:r>
            <a:r>
              <a:rPr lang="fr-CA" i="1"/>
              <a:t>sans qu’un </a:t>
            </a:r>
            <a:r>
              <a:rPr lang="fr-CA" i="1" dirty="0"/>
              <a:t>employé ait à intervenir?</a:t>
            </a:r>
          </a:p>
          <a:p>
            <a:r>
              <a:rPr lang="fr-CA"/>
              <a:t>Étape 2 </a:t>
            </a:r>
            <a:r>
              <a:rPr lang="fr-CA" dirty="0"/>
              <a:t>— Traduire </a:t>
            </a:r>
            <a:r>
              <a:rPr lang="fr-CA"/>
              <a:t>en déclencheur/condition/action (2 min</a:t>
            </a:r>
            <a:r>
              <a:rPr lang="fr-CA" dirty="0"/>
              <a:t>)</a:t>
            </a:r>
          </a:p>
          <a:p>
            <a:r>
              <a:rPr lang="fr-CA"/>
              <a:t>Étape 3 </a:t>
            </a:r>
            <a:r>
              <a:rPr lang="fr-CA" dirty="0"/>
              <a:t>— </a:t>
            </a:r>
            <a:r>
              <a:rPr lang="fr-CA"/>
              <a:t>Construire l’automatisation </a:t>
            </a:r>
            <a:r>
              <a:rPr lang="fr-CA" dirty="0"/>
              <a:t>dans </a:t>
            </a:r>
            <a:r>
              <a:rPr lang="fr-CA" dirty="0" err="1"/>
              <a:t>Airtable</a:t>
            </a:r>
            <a:r>
              <a:rPr lang="fr-CA" dirty="0"/>
              <a:t> </a:t>
            </a:r>
            <a:r>
              <a:rPr lang="fr-CA"/>
              <a:t>(15 min</a:t>
            </a:r>
            <a:r>
              <a:rPr lang="fr-CA" dirty="0"/>
              <a:t>)</a:t>
            </a:r>
          </a:p>
          <a:p>
            <a:r>
              <a:rPr lang="fr-CA"/>
              <a:t>Étape 4 </a:t>
            </a:r>
            <a:r>
              <a:rPr lang="fr-CA" dirty="0"/>
              <a:t>— Tester </a:t>
            </a:r>
            <a:r>
              <a:rPr lang="fr-CA"/>
              <a:t>(5 min</a:t>
            </a:r>
            <a:r>
              <a:rPr lang="fr-CA" dirty="0"/>
              <a:t>)</a:t>
            </a:r>
          </a:p>
          <a:p>
            <a:endParaRPr lang="fr-CA" b="1" dirty="0"/>
          </a:p>
          <a:p>
            <a:endParaRPr lang="fr-FR" dirty="0"/>
          </a:p>
        </p:txBody>
      </p:sp>
      <p:pic>
        <p:nvPicPr>
          <p:cNvPr id="5" name="Image 4" descr="Une image contenant Police, Graphique, capture d’écran, graphisme&#10;&#10;Description générée automatiquement">
            <a:extLst>
              <a:ext uri="{FF2B5EF4-FFF2-40B4-BE49-F238E27FC236}">
                <a16:creationId xmlns:a16="http://schemas.microsoft.com/office/drawing/2014/main" id="{3533A5ED-0DC9-E796-F72A-D6800F16FFB1}"/>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1356530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D186F4F-9C6C-0191-8DB3-E93AF86FDCB4}"/>
              </a:ext>
            </a:extLst>
          </p:cNvPr>
          <p:cNvSpPr>
            <a:spLocks noGrp="1"/>
          </p:cNvSpPr>
          <p:nvPr>
            <p:ph type="title"/>
            <p:custDataLst>
              <p:tags r:id="rId1"/>
            </p:custDataLst>
          </p:nvPr>
        </p:nvSpPr>
        <p:spPr/>
        <p:txBody>
          <a:bodyPr/>
          <a:lstStyle/>
          <a:p>
            <a:r>
              <a:rPr lang="fr-FR" dirty="0"/>
              <a:t>Questions de réflexion</a:t>
            </a:r>
          </a:p>
        </p:txBody>
      </p:sp>
      <p:sp>
        <p:nvSpPr>
          <p:cNvPr id="3" name="Espace réservé du contenu 2">
            <a:extLst>
              <a:ext uri="{FF2B5EF4-FFF2-40B4-BE49-F238E27FC236}">
                <a16:creationId xmlns:a16="http://schemas.microsoft.com/office/drawing/2014/main" id="{E4ACCC6C-F2CD-9BC3-72AA-B21C975F61C1}"/>
              </a:ext>
            </a:extLst>
          </p:cNvPr>
          <p:cNvSpPr>
            <a:spLocks noGrp="1"/>
          </p:cNvSpPr>
          <p:nvPr>
            <p:ph idx="1"/>
            <p:custDataLst>
              <p:tags r:id="rId2"/>
            </p:custDataLst>
          </p:nvPr>
        </p:nvSpPr>
        <p:spPr/>
        <p:txBody>
          <a:bodyPr anchor="ctr"/>
          <a:lstStyle/>
          <a:p>
            <a:r>
              <a:rPr lang="fr-CA"/>
              <a:t>L’IA </a:t>
            </a:r>
            <a:r>
              <a:rPr lang="fr-CA" dirty="0"/>
              <a:t>de </a:t>
            </a:r>
            <a:r>
              <a:rPr lang="fr-CA" dirty="0" err="1"/>
              <a:t>Airtable</a:t>
            </a:r>
            <a:r>
              <a:rPr lang="fr-CA" dirty="0"/>
              <a:t> a-t-elle pu créer cette automatisation à votre place? Pourquoi?</a:t>
            </a:r>
          </a:p>
          <a:p>
            <a:r>
              <a:rPr lang="fr-CA" dirty="0"/>
              <a:t>Votre automatisation </a:t>
            </a:r>
            <a:r>
              <a:rPr lang="fr-CA" dirty="0" err="1"/>
              <a:t>Airtable</a:t>
            </a:r>
            <a:r>
              <a:rPr lang="fr-CA" dirty="0"/>
              <a:t> aurait-elle pu décider toute seule </a:t>
            </a:r>
            <a:r>
              <a:rPr lang="fr-CA"/>
              <a:t>que c’est </a:t>
            </a:r>
            <a:r>
              <a:rPr lang="fr-CA" dirty="0"/>
              <a:t>le </a:t>
            </a:r>
            <a:r>
              <a:rPr lang="fr-CA"/>
              <a:t>statut «Livrée» </a:t>
            </a:r>
            <a:r>
              <a:rPr lang="fr-CA" dirty="0"/>
              <a:t>qui doit </a:t>
            </a:r>
            <a:r>
              <a:rPr lang="fr-CA"/>
              <a:t>déclencher l’enregistrement</a:t>
            </a:r>
            <a:r>
              <a:rPr lang="fr-CA" dirty="0"/>
              <a:t>? Pourquoi?</a:t>
            </a:r>
          </a:p>
          <a:p>
            <a:r>
              <a:rPr lang="fr-CA" dirty="0"/>
              <a:t>Qui a réellement pris les décisions dans ce système — vous</a:t>
            </a:r>
            <a:r>
              <a:rPr lang="fr-CA"/>
              <a:t>, l’algorithme </a:t>
            </a:r>
            <a:r>
              <a:rPr lang="fr-CA" dirty="0"/>
              <a:t>ou l’IA?</a:t>
            </a:r>
          </a:p>
          <a:p>
            <a:endParaRPr lang="fr-CA" dirty="0"/>
          </a:p>
          <a:p>
            <a:endParaRPr lang="fr-CA" dirty="0"/>
          </a:p>
          <a:p>
            <a:endParaRPr lang="fr-FR" dirty="0"/>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46AE110E-6EB7-5345-8C14-ED774D8BC1C9}"/>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4934811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57D3F8-B87D-0411-7046-4FF84A6E3FFB}"/>
              </a:ext>
            </a:extLst>
          </p:cNvPr>
          <p:cNvSpPr>
            <a:spLocks noGrp="1"/>
          </p:cNvSpPr>
          <p:nvPr>
            <p:ph type="title"/>
            <p:custDataLst>
              <p:tags r:id="rId1"/>
            </p:custDataLst>
          </p:nvPr>
        </p:nvSpPr>
        <p:spPr/>
        <p:txBody>
          <a:bodyPr/>
          <a:lstStyle/>
          <a:p>
            <a:r>
              <a:rPr lang="fr-CA" dirty="0"/>
              <a:t>Trois niveaux dans votre système</a:t>
            </a:r>
            <a:endParaRPr lang="fr-FR" dirty="0"/>
          </a:p>
        </p:txBody>
      </p:sp>
      <p:sp>
        <p:nvSpPr>
          <p:cNvPr id="5" name="ZoneTexte 4">
            <a:extLst>
              <a:ext uri="{FF2B5EF4-FFF2-40B4-BE49-F238E27FC236}">
                <a16:creationId xmlns:a16="http://schemas.microsoft.com/office/drawing/2014/main" id="{3C4D456A-55ED-F576-A839-7CA4084A2067}"/>
              </a:ext>
            </a:extLst>
          </p:cNvPr>
          <p:cNvSpPr txBox="1"/>
          <p:nvPr>
            <p:custDataLst>
              <p:tags r:id="rId2"/>
            </p:custDataLst>
          </p:nvPr>
        </p:nvSpPr>
        <p:spPr>
          <a:xfrm>
            <a:off x="-499872" y="1463040"/>
            <a:ext cx="184731" cy="369332"/>
          </a:xfrm>
          <a:prstGeom prst="rect">
            <a:avLst/>
          </a:prstGeom>
          <a:noFill/>
        </p:spPr>
        <p:txBody>
          <a:bodyPr wrap="none" rtlCol="0">
            <a:spAutoFit/>
          </a:bodyPr>
          <a:lstStyle/>
          <a:p>
            <a:endParaRPr lang="fr-FR" dirty="0"/>
          </a:p>
        </p:txBody>
      </p:sp>
      <p:graphicFrame>
        <p:nvGraphicFramePr>
          <p:cNvPr id="8" name="Tableau 7">
            <a:extLst>
              <a:ext uri="{FF2B5EF4-FFF2-40B4-BE49-F238E27FC236}">
                <a16:creationId xmlns:a16="http://schemas.microsoft.com/office/drawing/2014/main" id="{3A37D1A2-0BFD-FB43-2752-F495E8043726}"/>
              </a:ext>
            </a:extLst>
          </p:cNvPr>
          <p:cNvGraphicFramePr>
            <a:graphicFrameLocks noGrp="1"/>
          </p:cNvGraphicFramePr>
          <p:nvPr>
            <p:custDataLst>
              <p:tags r:id="rId3"/>
            </p:custDataLst>
            <p:extLst>
              <p:ext uri="{D42A27DB-BD31-4B8C-83A1-F6EECF244321}">
                <p14:modId xmlns:p14="http://schemas.microsoft.com/office/powerpoint/2010/main" val="4014232463"/>
              </p:ext>
            </p:extLst>
          </p:nvPr>
        </p:nvGraphicFramePr>
        <p:xfrm>
          <a:off x="956074" y="1835404"/>
          <a:ext cx="10279852" cy="2327148"/>
        </p:xfrm>
        <a:graphic>
          <a:graphicData uri="http://schemas.openxmlformats.org/drawingml/2006/table">
            <a:tbl>
              <a:tblPr firstRow="1" bandRow="1">
                <a:tableStyleId>{F5AB1C69-6EDB-4FF4-983F-18BD219EF322}</a:tableStyleId>
              </a:tblPr>
              <a:tblGrid>
                <a:gridCol w="2569963">
                  <a:extLst>
                    <a:ext uri="{9D8B030D-6E8A-4147-A177-3AD203B41FA5}">
                      <a16:colId xmlns:a16="http://schemas.microsoft.com/office/drawing/2014/main" val="3882606214"/>
                    </a:ext>
                  </a:extLst>
                </a:gridCol>
                <a:gridCol w="2113759">
                  <a:extLst>
                    <a:ext uri="{9D8B030D-6E8A-4147-A177-3AD203B41FA5}">
                      <a16:colId xmlns:a16="http://schemas.microsoft.com/office/drawing/2014/main" val="2425287297"/>
                    </a:ext>
                  </a:extLst>
                </a:gridCol>
                <a:gridCol w="2292096">
                  <a:extLst>
                    <a:ext uri="{9D8B030D-6E8A-4147-A177-3AD203B41FA5}">
                      <a16:colId xmlns:a16="http://schemas.microsoft.com/office/drawing/2014/main" val="1334210253"/>
                    </a:ext>
                  </a:extLst>
                </a:gridCol>
                <a:gridCol w="3304034">
                  <a:extLst>
                    <a:ext uri="{9D8B030D-6E8A-4147-A177-3AD203B41FA5}">
                      <a16:colId xmlns:a16="http://schemas.microsoft.com/office/drawing/2014/main" val="3594502673"/>
                    </a:ext>
                  </a:extLst>
                </a:gridCol>
              </a:tblGrid>
              <a:tr h="554228">
                <a:tc>
                  <a:txBody>
                    <a:bodyPr/>
                    <a:lstStyle/>
                    <a:p>
                      <a:pPr>
                        <a:buNone/>
                      </a:pPr>
                      <a:endParaRPr lang="fr-CA" b="1" i="0" dirty="0">
                        <a:latin typeface="Visby Slab CF Bold" pitchFamily="2" charset="77"/>
                      </a:endParaRPr>
                    </a:p>
                  </a:txBody>
                  <a:tcPr anchor="ctr"/>
                </a:tc>
                <a:tc>
                  <a:txBody>
                    <a:bodyPr/>
                    <a:lstStyle/>
                    <a:p>
                      <a:pPr>
                        <a:buNone/>
                      </a:pPr>
                      <a:r>
                        <a:rPr lang="fr-CA" b="1" i="0" dirty="0">
                          <a:latin typeface="Visby Slab CF Bold" pitchFamily="2" charset="77"/>
                        </a:rPr>
                        <a:t>Décide quoi?</a:t>
                      </a:r>
                    </a:p>
                  </a:txBody>
                  <a:tcPr anchor="ctr"/>
                </a:tc>
                <a:tc>
                  <a:txBody>
                    <a:bodyPr/>
                    <a:lstStyle/>
                    <a:p>
                      <a:pPr>
                        <a:buNone/>
                      </a:pPr>
                      <a:r>
                        <a:rPr lang="fr-CA" b="1" i="0" dirty="0">
                          <a:latin typeface="Visby Slab CF Bold" pitchFamily="2" charset="77"/>
                        </a:rPr>
                        <a:t>Exécute quoi?</a:t>
                      </a:r>
                    </a:p>
                  </a:txBody>
                  <a:tcPr anchor="ctr"/>
                </a:tc>
                <a:tc>
                  <a:txBody>
                    <a:bodyPr/>
                    <a:lstStyle/>
                    <a:p>
                      <a:pPr>
                        <a:buNone/>
                      </a:pPr>
                      <a:r>
                        <a:rPr lang="fr-CA" b="1" i="0" dirty="0">
                          <a:latin typeface="Visby Slab CF Bold" pitchFamily="2" charset="77"/>
                        </a:rPr>
                        <a:t>Peut se tromper?</a:t>
                      </a:r>
                    </a:p>
                  </a:txBody>
                  <a:tcPr anchor="ctr"/>
                </a:tc>
                <a:extLst>
                  <a:ext uri="{0D108BD9-81ED-4DB2-BD59-A6C34878D82A}">
                    <a16:rowId xmlns:a16="http://schemas.microsoft.com/office/drawing/2014/main" val="702086994"/>
                  </a:ext>
                </a:extLst>
              </a:tr>
              <a:tr h="370840">
                <a:tc>
                  <a:txBody>
                    <a:bodyPr/>
                    <a:lstStyle/>
                    <a:p>
                      <a:pPr>
                        <a:buNone/>
                      </a:pPr>
                      <a:r>
                        <a:rPr lang="fr-CA" sz="1600" b="1" i="0" dirty="0">
                          <a:latin typeface="Visby CF Bold" pitchFamily="2" charset="77"/>
                        </a:rPr>
                        <a:t>Vous</a:t>
                      </a:r>
                      <a:r>
                        <a:rPr lang="fr-CA" sz="1600" dirty="0">
                          <a:latin typeface="Visby CF" pitchFamily="2" charset="77"/>
                        </a:rPr>
                        <a:t> (gestionnaire)</a:t>
                      </a:r>
                    </a:p>
                  </a:txBody>
                  <a:tcPr anchor="ctr"/>
                </a:tc>
                <a:tc>
                  <a:txBody>
                    <a:bodyPr/>
                    <a:lstStyle/>
                    <a:p>
                      <a:pPr>
                        <a:buNone/>
                      </a:pPr>
                      <a:r>
                        <a:rPr lang="fr-CA" sz="1600" dirty="0">
                          <a:latin typeface="Visby CF" pitchFamily="2" charset="77"/>
                        </a:rPr>
                        <a:t>Les </a:t>
                      </a:r>
                      <a:r>
                        <a:rPr lang="fr-CA" sz="1600">
                          <a:latin typeface="Visby CF" pitchFamily="2" charset="77"/>
                        </a:rPr>
                        <a:t>règles d’affaires</a:t>
                      </a:r>
                      <a:endParaRPr lang="fr-CA" sz="1600" dirty="0">
                        <a:latin typeface="Visby CF" pitchFamily="2" charset="77"/>
                      </a:endParaRPr>
                    </a:p>
                  </a:txBody>
                  <a:tcPr anchor="ctr"/>
                </a:tc>
                <a:tc>
                  <a:txBody>
                    <a:bodyPr/>
                    <a:lstStyle/>
                    <a:p>
                      <a:pPr>
                        <a:buNone/>
                      </a:pPr>
                      <a:r>
                        <a:rPr lang="fr-CA" sz="1600" dirty="0">
                          <a:latin typeface="Visby CF" pitchFamily="2" charset="77"/>
                        </a:rPr>
                        <a:t>Rien — vous configurez</a:t>
                      </a:r>
                    </a:p>
                  </a:txBody>
                  <a:tcPr anchor="ctr"/>
                </a:tc>
                <a:tc>
                  <a:txBody>
                    <a:bodyPr/>
                    <a:lstStyle/>
                    <a:p>
                      <a:pPr>
                        <a:buNone/>
                      </a:pPr>
                      <a:r>
                        <a:rPr lang="fr-CA" sz="1600" dirty="0">
                          <a:latin typeface="Visby CF" pitchFamily="2" charset="77"/>
                        </a:rPr>
                        <a:t>Oui, en définissant mal la règle</a:t>
                      </a:r>
                    </a:p>
                  </a:txBody>
                  <a:tcPr anchor="ctr"/>
                </a:tc>
                <a:extLst>
                  <a:ext uri="{0D108BD9-81ED-4DB2-BD59-A6C34878D82A}">
                    <a16:rowId xmlns:a16="http://schemas.microsoft.com/office/drawing/2014/main" val="2410183758"/>
                  </a:ext>
                </a:extLst>
              </a:tr>
              <a:tr h="370840">
                <a:tc>
                  <a:txBody>
                    <a:bodyPr/>
                    <a:lstStyle/>
                    <a:p>
                      <a:pPr>
                        <a:buNone/>
                      </a:pPr>
                      <a:r>
                        <a:rPr lang="fr-CA" sz="1600" b="1" i="0" kern="1200">
                          <a:solidFill>
                            <a:schemeClr val="dk1"/>
                          </a:solidFill>
                          <a:latin typeface="Visby CF Bold" pitchFamily="2" charset="77"/>
                          <a:ea typeface="+mn-ea"/>
                          <a:cs typeface="+mn-cs"/>
                        </a:rPr>
                        <a:t>L’algorithme</a:t>
                      </a:r>
                      <a:r>
                        <a:rPr lang="fr-CA" sz="1600">
                          <a:latin typeface="Visby CF" pitchFamily="2" charset="77"/>
                        </a:rPr>
                        <a:t> </a:t>
                      </a:r>
                      <a:r>
                        <a:rPr lang="fr-CA" sz="1600" dirty="0">
                          <a:latin typeface="Visby CF" pitchFamily="2" charset="77"/>
                        </a:rPr>
                        <a:t>(automatisation </a:t>
                      </a:r>
                      <a:r>
                        <a:rPr lang="fr-CA" sz="1600" dirty="0" err="1">
                          <a:latin typeface="Visby CF" pitchFamily="2" charset="77"/>
                        </a:rPr>
                        <a:t>Airtable</a:t>
                      </a:r>
                      <a:r>
                        <a:rPr lang="fr-CA" sz="1600" dirty="0">
                          <a:latin typeface="Visby CF" pitchFamily="2" charset="77"/>
                        </a:rPr>
                        <a:t>)</a:t>
                      </a:r>
                    </a:p>
                  </a:txBody>
                  <a:tcPr anchor="ctr"/>
                </a:tc>
                <a:tc>
                  <a:txBody>
                    <a:bodyPr/>
                    <a:lstStyle/>
                    <a:p>
                      <a:pPr>
                        <a:buNone/>
                      </a:pPr>
                      <a:r>
                        <a:rPr lang="fr-CA" sz="1600" dirty="0">
                          <a:latin typeface="Visby CF" pitchFamily="2" charset="77"/>
                        </a:rPr>
                        <a:t>Rien — il suit les règles</a:t>
                      </a:r>
                    </a:p>
                  </a:txBody>
                  <a:tcPr anchor="ctr"/>
                </a:tc>
                <a:tc>
                  <a:txBody>
                    <a:bodyPr/>
                    <a:lstStyle/>
                    <a:p>
                      <a:pPr>
                        <a:buNone/>
                      </a:pPr>
                      <a:r>
                        <a:rPr lang="fr-CA" sz="1600" dirty="0">
                          <a:latin typeface="Visby CF" pitchFamily="2" charset="77"/>
                        </a:rPr>
                        <a:t>La règle exactement</a:t>
                      </a:r>
                    </a:p>
                  </a:txBody>
                  <a:tcPr anchor="ctr"/>
                </a:tc>
                <a:tc>
                  <a:txBody>
                    <a:bodyPr/>
                    <a:lstStyle/>
                    <a:p>
                      <a:pPr>
                        <a:buNone/>
                      </a:pPr>
                      <a:r>
                        <a:rPr lang="fr-CA" sz="1600" dirty="0">
                          <a:latin typeface="Visby CF" pitchFamily="2" charset="77"/>
                        </a:rPr>
                        <a:t>Indirectement, lorsque le déclencheur ou la condition est mal configuré</a:t>
                      </a:r>
                    </a:p>
                  </a:txBody>
                  <a:tcPr anchor="ctr"/>
                </a:tc>
                <a:extLst>
                  <a:ext uri="{0D108BD9-81ED-4DB2-BD59-A6C34878D82A}">
                    <a16:rowId xmlns:a16="http://schemas.microsoft.com/office/drawing/2014/main" val="1897527383"/>
                  </a:ext>
                </a:extLst>
              </a:tr>
              <a:tr h="370840">
                <a:tc>
                  <a:txBody>
                    <a:bodyPr/>
                    <a:lstStyle/>
                    <a:p>
                      <a:pPr>
                        <a:buNone/>
                      </a:pPr>
                      <a:r>
                        <a:rPr lang="fr-CA" sz="1600" b="1" i="0" kern="1200">
                          <a:solidFill>
                            <a:schemeClr val="dk1"/>
                          </a:solidFill>
                          <a:latin typeface="Visby CF Bold" pitchFamily="2" charset="77"/>
                          <a:ea typeface="+mn-ea"/>
                          <a:cs typeface="+mn-cs"/>
                        </a:rPr>
                        <a:t>L’IA</a:t>
                      </a:r>
                      <a:r>
                        <a:rPr lang="fr-CA" sz="1600">
                          <a:latin typeface="Visby CF" pitchFamily="2" charset="77"/>
                        </a:rPr>
                        <a:t> </a:t>
                      </a:r>
                      <a:r>
                        <a:rPr lang="fr-CA" sz="1600" dirty="0">
                          <a:latin typeface="Visby CF" pitchFamily="2" charset="77"/>
                        </a:rPr>
                        <a:t>(</a:t>
                      </a:r>
                      <a:r>
                        <a:rPr lang="fr-CA" sz="1600" dirty="0" err="1">
                          <a:latin typeface="Visby CF" pitchFamily="2" charset="77"/>
                        </a:rPr>
                        <a:t>Softr</a:t>
                      </a:r>
                      <a:r>
                        <a:rPr lang="fr-CA" sz="1600" dirty="0">
                          <a:latin typeface="Visby CF" pitchFamily="2" charset="77"/>
                        </a:rPr>
                        <a:t>, </a:t>
                      </a:r>
                      <a:r>
                        <a:rPr lang="fr-CA" sz="1600" dirty="0" err="1">
                          <a:latin typeface="Visby CF" pitchFamily="2" charset="77"/>
                        </a:rPr>
                        <a:t>ChatGPT</a:t>
                      </a:r>
                      <a:r>
                        <a:rPr lang="fr-CA" sz="1600" dirty="0">
                          <a:latin typeface="Visby CF" pitchFamily="2" charset="77"/>
                        </a:rPr>
                        <a:t>)</a:t>
                      </a:r>
                    </a:p>
                  </a:txBody>
                  <a:tcPr anchor="ctr"/>
                </a:tc>
                <a:tc>
                  <a:txBody>
                    <a:bodyPr/>
                    <a:lstStyle/>
                    <a:p>
                      <a:pPr>
                        <a:buNone/>
                      </a:pPr>
                      <a:r>
                        <a:rPr lang="fr-CA" sz="1600">
                          <a:latin typeface="Visby CF" pitchFamily="2" charset="77"/>
                        </a:rPr>
                        <a:t>Propose une structure générique</a:t>
                      </a:r>
                    </a:p>
                  </a:txBody>
                  <a:tcPr anchor="ctr"/>
                </a:tc>
                <a:tc>
                  <a:txBody>
                    <a:bodyPr/>
                    <a:lstStyle/>
                    <a:p>
                      <a:pPr>
                        <a:buNone/>
                      </a:pPr>
                      <a:r>
                        <a:rPr lang="fr-CA" sz="1600" dirty="0">
                          <a:latin typeface="Visby CF" pitchFamily="2" charset="77"/>
                        </a:rPr>
                        <a:t>Génère du contenu plausible</a:t>
                      </a:r>
                    </a:p>
                  </a:txBody>
                  <a:tcPr anchor="ctr"/>
                </a:tc>
                <a:tc>
                  <a:txBody>
                    <a:bodyPr/>
                    <a:lstStyle/>
                    <a:p>
                      <a:pPr>
                        <a:buNone/>
                      </a:pPr>
                      <a:r>
                        <a:rPr lang="fr-CA" sz="1600" dirty="0">
                          <a:latin typeface="Visby CF" pitchFamily="2" charset="77"/>
                        </a:rPr>
                        <a:t>Oui, sans comprendre le contexte métier</a:t>
                      </a:r>
                    </a:p>
                  </a:txBody>
                  <a:tcPr anchor="ctr"/>
                </a:tc>
                <a:extLst>
                  <a:ext uri="{0D108BD9-81ED-4DB2-BD59-A6C34878D82A}">
                    <a16:rowId xmlns:a16="http://schemas.microsoft.com/office/drawing/2014/main" val="4166846708"/>
                  </a:ext>
                </a:extLst>
              </a:tr>
            </a:tbl>
          </a:graphicData>
        </a:graphic>
      </p:graphicFrame>
      <p:pic>
        <p:nvPicPr>
          <p:cNvPr id="9" name="Image 8" descr="Une image contenant Police, Graphique, capture d’écran, graphisme&#10;&#10;Description générée automatiquement">
            <a:extLst>
              <a:ext uri="{FF2B5EF4-FFF2-40B4-BE49-F238E27FC236}">
                <a16:creationId xmlns:a16="http://schemas.microsoft.com/office/drawing/2014/main" id="{BA66645C-99F1-4539-B4B0-A043B26E41FD}"/>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10" name="ZoneTexte 9">
            <a:extLst>
              <a:ext uri="{FF2B5EF4-FFF2-40B4-BE49-F238E27FC236}">
                <a16:creationId xmlns:a16="http://schemas.microsoft.com/office/drawing/2014/main" id="{AB8643A3-A90F-05E2-4500-B2A75C9901EE}"/>
              </a:ext>
            </a:extLst>
          </p:cNvPr>
          <p:cNvSpPr txBox="1"/>
          <p:nvPr>
            <p:custDataLst>
              <p:tags r:id="rId5"/>
            </p:custDataLst>
          </p:nvPr>
        </p:nvSpPr>
        <p:spPr>
          <a:xfrm>
            <a:off x="609600" y="4508154"/>
            <a:ext cx="10948416" cy="1443472"/>
          </a:xfrm>
          <a:prstGeom prst="rect">
            <a:avLst/>
          </a:prstGeom>
          <a:noFill/>
        </p:spPr>
        <p:txBody>
          <a:bodyPr wrap="square" rtlCol="0">
            <a:spAutoFit/>
          </a:bodyPr>
          <a:lstStyle/>
          <a:p>
            <a:pPr algn="ctr">
              <a:lnSpc>
                <a:spcPct val="200000"/>
              </a:lnSpc>
            </a:pPr>
            <a:r>
              <a:rPr lang="fr-CA" sz="2400" dirty="0">
                <a:solidFill>
                  <a:schemeClr val="bg2">
                    <a:lumMod val="25000"/>
                  </a:schemeClr>
                </a:solidFill>
                <a:latin typeface="Visby CF Medium" pitchFamily="2" charset="77"/>
              </a:rPr>
              <a:t>La valeur du </a:t>
            </a:r>
            <a:r>
              <a:rPr lang="fr-CA" sz="2400" b="1" dirty="0">
                <a:solidFill>
                  <a:schemeClr val="accent2"/>
                </a:solidFill>
                <a:latin typeface="Visby Slab CF Bold" pitchFamily="2" charset="77"/>
              </a:rPr>
              <a:t>gestionnaire </a:t>
            </a:r>
            <a:r>
              <a:rPr lang="fr-CA" sz="2400" b="1">
                <a:solidFill>
                  <a:schemeClr val="accent2"/>
                </a:solidFill>
                <a:latin typeface="Visby Slab CF Bold" pitchFamily="2" charset="77"/>
              </a:rPr>
              <a:t>en TI </a:t>
            </a:r>
            <a:r>
              <a:rPr lang="fr-CA" sz="2400">
                <a:solidFill>
                  <a:schemeClr val="bg2">
                    <a:lumMod val="25000"/>
                  </a:schemeClr>
                </a:solidFill>
                <a:latin typeface="Visby CF Medium" pitchFamily="2" charset="77"/>
              </a:rPr>
              <a:t>: </a:t>
            </a:r>
            <a:br>
              <a:rPr lang="fr-CA" sz="2400" b="1" dirty="0">
                <a:solidFill>
                  <a:schemeClr val="accent3"/>
                </a:solidFill>
                <a:latin typeface="Visby Slab CF Bold" pitchFamily="2" charset="77"/>
              </a:rPr>
            </a:br>
            <a:r>
              <a:rPr lang="fr-CA" sz="2400" b="1" dirty="0">
                <a:solidFill>
                  <a:schemeClr val="accent4"/>
                </a:solidFill>
                <a:latin typeface="Visby Slab CF Bold" pitchFamily="2" charset="77"/>
              </a:rPr>
              <a:t>Définir des règles que les systèmes peuvent exécuter de façon fiable.</a:t>
            </a:r>
            <a:endParaRPr lang="fr-FR" b="1" dirty="0">
              <a:solidFill>
                <a:schemeClr val="accent4"/>
              </a:solidFill>
              <a:latin typeface="Visby Slab CF Bold" pitchFamily="2" charset="77"/>
            </a:endParaRPr>
          </a:p>
        </p:txBody>
      </p:sp>
    </p:spTree>
    <p:extLst>
      <p:ext uri="{BB962C8B-B14F-4D97-AF65-F5344CB8AC3E}">
        <p14:creationId xmlns:p14="http://schemas.microsoft.com/office/powerpoint/2010/main" val="38228294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6E2A4D-6D18-B145-8C38-0632D9E1CE3A}"/>
              </a:ext>
            </a:extLst>
          </p:cNvPr>
          <p:cNvSpPr>
            <a:spLocks noGrp="1"/>
          </p:cNvSpPr>
          <p:nvPr>
            <p:ph type="title"/>
            <p:custDataLst>
              <p:tags r:id="rId1"/>
            </p:custDataLst>
          </p:nvPr>
        </p:nvSpPr>
        <p:spPr/>
        <p:txBody>
          <a:bodyPr>
            <a:normAutofit/>
          </a:bodyPr>
          <a:lstStyle/>
          <a:p>
            <a:r>
              <a:rPr kumimoji="0" lang="fr-CA" sz="7200" b="0" i="0" u="none" strike="noStrike" kern="1200" cap="none" spc="0" normalizeH="0" baseline="0" noProof="0">
                <a:ln>
                  <a:noFill/>
                </a:ln>
                <a:solidFill>
                  <a:schemeClr val="accent5"/>
                </a:solidFill>
                <a:effectLst/>
                <a:uLnTx/>
                <a:uFillTx/>
                <a:latin typeface="Visby Slab CF Bold" panose="00000800000000000000" pitchFamily="50" charset="0"/>
                <a:ea typeface="+mn-ea"/>
                <a:cs typeface="+mn-cs"/>
              </a:rPr>
              <a:t>Synthèse</a:t>
            </a:r>
            <a:endParaRPr lang="fr-CA"/>
          </a:p>
        </p:txBody>
      </p:sp>
    </p:spTree>
    <p:extLst>
      <p:ext uri="{BB962C8B-B14F-4D97-AF65-F5344CB8AC3E}">
        <p14:creationId xmlns:p14="http://schemas.microsoft.com/office/powerpoint/2010/main" val="2901652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75985-B86E-D410-C0C4-098E8EBD6B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1D2CB-5F36-F77D-B87D-A090817BD076}"/>
              </a:ext>
            </a:extLst>
          </p:cNvPr>
          <p:cNvSpPr>
            <a:spLocks noGrp="1"/>
          </p:cNvSpPr>
          <p:nvPr>
            <p:ph type="title"/>
            <p:custDataLst>
              <p:tags r:id="rId1"/>
            </p:custDataLst>
          </p:nvPr>
        </p:nvSpPr>
        <p:spPr/>
        <p:txBody>
          <a:bodyPr>
            <a:normAutofit/>
          </a:bodyPr>
          <a:lstStyle/>
          <a:p>
            <a:r>
              <a:rPr lang="fr-CA" noProof="0"/>
              <a:t>Si vous souhaitez continuer à apprendre sur l’IA</a:t>
            </a:r>
            <a:endParaRPr lang="en-CA" noProof="0" dirty="0"/>
          </a:p>
        </p:txBody>
      </p:sp>
      <p:sp>
        <p:nvSpPr>
          <p:cNvPr id="3" name="Content Placeholder 2">
            <a:extLst>
              <a:ext uri="{FF2B5EF4-FFF2-40B4-BE49-F238E27FC236}">
                <a16:creationId xmlns:a16="http://schemas.microsoft.com/office/drawing/2014/main" id="{ACF648CE-33B9-7037-14D7-9582EDA5D46A}"/>
              </a:ext>
            </a:extLst>
          </p:cNvPr>
          <p:cNvSpPr>
            <a:spLocks noGrp="1"/>
          </p:cNvSpPr>
          <p:nvPr>
            <p:ph idx="1"/>
            <p:custDataLst>
              <p:tags r:id="rId2"/>
            </p:custDataLst>
          </p:nvPr>
        </p:nvSpPr>
        <p:spPr/>
        <p:txBody>
          <a:bodyPr vert="horz" lIns="91440" tIns="45720" rIns="91440" bIns="45720" rtlCol="0" anchor="t">
            <a:normAutofit lnSpcReduction="10000"/>
          </a:bodyPr>
          <a:lstStyle/>
          <a:p>
            <a:r>
              <a:rPr lang="fr-CA" noProof="0">
                <a:latin typeface="Visby CF Medium"/>
                <a:cs typeface="Cordia New"/>
              </a:rPr>
              <a:t>Pour approfondir votre compréhension de l’IA et de ses impacts sur les industries et les pratiques professionnelles, vous pouvez accéder à une formation en ligne conçue par le Tech3Lab et IVADO (consortium de recherche, de formation et de mobilisation des connaissances en intelligence artificielle) :</a:t>
            </a:r>
          </a:p>
          <a:p>
            <a:pPr lvl="1"/>
            <a:r>
              <a:rPr lang="fr-CA" noProof="0">
                <a:latin typeface="Visby CF Medium"/>
                <a:cs typeface="Cordia New"/>
              </a:rPr>
              <a:t> </a:t>
            </a:r>
            <a:r>
              <a:rPr lang="fr-CA" noProof="0">
                <a:latin typeface="Visby CF Medium"/>
                <a:cs typeface="Cordia New"/>
                <a:hlinkClick r:id="rId5"/>
              </a:rPr>
              <a:t>https://ivado.ca/en/2026/01/22/tech3lab-and-ivado-launch-professional-training-program-professional-practice-in-the-artificial-intelligence-ai-era/</a:t>
            </a:r>
            <a:endParaRPr lang="fr-CA" noProof="0">
              <a:latin typeface="Visby CF Medium"/>
              <a:cs typeface="Cordia New"/>
            </a:endParaRPr>
          </a:p>
          <a:p>
            <a:r>
              <a:rPr lang="fr-CA" noProof="0">
                <a:latin typeface="Visby CF Medium"/>
                <a:cs typeface="Cordia New"/>
              </a:rPr>
              <a:t>Inscrivez-vous à la formation pour obtenir l’accès.Vous pourrez ensuite consulter tout le matériel de formation et tester vos connaissances sur différents sujets liés à l’IA.</a:t>
            </a:r>
          </a:p>
          <a:p>
            <a:r>
              <a:rPr lang="fr-CA" noProof="0">
                <a:latin typeface="Visby CF Medium"/>
                <a:cs typeface="Cordia New"/>
              </a:rPr>
              <a:t>La formation complète n’est pas au programme de l’examen; seul le matériel sélectionné pour ce cours est évalué.</a:t>
            </a:r>
            <a:endParaRPr lang="en-CA" noProof="0" dirty="0"/>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99934114-60AB-D048-35F3-2D11721A1C7E}"/>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0452593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25B93A-EBF4-2D43-0689-B91F2C8A8704}"/>
              </a:ext>
            </a:extLst>
          </p:cNvPr>
          <p:cNvSpPr>
            <a:spLocks noGrp="1"/>
          </p:cNvSpPr>
          <p:nvPr>
            <p:ph type="title"/>
            <p:custDataLst>
              <p:tags r:id="rId1"/>
            </p:custDataLst>
          </p:nvPr>
        </p:nvSpPr>
        <p:spPr/>
        <p:txBody>
          <a:bodyPr>
            <a:noAutofit/>
          </a:bodyPr>
          <a:lstStyle/>
          <a:p>
            <a:r>
              <a:rPr lang="fr-CA" spc="-70"/>
              <a:t>La suite du cours d’aujourd’hui dans la spécialisation</a:t>
            </a:r>
          </a:p>
        </p:txBody>
      </p:sp>
      <p:sp>
        <p:nvSpPr>
          <p:cNvPr id="3" name="Espace réservé du contenu 2">
            <a:extLst>
              <a:ext uri="{FF2B5EF4-FFF2-40B4-BE49-F238E27FC236}">
                <a16:creationId xmlns:a16="http://schemas.microsoft.com/office/drawing/2014/main" id="{89E3E053-DD35-EAA1-3E65-3F654A90251D}"/>
              </a:ext>
            </a:extLst>
          </p:cNvPr>
          <p:cNvSpPr>
            <a:spLocks noGrp="1"/>
          </p:cNvSpPr>
          <p:nvPr>
            <p:ph idx="1"/>
            <p:custDataLst>
              <p:tags r:id="rId2"/>
            </p:custDataLst>
          </p:nvPr>
        </p:nvSpPr>
        <p:spPr/>
        <p:txBody>
          <a:bodyPr anchor="ctr"/>
          <a:lstStyle/>
          <a:p>
            <a:pPr>
              <a:tabLst>
                <a:tab pos="2506663" algn="l"/>
              </a:tabLst>
            </a:pPr>
            <a:r>
              <a:rPr lang="fr-CA"/>
              <a:t>TECH 20704	Savoir programmer : compétences essentielles</a:t>
            </a:r>
          </a:p>
          <a:p>
            <a:pPr>
              <a:tabLst>
                <a:tab pos="2506663" algn="l"/>
              </a:tabLst>
            </a:pPr>
            <a:r>
              <a:rPr lang="fr-CA"/>
              <a:t>TECH 20705 	Mobiliser l’intelligence artificielle dans les organisations</a:t>
            </a:r>
          </a:p>
          <a:p>
            <a:pPr>
              <a:tabLst>
                <a:tab pos="2506663" algn="l"/>
              </a:tabLst>
            </a:pPr>
            <a:r>
              <a:rPr lang="fr-CA"/>
              <a:t>TECH 20711	Développer un produit numérique</a:t>
            </a:r>
          </a:p>
          <a:p>
            <a:pPr>
              <a:tabLst>
                <a:tab pos="2506663" algn="l"/>
              </a:tabLst>
            </a:pPr>
            <a:endParaRPr lang="fr-CA"/>
          </a:p>
          <a:p>
            <a:pPr>
              <a:tabLst>
                <a:tab pos="2506663" algn="l"/>
              </a:tabLst>
            </a:pPr>
            <a:endParaRPr lang="fr-CA"/>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25CCF0F3-EA3C-54AF-694A-35B12FF31C15}"/>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872711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9EDBC1-ED09-50A8-6E7F-571E46BF15C1}"/>
              </a:ext>
            </a:extLst>
          </p:cNvPr>
          <p:cNvSpPr>
            <a:spLocks noGrp="1"/>
          </p:cNvSpPr>
          <p:nvPr>
            <p:ph type="title"/>
            <p:custDataLst>
              <p:tags r:id="rId1"/>
            </p:custDataLst>
          </p:nvPr>
        </p:nvSpPr>
        <p:spPr/>
        <p:txBody>
          <a:bodyPr/>
          <a:lstStyle/>
          <a:p>
            <a:r>
              <a:rPr lang="fr-CA"/>
              <a:t>Les métiers impliqués dans le cours d’aujourd’hui</a:t>
            </a:r>
          </a:p>
        </p:txBody>
      </p:sp>
      <p:pic>
        <p:nvPicPr>
          <p:cNvPr id="4" name="Image 3">
            <a:extLst>
              <a:ext uri="{FF2B5EF4-FFF2-40B4-BE49-F238E27FC236}">
                <a16:creationId xmlns:a16="http://schemas.microsoft.com/office/drawing/2014/main" id="{096DDA0C-4B6D-DD42-3C12-DF78CAF13FA1}"/>
              </a:ext>
            </a:extLst>
          </p:cNvPr>
          <p:cNvPicPr>
            <a:picLocks noChangeAspect="1"/>
          </p:cNvPicPr>
          <p:nvPr>
            <p:custDataLst>
              <p:tags r:id="rId2"/>
            </p:custDataLst>
          </p:nvPr>
        </p:nvPicPr>
        <p:blipFill>
          <a:blip r:embed="rId6"/>
          <a:stretch>
            <a:fillRect/>
          </a:stretch>
        </p:blipFill>
        <p:spPr>
          <a:xfrm>
            <a:off x="3041707" y="987913"/>
            <a:ext cx="5840290" cy="5870087"/>
          </a:xfrm>
          <a:prstGeom prst="rect">
            <a:avLst/>
          </a:prstGeom>
        </p:spPr>
      </p:pic>
      <p:pic>
        <p:nvPicPr>
          <p:cNvPr id="8" name="Image 7" descr="Une image contenant Police, Graphique, capture d’écran, graphisme&#10;&#10;Description générée automatiquement">
            <a:extLst>
              <a:ext uri="{FF2B5EF4-FFF2-40B4-BE49-F238E27FC236}">
                <a16:creationId xmlns:a16="http://schemas.microsoft.com/office/drawing/2014/main" id="{2468E5A8-ED35-32E0-4C5C-E40DE6EDB7CD}"/>
              </a:ext>
            </a:extLst>
          </p:cNvPr>
          <p:cNvPicPr>
            <a:picLocks noChangeAspect="1"/>
          </p:cNvPicPr>
          <p:nvPr>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
        <p:nvSpPr>
          <p:cNvPr id="11" name="Ellipse 10">
            <a:extLst>
              <a:ext uri="{FF2B5EF4-FFF2-40B4-BE49-F238E27FC236}">
                <a16:creationId xmlns:a16="http://schemas.microsoft.com/office/drawing/2014/main" id="{8E1CD315-FE12-4D6D-8F96-59DABAC069A2}"/>
              </a:ext>
            </a:extLst>
          </p:cNvPr>
          <p:cNvSpPr/>
          <p:nvPr>
            <p:custDataLst>
              <p:tags r:id="rId4"/>
            </p:custDataLst>
          </p:nvPr>
        </p:nvSpPr>
        <p:spPr>
          <a:xfrm rot="11751144">
            <a:off x="4038531" y="1148000"/>
            <a:ext cx="3685845" cy="1812044"/>
          </a:xfrm>
          <a:prstGeom prst="ellipse">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CA"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95552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02B424-AB7F-935A-9592-94E4E335F3BC}"/>
              </a:ext>
            </a:extLst>
          </p:cNvPr>
          <p:cNvSpPr>
            <a:spLocks noGrp="1"/>
          </p:cNvSpPr>
          <p:nvPr>
            <p:ph type="title"/>
            <p:custDataLst>
              <p:tags r:id="rId1"/>
            </p:custDataLst>
          </p:nvPr>
        </p:nvSpPr>
        <p:spPr/>
        <p:txBody>
          <a:bodyPr>
            <a:normAutofit/>
          </a:bodyPr>
          <a:lstStyle/>
          <a:p>
            <a:r>
              <a:rPr lang="fr-CA" spc="-70"/>
              <a:t>Les autres spécialisations dans le cours d’aujourd’hui</a:t>
            </a:r>
          </a:p>
        </p:txBody>
      </p:sp>
      <p:sp>
        <p:nvSpPr>
          <p:cNvPr id="3" name="Espace réservé du contenu 2">
            <a:extLst>
              <a:ext uri="{FF2B5EF4-FFF2-40B4-BE49-F238E27FC236}">
                <a16:creationId xmlns:a16="http://schemas.microsoft.com/office/drawing/2014/main" id="{6F3F7FC5-90B7-FCC3-FA6C-8AF84B087DC4}"/>
              </a:ext>
            </a:extLst>
          </p:cNvPr>
          <p:cNvSpPr>
            <a:spLocks noGrp="1"/>
          </p:cNvSpPr>
          <p:nvPr>
            <p:ph idx="1"/>
            <p:custDataLst>
              <p:tags r:id="rId2"/>
            </p:custDataLst>
          </p:nvPr>
        </p:nvSpPr>
        <p:spPr/>
        <p:txBody>
          <a:bodyPr anchor="ctr"/>
          <a:lstStyle/>
          <a:p>
            <a:r>
              <a:rPr lang="fr-CA"/>
              <a:t>Toutes les spécialisations sont touchées!!!</a:t>
            </a:r>
          </a:p>
          <a:p>
            <a:endParaRPr lang="fr-CA"/>
          </a:p>
          <a:p>
            <a:endParaRPr lang="fr-CA"/>
          </a:p>
          <a:p>
            <a:endParaRPr lang="fr-CA"/>
          </a:p>
          <a:p>
            <a:endParaRPr lang="fr-CA"/>
          </a:p>
          <a:p>
            <a:endParaRPr lang="fr-CA"/>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208F4428-89FF-FADC-D4FD-9A1F599C7825}"/>
              </a:ext>
            </a:extLst>
          </p:cNvPr>
          <p:cNvPicPr>
            <a:picLocks noChangeAspect="1"/>
          </p:cNvPicPr>
          <p:nvPr>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34724382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C7C34AC-A945-D988-3367-E44B1B476095}"/>
              </a:ext>
            </a:extLst>
          </p:cNvPr>
          <p:cNvSpPr>
            <a:spLocks noGrp="1"/>
          </p:cNvSpPr>
          <p:nvPr>
            <p:ph type="title"/>
            <p:custDataLst>
              <p:tags r:id="rId1"/>
            </p:custDataLst>
          </p:nvPr>
        </p:nvSpPr>
        <p:spPr/>
        <p:txBody>
          <a:bodyPr/>
          <a:lstStyle/>
          <a:p>
            <a:r>
              <a:rPr lang="fr-CA"/>
              <a:t>À faire pour la semaine prochaine</a:t>
            </a:r>
          </a:p>
        </p:txBody>
      </p:sp>
      <p:sp>
        <p:nvSpPr>
          <p:cNvPr id="3" name="Espace réservé du contenu 2">
            <a:extLst>
              <a:ext uri="{FF2B5EF4-FFF2-40B4-BE49-F238E27FC236}">
                <a16:creationId xmlns:a16="http://schemas.microsoft.com/office/drawing/2014/main" id="{E5277556-B255-72F5-C036-0CD1CCA6E4F5}"/>
              </a:ext>
            </a:extLst>
          </p:cNvPr>
          <p:cNvSpPr>
            <a:spLocks noGrp="1"/>
          </p:cNvSpPr>
          <p:nvPr>
            <p:ph idx="1"/>
            <p:custDataLst>
              <p:tags r:id="rId2"/>
            </p:custDataLst>
          </p:nvPr>
        </p:nvSpPr>
        <p:spPr/>
        <p:txBody>
          <a:bodyPr anchor="ctr"/>
          <a:lstStyle/>
          <a:p>
            <a:r>
              <a:rPr lang="fr-CA" dirty="0"/>
              <a:t>Lire le texte </a:t>
            </a:r>
            <a:r>
              <a:rPr lang="fr-CA"/>
              <a:t>intitulé «Documentation </a:t>
            </a:r>
            <a:r>
              <a:rPr lang="fr-CA" dirty="0"/>
              <a:t>sur les récits utilisateur en </a:t>
            </a:r>
            <a:r>
              <a:rPr lang="fr-CA"/>
              <a:t>projets agiles»</a:t>
            </a:r>
            <a:endParaRPr lang="fr-CA" dirty="0"/>
          </a:p>
          <a:p>
            <a:r>
              <a:rPr lang="fr-CA" dirty="0"/>
              <a:t>Poursuivre votre travail d’équipe #1, </a:t>
            </a:r>
            <a:r>
              <a:rPr lang="fr-CA"/>
              <a:t>l’échéance arrive vite</a:t>
            </a:r>
            <a:r>
              <a:rPr lang="fr-CA" dirty="0"/>
              <a:t>!</a:t>
            </a:r>
          </a:p>
          <a:p>
            <a:endParaRPr lang="fr-CA" dirty="0"/>
          </a:p>
          <a:p>
            <a:pPr lvl="1"/>
            <a:endParaRPr lang="fr-CA" dirty="0"/>
          </a:p>
          <a:p>
            <a:pPr lvl="1"/>
            <a:endParaRPr lang="fr-CA" dirty="0">
              <a:solidFill>
                <a:schemeClr val="accent4"/>
              </a:solidFill>
              <a:latin typeface="Visby Slab CF Bold" panose="00000800000000000000" pitchFamily="50" charset="0"/>
            </a:endParaRPr>
          </a:p>
        </p:txBody>
      </p:sp>
      <p:pic>
        <p:nvPicPr>
          <p:cNvPr id="4" name="Image 3" descr="Une image contenant Police, Graphique, capture d’écran, graphisme&#10;&#10;Description générée automatiquement">
            <a:extLst>
              <a:ext uri="{FF2B5EF4-FFF2-40B4-BE49-F238E27FC236}">
                <a16:creationId xmlns:a16="http://schemas.microsoft.com/office/drawing/2014/main" id="{A6F9FEDF-AE19-F6BB-419C-AFFC58C6D297}"/>
              </a:ext>
            </a:extLst>
          </p:cNvPr>
          <p:cNvPicPr>
            <a:picLocks noChangeAspect="1"/>
          </p:cNvPicPr>
          <p:nvPr>
            <p:custDataLst>
              <p:tags r:id="rId3"/>
            </p:custDataLst>
          </p:nvPr>
        </p:nvPicPr>
        <p:blipFill>
          <a:blip r:embed="rId6">
            <a:extLst>
              <a:ext uri="{28A0092B-C50C-407E-A947-70E740481C1C}">
                <a14:useLocalDpi xmlns:a14="http://schemas.microsoft.com/office/drawing/2010/main" val="0"/>
              </a:ext>
            </a:extLst>
          </a:blip>
          <a:stretch>
            <a:fillRect/>
          </a:stretch>
        </p:blipFill>
        <p:spPr>
          <a:xfrm>
            <a:off x="132258" y="6555588"/>
            <a:ext cx="1122088" cy="225540"/>
          </a:xfrm>
          <a:prstGeom prst="rect">
            <a:avLst/>
          </a:prstGeom>
        </p:spPr>
      </p:pic>
    </p:spTree>
    <p:extLst>
      <p:ext uri="{BB962C8B-B14F-4D97-AF65-F5344CB8AC3E}">
        <p14:creationId xmlns:p14="http://schemas.microsoft.com/office/powerpoint/2010/main" val="25301163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4"/>
</p:tagLst>
</file>

<file path=ppt/tags/tag4.xml><?xml version="1.0" encoding="utf-8"?>
<p:tagLst xmlns:a="http://schemas.openxmlformats.org/drawingml/2006/main" xmlns:r="http://schemas.openxmlformats.org/officeDocument/2006/relationships" xmlns:p="http://schemas.openxmlformats.org/presentationml/2006/main">
  <p:tag name="NUM" val="1"/>
</p:tagLst>
</file>

<file path=ppt/tags/tag5.xml><?xml version="1.0" encoding="utf-8"?>
<p:tagLst xmlns:a="http://schemas.openxmlformats.org/drawingml/2006/main" xmlns:r="http://schemas.openxmlformats.org/officeDocument/2006/relationships" xmlns:p="http://schemas.openxmlformats.org/presentationml/2006/main">
  <p:tag name="NUM" val="4"/>
</p:tagLst>
</file>

<file path=ppt/tags/tag6.xml><?xml version="1.0" encoding="utf-8"?>
<p:tagLst xmlns:a="http://schemas.openxmlformats.org/drawingml/2006/main" xmlns:r="http://schemas.openxmlformats.org/officeDocument/2006/relationships" xmlns:p="http://schemas.openxmlformats.org/presentationml/2006/main">
  <p:tag name="NUM" val="5"/>
</p:tagLst>
</file>

<file path=ppt/tags/tag7.xml><?xml version="1.0" encoding="utf-8"?>
<p:tagLst xmlns:a="http://schemas.openxmlformats.org/drawingml/2006/main" xmlns:r="http://schemas.openxmlformats.org/officeDocument/2006/relationships" xmlns:p="http://schemas.openxmlformats.org/presentationml/2006/main">
  <p:tag name="NUM" val="6"/>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4"/>
</p:tagLst>
</file>

<file path=ppt/tags/tag11.xml><?xml version="1.0" encoding="utf-8"?>
<p:tagLst xmlns:a="http://schemas.openxmlformats.org/drawingml/2006/main" xmlns:r="http://schemas.openxmlformats.org/officeDocument/2006/relationships" xmlns:p="http://schemas.openxmlformats.org/presentationml/2006/main">
  <p:tag name="NUM" val="4"/>
</p:tagLst>
</file>

<file path=ppt/tags/tag12.xml><?xml version="1.0" encoding="utf-8"?>
<p:tagLst xmlns:a="http://schemas.openxmlformats.org/drawingml/2006/main" xmlns:r="http://schemas.openxmlformats.org/officeDocument/2006/relationships" xmlns:p="http://schemas.openxmlformats.org/presentationml/2006/main">
  <p:tag name="NUM" val="5"/>
</p:tagLst>
</file>

<file path=ppt/tags/tag13.xml><?xml version="1.0" encoding="utf-8"?>
<p:tagLst xmlns:a="http://schemas.openxmlformats.org/drawingml/2006/main" xmlns:r="http://schemas.openxmlformats.org/officeDocument/2006/relationships" xmlns:p="http://schemas.openxmlformats.org/presentationml/2006/main">
  <p:tag name="NUM" val="6"/>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4"/>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4"/>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2"/>
</p:tagLst>
</file>

<file path=ppt/tags/tag22.xml><?xml version="1.0" encoding="utf-8"?>
<p:tagLst xmlns:a="http://schemas.openxmlformats.org/drawingml/2006/main" xmlns:r="http://schemas.openxmlformats.org/officeDocument/2006/relationships" xmlns:p="http://schemas.openxmlformats.org/presentationml/2006/main">
  <p:tag name="NUM" val="3"/>
</p:tagLst>
</file>

<file path=ppt/tags/tag23.xml><?xml version="1.0" encoding="utf-8"?>
<p:tagLst xmlns:a="http://schemas.openxmlformats.org/drawingml/2006/main" xmlns:r="http://schemas.openxmlformats.org/officeDocument/2006/relationships" xmlns:p="http://schemas.openxmlformats.org/presentationml/2006/main">
  <p:tag name="NUM" val="4"/>
</p:tagLst>
</file>

<file path=ppt/tags/tag24.xml><?xml version="1.0" encoding="utf-8"?>
<p:tagLst xmlns:a="http://schemas.openxmlformats.org/drawingml/2006/main" xmlns:r="http://schemas.openxmlformats.org/officeDocument/2006/relationships" xmlns:p="http://schemas.openxmlformats.org/presentationml/2006/main">
  <p:tag name="NUM" val="5"/>
</p:tagLst>
</file>

<file path=ppt/tags/tag25.xml><?xml version="1.0" encoding="utf-8"?>
<p:tagLst xmlns:a="http://schemas.openxmlformats.org/drawingml/2006/main" xmlns:r="http://schemas.openxmlformats.org/officeDocument/2006/relationships" xmlns:p="http://schemas.openxmlformats.org/presentationml/2006/main">
  <p:tag name="NUM" val="6"/>
</p:tagLst>
</file>

<file path=ppt/tags/tag26.xml><?xml version="1.0" encoding="utf-8"?>
<p:tagLst xmlns:a="http://schemas.openxmlformats.org/drawingml/2006/main" xmlns:r="http://schemas.openxmlformats.org/officeDocument/2006/relationships" xmlns:p="http://schemas.openxmlformats.org/presentationml/2006/main">
  <p:tag name="NUM" val="7"/>
</p:tagLst>
</file>

<file path=ppt/tags/tag27.xml><?xml version="1.0" encoding="utf-8"?>
<p:tagLst xmlns:a="http://schemas.openxmlformats.org/drawingml/2006/main" xmlns:r="http://schemas.openxmlformats.org/officeDocument/2006/relationships" xmlns:p="http://schemas.openxmlformats.org/presentationml/2006/main">
  <p:tag name="NUM" val="8"/>
</p:tagLst>
</file>

<file path=ppt/tags/tag28.xml><?xml version="1.0" encoding="utf-8"?>
<p:tagLst xmlns:a="http://schemas.openxmlformats.org/drawingml/2006/main" xmlns:r="http://schemas.openxmlformats.org/officeDocument/2006/relationships" xmlns:p="http://schemas.openxmlformats.org/presentationml/2006/main">
  <p:tag name="NUM" val="9"/>
</p:tagLst>
</file>

<file path=ppt/tags/tag29.xml><?xml version="1.0" encoding="utf-8"?>
<p:tagLst xmlns:a="http://schemas.openxmlformats.org/drawingml/2006/main" xmlns:r="http://schemas.openxmlformats.org/officeDocument/2006/relationships" xmlns:p="http://schemas.openxmlformats.org/presentationml/2006/main">
  <p:tag name="NUM" val="1"/>
</p:tagLst>
</file>

<file path=ppt/tags/tag30.xml><?xml version="1.0" encoding="utf-8"?>
<p:tagLst xmlns:a="http://schemas.openxmlformats.org/drawingml/2006/main" xmlns:r="http://schemas.openxmlformats.org/officeDocument/2006/relationships" xmlns:p="http://schemas.openxmlformats.org/presentationml/2006/main">
  <p:tag name="NUM" val="2"/>
</p:tagLst>
</file>

<file path=ppt/tags/tag31.xml><?xml version="1.0" encoding="utf-8"?>
<p:tagLst xmlns:a="http://schemas.openxmlformats.org/drawingml/2006/main" xmlns:r="http://schemas.openxmlformats.org/officeDocument/2006/relationships" xmlns:p="http://schemas.openxmlformats.org/presentationml/2006/main">
  <p:tag name="NUM" val="1"/>
</p:tagLst>
</file>

<file path=ppt/tags/tag32.xml><?xml version="1.0" encoding="utf-8"?>
<p:tagLst xmlns:a="http://schemas.openxmlformats.org/drawingml/2006/main" xmlns:r="http://schemas.openxmlformats.org/officeDocument/2006/relationships" xmlns:p="http://schemas.openxmlformats.org/presentationml/2006/main">
  <p:tag name="NUM" val="2"/>
</p:tagLst>
</file>

<file path=ppt/tags/tag33.xml><?xml version="1.0" encoding="utf-8"?>
<p:tagLst xmlns:a="http://schemas.openxmlformats.org/drawingml/2006/main" xmlns:r="http://schemas.openxmlformats.org/officeDocument/2006/relationships" xmlns:p="http://schemas.openxmlformats.org/presentationml/2006/main">
  <p:tag name="NUM" val="3"/>
</p:tagLst>
</file>

<file path=ppt/tags/tag34.xml><?xml version="1.0" encoding="utf-8"?>
<p:tagLst xmlns:a="http://schemas.openxmlformats.org/drawingml/2006/main" xmlns:r="http://schemas.openxmlformats.org/officeDocument/2006/relationships" xmlns:p="http://schemas.openxmlformats.org/presentationml/2006/main">
  <p:tag name="NUM" val="4"/>
</p:tagLst>
</file>

<file path=ppt/tags/tag35.xml><?xml version="1.0" encoding="utf-8"?>
<p:tagLst xmlns:a="http://schemas.openxmlformats.org/drawingml/2006/main" xmlns:r="http://schemas.openxmlformats.org/officeDocument/2006/relationships" xmlns:p="http://schemas.openxmlformats.org/presentationml/2006/main">
  <p:tag name="NUM" val="1"/>
</p:tagLst>
</file>

<file path=ppt/tags/tag36.xml><?xml version="1.0" encoding="utf-8"?>
<p:tagLst xmlns:a="http://schemas.openxmlformats.org/drawingml/2006/main" xmlns:r="http://schemas.openxmlformats.org/officeDocument/2006/relationships" xmlns:p="http://schemas.openxmlformats.org/presentationml/2006/main">
  <p:tag name="NUM" val="2"/>
</p:tagLst>
</file>

<file path=ppt/tags/tag37.xml><?xml version="1.0" encoding="utf-8"?>
<p:tagLst xmlns:a="http://schemas.openxmlformats.org/drawingml/2006/main" xmlns:r="http://schemas.openxmlformats.org/officeDocument/2006/relationships" xmlns:p="http://schemas.openxmlformats.org/presentationml/2006/main">
  <p:tag name="NUM" val="3"/>
</p:tagLst>
</file>

<file path=ppt/tags/tag38.xml><?xml version="1.0" encoding="utf-8"?>
<p:tagLst xmlns:a="http://schemas.openxmlformats.org/drawingml/2006/main" xmlns:r="http://schemas.openxmlformats.org/officeDocument/2006/relationships" xmlns:p="http://schemas.openxmlformats.org/presentationml/2006/main">
  <p:tag name="NUM" val="4"/>
</p:tagLst>
</file>

<file path=ppt/tags/tag39.xml><?xml version="1.0" encoding="utf-8"?>
<p:tagLst xmlns:a="http://schemas.openxmlformats.org/drawingml/2006/main" xmlns:r="http://schemas.openxmlformats.org/officeDocument/2006/relationships" xmlns:p="http://schemas.openxmlformats.org/presentationml/2006/main">
  <p:tag name="NUM" val="5"/>
</p:tagLst>
</file>

<file path=ppt/tags/tag40.xml><?xml version="1.0" encoding="utf-8"?>
<p:tagLst xmlns:a="http://schemas.openxmlformats.org/drawingml/2006/main" xmlns:r="http://schemas.openxmlformats.org/officeDocument/2006/relationships" xmlns:p="http://schemas.openxmlformats.org/presentationml/2006/main">
  <p:tag name="NUM" val="6"/>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1"/>
</p:tagLst>
</file>

<file path=ppt/tags/tag43.xml><?xml version="1.0" encoding="utf-8"?>
<p:tagLst xmlns:a="http://schemas.openxmlformats.org/drawingml/2006/main" xmlns:r="http://schemas.openxmlformats.org/officeDocument/2006/relationships" xmlns:p="http://schemas.openxmlformats.org/presentationml/2006/main">
  <p:tag name="NUM" val="2"/>
</p:tagLst>
</file>

<file path=ppt/tags/tag44.xml><?xml version="1.0" encoding="utf-8"?>
<p:tagLst xmlns:a="http://schemas.openxmlformats.org/drawingml/2006/main" xmlns:r="http://schemas.openxmlformats.org/officeDocument/2006/relationships" xmlns:p="http://schemas.openxmlformats.org/presentationml/2006/main">
  <p:tag name="NUM" val="1"/>
</p:tagLst>
</file>

<file path=ppt/tags/tag45.xml><?xml version="1.0" encoding="utf-8"?>
<p:tagLst xmlns:a="http://schemas.openxmlformats.org/drawingml/2006/main" xmlns:r="http://schemas.openxmlformats.org/officeDocument/2006/relationships" xmlns:p="http://schemas.openxmlformats.org/presentationml/2006/main">
  <p:tag name="NUM" val="2"/>
</p:tagLst>
</file>

<file path=ppt/tags/tag46.xml><?xml version="1.0" encoding="utf-8"?>
<p:tagLst xmlns:a="http://schemas.openxmlformats.org/drawingml/2006/main" xmlns:r="http://schemas.openxmlformats.org/officeDocument/2006/relationships" xmlns:p="http://schemas.openxmlformats.org/presentationml/2006/main">
  <p:tag name="NUM" val="1"/>
</p:tagLst>
</file>

<file path=ppt/tags/tag47.xml><?xml version="1.0" encoding="utf-8"?>
<p:tagLst xmlns:a="http://schemas.openxmlformats.org/drawingml/2006/main" xmlns:r="http://schemas.openxmlformats.org/officeDocument/2006/relationships" xmlns:p="http://schemas.openxmlformats.org/presentationml/2006/main">
  <p:tag name="NUM" val="1"/>
</p:tagLst>
</file>

<file path=ppt/tags/tag48.xml><?xml version="1.0" encoding="utf-8"?>
<p:tagLst xmlns:a="http://schemas.openxmlformats.org/drawingml/2006/main" xmlns:r="http://schemas.openxmlformats.org/officeDocument/2006/relationships" xmlns:p="http://schemas.openxmlformats.org/presentationml/2006/main">
  <p:tag name="NUM" val="2"/>
</p:tagLst>
</file>

<file path=ppt/tags/tag49.xml><?xml version="1.0" encoding="utf-8"?>
<p:tagLst xmlns:a="http://schemas.openxmlformats.org/drawingml/2006/main" xmlns:r="http://schemas.openxmlformats.org/officeDocument/2006/relationships" xmlns:p="http://schemas.openxmlformats.org/presentationml/2006/main">
  <p:tag name="NUM" val="3"/>
</p:tagLst>
</file>

<file path=ppt/tags/tag50.xml><?xml version="1.0" encoding="utf-8"?>
<p:tagLst xmlns:a="http://schemas.openxmlformats.org/drawingml/2006/main" xmlns:r="http://schemas.openxmlformats.org/officeDocument/2006/relationships" xmlns:p="http://schemas.openxmlformats.org/presentationml/2006/main">
  <p:tag name="NUM" val="4"/>
</p:tagLst>
</file>

<file path=ppt/tags/tag51.xml><?xml version="1.0" encoding="utf-8"?>
<p:tagLst xmlns:a="http://schemas.openxmlformats.org/drawingml/2006/main" xmlns:r="http://schemas.openxmlformats.org/officeDocument/2006/relationships" xmlns:p="http://schemas.openxmlformats.org/presentationml/2006/main">
  <p:tag name="NUM" val="1"/>
</p:tagLst>
</file>

<file path=ppt/tags/tag52.xml><?xml version="1.0" encoding="utf-8"?>
<p:tagLst xmlns:a="http://schemas.openxmlformats.org/drawingml/2006/main" xmlns:r="http://schemas.openxmlformats.org/officeDocument/2006/relationships" xmlns:p="http://schemas.openxmlformats.org/presentationml/2006/main">
  <p:tag name="NUM" val="2"/>
</p:tagLst>
</file>

<file path=ppt/tags/tag53.xml><?xml version="1.0" encoding="utf-8"?>
<p:tagLst xmlns:a="http://schemas.openxmlformats.org/drawingml/2006/main" xmlns:r="http://schemas.openxmlformats.org/officeDocument/2006/relationships" xmlns:p="http://schemas.openxmlformats.org/presentationml/2006/main">
  <p:tag name="NUM" val="3"/>
</p:tagLst>
</file>

<file path=ppt/tags/tag54.xml><?xml version="1.0" encoding="utf-8"?>
<p:tagLst xmlns:a="http://schemas.openxmlformats.org/drawingml/2006/main" xmlns:r="http://schemas.openxmlformats.org/officeDocument/2006/relationships" xmlns:p="http://schemas.openxmlformats.org/presentationml/2006/main">
  <p:tag name="NUM" val="4"/>
</p:tagLst>
</file>

<file path=ppt/tags/tag55.xml><?xml version="1.0" encoding="utf-8"?>
<p:tagLst xmlns:a="http://schemas.openxmlformats.org/drawingml/2006/main" xmlns:r="http://schemas.openxmlformats.org/officeDocument/2006/relationships" xmlns:p="http://schemas.openxmlformats.org/presentationml/2006/main">
  <p:tag name="NUM" val="5"/>
</p:tagLst>
</file>

<file path=ppt/tags/tag56.xml><?xml version="1.0" encoding="utf-8"?>
<p:tagLst xmlns:a="http://schemas.openxmlformats.org/drawingml/2006/main" xmlns:r="http://schemas.openxmlformats.org/officeDocument/2006/relationships" xmlns:p="http://schemas.openxmlformats.org/presentationml/2006/main">
  <p:tag name="NUM" val="6"/>
</p:tagLst>
</file>

<file path=ppt/tags/tag57.xml><?xml version="1.0" encoding="utf-8"?>
<p:tagLst xmlns:a="http://schemas.openxmlformats.org/drawingml/2006/main" xmlns:r="http://schemas.openxmlformats.org/officeDocument/2006/relationships" xmlns:p="http://schemas.openxmlformats.org/presentationml/2006/main">
  <p:tag name="NUM" val="1"/>
</p:tagLst>
</file>

<file path=ppt/tags/tag58.xml><?xml version="1.0" encoding="utf-8"?>
<p:tagLst xmlns:a="http://schemas.openxmlformats.org/drawingml/2006/main" xmlns:r="http://schemas.openxmlformats.org/officeDocument/2006/relationships" xmlns:p="http://schemas.openxmlformats.org/presentationml/2006/main">
  <p:tag name="NUM" val="2"/>
</p:tagLst>
</file>

<file path=ppt/tags/tag59.xml><?xml version="1.0" encoding="utf-8"?>
<p:tagLst xmlns:a="http://schemas.openxmlformats.org/drawingml/2006/main" xmlns:r="http://schemas.openxmlformats.org/officeDocument/2006/relationships" xmlns:p="http://schemas.openxmlformats.org/presentationml/2006/main">
  <p:tag name="NUM" val="3"/>
</p:tagLst>
</file>

<file path=ppt/tags/tag60.xml><?xml version="1.0" encoding="utf-8"?>
<p:tagLst xmlns:a="http://schemas.openxmlformats.org/drawingml/2006/main" xmlns:r="http://schemas.openxmlformats.org/officeDocument/2006/relationships" xmlns:p="http://schemas.openxmlformats.org/presentationml/2006/main">
  <p:tag name="NUM" val="4"/>
</p:tagLst>
</file>

<file path=ppt/tags/tag61.xml><?xml version="1.0" encoding="utf-8"?>
<p:tagLst xmlns:a="http://schemas.openxmlformats.org/drawingml/2006/main" xmlns:r="http://schemas.openxmlformats.org/officeDocument/2006/relationships" xmlns:p="http://schemas.openxmlformats.org/presentationml/2006/main">
  <p:tag name="NUM" val="1"/>
</p:tagLst>
</file>

<file path=ppt/tags/tag62.xml><?xml version="1.0" encoding="utf-8"?>
<p:tagLst xmlns:a="http://schemas.openxmlformats.org/drawingml/2006/main" xmlns:r="http://schemas.openxmlformats.org/officeDocument/2006/relationships" xmlns:p="http://schemas.openxmlformats.org/presentationml/2006/main">
  <p:tag name="NUM" val="2"/>
</p:tagLst>
</file>

<file path=ppt/tags/tag63.xml><?xml version="1.0" encoding="utf-8"?>
<p:tagLst xmlns:a="http://schemas.openxmlformats.org/drawingml/2006/main" xmlns:r="http://schemas.openxmlformats.org/officeDocument/2006/relationships" xmlns:p="http://schemas.openxmlformats.org/presentationml/2006/main">
  <p:tag name="NUM" val="3"/>
</p:tagLst>
</file>

<file path=ppt/tags/tag64.xml><?xml version="1.0" encoding="utf-8"?>
<p:tagLst xmlns:a="http://schemas.openxmlformats.org/drawingml/2006/main" xmlns:r="http://schemas.openxmlformats.org/officeDocument/2006/relationships" xmlns:p="http://schemas.openxmlformats.org/presentationml/2006/main">
  <p:tag name="NUM" val="4"/>
</p:tagLst>
</file>

<file path=ppt/tags/tag65.xml><?xml version="1.0" encoding="utf-8"?>
<p:tagLst xmlns:a="http://schemas.openxmlformats.org/drawingml/2006/main" xmlns:r="http://schemas.openxmlformats.org/officeDocument/2006/relationships" xmlns:p="http://schemas.openxmlformats.org/presentationml/2006/main">
  <p:tag name="NUM" val="5"/>
</p:tagLst>
</file>

<file path=ppt/tags/tag66.xml><?xml version="1.0" encoding="utf-8"?>
<p:tagLst xmlns:a="http://schemas.openxmlformats.org/drawingml/2006/main" xmlns:r="http://schemas.openxmlformats.org/officeDocument/2006/relationships" xmlns:p="http://schemas.openxmlformats.org/presentationml/2006/main">
  <p:tag name="NUM" val="1"/>
</p:tagLst>
</file>

<file path=ppt/tags/tag67.xml><?xml version="1.0" encoding="utf-8"?>
<p:tagLst xmlns:a="http://schemas.openxmlformats.org/drawingml/2006/main" xmlns:r="http://schemas.openxmlformats.org/officeDocument/2006/relationships" xmlns:p="http://schemas.openxmlformats.org/presentationml/2006/main">
  <p:tag name="NUM" val="1"/>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4"/>
</p:tagLst>
</file>

<file path=ppt/tags/tag71.xml><?xml version="1.0" encoding="utf-8"?>
<p:tagLst xmlns:a="http://schemas.openxmlformats.org/drawingml/2006/main" xmlns:r="http://schemas.openxmlformats.org/officeDocument/2006/relationships" xmlns:p="http://schemas.openxmlformats.org/presentationml/2006/main">
  <p:tag name="NUM" val="5"/>
</p:tagLst>
</file>

<file path=ppt/tags/tag72.xml><?xml version="1.0" encoding="utf-8"?>
<p:tagLst xmlns:a="http://schemas.openxmlformats.org/drawingml/2006/main" xmlns:r="http://schemas.openxmlformats.org/officeDocument/2006/relationships" xmlns:p="http://schemas.openxmlformats.org/presentationml/2006/main">
  <p:tag name="NUM" val="6"/>
</p:tagLst>
</file>

<file path=ppt/tags/tag73.xml><?xml version="1.0" encoding="utf-8"?>
<p:tagLst xmlns:a="http://schemas.openxmlformats.org/drawingml/2006/main" xmlns:r="http://schemas.openxmlformats.org/officeDocument/2006/relationships" xmlns:p="http://schemas.openxmlformats.org/presentationml/2006/main">
  <p:tag name="NUM" val="7"/>
</p:tagLst>
</file>

<file path=ppt/tags/tag74.xml><?xml version="1.0" encoding="utf-8"?>
<p:tagLst xmlns:a="http://schemas.openxmlformats.org/drawingml/2006/main" xmlns:r="http://schemas.openxmlformats.org/officeDocument/2006/relationships" xmlns:p="http://schemas.openxmlformats.org/presentationml/2006/main">
  <p:tag name="NUM" val="8"/>
</p:tagLst>
</file>

<file path=ppt/tags/tag75.xml><?xml version="1.0" encoding="utf-8"?>
<p:tagLst xmlns:a="http://schemas.openxmlformats.org/drawingml/2006/main" xmlns:r="http://schemas.openxmlformats.org/officeDocument/2006/relationships" xmlns:p="http://schemas.openxmlformats.org/presentationml/2006/main">
  <p:tag name="NUM" val="9"/>
</p:tagLst>
</file>

<file path=ppt/tags/tag76.xml><?xml version="1.0" encoding="utf-8"?>
<p:tagLst xmlns:a="http://schemas.openxmlformats.org/drawingml/2006/main" xmlns:r="http://schemas.openxmlformats.org/officeDocument/2006/relationships" xmlns:p="http://schemas.openxmlformats.org/presentationml/2006/main">
  <p:tag name="NUM" val="10"/>
</p:tagLst>
</file>

<file path=ppt/tags/tag77.xml><?xml version="1.0" encoding="utf-8"?>
<p:tagLst xmlns:a="http://schemas.openxmlformats.org/drawingml/2006/main" xmlns:r="http://schemas.openxmlformats.org/officeDocument/2006/relationships" xmlns:p="http://schemas.openxmlformats.org/presentationml/2006/main">
  <p:tag name="NUM" val="11"/>
</p:tagLst>
</file>

<file path=ppt/tags/tag78.xml><?xml version="1.0" encoding="utf-8"?>
<p:tagLst xmlns:a="http://schemas.openxmlformats.org/drawingml/2006/main" xmlns:r="http://schemas.openxmlformats.org/officeDocument/2006/relationships" xmlns:p="http://schemas.openxmlformats.org/presentationml/2006/main">
  <p:tag name="NUM" val="12"/>
</p:tagLst>
</file>

<file path=ppt/tags/tag79.xml><?xml version="1.0" encoding="utf-8"?>
<p:tagLst xmlns:a="http://schemas.openxmlformats.org/drawingml/2006/main" xmlns:r="http://schemas.openxmlformats.org/officeDocument/2006/relationships" xmlns:p="http://schemas.openxmlformats.org/presentationml/2006/main">
  <p:tag name="NUM" val="13"/>
</p:tagLst>
</file>

<file path=ppt/tags/tag80.xml><?xml version="1.0" encoding="utf-8"?>
<p:tagLst xmlns:a="http://schemas.openxmlformats.org/drawingml/2006/main" xmlns:r="http://schemas.openxmlformats.org/officeDocument/2006/relationships" xmlns:p="http://schemas.openxmlformats.org/presentationml/2006/main">
  <p:tag name="NUM" val="14"/>
</p:tagLst>
</file>

<file path=ppt/tags/tag81.xml><?xml version="1.0" encoding="utf-8"?>
<p:tagLst xmlns:a="http://schemas.openxmlformats.org/drawingml/2006/main" xmlns:r="http://schemas.openxmlformats.org/officeDocument/2006/relationships" xmlns:p="http://schemas.openxmlformats.org/presentationml/2006/main">
  <p:tag name="NUM" val="15"/>
</p:tagLst>
</file>

<file path=ppt/tags/tag82.xml><?xml version="1.0" encoding="utf-8"?>
<p:tagLst xmlns:a="http://schemas.openxmlformats.org/drawingml/2006/main" xmlns:r="http://schemas.openxmlformats.org/officeDocument/2006/relationships" xmlns:p="http://schemas.openxmlformats.org/presentationml/2006/main">
  <p:tag name="NUM" val="16"/>
</p:tagLst>
</file>

<file path=ppt/tags/tag83.xml><?xml version="1.0" encoding="utf-8"?>
<p:tagLst xmlns:a="http://schemas.openxmlformats.org/drawingml/2006/main" xmlns:r="http://schemas.openxmlformats.org/officeDocument/2006/relationships" xmlns:p="http://schemas.openxmlformats.org/presentationml/2006/main">
  <p:tag name="NUM" val="17"/>
</p:tagLst>
</file>

<file path=ppt/tags/tag84.xml><?xml version="1.0" encoding="utf-8"?>
<p:tagLst xmlns:a="http://schemas.openxmlformats.org/drawingml/2006/main" xmlns:r="http://schemas.openxmlformats.org/officeDocument/2006/relationships" xmlns:p="http://schemas.openxmlformats.org/presentationml/2006/main">
  <p:tag name="NUM" val="18"/>
</p:tagLst>
</file>

<file path=ppt/tags/tag85.xml><?xml version="1.0" encoding="utf-8"?>
<p:tagLst xmlns:a="http://schemas.openxmlformats.org/drawingml/2006/main" xmlns:r="http://schemas.openxmlformats.org/officeDocument/2006/relationships" xmlns:p="http://schemas.openxmlformats.org/presentationml/2006/main">
  <p:tag name="NUM" val="19"/>
</p:tagLst>
</file>

<file path=ppt/tags/tag86.xml><?xml version="1.0" encoding="utf-8"?>
<p:tagLst xmlns:a="http://schemas.openxmlformats.org/drawingml/2006/main" xmlns:r="http://schemas.openxmlformats.org/officeDocument/2006/relationships" xmlns:p="http://schemas.openxmlformats.org/presentationml/2006/main">
  <p:tag name="NUM" val="20"/>
</p:tagLst>
</file>

<file path=ppt/tags/tag87.xml><?xml version="1.0" encoding="utf-8"?>
<p:tagLst xmlns:a="http://schemas.openxmlformats.org/drawingml/2006/main" xmlns:r="http://schemas.openxmlformats.org/officeDocument/2006/relationships" xmlns:p="http://schemas.openxmlformats.org/presentationml/2006/main">
  <p:tag name="NUM" val="21"/>
</p:tagLst>
</file>

<file path=ppt/tags/tag88.xml><?xml version="1.0" encoding="utf-8"?>
<p:tagLst xmlns:a="http://schemas.openxmlformats.org/drawingml/2006/main" xmlns:r="http://schemas.openxmlformats.org/officeDocument/2006/relationships" xmlns:p="http://schemas.openxmlformats.org/presentationml/2006/main">
  <p:tag name="NUM" val="22"/>
</p:tagLst>
</file>

<file path=ppt/tags/tag89.xml><?xml version="1.0" encoding="utf-8"?>
<p:tagLst xmlns:a="http://schemas.openxmlformats.org/drawingml/2006/main" xmlns:r="http://schemas.openxmlformats.org/officeDocument/2006/relationships" xmlns:p="http://schemas.openxmlformats.org/presentationml/2006/main">
  <p:tag name="NUM" val="23"/>
</p:tagLst>
</file>

<file path=ppt/tags/tag90.xml><?xml version="1.0" encoding="utf-8"?>
<p:tagLst xmlns:a="http://schemas.openxmlformats.org/drawingml/2006/main" xmlns:r="http://schemas.openxmlformats.org/officeDocument/2006/relationships" xmlns:p="http://schemas.openxmlformats.org/presentationml/2006/main">
  <p:tag name="NUM" val="1"/>
</p:tagLst>
</file>

<file path=ppt/tags/tag91.xml><?xml version="1.0" encoding="utf-8"?>
<p:tagLst xmlns:a="http://schemas.openxmlformats.org/drawingml/2006/main" xmlns:r="http://schemas.openxmlformats.org/officeDocument/2006/relationships" xmlns:p="http://schemas.openxmlformats.org/presentationml/2006/main">
  <p:tag name="NUM" val="2"/>
</p:tagLst>
</file>

<file path=ppt/tags/tag92.xml><?xml version="1.0" encoding="utf-8"?>
<p:tagLst xmlns:a="http://schemas.openxmlformats.org/drawingml/2006/main" xmlns:r="http://schemas.openxmlformats.org/officeDocument/2006/relationships" xmlns:p="http://schemas.openxmlformats.org/presentationml/2006/main">
  <p:tag name="NUM" val="3"/>
</p:tagLst>
</file>

<file path=ppt/tags/tag93.xml><?xml version="1.0" encoding="utf-8"?>
<p:tagLst xmlns:a="http://schemas.openxmlformats.org/drawingml/2006/main" xmlns:r="http://schemas.openxmlformats.org/officeDocument/2006/relationships" xmlns:p="http://schemas.openxmlformats.org/presentationml/2006/main">
  <p:tag name="NUM" val="1"/>
</p:tagLst>
</file>

<file path=ppt/tags/tag94.xml><?xml version="1.0" encoding="utf-8"?>
<p:tagLst xmlns:a="http://schemas.openxmlformats.org/drawingml/2006/main" xmlns:r="http://schemas.openxmlformats.org/officeDocument/2006/relationships" xmlns:p="http://schemas.openxmlformats.org/presentationml/2006/main">
  <p:tag name="NUM" val="2"/>
</p:tagLst>
</file>

<file path=ppt/tags/tag95.xml><?xml version="1.0" encoding="utf-8"?>
<p:tagLst xmlns:a="http://schemas.openxmlformats.org/drawingml/2006/main" xmlns:r="http://schemas.openxmlformats.org/officeDocument/2006/relationships" xmlns:p="http://schemas.openxmlformats.org/presentationml/2006/main">
  <p:tag name="NUM" val="3"/>
</p:tagLst>
</file>

<file path=ppt/tags/tag96.xml><?xml version="1.0" encoding="utf-8"?>
<p:tagLst xmlns:a="http://schemas.openxmlformats.org/drawingml/2006/main" xmlns:r="http://schemas.openxmlformats.org/officeDocument/2006/relationships" xmlns:p="http://schemas.openxmlformats.org/presentationml/2006/main">
  <p:tag name="NUM" val="4"/>
</p:tagLst>
</file>

<file path=ppt/tags/tag97.xml><?xml version="1.0" encoding="utf-8"?>
<p:tagLst xmlns:a="http://schemas.openxmlformats.org/drawingml/2006/main" xmlns:r="http://schemas.openxmlformats.org/officeDocument/2006/relationships" xmlns:p="http://schemas.openxmlformats.org/presentationml/2006/main">
  <p:tag name="NUM" val="5"/>
</p:tagLst>
</file>

<file path=ppt/tags/tag98.xml><?xml version="1.0" encoding="utf-8"?>
<p:tagLst xmlns:a="http://schemas.openxmlformats.org/drawingml/2006/main" xmlns:r="http://schemas.openxmlformats.org/officeDocument/2006/relationships" xmlns:p="http://schemas.openxmlformats.org/presentationml/2006/main">
  <p:tag name="NUM" val="1"/>
</p:tagLst>
</file>

<file path=ppt/tags/tag99.xml><?xml version="1.0" encoding="utf-8"?>
<p:tagLst xmlns:a="http://schemas.openxmlformats.org/drawingml/2006/main" xmlns:r="http://schemas.openxmlformats.org/officeDocument/2006/relationships" xmlns:p="http://schemas.openxmlformats.org/presentationml/2006/main">
  <p:tag name="NUM" val="2"/>
</p:tagLst>
</file>

<file path=ppt/tags/tag100.xml><?xml version="1.0" encoding="utf-8"?>
<p:tagLst xmlns:a="http://schemas.openxmlformats.org/drawingml/2006/main" xmlns:r="http://schemas.openxmlformats.org/officeDocument/2006/relationships" xmlns:p="http://schemas.openxmlformats.org/presentationml/2006/main">
  <p:tag name="NUM" val="3"/>
</p:tagLst>
</file>

<file path=ppt/tags/tag101.xml><?xml version="1.0" encoding="utf-8"?>
<p:tagLst xmlns:a="http://schemas.openxmlformats.org/drawingml/2006/main" xmlns:r="http://schemas.openxmlformats.org/officeDocument/2006/relationships" xmlns:p="http://schemas.openxmlformats.org/presentationml/2006/main">
  <p:tag name="NUM" val="4"/>
</p:tagLst>
</file>

<file path=ppt/tags/tag102.xml><?xml version="1.0" encoding="utf-8"?>
<p:tagLst xmlns:a="http://schemas.openxmlformats.org/drawingml/2006/main" xmlns:r="http://schemas.openxmlformats.org/officeDocument/2006/relationships" xmlns:p="http://schemas.openxmlformats.org/presentationml/2006/main">
  <p:tag name="NUM" val="5"/>
</p:tagLst>
</file>

<file path=ppt/tags/tag103.xml><?xml version="1.0" encoding="utf-8"?>
<p:tagLst xmlns:a="http://schemas.openxmlformats.org/drawingml/2006/main" xmlns:r="http://schemas.openxmlformats.org/officeDocument/2006/relationships" xmlns:p="http://schemas.openxmlformats.org/presentationml/2006/main">
  <p:tag name="NUM" val="1"/>
</p:tagLst>
</file>

<file path=ppt/tags/tag104.xml><?xml version="1.0" encoding="utf-8"?>
<p:tagLst xmlns:a="http://schemas.openxmlformats.org/drawingml/2006/main" xmlns:r="http://schemas.openxmlformats.org/officeDocument/2006/relationships" xmlns:p="http://schemas.openxmlformats.org/presentationml/2006/main">
  <p:tag name="NUM" val="2"/>
</p:tagLst>
</file>

<file path=ppt/tags/tag105.xml><?xml version="1.0" encoding="utf-8"?>
<p:tagLst xmlns:a="http://schemas.openxmlformats.org/drawingml/2006/main" xmlns:r="http://schemas.openxmlformats.org/officeDocument/2006/relationships" xmlns:p="http://schemas.openxmlformats.org/presentationml/2006/main">
  <p:tag name="NUM" val="3"/>
</p:tagLst>
</file>

<file path=ppt/tags/tag106.xml><?xml version="1.0" encoding="utf-8"?>
<p:tagLst xmlns:a="http://schemas.openxmlformats.org/drawingml/2006/main" xmlns:r="http://schemas.openxmlformats.org/officeDocument/2006/relationships" xmlns:p="http://schemas.openxmlformats.org/presentationml/2006/main">
  <p:tag name="NUM" val="4"/>
</p:tagLst>
</file>

<file path=ppt/tags/tag107.xml><?xml version="1.0" encoding="utf-8"?>
<p:tagLst xmlns:a="http://schemas.openxmlformats.org/drawingml/2006/main" xmlns:r="http://schemas.openxmlformats.org/officeDocument/2006/relationships" xmlns:p="http://schemas.openxmlformats.org/presentationml/2006/main">
  <p:tag name="NUM" val="1"/>
</p:tagLst>
</file>

<file path=ppt/tags/tag108.xml><?xml version="1.0" encoding="utf-8"?>
<p:tagLst xmlns:a="http://schemas.openxmlformats.org/drawingml/2006/main" xmlns:r="http://schemas.openxmlformats.org/officeDocument/2006/relationships" xmlns:p="http://schemas.openxmlformats.org/presentationml/2006/main">
  <p:tag name="NUM" val="2"/>
</p:tagLst>
</file>

<file path=ppt/tags/tag109.xml><?xml version="1.0" encoding="utf-8"?>
<p:tagLst xmlns:a="http://schemas.openxmlformats.org/drawingml/2006/main" xmlns:r="http://schemas.openxmlformats.org/officeDocument/2006/relationships" xmlns:p="http://schemas.openxmlformats.org/presentationml/2006/main">
  <p:tag name="NUM" val="1"/>
</p:tagLst>
</file>

<file path=ppt/tags/tag110.xml><?xml version="1.0" encoding="utf-8"?>
<p:tagLst xmlns:a="http://schemas.openxmlformats.org/drawingml/2006/main" xmlns:r="http://schemas.openxmlformats.org/officeDocument/2006/relationships" xmlns:p="http://schemas.openxmlformats.org/presentationml/2006/main">
  <p:tag name="NUM" val="2"/>
</p:tagLst>
</file>

<file path=ppt/tags/tag111.xml><?xml version="1.0" encoding="utf-8"?>
<p:tagLst xmlns:a="http://schemas.openxmlformats.org/drawingml/2006/main" xmlns:r="http://schemas.openxmlformats.org/officeDocument/2006/relationships" xmlns:p="http://schemas.openxmlformats.org/presentationml/2006/main">
  <p:tag name="NUM" val="3"/>
</p:tagLst>
</file>

<file path=ppt/tags/tag112.xml><?xml version="1.0" encoding="utf-8"?>
<p:tagLst xmlns:a="http://schemas.openxmlformats.org/drawingml/2006/main" xmlns:r="http://schemas.openxmlformats.org/officeDocument/2006/relationships" xmlns:p="http://schemas.openxmlformats.org/presentationml/2006/main">
  <p:tag name="NUM" val="4"/>
</p:tagLst>
</file>

<file path=ppt/tags/tag113.xml><?xml version="1.0" encoding="utf-8"?>
<p:tagLst xmlns:a="http://schemas.openxmlformats.org/drawingml/2006/main" xmlns:r="http://schemas.openxmlformats.org/officeDocument/2006/relationships" xmlns:p="http://schemas.openxmlformats.org/presentationml/2006/main">
  <p:tag name="NUM" val="5"/>
</p:tagLst>
</file>

<file path=ppt/tags/tag114.xml><?xml version="1.0" encoding="utf-8"?>
<p:tagLst xmlns:a="http://schemas.openxmlformats.org/drawingml/2006/main" xmlns:r="http://schemas.openxmlformats.org/officeDocument/2006/relationships" xmlns:p="http://schemas.openxmlformats.org/presentationml/2006/main">
  <p:tag name="NUM" val="1"/>
</p:tagLst>
</file>

<file path=ppt/tags/tag115.xml><?xml version="1.0" encoding="utf-8"?>
<p:tagLst xmlns:a="http://schemas.openxmlformats.org/drawingml/2006/main" xmlns:r="http://schemas.openxmlformats.org/officeDocument/2006/relationships" xmlns:p="http://schemas.openxmlformats.org/presentationml/2006/main">
  <p:tag name="NUM" val="2"/>
</p:tagLst>
</file>

<file path=ppt/tags/tag116.xml><?xml version="1.0" encoding="utf-8"?>
<p:tagLst xmlns:a="http://schemas.openxmlformats.org/drawingml/2006/main" xmlns:r="http://schemas.openxmlformats.org/officeDocument/2006/relationships" xmlns:p="http://schemas.openxmlformats.org/presentationml/2006/main">
  <p:tag name="NUM" val="3"/>
</p:tagLst>
</file>

<file path=ppt/tags/tag117.xml><?xml version="1.0" encoding="utf-8"?>
<p:tagLst xmlns:a="http://schemas.openxmlformats.org/drawingml/2006/main" xmlns:r="http://schemas.openxmlformats.org/officeDocument/2006/relationships" xmlns:p="http://schemas.openxmlformats.org/presentationml/2006/main">
  <p:tag name="NUM" val="4"/>
</p:tagLst>
</file>

<file path=ppt/tags/tag118.xml><?xml version="1.0" encoding="utf-8"?>
<p:tagLst xmlns:a="http://schemas.openxmlformats.org/drawingml/2006/main" xmlns:r="http://schemas.openxmlformats.org/officeDocument/2006/relationships" xmlns:p="http://schemas.openxmlformats.org/presentationml/2006/main">
  <p:tag name="NUM" val="5"/>
</p:tagLst>
</file>

<file path=ppt/tags/tag119.xml><?xml version="1.0" encoding="utf-8"?>
<p:tagLst xmlns:a="http://schemas.openxmlformats.org/drawingml/2006/main" xmlns:r="http://schemas.openxmlformats.org/officeDocument/2006/relationships" xmlns:p="http://schemas.openxmlformats.org/presentationml/2006/main">
  <p:tag name="NUM" val="1"/>
</p:tagLst>
</file>

<file path=ppt/tags/tag120.xml><?xml version="1.0" encoding="utf-8"?>
<p:tagLst xmlns:a="http://schemas.openxmlformats.org/drawingml/2006/main" xmlns:r="http://schemas.openxmlformats.org/officeDocument/2006/relationships" xmlns:p="http://schemas.openxmlformats.org/presentationml/2006/main">
  <p:tag name="NUM" val="1"/>
</p:tagLst>
</file>

<file path=ppt/tags/tag121.xml><?xml version="1.0" encoding="utf-8"?>
<p:tagLst xmlns:a="http://schemas.openxmlformats.org/drawingml/2006/main" xmlns:r="http://schemas.openxmlformats.org/officeDocument/2006/relationships" xmlns:p="http://schemas.openxmlformats.org/presentationml/2006/main">
  <p:tag name="NUM" val="2"/>
</p:tagLst>
</file>

<file path=ppt/tags/tag122.xml><?xml version="1.0" encoding="utf-8"?>
<p:tagLst xmlns:a="http://schemas.openxmlformats.org/drawingml/2006/main" xmlns:r="http://schemas.openxmlformats.org/officeDocument/2006/relationships" xmlns:p="http://schemas.openxmlformats.org/presentationml/2006/main">
  <p:tag name="NUM" val="3"/>
</p:tagLst>
</file>

<file path=ppt/tags/tag123.xml><?xml version="1.0" encoding="utf-8"?>
<p:tagLst xmlns:a="http://schemas.openxmlformats.org/drawingml/2006/main" xmlns:r="http://schemas.openxmlformats.org/officeDocument/2006/relationships" xmlns:p="http://schemas.openxmlformats.org/presentationml/2006/main">
  <p:tag name="NUM" val="4"/>
</p:tagLst>
</file>

<file path=ppt/tags/tag124.xml><?xml version="1.0" encoding="utf-8"?>
<p:tagLst xmlns:a="http://schemas.openxmlformats.org/drawingml/2006/main" xmlns:r="http://schemas.openxmlformats.org/officeDocument/2006/relationships" xmlns:p="http://schemas.openxmlformats.org/presentationml/2006/main">
  <p:tag name="NUM" val="1"/>
</p:tagLst>
</file>

<file path=ppt/tags/tag125.xml><?xml version="1.0" encoding="utf-8"?>
<p:tagLst xmlns:a="http://schemas.openxmlformats.org/drawingml/2006/main" xmlns:r="http://schemas.openxmlformats.org/officeDocument/2006/relationships" xmlns:p="http://schemas.openxmlformats.org/presentationml/2006/main">
  <p:tag name="NUM" val="2"/>
</p:tagLst>
</file>

<file path=ppt/tags/tag126.xml><?xml version="1.0" encoding="utf-8"?>
<p:tagLst xmlns:a="http://schemas.openxmlformats.org/drawingml/2006/main" xmlns:r="http://schemas.openxmlformats.org/officeDocument/2006/relationships" xmlns:p="http://schemas.openxmlformats.org/presentationml/2006/main">
  <p:tag name="NUM" val="3"/>
</p:tagLst>
</file>

<file path=ppt/tags/tag127.xml><?xml version="1.0" encoding="utf-8"?>
<p:tagLst xmlns:a="http://schemas.openxmlformats.org/drawingml/2006/main" xmlns:r="http://schemas.openxmlformats.org/officeDocument/2006/relationships" xmlns:p="http://schemas.openxmlformats.org/presentationml/2006/main">
  <p:tag name="NUM" val="4"/>
</p:tagLst>
</file>

<file path=ppt/tags/tag128.xml><?xml version="1.0" encoding="utf-8"?>
<p:tagLst xmlns:a="http://schemas.openxmlformats.org/drawingml/2006/main" xmlns:r="http://schemas.openxmlformats.org/officeDocument/2006/relationships" xmlns:p="http://schemas.openxmlformats.org/presentationml/2006/main">
  <p:tag name="NUM" val="5"/>
</p:tagLst>
</file>

<file path=ppt/tags/tag129.xml><?xml version="1.0" encoding="utf-8"?>
<p:tagLst xmlns:a="http://schemas.openxmlformats.org/drawingml/2006/main" xmlns:r="http://schemas.openxmlformats.org/officeDocument/2006/relationships" xmlns:p="http://schemas.openxmlformats.org/presentationml/2006/main">
  <p:tag name="NUM" val="1"/>
</p:tagLst>
</file>

<file path=ppt/tags/tag130.xml><?xml version="1.0" encoding="utf-8"?>
<p:tagLst xmlns:a="http://schemas.openxmlformats.org/drawingml/2006/main" xmlns:r="http://schemas.openxmlformats.org/officeDocument/2006/relationships" xmlns:p="http://schemas.openxmlformats.org/presentationml/2006/main">
  <p:tag name="NUM" val="2"/>
</p:tagLst>
</file>

<file path=ppt/tags/tag131.xml><?xml version="1.0" encoding="utf-8"?>
<p:tagLst xmlns:a="http://schemas.openxmlformats.org/drawingml/2006/main" xmlns:r="http://schemas.openxmlformats.org/officeDocument/2006/relationships" xmlns:p="http://schemas.openxmlformats.org/presentationml/2006/main">
  <p:tag name="NUM" val="3"/>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4"/>
</p:tagLst>
</file>

<file path=ppt/tags/tag136.xml><?xml version="1.0" encoding="utf-8"?>
<p:tagLst xmlns:a="http://schemas.openxmlformats.org/drawingml/2006/main" xmlns:r="http://schemas.openxmlformats.org/officeDocument/2006/relationships" xmlns:p="http://schemas.openxmlformats.org/presentationml/2006/main">
  <p:tag name="NUM" val="5"/>
</p:tagLst>
</file>

<file path=ppt/tags/tag137.xml><?xml version="1.0" encoding="utf-8"?>
<p:tagLst xmlns:a="http://schemas.openxmlformats.org/drawingml/2006/main" xmlns:r="http://schemas.openxmlformats.org/officeDocument/2006/relationships" xmlns:p="http://schemas.openxmlformats.org/presentationml/2006/main">
  <p:tag name="NUM" val="6"/>
</p:tagLst>
</file>

<file path=ppt/tags/tag138.xml><?xml version="1.0" encoding="utf-8"?>
<p:tagLst xmlns:a="http://schemas.openxmlformats.org/drawingml/2006/main" xmlns:r="http://schemas.openxmlformats.org/officeDocument/2006/relationships" xmlns:p="http://schemas.openxmlformats.org/presentationml/2006/main">
  <p:tag name="NUM" val="7"/>
</p:tagLst>
</file>

<file path=ppt/tags/tag139.xml><?xml version="1.0" encoding="utf-8"?>
<p:tagLst xmlns:a="http://schemas.openxmlformats.org/drawingml/2006/main" xmlns:r="http://schemas.openxmlformats.org/officeDocument/2006/relationships" xmlns:p="http://schemas.openxmlformats.org/presentationml/2006/main">
  <p:tag name="NUM" val="8"/>
</p:tagLst>
</file>

<file path=ppt/tags/tag140.xml><?xml version="1.0" encoding="utf-8"?>
<p:tagLst xmlns:a="http://schemas.openxmlformats.org/drawingml/2006/main" xmlns:r="http://schemas.openxmlformats.org/officeDocument/2006/relationships" xmlns:p="http://schemas.openxmlformats.org/presentationml/2006/main">
  <p:tag name="NUM" val="9"/>
</p:tagLst>
</file>

<file path=ppt/tags/tag141.xml><?xml version="1.0" encoding="utf-8"?>
<p:tagLst xmlns:a="http://schemas.openxmlformats.org/drawingml/2006/main" xmlns:r="http://schemas.openxmlformats.org/officeDocument/2006/relationships" xmlns:p="http://schemas.openxmlformats.org/presentationml/2006/main">
  <p:tag name="NUM" val="10"/>
</p:tagLst>
</file>

<file path=ppt/tags/tag142.xml><?xml version="1.0" encoding="utf-8"?>
<p:tagLst xmlns:a="http://schemas.openxmlformats.org/drawingml/2006/main" xmlns:r="http://schemas.openxmlformats.org/officeDocument/2006/relationships" xmlns:p="http://schemas.openxmlformats.org/presentationml/2006/main">
  <p:tag name="NUM" val="1"/>
</p:tagLst>
</file>

<file path=ppt/tags/tag143.xml><?xml version="1.0" encoding="utf-8"?>
<p:tagLst xmlns:a="http://schemas.openxmlformats.org/drawingml/2006/main" xmlns:r="http://schemas.openxmlformats.org/officeDocument/2006/relationships" xmlns:p="http://schemas.openxmlformats.org/presentationml/2006/main">
  <p:tag name="NUM" val="2"/>
</p:tagLst>
</file>

<file path=ppt/tags/tag144.xml><?xml version="1.0" encoding="utf-8"?>
<p:tagLst xmlns:a="http://schemas.openxmlformats.org/drawingml/2006/main" xmlns:r="http://schemas.openxmlformats.org/officeDocument/2006/relationships" xmlns:p="http://schemas.openxmlformats.org/presentationml/2006/main">
  <p:tag name="NUM" val="3"/>
</p:tagLst>
</file>

<file path=ppt/tags/tag145.xml><?xml version="1.0" encoding="utf-8"?>
<p:tagLst xmlns:a="http://schemas.openxmlformats.org/drawingml/2006/main" xmlns:r="http://schemas.openxmlformats.org/officeDocument/2006/relationships" xmlns:p="http://schemas.openxmlformats.org/presentationml/2006/main">
  <p:tag name="NUM" val="4"/>
</p:tagLst>
</file>

<file path=ppt/tags/tag146.xml><?xml version="1.0" encoding="utf-8"?>
<p:tagLst xmlns:a="http://schemas.openxmlformats.org/drawingml/2006/main" xmlns:r="http://schemas.openxmlformats.org/officeDocument/2006/relationships" xmlns:p="http://schemas.openxmlformats.org/presentationml/2006/main">
  <p:tag name="NUM" val="5"/>
</p:tagLst>
</file>

<file path=ppt/tags/tag147.xml><?xml version="1.0" encoding="utf-8"?>
<p:tagLst xmlns:a="http://schemas.openxmlformats.org/drawingml/2006/main" xmlns:r="http://schemas.openxmlformats.org/officeDocument/2006/relationships" xmlns:p="http://schemas.openxmlformats.org/presentationml/2006/main">
  <p:tag name="NUM" val="6"/>
</p:tagLst>
</file>

<file path=ppt/tags/tag148.xml><?xml version="1.0" encoding="utf-8"?>
<p:tagLst xmlns:a="http://schemas.openxmlformats.org/drawingml/2006/main" xmlns:r="http://schemas.openxmlformats.org/officeDocument/2006/relationships" xmlns:p="http://schemas.openxmlformats.org/presentationml/2006/main">
  <p:tag name="NUM" val="7"/>
</p:tagLst>
</file>

<file path=ppt/tags/tag149.xml><?xml version="1.0" encoding="utf-8"?>
<p:tagLst xmlns:a="http://schemas.openxmlformats.org/drawingml/2006/main" xmlns:r="http://schemas.openxmlformats.org/officeDocument/2006/relationships" xmlns:p="http://schemas.openxmlformats.org/presentationml/2006/main">
  <p:tag name="NUM" val="8"/>
</p:tagLst>
</file>

<file path=ppt/tags/tag150.xml><?xml version="1.0" encoding="utf-8"?>
<p:tagLst xmlns:a="http://schemas.openxmlformats.org/drawingml/2006/main" xmlns:r="http://schemas.openxmlformats.org/officeDocument/2006/relationships" xmlns:p="http://schemas.openxmlformats.org/presentationml/2006/main">
  <p:tag name="NUM" val="9"/>
</p:tagLst>
</file>

<file path=ppt/tags/tag151.xml><?xml version="1.0" encoding="utf-8"?>
<p:tagLst xmlns:a="http://schemas.openxmlformats.org/drawingml/2006/main" xmlns:r="http://schemas.openxmlformats.org/officeDocument/2006/relationships" xmlns:p="http://schemas.openxmlformats.org/presentationml/2006/main">
  <p:tag name="NUM" val="10"/>
</p:tagLst>
</file>

<file path=ppt/tags/tag152.xml><?xml version="1.0" encoding="utf-8"?>
<p:tagLst xmlns:a="http://schemas.openxmlformats.org/drawingml/2006/main" xmlns:r="http://schemas.openxmlformats.org/officeDocument/2006/relationships" xmlns:p="http://schemas.openxmlformats.org/presentationml/2006/main">
  <p:tag name="NUM" val="11"/>
</p:tagLst>
</file>

<file path=ppt/tags/tag153.xml><?xml version="1.0" encoding="utf-8"?>
<p:tagLst xmlns:a="http://schemas.openxmlformats.org/drawingml/2006/main" xmlns:r="http://schemas.openxmlformats.org/officeDocument/2006/relationships" xmlns:p="http://schemas.openxmlformats.org/presentationml/2006/main">
  <p:tag name="NUM" val="12"/>
</p:tagLst>
</file>

<file path=ppt/tags/tag154.xml><?xml version="1.0" encoding="utf-8"?>
<p:tagLst xmlns:a="http://schemas.openxmlformats.org/drawingml/2006/main" xmlns:r="http://schemas.openxmlformats.org/officeDocument/2006/relationships" xmlns:p="http://schemas.openxmlformats.org/presentationml/2006/main">
  <p:tag name="NUM" val="13"/>
</p:tagLst>
</file>

<file path=ppt/tags/tag155.xml><?xml version="1.0" encoding="utf-8"?>
<p:tagLst xmlns:a="http://schemas.openxmlformats.org/drawingml/2006/main" xmlns:r="http://schemas.openxmlformats.org/officeDocument/2006/relationships" xmlns:p="http://schemas.openxmlformats.org/presentationml/2006/main">
  <p:tag name="NUM" val="14"/>
</p:tagLst>
</file>

<file path=ppt/tags/tag156.xml><?xml version="1.0" encoding="utf-8"?>
<p:tagLst xmlns:a="http://schemas.openxmlformats.org/drawingml/2006/main" xmlns:r="http://schemas.openxmlformats.org/officeDocument/2006/relationships" xmlns:p="http://schemas.openxmlformats.org/presentationml/2006/main">
  <p:tag name="NUM" val="15"/>
</p:tagLst>
</file>

<file path=ppt/tags/tag157.xml><?xml version="1.0" encoding="utf-8"?>
<p:tagLst xmlns:a="http://schemas.openxmlformats.org/drawingml/2006/main" xmlns:r="http://schemas.openxmlformats.org/officeDocument/2006/relationships" xmlns:p="http://schemas.openxmlformats.org/presentationml/2006/main">
  <p:tag name="NUM" val="16"/>
</p:tagLst>
</file>

<file path=ppt/tags/tag158.xml><?xml version="1.0" encoding="utf-8"?>
<p:tagLst xmlns:a="http://schemas.openxmlformats.org/drawingml/2006/main" xmlns:r="http://schemas.openxmlformats.org/officeDocument/2006/relationships" xmlns:p="http://schemas.openxmlformats.org/presentationml/2006/main">
  <p:tag name="NUM" val="17"/>
</p:tagLst>
</file>

<file path=ppt/tags/tag159.xml><?xml version="1.0" encoding="utf-8"?>
<p:tagLst xmlns:a="http://schemas.openxmlformats.org/drawingml/2006/main" xmlns:r="http://schemas.openxmlformats.org/officeDocument/2006/relationships" xmlns:p="http://schemas.openxmlformats.org/presentationml/2006/main">
  <p:tag name="NUM" val="18"/>
</p:tagLst>
</file>

<file path=ppt/tags/tag160.xml><?xml version="1.0" encoding="utf-8"?>
<p:tagLst xmlns:a="http://schemas.openxmlformats.org/drawingml/2006/main" xmlns:r="http://schemas.openxmlformats.org/officeDocument/2006/relationships" xmlns:p="http://schemas.openxmlformats.org/presentationml/2006/main">
  <p:tag name="NUM" val="19"/>
</p:tagLst>
</file>

<file path=ppt/tags/tag161.xml><?xml version="1.0" encoding="utf-8"?>
<p:tagLst xmlns:a="http://schemas.openxmlformats.org/drawingml/2006/main" xmlns:r="http://schemas.openxmlformats.org/officeDocument/2006/relationships" xmlns:p="http://schemas.openxmlformats.org/presentationml/2006/main">
  <p:tag name="NUM" val="1"/>
</p:tagLst>
</file>

<file path=ppt/tags/tag162.xml><?xml version="1.0" encoding="utf-8"?>
<p:tagLst xmlns:a="http://schemas.openxmlformats.org/drawingml/2006/main" xmlns:r="http://schemas.openxmlformats.org/officeDocument/2006/relationships" xmlns:p="http://schemas.openxmlformats.org/presentationml/2006/main">
  <p:tag name="NUM" val="2"/>
</p:tagLst>
</file>

<file path=ppt/tags/tag163.xml><?xml version="1.0" encoding="utf-8"?>
<p:tagLst xmlns:a="http://schemas.openxmlformats.org/drawingml/2006/main" xmlns:r="http://schemas.openxmlformats.org/officeDocument/2006/relationships" xmlns:p="http://schemas.openxmlformats.org/presentationml/2006/main">
  <p:tag name="NUM" val="3"/>
</p:tagLst>
</file>

<file path=ppt/tags/tag164.xml><?xml version="1.0" encoding="utf-8"?>
<p:tagLst xmlns:a="http://schemas.openxmlformats.org/drawingml/2006/main" xmlns:r="http://schemas.openxmlformats.org/officeDocument/2006/relationships" xmlns:p="http://schemas.openxmlformats.org/presentationml/2006/main">
  <p:tag name="NUM" val="4"/>
</p:tagLst>
</file>

<file path=ppt/tags/tag165.xml><?xml version="1.0" encoding="utf-8"?>
<p:tagLst xmlns:a="http://schemas.openxmlformats.org/drawingml/2006/main" xmlns:r="http://schemas.openxmlformats.org/officeDocument/2006/relationships" xmlns:p="http://schemas.openxmlformats.org/presentationml/2006/main">
  <p:tag name="NUM" val="5"/>
</p:tagLst>
</file>

<file path=ppt/tags/tag166.xml><?xml version="1.0" encoding="utf-8"?>
<p:tagLst xmlns:a="http://schemas.openxmlformats.org/drawingml/2006/main" xmlns:r="http://schemas.openxmlformats.org/officeDocument/2006/relationships" xmlns:p="http://schemas.openxmlformats.org/presentationml/2006/main">
  <p:tag name="NUM" val="6"/>
</p:tagLst>
</file>

<file path=ppt/tags/tag167.xml><?xml version="1.0" encoding="utf-8"?>
<p:tagLst xmlns:a="http://schemas.openxmlformats.org/drawingml/2006/main" xmlns:r="http://schemas.openxmlformats.org/officeDocument/2006/relationships" xmlns:p="http://schemas.openxmlformats.org/presentationml/2006/main">
  <p:tag name="NUM" val="7"/>
</p:tagLst>
</file>

<file path=ppt/tags/tag168.xml><?xml version="1.0" encoding="utf-8"?>
<p:tagLst xmlns:a="http://schemas.openxmlformats.org/drawingml/2006/main" xmlns:r="http://schemas.openxmlformats.org/officeDocument/2006/relationships" xmlns:p="http://schemas.openxmlformats.org/presentationml/2006/main">
  <p:tag name="NUM" val="8"/>
</p:tagLst>
</file>

<file path=ppt/tags/tag169.xml><?xml version="1.0" encoding="utf-8"?>
<p:tagLst xmlns:a="http://schemas.openxmlformats.org/drawingml/2006/main" xmlns:r="http://schemas.openxmlformats.org/officeDocument/2006/relationships" xmlns:p="http://schemas.openxmlformats.org/presentationml/2006/main">
  <p:tag name="NUM" val="9"/>
</p:tagLst>
</file>

<file path=ppt/tags/tag170.xml><?xml version="1.0" encoding="utf-8"?>
<p:tagLst xmlns:a="http://schemas.openxmlformats.org/drawingml/2006/main" xmlns:r="http://schemas.openxmlformats.org/officeDocument/2006/relationships" xmlns:p="http://schemas.openxmlformats.org/presentationml/2006/main">
  <p:tag name="NUM" val="10"/>
</p:tagLst>
</file>

<file path=ppt/tags/tag171.xml><?xml version="1.0" encoding="utf-8"?>
<p:tagLst xmlns:a="http://schemas.openxmlformats.org/drawingml/2006/main" xmlns:r="http://schemas.openxmlformats.org/officeDocument/2006/relationships" xmlns:p="http://schemas.openxmlformats.org/presentationml/2006/main">
  <p:tag name="NUM" val="11"/>
</p:tagLst>
</file>

<file path=ppt/tags/tag172.xml><?xml version="1.0" encoding="utf-8"?>
<p:tagLst xmlns:a="http://schemas.openxmlformats.org/drawingml/2006/main" xmlns:r="http://schemas.openxmlformats.org/officeDocument/2006/relationships" xmlns:p="http://schemas.openxmlformats.org/presentationml/2006/main">
  <p:tag name="NUM" val="12"/>
</p:tagLst>
</file>

<file path=ppt/tags/tag173.xml><?xml version="1.0" encoding="utf-8"?>
<p:tagLst xmlns:a="http://schemas.openxmlformats.org/drawingml/2006/main" xmlns:r="http://schemas.openxmlformats.org/officeDocument/2006/relationships" xmlns:p="http://schemas.openxmlformats.org/presentationml/2006/main">
  <p:tag name="NUM" val="13"/>
</p:tagLst>
</file>

<file path=ppt/tags/tag174.xml><?xml version="1.0" encoding="utf-8"?>
<p:tagLst xmlns:a="http://schemas.openxmlformats.org/drawingml/2006/main" xmlns:r="http://schemas.openxmlformats.org/officeDocument/2006/relationships" xmlns:p="http://schemas.openxmlformats.org/presentationml/2006/main">
  <p:tag name="NUM" val="14"/>
</p:tagLst>
</file>

<file path=ppt/tags/tag175.xml><?xml version="1.0" encoding="utf-8"?>
<p:tagLst xmlns:a="http://schemas.openxmlformats.org/drawingml/2006/main" xmlns:r="http://schemas.openxmlformats.org/officeDocument/2006/relationships" xmlns:p="http://schemas.openxmlformats.org/presentationml/2006/main">
  <p:tag name="NUM" val="1"/>
</p:tagLst>
</file>

<file path=ppt/tags/tag176.xml><?xml version="1.0" encoding="utf-8"?>
<p:tagLst xmlns:a="http://schemas.openxmlformats.org/drawingml/2006/main" xmlns:r="http://schemas.openxmlformats.org/officeDocument/2006/relationships" xmlns:p="http://schemas.openxmlformats.org/presentationml/2006/main">
  <p:tag name="NUM" val="2"/>
</p:tagLst>
</file>

<file path=ppt/tags/tag177.xml><?xml version="1.0" encoding="utf-8"?>
<p:tagLst xmlns:a="http://schemas.openxmlformats.org/drawingml/2006/main" xmlns:r="http://schemas.openxmlformats.org/officeDocument/2006/relationships" xmlns:p="http://schemas.openxmlformats.org/presentationml/2006/main">
  <p:tag name="NUM" val="3"/>
</p:tagLst>
</file>

<file path=ppt/tags/tag178.xml><?xml version="1.0" encoding="utf-8"?>
<p:tagLst xmlns:a="http://schemas.openxmlformats.org/drawingml/2006/main" xmlns:r="http://schemas.openxmlformats.org/officeDocument/2006/relationships" xmlns:p="http://schemas.openxmlformats.org/presentationml/2006/main">
  <p:tag name="NUM" val="4"/>
</p:tagLst>
</file>

<file path=ppt/tags/tag179.xml><?xml version="1.0" encoding="utf-8"?>
<p:tagLst xmlns:a="http://schemas.openxmlformats.org/drawingml/2006/main" xmlns:r="http://schemas.openxmlformats.org/officeDocument/2006/relationships" xmlns:p="http://schemas.openxmlformats.org/presentationml/2006/main">
  <p:tag name="NUM" val="5"/>
</p:tagLst>
</file>

<file path=ppt/tags/tag180.xml><?xml version="1.0" encoding="utf-8"?>
<p:tagLst xmlns:a="http://schemas.openxmlformats.org/drawingml/2006/main" xmlns:r="http://schemas.openxmlformats.org/officeDocument/2006/relationships" xmlns:p="http://schemas.openxmlformats.org/presentationml/2006/main">
  <p:tag name="NUM" val="6"/>
</p:tagLst>
</file>

<file path=ppt/tags/tag181.xml><?xml version="1.0" encoding="utf-8"?>
<p:tagLst xmlns:a="http://schemas.openxmlformats.org/drawingml/2006/main" xmlns:r="http://schemas.openxmlformats.org/officeDocument/2006/relationships" xmlns:p="http://schemas.openxmlformats.org/presentationml/2006/main">
  <p:tag name="NUM" val="7"/>
</p:tagLst>
</file>

<file path=ppt/tags/tag182.xml><?xml version="1.0" encoding="utf-8"?>
<p:tagLst xmlns:a="http://schemas.openxmlformats.org/drawingml/2006/main" xmlns:r="http://schemas.openxmlformats.org/officeDocument/2006/relationships" xmlns:p="http://schemas.openxmlformats.org/presentationml/2006/main">
  <p:tag name="NUM" val="8"/>
</p:tagLst>
</file>

<file path=ppt/tags/tag183.xml><?xml version="1.0" encoding="utf-8"?>
<p:tagLst xmlns:a="http://schemas.openxmlformats.org/drawingml/2006/main" xmlns:r="http://schemas.openxmlformats.org/officeDocument/2006/relationships" xmlns:p="http://schemas.openxmlformats.org/presentationml/2006/main">
  <p:tag name="NUM" val="9"/>
</p:tagLst>
</file>

<file path=ppt/tags/tag184.xml><?xml version="1.0" encoding="utf-8"?>
<p:tagLst xmlns:a="http://schemas.openxmlformats.org/drawingml/2006/main" xmlns:r="http://schemas.openxmlformats.org/officeDocument/2006/relationships" xmlns:p="http://schemas.openxmlformats.org/presentationml/2006/main">
  <p:tag name="NUM" val="10"/>
</p:tagLst>
</file>

<file path=ppt/tags/tag185.xml><?xml version="1.0" encoding="utf-8"?>
<p:tagLst xmlns:a="http://schemas.openxmlformats.org/drawingml/2006/main" xmlns:r="http://schemas.openxmlformats.org/officeDocument/2006/relationships" xmlns:p="http://schemas.openxmlformats.org/presentationml/2006/main">
  <p:tag name="NUM" val="11"/>
</p:tagLst>
</file>

<file path=ppt/tags/tag186.xml><?xml version="1.0" encoding="utf-8"?>
<p:tagLst xmlns:a="http://schemas.openxmlformats.org/drawingml/2006/main" xmlns:r="http://schemas.openxmlformats.org/officeDocument/2006/relationships" xmlns:p="http://schemas.openxmlformats.org/presentationml/2006/main">
  <p:tag name="NUM" val="12"/>
</p:tagLst>
</file>

<file path=ppt/tags/tag187.xml><?xml version="1.0" encoding="utf-8"?>
<p:tagLst xmlns:a="http://schemas.openxmlformats.org/drawingml/2006/main" xmlns:r="http://schemas.openxmlformats.org/officeDocument/2006/relationships" xmlns:p="http://schemas.openxmlformats.org/presentationml/2006/main">
  <p:tag name="NUM" val="13"/>
</p:tagLst>
</file>

<file path=ppt/tags/tag188.xml><?xml version="1.0" encoding="utf-8"?>
<p:tagLst xmlns:a="http://schemas.openxmlformats.org/drawingml/2006/main" xmlns:r="http://schemas.openxmlformats.org/officeDocument/2006/relationships" xmlns:p="http://schemas.openxmlformats.org/presentationml/2006/main">
  <p:tag name="NUM" val="14"/>
</p:tagLst>
</file>

<file path=ppt/tags/tag189.xml><?xml version="1.0" encoding="utf-8"?>
<p:tagLst xmlns:a="http://schemas.openxmlformats.org/drawingml/2006/main" xmlns:r="http://schemas.openxmlformats.org/officeDocument/2006/relationships" xmlns:p="http://schemas.openxmlformats.org/presentationml/2006/main">
  <p:tag name="NUM" val="15"/>
</p:tagLst>
</file>

<file path=ppt/tags/tag190.xml><?xml version="1.0" encoding="utf-8"?>
<p:tagLst xmlns:a="http://schemas.openxmlformats.org/drawingml/2006/main" xmlns:r="http://schemas.openxmlformats.org/officeDocument/2006/relationships" xmlns:p="http://schemas.openxmlformats.org/presentationml/2006/main">
  <p:tag name="NUM" val="16"/>
</p:tagLst>
</file>

<file path=ppt/tags/tag191.xml><?xml version="1.0" encoding="utf-8"?>
<p:tagLst xmlns:a="http://schemas.openxmlformats.org/drawingml/2006/main" xmlns:r="http://schemas.openxmlformats.org/officeDocument/2006/relationships" xmlns:p="http://schemas.openxmlformats.org/presentationml/2006/main">
  <p:tag name="NUM" val="17"/>
</p:tagLst>
</file>

<file path=ppt/tags/tag192.xml><?xml version="1.0" encoding="utf-8"?>
<p:tagLst xmlns:a="http://schemas.openxmlformats.org/drawingml/2006/main" xmlns:r="http://schemas.openxmlformats.org/officeDocument/2006/relationships" xmlns:p="http://schemas.openxmlformats.org/presentationml/2006/main">
  <p:tag name="NUM" val="18"/>
</p:tagLst>
</file>

<file path=ppt/tags/tag193.xml><?xml version="1.0" encoding="utf-8"?>
<p:tagLst xmlns:a="http://schemas.openxmlformats.org/drawingml/2006/main" xmlns:r="http://schemas.openxmlformats.org/officeDocument/2006/relationships" xmlns:p="http://schemas.openxmlformats.org/presentationml/2006/main">
  <p:tag name="NUM" val="19"/>
</p:tagLst>
</file>

<file path=ppt/tags/tag194.xml><?xml version="1.0" encoding="utf-8"?>
<p:tagLst xmlns:a="http://schemas.openxmlformats.org/drawingml/2006/main" xmlns:r="http://schemas.openxmlformats.org/officeDocument/2006/relationships" xmlns:p="http://schemas.openxmlformats.org/presentationml/2006/main">
  <p:tag name="NUM" val="1"/>
</p:tagLst>
</file>

<file path=ppt/tags/tag195.xml><?xml version="1.0" encoding="utf-8"?>
<p:tagLst xmlns:a="http://schemas.openxmlformats.org/drawingml/2006/main" xmlns:r="http://schemas.openxmlformats.org/officeDocument/2006/relationships" xmlns:p="http://schemas.openxmlformats.org/presentationml/2006/main">
  <p:tag name="NUM" val="2"/>
</p:tagLst>
</file>

<file path=ppt/tags/tag196.xml><?xml version="1.0" encoding="utf-8"?>
<p:tagLst xmlns:a="http://schemas.openxmlformats.org/drawingml/2006/main" xmlns:r="http://schemas.openxmlformats.org/officeDocument/2006/relationships" xmlns:p="http://schemas.openxmlformats.org/presentationml/2006/main">
  <p:tag name="NUM" val="3"/>
</p:tagLst>
</file>

<file path=ppt/tags/tag197.xml><?xml version="1.0" encoding="utf-8"?>
<p:tagLst xmlns:a="http://schemas.openxmlformats.org/drawingml/2006/main" xmlns:r="http://schemas.openxmlformats.org/officeDocument/2006/relationships" xmlns:p="http://schemas.openxmlformats.org/presentationml/2006/main">
  <p:tag name="NUM" val="4"/>
</p:tagLst>
</file>

<file path=ppt/tags/tag198.xml><?xml version="1.0" encoding="utf-8"?>
<p:tagLst xmlns:a="http://schemas.openxmlformats.org/drawingml/2006/main" xmlns:r="http://schemas.openxmlformats.org/officeDocument/2006/relationships" xmlns:p="http://schemas.openxmlformats.org/presentationml/2006/main">
  <p:tag name="NUM" val="5"/>
</p:tagLst>
</file>

<file path=ppt/tags/tag199.xml><?xml version="1.0" encoding="utf-8"?>
<p:tagLst xmlns:a="http://schemas.openxmlformats.org/drawingml/2006/main" xmlns:r="http://schemas.openxmlformats.org/officeDocument/2006/relationships" xmlns:p="http://schemas.openxmlformats.org/presentationml/2006/main">
  <p:tag name="NUM" val="6"/>
</p:tagLst>
</file>

<file path=ppt/tags/tag200.xml><?xml version="1.0" encoding="utf-8"?>
<p:tagLst xmlns:a="http://schemas.openxmlformats.org/drawingml/2006/main" xmlns:r="http://schemas.openxmlformats.org/officeDocument/2006/relationships" xmlns:p="http://schemas.openxmlformats.org/presentationml/2006/main">
  <p:tag name="NUM" val="7"/>
</p:tagLst>
</file>

<file path=ppt/tags/tag201.xml><?xml version="1.0" encoding="utf-8"?>
<p:tagLst xmlns:a="http://schemas.openxmlformats.org/drawingml/2006/main" xmlns:r="http://schemas.openxmlformats.org/officeDocument/2006/relationships" xmlns:p="http://schemas.openxmlformats.org/presentationml/2006/main">
  <p:tag name="NUM" val="8"/>
</p:tagLst>
</file>

<file path=ppt/tags/tag202.xml><?xml version="1.0" encoding="utf-8"?>
<p:tagLst xmlns:a="http://schemas.openxmlformats.org/drawingml/2006/main" xmlns:r="http://schemas.openxmlformats.org/officeDocument/2006/relationships" xmlns:p="http://schemas.openxmlformats.org/presentationml/2006/main">
  <p:tag name="NUM" val="9"/>
</p:tagLst>
</file>

<file path=ppt/tags/tag203.xml><?xml version="1.0" encoding="utf-8"?>
<p:tagLst xmlns:a="http://schemas.openxmlformats.org/drawingml/2006/main" xmlns:r="http://schemas.openxmlformats.org/officeDocument/2006/relationships" xmlns:p="http://schemas.openxmlformats.org/presentationml/2006/main">
  <p:tag name="NUM" val="10"/>
</p:tagLst>
</file>

<file path=ppt/tags/tag204.xml><?xml version="1.0" encoding="utf-8"?>
<p:tagLst xmlns:a="http://schemas.openxmlformats.org/drawingml/2006/main" xmlns:r="http://schemas.openxmlformats.org/officeDocument/2006/relationships" xmlns:p="http://schemas.openxmlformats.org/presentationml/2006/main">
  <p:tag name="NUM" val="11"/>
</p:tagLst>
</file>

<file path=ppt/tags/tag205.xml><?xml version="1.0" encoding="utf-8"?>
<p:tagLst xmlns:a="http://schemas.openxmlformats.org/drawingml/2006/main" xmlns:r="http://schemas.openxmlformats.org/officeDocument/2006/relationships" xmlns:p="http://schemas.openxmlformats.org/presentationml/2006/main">
  <p:tag name="NUM" val="12"/>
</p:tagLst>
</file>

<file path=ppt/tags/tag206.xml><?xml version="1.0" encoding="utf-8"?>
<p:tagLst xmlns:a="http://schemas.openxmlformats.org/drawingml/2006/main" xmlns:r="http://schemas.openxmlformats.org/officeDocument/2006/relationships" xmlns:p="http://schemas.openxmlformats.org/presentationml/2006/main">
  <p:tag name="NUM" val="13"/>
</p:tagLst>
</file>

<file path=ppt/tags/tag207.xml><?xml version="1.0" encoding="utf-8"?>
<p:tagLst xmlns:a="http://schemas.openxmlformats.org/drawingml/2006/main" xmlns:r="http://schemas.openxmlformats.org/officeDocument/2006/relationships" xmlns:p="http://schemas.openxmlformats.org/presentationml/2006/main">
  <p:tag name="NUM" val="14"/>
</p:tagLst>
</file>

<file path=ppt/tags/tag208.xml><?xml version="1.0" encoding="utf-8"?>
<p:tagLst xmlns:a="http://schemas.openxmlformats.org/drawingml/2006/main" xmlns:r="http://schemas.openxmlformats.org/officeDocument/2006/relationships" xmlns:p="http://schemas.openxmlformats.org/presentationml/2006/main">
  <p:tag name="NUM" val="1"/>
</p:tagLst>
</file>

<file path=ppt/tags/tag209.xml><?xml version="1.0" encoding="utf-8"?>
<p:tagLst xmlns:a="http://schemas.openxmlformats.org/drawingml/2006/main" xmlns:r="http://schemas.openxmlformats.org/officeDocument/2006/relationships" xmlns:p="http://schemas.openxmlformats.org/presentationml/2006/main">
  <p:tag name="NUM" val="2"/>
</p:tagLst>
</file>

<file path=ppt/tags/tag210.xml><?xml version="1.0" encoding="utf-8"?>
<p:tagLst xmlns:a="http://schemas.openxmlformats.org/drawingml/2006/main" xmlns:r="http://schemas.openxmlformats.org/officeDocument/2006/relationships" xmlns:p="http://schemas.openxmlformats.org/presentationml/2006/main">
  <p:tag name="NUM" val="3"/>
</p:tagLst>
</file>

<file path=ppt/tags/tag211.xml><?xml version="1.0" encoding="utf-8"?>
<p:tagLst xmlns:a="http://schemas.openxmlformats.org/drawingml/2006/main" xmlns:r="http://schemas.openxmlformats.org/officeDocument/2006/relationships" xmlns:p="http://schemas.openxmlformats.org/presentationml/2006/main">
  <p:tag name="NUM" val="4"/>
</p:tagLst>
</file>

<file path=ppt/tags/tag212.xml><?xml version="1.0" encoding="utf-8"?>
<p:tagLst xmlns:a="http://schemas.openxmlformats.org/drawingml/2006/main" xmlns:r="http://schemas.openxmlformats.org/officeDocument/2006/relationships" xmlns:p="http://schemas.openxmlformats.org/presentationml/2006/main">
  <p:tag name="NUM" val="5"/>
</p:tagLst>
</file>

<file path=ppt/tags/tag213.xml><?xml version="1.0" encoding="utf-8"?>
<p:tagLst xmlns:a="http://schemas.openxmlformats.org/drawingml/2006/main" xmlns:r="http://schemas.openxmlformats.org/officeDocument/2006/relationships" xmlns:p="http://schemas.openxmlformats.org/presentationml/2006/main">
  <p:tag name="NUM" val="1"/>
</p:tagLst>
</file>

<file path=ppt/tags/tag214.xml><?xml version="1.0" encoding="utf-8"?>
<p:tagLst xmlns:a="http://schemas.openxmlformats.org/drawingml/2006/main" xmlns:r="http://schemas.openxmlformats.org/officeDocument/2006/relationships" xmlns:p="http://schemas.openxmlformats.org/presentationml/2006/main">
  <p:tag name="NUM" val="2"/>
</p:tagLst>
</file>

<file path=ppt/tags/tag215.xml><?xml version="1.0" encoding="utf-8"?>
<p:tagLst xmlns:a="http://schemas.openxmlformats.org/drawingml/2006/main" xmlns:r="http://schemas.openxmlformats.org/officeDocument/2006/relationships" xmlns:p="http://schemas.openxmlformats.org/presentationml/2006/main">
  <p:tag name="NUM" val="3"/>
</p:tagLst>
</file>

<file path=ppt/tags/tag216.xml><?xml version="1.0" encoding="utf-8"?>
<p:tagLst xmlns:a="http://schemas.openxmlformats.org/drawingml/2006/main" xmlns:r="http://schemas.openxmlformats.org/officeDocument/2006/relationships" xmlns:p="http://schemas.openxmlformats.org/presentationml/2006/main">
  <p:tag name="NUM" val="4"/>
</p:tagLst>
</file>

<file path=ppt/tags/tag217.xml><?xml version="1.0" encoding="utf-8"?>
<p:tagLst xmlns:a="http://schemas.openxmlformats.org/drawingml/2006/main" xmlns:r="http://schemas.openxmlformats.org/officeDocument/2006/relationships" xmlns:p="http://schemas.openxmlformats.org/presentationml/2006/main">
  <p:tag name="NUM" val="5"/>
</p:tagLst>
</file>

<file path=ppt/tags/tag218.xml><?xml version="1.0" encoding="utf-8"?>
<p:tagLst xmlns:a="http://schemas.openxmlformats.org/drawingml/2006/main" xmlns:r="http://schemas.openxmlformats.org/officeDocument/2006/relationships" xmlns:p="http://schemas.openxmlformats.org/presentationml/2006/main">
  <p:tag name="NUM" val="6"/>
</p:tagLst>
</file>

<file path=ppt/tags/tag219.xml><?xml version="1.0" encoding="utf-8"?>
<p:tagLst xmlns:a="http://schemas.openxmlformats.org/drawingml/2006/main" xmlns:r="http://schemas.openxmlformats.org/officeDocument/2006/relationships" xmlns:p="http://schemas.openxmlformats.org/presentationml/2006/main">
  <p:tag name="NUM" val="7"/>
</p:tagLst>
</file>

<file path=ppt/tags/tag220.xml><?xml version="1.0" encoding="utf-8"?>
<p:tagLst xmlns:a="http://schemas.openxmlformats.org/drawingml/2006/main" xmlns:r="http://schemas.openxmlformats.org/officeDocument/2006/relationships" xmlns:p="http://schemas.openxmlformats.org/presentationml/2006/main">
  <p:tag name="NUM" val="1"/>
</p:tagLst>
</file>

<file path=ppt/tags/tag221.xml><?xml version="1.0" encoding="utf-8"?>
<p:tagLst xmlns:a="http://schemas.openxmlformats.org/drawingml/2006/main" xmlns:r="http://schemas.openxmlformats.org/officeDocument/2006/relationships" xmlns:p="http://schemas.openxmlformats.org/presentationml/2006/main">
  <p:tag name="NUM" val="2"/>
</p:tagLst>
</file>

<file path=ppt/tags/tag222.xml><?xml version="1.0" encoding="utf-8"?>
<p:tagLst xmlns:a="http://schemas.openxmlformats.org/drawingml/2006/main" xmlns:r="http://schemas.openxmlformats.org/officeDocument/2006/relationships" xmlns:p="http://schemas.openxmlformats.org/presentationml/2006/main">
  <p:tag name="NUM" val="3"/>
</p:tagLst>
</file>

<file path=ppt/tags/tag223.xml><?xml version="1.0" encoding="utf-8"?>
<p:tagLst xmlns:a="http://schemas.openxmlformats.org/drawingml/2006/main" xmlns:r="http://schemas.openxmlformats.org/officeDocument/2006/relationships" xmlns:p="http://schemas.openxmlformats.org/presentationml/2006/main">
  <p:tag name="NUM" val="1"/>
</p:tagLst>
</file>

<file path=ppt/tags/tag224.xml><?xml version="1.0" encoding="utf-8"?>
<p:tagLst xmlns:a="http://schemas.openxmlformats.org/drawingml/2006/main" xmlns:r="http://schemas.openxmlformats.org/officeDocument/2006/relationships" xmlns:p="http://schemas.openxmlformats.org/presentationml/2006/main">
  <p:tag name="NUM" val="1"/>
</p:tagLst>
</file>

<file path=ppt/tags/tag225.xml><?xml version="1.0" encoding="utf-8"?>
<p:tagLst xmlns:a="http://schemas.openxmlformats.org/drawingml/2006/main" xmlns:r="http://schemas.openxmlformats.org/officeDocument/2006/relationships" xmlns:p="http://schemas.openxmlformats.org/presentationml/2006/main">
  <p:tag name="NUM" val="2"/>
</p:tagLst>
</file>

<file path=ppt/tags/tag226.xml><?xml version="1.0" encoding="utf-8"?>
<p:tagLst xmlns:a="http://schemas.openxmlformats.org/drawingml/2006/main" xmlns:r="http://schemas.openxmlformats.org/officeDocument/2006/relationships" xmlns:p="http://schemas.openxmlformats.org/presentationml/2006/main">
  <p:tag name="NUM" val="3"/>
</p:tagLst>
</file>

<file path=ppt/tags/tag227.xml><?xml version="1.0" encoding="utf-8"?>
<p:tagLst xmlns:a="http://schemas.openxmlformats.org/drawingml/2006/main" xmlns:r="http://schemas.openxmlformats.org/officeDocument/2006/relationships" xmlns:p="http://schemas.openxmlformats.org/presentationml/2006/main">
  <p:tag name="NUM" val="1"/>
</p:tagLst>
</file>

<file path=ppt/tags/tag228.xml><?xml version="1.0" encoding="utf-8"?>
<p:tagLst xmlns:a="http://schemas.openxmlformats.org/drawingml/2006/main" xmlns:r="http://schemas.openxmlformats.org/officeDocument/2006/relationships" xmlns:p="http://schemas.openxmlformats.org/presentationml/2006/main">
  <p:tag name="NUM" val="2"/>
</p:tagLst>
</file>

<file path=ppt/tags/tag229.xml><?xml version="1.0" encoding="utf-8"?>
<p:tagLst xmlns:a="http://schemas.openxmlformats.org/drawingml/2006/main" xmlns:r="http://schemas.openxmlformats.org/officeDocument/2006/relationships" xmlns:p="http://schemas.openxmlformats.org/presentationml/2006/main">
  <p:tag name="NUM" val="3"/>
</p:tagLst>
</file>

<file path=ppt/tags/tag230.xml><?xml version="1.0" encoding="utf-8"?>
<p:tagLst xmlns:a="http://schemas.openxmlformats.org/drawingml/2006/main" xmlns:r="http://schemas.openxmlformats.org/officeDocument/2006/relationships" xmlns:p="http://schemas.openxmlformats.org/presentationml/2006/main">
  <p:tag name="NUM" val="1"/>
</p:tagLst>
</file>

<file path=ppt/tags/tag231.xml><?xml version="1.0" encoding="utf-8"?>
<p:tagLst xmlns:a="http://schemas.openxmlformats.org/drawingml/2006/main" xmlns:r="http://schemas.openxmlformats.org/officeDocument/2006/relationships" xmlns:p="http://schemas.openxmlformats.org/presentationml/2006/main">
  <p:tag name="NUM" val="2"/>
</p:tagLst>
</file>

<file path=ppt/tags/tag232.xml><?xml version="1.0" encoding="utf-8"?>
<p:tagLst xmlns:a="http://schemas.openxmlformats.org/drawingml/2006/main" xmlns:r="http://schemas.openxmlformats.org/officeDocument/2006/relationships" xmlns:p="http://schemas.openxmlformats.org/presentationml/2006/main">
  <p:tag name="NUM" val="3"/>
</p:tagLst>
</file>

<file path=ppt/tags/tag233.xml><?xml version="1.0" encoding="utf-8"?>
<p:tagLst xmlns:a="http://schemas.openxmlformats.org/drawingml/2006/main" xmlns:r="http://schemas.openxmlformats.org/officeDocument/2006/relationships" xmlns:p="http://schemas.openxmlformats.org/presentationml/2006/main">
  <p:tag name="NUM" val="4"/>
</p:tagLst>
</file>

<file path=ppt/tags/tag234.xml><?xml version="1.0" encoding="utf-8"?>
<p:tagLst xmlns:a="http://schemas.openxmlformats.org/drawingml/2006/main" xmlns:r="http://schemas.openxmlformats.org/officeDocument/2006/relationships" xmlns:p="http://schemas.openxmlformats.org/presentationml/2006/main">
  <p:tag name="NUM" val="5"/>
</p:tagLst>
</file>

<file path=ppt/tags/tag235.xml><?xml version="1.0" encoding="utf-8"?>
<p:tagLst xmlns:a="http://schemas.openxmlformats.org/drawingml/2006/main" xmlns:r="http://schemas.openxmlformats.org/officeDocument/2006/relationships" xmlns:p="http://schemas.openxmlformats.org/presentationml/2006/main">
  <p:tag name="NUM" val="1"/>
</p:tagLst>
</file>

<file path=ppt/tags/tag236.xml><?xml version="1.0" encoding="utf-8"?>
<p:tagLst xmlns:a="http://schemas.openxmlformats.org/drawingml/2006/main" xmlns:r="http://schemas.openxmlformats.org/officeDocument/2006/relationships" xmlns:p="http://schemas.openxmlformats.org/presentationml/2006/main">
  <p:tag name="NUM" val="1"/>
</p:tagLst>
</file>

<file path=ppt/tags/tag237.xml><?xml version="1.0" encoding="utf-8"?>
<p:tagLst xmlns:a="http://schemas.openxmlformats.org/drawingml/2006/main" xmlns:r="http://schemas.openxmlformats.org/officeDocument/2006/relationships" xmlns:p="http://schemas.openxmlformats.org/presentationml/2006/main">
  <p:tag name="NUM" val="2"/>
</p:tagLst>
</file>

<file path=ppt/tags/tag238.xml><?xml version="1.0" encoding="utf-8"?>
<p:tagLst xmlns:a="http://schemas.openxmlformats.org/drawingml/2006/main" xmlns:r="http://schemas.openxmlformats.org/officeDocument/2006/relationships" xmlns:p="http://schemas.openxmlformats.org/presentationml/2006/main">
  <p:tag name="NUM" val="3"/>
</p:tagLst>
</file>

<file path=ppt/tags/tag239.xml><?xml version="1.0" encoding="utf-8"?>
<p:tagLst xmlns:a="http://schemas.openxmlformats.org/drawingml/2006/main" xmlns:r="http://schemas.openxmlformats.org/officeDocument/2006/relationships" xmlns:p="http://schemas.openxmlformats.org/presentationml/2006/main">
  <p:tag name="NUM" val="1"/>
</p:tagLst>
</file>

<file path=ppt/tags/tag240.xml><?xml version="1.0" encoding="utf-8"?>
<p:tagLst xmlns:a="http://schemas.openxmlformats.org/drawingml/2006/main" xmlns:r="http://schemas.openxmlformats.org/officeDocument/2006/relationships" xmlns:p="http://schemas.openxmlformats.org/presentationml/2006/main">
  <p:tag name="NUM" val="2"/>
</p:tagLst>
</file>

<file path=ppt/tags/tag241.xml><?xml version="1.0" encoding="utf-8"?>
<p:tagLst xmlns:a="http://schemas.openxmlformats.org/drawingml/2006/main" xmlns:r="http://schemas.openxmlformats.org/officeDocument/2006/relationships" xmlns:p="http://schemas.openxmlformats.org/presentationml/2006/main">
  <p:tag name="NUM" val="3"/>
</p:tagLst>
</file>

<file path=ppt/tags/tag242.xml><?xml version="1.0" encoding="utf-8"?>
<p:tagLst xmlns:a="http://schemas.openxmlformats.org/drawingml/2006/main" xmlns:r="http://schemas.openxmlformats.org/officeDocument/2006/relationships" xmlns:p="http://schemas.openxmlformats.org/presentationml/2006/main">
  <p:tag name="NUM" val="1"/>
</p:tagLst>
</file>

<file path=ppt/tags/tag243.xml><?xml version="1.0" encoding="utf-8"?>
<p:tagLst xmlns:a="http://schemas.openxmlformats.org/drawingml/2006/main" xmlns:r="http://schemas.openxmlformats.org/officeDocument/2006/relationships" xmlns:p="http://schemas.openxmlformats.org/presentationml/2006/main">
  <p:tag name="NUM" val="2"/>
</p:tagLst>
</file>

<file path=ppt/tags/tag244.xml><?xml version="1.0" encoding="utf-8"?>
<p:tagLst xmlns:a="http://schemas.openxmlformats.org/drawingml/2006/main" xmlns:r="http://schemas.openxmlformats.org/officeDocument/2006/relationships" xmlns:p="http://schemas.openxmlformats.org/presentationml/2006/main">
  <p:tag name="NUM" val="3"/>
</p:tagLst>
</file>

<file path=ppt/tags/tag245.xml><?xml version="1.0" encoding="utf-8"?>
<p:tagLst xmlns:a="http://schemas.openxmlformats.org/drawingml/2006/main" xmlns:r="http://schemas.openxmlformats.org/officeDocument/2006/relationships" xmlns:p="http://schemas.openxmlformats.org/presentationml/2006/main">
  <p:tag name="NUM" val="4"/>
</p:tagLst>
</file>

<file path=ppt/tags/tag246.xml><?xml version="1.0" encoding="utf-8"?>
<p:tagLst xmlns:a="http://schemas.openxmlformats.org/drawingml/2006/main" xmlns:r="http://schemas.openxmlformats.org/officeDocument/2006/relationships" xmlns:p="http://schemas.openxmlformats.org/presentationml/2006/main">
  <p:tag name="NUM" val="1"/>
</p:tagLst>
</file>

<file path=ppt/tags/tag247.xml><?xml version="1.0" encoding="utf-8"?>
<p:tagLst xmlns:a="http://schemas.openxmlformats.org/drawingml/2006/main" xmlns:r="http://schemas.openxmlformats.org/officeDocument/2006/relationships" xmlns:p="http://schemas.openxmlformats.org/presentationml/2006/main">
  <p:tag name="NUM" val="2"/>
</p:tagLst>
</file>

<file path=ppt/tags/tag248.xml><?xml version="1.0" encoding="utf-8"?>
<p:tagLst xmlns:a="http://schemas.openxmlformats.org/drawingml/2006/main" xmlns:r="http://schemas.openxmlformats.org/officeDocument/2006/relationships" xmlns:p="http://schemas.openxmlformats.org/presentationml/2006/main">
  <p:tag name="NUM" val="3"/>
</p:tagLst>
</file>

<file path=ppt/tags/tag249.xml><?xml version="1.0" encoding="utf-8"?>
<p:tagLst xmlns:a="http://schemas.openxmlformats.org/drawingml/2006/main" xmlns:r="http://schemas.openxmlformats.org/officeDocument/2006/relationships" xmlns:p="http://schemas.openxmlformats.org/presentationml/2006/main">
  <p:tag name="NUM" val="1"/>
</p:tagLst>
</file>

<file path=ppt/tags/tag250.xml><?xml version="1.0" encoding="utf-8"?>
<p:tagLst xmlns:a="http://schemas.openxmlformats.org/drawingml/2006/main" xmlns:r="http://schemas.openxmlformats.org/officeDocument/2006/relationships" xmlns:p="http://schemas.openxmlformats.org/presentationml/2006/main">
  <p:tag name="NUM" val="2"/>
</p:tagLst>
</file>

<file path=ppt/tags/tag251.xml><?xml version="1.0" encoding="utf-8"?>
<p:tagLst xmlns:a="http://schemas.openxmlformats.org/drawingml/2006/main" xmlns:r="http://schemas.openxmlformats.org/officeDocument/2006/relationships" xmlns:p="http://schemas.openxmlformats.org/presentationml/2006/main">
  <p:tag name="NUM" val="3"/>
</p:tagLst>
</file>

<file path=ppt/theme/theme1.xml><?xml version="1.0" encoding="utf-8"?>
<a:theme xmlns:a="http://schemas.openxmlformats.org/drawingml/2006/main" name="2_Thème HEC">
  <a:themeElements>
    <a:clrScheme name="HEC Montréal">
      <a:dk1>
        <a:srgbClr val="000000"/>
      </a:dk1>
      <a:lt1>
        <a:srgbClr val="FFFFFF"/>
      </a:lt1>
      <a:dk2>
        <a:srgbClr val="0D2C52"/>
      </a:dk2>
      <a:lt2>
        <a:srgbClr val="888A8D"/>
      </a:lt2>
      <a:accent1>
        <a:srgbClr val="0070B9"/>
      </a:accent1>
      <a:accent2>
        <a:srgbClr val="00A9C6"/>
      </a:accent2>
      <a:accent3>
        <a:srgbClr val="3CB778"/>
      </a:accent3>
      <a:accent4>
        <a:srgbClr val="F1595C"/>
      </a:accent4>
      <a:accent5>
        <a:srgbClr val="E170AC"/>
      </a:accent5>
      <a:accent6>
        <a:srgbClr val="F5CD3D"/>
      </a:accent6>
      <a:hlink>
        <a:srgbClr val="0070B9"/>
      </a:hlink>
      <a:folHlink>
        <a:srgbClr val="00AAC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HECMontreal-Gabarit" id="{90B23BB6-748E-9A4B-9146-9546151205D4}" vid="{48ADA872-361A-1B4C-ABD7-4D4607940B7F}"/>
    </a:ext>
  </a:extLst>
</a:theme>
</file>

<file path=ppt/theme/theme2.xml><?xml version="1.0" encoding="utf-8"?>
<a:theme xmlns:a="http://schemas.openxmlformats.org/drawingml/2006/main" name="1_Thème Office">
  <a:themeElements>
    <a:clrScheme name="HEC">
      <a:dk1>
        <a:srgbClr val="000000"/>
      </a:dk1>
      <a:lt1>
        <a:sysClr val="window" lastClr="FFFFFF"/>
      </a:lt1>
      <a:dk2>
        <a:srgbClr val="002855"/>
      </a:dk2>
      <a:lt2>
        <a:srgbClr val="DDDDDD"/>
      </a:lt2>
      <a:accent1>
        <a:srgbClr val="0072CE"/>
      </a:accent1>
      <a:accent2>
        <a:srgbClr val="00AEC7"/>
      </a:accent2>
      <a:accent3>
        <a:srgbClr val="26D07C"/>
      </a:accent3>
      <a:accent4>
        <a:srgbClr val="FF585D"/>
      </a:accent4>
      <a:accent5>
        <a:srgbClr val="EB6FBD"/>
      </a:accent5>
      <a:accent6>
        <a:srgbClr val="F3D03E"/>
      </a:accent6>
      <a:hlink>
        <a:srgbClr val="48A23F"/>
      </a:hlink>
      <a:folHlink>
        <a:srgbClr val="00285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1784</TotalTime>
  <Words>2534</Words>
  <Application>Microsoft Office PowerPoint</Application>
  <PresentationFormat>Grand écran</PresentationFormat>
  <Paragraphs>360</Paragraphs>
  <Slides>44</Slides>
  <Notes>23</Notes>
  <HiddenSlides>0</HiddenSlides>
  <MMClips>0</MMClips>
  <ScaleCrop>false</ScaleCrop>
  <HeadingPairs>
    <vt:vector size="6" baseType="variant">
      <vt:variant>
        <vt:lpstr>Polices utilisées</vt:lpstr>
      </vt:variant>
      <vt:variant>
        <vt:i4>15</vt:i4>
      </vt:variant>
      <vt:variant>
        <vt:lpstr>Thème</vt:lpstr>
      </vt:variant>
      <vt:variant>
        <vt:i4>2</vt:i4>
      </vt:variant>
      <vt:variant>
        <vt:lpstr>Titres des diapositives</vt:lpstr>
      </vt:variant>
      <vt:variant>
        <vt:i4>44</vt:i4>
      </vt:variant>
    </vt:vector>
  </HeadingPairs>
  <TitlesOfParts>
    <vt:vector size="61" baseType="lpstr">
      <vt:lpstr>Visby CF Light</vt:lpstr>
      <vt:lpstr>Visby Slab CF</vt:lpstr>
      <vt:lpstr>Arial</vt:lpstr>
      <vt:lpstr>Visby Slab CF Demi Bold</vt:lpstr>
      <vt:lpstr>Visby CF</vt:lpstr>
      <vt:lpstr>Visby Slab CF Bold</vt:lpstr>
      <vt:lpstr>Arial Rounded MT Bold</vt:lpstr>
      <vt:lpstr>Visby CF Medium</vt:lpstr>
      <vt:lpstr>Wingdings</vt:lpstr>
      <vt:lpstr>Visby CF Bold</vt:lpstr>
      <vt:lpstr>Aptos</vt:lpstr>
      <vt:lpstr>Visby Slab CF Heavy</vt:lpstr>
      <vt:lpstr>Visby CF Extra Bold</vt:lpstr>
      <vt:lpstr>Calibri</vt:lpstr>
      <vt:lpstr>Script MT Bold</vt:lpstr>
      <vt:lpstr>2_Thème HEC</vt:lpstr>
      <vt:lpstr>1_Thème Office</vt:lpstr>
      <vt:lpstr>Mobiliser les technologies numériques  </vt:lpstr>
      <vt:lpstr>Présentation PowerPoint</vt:lpstr>
      <vt:lpstr>Au cœur des systèmes d’information: des algorithmes et de l’intelligence artificielle</vt:lpstr>
      <vt:lpstr>Présentation PowerPoint</vt:lpstr>
      <vt:lpstr>Plan de la séance</vt:lpstr>
      <vt:lpstr>Retour sur la séance 5</vt:lpstr>
      <vt:lpstr>Retour sur les exemples de cybersécurité</vt:lpstr>
      <vt:lpstr>Enjeux</vt:lpstr>
      <vt:lpstr>Retour sur le parcours</vt:lpstr>
      <vt:lpstr>Du processus à l'algorithme</vt:lpstr>
      <vt:lpstr>Composantes d'un algorithme</vt:lpstr>
      <vt:lpstr>Composantes d’un algorithme</vt:lpstr>
      <vt:lpstr>Passage conceptuel à logique avec lien ∞ à ∞ </vt:lpstr>
      <vt:lpstr>Assimilation du parcours</vt:lpstr>
      <vt:lpstr>Architecture informatique en 3 couches Rappel</vt:lpstr>
      <vt:lpstr>Synthèse et nouvelles notions sur Softr</vt:lpstr>
      <vt:lpstr>Créer le formulaire d’ajout d’une Commande</vt:lpstr>
      <vt:lpstr>Modification du champ principal</vt:lpstr>
      <vt:lpstr>Modification du champ principal</vt:lpstr>
      <vt:lpstr>Création du formulaire Détail commande</vt:lpstr>
      <vt:lpstr>Créer l'application Pizzeria avec l'IA Softr</vt:lpstr>
      <vt:lpstr>Créer l'application Pizzeria avec l'IA Softr</vt:lpstr>
      <vt:lpstr>Nouvelle matière</vt:lpstr>
      <vt:lpstr>Des algorithmes à l’intelligence artificielle</vt:lpstr>
      <vt:lpstr>IA et apprentissage automatique (machine)</vt:lpstr>
      <vt:lpstr>Fonctions et finalités de l’IA</vt:lpstr>
      <vt:lpstr>Outils d’IA prédictive et générative</vt:lpstr>
      <vt:lpstr>IA prédictive</vt:lpstr>
      <vt:lpstr>Exemples d’IA prédictive</vt:lpstr>
      <vt:lpstr>IA générative</vt:lpstr>
      <vt:lpstr>Exemples d’IA générative</vt:lpstr>
      <vt:lpstr>Évaluation critique des avantages et des risques</vt:lpstr>
      <vt:lpstr> Évaluation critique des avantages et des risques</vt:lpstr>
      <vt:lpstr>Évaluation critique des avantages et des risques</vt:lpstr>
      <vt:lpstr>Application</vt:lpstr>
      <vt:lpstr>Coder l'algorithme de suivi dans Airtable</vt:lpstr>
      <vt:lpstr>Questions de réflexion</vt:lpstr>
      <vt:lpstr>Trois niveaux dans votre système</vt:lpstr>
      <vt:lpstr>Synthèse</vt:lpstr>
      <vt:lpstr>Si vous souhaitez continuer à apprendre sur l’IA</vt:lpstr>
      <vt:lpstr>La suite du cours d’aujourd’hui dans la spécialisation</vt:lpstr>
      <vt:lpstr>Les métiers impliqués dans le cours d’aujourd’hui</vt:lpstr>
      <vt:lpstr>Les autres spécialisations dans le cours d’aujourd’hui</vt:lpstr>
      <vt:lpstr>À faire pour la semaine prochaine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Marie-Claude Trudel</dc:creator>
  <cp:lastModifiedBy>Marie-Claude Trudel</cp:lastModifiedBy>
  <cp:revision>38</cp:revision>
  <dcterms:created xsi:type="dcterms:W3CDTF">2026-03-12T12:38:12Z</dcterms:created>
  <dcterms:modified xsi:type="dcterms:W3CDTF">2026-09-29T10:32:52Z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a7d8d5d-78e2-4a62-9fcd-016eb5e4c57c_Enabled">
    <vt:lpwstr>true</vt:lpwstr>
  </property>
  <property fmtid="{D5CDD505-2E9C-101B-9397-08002B2CF9AE}" pid="3" name="MSIP_Label_6a7d8d5d-78e2-4a62-9fcd-016eb5e4c57c_SetDate">
    <vt:lpwstr>2026-05-13T11:07:02Z</vt:lpwstr>
  </property>
  <property fmtid="{D5CDD505-2E9C-101B-9397-08002B2CF9AE}" pid="4" name="MSIP_Label_6a7d8d5d-78e2-4a62-9fcd-016eb5e4c57c_Method">
    <vt:lpwstr>Standard</vt:lpwstr>
  </property>
  <property fmtid="{D5CDD505-2E9C-101B-9397-08002B2CF9AE}" pid="5" name="MSIP_Label_6a7d8d5d-78e2-4a62-9fcd-016eb5e4c57c_Name">
    <vt:lpwstr>Général</vt:lpwstr>
  </property>
  <property fmtid="{D5CDD505-2E9C-101B-9397-08002B2CF9AE}" pid="6" name="MSIP_Label_6a7d8d5d-78e2-4a62-9fcd-016eb5e4c57c_SiteId">
    <vt:lpwstr>06e1fe28-5f8b-4075-bf6c-ae24be1a7992</vt:lpwstr>
  </property>
  <property fmtid="{D5CDD505-2E9C-101B-9397-08002B2CF9AE}" pid="7" name="MSIP_Label_6a7d8d5d-78e2-4a62-9fcd-016eb5e4c57c_ActionId">
    <vt:lpwstr>7853d914-1db7-4760-bbed-ca9e13790d6e</vt:lpwstr>
  </property>
  <property fmtid="{D5CDD505-2E9C-101B-9397-08002B2CF9AE}" pid="8" name="MSIP_Label_6a7d8d5d-78e2-4a62-9fcd-016eb5e4c57c_ContentBits">
    <vt:lpwstr>0</vt:lpwstr>
  </property>
  <property fmtid="{D5CDD505-2E9C-101B-9397-08002B2CF9AE}" pid="9" name="MSIP_Label_6a7d8d5d-78e2-4a62-9fcd-016eb5e4c57c_Tag">
    <vt:lpwstr>50, 3, 0, 1</vt:lpwstr>
  </property>
</Properties>
</file>