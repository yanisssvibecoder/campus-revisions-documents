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71" r:id="rId5"/>
  </p:sldMasterIdLst>
  <p:notesMasterIdLst>
    <p:notesMasterId r:id="rId20"/>
  </p:notesMasterIdLst>
  <p:sldIdLst>
    <p:sldId id="257" r:id="rId6"/>
    <p:sldId id="348" r:id="rId7"/>
    <p:sldId id="370" r:id="rId8"/>
    <p:sldId id="326" r:id="rId9"/>
    <p:sldId id="595" r:id="rId10"/>
    <p:sldId id="593" r:id="rId11"/>
    <p:sldId id="596" r:id="rId12"/>
    <p:sldId id="329" r:id="rId13"/>
    <p:sldId id="396" r:id="rId14"/>
    <p:sldId id="597" r:id="rId15"/>
    <p:sldId id="371" r:id="rId16"/>
    <p:sldId id="373" r:id="rId17"/>
    <p:sldId id="374" r:id="rId18"/>
    <p:sldId id="395" r:id="rId19"/>
  </p:sldIdLst>
  <p:sldSz cx="10160000" cy="5715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74" autoAdjust="0"/>
  </p:normalViewPr>
  <p:slideViewPr>
    <p:cSldViewPr snapToGrid="0" snapToObjects="1" showGuides="1">
      <p:cViewPr varScale="1">
        <p:scale>
          <a:sx n="125" d="100"/>
          <a:sy n="125" d="100"/>
        </p:scale>
        <p:origin x="774" y="9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theme" Target="theme/theme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laire Poitras" userId="e8718bf4-9404-4a5b-b757-f555a9335c73" providerId="ADAL" clId="{AA1F8B5D-FA8F-48BB-A663-D447C6D37967}"/>
    <pc:docChg chg="custSel modSld">
      <pc:chgData name="Claire Poitras" userId="e8718bf4-9404-4a5b-b757-f555a9335c73" providerId="ADAL" clId="{AA1F8B5D-FA8F-48BB-A663-D447C6D37967}" dt="2026-02-16T17:46:50.544" v="1" actId="207"/>
      <pc:docMkLst>
        <pc:docMk/>
      </pc:docMkLst>
      <pc:sldChg chg="modSp mod">
        <pc:chgData name="Claire Poitras" userId="e8718bf4-9404-4a5b-b757-f555a9335c73" providerId="ADAL" clId="{AA1F8B5D-FA8F-48BB-A663-D447C6D37967}" dt="2026-02-16T17:46:50.544" v="1" actId="207"/>
        <pc:sldMkLst>
          <pc:docMk/>
          <pc:sldMk cId="2132920821" sldId="596"/>
        </pc:sldMkLst>
        <pc:graphicFrameChg chg="modGraphic">
          <ac:chgData name="Claire Poitras" userId="e8718bf4-9404-4a5b-b757-f555a9335c73" providerId="ADAL" clId="{AA1F8B5D-FA8F-48BB-A663-D447C6D37967}" dt="2026-02-16T17:46:50.544" v="1" actId="207"/>
          <ac:graphicFrameMkLst>
            <pc:docMk/>
            <pc:sldMk cId="2132920821" sldId="596"/>
            <ac:graphicFrameMk id="29" creationId="{331A9E2E-EA42-4973-DEA4-96758AF2F3DF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44E640-7D2A-42EF-BA39-2B32D5A16C68}" type="datetimeFigureOut">
              <a:rPr lang="fr-CA" smtClean="0"/>
              <a:pPr/>
              <a:t>2026-02-16</a:t>
            </a:fld>
            <a:endParaRPr lang="fr-CA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CA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8BC42A-5C03-431D-B855-CCCF13E3B37E}" type="slidenum">
              <a:rPr lang="fr-CA" smtClean="0"/>
              <a:pPr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265114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419100" y="703263"/>
            <a:ext cx="6172200" cy="347345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356955-E7F5-4C62-9A91-B450AF802881}" type="slidenum">
              <a:rPr lang="fr-CA" smtClean="0"/>
              <a:pPr/>
              <a:t>2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9009668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C7C82AE-52B1-461C-93F9-0A4F8993A836}" type="slidenum">
              <a:rPr lang="fr-CA"/>
              <a:pPr/>
              <a:t>4</a:t>
            </a:fld>
            <a:endParaRPr lang="fr-CA"/>
          </a:p>
        </p:txBody>
      </p:sp>
      <p:sp>
        <p:nvSpPr>
          <p:cNvPr id="292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19100" y="703263"/>
            <a:ext cx="6172200" cy="3473450"/>
          </a:xfrm>
          <a:ln/>
        </p:spPr>
      </p:sp>
      <p:sp>
        <p:nvSpPr>
          <p:cNvPr id="292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fr-CA" sz="14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9376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17DCE56-8331-454E-B832-3AF3B061FE63}" type="slidenum">
              <a:rPr kumimoji="0" lang="fr-CA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fr-C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21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42913" y="714375"/>
            <a:ext cx="6280150" cy="3532188"/>
          </a:xfrm>
          <a:ln/>
        </p:spPr>
      </p:sp>
      <p:sp>
        <p:nvSpPr>
          <p:cNvPr id="262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CA" sz="16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8616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8BC42A-5C03-431D-B855-CCCF13E3B37E}" type="slidenum">
              <a:rPr lang="fr-CA" smtClean="0"/>
              <a:pPr/>
              <a:t>7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369970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DE7027C-2FCD-47D6-8721-06E99514EF67}" type="slidenum">
              <a:rPr lang="fr-CA"/>
              <a:pPr/>
              <a:t>8</a:t>
            </a:fld>
            <a:endParaRPr lang="fr-CA"/>
          </a:p>
        </p:txBody>
      </p:sp>
      <p:sp>
        <p:nvSpPr>
          <p:cNvPr id="264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19100" y="703263"/>
            <a:ext cx="6172200" cy="3473450"/>
          </a:xfrm>
          <a:ln/>
        </p:spPr>
      </p:sp>
      <p:sp>
        <p:nvSpPr>
          <p:cNvPr id="2641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fr-CA" sz="16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38034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419100" y="703263"/>
            <a:ext cx="6172200" cy="347345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CA" sz="1600" i="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C875CC-7CAC-41E0-ABD5-5FDB7279D145}" type="slidenum">
              <a:rPr lang="fr-CA" smtClean="0"/>
              <a:pPr/>
              <a:t>9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7092130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8BC42A-5C03-431D-B855-CCCF13E3B37E}" type="slidenum">
              <a:rPr lang="fr-CA" smtClean="0"/>
              <a:pPr/>
              <a:t>10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0280058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BE8FB56-D373-4F43-BCD1-466342C5516C}" type="slidenum">
              <a:rPr lang="fr-CA"/>
              <a:pPr/>
              <a:t>11</a:t>
            </a:fld>
            <a:endParaRPr lang="fr-CA"/>
          </a:p>
        </p:txBody>
      </p:sp>
      <p:sp>
        <p:nvSpPr>
          <p:cNvPr id="2191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84188" y="703263"/>
            <a:ext cx="6173787" cy="3473450"/>
          </a:xfrm>
          <a:ln/>
        </p:spPr>
      </p:sp>
      <p:sp>
        <p:nvSpPr>
          <p:cNvPr id="2191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endParaRPr lang="fr-CA" sz="14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93915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emf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.emf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615" y="1432838"/>
            <a:ext cx="9096771" cy="3795257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532000" y="1429200"/>
            <a:ext cx="5860000" cy="1458000"/>
          </a:xfrm>
          <a:solidFill>
            <a:schemeClr val="accent5">
              <a:alpha val="80000"/>
            </a:schemeClr>
          </a:solidFill>
        </p:spPr>
        <p:txBody>
          <a:bodyPr bIns="72000">
            <a:normAutofit/>
          </a:bodyPr>
          <a:lstStyle>
            <a:lvl1pPr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fr-FR" noProof="0"/>
              <a:t>Modifiez le style du titre</a:t>
            </a:r>
            <a:endParaRPr lang="fr-CA" noProof="0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532000" y="2962656"/>
            <a:ext cx="5852000" cy="402336"/>
          </a:xfrm>
          <a:solidFill>
            <a:schemeClr val="accent5">
              <a:alpha val="80000"/>
            </a:schemeClr>
          </a:solidFill>
        </p:spPr>
        <p:txBody>
          <a:bodyPr anchor="ctr" anchorCtr="0">
            <a:normAutofit/>
          </a:bodyPr>
          <a:lstStyle>
            <a:lvl1pPr marL="0" indent="0" algn="l">
              <a:buNone/>
              <a:defRPr sz="2000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noProof="0"/>
              <a:t>Modifiez le style des sous-titres du masque</a:t>
            </a:r>
            <a:endParaRPr lang="fr-CA" noProof="0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9112000" y="5385600"/>
            <a:ext cx="516000" cy="136800"/>
          </a:xfrm>
        </p:spPr>
        <p:txBody>
          <a:bodyPr vert="horz" lIns="91440" tIns="45720" rIns="91440" bIns="45720" rtlCol="0" anchor="ctr"/>
          <a:lstStyle>
            <a:lvl1pPr marL="0" algn="r" defTabSz="914400" rtl="0" eaLnBrk="1" latinLnBrk="0" hangingPunct="1">
              <a:defRPr lang="fr-CA" sz="670" kern="120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77B8E65F-5E3F-4E73-B056-4D0181456FB2}" type="slidenum">
              <a:rPr lang="fr-CA" noProof="0" smtClean="0"/>
              <a:pPr/>
              <a:t>‹N°›</a:t>
            </a:fld>
            <a:endParaRPr lang="fr-CA" noProof="0" dirty="0"/>
          </a:p>
        </p:txBody>
      </p:sp>
      <p:pic>
        <p:nvPicPr>
          <p:cNvPr id="7" name="Image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909" y="234063"/>
            <a:ext cx="5869748" cy="815723"/>
          </a:xfrm>
          <a:prstGeom prst="rect">
            <a:avLst/>
          </a:prstGeom>
        </p:spPr>
      </p:pic>
      <p:sp>
        <p:nvSpPr>
          <p:cNvPr id="11" name="Espace réservé du pied de page 10"/>
          <p:cNvSpPr>
            <a:spLocks noGrp="1"/>
          </p:cNvSpPr>
          <p:nvPr>
            <p:ph type="ftr" sz="quarter" idx="14"/>
          </p:nvPr>
        </p:nvSpPr>
        <p:spPr>
          <a:xfrm>
            <a:off x="531615" y="5028295"/>
            <a:ext cx="2387999" cy="200055"/>
          </a:xfrm>
          <a:solidFill>
            <a:schemeClr val="accent5"/>
          </a:solidFill>
        </p:spPr>
        <p:txBody>
          <a:bodyPr/>
          <a:lstStyle>
            <a:lvl1pPr algn="l">
              <a:defRPr sz="1300" cap="all" baseline="0">
                <a:solidFill>
                  <a:schemeClr val="bg1"/>
                </a:solidFill>
              </a:defRPr>
            </a:lvl1pPr>
          </a:lstStyle>
          <a:p>
            <a:endParaRPr lang="fr-CA" noProof="0" dirty="0"/>
          </a:p>
        </p:txBody>
      </p:sp>
      <p:sp>
        <p:nvSpPr>
          <p:cNvPr id="13" name="Espace réservé de la date 12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98FD3BE9-B61A-496B-9E53-6BE29CAA7F7D}" type="datetime3">
              <a:rPr lang="fr-CA" noProof="0" smtClean="0"/>
              <a:pPr/>
              <a:t>26/02/16</a:t>
            </a:fld>
            <a:endParaRPr lang="fr-CA" noProof="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532000" y="479686"/>
            <a:ext cx="9096000" cy="822960"/>
          </a:xfrm>
        </p:spPr>
        <p:txBody>
          <a:bodyPr/>
          <a:lstStyle/>
          <a:p>
            <a:r>
              <a:rPr lang="fr-CA" noProof="0" dirty="0"/>
              <a:t>Click to </a:t>
            </a:r>
            <a:r>
              <a:rPr lang="fr-CA" noProof="0" dirty="0" err="1"/>
              <a:t>edit</a:t>
            </a:r>
            <a:r>
              <a:rPr lang="fr-CA" noProof="0" dirty="0"/>
              <a:t> </a:t>
            </a:r>
            <a:r>
              <a:rPr lang="fr-CA" noProof="0" dirty="0" err="1"/>
              <a:t>title</a:t>
            </a:r>
            <a:r>
              <a:rPr lang="fr-CA" noProof="0" dirty="0"/>
              <a:t> style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32000" y="1577687"/>
            <a:ext cx="9096000" cy="3187989"/>
          </a:xfrm>
        </p:spPr>
        <p:txBody>
          <a:bodyPr/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  <a:endParaRPr lang="fr-CA" noProof="0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EE98D-278E-4B48-81DC-1D1D6F61A9AE}" type="datetime3">
              <a:rPr lang="fr-CA" noProof="0" smtClean="0"/>
              <a:pPr/>
              <a:t>26/02/16</a:t>
            </a:fld>
            <a:endParaRPr lang="fr-CA" noProof="0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 noProof="0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8E65F-5E3F-4E73-B056-4D0181456FB2}" type="slidenum">
              <a:rPr lang="fr-CA" noProof="0" smtClean="0"/>
              <a:pPr/>
              <a:t>‹N°›</a:t>
            </a:fld>
            <a:endParaRPr lang="fr-CA" noProof="0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384528" y="4765675"/>
            <a:ext cx="1016000" cy="914400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/>
          <a:p>
            <a:pPr marL="154800" indent="-154800">
              <a:buClr>
                <a:schemeClr val="accent2"/>
              </a:buClr>
              <a:buSzPct val="125000"/>
              <a:buFont typeface="Arial" panose="020B0604020202020204" pitchFamily="34" charset="0"/>
              <a:buChar char="•"/>
            </a:pPr>
            <a:endParaRPr lang="fr-CA" sz="1670" noProof="0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2291183" y="3453140"/>
            <a:ext cx="7336817" cy="144475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sz="1800" noProof="0" dirty="0"/>
          </a:p>
        </p:txBody>
      </p:sp>
      <p:pic>
        <p:nvPicPr>
          <p:cNvPr id="8" name="Image 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863" t="-901" b="1413"/>
          <a:stretch/>
        </p:blipFill>
        <p:spPr>
          <a:xfrm>
            <a:off x="6489959" y="1404500"/>
            <a:ext cx="3138424" cy="1973183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32000" y="1429199"/>
            <a:ext cx="5860000" cy="1458000"/>
          </a:xfrm>
          <a:solidFill>
            <a:schemeClr val="accent5"/>
          </a:solidFill>
        </p:spPr>
        <p:txBody>
          <a:bodyPr vert="horz" lIns="91440" tIns="45720" rIns="91440" bIns="7200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fr-CA" sz="3600" b="1" kern="1200" dirty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noProof="0"/>
              <a:t>Modifiez le style du titre</a:t>
            </a:r>
            <a:endParaRPr lang="fr-CA" noProof="0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32000" y="2962656"/>
            <a:ext cx="5852000" cy="402336"/>
          </a:xfrm>
          <a:solidFill>
            <a:schemeClr val="accent5"/>
          </a:solidFill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125000"/>
              <a:buFont typeface="Arial" pitchFamily="34" charset="0"/>
              <a:buNone/>
              <a:defRPr lang="fr-FR" sz="2000" kern="120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noProof="0"/>
              <a:t>Cliquez pour modifier les styles du texte du masque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8E65F-5E3F-4E73-B056-4D0181456FB2}" type="slidenum">
              <a:rPr lang="fr-CA" noProof="0" smtClean="0"/>
              <a:pPr/>
              <a:t>‹N°›</a:t>
            </a:fld>
            <a:endParaRPr lang="fr-CA" noProof="0" dirty="0"/>
          </a:p>
        </p:txBody>
      </p:sp>
      <p:sp>
        <p:nvSpPr>
          <p:cNvPr id="10" name="Espace réservé de la date 9"/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77279209-565D-4FE5-A4C8-60294C4337D1}" type="datetime3">
              <a:rPr lang="fr-CA" noProof="0" smtClean="0"/>
              <a:pPr/>
              <a:t>26/02/16</a:t>
            </a:fld>
            <a:endParaRPr lang="fr-CA" noProof="0" dirty="0"/>
          </a:p>
        </p:txBody>
      </p:sp>
      <p:sp>
        <p:nvSpPr>
          <p:cNvPr id="11" name="Espace réservé du pied de page 10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fr-CA" noProof="0" dirty="0"/>
          </a:p>
        </p:txBody>
      </p:sp>
      <p:pic>
        <p:nvPicPr>
          <p:cNvPr id="13" name="Image 7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451" r="1"/>
          <a:stretch/>
        </p:blipFill>
        <p:spPr>
          <a:xfrm>
            <a:off x="6479592" y="1432838"/>
            <a:ext cx="3148793" cy="1944845"/>
          </a:xfrm>
          <a:prstGeom prst="rect">
            <a:avLst/>
          </a:prstGeom>
        </p:spPr>
      </p:pic>
      <p:sp>
        <p:nvSpPr>
          <p:cNvPr id="5" name="Rectangle 4"/>
          <p:cNvSpPr/>
          <p:nvPr userDrawn="1"/>
        </p:nvSpPr>
        <p:spPr>
          <a:xfrm>
            <a:off x="532000" y="3453139"/>
            <a:ext cx="1686613" cy="145406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sz="1800" noProof="0" dirty="0"/>
          </a:p>
        </p:txBody>
      </p:sp>
      <p:pic>
        <p:nvPicPr>
          <p:cNvPr id="12" name="Image 6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1504" y="5032161"/>
            <a:ext cx="1711219" cy="21285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32000" y="481014"/>
            <a:ext cx="9096000" cy="823361"/>
          </a:xfrm>
        </p:spPr>
        <p:txBody>
          <a:bodyPr/>
          <a:lstStyle/>
          <a:p>
            <a:r>
              <a:rPr lang="fr-FR" noProof="0"/>
              <a:t>Modifiez le style du titre</a:t>
            </a:r>
            <a:endParaRPr lang="fr-CA" noProof="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508000" y="1517735"/>
            <a:ext cx="4487333" cy="3247941"/>
          </a:xfrm>
        </p:spPr>
        <p:txBody>
          <a:bodyPr>
            <a:normAutofit/>
          </a:bodyPr>
          <a:lstStyle>
            <a:lvl1pPr>
              <a:defRPr sz="1670"/>
            </a:lvl1pPr>
            <a:lvl2pPr>
              <a:defRPr sz="1670"/>
            </a:lvl2pPr>
            <a:lvl3pPr>
              <a:defRPr sz="1670"/>
            </a:lvl3pPr>
            <a:lvl4pPr>
              <a:defRPr sz="1670"/>
            </a:lvl4pPr>
            <a:lvl5pPr>
              <a:defRPr sz="167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  <a:endParaRPr lang="fr-CA" noProof="0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164667" y="1517735"/>
            <a:ext cx="4487333" cy="3247941"/>
          </a:xfrm>
        </p:spPr>
        <p:txBody>
          <a:bodyPr>
            <a:normAutofit/>
          </a:bodyPr>
          <a:lstStyle>
            <a:lvl1pPr>
              <a:defRPr sz="1670"/>
            </a:lvl1pPr>
            <a:lvl2pPr>
              <a:defRPr sz="1670"/>
            </a:lvl2pPr>
            <a:lvl3pPr>
              <a:defRPr sz="1670"/>
            </a:lvl3pPr>
            <a:lvl4pPr>
              <a:defRPr sz="1670"/>
            </a:lvl4pPr>
            <a:lvl5pPr>
              <a:defRPr sz="167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  <a:endParaRPr lang="fr-CA" noProof="0" dirty="0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CA514-E663-440D-A703-C1929B51DE22}" type="datetime3">
              <a:rPr lang="fr-CA" noProof="0" smtClean="0"/>
              <a:pPr/>
              <a:t>26/02/16</a:t>
            </a:fld>
            <a:endParaRPr lang="fr-CA" noProof="0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 noProof="0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8E65F-5E3F-4E73-B056-4D0181456FB2}" type="slidenum">
              <a:rPr lang="fr-CA" noProof="0" smtClean="0"/>
              <a:pPr/>
              <a:t>‹N°›</a:t>
            </a:fld>
            <a:endParaRPr lang="fr-CA" noProof="0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32000" y="478701"/>
            <a:ext cx="9096000" cy="820499"/>
          </a:xfrm>
        </p:spPr>
        <p:txBody>
          <a:bodyPr/>
          <a:lstStyle>
            <a:lvl1pPr>
              <a:defRPr/>
            </a:lvl1pPr>
          </a:lstStyle>
          <a:p>
            <a:r>
              <a:rPr lang="fr-FR" noProof="0"/>
              <a:t>Modifiez le style du titre</a:t>
            </a:r>
            <a:endParaRPr lang="fr-CA" noProof="0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08000" y="1511301"/>
            <a:ext cx="4489098" cy="533135"/>
          </a:xfrm>
        </p:spPr>
        <p:txBody>
          <a:bodyPr anchor="b">
            <a:noAutofit/>
          </a:bodyPr>
          <a:lstStyle>
            <a:lvl1pPr marL="0" indent="0">
              <a:buNone/>
              <a:defRPr sz="15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noProof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08000" y="2044436"/>
            <a:ext cx="4489098" cy="2721240"/>
          </a:xfrm>
        </p:spPr>
        <p:txBody>
          <a:bodyPr>
            <a:normAutofit/>
          </a:bodyPr>
          <a:lstStyle>
            <a:lvl1pPr>
              <a:defRPr sz="1670"/>
            </a:lvl1pPr>
            <a:lvl2pPr>
              <a:defRPr sz="1670"/>
            </a:lvl2pPr>
            <a:lvl3pPr>
              <a:defRPr sz="1670"/>
            </a:lvl3pPr>
            <a:lvl4pPr>
              <a:defRPr sz="1670"/>
            </a:lvl4pPr>
            <a:lvl5pPr>
              <a:defRPr sz="167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  <a:endParaRPr lang="fr-CA" noProof="0" dirty="0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5161141" y="1511301"/>
            <a:ext cx="4490861" cy="533135"/>
          </a:xfrm>
        </p:spPr>
        <p:txBody>
          <a:bodyPr anchor="b">
            <a:noAutofit/>
          </a:bodyPr>
          <a:lstStyle>
            <a:lvl1pPr marL="0" indent="0">
              <a:buNone/>
              <a:defRPr sz="15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noProof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5161141" y="2044436"/>
            <a:ext cx="4490861" cy="2721240"/>
          </a:xfrm>
        </p:spPr>
        <p:txBody>
          <a:bodyPr>
            <a:normAutofit/>
          </a:bodyPr>
          <a:lstStyle>
            <a:lvl1pPr>
              <a:defRPr sz="1670"/>
            </a:lvl1pPr>
            <a:lvl2pPr>
              <a:defRPr sz="1670"/>
            </a:lvl2pPr>
            <a:lvl3pPr>
              <a:defRPr sz="1670"/>
            </a:lvl3pPr>
            <a:lvl4pPr>
              <a:defRPr sz="1670"/>
            </a:lvl4pPr>
            <a:lvl5pPr>
              <a:defRPr sz="167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  <a:endParaRPr lang="fr-CA" noProof="0" dirty="0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616E7-490B-4714-8F6A-CB8983A282D6}" type="datetime3">
              <a:rPr lang="fr-CA" noProof="0" smtClean="0"/>
              <a:pPr/>
              <a:t>26/02/16</a:t>
            </a:fld>
            <a:endParaRPr lang="fr-CA" noProof="0" dirty="0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 noProof="0" dirty="0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8E65F-5E3F-4E73-B056-4D0181456FB2}" type="slidenum">
              <a:rPr lang="fr-CA" noProof="0" smtClean="0"/>
              <a:pPr/>
              <a:t>‹N°›</a:t>
            </a:fld>
            <a:endParaRPr lang="fr-CA" noProof="0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32000" y="481014"/>
            <a:ext cx="9096000" cy="819775"/>
          </a:xfrm>
        </p:spPr>
        <p:txBody>
          <a:bodyPr/>
          <a:lstStyle/>
          <a:p>
            <a:r>
              <a:rPr lang="fr-FR" noProof="0"/>
              <a:t>Modifiez le style du titre</a:t>
            </a:r>
            <a:endParaRPr lang="fr-CA" noProof="0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9B762-E697-4018-87D8-E18EB218C2D2}" type="datetime3">
              <a:rPr lang="fr-CA" noProof="0" smtClean="0"/>
              <a:pPr/>
              <a:t>26/02/16</a:t>
            </a:fld>
            <a:endParaRPr lang="fr-CA" noProof="0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 noProof="0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8E65F-5E3F-4E73-B056-4D0181456FB2}" type="slidenum">
              <a:rPr lang="fr-CA" noProof="0" smtClean="0"/>
              <a:pPr/>
              <a:t>‹N°›</a:t>
            </a:fld>
            <a:endParaRPr lang="fr-CA" noProof="0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90E55-1E82-4F9D-9A31-87D72CF5D459}" type="datetime3">
              <a:rPr lang="fr-CA" noProof="0" smtClean="0"/>
              <a:pPr/>
              <a:t>26/02/16</a:t>
            </a:fld>
            <a:endParaRPr lang="fr-CA" noProof="0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 noProof="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8E65F-5E3F-4E73-B056-4D0181456FB2}" type="slidenum">
              <a:rPr lang="fr-CA" noProof="0" smtClean="0"/>
              <a:pPr/>
              <a:t>‹N°›</a:t>
            </a:fld>
            <a:endParaRPr lang="fr-CA" noProof="0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32000" y="477193"/>
            <a:ext cx="9096000" cy="822008"/>
          </a:xfrm>
        </p:spPr>
        <p:txBody>
          <a:bodyPr anchor="ctr" anchorCtr="0"/>
          <a:lstStyle>
            <a:lvl1pPr algn="l">
              <a:defRPr sz="2600" b="1"/>
            </a:lvl1pPr>
          </a:lstStyle>
          <a:p>
            <a:r>
              <a:rPr lang="fr-FR" noProof="0"/>
              <a:t>Modifiez le style du titre</a:t>
            </a:r>
            <a:endParaRPr lang="fr-CA" noProof="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956000" y="1504401"/>
            <a:ext cx="5664000" cy="3261275"/>
          </a:xfrm>
        </p:spPr>
        <p:txBody>
          <a:bodyPr>
            <a:normAutofit/>
          </a:bodyPr>
          <a:lstStyle>
            <a:lvl1pPr>
              <a:defRPr sz="1670"/>
            </a:lvl1pPr>
            <a:lvl2pPr>
              <a:defRPr sz="1670"/>
            </a:lvl2pPr>
            <a:lvl3pPr>
              <a:defRPr sz="1670"/>
            </a:lvl3pPr>
            <a:lvl4pPr>
              <a:defRPr sz="1670"/>
            </a:lvl4pPr>
            <a:lvl5pPr>
              <a:defRPr sz="167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  <a:endParaRPr lang="fr-CA" noProof="0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532000" y="1504401"/>
            <a:ext cx="3320000" cy="3261275"/>
          </a:xfrm>
        </p:spPr>
        <p:txBody>
          <a:bodyPr>
            <a:normAutofit/>
          </a:bodyPr>
          <a:lstStyle>
            <a:lvl1pPr marL="0" indent="0">
              <a:buNone/>
              <a:defRPr sz="1500" b="1" cap="all" baseline="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noProof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D5D3E-5FA6-4B80-B8ED-591F9019CE46}" type="datetime3">
              <a:rPr lang="fr-CA" noProof="0" smtClean="0"/>
              <a:pPr/>
              <a:t>26/02/16</a:t>
            </a:fld>
            <a:endParaRPr lang="fr-CA" noProof="0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 noProof="0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8E65F-5E3F-4E73-B056-4D0181456FB2}" type="slidenum">
              <a:rPr lang="fr-CA" noProof="0" smtClean="0"/>
              <a:pPr/>
              <a:t>‹N°›</a:t>
            </a:fld>
            <a:endParaRPr lang="fr-CA" noProof="0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sous-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32000" y="489727"/>
            <a:ext cx="9096000" cy="822950"/>
          </a:xfrm>
        </p:spPr>
        <p:txBody>
          <a:bodyPr anchor="ctr" anchorCtr="0"/>
          <a:lstStyle>
            <a:lvl1pPr algn="l">
              <a:defRPr sz="2600" b="1"/>
            </a:lvl1pPr>
          </a:lstStyle>
          <a:p>
            <a:r>
              <a:rPr lang="fr-FR" noProof="0"/>
              <a:t>Modifiez le style du titre</a:t>
            </a:r>
            <a:endParaRPr lang="fr-CA" noProof="0" dirty="0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32000" y="2065077"/>
            <a:ext cx="9088000" cy="2700598"/>
          </a:xfrm>
        </p:spPr>
        <p:txBody>
          <a:bodyPr>
            <a:normAutofit/>
          </a:bodyPr>
          <a:lstStyle>
            <a:lvl1pPr marL="0" indent="0">
              <a:buNone/>
              <a:defRPr sz="167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 noProof="0"/>
              <a:t>Cliquez sur l'icône pour ajouter une image</a:t>
            </a:r>
            <a:endParaRPr lang="fr-CA" noProof="0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532000" y="1517877"/>
            <a:ext cx="9088000" cy="522000"/>
          </a:xfrm>
        </p:spPr>
        <p:txBody>
          <a:bodyPr>
            <a:normAutofit/>
          </a:bodyPr>
          <a:lstStyle>
            <a:lvl1pPr marL="0" indent="0">
              <a:buNone/>
              <a:defRPr sz="1500" b="1" cap="all" baseline="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noProof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5B85D-2B3C-4B71-8CBC-BB628A84F8F8}" type="datetime3">
              <a:rPr lang="fr-CA" noProof="0" smtClean="0"/>
              <a:pPr/>
              <a:t>26/02/16</a:t>
            </a:fld>
            <a:endParaRPr lang="fr-CA" noProof="0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 noProof="0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8E65F-5E3F-4E73-B056-4D0181456FB2}" type="slidenum">
              <a:rPr lang="fr-CA" noProof="0" smtClean="0"/>
              <a:pPr/>
              <a:t>‹N°›</a:t>
            </a:fld>
            <a:endParaRPr lang="fr-CA" noProof="0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90F50AF-7441-4134-B26A-ECC8A96B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999" y="485192"/>
            <a:ext cx="8058197" cy="827486"/>
          </a:xfrm>
          <a:solidFill>
            <a:schemeClr val="accent6"/>
          </a:solidFill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9644377D-FC82-4902-BD97-53EC40396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D3BE9-B61A-496B-9E53-6BE29CAA7F7D}" type="datetime3">
              <a:rPr lang="fr-CA" noProof="0" smtClean="0"/>
              <a:pPr/>
              <a:t>26/02/16</a:t>
            </a:fld>
            <a:endParaRPr lang="fr-CA" noProof="0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63FF39F-B286-4C16-8269-F7A81DA14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 noProof="0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F187C17-F2E3-4902-9E3A-65B783B49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8E65F-5E3F-4E73-B056-4D0181456FB2}" type="slidenum">
              <a:rPr lang="fr-CA" noProof="0" smtClean="0"/>
              <a:pPr/>
              <a:t>‹N°›</a:t>
            </a:fld>
            <a:endParaRPr lang="fr-CA" noProof="0" dirty="0"/>
          </a:p>
        </p:txBody>
      </p:sp>
      <p:grpSp>
        <p:nvGrpSpPr>
          <p:cNvPr id="6" name="Groupe 5">
            <a:extLst>
              <a:ext uri="{FF2B5EF4-FFF2-40B4-BE49-F238E27FC236}">
                <a16:creationId xmlns:a16="http://schemas.microsoft.com/office/drawing/2014/main" id="{0D1CDB22-3B0B-4322-9BBB-9F2293122B4E}"/>
              </a:ext>
            </a:extLst>
          </p:cNvPr>
          <p:cNvGrpSpPr/>
          <p:nvPr userDrawn="1"/>
        </p:nvGrpSpPr>
        <p:grpSpPr>
          <a:xfrm>
            <a:off x="8688000" y="495353"/>
            <a:ext cx="940000" cy="847331"/>
            <a:chOff x="9122160" y="387054"/>
            <a:chExt cx="846000" cy="847331"/>
          </a:xfrm>
        </p:grpSpPr>
        <p:pic>
          <p:nvPicPr>
            <p:cNvPr id="7" name="Graphique 6" descr="Crayon">
              <a:extLst>
                <a:ext uri="{FF2B5EF4-FFF2-40B4-BE49-F238E27FC236}">
                  <a16:creationId xmlns:a16="http://schemas.microsoft.com/office/drawing/2014/main" id="{DDBF18FB-FE66-423A-A7D4-B79FBBBC429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271578" y="527500"/>
              <a:ext cx="566438" cy="566438"/>
            </a:xfrm>
            <a:prstGeom prst="rect">
              <a:avLst/>
            </a:prstGeom>
          </p:spPr>
        </p:pic>
        <p:sp>
          <p:nvSpPr>
            <p:cNvPr id="8" name="Ellipse 7">
              <a:extLst>
                <a:ext uri="{FF2B5EF4-FFF2-40B4-BE49-F238E27FC236}">
                  <a16:creationId xmlns:a16="http://schemas.microsoft.com/office/drawing/2014/main" id="{B57AEEEB-351B-4025-8578-96B183CF9D99}"/>
                </a:ext>
              </a:extLst>
            </p:cNvPr>
            <p:cNvSpPr/>
            <p:nvPr/>
          </p:nvSpPr>
          <p:spPr>
            <a:xfrm>
              <a:off x="9122160" y="387054"/>
              <a:ext cx="846000" cy="847331"/>
            </a:xfrm>
            <a:prstGeom prst="ellipse">
              <a:avLst/>
            </a:prstGeom>
            <a:noFill/>
            <a:ln w="5715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800"/>
            </a:p>
          </p:txBody>
        </p:sp>
      </p:grpSp>
    </p:spTree>
    <p:extLst>
      <p:ext uri="{BB962C8B-B14F-4D97-AF65-F5344CB8AC3E}">
        <p14:creationId xmlns:p14="http://schemas.microsoft.com/office/powerpoint/2010/main" val="3584652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ED5027F-A0D3-4AB9-84F3-FB2D41690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000" y="485192"/>
            <a:ext cx="8067000" cy="827486"/>
          </a:xfrm>
          <a:solidFill>
            <a:schemeClr val="accent3"/>
          </a:solidFill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1B9717D0-6BE4-4CEC-B56A-8B457758B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D3BE9-B61A-496B-9E53-6BE29CAA7F7D}" type="datetime3">
              <a:rPr lang="fr-CA" noProof="0" smtClean="0"/>
              <a:pPr/>
              <a:t>26/02/16</a:t>
            </a:fld>
            <a:endParaRPr lang="fr-CA" noProof="0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2524FFF-475C-4BFE-954F-C687108D0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 noProof="0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E87481D-310A-4B06-B0A3-60770912D5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8E65F-5E3F-4E73-B056-4D0181456FB2}" type="slidenum">
              <a:rPr lang="fr-CA" noProof="0" smtClean="0"/>
              <a:pPr/>
              <a:t>‹N°›</a:t>
            </a:fld>
            <a:endParaRPr lang="fr-CA" noProof="0" dirty="0"/>
          </a:p>
        </p:txBody>
      </p:sp>
      <p:grpSp>
        <p:nvGrpSpPr>
          <p:cNvPr id="6" name="Groupe 5">
            <a:extLst>
              <a:ext uri="{FF2B5EF4-FFF2-40B4-BE49-F238E27FC236}">
                <a16:creationId xmlns:a16="http://schemas.microsoft.com/office/drawing/2014/main" id="{C38B7538-B649-4420-B53D-0893556BF313}"/>
              </a:ext>
            </a:extLst>
          </p:cNvPr>
          <p:cNvGrpSpPr/>
          <p:nvPr userDrawn="1"/>
        </p:nvGrpSpPr>
        <p:grpSpPr>
          <a:xfrm>
            <a:off x="8688000" y="503817"/>
            <a:ext cx="940000" cy="847331"/>
            <a:chOff x="7604369" y="476463"/>
            <a:chExt cx="846000" cy="847331"/>
          </a:xfrm>
        </p:grpSpPr>
        <p:pic>
          <p:nvPicPr>
            <p:cNvPr id="7" name="Graphique 6" descr="Brainstorming de groupe">
              <a:extLst>
                <a:ext uri="{FF2B5EF4-FFF2-40B4-BE49-F238E27FC236}">
                  <a16:creationId xmlns:a16="http://schemas.microsoft.com/office/drawing/2014/main" id="{7339A3EF-4528-46A0-8103-1D4A72CB115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684469" y="514932"/>
              <a:ext cx="685800" cy="685800"/>
            </a:xfrm>
            <a:prstGeom prst="rect">
              <a:avLst/>
            </a:prstGeom>
          </p:spPr>
        </p:pic>
        <p:sp>
          <p:nvSpPr>
            <p:cNvPr id="8" name="Ellipse 7">
              <a:extLst>
                <a:ext uri="{FF2B5EF4-FFF2-40B4-BE49-F238E27FC236}">
                  <a16:creationId xmlns:a16="http://schemas.microsoft.com/office/drawing/2014/main" id="{28460B3C-4E63-4A6E-B367-A95CD1A637BD}"/>
                </a:ext>
              </a:extLst>
            </p:cNvPr>
            <p:cNvSpPr/>
            <p:nvPr/>
          </p:nvSpPr>
          <p:spPr>
            <a:xfrm>
              <a:off x="7604369" y="476463"/>
              <a:ext cx="846000" cy="847331"/>
            </a:xfrm>
            <a:prstGeom prst="ellipse">
              <a:avLst/>
            </a:prstGeom>
            <a:noFill/>
            <a:ln w="57150">
              <a:solidFill>
                <a:schemeClr val="accent3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0 w 947013"/>
                        <a:gd name="connsiteY0" fmla="*/ 468788 h 937575"/>
                        <a:gd name="connsiteX1" fmla="*/ 473507 w 947013"/>
                        <a:gd name="connsiteY1" fmla="*/ 0 h 937575"/>
                        <a:gd name="connsiteX2" fmla="*/ 947014 w 947013"/>
                        <a:gd name="connsiteY2" fmla="*/ 468788 h 937575"/>
                        <a:gd name="connsiteX3" fmla="*/ 473507 w 947013"/>
                        <a:gd name="connsiteY3" fmla="*/ 937576 h 937575"/>
                        <a:gd name="connsiteX4" fmla="*/ 0 w 947013"/>
                        <a:gd name="connsiteY4" fmla="*/ 468788 h 93757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947013" h="937575" extrusionOk="0">
                          <a:moveTo>
                            <a:pt x="0" y="468788"/>
                          </a:moveTo>
                          <a:cubicBezTo>
                            <a:pt x="-23500" y="195388"/>
                            <a:pt x="145758" y="24860"/>
                            <a:pt x="473507" y="0"/>
                          </a:cubicBezTo>
                          <a:cubicBezTo>
                            <a:pt x="763972" y="6096"/>
                            <a:pt x="889617" y="211709"/>
                            <a:pt x="947014" y="468788"/>
                          </a:cubicBezTo>
                          <a:cubicBezTo>
                            <a:pt x="897572" y="775975"/>
                            <a:pt x="731309" y="958078"/>
                            <a:pt x="473507" y="937576"/>
                          </a:cubicBezTo>
                          <a:cubicBezTo>
                            <a:pt x="198915" y="930419"/>
                            <a:pt x="13934" y="734350"/>
                            <a:pt x="0" y="468788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 sz="1800"/>
            </a:p>
          </p:txBody>
        </p:sp>
      </p:grpSp>
    </p:spTree>
    <p:extLst>
      <p:ext uri="{BB962C8B-B14F-4D97-AF65-F5344CB8AC3E}">
        <p14:creationId xmlns:p14="http://schemas.microsoft.com/office/powerpoint/2010/main" val="17401700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F94F1F0-0C83-423A-9627-7F4F21B4D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000" y="485192"/>
            <a:ext cx="8067000" cy="827486"/>
          </a:xfrm>
          <a:solidFill>
            <a:schemeClr val="accent4"/>
          </a:solidFill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46605483-8545-43AB-9D82-BECBE68AC0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D3BE9-B61A-496B-9E53-6BE29CAA7F7D}" type="datetime3">
              <a:rPr lang="fr-CA" noProof="0" smtClean="0"/>
              <a:pPr/>
              <a:t>26/02/16</a:t>
            </a:fld>
            <a:endParaRPr lang="fr-CA" noProof="0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69B70E9-B1BE-4B33-BD97-A58644046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 noProof="0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3A96B83-5363-4969-8925-62B9E6BDC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8E65F-5E3F-4E73-B056-4D0181456FB2}" type="slidenum">
              <a:rPr lang="fr-CA" noProof="0" smtClean="0"/>
              <a:pPr/>
              <a:t>‹N°›</a:t>
            </a:fld>
            <a:endParaRPr lang="fr-CA" noProof="0" dirty="0"/>
          </a:p>
        </p:txBody>
      </p:sp>
      <p:grpSp>
        <p:nvGrpSpPr>
          <p:cNvPr id="6" name="Groupe 5">
            <a:extLst>
              <a:ext uri="{FF2B5EF4-FFF2-40B4-BE49-F238E27FC236}">
                <a16:creationId xmlns:a16="http://schemas.microsoft.com/office/drawing/2014/main" id="{9152BD61-BE8A-45EF-9990-8B54915CF287}"/>
              </a:ext>
            </a:extLst>
          </p:cNvPr>
          <p:cNvGrpSpPr/>
          <p:nvPr userDrawn="1"/>
        </p:nvGrpSpPr>
        <p:grpSpPr>
          <a:xfrm>
            <a:off x="8688000" y="503817"/>
            <a:ext cx="940000" cy="847331"/>
            <a:chOff x="7604369" y="476463"/>
            <a:chExt cx="846000" cy="847331"/>
          </a:xfrm>
        </p:grpSpPr>
        <p:pic>
          <p:nvPicPr>
            <p:cNvPr id="7" name="Graphique 6" descr="Brainstorming de groupe">
              <a:extLst>
                <a:ext uri="{FF2B5EF4-FFF2-40B4-BE49-F238E27FC236}">
                  <a16:creationId xmlns:a16="http://schemas.microsoft.com/office/drawing/2014/main" id="{EB97E7FB-98CD-4166-9B66-C5C7DFC94FD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684469" y="514932"/>
              <a:ext cx="685800" cy="685800"/>
            </a:xfrm>
            <a:prstGeom prst="rect">
              <a:avLst/>
            </a:prstGeom>
          </p:spPr>
        </p:pic>
        <p:sp>
          <p:nvSpPr>
            <p:cNvPr id="8" name="Ellipse 7">
              <a:extLst>
                <a:ext uri="{FF2B5EF4-FFF2-40B4-BE49-F238E27FC236}">
                  <a16:creationId xmlns:a16="http://schemas.microsoft.com/office/drawing/2014/main" id="{704B6938-F664-404B-A6FB-3ED61F28D7B0}"/>
                </a:ext>
              </a:extLst>
            </p:cNvPr>
            <p:cNvSpPr/>
            <p:nvPr/>
          </p:nvSpPr>
          <p:spPr>
            <a:xfrm>
              <a:off x="7604369" y="476463"/>
              <a:ext cx="846000" cy="847331"/>
            </a:xfrm>
            <a:prstGeom prst="ellipse">
              <a:avLst/>
            </a:prstGeom>
            <a:noFill/>
            <a:ln w="57150">
              <a:solidFill>
                <a:schemeClr val="accent4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0 w 947013"/>
                        <a:gd name="connsiteY0" fmla="*/ 468788 h 937575"/>
                        <a:gd name="connsiteX1" fmla="*/ 473507 w 947013"/>
                        <a:gd name="connsiteY1" fmla="*/ 0 h 937575"/>
                        <a:gd name="connsiteX2" fmla="*/ 947014 w 947013"/>
                        <a:gd name="connsiteY2" fmla="*/ 468788 h 937575"/>
                        <a:gd name="connsiteX3" fmla="*/ 473507 w 947013"/>
                        <a:gd name="connsiteY3" fmla="*/ 937576 h 937575"/>
                        <a:gd name="connsiteX4" fmla="*/ 0 w 947013"/>
                        <a:gd name="connsiteY4" fmla="*/ 468788 h 93757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947013" h="937575" extrusionOk="0">
                          <a:moveTo>
                            <a:pt x="0" y="468788"/>
                          </a:moveTo>
                          <a:cubicBezTo>
                            <a:pt x="-23500" y="195388"/>
                            <a:pt x="145758" y="24860"/>
                            <a:pt x="473507" y="0"/>
                          </a:cubicBezTo>
                          <a:cubicBezTo>
                            <a:pt x="763972" y="6096"/>
                            <a:pt x="889617" y="211709"/>
                            <a:pt x="947014" y="468788"/>
                          </a:cubicBezTo>
                          <a:cubicBezTo>
                            <a:pt x="897572" y="775975"/>
                            <a:pt x="731309" y="958078"/>
                            <a:pt x="473507" y="937576"/>
                          </a:cubicBezTo>
                          <a:cubicBezTo>
                            <a:pt x="198915" y="930419"/>
                            <a:pt x="13934" y="734350"/>
                            <a:pt x="0" y="468788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 sz="1800"/>
            </a:p>
          </p:txBody>
        </p:sp>
      </p:grpSp>
    </p:spTree>
    <p:extLst>
      <p:ext uri="{BB962C8B-B14F-4D97-AF65-F5344CB8AC3E}">
        <p14:creationId xmlns:p14="http://schemas.microsoft.com/office/powerpoint/2010/main" val="2944570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re. Text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37645" y="0"/>
            <a:ext cx="7907177" cy="897698"/>
          </a:xfrm>
        </p:spPr>
        <p:txBody>
          <a:bodyPr/>
          <a:lstStyle/>
          <a:p>
            <a:r>
              <a:rPr lang="fr-FR" dirty="0"/>
              <a:t>Cliquez pour modifier le style du titre</a:t>
            </a:r>
            <a:endParaRPr lang="fr-CA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half" idx="1"/>
          </p:nvPr>
        </p:nvSpPr>
        <p:spPr>
          <a:xfrm>
            <a:off x="1425224" y="1508125"/>
            <a:ext cx="4102806" cy="38100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697363" y="1508125"/>
            <a:ext cx="4102806" cy="38100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4564084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615" y="1432838"/>
            <a:ext cx="9096771" cy="3795257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532000" y="1429200"/>
            <a:ext cx="5860000" cy="1458000"/>
          </a:xfrm>
          <a:solidFill>
            <a:schemeClr val="accent5">
              <a:alpha val="80000"/>
            </a:schemeClr>
          </a:solidFill>
        </p:spPr>
        <p:txBody>
          <a:bodyPr bIns="72000">
            <a:normAutofit/>
          </a:bodyPr>
          <a:lstStyle>
            <a:lvl1pPr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fr-FR" noProof="0"/>
              <a:t>Modifiez le style du titre</a:t>
            </a:r>
            <a:endParaRPr lang="fr-CA" noProof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532000" y="2962656"/>
            <a:ext cx="5852000" cy="402336"/>
          </a:xfrm>
          <a:solidFill>
            <a:schemeClr val="accent5">
              <a:alpha val="80000"/>
            </a:schemeClr>
          </a:solidFill>
        </p:spPr>
        <p:txBody>
          <a:bodyPr anchor="ctr" anchorCtr="0">
            <a:normAutofit/>
          </a:bodyPr>
          <a:lstStyle>
            <a:lvl1pPr marL="0" indent="0" algn="l">
              <a:buNone/>
              <a:defRPr sz="2000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noProof="0"/>
              <a:t>Modifiez le style des sous-titres du masque</a:t>
            </a:r>
            <a:endParaRPr lang="fr-CA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9112000" y="5385600"/>
            <a:ext cx="516000" cy="136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914400" rtl="0" eaLnBrk="1" latinLnBrk="0" hangingPunct="1">
              <a:defRPr lang="fr-CA" sz="670" kern="120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77B8E65F-5E3F-4E73-B056-4D0181456FB2}" type="slidenum">
              <a:rPr lang="fr-CA" noProof="0" smtClean="0"/>
              <a:pPr/>
              <a:t>‹N°›</a:t>
            </a:fld>
            <a:endParaRPr lang="fr-CA" noProof="0"/>
          </a:p>
        </p:txBody>
      </p:sp>
      <p:pic>
        <p:nvPicPr>
          <p:cNvPr id="7" name="Image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909" y="234063"/>
            <a:ext cx="5869748" cy="815723"/>
          </a:xfrm>
          <a:prstGeom prst="rect">
            <a:avLst/>
          </a:prstGeom>
        </p:spPr>
      </p:pic>
      <p:sp>
        <p:nvSpPr>
          <p:cNvPr id="11" name="Espace réservé du pied de page 10"/>
          <p:cNvSpPr>
            <a:spLocks noGrp="1"/>
          </p:cNvSpPr>
          <p:nvPr>
            <p:ph type="ftr" sz="quarter" idx="14"/>
          </p:nvPr>
        </p:nvSpPr>
        <p:spPr>
          <a:xfrm>
            <a:off x="531615" y="5028295"/>
            <a:ext cx="2387999" cy="200055"/>
          </a:xfrm>
          <a:solidFill>
            <a:schemeClr val="accent5"/>
          </a:solidFill>
        </p:spPr>
        <p:txBody>
          <a:bodyPr/>
          <a:lstStyle>
            <a:lvl1pPr algn="l">
              <a:defRPr sz="1300" cap="all" baseline="0">
                <a:solidFill>
                  <a:schemeClr val="bg1"/>
                </a:solidFill>
              </a:defRPr>
            </a:lvl1pPr>
          </a:lstStyle>
          <a:p>
            <a:endParaRPr lang="fr-CA" noProof="0"/>
          </a:p>
        </p:txBody>
      </p:sp>
      <p:sp>
        <p:nvSpPr>
          <p:cNvPr id="13" name="Espace réservé de la date 12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98FD3BE9-B61A-496B-9E53-6BE29CAA7F7D}" type="datetime3">
              <a:rPr lang="fr-CA" noProof="0" smtClean="0"/>
              <a:pPr/>
              <a:t>26/02/16</a:t>
            </a:fld>
            <a:endParaRPr lang="fr-CA" noProof="0"/>
          </a:p>
        </p:txBody>
      </p:sp>
    </p:spTree>
    <p:extLst>
      <p:ext uri="{BB962C8B-B14F-4D97-AF65-F5344CB8AC3E}">
        <p14:creationId xmlns:p14="http://schemas.microsoft.com/office/powerpoint/2010/main" val="13112899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2291183" y="3453140"/>
            <a:ext cx="7336817" cy="144475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sz="1800" noProof="0"/>
          </a:p>
        </p:txBody>
      </p:sp>
      <p:pic>
        <p:nvPicPr>
          <p:cNvPr id="8" name="Image 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863" t="-901" b="1413"/>
          <a:stretch/>
        </p:blipFill>
        <p:spPr>
          <a:xfrm>
            <a:off x="6489959" y="1404500"/>
            <a:ext cx="3138424" cy="1973183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32000" y="1429199"/>
            <a:ext cx="5860000" cy="1458000"/>
          </a:xfrm>
          <a:solidFill>
            <a:schemeClr val="accent5"/>
          </a:solidFill>
        </p:spPr>
        <p:txBody>
          <a:bodyPr vert="horz" lIns="91440" tIns="45720" rIns="91440" bIns="7200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fr-CA" sz="3600" b="1" kern="1200" dirty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noProof="0"/>
              <a:t>Modifiez le style du titre</a:t>
            </a:r>
            <a:endParaRPr lang="fr-CA" noProof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32000" y="2962656"/>
            <a:ext cx="5852000" cy="402336"/>
          </a:xfrm>
          <a:solidFill>
            <a:schemeClr val="accent5"/>
          </a:solidFill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125000"/>
              <a:buFont typeface="Arial" pitchFamily="34" charset="0"/>
              <a:buNone/>
              <a:defRPr lang="fr-FR" sz="2000" kern="120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noProof="0"/>
              <a:t>Cliquez pour modifier les styles du texte du masque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9112000" y="5384996"/>
            <a:ext cx="516000" cy="136800"/>
          </a:xfrm>
          <a:prstGeom prst="rect">
            <a:avLst/>
          </a:prstGeom>
        </p:spPr>
        <p:txBody>
          <a:bodyPr/>
          <a:lstStyle/>
          <a:p>
            <a:fld id="{77B8E65F-5E3F-4E73-B056-4D0181456FB2}" type="slidenum">
              <a:rPr lang="fr-CA" noProof="0" smtClean="0"/>
              <a:pPr/>
              <a:t>‹N°›</a:t>
            </a:fld>
            <a:endParaRPr lang="fr-CA" noProof="0"/>
          </a:p>
        </p:txBody>
      </p:sp>
      <p:sp>
        <p:nvSpPr>
          <p:cNvPr id="10" name="Espace réservé de la date 9"/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77279209-565D-4FE5-A4C8-60294C4337D1}" type="datetime3">
              <a:rPr lang="fr-CA" noProof="0" smtClean="0"/>
              <a:pPr/>
              <a:t>26/02/16</a:t>
            </a:fld>
            <a:endParaRPr lang="fr-CA" noProof="0"/>
          </a:p>
        </p:txBody>
      </p:sp>
      <p:sp>
        <p:nvSpPr>
          <p:cNvPr id="11" name="Espace réservé du pied de page 10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fr-CA" noProof="0"/>
          </a:p>
        </p:txBody>
      </p:sp>
      <p:pic>
        <p:nvPicPr>
          <p:cNvPr id="13" name="Image 7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451" r="1"/>
          <a:stretch/>
        </p:blipFill>
        <p:spPr>
          <a:xfrm>
            <a:off x="6479592" y="1432838"/>
            <a:ext cx="3148793" cy="1944845"/>
          </a:xfrm>
          <a:prstGeom prst="rect">
            <a:avLst/>
          </a:prstGeom>
        </p:spPr>
      </p:pic>
      <p:sp>
        <p:nvSpPr>
          <p:cNvPr id="5" name="Rectangle 4"/>
          <p:cNvSpPr/>
          <p:nvPr userDrawn="1"/>
        </p:nvSpPr>
        <p:spPr>
          <a:xfrm>
            <a:off x="532000" y="3453139"/>
            <a:ext cx="1686613" cy="145406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sz="1800" noProof="0"/>
          </a:p>
        </p:txBody>
      </p:sp>
      <p:pic>
        <p:nvPicPr>
          <p:cNvPr id="12" name="Image 6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1504" y="5032161"/>
            <a:ext cx="1711219" cy="212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91506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532000" y="479686"/>
            <a:ext cx="9096000" cy="822960"/>
          </a:xfrm>
        </p:spPr>
        <p:txBody>
          <a:bodyPr/>
          <a:lstStyle/>
          <a:p>
            <a:r>
              <a:rPr lang="fr-CA" noProof="0"/>
              <a:t>Click to </a:t>
            </a:r>
            <a:r>
              <a:rPr lang="fr-CA" noProof="0" err="1"/>
              <a:t>edit</a:t>
            </a:r>
            <a:r>
              <a:rPr lang="fr-CA" noProof="0"/>
              <a:t> </a:t>
            </a:r>
            <a:r>
              <a:rPr lang="fr-CA" noProof="0" err="1"/>
              <a:t>title</a:t>
            </a:r>
            <a:r>
              <a:rPr lang="fr-CA" noProof="0"/>
              <a:t> style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32000" y="1577687"/>
            <a:ext cx="9096000" cy="3187989"/>
          </a:xfrm>
        </p:spPr>
        <p:txBody>
          <a:bodyPr/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  <a:endParaRPr lang="fr-CA" noProof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EE98D-278E-4B48-81DC-1D1D6F61A9AE}" type="datetime3">
              <a:rPr lang="fr-CA" noProof="0" smtClean="0"/>
              <a:pPr/>
              <a:t>26/02/16</a:t>
            </a:fld>
            <a:endParaRPr lang="fr-CA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9112000" y="5384996"/>
            <a:ext cx="516000" cy="136800"/>
          </a:xfrm>
          <a:prstGeom prst="rect">
            <a:avLst/>
          </a:prstGeom>
        </p:spPr>
        <p:txBody>
          <a:bodyPr/>
          <a:lstStyle/>
          <a:p>
            <a:fld id="{77B8E65F-5E3F-4E73-B056-4D0181456FB2}" type="slidenum">
              <a:rPr lang="fr-CA" noProof="0" smtClean="0"/>
              <a:pPr/>
              <a:t>‹N°›</a:t>
            </a:fld>
            <a:endParaRPr lang="fr-CA" noProof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384528" y="4765675"/>
            <a:ext cx="1016000" cy="914400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/>
          <a:p>
            <a:pPr marL="154800" indent="-154800">
              <a:buClr>
                <a:schemeClr val="accent2"/>
              </a:buClr>
              <a:buSzPct val="125000"/>
              <a:buFont typeface="Arial" panose="020B0604020202020204" pitchFamily="34" charset="0"/>
              <a:buChar char="•"/>
            </a:pPr>
            <a:endParaRPr lang="fr-CA" sz="1670" noProof="0"/>
          </a:p>
        </p:txBody>
      </p:sp>
    </p:spTree>
    <p:extLst>
      <p:ext uri="{BB962C8B-B14F-4D97-AF65-F5344CB8AC3E}">
        <p14:creationId xmlns:p14="http://schemas.microsoft.com/office/powerpoint/2010/main" val="244887207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32000" y="481014"/>
            <a:ext cx="9096000" cy="823361"/>
          </a:xfrm>
        </p:spPr>
        <p:txBody>
          <a:bodyPr/>
          <a:lstStyle/>
          <a:p>
            <a:r>
              <a:rPr lang="fr-FR" noProof="0"/>
              <a:t>Modifiez le style du titre</a:t>
            </a:r>
            <a:endParaRPr lang="fr-CA" noProof="0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508000" y="1517735"/>
            <a:ext cx="4487333" cy="3247941"/>
          </a:xfrm>
        </p:spPr>
        <p:txBody>
          <a:bodyPr>
            <a:normAutofit/>
          </a:bodyPr>
          <a:lstStyle>
            <a:lvl1pPr>
              <a:defRPr sz="1670"/>
            </a:lvl1pPr>
            <a:lvl2pPr>
              <a:defRPr sz="1670"/>
            </a:lvl2pPr>
            <a:lvl3pPr>
              <a:defRPr sz="1670"/>
            </a:lvl3pPr>
            <a:lvl4pPr>
              <a:defRPr sz="1670"/>
            </a:lvl4pPr>
            <a:lvl5pPr>
              <a:defRPr sz="167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  <a:endParaRPr lang="fr-CA" noProof="0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164667" y="1517735"/>
            <a:ext cx="4487333" cy="3247941"/>
          </a:xfrm>
        </p:spPr>
        <p:txBody>
          <a:bodyPr>
            <a:normAutofit/>
          </a:bodyPr>
          <a:lstStyle>
            <a:lvl1pPr>
              <a:defRPr sz="1670"/>
            </a:lvl1pPr>
            <a:lvl2pPr>
              <a:defRPr sz="1670"/>
            </a:lvl2pPr>
            <a:lvl3pPr>
              <a:defRPr sz="1670"/>
            </a:lvl3pPr>
            <a:lvl4pPr>
              <a:defRPr sz="1670"/>
            </a:lvl4pPr>
            <a:lvl5pPr>
              <a:defRPr sz="167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  <a:endParaRPr lang="fr-CA" noProof="0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CA514-E663-440D-A703-C1929B51DE22}" type="datetime3">
              <a:rPr lang="fr-CA" noProof="0" smtClean="0"/>
              <a:pPr/>
              <a:t>26/02/16</a:t>
            </a:fld>
            <a:endParaRPr lang="fr-CA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9112000" y="5384996"/>
            <a:ext cx="516000" cy="136800"/>
          </a:xfrm>
          <a:prstGeom prst="rect">
            <a:avLst/>
          </a:prstGeom>
        </p:spPr>
        <p:txBody>
          <a:bodyPr/>
          <a:lstStyle/>
          <a:p>
            <a:fld id="{77B8E65F-5E3F-4E73-B056-4D0181456FB2}" type="slidenum">
              <a:rPr lang="fr-CA" noProof="0" smtClean="0"/>
              <a:pPr/>
              <a:t>‹N°›</a:t>
            </a:fld>
            <a:endParaRPr lang="fr-CA" noProof="0"/>
          </a:p>
        </p:txBody>
      </p:sp>
    </p:spTree>
    <p:extLst>
      <p:ext uri="{BB962C8B-B14F-4D97-AF65-F5344CB8AC3E}">
        <p14:creationId xmlns:p14="http://schemas.microsoft.com/office/powerpoint/2010/main" val="49701495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32000" y="478701"/>
            <a:ext cx="9096000" cy="820499"/>
          </a:xfrm>
        </p:spPr>
        <p:txBody>
          <a:bodyPr/>
          <a:lstStyle>
            <a:lvl1pPr>
              <a:defRPr/>
            </a:lvl1pPr>
          </a:lstStyle>
          <a:p>
            <a:r>
              <a:rPr lang="fr-FR" noProof="0"/>
              <a:t>Modifiez le style du titre</a:t>
            </a:r>
            <a:endParaRPr lang="fr-CA" noProof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08000" y="1511301"/>
            <a:ext cx="4489098" cy="533135"/>
          </a:xfrm>
        </p:spPr>
        <p:txBody>
          <a:bodyPr anchor="b">
            <a:noAutofit/>
          </a:bodyPr>
          <a:lstStyle>
            <a:lvl1pPr marL="0" indent="0">
              <a:buNone/>
              <a:defRPr sz="15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noProof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08000" y="2044436"/>
            <a:ext cx="4489098" cy="2721240"/>
          </a:xfrm>
        </p:spPr>
        <p:txBody>
          <a:bodyPr>
            <a:normAutofit/>
          </a:bodyPr>
          <a:lstStyle>
            <a:lvl1pPr>
              <a:defRPr sz="1670"/>
            </a:lvl1pPr>
            <a:lvl2pPr>
              <a:defRPr sz="1670"/>
            </a:lvl2pPr>
            <a:lvl3pPr>
              <a:defRPr sz="1670"/>
            </a:lvl3pPr>
            <a:lvl4pPr>
              <a:defRPr sz="1670"/>
            </a:lvl4pPr>
            <a:lvl5pPr>
              <a:defRPr sz="167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  <a:endParaRPr lang="fr-CA" noProof="0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5161141" y="1511301"/>
            <a:ext cx="4490861" cy="533135"/>
          </a:xfrm>
        </p:spPr>
        <p:txBody>
          <a:bodyPr anchor="b">
            <a:noAutofit/>
          </a:bodyPr>
          <a:lstStyle>
            <a:lvl1pPr marL="0" indent="0">
              <a:buNone/>
              <a:defRPr sz="15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noProof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5161141" y="2044436"/>
            <a:ext cx="4490861" cy="2721240"/>
          </a:xfrm>
        </p:spPr>
        <p:txBody>
          <a:bodyPr>
            <a:normAutofit/>
          </a:bodyPr>
          <a:lstStyle>
            <a:lvl1pPr>
              <a:defRPr sz="1670"/>
            </a:lvl1pPr>
            <a:lvl2pPr>
              <a:defRPr sz="1670"/>
            </a:lvl2pPr>
            <a:lvl3pPr>
              <a:defRPr sz="1670"/>
            </a:lvl3pPr>
            <a:lvl4pPr>
              <a:defRPr sz="1670"/>
            </a:lvl4pPr>
            <a:lvl5pPr>
              <a:defRPr sz="167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  <a:endParaRPr lang="fr-CA" noProof="0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616E7-490B-4714-8F6A-CB8983A282D6}" type="datetime3">
              <a:rPr lang="fr-CA" noProof="0" smtClean="0"/>
              <a:pPr/>
              <a:t>26/02/16</a:t>
            </a:fld>
            <a:endParaRPr lang="fr-CA" noProof="0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 noProof="0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>
          <a:xfrm>
            <a:off x="9112000" y="5384996"/>
            <a:ext cx="516000" cy="136800"/>
          </a:xfrm>
          <a:prstGeom prst="rect">
            <a:avLst/>
          </a:prstGeom>
        </p:spPr>
        <p:txBody>
          <a:bodyPr/>
          <a:lstStyle/>
          <a:p>
            <a:fld id="{77B8E65F-5E3F-4E73-B056-4D0181456FB2}" type="slidenum">
              <a:rPr lang="fr-CA" noProof="0" smtClean="0"/>
              <a:pPr/>
              <a:t>‹N°›</a:t>
            </a:fld>
            <a:endParaRPr lang="fr-CA" noProof="0"/>
          </a:p>
        </p:txBody>
      </p:sp>
    </p:spTree>
    <p:extLst>
      <p:ext uri="{BB962C8B-B14F-4D97-AF65-F5344CB8AC3E}">
        <p14:creationId xmlns:p14="http://schemas.microsoft.com/office/powerpoint/2010/main" val="244510717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32000" y="481014"/>
            <a:ext cx="9096000" cy="819775"/>
          </a:xfrm>
        </p:spPr>
        <p:txBody>
          <a:bodyPr/>
          <a:lstStyle/>
          <a:p>
            <a:r>
              <a:rPr lang="fr-FR" noProof="0"/>
              <a:t>Modifiez le style du titre</a:t>
            </a:r>
            <a:endParaRPr lang="fr-CA" noProof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9B762-E697-4018-87D8-E18EB218C2D2}" type="datetime3">
              <a:rPr lang="fr-CA" noProof="0" smtClean="0"/>
              <a:pPr/>
              <a:t>26/02/16</a:t>
            </a:fld>
            <a:endParaRPr lang="fr-CA" noProof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 noProof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9112000" y="5384996"/>
            <a:ext cx="516000" cy="136800"/>
          </a:xfrm>
          <a:prstGeom prst="rect">
            <a:avLst/>
          </a:prstGeom>
        </p:spPr>
        <p:txBody>
          <a:bodyPr/>
          <a:lstStyle/>
          <a:p>
            <a:fld id="{77B8E65F-5E3F-4E73-B056-4D0181456FB2}" type="slidenum">
              <a:rPr lang="fr-CA" noProof="0" smtClean="0"/>
              <a:pPr/>
              <a:t>‹N°›</a:t>
            </a:fld>
            <a:endParaRPr lang="fr-CA" noProof="0"/>
          </a:p>
        </p:txBody>
      </p:sp>
    </p:spTree>
    <p:extLst>
      <p:ext uri="{BB962C8B-B14F-4D97-AF65-F5344CB8AC3E}">
        <p14:creationId xmlns:p14="http://schemas.microsoft.com/office/powerpoint/2010/main" val="48255933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90E55-1E82-4F9D-9A31-87D72CF5D459}" type="datetime3">
              <a:rPr lang="fr-CA" noProof="0" smtClean="0"/>
              <a:pPr/>
              <a:t>26/02/16</a:t>
            </a:fld>
            <a:endParaRPr lang="fr-CA" noProof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 noProof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9112000" y="5384996"/>
            <a:ext cx="516000" cy="136800"/>
          </a:xfrm>
          <a:prstGeom prst="rect">
            <a:avLst/>
          </a:prstGeom>
        </p:spPr>
        <p:txBody>
          <a:bodyPr/>
          <a:lstStyle/>
          <a:p>
            <a:fld id="{77B8E65F-5E3F-4E73-B056-4D0181456FB2}" type="slidenum">
              <a:rPr lang="fr-CA" noProof="0" smtClean="0"/>
              <a:pPr/>
              <a:t>‹N°›</a:t>
            </a:fld>
            <a:endParaRPr lang="fr-CA" noProof="0"/>
          </a:p>
        </p:txBody>
      </p:sp>
    </p:spTree>
    <p:extLst>
      <p:ext uri="{BB962C8B-B14F-4D97-AF65-F5344CB8AC3E}">
        <p14:creationId xmlns:p14="http://schemas.microsoft.com/office/powerpoint/2010/main" val="225423027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32000" y="477193"/>
            <a:ext cx="9096000" cy="822008"/>
          </a:xfrm>
        </p:spPr>
        <p:txBody>
          <a:bodyPr anchor="ctr" anchorCtr="0"/>
          <a:lstStyle>
            <a:lvl1pPr algn="l">
              <a:defRPr sz="2600" b="1"/>
            </a:lvl1pPr>
          </a:lstStyle>
          <a:p>
            <a:r>
              <a:rPr lang="fr-FR" noProof="0"/>
              <a:t>Modifiez le style du titre</a:t>
            </a:r>
            <a:endParaRPr lang="fr-CA" noProof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956000" y="1504401"/>
            <a:ext cx="5664000" cy="3261275"/>
          </a:xfrm>
        </p:spPr>
        <p:txBody>
          <a:bodyPr>
            <a:normAutofit/>
          </a:bodyPr>
          <a:lstStyle>
            <a:lvl1pPr>
              <a:defRPr sz="1670"/>
            </a:lvl1pPr>
            <a:lvl2pPr>
              <a:defRPr sz="1670"/>
            </a:lvl2pPr>
            <a:lvl3pPr>
              <a:defRPr sz="1670"/>
            </a:lvl3pPr>
            <a:lvl4pPr>
              <a:defRPr sz="1670"/>
            </a:lvl4pPr>
            <a:lvl5pPr>
              <a:defRPr sz="167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  <a:endParaRPr lang="fr-CA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532000" y="1504401"/>
            <a:ext cx="3320000" cy="3261275"/>
          </a:xfrm>
        </p:spPr>
        <p:txBody>
          <a:bodyPr>
            <a:normAutofit/>
          </a:bodyPr>
          <a:lstStyle>
            <a:lvl1pPr marL="0" indent="0">
              <a:buNone/>
              <a:defRPr sz="1500" b="1" cap="all" baseline="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noProof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D5D3E-5FA6-4B80-B8ED-591F9019CE46}" type="datetime3">
              <a:rPr lang="fr-CA" noProof="0" smtClean="0"/>
              <a:pPr/>
              <a:t>26/02/16</a:t>
            </a:fld>
            <a:endParaRPr lang="fr-CA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9112000" y="5384996"/>
            <a:ext cx="516000" cy="136800"/>
          </a:xfrm>
          <a:prstGeom prst="rect">
            <a:avLst/>
          </a:prstGeom>
        </p:spPr>
        <p:txBody>
          <a:bodyPr/>
          <a:lstStyle/>
          <a:p>
            <a:fld id="{77B8E65F-5E3F-4E73-B056-4D0181456FB2}" type="slidenum">
              <a:rPr lang="fr-CA" noProof="0" smtClean="0"/>
              <a:pPr/>
              <a:t>‹N°›</a:t>
            </a:fld>
            <a:endParaRPr lang="fr-CA" noProof="0"/>
          </a:p>
        </p:txBody>
      </p:sp>
    </p:spTree>
    <p:extLst>
      <p:ext uri="{BB962C8B-B14F-4D97-AF65-F5344CB8AC3E}">
        <p14:creationId xmlns:p14="http://schemas.microsoft.com/office/powerpoint/2010/main" val="161785201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sous-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32000" y="489727"/>
            <a:ext cx="9096000" cy="822950"/>
          </a:xfrm>
        </p:spPr>
        <p:txBody>
          <a:bodyPr anchor="ctr" anchorCtr="0"/>
          <a:lstStyle>
            <a:lvl1pPr algn="l">
              <a:defRPr sz="2600" b="1"/>
            </a:lvl1pPr>
          </a:lstStyle>
          <a:p>
            <a:r>
              <a:rPr lang="fr-FR" noProof="0"/>
              <a:t>Modifiez le style du titre</a:t>
            </a:r>
            <a:endParaRPr lang="fr-CA" noProof="0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32000" y="2065077"/>
            <a:ext cx="9088000" cy="2700598"/>
          </a:xfrm>
        </p:spPr>
        <p:txBody>
          <a:bodyPr>
            <a:normAutofit/>
          </a:bodyPr>
          <a:lstStyle>
            <a:lvl1pPr marL="0" indent="0">
              <a:buNone/>
              <a:defRPr sz="167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 noProof="0"/>
              <a:t>Cliquez sur l'icône pour ajouter une image</a:t>
            </a:r>
            <a:endParaRPr lang="fr-CA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532000" y="1517877"/>
            <a:ext cx="9088000" cy="522000"/>
          </a:xfrm>
        </p:spPr>
        <p:txBody>
          <a:bodyPr>
            <a:normAutofit/>
          </a:bodyPr>
          <a:lstStyle>
            <a:lvl1pPr marL="0" indent="0">
              <a:buNone/>
              <a:defRPr sz="1500" b="1" cap="all" baseline="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noProof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5B85D-2B3C-4B71-8CBC-BB628A84F8F8}" type="datetime3">
              <a:rPr lang="fr-CA" noProof="0" smtClean="0"/>
              <a:pPr/>
              <a:t>26/02/16</a:t>
            </a:fld>
            <a:endParaRPr lang="fr-CA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9112000" y="5384996"/>
            <a:ext cx="516000" cy="136800"/>
          </a:xfrm>
          <a:prstGeom prst="rect">
            <a:avLst/>
          </a:prstGeom>
        </p:spPr>
        <p:txBody>
          <a:bodyPr/>
          <a:lstStyle/>
          <a:p>
            <a:fld id="{77B8E65F-5E3F-4E73-B056-4D0181456FB2}" type="slidenum">
              <a:rPr lang="fr-CA" noProof="0" smtClean="0"/>
              <a:pPr/>
              <a:t>‹N°›</a:t>
            </a:fld>
            <a:endParaRPr lang="fr-CA" noProof="0"/>
          </a:p>
        </p:txBody>
      </p:sp>
    </p:spTree>
    <p:extLst>
      <p:ext uri="{BB962C8B-B14F-4D97-AF65-F5344CB8AC3E}">
        <p14:creationId xmlns:p14="http://schemas.microsoft.com/office/powerpoint/2010/main" val="12720007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re. Text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56710" y="1"/>
            <a:ext cx="7888111" cy="875771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half" idx="1"/>
          </p:nvPr>
        </p:nvSpPr>
        <p:spPr>
          <a:xfrm>
            <a:off x="1091848" y="1207823"/>
            <a:ext cx="4268611" cy="411030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529794" y="1207823"/>
            <a:ext cx="4270374" cy="411030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02247781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re. Texte et 2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56710" y="1"/>
            <a:ext cx="7888111" cy="875771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half" idx="1"/>
          </p:nvPr>
        </p:nvSpPr>
        <p:spPr>
          <a:xfrm>
            <a:off x="1091848" y="1207823"/>
            <a:ext cx="4268611" cy="411030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2"/>
          </p:nvPr>
        </p:nvSpPr>
        <p:spPr>
          <a:xfrm>
            <a:off x="5529794" y="1207826"/>
            <a:ext cx="4270374" cy="1990989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3"/>
          </p:nvPr>
        </p:nvSpPr>
        <p:spPr>
          <a:xfrm>
            <a:off x="5529794" y="3325815"/>
            <a:ext cx="4270374" cy="199231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28562706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5FB267A-FD18-416B-91CA-F4090B248A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000" y="485192"/>
            <a:ext cx="8119856" cy="827486"/>
          </a:xfrm>
          <a:solidFill>
            <a:schemeClr val="accent6"/>
          </a:solidFill>
        </p:spPr>
        <p:txBody>
          <a:bodyPr/>
          <a:lstStyle/>
          <a:p>
            <a:r>
              <a:rPr lang="fr-FR"/>
              <a:t>Modifiez le style du titre</a:t>
            </a:r>
            <a:endParaRPr lang="en-CA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4957BE08-98D4-4008-B852-97DFD7B0CE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D3BE9-B61A-496B-9E53-6BE29CAA7F7D}" type="datetime3">
              <a:rPr lang="fr-CA" noProof="0" smtClean="0"/>
              <a:pPr/>
              <a:t>26/02/16</a:t>
            </a:fld>
            <a:endParaRPr lang="fr-CA" noProof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4E8566E-9F5D-413B-A257-C819A3FEE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 noProof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3C22701-68F2-4F4C-B748-071A7EA47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2000" y="5384996"/>
            <a:ext cx="516000" cy="136800"/>
          </a:xfrm>
          <a:prstGeom prst="rect">
            <a:avLst/>
          </a:prstGeom>
        </p:spPr>
        <p:txBody>
          <a:bodyPr/>
          <a:lstStyle/>
          <a:p>
            <a:fld id="{77B8E65F-5E3F-4E73-B056-4D0181456FB2}" type="slidenum">
              <a:rPr lang="fr-CA" noProof="0" smtClean="0"/>
              <a:pPr/>
              <a:t>‹N°›</a:t>
            </a:fld>
            <a:endParaRPr lang="fr-CA" noProof="0"/>
          </a:p>
        </p:txBody>
      </p:sp>
      <p:grpSp>
        <p:nvGrpSpPr>
          <p:cNvPr id="6" name="Groupe 5">
            <a:extLst>
              <a:ext uri="{FF2B5EF4-FFF2-40B4-BE49-F238E27FC236}">
                <a16:creationId xmlns:a16="http://schemas.microsoft.com/office/drawing/2014/main" id="{6BA18360-7E4B-4904-89FE-996C1D5FEB4A}"/>
              </a:ext>
            </a:extLst>
          </p:cNvPr>
          <p:cNvGrpSpPr/>
          <p:nvPr userDrawn="1"/>
        </p:nvGrpSpPr>
        <p:grpSpPr>
          <a:xfrm>
            <a:off x="8782000" y="495352"/>
            <a:ext cx="846000" cy="847331"/>
            <a:chOff x="9122160" y="387054"/>
            <a:chExt cx="846000" cy="847331"/>
          </a:xfrm>
        </p:grpSpPr>
        <p:pic>
          <p:nvPicPr>
            <p:cNvPr id="7" name="Graphique 6" descr="Crayon">
              <a:extLst>
                <a:ext uri="{FF2B5EF4-FFF2-40B4-BE49-F238E27FC236}">
                  <a16:creationId xmlns:a16="http://schemas.microsoft.com/office/drawing/2014/main" id="{588768A9-CCF5-4460-A430-C95C2CCE2B0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271578" y="527500"/>
              <a:ext cx="566438" cy="566438"/>
            </a:xfrm>
            <a:prstGeom prst="rect">
              <a:avLst/>
            </a:prstGeom>
          </p:spPr>
        </p:pic>
        <p:sp>
          <p:nvSpPr>
            <p:cNvPr id="8" name="Ellipse 7">
              <a:extLst>
                <a:ext uri="{FF2B5EF4-FFF2-40B4-BE49-F238E27FC236}">
                  <a16:creationId xmlns:a16="http://schemas.microsoft.com/office/drawing/2014/main" id="{609AC32B-83D8-4A39-A683-5E1C243FB42B}"/>
                </a:ext>
              </a:extLst>
            </p:cNvPr>
            <p:cNvSpPr/>
            <p:nvPr/>
          </p:nvSpPr>
          <p:spPr>
            <a:xfrm>
              <a:off x="9122160" y="387054"/>
              <a:ext cx="846000" cy="847331"/>
            </a:xfrm>
            <a:prstGeom prst="ellipse">
              <a:avLst/>
            </a:prstGeom>
            <a:noFill/>
            <a:ln w="5715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</p:spTree>
    <p:extLst>
      <p:ext uri="{BB962C8B-B14F-4D97-AF65-F5344CB8AC3E}">
        <p14:creationId xmlns:p14="http://schemas.microsoft.com/office/powerpoint/2010/main" val="367483104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5FB267A-FD18-416B-91CA-F4090B248A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000" y="485192"/>
            <a:ext cx="8169900" cy="827486"/>
          </a:xfrm>
          <a:solidFill>
            <a:schemeClr val="accent3"/>
          </a:solidFill>
        </p:spPr>
        <p:txBody>
          <a:bodyPr/>
          <a:lstStyle/>
          <a:p>
            <a:r>
              <a:rPr lang="fr-FR"/>
              <a:t>Modifiez le style du titre</a:t>
            </a:r>
            <a:endParaRPr lang="en-CA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4957BE08-98D4-4008-B852-97DFD7B0CE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D3BE9-B61A-496B-9E53-6BE29CAA7F7D}" type="datetime3">
              <a:rPr lang="fr-CA" noProof="0" smtClean="0"/>
              <a:pPr/>
              <a:t>26/02/16</a:t>
            </a:fld>
            <a:endParaRPr lang="fr-CA" noProof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4E8566E-9F5D-413B-A257-C819A3FEE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 noProof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3C22701-68F2-4F4C-B748-071A7EA47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2000" y="5384996"/>
            <a:ext cx="516000" cy="136800"/>
          </a:xfrm>
          <a:prstGeom prst="rect">
            <a:avLst/>
          </a:prstGeom>
        </p:spPr>
        <p:txBody>
          <a:bodyPr/>
          <a:lstStyle/>
          <a:p>
            <a:fld id="{77B8E65F-5E3F-4E73-B056-4D0181456FB2}" type="slidenum">
              <a:rPr lang="fr-CA" noProof="0" smtClean="0"/>
              <a:pPr/>
              <a:t>‹N°›</a:t>
            </a:fld>
            <a:endParaRPr lang="fr-CA" noProof="0"/>
          </a:p>
        </p:txBody>
      </p:sp>
      <p:grpSp>
        <p:nvGrpSpPr>
          <p:cNvPr id="9" name="Groupe 8">
            <a:extLst>
              <a:ext uri="{FF2B5EF4-FFF2-40B4-BE49-F238E27FC236}">
                <a16:creationId xmlns:a16="http://schemas.microsoft.com/office/drawing/2014/main" id="{9220982A-EC75-45AD-93E8-7187BD8FBB94}"/>
              </a:ext>
            </a:extLst>
          </p:cNvPr>
          <p:cNvGrpSpPr/>
          <p:nvPr userDrawn="1"/>
        </p:nvGrpSpPr>
        <p:grpSpPr>
          <a:xfrm>
            <a:off x="8782000" y="485192"/>
            <a:ext cx="846000" cy="847331"/>
            <a:chOff x="7604369" y="476463"/>
            <a:chExt cx="846000" cy="847331"/>
          </a:xfrm>
        </p:grpSpPr>
        <p:pic>
          <p:nvPicPr>
            <p:cNvPr id="10" name="Graphique 9" descr="Brainstorming de groupe">
              <a:extLst>
                <a:ext uri="{FF2B5EF4-FFF2-40B4-BE49-F238E27FC236}">
                  <a16:creationId xmlns:a16="http://schemas.microsoft.com/office/drawing/2014/main" id="{1D221A77-2C97-48DE-88D7-74C8F79274E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684469" y="514932"/>
              <a:ext cx="685800" cy="685800"/>
            </a:xfrm>
            <a:prstGeom prst="rect">
              <a:avLst/>
            </a:prstGeom>
          </p:spPr>
        </p:pic>
        <p:sp>
          <p:nvSpPr>
            <p:cNvPr id="11" name="Ellipse 10">
              <a:extLst>
                <a:ext uri="{FF2B5EF4-FFF2-40B4-BE49-F238E27FC236}">
                  <a16:creationId xmlns:a16="http://schemas.microsoft.com/office/drawing/2014/main" id="{CCBAF1E2-6CFB-436A-A057-0B1B9DB31614}"/>
                </a:ext>
              </a:extLst>
            </p:cNvPr>
            <p:cNvSpPr/>
            <p:nvPr/>
          </p:nvSpPr>
          <p:spPr>
            <a:xfrm>
              <a:off x="7604369" y="476463"/>
              <a:ext cx="846000" cy="847331"/>
            </a:xfrm>
            <a:prstGeom prst="ellipse">
              <a:avLst/>
            </a:prstGeom>
            <a:noFill/>
            <a:ln w="57150">
              <a:solidFill>
                <a:schemeClr val="accent3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0 w 947013"/>
                        <a:gd name="connsiteY0" fmla="*/ 468788 h 937575"/>
                        <a:gd name="connsiteX1" fmla="*/ 473507 w 947013"/>
                        <a:gd name="connsiteY1" fmla="*/ 0 h 937575"/>
                        <a:gd name="connsiteX2" fmla="*/ 947014 w 947013"/>
                        <a:gd name="connsiteY2" fmla="*/ 468788 h 937575"/>
                        <a:gd name="connsiteX3" fmla="*/ 473507 w 947013"/>
                        <a:gd name="connsiteY3" fmla="*/ 937576 h 937575"/>
                        <a:gd name="connsiteX4" fmla="*/ 0 w 947013"/>
                        <a:gd name="connsiteY4" fmla="*/ 468788 h 93757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947013" h="937575" extrusionOk="0">
                          <a:moveTo>
                            <a:pt x="0" y="468788"/>
                          </a:moveTo>
                          <a:cubicBezTo>
                            <a:pt x="-23500" y="195388"/>
                            <a:pt x="145758" y="24860"/>
                            <a:pt x="473507" y="0"/>
                          </a:cubicBezTo>
                          <a:cubicBezTo>
                            <a:pt x="763972" y="6096"/>
                            <a:pt x="889617" y="211709"/>
                            <a:pt x="947014" y="468788"/>
                          </a:cubicBezTo>
                          <a:cubicBezTo>
                            <a:pt x="897572" y="775975"/>
                            <a:pt x="731309" y="958078"/>
                            <a:pt x="473507" y="937576"/>
                          </a:cubicBezTo>
                          <a:cubicBezTo>
                            <a:pt x="198915" y="930419"/>
                            <a:pt x="13934" y="734350"/>
                            <a:pt x="0" y="468788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</p:grpSp>
    </p:spTree>
    <p:extLst>
      <p:ext uri="{BB962C8B-B14F-4D97-AF65-F5344CB8AC3E}">
        <p14:creationId xmlns:p14="http://schemas.microsoft.com/office/powerpoint/2010/main" val="214036201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F25CFC8-CD7D-4089-977A-993EEF6699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000" y="485192"/>
            <a:ext cx="8164960" cy="827486"/>
          </a:xfrm>
          <a:solidFill>
            <a:schemeClr val="accent4"/>
          </a:solidFill>
        </p:spPr>
        <p:txBody>
          <a:bodyPr/>
          <a:lstStyle/>
          <a:p>
            <a:r>
              <a:rPr lang="fr-FR"/>
              <a:t>Modifiez le style du titre</a:t>
            </a:r>
            <a:endParaRPr lang="en-CA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D336B936-3534-4580-8514-4084FA74D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D3BE9-B61A-496B-9E53-6BE29CAA7F7D}" type="datetime3">
              <a:rPr lang="fr-CA" noProof="0" smtClean="0"/>
              <a:pPr/>
              <a:t>26/02/16</a:t>
            </a:fld>
            <a:endParaRPr lang="fr-CA" noProof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594310F-0F40-40E7-896A-D7C5F6362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 noProof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D9E9EF8-C006-4BE2-9ED0-2D7CE1B1F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2000" y="5384996"/>
            <a:ext cx="516000" cy="136800"/>
          </a:xfrm>
          <a:prstGeom prst="rect">
            <a:avLst/>
          </a:prstGeom>
        </p:spPr>
        <p:txBody>
          <a:bodyPr/>
          <a:lstStyle/>
          <a:p>
            <a:fld id="{77B8E65F-5E3F-4E73-B056-4D0181456FB2}" type="slidenum">
              <a:rPr lang="fr-CA" noProof="0" smtClean="0"/>
              <a:pPr/>
              <a:t>‹N°›</a:t>
            </a:fld>
            <a:endParaRPr lang="fr-CA" noProof="0"/>
          </a:p>
        </p:txBody>
      </p:sp>
      <p:grpSp>
        <p:nvGrpSpPr>
          <p:cNvPr id="6" name="Groupe 5">
            <a:extLst>
              <a:ext uri="{FF2B5EF4-FFF2-40B4-BE49-F238E27FC236}">
                <a16:creationId xmlns:a16="http://schemas.microsoft.com/office/drawing/2014/main" id="{7A0652D2-1603-4F10-8151-9DECC5ABF6BB}"/>
              </a:ext>
            </a:extLst>
          </p:cNvPr>
          <p:cNvGrpSpPr/>
          <p:nvPr userDrawn="1"/>
        </p:nvGrpSpPr>
        <p:grpSpPr>
          <a:xfrm>
            <a:off x="8774502" y="497390"/>
            <a:ext cx="846000" cy="847331"/>
            <a:chOff x="7604369" y="476463"/>
            <a:chExt cx="846000" cy="847331"/>
          </a:xfrm>
        </p:grpSpPr>
        <p:pic>
          <p:nvPicPr>
            <p:cNvPr id="7" name="Graphique 6" descr="Brainstorming de groupe">
              <a:extLst>
                <a:ext uri="{FF2B5EF4-FFF2-40B4-BE49-F238E27FC236}">
                  <a16:creationId xmlns:a16="http://schemas.microsoft.com/office/drawing/2014/main" id="{89450683-D076-4B6B-AA97-D2BDCBEC584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684469" y="514932"/>
              <a:ext cx="685800" cy="685800"/>
            </a:xfrm>
            <a:prstGeom prst="rect">
              <a:avLst/>
            </a:prstGeom>
          </p:spPr>
        </p:pic>
        <p:sp>
          <p:nvSpPr>
            <p:cNvPr id="8" name="Ellipse 7">
              <a:extLst>
                <a:ext uri="{FF2B5EF4-FFF2-40B4-BE49-F238E27FC236}">
                  <a16:creationId xmlns:a16="http://schemas.microsoft.com/office/drawing/2014/main" id="{466049B7-22D4-4D9C-BA5F-6F848D248FCC}"/>
                </a:ext>
              </a:extLst>
            </p:cNvPr>
            <p:cNvSpPr/>
            <p:nvPr/>
          </p:nvSpPr>
          <p:spPr>
            <a:xfrm>
              <a:off x="7604369" y="476463"/>
              <a:ext cx="846000" cy="847331"/>
            </a:xfrm>
            <a:prstGeom prst="ellipse">
              <a:avLst/>
            </a:prstGeom>
            <a:noFill/>
            <a:ln w="57150">
              <a:solidFill>
                <a:schemeClr val="accent4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0 w 947013"/>
                        <a:gd name="connsiteY0" fmla="*/ 468788 h 937575"/>
                        <a:gd name="connsiteX1" fmla="*/ 473507 w 947013"/>
                        <a:gd name="connsiteY1" fmla="*/ 0 h 937575"/>
                        <a:gd name="connsiteX2" fmla="*/ 947014 w 947013"/>
                        <a:gd name="connsiteY2" fmla="*/ 468788 h 937575"/>
                        <a:gd name="connsiteX3" fmla="*/ 473507 w 947013"/>
                        <a:gd name="connsiteY3" fmla="*/ 937576 h 937575"/>
                        <a:gd name="connsiteX4" fmla="*/ 0 w 947013"/>
                        <a:gd name="connsiteY4" fmla="*/ 468788 h 93757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947013" h="937575" extrusionOk="0">
                          <a:moveTo>
                            <a:pt x="0" y="468788"/>
                          </a:moveTo>
                          <a:cubicBezTo>
                            <a:pt x="-23500" y="195388"/>
                            <a:pt x="145758" y="24860"/>
                            <a:pt x="473507" y="0"/>
                          </a:cubicBezTo>
                          <a:cubicBezTo>
                            <a:pt x="763972" y="6096"/>
                            <a:pt x="889617" y="211709"/>
                            <a:pt x="947014" y="468788"/>
                          </a:cubicBezTo>
                          <a:cubicBezTo>
                            <a:pt x="897572" y="775975"/>
                            <a:pt x="731309" y="958078"/>
                            <a:pt x="473507" y="937576"/>
                          </a:cubicBezTo>
                          <a:cubicBezTo>
                            <a:pt x="198915" y="930419"/>
                            <a:pt x="13934" y="734350"/>
                            <a:pt x="0" y="468788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</p:grp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7E50C0EE-F1DF-4CE4-83EC-D7639B25FF4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4513" y="1493838"/>
            <a:ext cx="4535487" cy="353536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5178349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Bleu HEC - Page titre avec imag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616" y="1429408"/>
            <a:ext cx="9096771" cy="3802117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ctrTitle" hasCustomPrompt="1"/>
          </p:nvPr>
        </p:nvSpPr>
        <p:spPr>
          <a:xfrm>
            <a:off x="532000" y="1429200"/>
            <a:ext cx="5860000" cy="1458000"/>
          </a:xfrm>
          <a:solidFill>
            <a:schemeClr val="accent1">
              <a:alpha val="80000"/>
            </a:schemeClr>
          </a:solidFill>
        </p:spPr>
        <p:txBody>
          <a:bodyPr bIns="72000">
            <a:normAutofit/>
          </a:bodyPr>
          <a:lstStyle>
            <a:lvl1pPr>
              <a:defRPr sz="3600" baseline="0">
                <a:solidFill>
                  <a:schemeClr val="accent2"/>
                </a:solidFill>
              </a:defRPr>
            </a:lvl1pPr>
          </a:lstStyle>
          <a:p>
            <a:r>
              <a:rPr lang="fr-FR"/>
              <a:t>Titre de la capsule </a:t>
            </a:r>
            <a:endParaRPr lang="fr-CA"/>
          </a:p>
        </p:txBody>
      </p:sp>
      <p:sp>
        <p:nvSpPr>
          <p:cNvPr id="3" name="Sous-titre 2"/>
          <p:cNvSpPr>
            <a:spLocks noGrp="1"/>
          </p:cNvSpPr>
          <p:nvPr>
            <p:ph type="subTitle" idx="1" hasCustomPrompt="1"/>
          </p:nvPr>
        </p:nvSpPr>
        <p:spPr>
          <a:xfrm>
            <a:off x="532000" y="2962656"/>
            <a:ext cx="5852000" cy="402336"/>
          </a:xfrm>
          <a:solidFill>
            <a:schemeClr val="accent1">
              <a:alpha val="80000"/>
            </a:schemeClr>
          </a:solidFill>
        </p:spPr>
        <p:txBody>
          <a:bodyPr anchor="ctr" anchorCtr="0">
            <a:normAutofit/>
          </a:bodyPr>
          <a:lstStyle>
            <a:lvl1pPr marL="0" indent="0" algn="l">
              <a:buNone/>
              <a:defRPr sz="1600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Nom du cours</a:t>
            </a:r>
            <a:endParaRPr lang="fr-CA"/>
          </a:p>
        </p:txBody>
      </p:sp>
      <p:pic>
        <p:nvPicPr>
          <p:cNvPr id="7" name="Image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909" y="234065"/>
            <a:ext cx="5869748" cy="815723"/>
          </a:xfrm>
          <a:prstGeom prst="rect">
            <a:avLst/>
          </a:prstGeom>
        </p:spPr>
      </p:pic>
      <p:sp>
        <p:nvSpPr>
          <p:cNvPr id="11" name="Espace réservé du pied de page 10"/>
          <p:cNvSpPr>
            <a:spLocks noGrp="1"/>
          </p:cNvSpPr>
          <p:nvPr>
            <p:ph type="ftr" sz="quarter" idx="14"/>
          </p:nvPr>
        </p:nvSpPr>
        <p:spPr>
          <a:xfrm>
            <a:off x="531613" y="5028297"/>
            <a:ext cx="5852160" cy="200055"/>
          </a:xfrm>
          <a:solidFill>
            <a:schemeClr val="accent1"/>
          </a:solidFill>
        </p:spPr>
        <p:txBody>
          <a:bodyPr/>
          <a:lstStyle>
            <a:lvl1pPr algn="l">
              <a:defRPr sz="1300" cap="all" baseline="0">
                <a:solidFill>
                  <a:schemeClr val="bg1"/>
                </a:solidFill>
              </a:defRPr>
            </a:lvl1pPr>
          </a:lstStyle>
          <a:p>
            <a:r>
              <a:rPr lang="fr-CA"/>
              <a:t>AUTEUR(S) DE LA CAPSULE</a:t>
            </a:r>
          </a:p>
        </p:txBody>
      </p:sp>
    </p:spTree>
    <p:extLst>
      <p:ext uri="{BB962C8B-B14F-4D97-AF65-F5344CB8AC3E}">
        <p14:creationId xmlns:p14="http://schemas.microsoft.com/office/powerpoint/2010/main" val="349988878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Bleu HEC - Page titre avec fond un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531615" y="1429202"/>
            <a:ext cx="9096772" cy="37991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sz="1800"/>
          </a:p>
        </p:txBody>
      </p:sp>
      <p:sp>
        <p:nvSpPr>
          <p:cNvPr id="2" name="Titre 1"/>
          <p:cNvSpPr>
            <a:spLocks noGrp="1"/>
          </p:cNvSpPr>
          <p:nvPr>
            <p:ph type="ctrTitle" hasCustomPrompt="1"/>
          </p:nvPr>
        </p:nvSpPr>
        <p:spPr>
          <a:xfrm>
            <a:off x="532000" y="1429200"/>
            <a:ext cx="5860000" cy="1458000"/>
          </a:xfrm>
          <a:solidFill>
            <a:srgbClr val="009FDF"/>
          </a:solidFill>
        </p:spPr>
        <p:txBody>
          <a:bodyPr bIns="72000">
            <a:normAutofit/>
          </a:bodyPr>
          <a:lstStyle>
            <a:lvl1pPr>
              <a:defRPr sz="3600" baseline="0">
                <a:solidFill>
                  <a:schemeClr val="accent2"/>
                </a:solidFill>
              </a:defRPr>
            </a:lvl1pPr>
          </a:lstStyle>
          <a:p>
            <a:r>
              <a:rPr lang="fr-FR"/>
              <a:t>Titre de la capsule </a:t>
            </a:r>
            <a:endParaRPr lang="fr-CA"/>
          </a:p>
        </p:txBody>
      </p:sp>
      <p:sp>
        <p:nvSpPr>
          <p:cNvPr id="3" name="Sous-titre 2"/>
          <p:cNvSpPr>
            <a:spLocks noGrp="1"/>
          </p:cNvSpPr>
          <p:nvPr>
            <p:ph type="subTitle" idx="1" hasCustomPrompt="1"/>
          </p:nvPr>
        </p:nvSpPr>
        <p:spPr>
          <a:xfrm>
            <a:off x="532000" y="2962656"/>
            <a:ext cx="5852000" cy="402336"/>
          </a:xfrm>
          <a:solidFill>
            <a:srgbClr val="009FDF"/>
          </a:solidFill>
        </p:spPr>
        <p:txBody>
          <a:bodyPr anchor="ctr" anchorCtr="0">
            <a:normAutofit/>
          </a:bodyPr>
          <a:lstStyle>
            <a:lvl1pPr marL="0" indent="0" algn="l">
              <a:buNone/>
              <a:defRPr sz="1600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Nom du cours</a:t>
            </a:r>
            <a:endParaRPr lang="fr-CA"/>
          </a:p>
        </p:txBody>
      </p:sp>
      <p:pic>
        <p:nvPicPr>
          <p:cNvPr id="7" name="Imag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909" y="234065"/>
            <a:ext cx="5869748" cy="815723"/>
          </a:xfrm>
          <a:prstGeom prst="rect">
            <a:avLst/>
          </a:prstGeom>
        </p:spPr>
      </p:pic>
      <p:sp>
        <p:nvSpPr>
          <p:cNvPr id="11" name="Espace réservé du pied de page 10"/>
          <p:cNvSpPr>
            <a:spLocks noGrp="1"/>
          </p:cNvSpPr>
          <p:nvPr>
            <p:ph type="ftr" sz="quarter" idx="14"/>
          </p:nvPr>
        </p:nvSpPr>
        <p:spPr>
          <a:xfrm>
            <a:off x="531613" y="5028297"/>
            <a:ext cx="5852160" cy="200055"/>
          </a:xfrm>
          <a:solidFill>
            <a:schemeClr val="accent1"/>
          </a:solidFill>
        </p:spPr>
        <p:txBody>
          <a:bodyPr/>
          <a:lstStyle>
            <a:lvl1pPr algn="l">
              <a:defRPr sz="1300" cap="all" baseline="0">
                <a:solidFill>
                  <a:schemeClr val="bg1"/>
                </a:solidFill>
              </a:defRPr>
            </a:lvl1pPr>
          </a:lstStyle>
          <a:p>
            <a:r>
              <a:rPr lang="fr-CA"/>
              <a:t>AUTEUR(S) DE LA CAPSULE</a:t>
            </a:r>
          </a:p>
        </p:txBody>
      </p:sp>
    </p:spTree>
    <p:extLst>
      <p:ext uri="{BB962C8B-B14F-4D97-AF65-F5344CB8AC3E}">
        <p14:creationId xmlns:p14="http://schemas.microsoft.com/office/powerpoint/2010/main" val="393882712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eu HEC - Page titre image à ajou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pour une image  4"/>
          <p:cNvSpPr>
            <a:spLocks noGrp="1"/>
          </p:cNvSpPr>
          <p:nvPr>
            <p:ph type="pic" sz="quarter" idx="15"/>
          </p:nvPr>
        </p:nvSpPr>
        <p:spPr>
          <a:xfrm>
            <a:off x="530933" y="1428750"/>
            <a:ext cx="9083439" cy="3798888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fr-CA"/>
          </a:p>
        </p:txBody>
      </p:sp>
      <p:sp>
        <p:nvSpPr>
          <p:cNvPr id="2" name="Titre 1"/>
          <p:cNvSpPr>
            <a:spLocks noGrp="1"/>
          </p:cNvSpPr>
          <p:nvPr>
            <p:ph type="ctrTitle" hasCustomPrompt="1"/>
          </p:nvPr>
        </p:nvSpPr>
        <p:spPr>
          <a:xfrm>
            <a:off x="532000" y="1429200"/>
            <a:ext cx="5860000" cy="1458000"/>
          </a:xfrm>
          <a:solidFill>
            <a:schemeClr val="accent1">
              <a:alpha val="80000"/>
            </a:schemeClr>
          </a:solidFill>
        </p:spPr>
        <p:txBody>
          <a:bodyPr bIns="72000">
            <a:normAutofit/>
          </a:bodyPr>
          <a:lstStyle>
            <a:lvl1pPr>
              <a:defRPr sz="3600" baseline="0">
                <a:solidFill>
                  <a:schemeClr val="accent2"/>
                </a:solidFill>
              </a:defRPr>
            </a:lvl1pPr>
          </a:lstStyle>
          <a:p>
            <a:r>
              <a:rPr lang="fr-FR"/>
              <a:t>Titre de la capsule </a:t>
            </a:r>
            <a:endParaRPr lang="fr-CA"/>
          </a:p>
        </p:txBody>
      </p:sp>
      <p:sp>
        <p:nvSpPr>
          <p:cNvPr id="3" name="Sous-titre 2"/>
          <p:cNvSpPr>
            <a:spLocks noGrp="1"/>
          </p:cNvSpPr>
          <p:nvPr>
            <p:ph type="subTitle" idx="1" hasCustomPrompt="1"/>
          </p:nvPr>
        </p:nvSpPr>
        <p:spPr>
          <a:xfrm>
            <a:off x="532000" y="2962656"/>
            <a:ext cx="5852000" cy="402336"/>
          </a:xfrm>
          <a:solidFill>
            <a:schemeClr val="accent1">
              <a:alpha val="80000"/>
            </a:schemeClr>
          </a:solidFill>
        </p:spPr>
        <p:txBody>
          <a:bodyPr anchor="ctr" anchorCtr="0">
            <a:normAutofit/>
          </a:bodyPr>
          <a:lstStyle>
            <a:lvl1pPr marL="0" indent="0" algn="l">
              <a:buNone/>
              <a:defRPr sz="1600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Nom du cours</a:t>
            </a:r>
            <a:endParaRPr lang="fr-CA"/>
          </a:p>
        </p:txBody>
      </p:sp>
      <p:pic>
        <p:nvPicPr>
          <p:cNvPr id="7" name="Imag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909" y="234065"/>
            <a:ext cx="5869748" cy="815723"/>
          </a:xfrm>
          <a:prstGeom prst="rect">
            <a:avLst/>
          </a:prstGeom>
        </p:spPr>
      </p:pic>
      <p:sp>
        <p:nvSpPr>
          <p:cNvPr id="10" name="Espace réservé du pied de page 10"/>
          <p:cNvSpPr>
            <a:spLocks noGrp="1"/>
          </p:cNvSpPr>
          <p:nvPr>
            <p:ph type="ftr" sz="quarter" idx="14"/>
          </p:nvPr>
        </p:nvSpPr>
        <p:spPr>
          <a:xfrm>
            <a:off x="531615" y="5028297"/>
            <a:ext cx="2873868" cy="200055"/>
          </a:xfrm>
          <a:solidFill>
            <a:schemeClr val="accent1"/>
          </a:solidFill>
        </p:spPr>
        <p:txBody>
          <a:bodyPr/>
          <a:lstStyle>
            <a:lvl1pPr algn="l">
              <a:defRPr sz="1300" cap="all" baseline="0">
                <a:solidFill>
                  <a:schemeClr val="bg1"/>
                </a:solidFill>
              </a:defRPr>
            </a:lvl1pPr>
          </a:lstStyle>
          <a:p>
            <a:r>
              <a:rPr lang="fr-CA"/>
              <a:t>AUTEUR(S) DE LA CAPSULE</a:t>
            </a:r>
          </a:p>
        </p:txBody>
      </p:sp>
    </p:spTree>
    <p:extLst>
      <p:ext uri="{BB962C8B-B14F-4D97-AF65-F5344CB8AC3E}">
        <p14:creationId xmlns:p14="http://schemas.microsoft.com/office/powerpoint/2010/main" val="211170027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Bleu HEC - Page section avec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2291184" y="3664691"/>
            <a:ext cx="7336817" cy="156683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8" name="Image 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943" t="-818" b="1229"/>
          <a:stretch/>
        </p:blipFill>
        <p:spPr>
          <a:xfrm>
            <a:off x="6489959" y="1410586"/>
            <a:ext cx="3138424" cy="2161954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532000" y="1429199"/>
            <a:ext cx="5860000" cy="1458000"/>
          </a:xfrm>
          <a:solidFill>
            <a:schemeClr val="accent1"/>
          </a:solidFill>
        </p:spPr>
        <p:txBody>
          <a:bodyPr vert="horz" lIns="91440" tIns="45720" rIns="91440" bIns="7200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fr-CA" sz="3600" b="1" kern="1200" baseline="0" dirty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fr-FR"/>
              <a:t>Espace</a:t>
            </a:r>
            <a:br>
              <a:rPr lang="fr-FR"/>
            </a:br>
            <a:r>
              <a:rPr lang="fr-FR"/>
              <a:t>titre section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532000" y="2962656"/>
            <a:ext cx="5852000" cy="609884"/>
          </a:xfrm>
          <a:solidFill>
            <a:schemeClr val="accent1"/>
          </a:solidFill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125000"/>
              <a:buFont typeface="Arial" pitchFamily="34" charset="0"/>
              <a:buNone/>
              <a:defRPr lang="fr-FR" sz="2000" kern="1200" baseline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Espace sous-titre  (facultatif)</a:t>
            </a:r>
          </a:p>
        </p:txBody>
      </p:sp>
      <p:pic>
        <p:nvPicPr>
          <p:cNvPr id="13" name="Image 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86" t="33067" r="64658" b="901"/>
          <a:stretch/>
        </p:blipFill>
        <p:spPr>
          <a:xfrm>
            <a:off x="544000" y="3664691"/>
            <a:ext cx="1664244" cy="1566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380650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Bleu HEC - Page section sans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2291184" y="3664691"/>
            <a:ext cx="7336817" cy="156683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532000" y="1429199"/>
            <a:ext cx="5860000" cy="1458000"/>
          </a:xfrm>
          <a:solidFill>
            <a:schemeClr val="accent1"/>
          </a:solidFill>
        </p:spPr>
        <p:txBody>
          <a:bodyPr vert="horz" lIns="91440" tIns="45720" rIns="91440" bIns="7200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fr-CA" sz="3600" b="1" kern="1200" baseline="0" dirty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fr-FR"/>
              <a:t>Espace</a:t>
            </a:r>
            <a:br>
              <a:rPr lang="fr-FR"/>
            </a:br>
            <a:r>
              <a:rPr lang="fr-FR"/>
              <a:t>titre section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532000" y="2962656"/>
            <a:ext cx="5852000" cy="609884"/>
          </a:xfrm>
          <a:solidFill>
            <a:schemeClr val="accent1"/>
          </a:solidFill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125000"/>
              <a:buFont typeface="Arial" pitchFamily="34" charset="0"/>
              <a:buNone/>
              <a:defRPr lang="fr-FR" sz="2000" kern="1200" baseline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Espace sous-titre  (facultatif)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6487592" y="1429200"/>
            <a:ext cx="3140407" cy="21433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sz="1800"/>
          </a:p>
        </p:txBody>
      </p:sp>
      <p:sp>
        <p:nvSpPr>
          <p:cNvPr id="10" name="Rectangle 9"/>
          <p:cNvSpPr/>
          <p:nvPr userDrawn="1"/>
        </p:nvSpPr>
        <p:spPr>
          <a:xfrm>
            <a:off x="532000" y="3664691"/>
            <a:ext cx="1676244" cy="156683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sz="1800"/>
          </a:p>
        </p:txBody>
      </p:sp>
    </p:spTree>
    <p:extLst>
      <p:ext uri="{BB962C8B-B14F-4D97-AF65-F5344CB8AC3E}">
        <p14:creationId xmlns:p14="http://schemas.microsoft.com/office/powerpoint/2010/main" val="161683324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urquoise - Page titre avec fond un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531615" y="1429202"/>
            <a:ext cx="9096772" cy="37991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sz="1800"/>
          </a:p>
        </p:txBody>
      </p:sp>
      <p:sp>
        <p:nvSpPr>
          <p:cNvPr id="2" name="Titre 1"/>
          <p:cNvSpPr>
            <a:spLocks noGrp="1"/>
          </p:cNvSpPr>
          <p:nvPr>
            <p:ph type="ctrTitle" hasCustomPrompt="1"/>
          </p:nvPr>
        </p:nvSpPr>
        <p:spPr>
          <a:xfrm>
            <a:off x="532000" y="1429200"/>
            <a:ext cx="5860000" cy="1458000"/>
          </a:xfrm>
          <a:solidFill>
            <a:srgbClr val="00C1D5"/>
          </a:solidFill>
        </p:spPr>
        <p:txBody>
          <a:bodyPr bIns="72000">
            <a:normAutofit/>
          </a:bodyPr>
          <a:lstStyle>
            <a:lvl1pPr>
              <a:defRPr sz="3600" baseline="0">
                <a:solidFill>
                  <a:schemeClr val="accent2"/>
                </a:solidFill>
              </a:defRPr>
            </a:lvl1pPr>
          </a:lstStyle>
          <a:p>
            <a:r>
              <a:rPr lang="fr-FR"/>
              <a:t>Titre de la capsule </a:t>
            </a:r>
            <a:endParaRPr lang="fr-CA"/>
          </a:p>
        </p:txBody>
      </p:sp>
      <p:sp>
        <p:nvSpPr>
          <p:cNvPr id="3" name="Sous-titre 2"/>
          <p:cNvSpPr>
            <a:spLocks noGrp="1"/>
          </p:cNvSpPr>
          <p:nvPr>
            <p:ph type="subTitle" idx="1" hasCustomPrompt="1"/>
          </p:nvPr>
        </p:nvSpPr>
        <p:spPr>
          <a:xfrm>
            <a:off x="532000" y="2962656"/>
            <a:ext cx="5852000" cy="402336"/>
          </a:xfrm>
          <a:solidFill>
            <a:srgbClr val="00C1D5"/>
          </a:solidFill>
        </p:spPr>
        <p:txBody>
          <a:bodyPr anchor="ctr" anchorCtr="0">
            <a:normAutofit/>
          </a:bodyPr>
          <a:lstStyle>
            <a:lvl1pPr marL="0" indent="0" algn="l">
              <a:buNone/>
              <a:defRPr sz="1600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Nom du cours</a:t>
            </a:r>
            <a:endParaRPr lang="fr-CA"/>
          </a:p>
        </p:txBody>
      </p:sp>
      <p:pic>
        <p:nvPicPr>
          <p:cNvPr id="7" name="Imag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909" y="234065"/>
            <a:ext cx="5869748" cy="815723"/>
          </a:xfrm>
          <a:prstGeom prst="rect">
            <a:avLst/>
          </a:prstGeom>
        </p:spPr>
      </p:pic>
      <p:sp>
        <p:nvSpPr>
          <p:cNvPr id="11" name="Espace réservé du pied de page 10"/>
          <p:cNvSpPr>
            <a:spLocks noGrp="1"/>
          </p:cNvSpPr>
          <p:nvPr>
            <p:ph type="ftr" sz="quarter" idx="14"/>
          </p:nvPr>
        </p:nvSpPr>
        <p:spPr>
          <a:xfrm>
            <a:off x="531615" y="5028297"/>
            <a:ext cx="2873868" cy="200055"/>
          </a:xfrm>
          <a:solidFill>
            <a:schemeClr val="accent5"/>
          </a:solidFill>
        </p:spPr>
        <p:txBody>
          <a:bodyPr/>
          <a:lstStyle>
            <a:lvl1pPr algn="l">
              <a:defRPr sz="1300" cap="all" baseline="0">
                <a:solidFill>
                  <a:schemeClr val="bg1"/>
                </a:solidFill>
              </a:defRPr>
            </a:lvl1pPr>
          </a:lstStyle>
          <a:p>
            <a:r>
              <a:rPr lang="fr-CA"/>
              <a:t>AUTEUR(S) DE LA CAPSULE</a:t>
            </a:r>
          </a:p>
        </p:txBody>
      </p:sp>
    </p:spTree>
    <p:extLst>
      <p:ext uri="{BB962C8B-B14F-4D97-AF65-F5344CB8AC3E}">
        <p14:creationId xmlns:p14="http://schemas.microsoft.com/office/powerpoint/2010/main" val="13167039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urquoise - Page titre avec image à ajouter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pour une image  4"/>
          <p:cNvSpPr>
            <a:spLocks noGrp="1"/>
          </p:cNvSpPr>
          <p:nvPr>
            <p:ph type="pic" sz="quarter" idx="15"/>
          </p:nvPr>
        </p:nvSpPr>
        <p:spPr>
          <a:xfrm>
            <a:off x="530933" y="1428750"/>
            <a:ext cx="9083439" cy="3798888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fr-CA"/>
          </a:p>
        </p:txBody>
      </p:sp>
      <p:sp>
        <p:nvSpPr>
          <p:cNvPr id="2" name="Titre 1"/>
          <p:cNvSpPr>
            <a:spLocks noGrp="1"/>
          </p:cNvSpPr>
          <p:nvPr>
            <p:ph type="ctrTitle" hasCustomPrompt="1"/>
          </p:nvPr>
        </p:nvSpPr>
        <p:spPr>
          <a:xfrm>
            <a:off x="532000" y="1429200"/>
            <a:ext cx="5860000" cy="1458000"/>
          </a:xfrm>
          <a:solidFill>
            <a:schemeClr val="accent5">
              <a:alpha val="80000"/>
            </a:schemeClr>
          </a:solidFill>
        </p:spPr>
        <p:txBody>
          <a:bodyPr bIns="72000">
            <a:normAutofit/>
          </a:bodyPr>
          <a:lstStyle>
            <a:lvl1pPr>
              <a:defRPr sz="3600" baseline="0">
                <a:solidFill>
                  <a:schemeClr val="accent2"/>
                </a:solidFill>
              </a:defRPr>
            </a:lvl1pPr>
          </a:lstStyle>
          <a:p>
            <a:r>
              <a:rPr lang="fr-FR"/>
              <a:t>Titre de la capsule </a:t>
            </a:r>
            <a:endParaRPr lang="fr-CA"/>
          </a:p>
        </p:txBody>
      </p:sp>
      <p:sp>
        <p:nvSpPr>
          <p:cNvPr id="3" name="Sous-titre 2"/>
          <p:cNvSpPr>
            <a:spLocks noGrp="1"/>
          </p:cNvSpPr>
          <p:nvPr>
            <p:ph type="subTitle" idx="1" hasCustomPrompt="1"/>
          </p:nvPr>
        </p:nvSpPr>
        <p:spPr>
          <a:xfrm>
            <a:off x="532000" y="2962656"/>
            <a:ext cx="5852000" cy="402336"/>
          </a:xfrm>
          <a:solidFill>
            <a:schemeClr val="accent5">
              <a:alpha val="80000"/>
            </a:schemeClr>
          </a:solidFill>
        </p:spPr>
        <p:txBody>
          <a:bodyPr anchor="ctr" anchorCtr="0">
            <a:normAutofit/>
          </a:bodyPr>
          <a:lstStyle>
            <a:lvl1pPr marL="0" indent="0" algn="l">
              <a:buNone/>
              <a:defRPr sz="1600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Nom du cours</a:t>
            </a:r>
            <a:endParaRPr lang="fr-CA"/>
          </a:p>
        </p:txBody>
      </p:sp>
      <p:pic>
        <p:nvPicPr>
          <p:cNvPr id="7" name="Imag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909" y="234065"/>
            <a:ext cx="5869748" cy="815723"/>
          </a:xfrm>
          <a:prstGeom prst="rect">
            <a:avLst/>
          </a:prstGeom>
        </p:spPr>
      </p:pic>
      <p:sp>
        <p:nvSpPr>
          <p:cNvPr id="8" name="Espace réservé du pied de page 10"/>
          <p:cNvSpPr>
            <a:spLocks noGrp="1"/>
          </p:cNvSpPr>
          <p:nvPr>
            <p:ph type="ftr" sz="quarter" idx="14"/>
          </p:nvPr>
        </p:nvSpPr>
        <p:spPr>
          <a:xfrm>
            <a:off x="531615" y="5028297"/>
            <a:ext cx="2873868" cy="200055"/>
          </a:xfrm>
          <a:solidFill>
            <a:schemeClr val="accent5"/>
          </a:solidFill>
        </p:spPr>
        <p:txBody>
          <a:bodyPr/>
          <a:lstStyle>
            <a:lvl1pPr algn="l">
              <a:defRPr sz="1300" cap="all" baseline="0">
                <a:solidFill>
                  <a:schemeClr val="bg1"/>
                </a:solidFill>
              </a:defRPr>
            </a:lvl1pPr>
          </a:lstStyle>
          <a:p>
            <a:r>
              <a:rPr lang="fr-CA"/>
              <a:t>AUTEUR(S) DE LA CAPSULE</a:t>
            </a:r>
          </a:p>
        </p:txBody>
      </p:sp>
    </p:spTree>
    <p:extLst>
      <p:ext uri="{BB962C8B-B14F-4D97-AF65-F5344CB8AC3E}">
        <p14:creationId xmlns:p14="http://schemas.microsoft.com/office/powerpoint/2010/main" val="179456759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urquoise - Page section sans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6487592" y="1429200"/>
            <a:ext cx="3140407" cy="21433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sz="1800"/>
          </a:p>
        </p:txBody>
      </p:sp>
      <p:sp>
        <p:nvSpPr>
          <p:cNvPr id="5" name="Rectangle 4"/>
          <p:cNvSpPr/>
          <p:nvPr userDrawn="1"/>
        </p:nvSpPr>
        <p:spPr>
          <a:xfrm>
            <a:off x="532000" y="3664691"/>
            <a:ext cx="1676244" cy="156683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sz="1800"/>
          </a:p>
        </p:txBody>
      </p:sp>
      <p:sp>
        <p:nvSpPr>
          <p:cNvPr id="4" name="Rectangle 3"/>
          <p:cNvSpPr/>
          <p:nvPr userDrawn="1"/>
        </p:nvSpPr>
        <p:spPr>
          <a:xfrm>
            <a:off x="2291184" y="3664691"/>
            <a:ext cx="7336817" cy="156683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532000" y="1429199"/>
            <a:ext cx="5860000" cy="1458000"/>
          </a:xfrm>
          <a:solidFill>
            <a:schemeClr val="accent5"/>
          </a:solidFill>
        </p:spPr>
        <p:txBody>
          <a:bodyPr vert="horz" lIns="91440" tIns="45720" rIns="91440" bIns="7200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fr-CA" sz="3600" b="1" kern="1200" baseline="0" dirty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fr-FR"/>
              <a:t>Espace</a:t>
            </a:r>
            <a:br>
              <a:rPr lang="fr-FR"/>
            </a:br>
            <a:r>
              <a:rPr lang="fr-FR"/>
              <a:t>titre section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532000" y="2962656"/>
            <a:ext cx="5852000" cy="609884"/>
          </a:xfrm>
          <a:solidFill>
            <a:schemeClr val="accent5"/>
          </a:solidFill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125000"/>
              <a:buFont typeface="Arial" pitchFamily="34" charset="0"/>
              <a:buNone/>
              <a:defRPr lang="fr-FR" sz="2000" kern="1200" baseline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Espace sous-titre  (facultatif)</a:t>
            </a:r>
          </a:p>
        </p:txBody>
      </p:sp>
    </p:spTree>
    <p:extLst>
      <p:ext uri="{BB962C8B-B14F-4D97-AF65-F5344CB8AC3E}">
        <p14:creationId xmlns:p14="http://schemas.microsoft.com/office/powerpoint/2010/main" val="38605625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Bleu - Page titre avec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617" y="1432838"/>
            <a:ext cx="9096769" cy="3795257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ctrTitle" hasCustomPrompt="1"/>
          </p:nvPr>
        </p:nvSpPr>
        <p:spPr>
          <a:xfrm>
            <a:off x="532000" y="1429200"/>
            <a:ext cx="5860000" cy="1458000"/>
          </a:xfrm>
          <a:solidFill>
            <a:schemeClr val="accent6">
              <a:alpha val="80000"/>
            </a:schemeClr>
          </a:solidFill>
        </p:spPr>
        <p:txBody>
          <a:bodyPr bIns="72000">
            <a:normAutofit/>
          </a:bodyPr>
          <a:lstStyle>
            <a:lvl1pPr>
              <a:defRPr sz="3600" baseline="0">
                <a:solidFill>
                  <a:schemeClr val="bg1"/>
                </a:solidFill>
              </a:defRPr>
            </a:lvl1pPr>
          </a:lstStyle>
          <a:p>
            <a:r>
              <a:rPr lang="fr-FR"/>
              <a:t>Titre de la capsule </a:t>
            </a:r>
            <a:endParaRPr lang="fr-CA"/>
          </a:p>
        </p:txBody>
      </p:sp>
      <p:sp>
        <p:nvSpPr>
          <p:cNvPr id="3" name="Sous-titre 2"/>
          <p:cNvSpPr>
            <a:spLocks noGrp="1"/>
          </p:cNvSpPr>
          <p:nvPr>
            <p:ph type="subTitle" idx="1" hasCustomPrompt="1"/>
          </p:nvPr>
        </p:nvSpPr>
        <p:spPr>
          <a:xfrm>
            <a:off x="532000" y="2962656"/>
            <a:ext cx="5852000" cy="402336"/>
          </a:xfrm>
          <a:solidFill>
            <a:srgbClr val="005EB8">
              <a:alpha val="80000"/>
            </a:srgbClr>
          </a:solidFill>
        </p:spPr>
        <p:txBody>
          <a:bodyPr anchor="ctr" anchorCtr="0">
            <a:norm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Nom du cours</a:t>
            </a:r>
            <a:endParaRPr lang="fr-CA"/>
          </a:p>
        </p:txBody>
      </p:sp>
      <p:pic>
        <p:nvPicPr>
          <p:cNvPr id="7" name="Image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909" y="234065"/>
            <a:ext cx="5869748" cy="815723"/>
          </a:xfrm>
          <a:prstGeom prst="rect">
            <a:avLst/>
          </a:prstGeom>
        </p:spPr>
      </p:pic>
      <p:sp>
        <p:nvSpPr>
          <p:cNvPr id="11" name="Espace réservé du pied de page 10"/>
          <p:cNvSpPr>
            <a:spLocks noGrp="1"/>
          </p:cNvSpPr>
          <p:nvPr>
            <p:ph type="ftr" sz="quarter" idx="14"/>
          </p:nvPr>
        </p:nvSpPr>
        <p:spPr>
          <a:xfrm>
            <a:off x="531615" y="5028297"/>
            <a:ext cx="2873868" cy="200055"/>
          </a:xfrm>
          <a:solidFill>
            <a:schemeClr val="accent6"/>
          </a:solidFill>
        </p:spPr>
        <p:txBody>
          <a:bodyPr/>
          <a:lstStyle>
            <a:lvl1pPr algn="l">
              <a:defRPr sz="1300" cap="all" baseline="0">
                <a:solidFill>
                  <a:schemeClr val="bg1"/>
                </a:solidFill>
              </a:defRPr>
            </a:lvl1pPr>
          </a:lstStyle>
          <a:p>
            <a:r>
              <a:rPr lang="fr-CA"/>
              <a:t>AUTEUR(S) DE LA CAPSULE</a:t>
            </a:r>
          </a:p>
        </p:txBody>
      </p:sp>
    </p:spTree>
    <p:extLst>
      <p:ext uri="{BB962C8B-B14F-4D97-AF65-F5344CB8AC3E}">
        <p14:creationId xmlns:p14="http://schemas.microsoft.com/office/powerpoint/2010/main" val="272631170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Bleu - Page titre avec fond un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531615" y="1429202"/>
            <a:ext cx="9096772" cy="37991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sz="1800"/>
          </a:p>
        </p:txBody>
      </p:sp>
      <p:sp>
        <p:nvSpPr>
          <p:cNvPr id="2" name="Titre 1"/>
          <p:cNvSpPr>
            <a:spLocks noGrp="1"/>
          </p:cNvSpPr>
          <p:nvPr>
            <p:ph type="ctrTitle" hasCustomPrompt="1"/>
          </p:nvPr>
        </p:nvSpPr>
        <p:spPr>
          <a:xfrm>
            <a:off x="532000" y="1429200"/>
            <a:ext cx="5860000" cy="1458000"/>
          </a:xfrm>
          <a:solidFill>
            <a:srgbClr val="005EB8"/>
          </a:solidFill>
        </p:spPr>
        <p:txBody>
          <a:bodyPr bIns="72000">
            <a:normAutofit/>
          </a:bodyPr>
          <a:lstStyle>
            <a:lvl1pPr>
              <a:defRPr sz="3600" baseline="0">
                <a:solidFill>
                  <a:schemeClr val="bg1"/>
                </a:solidFill>
              </a:defRPr>
            </a:lvl1pPr>
          </a:lstStyle>
          <a:p>
            <a:r>
              <a:rPr lang="fr-FR"/>
              <a:t>Titre de la capsule </a:t>
            </a:r>
            <a:endParaRPr lang="fr-CA"/>
          </a:p>
        </p:txBody>
      </p:sp>
      <p:sp>
        <p:nvSpPr>
          <p:cNvPr id="3" name="Sous-titre 2"/>
          <p:cNvSpPr>
            <a:spLocks noGrp="1"/>
          </p:cNvSpPr>
          <p:nvPr>
            <p:ph type="subTitle" idx="1" hasCustomPrompt="1"/>
          </p:nvPr>
        </p:nvSpPr>
        <p:spPr>
          <a:xfrm>
            <a:off x="532000" y="2962656"/>
            <a:ext cx="5852000" cy="402336"/>
          </a:xfrm>
          <a:solidFill>
            <a:srgbClr val="005EB8"/>
          </a:solidFill>
        </p:spPr>
        <p:txBody>
          <a:bodyPr anchor="ctr" anchorCtr="0">
            <a:norm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Nom du cours</a:t>
            </a:r>
            <a:endParaRPr lang="fr-CA"/>
          </a:p>
        </p:txBody>
      </p:sp>
      <p:pic>
        <p:nvPicPr>
          <p:cNvPr id="7" name="Imag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909" y="234065"/>
            <a:ext cx="5869748" cy="815723"/>
          </a:xfrm>
          <a:prstGeom prst="rect">
            <a:avLst/>
          </a:prstGeom>
        </p:spPr>
      </p:pic>
      <p:sp>
        <p:nvSpPr>
          <p:cNvPr id="11" name="Espace réservé du pied de page 10"/>
          <p:cNvSpPr>
            <a:spLocks noGrp="1"/>
          </p:cNvSpPr>
          <p:nvPr>
            <p:ph type="ftr" sz="quarter" idx="14"/>
          </p:nvPr>
        </p:nvSpPr>
        <p:spPr>
          <a:xfrm>
            <a:off x="531615" y="5028297"/>
            <a:ext cx="2873868" cy="200055"/>
          </a:xfrm>
          <a:solidFill>
            <a:schemeClr val="accent6"/>
          </a:solidFill>
        </p:spPr>
        <p:txBody>
          <a:bodyPr/>
          <a:lstStyle>
            <a:lvl1pPr algn="l">
              <a:defRPr sz="1300" cap="all" baseline="0">
                <a:solidFill>
                  <a:schemeClr val="bg1"/>
                </a:solidFill>
              </a:defRPr>
            </a:lvl1pPr>
          </a:lstStyle>
          <a:p>
            <a:r>
              <a:rPr lang="fr-CA"/>
              <a:t>AUTEUR(S) DE LA CAPSULE</a:t>
            </a:r>
          </a:p>
        </p:txBody>
      </p:sp>
    </p:spTree>
    <p:extLst>
      <p:ext uri="{BB962C8B-B14F-4D97-AF65-F5344CB8AC3E}">
        <p14:creationId xmlns:p14="http://schemas.microsoft.com/office/powerpoint/2010/main" val="185579371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eu - Page titre avec image à ajouter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pour une image  4"/>
          <p:cNvSpPr>
            <a:spLocks noGrp="1"/>
          </p:cNvSpPr>
          <p:nvPr>
            <p:ph type="pic" sz="quarter" idx="15"/>
          </p:nvPr>
        </p:nvSpPr>
        <p:spPr>
          <a:xfrm>
            <a:off x="530933" y="1428750"/>
            <a:ext cx="9083439" cy="3798888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fr-CA"/>
          </a:p>
        </p:txBody>
      </p:sp>
      <p:sp>
        <p:nvSpPr>
          <p:cNvPr id="2" name="Titre 1"/>
          <p:cNvSpPr>
            <a:spLocks noGrp="1"/>
          </p:cNvSpPr>
          <p:nvPr>
            <p:ph type="ctrTitle" hasCustomPrompt="1"/>
          </p:nvPr>
        </p:nvSpPr>
        <p:spPr>
          <a:xfrm>
            <a:off x="532000" y="1429200"/>
            <a:ext cx="5860000" cy="1458000"/>
          </a:xfrm>
          <a:solidFill>
            <a:srgbClr val="005EB8">
              <a:alpha val="80000"/>
            </a:srgbClr>
          </a:solidFill>
        </p:spPr>
        <p:txBody>
          <a:bodyPr bIns="72000">
            <a:normAutofit/>
          </a:bodyPr>
          <a:lstStyle>
            <a:lvl1pPr>
              <a:defRPr sz="3600" baseline="0">
                <a:solidFill>
                  <a:schemeClr val="bg1"/>
                </a:solidFill>
              </a:defRPr>
            </a:lvl1pPr>
          </a:lstStyle>
          <a:p>
            <a:r>
              <a:rPr lang="fr-FR"/>
              <a:t>Titre de la capsule </a:t>
            </a:r>
            <a:endParaRPr lang="fr-CA"/>
          </a:p>
        </p:txBody>
      </p:sp>
      <p:sp>
        <p:nvSpPr>
          <p:cNvPr id="3" name="Sous-titre 2"/>
          <p:cNvSpPr>
            <a:spLocks noGrp="1"/>
          </p:cNvSpPr>
          <p:nvPr>
            <p:ph type="subTitle" idx="1" hasCustomPrompt="1"/>
          </p:nvPr>
        </p:nvSpPr>
        <p:spPr>
          <a:xfrm>
            <a:off x="532000" y="2962656"/>
            <a:ext cx="5852000" cy="402336"/>
          </a:xfrm>
          <a:solidFill>
            <a:srgbClr val="005EB8">
              <a:alpha val="80000"/>
            </a:srgbClr>
          </a:solidFill>
        </p:spPr>
        <p:txBody>
          <a:bodyPr anchor="ctr" anchorCtr="0">
            <a:norm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Nom du cours</a:t>
            </a:r>
            <a:endParaRPr lang="fr-CA"/>
          </a:p>
        </p:txBody>
      </p:sp>
      <p:pic>
        <p:nvPicPr>
          <p:cNvPr id="7" name="Imag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909" y="234065"/>
            <a:ext cx="5869748" cy="815723"/>
          </a:xfrm>
          <a:prstGeom prst="rect">
            <a:avLst/>
          </a:prstGeom>
        </p:spPr>
      </p:pic>
      <p:sp>
        <p:nvSpPr>
          <p:cNvPr id="8" name="Espace réservé du pied de page 10"/>
          <p:cNvSpPr>
            <a:spLocks noGrp="1"/>
          </p:cNvSpPr>
          <p:nvPr>
            <p:ph type="ftr" sz="quarter" idx="14"/>
          </p:nvPr>
        </p:nvSpPr>
        <p:spPr>
          <a:xfrm>
            <a:off x="531615" y="5028297"/>
            <a:ext cx="2873868" cy="200055"/>
          </a:xfrm>
          <a:solidFill>
            <a:schemeClr val="accent6"/>
          </a:solidFill>
        </p:spPr>
        <p:txBody>
          <a:bodyPr/>
          <a:lstStyle>
            <a:lvl1pPr algn="l">
              <a:defRPr sz="1300" cap="all" baseline="0">
                <a:solidFill>
                  <a:schemeClr val="bg1"/>
                </a:solidFill>
              </a:defRPr>
            </a:lvl1pPr>
          </a:lstStyle>
          <a:p>
            <a:r>
              <a:rPr lang="fr-CA"/>
              <a:t>AUTEUR(S) DE LA CAPSULE</a:t>
            </a:r>
          </a:p>
        </p:txBody>
      </p:sp>
    </p:spTree>
    <p:extLst>
      <p:ext uri="{BB962C8B-B14F-4D97-AF65-F5344CB8AC3E}">
        <p14:creationId xmlns:p14="http://schemas.microsoft.com/office/powerpoint/2010/main" val="330922910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Bleu - Page section avec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 7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468" r="2"/>
          <a:stretch/>
        </p:blipFill>
        <p:spPr>
          <a:xfrm>
            <a:off x="6479595" y="1430376"/>
            <a:ext cx="3148406" cy="2142167"/>
          </a:xfrm>
          <a:prstGeom prst="rect">
            <a:avLst/>
          </a:prstGeom>
        </p:spPr>
      </p:pic>
      <p:sp>
        <p:nvSpPr>
          <p:cNvPr id="5" name="Rectangle 4"/>
          <p:cNvSpPr/>
          <p:nvPr userDrawn="1"/>
        </p:nvSpPr>
        <p:spPr>
          <a:xfrm>
            <a:off x="532000" y="3664691"/>
            <a:ext cx="1676244" cy="156683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sz="1800"/>
          </a:p>
        </p:txBody>
      </p:sp>
      <p:sp>
        <p:nvSpPr>
          <p:cNvPr id="4" name="Rectangle 3"/>
          <p:cNvSpPr/>
          <p:nvPr userDrawn="1"/>
        </p:nvSpPr>
        <p:spPr>
          <a:xfrm>
            <a:off x="2291184" y="3664691"/>
            <a:ext cx="7336817" cy="156683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532000" y="1429199"/>
            <a:ext cx="5860000" cy="1458000"/>
          </a:xfrm>
          <a:solidFill>
            <a:schemeClr val="accent6"/>
          </a:solidFill>
        </p:spPr>
        <p:txBody>
          <a:bodyPr vert="horz" lIns="91440" tIns="45720" rIns="91440" bIns="7200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fr-CA" sz="3600" b="1" kern="12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fr-FR"/>
              <a:t>Espace</a:t>
            </a:r>
            <a:br>
              <a:rPr lang="fr-FR"/>
            </a:br>
            <a:r>
              <a:rPr lang="fr-FR"/>
              <a:t>titre section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532000" y="2962656"/>
            <a:ext cx="5852000" cy="609884"/>
          </a:xfrm>
          <a:solidFill>
            <a:schemeClr val="accent6"/>
          </a:solidFill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125000"/>
              <a:buFont typeface="Arial" pitchFamily="34" charset="0"/>
              <a:buNone/>
              <a:defRPr lang="fr-FR" sz="2000" kern="1200" baseline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Espace sous-titre  (facultatif)</a:t>
            </a:r>
          </a:p>
        </p:txBody>
      </p:sp>
      <p:pic>
        <p:nvPicPr>
          <p:cNvPr id="8" name="Image 7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45960" r="75910" b="323"/>
          <a:stretch/>
        </p:blipFill>
        <p:spPr>
          <a:xfrm>
            <a:off x="532003" y="3664690"/>
            <a:ext cx="1676243" cy="1566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766315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Bleu - Page section sans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532000" y="3664691"/>
            <a:ext cx="1676244" cy="156683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sz="1800"/>
          </a:p>
        </p:txBody>
      </p:sp>
      <p:sp>
        <p:nvSpPr>
          <p:cNvPr id="4" name="Rectangle 3"/>
          <p:cNvSpPr/>
          <p:nvPr userDrawn="1"/>
        </p:nvSpPr>
        <p:spPr>
          <a:xfrm>
            <a:off x="2291184" y="3664691"/>
            <a:ext cx="7336817" cy="156683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532000" y="1429199"/>
            <a:ext cx="5860000" cy="1458000"/>
          </a:xfrm>
          <a:solidFill>
            <a:schemeClr val="accent6"/>
          </a:solidFill>
        </p:spPr>
        <p:txBody>
          <a:bodyPr vert="horz" lIns="91440" tIns="45720" rIns="91440" bIns="7200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fr-CA" sz="3600" b="1" kern="12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fr-FR"/>
              <a:t>Espace</a:t>
            </a:r>
            <a:br>
              <a:rPr lang="fr-FR"/>
            </a:br>
            <a:r>
              <a:rPr lang="fr-FR"/>
              <a:t>titre section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532000" y="2962656"/>
            <a:ext cx="5852000" cy="609884"/>
          </a:xfrm>
          <a:solidFill>
            <a:schemeClr val="accent6"/>
          </a:solidFill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125000"/>
              <a:buFont typeface="Arial" pitchFamily="34" charset="0"/>
              <a:buNone/>
              <a:defRPr lang="fr-FR" sz="2000" kern="1200" baseline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Espace sous-titre  (facultatif)</a:t>
            </a:r>
          </a:p>
        </p:txBody>
      </p:sp>
      <p:sp>
        <p:nvSpPr>
          <p:cNvPr id="12" name="Rectangle 11"/>
          <p:cNvSpPr/>
          <p:nvPr userDrawn="1"/>
        </p:nvSpPr>
        <p:spPr>
          <a:xfrm>
            <a:off x="6487592" y="1429200"/>
            <a:ext cx="3140407" cy="21433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sz="1800"/>
          </a:p>
        </p:txBody>
      </p:sp>
    </p:spTree>
    <p:extLst>
      <p:ext uri="{BB962C8B-B14F-4D97-AF65-F5344CB8AC3E}">
        <p14:creationId xmlns:p14="http://schemas.microsoft.com/office/powerpoint/2010/main" val="283218979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Bleu foncé - Page titre avec imag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617" y="1432838"/>
            <a:ext cx="9096769" cy="3795257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ctrTitle" hasCustomPrompt="1"/>
          </p:nvPr>
        </p:nvSpPr>
        <p:spPr>
          <a:xfrm>
            <a:off x="532000" y="1429200"/>
            <a:ext cx="5860000" cy="1458000"/>
          </a:xfrm>
          <a:solidFill>
            <a:schemeClr val="accent2">
              <a:alpha val="80000"/>
            </a:schemeClr>
          </a:solidFill>
        </p:spPr>
        <p:txBody>
          <a:bodyPr bIns="72000">
            <a:normAutofit/>
          </a:bodyPr>
          <a:lstStyle>
            <a:lvl1pPr>
              <a:defRPr sz="3600" baseline="0">
                <a:solidFill>
                  <a:schemeClr val="accent1"/>
                </a:solidFill>
              </a:defRPr>
            </a:lvl1pPr>
          </a:lstStyle>
          <a:p>
            <a:r>
              <a:rPr lang="fr-FR"/>
              <a:t>Titre de la capsule </a:t>
            </a:r>
            <a:endParaRPr lang="fr-CA"/>
          </a:p>
        </p:txBody>
      </p:sp>
      <p:sp>
        <p:nvSpPr>
          <p:cNvPr id="3" name="Sous-titre 2"/>
          <p:cNvSpPr>
            <a:spLocks noGrp="1"/>
          </p:cNvSpPr>
          <p:nvPr>
            <p:ph type="subTitle" idx="1" hasCustomPrompt="1"/>
          </p:nvPr>
        </p:nvSpPr>
        <p:spPr>
          <a:xfrm>
            <a:off x="532000" y="2962656"/>
            <a:ext cx="5852000" cy="402336"/>
          </a:xfrm>
          <a:solidFill>
            <a:schemeClr val="accent2">
              <a:alpha val="80000"/>
            </a:schemeClr>
          </a:solidFill>
        </p:spPr>
        <p:txBody>
          <a:bodyPr anchor="ctr" anchorCtr="0">
            <a:normAutofit/>
          </a:bodyPr>
          <a:lstStyle>
            <a:lvl1pPr marL="0" indent="0" algn="l">
              <a:buNone/>
              <a:defRPr sz="1600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Nom du cours</a:t>
            </a:r>
            <a:endParaRPr lang="fr-CA"/>
          </a:p>
        </p:txBody>
      </p:sp>
      <p:pic>
        <p:nvPicPr>
          <p:cNvPr id="7" name="Image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909" y="234065"/>
            <a:ext cx="5869748" cy="815723"/>
          </a:xfrm>
          <a:prstGeom prst="rect">
            <a:avLst/>
          </a:prstGeom>
        </p:spPr>
      </p:pic>
      <p:sp>
        <p:nvSpPr>
          <p:cNvPr id="11" name="Espace réservé du pied de page 10"/>
          <p:cNvSpPr>
            <a:spLocks noGrp="1"/>
          </p:cNvSpPr>
          <p:nvPr>
            <p:ph type="ftr" sz="quarter" idx="14"/>
          </p:nvPr>
        </p:nvSpPr>
        <p:spPr>
          <a:xfrm>
            <a:off x="531615" y="5028297"/>
            <a:ext cx="2873868" cy="200055"/>
          </a:xfrm>
          <a:solidFill>
            <a:schemeClr val="accent2"/>
          </a:solidFill>
        </p:spPr>
        <p:txBody>
          <a:bodyPr/>
          <a:lstStyle>
            <a:lvl1pPr algn="l">
              <a:defRPr sz="1300" cap="all" baseline="0">
                <a:solidFill>
                  <a:schemeClr val="accent1"/>
                </a:solidFill>
              </a:defRPr>
            </a:lvl1pPr>
          </a:lstStyle>
          <a:p>
            <a:r>
              <a:rPr lang="fr-CA"/>
              <a:t>AUTEUR(S) DE LA CAPSULE</a:t>
            </a:r>
          </a:p>
        </p:txBody>
      </p:sp>
    </p:spTree>
    <p:extLst>
      <p:ext uri="{BB962C8B-B14F-4D97-AF65-F5344CB8AC3E}">
        <p14:creationId xmlns:p14="http://schemas.microsoft.com/office/powerpoint/2010/main" val="292418388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eu foncé - Page titre avec fond un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 userDrawn="1"/>
        </p:nvSpPr>
        <p:spPr>
          <a:xfrm>
            <a:off x="531615" y="1429202"/>
            <a:ext cx="9096772" cy="3799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sz="1800"/>
          </a:p>
        </p:txBody>
      </p:sp>
      <p:pic>
        <p:nvPicPr>
          <p:cNvPr id="7" name="Imag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909" y="234065"/>
            <a:ext cx="5869748" cy="815723"/>
          </a:xfrm>
          <a:prstGeom prst="rect">
            <a:avLst/>
          </a:prstGeom>
        </p:spPr>
      </p:pic>
      <p:sp>
        <p:nvSpPr>
          <p:cNvPr id="9" name="Titre 1"/>
          <p:cNvSpPr>
            <a:spLocks noGrp="1"/>
          </p:cNvSpPr>
          <p:nvPr>
            <p:ph type="ctrTitle" hasCustomPrompt="1"/>
          </p:nvPr>
        </p:nvSpPr>
        <p:spPr>
          <a:xfrm>
            <a:off x="532000" y="1429200"/>
            <a:ext cx="5860000" cy="1458000"/>
          </a:xfrm>
          <a:solidFill>
            <a:srgbClr val="003C71"/>
          </a:solidFill>
        </p:spPr>
        <p:txBody>
          <a:bodyPr bIns="72000">
            <a:normAutofit/>
          </a:bodyPr>
          <a:lstStyle>
            <a:lvl1pPr>
              <a:defRPr sz="3600" baseline="0">
                <a:solidFill>
                  <a:schemeClr val="accent1"/>
                </a:solidFill>
              </a:defRPr>
            </a:lvl1pPr>
          </a:lstStyle>
          <a:p>
            <a:r>
              <a:rPr lang="fr-FR"/>
              <a:t>Titre de la capsule </a:t>
            </a:r>
            <a:endParaRPr lang="fr-CA"/>
          </a:p>
        </p:txBody>
      </p:sp>
      <p:sp>
        <p:nvSpPr>
          <p:cNvPr id="10" name="Sous-titre 2"/>
          <p:cNvSpPr>
            <a:spLocks noGrp="1"/>
          </p:cNvSpPr>
          <p:nvPr>
            <p:ph type="subTitle" idx="1" hasCustomPrompt="1"/>
          </p:nvPr>
        </p:nvSpPr>
        <p:spPr>
          <a:xfrm>
            <a:off x="532000" y="2962656"/>
            <a:ext cx="5852000" cy="402336"/>
          </a:xfrm>
          <a:solidFill>
            <a:srgbClr val="003C71"/>
          </a:solidFill>
        </p:spPr>
        <p:txBody>
          <a:bodyPr anchor="ctr" anchorCtr="0">
            <a:normAutofit/>
          </a:bodyPr>
          <a:lstStyle>
            <a:lvl1pPr marL="0" indent="0" algn="l">
              <a:buNone/>
              <a:defRPr sz="1600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Nom du cours</a:t>
            </a:r>
            <a:endParaRPr lang="fr-CA"/>
          </a:p>
        </p:txBody>
      </p:sp>
      <p:sp>
        <p:nvSpPr>
          <p:cNvPr id="11" name="Espace réservé du pied de page 10"/>
          <p:cNvSpPr>
            <a:spLocks noGrp="1"/>
          </p:cNvSpPr>
          <p:nvPr>
            <p:ph type="ftr" sz="quarter" idx="14"/>
          </p:nvPr>
        </p:nvSpPr>
        <p:spPr>
          <a:xfrm>
            <a:off x="531615" y="5028297"/>
            <a:ext cx="2873868" cy="200055"/>
          </a:xfrm>
          <a:solidFill>
            <a:schemeClr val="accent2"/>
          </a:solidFill>
        </p:spPr>
        <p:txBody>
          <a:bodyPr/>
          <a:lstStyle>
            <a:lvl1pPr algn="l">
              <a:defRPr sz="1300" cap="all" baseline="0">
                <a:solidFill>
                  <a:schemeClr val="accent1"/>
                </a:solidFill>
              </a:defRPr>
            </a:lvl1pPr>
          </a:lstStyle>
          <a:p>
            <a:r>
              <a:rPr lang="fr-CA"/>
              <a:t>AUTEUR(S) DE LA CAPSULE</a:t>
            </a:r>
          </a:p>
        </p:txBody>
      </p:sp>
    </p:spTree>
    <p:extLst>
      <p:ext uri="{BB962C8B-B14F-4D97-AF65-F5344CB8AC3E}">
        <p14:creationId xmlns:p14="http://schemas.microsoft.com/office/powerpoint/2010/main" val="300812458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eu foncé - Page titre avec image à ajou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pour une image  4"/>
          <p:cNvSpPr>
            <a:spLocks noGrp="1"/>
          </p:cNvSpPr>
          <p:nvPr>
            <p:ph type="pic" sz="quarter" idx="15"/>
          </p:nvPr>
        </p:nvSpPr>
        <p:spPr>
          <a:xfrm>
            <a:off x="530933" y="1428750"/>
            <a:ext cx="9083439" cy="3798888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fr-CA"/>
          </a:p>
        </p:txBody>
      </p:sp>
      <p:pic>
        <p:nvPicPr>
          <p:cNvPr id="7" name="Imag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909" y="234065"/>
            <a:ext cx="5869748" cy="815723"/>
          </a:xfrm>
          <a:prstGeom prst="rect">
            <a:avLst/>
          </a:prstGeom>
        </p:spPr>
      </p:pic>
      <p:sp>
        <p:nvSpPr>
          <p:cNvPr id="9" name="Titre 1"/>
          <p:cNvSpPr>
            <a:spLocks noGrp="1"/>
          </p:cNvSpPr>
          <p:nvPr>
            <p:ph type="ctrTitle" hasCustomPrompt="1"/>
          </p:nvPr>
        </p:nvSpPr>
        <p:spPr>
          <a:xfrm>
            <a:off x="532000" y="1429200"/>
            <a:ext cx="5860000" cy="1458000"/>
          </a:xfrm>
          <a:solidFill>
            <a:schemeClr val="accent2">
              <a:alpha val="80000"/>
            </a:schemeClr>
          </a:solidFill>
        </p:spPr>
        <p:txBody>
          <a:bodyPr bIns="72000">
            <a:normAutofit/>
          </a:bodyPr>
          <a:lstStyle>
            <a:lvl1pPr>
              <a:defRPr sz="3600" baseline="0">
                <a:solidFill>
                  <a:schemeClr val="accent1"/>
                </a:solidFill>
              </a:defRPr>
            </a:lvl1pPr>
          </a:lstStyle>
          <a:p>
            <a:r>
              <a:rPr lang="fr-FR"/>
              <a:t>Titre de la capsule </a:t>
            </a:r>
            <a:endParaRPr lang="fr-CA"/>
          </a:p>
        </p:txBody>
      </p:sp>
      <p:sp>
        <p:nvSpPr>
          <p:cNvPr id="10" name="Sous-titre 2"/>
          <p:cNvSpPr>
            <a:spLocks noGrp="1"/>
          </p:cNvSpPr>
          <p:nvPr>
            <p:ph type="subTitle" idx="1" hasCustomPrompt="1"/>
          </p:nvPr>
        </p:nvSpPr>
        <p:spPr>
          <a:xfrm>
            <a:off x="532000" y="2962656"/>
            <a:ext cx="5852000" cy="402336"/>
          </a:xfrm>
          <a:solidFill>
            <a:schemeClr val="accent2">
              <a:alpha val="80000"/>
            </a:schemeClr>
          </a:solidFill>
        </p:spPr>
        <p:txBody>
          <a:bodyPr anchor="ctr" anchorCtr="0">
            <a:normAutofit/>
          </a:bodyPr>
          <a:lstStyle>
            <a:lvl1pPr marL="0" indent="0" algn="l">
              <a:buNone/>
              <a:defRPr sz="1600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Nom du cours</a:t>
            </a:r>
            <a:endParaRPr lang="fr-CA"/>
          </a:p>
        </p:txBody>
      </p:sp>
      <p:sp>
        <p:nvSpPr>
          <p:cNvPr id="11" name="Espace réservé du pied de page 10"/>
          <p:cNvSpPr>
            <a:spLocks noGrp="1"/>
          </p:cNvSpPr>
          <p:nvPr>
            <p:ph type="ftr" sz="quarter" idx="14"/>
          </p:nvPr>
        </p:nvSpPr>
        <p:spPr>
          <a:xfrm>
            <a:off x="531615" y="5028297"/>
            <a:ext cx="2873868" cy="200055"/>
          </a:xfrm>
          <a:solidFill>
            <a:schemeClr val="accent2"/>
          </a:solidFill>
        </p:spPr>
        <p:txBody>
          <a:bodyPr/>
          <a:lstStyle>
            <a:lvl1pPr algn="l">
              <a:defRPr sz="1300" cap="all" baseline="0">
                <a:solidFill>
                  <a:schemeClr val="accent1"/>
                </a:solidFill>
              </a:defRPr>
            </a:lvl1pPr>
          </a:lstStyle>
          <a:p>
            <a:r>
              <a:rPr lang="fr-CA"/>
              <a:t>AUTEUR(S) DE LA CAPSULE</a:t>
            </a:r>
          </a:p>
        </p:txBody>
      </p:sp>
    </p:spTree>
    <p:extLst>
      <p:ext uri="{BB962C8B-B14F-4D97-AF65-F5344CB8AC3E}">
        <p14:creationId xmlns:p14="http://schemas.microsoft.com/office/powerpoint/2010/main" val="244522296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Bleu foncé - Page section avec imag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7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916" b="837"/>
          <a:stretch/>
        </p:blipFill>
        <p:spPr>
          <a:xfrm>
            <a:off x="6479594" y="1432840"/>
            <a:ext cx="3148792" cy="2139703"/>
          </a:xfrm>
          <a:prstGeom prst="rect">
            <a:avLst/>
          </a:prstGeom>
        </p:spPr>
      </p:pic>
      <p:sp>
        <p:nvSpPr>
          <p:cNvPr id="5" name="Rectangle 4"/>
          <p:cNvSpPr/>
          <p:nvPr userDrawn="1"/>
        </p:nvSpPr>
        <p:spPr>
          <a:xfrm>
            <a:off x="532000" y="3664691"/>
            <a:ext cx="1676244" cy="156683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sz="1800"/>
          </a:p>
        </p:txBody>
      </p:sp>
      <p:sp>
        <p:nvSpPr>
          <p:cNvPr id="4" name="Rectangle 3"/>
          <p:cNvSpPr/>
          <p:nvPr userDrawn="1"/>
        </p:nvSpPr>
        <p:spPr>
          <a:xfrm>
            <a:off x="2291184" y="3664691"/>
            <a:ext cx="7336817" cy="156683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532000" y="1429199"/>
            <a:ext cx="5860000" cy="1458000"/>
          </a:xfrm>
          <a:solidFill>
            <a:schemeClr val="accent2"/>
          </a:solidFill>
        </p:spPr>
        <p:txBody>
          <a:bodyPr vert="horz" lIns="91440" tIns="45720" rIns="91440" bIns="7200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fr-CA" sz="3600" b="1" kern="1200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fr-FR"/>
              <a:t>Espace</a:t>
            </a:r>
            <a:br>
              <a:rPr lang="fr-FR"/>
            </a:br>
            <a:r>
              <a:rPr lang="fr-FR"/>
              <a:t>titre section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532000" y="2962656"/>
            <a:ext cx="5852000" cy="609884"/>
          </a:xfrm>
          <a:solidFill>
            <a:schemeClr val="accent2"/>
          </a:solidFill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125000"/>
              <a:buFont typeface="Arial" pitchFamily="34" charset="0"/>
              <a:buNone/>
              <a:defRPr lang="fr-FR" sz="2000" kern="1200" baseline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Espace sous-titre  (facultatif)</a:t>
            </a:r>
          </a:p>
        </p:txBody>
      </p:sp>
    </p:spTree>
    <p:extLst>
      <p:ext uri="{BB962C8B-B14F-4D97-AF65-F5344CB8AC3E}">
        <p14:creationId xmlns:p14="http://schemas.microsoft.com/office/powerpoint/2010/main" val="387697683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Bleu foncé - Page section sans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6487592" y="1429200"/>
            <a:ext cx="3140407" cy="2143340"/>
          </a:xfrm>
          <a:prstGeom prst="rect">
            <a:avLst/>
          </a:prstGeom>
          <a:solidFill>
            <a:srgbClr val="009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sz="1800"/>
          </a:p>
        </p:txBody>
      </p:sp>
      <p:sp>
        <p:nvSpPr>
          <p:cNvPr id="5" name="Rectangle 4"/>
          <p:cNvSpPr/>
          <p:nvPr userDrawn="1"/>
        </p:nvSpPr>
        <p:spPr>
          <a:xfrm>
            <a:off x="532000" y="3664691"/>
            <a:ext cx="1676244" cy="156683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sz="1800"/>
          </a:p>
        </p:txBody>
      </p:sp>
      <p:sp>
        <p:nvSpPr>
          <p:cNvPr id="4" name="Rectangle 3"/>
          <p:cNvSpPr/>
          <p:nvPr userDrawn="1"/>
        </p:nvSpPr>
        <p:spPr>
          <a:xfrm>
            <a:off x="2291184" y="3664691"/>
            <a:ext cx="7336817" cy="156683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532000" y="1429199"/>
            <a:ext cx="5860000" cy="1458000"/>
          </a:xfrm>
          <a:solidFill>
            <a:schemeClr val="accent2"/>
          </a:solidFill>
        </p:spPr>
        <p:txBody>
          <a:bodyPr vert="horz" lIns="91440" tIns="45720" rIns="91440" bIns="7200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fr-CA" sz="3600" b="1" kern="1200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fr-FR"/>
              <a:t>Espace</a:t>
            </a:r>
            <a:br>
              <a:rPr lang="fr-FR"/>
            </a:br>
            <a:r>
              <a:rPr lang="fr-FR"/>
              <a:t>titre section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532000" y="2962656"/>
            <a:ext cx="5852000" cy="609884"/>
          </a:xfrm>
          <a:solidFill>
            <a:schemeClr val="accent2"/>
          </a:solidFill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125000"/>
              <a:buFont typeface="Arial" pitchFamily="34" charset="0"/>
              <a:buNone/>
              <a:defRPr lang="fr-FR" sz="2000" kern="1200" baseline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Espace sous-titre  (facultatif)</a:t>
            </a:r>
          </a:p>
        </p:txBody>
      </p:sp>
    </p:spTree>
    <p:extLst>
      <p:ext uri="{BB962C8B-B14F-4D97-AF65-F5344CB8AC3E}">
        <p14:creationId xmlns:p14="http://schemas.microsoft.com/office/powerpoint/2010/main" val="158615537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32000" y="1018800"/>
            <a:ext cx="9096000" cy="4203710"/>
          </a:xfrm>
        </p:spPr>
        <p:txBody>
          <a:bodyPr/>
          <a:lstStyle/>
          <a:p>
            <a:pPr lvl="0"/>
            <a:endParaRPr lang="fr-CA"/>
          </a:p>
        </p:txBody>
      </p:sp>
      <p:sp>
        <p:nvSpPr>
          <p:cNvPr id="7" name="TextBox 6"/>
          <p:cNvSpPr txBox="1"/>
          <p:nvPr userDrawn="1"/>
        </p:nvSpPr>
        <p:spPr>
          <a:xfrm>
            <a:off x="384528" y="4765675"/>
            <a:ext cx="1016000" cy="914400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/>
          <a:p>
            <a:pPr marL="154800" indent="-154800">
              <a:buClr>
                <a:schemeClr val="accent2"/>
              </a:buClr>
              <a:buSzPct val="125000"/>
              <a:buFont typeface="Arial" panose="020B0604020202020204" pitchFamily="34" charset="0"/>
              <a:buChar char="•"/>
            </a:pPr>
            <a:endParaRPr lang="en-US" sz="1670"/>
          </a:p>
        </p:txBody>
      </p:sp>
      <p:sp>
        <p:nvSpPr>
          <p:cNvPr id="5" name="Titre 1"/>
          <p:cNvSpPr>
            <a:spLocks noGrp="1"/>
          </p:cNvSpPr>
          <p:nvPr>
            <p:ph type="title" hasCustomPrompt="1"/>
          </p:nvPr>
        </p:nvSpPr>
        <p:spPr>
          <a:xfrm>
            <a:off x="532000" y="481014"/>
            <a:ext cx="9096000" cy="411680"/>
          </a:xfrm>
        </p:spPr>
        <p:txBody>
          <a:bodyPr/>
          <a:lstStyle>
            <a:lvl1pPr>
              <a:defRPr sz="2000" baseline="0"/>
            </a:lvl1pPr>
          </a:lstStyle>
          <a:p>
            <a:r>
              <a:rPr lang="fr-FR"/>
              <a:t>Espace titre, sous-titre, légende…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3562326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pour une image  3"/>
          <p:cNvSpPr>
            <a:spLocks noGrp="1"/>
          </p:cNvSpPr>
          <p:nvPr>
            <p:ph type="pic" sz="quarter" idx="10"/>
          </p:nvPr>
        </p:nvSpPr>
        <p:spPr>
          <a:xfrm>
            <a:off x="532696" y="1019493"/>
            <a:ext cx="9094611" cy="42037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fr-CA"/>
          </a:p>
        </p:txBody>
      </p:sp>
      <p:sp>
        <p:nvSpPr>
          <p:cNvPr id="7" name="TextBox 6"/>
          <p:cNvSpPr txBox="1"/>
          <p:nvPr userDrawn="1"/>
        </p:nvSpPr>
        <p:spPr>
          <a:xfrm>
            <a:off x="384528" y="4765675"/>
            <a:ext cx="1016000" cy="914400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/>
          <a:p>
            <a:pPr marL="154800" indent="-154800">
              <a:buClr>
                <a:schemeClr val="accent2"/>
              </a:buClr>
              <a:buSzPct val="125000"/>
              <a:buFont typeface="Arial" panose="020B0604020202020204" pitchFamily="34" charset="0"/>
              <a:buChar char="•"/>
            </a:pPr>
            <a:endParaRPr lang="en-US" sz="1670"/>
          </a:p>
        </p:txBody>
      </p:sp>
      <p:sp>
        <p:nvSpPr>
          <p:cNvPr id="5" name="Titre 1"/>
          <p:cNvSpPr>
            <a:spLocks noGrp="1"/>
          </p:cNvSpPr>
          <p:nvPr>
            <p:ph type="title" hasCustomPrompt="1"/>
          </p:nvPr>
        </p:nvSpPr>
        <p:spPr>
          <a:xfrm>
            <a:off x="532000" y="481014"/>
            <a:ext cx="9096000" cy="411680"/>
          </a:xfrm>
        </p:spPr>
        <p:txBody>
          <a:bodyPr/>
          <a:lstStyle>
            <a:lvl1pPr>
              <a:defRPr sz="2000"/>
            </a:lvl1pPr>
          </a:lstStyle>
          <a:p>
            <a:r>
              <a:rPr lang="fr-FR"/>
              <a:t>Espace titre, sous-titre, légende…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44283232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2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532000" y="481014"/>
            <a:ext cx="9096000" cy="411680"/>
          </a:xfrm>
        </p:spPr>
        <p:txBody>
          <a:bodyPr/>
          <a:lstStyle>
            <a:lvl1pPr>
              <a:defRPr sz="2000"/>
            </a:lvl1pPr>
          </a:lstStyle>
          <a:p>
            <a:r>
              <a:rPr lang="fr-FR"/>
              <a:t>Espace titre, sous-titre, légende…</a:t>
            </a:r>
            <a:endParaRPr lang="fr-CA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531615" y="1020729"/>
            <a:ext cx="4463719" cy="4203711"/>
          </a:xfrm>
        </p:spPr>
        <p:txBody>
          <a:bodyPr>
            <a:normAutofit/>
          </a:bodyPr>
          <a:lstStyle>
            <a:lvl1pPr>
              <a:defRPr sz="1670"/>
            </a:lvl1pPr>
            <a:lvl2pPr>
              <a:defRPr sz="1670"/>
            </a:lvl2pPr>
            <a:lvl3pPr>
              <a:defRPr sz="1670"/>
            </a:lvl3pPr>
            <a:lvl4pPr>
              <a:defRPr sz="1670"/>
            </a:lvl4pPr>
            <a:lvl5pPr>
              <a:defRPr sz="167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164668" y="1020729"/>
            <a:ext cx="4463333" cy="4203711"/>
          </a:xfrm>
        </p:spPr>
        <p:txBody>
          <a:bodyPr>
            <a:normAutofit/>
          </a:bodyPr>
          <a:lstStyle>
            <a:lvl1pPr>
              <a:defRPr sz="1670"/>
            </a:lvl1pPr>
            <a:lvl2pPr>
              <a:defRPr sz="1670"/>
            </a:lvl2pPr>
            <a:lvl3pPr>
              <a:defRPr sz="1670"/>
            </a:lvl3pPr>
            <a:lvl4pPr>
              <a:defRPr sz="1670"/>
            </a:lvl4pPr>
            <a:lvl5pPr>
              <a:defRPr sz="167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85435906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2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pour une image  5"/>
          <p:cNvSpPr>
            <a:spLocks noGrp="1"/>
          </p:cNvSpPr>
          <p:nvPr>
            <p:ph type="pic" sz="quarter" idx="11"/>
          </p:nvPr>
        </p:nvSpPr>
        <p:spPr>
          <a:xfrm>
            <a:off x="5163598" y="1020737"/>
            <a:ext cx="4464402" cy="4203700"/>
          </a:xfrm>
        </p:spPr>
        <p:txBody>
          <a:bodyPr anchor="ctr"/>
          <a:lstStyle>
            <a:lvl1pPr marL="0" indent="0" algn="ctr">
              <a:buFontTx/>
              <a:buNone/>
              <a:defRPr/>
            </a:lvl1pPr>
          </a:lstStyle>
          <a:p>
            <a:endParaRPr lang="fr-CA"/>
          </a:p>
        </p:txBody>
      </p:sp>
      <p:sp>
        <p:nvSpPr>
          <p:cNvPr id="6" name="Espace réservé pour une image  5"/>
          <p:cNvSpPr>
            <a:spLocks noGrp="1"/>
          </p:cNvSpPr>
          <p:nvPr>
            <p:ph type="pic" sz="quarter" idx="10"/>
          </p:nvPr>
        </p:nvSpPr>
        <p:spPr>
          <a:xfrm>
            <a:off x="530931" y="1022400"/>
            <a:ext cx="4464402" cy="4203700"/>
          </a:xfrm>
        </p:spPr>
        <p:txBody>
          <a:bodyPr anchor="ctr"/>
          <a:lstStyle>
            <a:lvl1pPr marL="0" indent="0" algn="ctr">
              <a:buFontTx/>
              <a:buNone/>
              <a:defRPr/>
            </a:lvl1pPr>
          </a:lstStyle>
          <a:p>
            <a:endParaRPr lang="fr-CA"/>
          </a:p>
        </p:txBody>
      </p:sp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532000" y="481014"/>
            <a:ext cx="9096000" cy="411680"/>
          </a:xfrm>
        </p:spPr>
        <p:txBody>
          <a:bodyPr/>
          <a:lstStyle>
            <a:lvl1pPr>
              <a:defRPr sz="2000"/>
            </a:lvl1pPr>
          </a:lstStyle>
          <a:p>
            <a:r>
              <a:rPr lang="fr-FR"/>
              <a:t>Espace titre, sous-titre, légende…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76682849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3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pour une image  5"/>
          <p:cNvSpPr>
            <a:spLocks noGrp="1"/>
          </p:cNvSpPr>
          <p:nvPr>
            <p:ph type="pic" sz="quarter" idx="10"/>
          </p:nvPr>
        </p:nvSpPr>
        <p:spPr>
          <a:xfrm>
            <a:off x="530931" y="1022400"/>
            <a:ext cx="2940980" cy="4203700"/>
          </a:xfrm>
        </p:spPr>
        <p:txBody>
          <a:bodyPr anchor="ctr"/>
          <a:lstStyle>
            <a:lvl1pPr marL="0" indent="0" algn="ctr">
              <a:buFontTx/>
              <a:buNone/>
              <a:defRPr/>
            </a:lvl1pPr>
          </a:lstStyle>
          <a:p>
            <a:endParaRPr lang="fr-CA"/>
          </a:p>
        </p:txBody>
      </p:sp>
      <p:sp>
        <p:nvSpPr>
          <p:cNvPr id="5" name="Espace réservé pour une image  5"/>
          <p:cNvSpPr>
            <a:spLocks noGrp="1"/>
          </p:cNvSpPr>
          <p:nvPr>
            <p:ph type="pic" sz="quarter" idx="11"/>
          </p:nvPr>
        </p:nvSpPr>
        <p:spPr>
          <a:xfrm>
            <a:off x="3603253" y="1022400"/>
            <a:ext cx="2940980" cy="4203700"/>
          </a:xfrm>
        </p:spPr>
        <p:txBody>
          <a:bodyPr anchor="ctr"/>
          <a:lstStyle>
            <a:lvl1pPr marL="0" indent="0" algn="ctr">
              <a:buFontTx/>
              <a:buNone/>
              <a:defRPr/>
            </a:lvl1pPr>
          </a:lstStyle>
          <a:p>
            <a:endParaRPr lang="fr-CA"/>
          </a:p>
        </p:txBody>
      </p:sp>
      <p:sp>
        <p:nvSpPr>
          <p:cNvPr id="8" name="Espace réservé pour une image  5"/>
          <p:cNvSpPr>
            <a:spLocks noGrp="1"/>
          </p:cNvSpPr>
          <p:nvPr>
            <p:ph type="pic" sz="quarter" idx="12"/>
          </p:nvPr>
        </p:nvSpPr>
        <p:spPr>
          <a:xfrm>
            <a:off x="6675576" y="1022400"/>
            <a:ext cx="2940980" cy="4203700"/>
          </a:xfrm>
        </p:spPr>
        <p:txBody>
          <a:bodyPr anchor="ctr"/>
          <a:lstStyle>
            <a:lvl1pPr marL="0" indent="0" algn="ctr">
              <a:buFontTx/>
              <a:buNone/>
              <a:defRPr/>
            </a:lvl1pPr>
          </a:lstStyle>
          <a:p>
            <a:endParaRPr lang="fr-CA"/>
          </a:p>
        </p:txBody>
      </p:sp>
      <p:sp>
        <p:nvSpPr>
          <p:cNvPr id="7" name="Titre 1"/>
          <p:cNvSpPr>
            <a:spLocks noGrp="1"/>
          </p:cNvSpPr>
          <p:nvPr>
            <p:ph type="title" hasCustomPrompt="1"/>
          </p:nvPr>
        </p:nvSpPr>
        <p:spPr>
          <a:xfrm>
            <a:off x="532000" y="481014"/>
            <a:ext cx="9096000" cy="411680"/>
          </a:xfrm>
        </p:spPr>
        <p:txBody>
          <a:bodyPr/>
          <a:lstStyle>
            <a:lvl1pPr>
              <a:defRPr sz="2000"/>
            </a:lvl1pPr>
          </a:lstStyle>
          <a:p>
            <a:r>
              <a:rPr lang="fr-FR"/>
              <a:t>Espace titre, sous-titre, légende…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14838862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, 3 images et légen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pour une image  5"/>
          <p:cNvSpPr>
            <a:spLocks noGrp="1"/>
          </p:cNvSpPr>
          <p:nvPr>
            <p:ph type="pic" sz="quarter" idx="10"/>
          </p:nvPr>
        </p:nvSpPr>
        <p:spPr>
          <a:xfrm>
            <a:off x="530931" y="1022400"/>
            <a:ext cx="2940980" cy="4203700"/>
          </a:xfrm>
        </p:spPr>
        <p:txBody>
          <a:bodyPr anchor="ctr"/>
          <a:lstStyle>
            <a:lvl1pPr marL="0" indent="0" algn="ctr">
              <a:buFontTx/>
              <a:buNone/>
              <a:defRPr/>
            </a:lvl1pPr>
          </a:lstStyle>
          <a:p>
            <a:endParaRPr lang="fr-CA"/>
          </a:p>
        </p:txBody>
      </p:sp>
      <p:sp>
        <p:nvSpPr>
          <p:cNvPr id="5" name="Espace réservé pour une image  5"/>
          <p:cNvSpPr>
            <a:spLocks noGrp="1"/>
          </p:cNvSpPr>
          <p:nvPr>
            <p:ph type="pic" sz="quarter" idx="11"/>
          </p:nvPr>
        </p:nvSpPr>
        <p:spPr>
          <a:xfrm>
            <a:off x="3603253" y="1022400"/>
            <a:ext cx="2940980" cy="4203700"/>
          </a:xfrm>
        </p:spPr>
        <p:txBody>
          <a:bodyPr anchor="ctr"/>
          <a:lstStyle>
            <a:lvl1pPr marL="0" indent="0" algn="ctr">
              <a:buFontTx/>
              <a:buNone/>
              <a:defRPr/>
            </a:lvl1pPr>
          </a:lstStyle>
          <a:p>
            <a:endParaRPr lang="fr-CA"/>
          </a:p>
        </p:txBody>
      </p:sp>
      <p:sp>
        <p:nvSpPr>
          <p:cNvPr id="8" name="Espace réservé pour une image  5"/>
          <p:cNvSpPr>
            <a:spLocks noGrp="1"/>
          </p:cNvSpPr>
          <p:nvPr>
            <p:ph type="pic" sz="quarter" idx="12"/>
          </p:nvPr>
        </p:nvSpPr>
        <p:spPr>
          <a:xfrm>
            <a:off x="6675576" y="1022400"/>
            <a:ext cx="2940980" cy="4203700"/>
          </a:xfrm>
        </p:spPr>
        <p:txBody>
          <a:bodyPr anchor="ctr"/>
          <a:lstStyle>
            <a:lvl1pPr marL="0" indent="0" algn="ctr">
              <a:buFontTx/>
              <a:buNone/>
              <a:defRPr/>
            </a:lvl1pPr>
          </a:lstStyle>
          <a:p>
            <a:endParaRPr lang="fr-CA"/>
          </a:p>
        </p:txBody>
      </p:sp>
      <p:sp>
        <p:nvSpPr>
          <p:cNvPr id="7" name="Titre 1"/>
          <p:cNvSpPr>
            <a:spLocks noGrp="1"/>
          </p:cNvSpPr>
          <p:nvPr>
            <p:ph type="title" hasCustomPrompt="1"/>
          </p:nvPr>
        </p:nvSpPr>
        <p:spPr>
          <a:xfrm>
            <a:off x="532000" y="481014"/>
            <a:ext cx="9096000" cy="411680"/>
          </a:xfrm>
        </p:spPr>
        <p:txBody>
          <a:bodyPr/>
          <a:lstStyle>
            <a:lvl1pPr>
              <a:defRPr sz="2000"/>
            </a:lvl1pPr>
          </a:lstStyle>
          <a:p>
            <a:r>
              <a:rPr lang="fr-FR"/>
              <a:t>Espace titre, sous-titre, légende…</a:t>
            </a:r>
            <a:endParaRPr lang="fr-CA"/>
          </a:p>
        </p:txBody>
      </p:sp>
      <p:sp>
        <p:nvSpPr>
          <p:cNvPr id="9" name="Espace réservé du texte 2"/>
          <p:cNvSpPr>
            <a:spLocks noGrp="1"/>
          </p:cNvSpPr>
          <p:nvPr>
            <p:ph type="body" sz="quarter" idx="16"/>
          </p:nvPr>
        </p:nvSpPr>
        <p:spPr>
          <a:xfrm>
            <a:off x="530926" y="4855538"/>
            <a:ext cx="2940983" cy="391829"/>
          </a:xfrm>
          <a:solidFill>
            <a:schemeClr val="accent2"/>
          </a:solidFill>
          <a:ln>
            <a:noFill/>
          </a:ln>
        </p:spPr>
        <p:txBody>
          <a:bodyPr anchor="ctr"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endParaRPr lang="fr-CA"/>
          </a:p>
        </p:txBody>
      </p:sp>
      <p:sp>
        <p:nvSpPr>
          <p:cNvPr id="10" name="Espace réservé du texte 2"/>
          <p:cNvSpPr>
            <a:spLocks noGrp="1"/>
          </p:cNvSpPr>
          <p:nvPr>
            <p:ph type="body" sz="quarter" idx="17" hasCustomPrompt="1"/>
          </p:nvPr>
        </p:nvSpPr>
        <p:spPr>
          <a:xfrm>
            <a:off x="3603247" y="4855537"/>
            <a:ext cx="2947837" cy="391829"/>
          </a:xfrm>
          <a:solidFill>
            <a:schemeClr val="accent2"/>
          </a:solidFill>
          <a:ln>
            <a:noFill/>
          </a:ln>
        </p:spPr>
        <p:txBody>
          <a:bodyPr anchor="ctr"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Ajoutez une légende</a:t>
            </a:r>
            <a:endParaRPr lang="fr-CA"/>
          </a:p>
        </p:txBody>
      </p:sp>
      <p:sp>
        <p:nvSpPr>
          <p:cNvPr id="11" name="Espace réservé du texte 2"/>
          <p:cNvSpPr>
            <a:spLocks noGrp="1"/>
          </p:cNvSpPr>
          <p:nvPr>
            <p:ph type="body" sz="quarter" idx="18" hasCustomPrompt="1"/>
          </p:nvPr>
        </p:nvSpPr>
        <p:spPr>
          <a:xfrm>
            <a:off x="6675574" y="4855536"/>
            <a:ext cx="2940983" cy="391829"/>
          </a:xfrm>
          <a:solidFill>
            <a:schemeClr val="accent2"/>
          </a:solidFill>
          <a:ln>
            <a:noFill/>
          </a:ln>
        </p:spPr>
        <p:txBody>
          <a:bodyPr anchor="ctr"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Ajoutez une légende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11469453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4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pour une image  5"/>
          <p:cNvSpPr>
            <a:spLocks noGrp="1"/>
          </p:cNvSpPr>
          <p:nvPr>
            <p:ph type="pic" sz="quarter" idx="10"/>
          </p:nvPr>
        </p:nvSpPr>
        <p:spPr>
          <a:xfrm>
            <a:off x="530930" y="1022402"/>
            <a:ext cx="4470311" cy="2032687"/>
          </a:xfrm>
        </p:spPr>
        <p:txBody>
          <a:bodyPr anchor="ctr"/>
          <a:lstStyle>
            <a:lvl1pPr marL="0" indent="0" algn="ctr">
              <a:buFontTx/>
              <a:buNone/>
              <a:defRPr/>
            </a:lvl1pPr>
          </a:lstStyle>
          <a:p>
            <a:endParaRPr lang="fr-CA"/>
          </a:p>
        </p:txBody>
      </p:sp>
      <p:sp>
        <p:nvSpPr>
          <p:cNvPr id="7" name="Titre 1"/>
          <p:cNvSpPr>
            <a:spLocks noGrp="1"/>
          </p:cNvSpPr>
          <p:nvPr>
            <p:ph type="title" hasCustomPrompt="1"/>
          </p:nvPr>
        </p:nvSpPr>
        <p:spPr>
          <a:xfrm>
            <a:off x="532000" y="481014"/>
            <a:ext cx="9096000" cy="411680"/>
          </a:xfrm>
        </p:spPr>
        <p:txBody>
          <a:bodyPr/>
          <a:lstStyle>
            <a:lvl1pPr>
              <a:defRPr sz="2000"/>
            </a:lvl1pPr>
          </a:lstStyle>
          <a:p>
            <a:r>
              <a:rPr lang="fr-FR"/>
              <a:t>Espace titre, sous-titre, légende…</a:t>
            </a:r>
            <a:endParaRPr lang="fr-CA"/>
          </a:p>
        </p:txBody>
      </p:sp>
      <p:sp>
        <p:nvSpPr>
          <p:cNvPr id="9" name="Espace réservé pour une image  5"/>
          <p:cNvSpPr>
            <a:spLocks noGrp="1"/>
          </p:cNvSpPr>
          <p:nvPr>
            <p:ph type="pic" sz="quarter" idx="13"/>
          </p:nvPr>
        </p:nvSpPr>
        <p:spPr>
          <a:xfrm>
            <a:off x="5150885" y="1022402"/>
            <a:ext cx="4477117" cy="2032687"/>
          </a:xfrm>
        </p:spPr>
        <p:txBody>
          <a:bodyPr anchor="ctr"/>
          <a:lstStyle>
            <a:lvl1pPr marL="0" indent="0" algn="ctr">
              <a:buFontTx/>
              <a:buNone/>
              <a:defRPr/>
            </a:lvl1pPr>
          </a:lstStyle>
          <a:p>
            <a:endParaRPr lang="fr-CA"/>
          </a:p>
        </p:txBody>
      </p:sp>
      <p:sp>
        <p:nvSpPr>
          <p:cNvPr id="20" name="Espace réservé pour une image  5"/>
          <p:cNvSpPr>
            <a:spLocks noGrp="1"/>
          </p:cNvSpPr>
          <p:nvPr>
            <p:ph type="pic" sz="quarter" idx="14"/>
          </p:nvPr>
        </p:nvSpPr>
        <p:spPr>
          <a:xfrm>
            <a:off x="530930" y="3207491"/>
            <a:ext cx="4470311" cy="2032687"/>
          </a:xfrm>
        </p:spPr>
        <p:txBody>
          <a:bodyPr anchor="ctr"/>
          <a:lstStyle>
            <a:lvl1pPr marL="0" indent="0" algn="ctr">
              <a:buFontTx/>
              <a:buNone/>
              <a:defRPr/>
            </a:lvl1pPr>
          </a:lstStyle>
          <a:p>
            <a:endParaRPr lang="fr-CA"/>
          </a:p>
        </p:txBody>
      </p:sp>
      <p:sp>
        <p:nvSpPr>
          <p:cNvPr id="21" name="Espace réservé pour une image  5"/>
          <p:cNvSpPr>
            <a:spLocks noGrp="1"/>
          </p:cNvSpPr>
          <p:nvPr>
            <p:ph type="pic" sz="quarter" idx="15"/>
          </p:nvPr>
        </p:nvSpPr>
        <p:spPr>
          <a:xfrm>
            <a:off x="5150885" y="3207490"/>
            <a:ext cx="4477117" cy="2032687"/>
          </a:xfrm>
        </p:spPr>
        <p:txBody>
          <a:bodyPr anchor="ctr"/>
          <a:lstStyle>
            <a:lvl1pPr marL="0" indent="0" algn="ctr">
              <a:buFontTx/>
              <a:buNone/>
              <a:defRPr/>
            </a:lvl1pPr>
          </a:lstStyle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65103445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, 4 images et légen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pour une image  5"/>
          <p:cNvSpPr>
            <a:spLocks noGrp="1"/>
          </p:cNvSpPr>
          <p:nvPr>
            <p:ph type="pic" sz="quarter" idx="10"/>
          </p:nvPr>
        </p:nvSpPr>
        <p:spPr>
          <a:xfrm>
            <a:off x="530930" y="1022402"/>
            <a:ext cx="4470311" cy="2032687"/>
          </a:xfrm>
        </p:spPr>
        <p:txBody>
          <a:bodyPr anchor="ctr"/>
          <a:lstStyle>
            <a:lvl1pPr marL="0" indent="0" algn="ctr">
              <a:buFontTx/>
              <a:buNone/>
              <a:defRPr/>
            </a:lvl1pPr>
          </a:lstStyle>
          <a:p>
            <a:endParaRPr lang="fr-CA"/>
          </a:p>
        </p:txBody>
      </p:sp>
      <p:sp>
        <p:nvSpPr>
          <p:cNvPr id="7" name="Titre 1"/>
          <p:cNvSpPr>
            <a:spLocks noGrp="1"/>
          </p:cNvSpPr>
          <p:nvPr>
            <p:ph type="title" hasCustomPrompt="1"/>
          </p:nvPr>
        </p:nvSpPr>
        <p:spPr>
          <a:xfrm>
            <a:off x="532000" y="481014"/>
            <a:ext cx="9096000" cy="411680"/>
          </a:xfrm>
        </p:spPr>
        <p:txBody>
          <a:bodyPr/>
          <a:lstStyle>
            <a:lvl1pPr>
              <a:defRPr sz="2000"/>
            </a:lvl1pPr>
          </a:lstStyle>
          <a:p>
            <a:r>
              <a:rPr lang="fr-FR"/>
              <a:t>Espace titre, sous-titre, légende…</a:t>
            </a:r>
            <a:endParaRPr lang="fr-CA"/>
          </a:p>
        </p:txBody>
      </p:sp>
      <p:sp>
        <p:nvSpPr>
          <p:cNvPr id="9" name="Espace réservé pour une image  5"/>
          <p:cNvSpPr>
            <a:spLocks noGrp="1"/>
          </p:cNvSpPr>
          <p:nvPr>
            <p:ph type="pic" sz="quarter" idx="13"/>
          </p:nvPr>
        </p:nvSpPr>
        <p:spPr>
          <a:xfrm>
            <a:off x="5150885" y="1022402"/>
            <a:ext cx="4477117" cy="2032687"/>
          </a:xfrm>
        </p:spPr>
        <p:txBody>
          <a:bodyPr anchor="ctr"/>
          <a:lstStyle>
            <a:lvl1pPr marL="0" indent="0" algn="ctr">
              <a:buFontTx/>
              <a:buNone/>
              <a:defRPr/>
            </a:lvl1pPr>
          </a:lstStyle>
          <a:p>
            <a:endParaRPr lang="fr-CA"/>
          </a:p>
        </p:txBody>
      </p:sp>
      <p:sp>
        <p:nvSpPr>
          <p:cNvPr id="20" name="Espace réservé pour une image  5"/>
          <p:cNvSpPr>
            <a:spLocks noGrp="1"/>
          </p:cNvSpPr>
          <p:nvPr>
            <p:ph type="pic" sz="quarter" idx="14"/>
          </p:nvPr>
        </p:nvSpPr>
        <p:spPr>
          <a:xfrm>
            <a:off x="530930" y="3207491"/>
            <a:ext cx="4470311" cy="2032687"/>
          </a:xfrm>
        </p:spPr>
        <p:txBody>
          <a:bodyPr anchor="ctr"/>
          <a:lstStyle>
            <a:lvl1pPr marL="0" indent="0" algn="ctr">
              <a:buFontTx/>
              <a:buNone/>
              <a:defRPr/>
            </a:lvl1pPr>
          </a:lstStyle>
          <a:p>
            <a:endParaRPr lang="fr-CA"/>
          </a:p>
        </p:txBody>
      </p:sp>
      <p:sp>
        <p:nvSpPr>
          <p:cNvPr id="21" name="Espace réservé pour une image  5"/>
          <p:cNvSpPr>
            <a:spLocks noGrp="1"/>
          </p:cNvSpPr>
          <p:nvPr>
            <p:ph type="pic" sz="quarter" idx="15"/>
          </p:nvPr>
        </p:nvSpPr>
        <p:spPr>
          <a:xfrm>
            <a:off x="5150885" y="3207490"/>
            <a:ext cx="4477117" cy="2032687"/>
          </a:xfrm>
        </p:spPr>
        <p:txBody>
          <a:bodyPr anchor="ctr"/>
          <a:lstStyle>
            <a:lvl1pPr marL="0" indent="0" algn="ctr">
              <a:buFontTx/>
              <a:buNone/>
              <a:defRPr/>
            </a:lvl1pPr>
          </a:lstStyle>
          <a:p>
            <a:endParaRPr lang="fr-CA"/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6" hasCustomPrompt="1"/>
          </p:nvPr>
        </p:nvSpPr>
        <p:spPr>
          <a:xfrm>
            <a:off x="530929" y="2650498"/>
            <a:ext cx="4467931" cy="404813"/>
          </a:xfrm>
          <a:solidFill>
            <a:schemeClr val="accent2"/>
          </a:solidFill>
          <a:ln>
            <a:noFill/>
          </a:ln>
        </p:spPr>
        <p:txBody>
          <a:bodyPr anchor="ctr"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Ajoutez une légende</a:t>
            </a:r>
            <a:endParaRPr lang="fr-CA"/>
          </a:p>
        </p:txBody>
      </p:sp>
      <p:sp>
        <p:nvSpPr>
          <p:cNvPr id="14" name="Espace réservé du texte 2"/>
          <p:cNvSpPr>
            <a:spLocks noGrp="1"/>
          </p:cNvSpPr>
          <p:nvPr>
            <p:ph type="body" sz="quarter" idx="17" hasCustomPrompt="1"/>
          </p:nvPr>
        </p:nvSpPr>
        <p:spPr>
          <a:xfrm>
            <a:off x="5148502" y="2650497"/>
            <a:ext cx="4467931" cy="404813"/>
          </a:xfrm>
          <a:solidFill>
            <a:schemeClr val="accent2"/>
          </a:solidFill>
          <a:ln>
            <a:noFill/>
          </a:ln>
        </p:spPr>
        <p:txBody>
          <a:bodyPr anchor="ctr"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Ajoutez une légende</a:t>
            </a:r>
            <a:endParaRPr lang="fr-CA"/>
          </a:p>
        </p:txBody>
      </p:sp>
      <p:sp>
        <p:nvSpPr>
          <p:cNvPr id="16" name="Espace réservé du texte 2"/>
          <p:cNvSpPr>
            <a:spLocks noGrp="1"/>
          </p:cNvSpPr>
          <p:nvPr>
            <p:ph type="body" sz="quarter" idx="18" hasCustomPrompt="1"/>
          </p:nvPr>
        </p:nvSpPr>
        <p:spPr>
          <a:xfrm>
            <a:off x="530929" y="4842454"/>
            <a:ext cx="4467931" cy="404813"/>
          </a:xfrm>
          <a:solidFill>
            <a:schemeClr val="accent2"/>
          </a:solidFill>
          <a:ln>
            <a:noFill/>
          </a:ln>
        </p:spPr>
        <p:txBody>
          <a:bodyPr anchor="ctr"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Ajoutez une légende</a:t>
            </a:r>
            <a:endParaRPr lang="fr-CA"/>
          </a:p>
        </p:txBody>
      </p:sp>
      <p:sp>
        <p:nvSpPr>
          <p:cNvPr id="17" name="Espace réservé du texte 2"/>
          <p:cNvSpPr>
            <a:spLocks noGrp="1"/>
          </p:cNvSpPr>
          <p:nvPr>
            <p:ph type="body" sz="quarter" idx="19" hasCustomPrompt="1"/>
          </p:nvPr>
        </p:nvSpPr>
        <p:spPr>
          <a:xfrm>
            <a:off x="5148502" y="4842453"/>
            <a:ext cx="4467931" cy="404813"/>
          </a:xfrm>
          <a:solidFill>
            <a:schemeClr val="accent2"/>
          </a:solidFill>
          <a:ln>
            <a:noFill/>
          </a:ln>
        </p:spPr>
        <p:txBody>
          <a:bodyPr anchor="ctr"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Ajoutez une légende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6406911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, 4 contenus et légen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Espace réservé du contenu 3"/>
          <p:cNvSpPr>
            <a:spLocks noGrp="1"/>
          </p:cNvSpPr>
          <p:nvPr>
            <p:ph sz="quarter" idx="22"/>
          </p:nvPr>
        </p:nvSpPr>
        <p:spPr>
          <a:xfrm>
            <a:off x="530932" y="3204153"/>
            <a:ext cx="4467930" cy="1657350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18" name="Espace réservé du contenu 3"/>
          <p:cNvSpPr>
            <a:spLocks noGrp="1"/>
          </p:cNvSpPr>
          <p:nvPr>
            <p:ph sz="quarter" idx="23"/>
          </p:nvPr>
        </p:nvSpPr>
        <p:spPr>
          <a:xfrm>
            <a:off x="5152029" y="3213678"/>
            <a:ext cx="4467930" cy="1657350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20"/>
          </p:nvPr>
        </p:nvSpPr>
        <p:spPr>
          <a:xfrm>
            <a:off x="530932" y="1022350"/>
            <a:ext cx="4467930" cy="1657350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13" name="Espace réservé du contenu 3"/>
          <p:cNvSpPr>
            <a:spLocks noGrp="1"/>
          </p:cNvSpPr>
          <p:nvPr>
            <p:ph sz="quarter" idx="21"/>
          </p:nvPr>
        </p:nvSpPr>
        <p:spPr>
          <a:xfrm>
            <a:off x="5141446" y="1012825"/>
            <a:ext cx="4467930" cy="1657350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7" name="Titre 1"/>
          <p:cNvSpPr>
            <a:spLocks noGrp="1"/>
          </p:cNvSpPr>
          <p:nvPr>
            <p:ph type="title" hasCustomPrompt="1"/>
          </p:nvPr>
        </p:nvSpPr>
        <p:spPr>
          <a:xfrm>
            <a:off x="532000" y="481014"/>
            <a:ext cx="9096000" cy="411680"/>
          </a:xfrm>
        </p:spPr>
        <p:txBody>
          <a:bodyPr/>
          <a:lstStyle>
            <a:lvl1pPr>
              <a:defRPr sz="2000"/>
            </a:lvl1pPr>
          </a:lstStyle>
          <a:p>
            <a:r>
              <a:rPr lang="fr-FR"/>
              <a:t>Espace titre, sous-titre, légende…</a:t>
            </a:r>
            <a:endParaRPr lang="fr-CA"/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6" hasCustomPrompt="1"/>
          </p:nvPr>
        </p:nvSpPr>
        <p:spPr>
          <a:xfrm>
            <a:off x="530929" y="2650498"/>
            <a:ext cx="4467931" cy="404813"/>
          </a:xfrm>
          <a:solidFill>
            <a:schemeClr val="accent2"/>
          </a:solidFill>
          <a:ln>
            <a:noFill/>
          </a:ln>
        </p:spPr>
        <p:txBody>
          <a:bodyPr anchor="ctr"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Ajoutez une légende</a:t>
            </a:r>
            <a:endParaRPr lang="fr-CA"/>
          </a:p>
        </p:txBody>
      </p:sp>
      <p:sp>
        <p:nvSpPr>
          <p:cNvPr id="14" name="Espace réservé du texte 2"/>
          <p:cNvSpPr>
            <a:spLocks noGrp="1"/>
          </p:cNvSpPr>
          <p:nvPr>
            <p:ph type="body" sz="quarter" idx="17" hasCustomPrompt="1"/>
          </p:nvPr>
        </p:nvSpPr>
        <p:spPr>
          <a:xfrm>
            <a:off x="5148502" y="2650497"/>
            <a:ext cx="4467931" cy="404813"/>
          </a:xfrm>
          <a:solidFill>
            <a:schemeClr val="accent2"/>
          </a:solidFill>
          <a:ln>
            <a:noFill/>
          </a:ln>
        </p:spPr>
        <p:txBody>
          <a:bodyPr anchor="ctr"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Ajoutez une légende</a:t>
            </a:r>
            <a:endParaRPr lang="fr-CA"/>
          </a:p>
        </p:txBody>
      </p:sp>
      <p:sp>
        <p:nvSpPr>
          <p:cNvPr id="16" name="Espace réservé du texte 2"/>
          <p:cNvSpPr>
            <a:spLocks noGrp="1"/>
          </p:cNvSpPr>
          <p:nvPr>
            <p:ph type="body" sz="quarter" idx="18" hasCustomPrompt="1"/>
          </p:nvPr>
        </p:nvSpPr>
        <p:spPr>
          <a:xfrm>
            <a:off x="530929" y="4842454"/>
            <a:ext cx="4467931" cy="404813"/>
          </a:xfrm>
          <a:solidFill>
            <a:schemeClr val="accent2"/>
          </a:solidFill>
          <a:ln>
            <a:noFill/>
          </a:ln>
        </p:spPr>
        <p:txBody>
          <a:bodyPr anchor="ctr"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Ajoutez une légende</a:t>
            </a:r>
            <a:endParaRPr lang="fr-CA"/>
          </a:p>
        </p:txBody>
      </p:sp>
      <p:sp>
        <p:nvSpPr>
          <p:cNvPr id="17" name="Espace réservé du texte 2"/>
          <p:cNvSpPr>
            <a:spLocks noGrp="1"/>
          </p:cNvSpPr>
          <p:nvPr>
            <p:ph type="body" sz="quarter" idx="19" hasCustomPrompt="1"/>
          </p:nvPr>
        </p:nvSpPr>
        <p:spPr>
          <a:xfrm>
            <a:off x="5148502" y="4842453"/>
            <a:ext cx="4467931" cy="404813"/>
          </a:xfrm>
          <a:solidFill>
            <a:schemeClr val="accent2"/>
          </a:solidFill>
          <a:ln>
            <a:noFill/>
          </a:ln>
        </p:spPr>
        <p:txBody>
          <a:bodyPr anchor="ctr"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Ajoutez une légende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792940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, texte et 2 image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space réservé du texte 4"/>
          <p:cNvSpPr>
            <a:spLocks noGrp="1"/>
          </p:cNvSpPr>
          <p:nvPr>
            <p:ph type="body" sz="quarter" idx="17"/>
          </p:nvPr>
        </p:nvSpPr>
        <p:spPr>
          <a:xfrm>
            <a:off x="530931" y="3208175"/>
            <a:ext cx="4469694" cy="2032000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16"/>
          </p:nvPr>
        </p:nvSpPr>
        <p:spPr>
          <a:xfrm>
            <a:off x="530933" y="1022350"/>
            <a:ext cx="4469694" cy="2032000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7" name="Titre 1"/>
          <p:cNvSpPr>
            <a:spLocks noGrp="1"/>
          </p:cNvSpPr>
          <p:nvPr>
            <p:ph type="title" hasCustomPrompt="1"/>
          </p:nvPr>
        </p:nvSpPr>
        <p:spPr>
          <a:xfrm>
            <a:off x="532000" y="481014"/>
            <a:ext cx="9096000" cy="411680"/>
          </a:xfrm>
        </p:spPr>
        <p:txBody>
          <a:bodyPr/>
          <a:lstStyle>
            <a:lvl1pPr>
              <a:defRPr sz="2000"/>
            </a:lvl1pPr>
          </a:lstStyle>
          <a:p>
            <a:r>
              <a:rPr lang="fr-FR"/>
              <a:t>Espace titre, sous-titre, légende…</a:t>
            </a:r>
            <a:endParaRPr lang="fr-CA"/>
          </a:p>
        </p:txBody>
      </p:sp>
      <p:sp>
        <p:nvSpPr>
          <p:cNvPr id="9" name="Espace réservé pour une image  5"/>
          <p:cNvSpPr>
            <a:spLocks noGrp="1"/>
          </p:cNvSpPr>
          <p:nvPr>
            <p:ph type="pic" sz="quarter" idx="13"/>
          </p:nvPr>
        </p:nvSpPr>
        <p:spPr>
          <a:xfrm>
            <a:off x="5150885" y="1022402"/>
            <a:ext cx="4477117" cy="2032687"/>
          </a:xfrm>
        </p:spPr>
        <p:txBody>
          <a:bodyPr anchor="ctr"/>
          <a:lstStyle>
            <a:lvl1pPr marL="0" indent="0" algn="ctr">
              <a:buFontTx/>
              <a:buNone/>
              <a:defRPr/>
            </a:lvl1pPr>
          </a:lstStyle>
          <a:p>
            <a:endParaRPr lang="fr-CA"/>
          </a:p>
        </p:txBody>
      </p:sp>
      <p:sp>
        <p:nvSpPr>
          <p:cNvPr id="21" name="Espace réservé pour une image  5"/>
          <p:cNvSpPr>
            <a:spLocks noGrp="1"/>
          </p:cNvSpPr>
          <p:nvPr>
            <p:ph type="pic" sz="quarter" idx="15"/>
          </p:nvPr>
        </p:nvSpPr>
        <p:spPr>
          <a:xfrm>
            <a:off x="5150885" y="3207490"/>
            <a:ext cx="4477117" cy="2032687"/>
          </a:xfrm>
        </p:spPr>
        <p:txBody>
          <a:bodyPr anchor="ctr"/>
          <a:lstStyle>
            <a:lvl1pPr marL="0" indent="0" algn="ctr">
              <a:buFontTx/>
              <a:buNone/>
              <a:defRPr/>
            </a:lvl1pPr>
          </a:lstStyle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63513515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, sous-titres 2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space réservé du contenu 2"/>
          <p:cNvSpPr>
            <a:spLocks noGrp="1"/>
          </p:cNvSpPr>
          <p:nvPr>
            <p:ph sz="half" idx="10"/>
          </p:nvPr>
        </p:nvSpPr>
        <p:spPr>
          <a:xfrm>
            <a:off x="531615" y="1558799"/>
            <a:ext cx="4463719" cy="3665638"/>
          </a:xfrm>
        </p:spPr>
        <p:txBody>
          <a:bodyPr>
            <a:normAutofit/>
          </a:bodyPr>
          <a:lstStyle>
            <a:lvl1pPr>
              <a:defRPr sz="1670"/>
            </a:lvl1pPr>
            <a:lvl2pPr>
              <a:defRPr sz="1670"/>
            </a:lvl2pPr>
            <a:lvl3pPr>
              <a:defRPr sz="1670"/>
            </a:lvl3pPr>
            <a:lvl4pPr>
              <a:defRPr sz="1670"/>
            </a:lvl4pPr>
            <a:lvl5pPr>
              <a:defRPr sz="167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32000" y="1025667"/>
            <a:ext cx="4465098" cy="533135"/>
          </a:xfrm>
        </p:spPr>
        <p:txBody>
          <a:bodyPr anchor="b">
            <a:noAutofit/>
          </a:bodyPr>
          <a:lstStyle>
            <a:lvl1pPr marL="0" indent="0">
              <a:buNone/>
              <a:defRPr sz="15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13" name="Titre 1"/>
          <p:cNvSpPr>
            <a:spLocks noGrp="1"/>
          </p:cNvSpPr>
          <p:nvPr>
            <p:ph type="title" hasCustomPrompt="1"/>
          </p:nvPr>
        </p:nvSpPr>
        <p:spPr>
          <a:xfrm>
            <a:off x="532000" y="481014"/>
            <a:ext cx="9096000" cy="411680"/>
          </a:xfrm>
        </p:spPr>
        <p:txBody>
          <a:bodyPr/>
          <a:lstStyle>
            <a:lvl1pPr>
              <a:defRPr sz="2000"/>
            </a:lvl1pPr>
          </a:lstStyle>
          <a:p>
            <a:r>
              <a:rPr lang="fr-FR"/>
              <a:t>Espace titre, sous-titre, légende…</a:t>
            </a:r>
            <a:endParaRPr lang="fr-CA"/>
          </a:p>
        </p:txBody>
      </p:sp>
      <p:sp>
        <p:nvSpPr>
          <p:cNvPr id="14" name="Espace réservé du contenu 2"/>
          <p:cNvSpPr>
            <a:spLocks noGrp="1"/>
          </p:cNvSpPr>
          <p:nvPr>
            <p:ph sz="half" idx="11"/>
          </p:nvPr>
        </p:nvSpPr>
        <p:spPr>
          <a:xfrm>
            <a:off x="5162517" y="1558799"/>
            <a:ext cx="4463719" cy="3665638"/>
          </a:xfrm>
        </p:spPr>
        <p:txBody>
          <a:bodyPr>
            <a:normAutofit/>
          </a:bodyPr>
          <a:lstStyle>
            <a:lvl1pPr>
              <a:defRPr sz="1670"/>
            </a:lvl1pPr>
            <a:lvl2pPr>
              <a:defRPr sz="1670"/>
            </a:lvl2pPr>
            <a:lvl3pPr>
              <a:defRPr sz="1670"/>
            </a:lvl3pPr>
            <a:lvl4pPr>
              <a:defRPr sz="1670"/>
            </a:lvl4pPr>
            <a:lvl5pPr>
              <a:defRPr sz="167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15" name="Espace réservé du texte 2"/>
          <p:cNvSpPr>
            <a:spLocks noGrp="1"/>
          </p:cNvSpPr>
          <p:nvPr>
            <p:ph type="body" idx="12"/>
          </p:nvPr>
        </p:nvSpPr>
        <p:spPr>
          <a:xfrm>
            <a:off x="5162902" y="1025667"/>
            <a:ext cx="4465098" cy="533135"/>
          </a:xfrm>
        </p:spPr>
        <p:txBody>
          <a:bodyPr anchor="b">
            <a:noAutofit/>
          </a:bodyPr>
          <a:lstStyle>
            <a:lvl1pPr marL="0" indent="0">
              <a:buNone/>
              <a:defRPr sz="15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62397758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, sous-titres 2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32000" y="1025667"/>
            <a:ext cx="4465098" cy="533135"/>
          </a:xfrm>
        </p:spPr>
        <p:txBody>
          <a:bodyPr anchor="b">
            <a:noAutofit/>
          </a:bodyPr>
          <a:lstStyle>
            <a:lvl1pPr marL="0" indent="0">
              <a:buNone/>
              <a:defRPr sz="15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13" name="Titre 1"/>
          <p:cNvSpPr>
            <a:spLocks noGrp="1"/>
          </p:cNvSpPr>
          <p:nvPr>
            <p:ph type="title" hasCustomPrompt="1"/>
          </p:nvPr>
        </p:nvSpPr>
        <p:spPr>
          <a:xfrm>
            <a:off x="532000" y="481014"/>
            <a:ext cx="9096000" cy="411680"/>
          </a:xfrm>
        </p:spPr>
        <p:txBody>
          <a:bodyPr/>
          <a:lstStyle>
            <a:lvl1pPr>
              <a:defRPr sz="2000"/>
            </a:lvl1pPr>
          </a:lstStyle>
          <a:p>
            <a:r>
              <a:rPr lang="fr-FR"/>
              <a:t>Espace titre, sous-titre, légende…</a:t>
            </a:r>
            <a:endParaRPr lang="fr-CA"/>
          </a:p>
        </p:txBody>
      </p:sp>
      <p:sp>
        <p:nvSpPr>
          <p:cNvPr id="15" name="Espace réservé du texte 2"/>
          <p:cNvSpPr>
            <a:spLocks noGrp="1"/>
          </p:cNvSpPr>
          <p:nvPr>
            <p:ph type="body" idx="12"/>
          </p:nvPr>
        </p:nvSpPr>
        <p:spPr>
          <a:xfrm>
            <a:off x="5162902" y="1025667"/>
            <a:ext cx="4465098" cy="533135"/>
          </a:xfrm>
        </p:spPr>
        <p:txBody>
          <a:bodyPr anchor="b">
            <a:noAutofit/>
          </a:bodyPr>
          <a:lstStyle>
            <a:lvl1pPr marL="0" indent="0">
              <a:buNone/>
              <a:defRPr sz="15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pour une image  3"/>
          <p:cNvSpPr>
            <a:spLocks noGrp="1"/>
          </p:cNvSpPr>
          <p:nvPr>
            <p:ph type="pic" sz="quarter" idx="13"/>
          </p:nvPr>
        </p:nvSpPr>
        <p:spPr>
          <a:xfrm>
            <a:off x="530932" y="1558925"/>
            <a:ext cx="4466167" cy="3665538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fr-CA"/>
          </a:p>
        </p:txBody>
      </p:sp>
      <p:sp>
        <p:nvSpPr>
          <p:cNvPr id="9" name="Espace réservé pour une image  3"/>
          <p:cNvSpPr>
            <a:spLocks noGrp="1"/>
          </p:cNvSpPr>
          <p:nvPr>
            <p:ph type="pic" sz="quarter" idx="14"/>
          </p:nvPr>
        </p:nvSpPr>
        <p:spPr>
          <a:xfrm>
            <a:off x="5166431" y="1558799"/>
            <a:ext cx="4461569" cy="3665538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4195032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, text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956000" y="1025667"/>
            <a:ext cx="5664000" cy="4198673"/>
          </a:xfrm>
        </p:spPr>
        <p:txBody>
          <a:bodyPr>
            <a:normAutofit/>
          </a:bodyPr>
          <a:lstStyle>
            <a:lvl1pPr>
              <a:defRPr sz="1670"/>
            </a:lvl1pPr>
            <a:lvl2pPr>
              <a:defRPr sz="1670"/>
            </a:lvl2pPr>
            <a:lvl3pPr>
              <a:defRPr sz="1670"/>
            </a:lvl3pPr>
            <a:lvl4pPr>
              <a:defRPr sz="1670"/>
            </a:lvl4pPr>
            <a:lvl5pPr>
              <a:defRPr sz="167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532000" y="1025667"/>
            <a:ext cx="3320000" cy="4198673"/>
          </a:xfrm>
        </p:spPr>
        <p:txBody>
          <a:bodyPr>
            <a:normAutofit/>
          </a:bodyPr>
          <a:lstStyle>
            <a:lvl1pPr marL="0" indent="0">
              <a:spcAft>
                <a:spcPts val="600"/>
              </a:spcAft>
              <a:buNone/>
              <a:defRPr sz="1500" b="0" cap="none" baseline="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11" name="Titre 1"/>
          <p:cNvSpPr>
            <a:spLocks noGrp="1"/>
          </p:cNvSpPr>
          <p:nvPr>
            <p:ph type="title" hasCustomPrompt="1"/>
          </p:nvPr>
        </p:nvSpPr>
        <p:spPr>
          <a:xfrm>
            <a:off x="532000" y="481014"/>
            <a:ext cx="9096000" cy="411680"/>
          </a:xfrm>
        </p:spPr>
        <p:txBody>
          <a:bodyPr/>
          <a:lstStyle>
            <a:lvl1pPr>
              <a:defRPr sz="2000"/>
            </a:lvl1pPr>
          </a:lstStyle>
          <a:p>
            <a:r>
              <a:rPr lang="fr-FR"/>
              <a:t>Espace titre, sous-titre, légende…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32051087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, texte e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pour une image  4"/>
          <p:cNvSpPr>
            <a:spLocks noGrp="1"/>
          </p:cNvSpPr>
          <p:nvPr>
            <p:ph type="pic" sz="quarter" idx="10"/>
          </p:nvPr>
        </p:nvSpPr>
        <p:spPr>
          <a:xfrm>
            <a:off x="3956405" y="1026000"/>
            <a:ext cx="5671597" cy="41976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fr-CA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532000" y="1025667"/>
            <a:ext cx="3320000" cy="4198673"/>
          </a:xfrm>
        </p:spPr>
        <p:txBody>
          <a:bodyPr>
            <a:normAutofit/>
          </a:bodyPr>
          <a:lstStyle>
            <a:lvl1pPr marL="0" indent="0">
              <a:buNone/>
              <a:defRPr sz="1500" b="0" cap="none" baseline="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11" name="Titre 1"/>
          <p:cNvSpPr>
            <a:spLocks noGrp="1"/>
          </p:cNvSpPr>
          <p:nvPr>
            <p:ph type="title" hasCustomPrompt="1"/>
          </p:nvPr>
        </p:nvSpPr>
        <p:spPr>
          <a:xfrm>
            <a:off x="532000" y="481014"/>
            <a:ext cx="9096000" cy="411680"/>
          </a:xfrm>
        </p:spPr>
        <p:txBody>
          <a:bodyPr/>
          <a:lstStyle>
            <a:lvl1pPr>
              <a:defRPr sz="2000"/>
            </a:lvl1pPr>
          </a:lstStyle>
          <a:p>
            <a:r>
              <a:rPr lang="fr-FR"/>
              <a:t>Espace titre, sous-titre, légende…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21312768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, sous-titre e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32000" y="1669073"/>
            <a:ext cx="9088000" cy="3556708"/>
          </a:xfrm>
        </p:spPr>
        <p:txBody>
          <a:bodyPr/>
          <a:lstStyle>
            <a:lvl1pPr marL="0" indent="0">
              <a:buNone/>
              <a:defRPr sz="167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fr-CA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532000" y="1026629"/>
            <a:ext cx="9088000" cy="522000"/>
          </a:xfrm>
        </p:spPr>
        <p:txBody>
          <a:bodyPr>
            <a:normAutofit/>
          </a:bodyPr>
          <a:lstStyle>
            <a:lvl1pPr marL="0" indent="0">
              <a:buNone/>
              <a:defRPr sz="1500" b="0" cap="none" baseline="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8" name="Titre 1"/>
          <p:cNvSpPr>
            <a:spLocks noGrp="1"/>
          </p:cNvSpPr>
          <p:nvPr>
            <p:ph type="title" hasCustomPrompt="1"/>
          </p:nvPr>
        </p:nvSpPr>
        <p:spPr>
          <a:xfrm>
            <a:off x="532000" y="481014"/>
            <a:ext cx="9096000" cy="411680"/>
          </a:xfrm>
        </p:spPr>
        <p:txBody>
          <a:bodyPr/>
          <a:lstStyle>
            <a:lvl1pPr>
              <a:defRPr sz="2000"/>
            </a:lvl1pPr>
          </a:lstStyle>
          <a:p>
            <a:r>
              <a:rPr lang="fr-FR"/>
              <a:t>Espace titre, sous-titre, légende…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35404971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Seul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re 1"/>
          <p:cNvSpPr>
            <a:spLocks noGrp="1"/>
          </p:cNvSpPr>
          <p:nvPr>
            <p:ph type="title" hasCustomPrompt="1"/>
          </p:nvPr>
        </p:nvSpPr>
        <p:spPr>
          <a:xfrm>
            <a:off x="532000" y="481014"/>
            <a:ext cx="9096000" cy="411680"/>
          </a:xfrm>
        </p:spPr>
        <p:txBody>
          <a:bodyPr/>
          <a:lstStyle>
            <a:lvl1pPr>
              <a:defRPr sz="2000"/>
            </a:lvl1pPr>
          </a:lstStyle>
          <a:p>
            <a:r>
              <a:rPr lang="fr-FR"/>
              <a:t>Espace titre, sous-titre, légende…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85914317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8055429" y="5131840"/>
            <a:ext cx="1959428" cy="5131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sz="1800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sz="quarter" idx="10"/>
          </p:nvPr>
        </p:nvSpPr>
        <p:spPr>
          <a:xfrm>
            <a:off x="1" y="0"/>
            <a:ext cx="10160000" cy="5715000"/>
          </a:xfrm>
        </p:spPr>
        <p:txBody>
          <a:bodyPr anchor="ctr"/>
          <a:lstStyle>
            <a:lvl1pPr marL="0" indent="0" algn="ctr">
              <a:buFontTx/>
              <a:buNone/>
              <a:defRPr/>
            </a:lvl1pPr>
          </a:lstStyle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452465484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 avec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25386413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 sans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7954730" y="5146161"/>
            <a:ext cx="1921736" cy="48200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sz="1800"/>
          </a:p>
        </p:txBody>
      </p:sp>
    </p:spTree>
    <p:extLst>
      <p:ext uri="{BB962C8B-B14F-4D97-AF65-F5344CB8AC3E}">
        <p14:creationId xmlns:p14="http://schemas.microsoft.com/office/powerpoint/2010/main" val="20536712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6.xml"/><Relationship Id="rId18" Type="http://schemas.openxmlformats.org/officeDocument/2006/relationships/slideLayout" Target="../slideLayouts/slideLayout31.xml"/><Relationship Id="rId26" Type="http://schemas.openxmlformats.org/officeDocument/2006/relationships/slideLayout" Target="../slideLayouts/slideLayout39.xml"/><Relationship Id="rId39" Type="http://schemas.openxmlformats.org/officeDocument/2006/relationships/slideLayout" Target="../slideLayouts/slideLayout52.xml"/><Relationship Id="rId21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47.xml"/><Relationship Id="rId42" Type="http://schemas.openxmlformats.org/officeDocument/2006/relationships/slideLayout" Target="../slideLayouts/slideLayout55.xml"/><Relationship Id="rId47" Type="http://schemas.openxmlformats.org/officeDocument/2006/relationships/slideLayout" Target="../slideLayouts/slideLayout60.xml"/><Relationship Id="rId50" Type="http://schemas.openxmlformats.org/officeDocument/2006/relationships/slideLayout" Target="../slideLayouts/slideLayout63.xml"/><Relationship Id="rId7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29.xml"/><Relationship Id="rId29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24.xml"/><Relationship Id="rId24" Type="http://schemas.openxmlformats.org/officeDocument/2006/relationships/slideLayout" Target="../slideLayouts/slideLayout37.xml"/><Relationship Id="rId32" Type="http://schemas.openxmlformats.org/officeDocument/2006/relationships/slideLayout" Target="../slideLayouts/slideLayout45.xml"/><Relationship Id="rId37" Type="http://schemas.openxmlformats.org/officeDocument/2006/relationships/slideLayout" Target="../slideLayouts/slideLayout50.xml"/><Relationship Id="rId40" Type="http://schemas.openxmlformats.org/officeDocument/2006/relationships/slideLayout" Target="../slideLayouts/slideLayout53.xml"/><Relationship Id="rId45" Type="http://schemas.openxmlformats.org/officeDocument/2006/relationships/slideLayout" Target="../slideLayouts/slideLayout58.xml"/><Relationship Id="rId53" Type="http://schemas.openxmlformats.org/officeDocument/2006/relationships/image" Target="../media/image1.emf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19" Type="http://schemas.openxmlformats.org/officeDocument/2006/relationships/slideLayout" Target="../slideLayouts/slideLayout32.xml"/><Relationship Id="rId31" Type="http://schemas.openxmlformats.org/officeDocument/2006/relationships/slideLayout" Target="../slideLayouts/slideLayout44.xml"/><Relationship Id="rId44" Type="http://schemas.openxmlformats.org/officeDocument/2006/relationships/slideLayout" Target="../slideLayouts/slideLayout57.xml"/><Relationship Id="rId52" Type="http://schemas.openxmlformats.org/officeDocument/2006/relationships/theme" Target="../theme/theme2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Relationship Id="rId22" Type="http://schemas.openxmlformats.org/officeDocument/2006/relationships/slideLayout" Target="../slideLayouts/slideLayout35.xml"/><Relationship Id="rId27" Type="http://schemas.openxmlformats.org/officeDocument/2006/relationships/slideLayout" Target="../slideLayouts/slideLayout40.xml"/><Relationship Id="rId30" Type="http://schemas.openxmlformats.org/officeDocument/2006/relationships/slideLayout" Target="../slideLayouts/slideLayout43.xml"/><Relationship Id="rId35" Type="http://schemas.openxmlformats.org/officeDocument/2006/relationships/slideLayout" Target="../slideLayouts/slideLayout48.xml"/><Relationship Id="rId43" Type="http://schemas.openxmlformats.org/officeDocument/2006/relationships/slideLayout" Target="../slideLayouts/slideLayout56.xml"/><Relationship Id="rId48" Type="http://schemas.openxmlformats.org/officeDocument/2006/relationships/slideLayout" Target="../slideLayouts/slideLayout61.xml"/><Relationship Id="rId8" Type="http://schemas.openxmlformats.org/officeDocument/2006/relationships/slideLayout" Target="../slideLayouts/slideLayout21.xml"/><Relationship Id="rId51" Type="http://schemas.openxmlformats.org/officeDocument/2006/relationships/slideLayout" Target="../slideLayouts/slideLayout64.xml"/><Relationship Id="rId3" Type="http://schemas.openxmlformats.org/officeDocument/2006/relationships/slideLayout" Target="../slideLayouts/slideLayout16.xml"/><Relationship Id="rId12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30.xml"/><Relationship Id="rId25" Type="http://schemas.openxmlformats.org/officeDocument/2006/relationships/slideLayout" Target="../slideLayouts/slideLayout38.xml"/><Relationship Id="rId33" Type="http://schemas.openxmlformats.org/officeDocument/2006/relationships/slideLayout" Target="../slideLayouts/slideLayout46.xml"/><Relationship Id="rId38" Type="http://schemas.openxmlformats.org/officeDocument/2006/relationships/slideLayout" Target="../slideLayouts/slideLayout51.xml"/><Relationship Id="rId46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33.xml"/><Relationship Id="rId41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5" Type="http://schemas.openxmlformats.org/officeDocument/2006/relationships/slideLayout" Target="../slideLayouts/slideLayout28.xml"/><Relationship Id="rId23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41.xml"/><Relationship Id="rId36" Type="http://schemas.openxmlformats.org/officeDocument/2006/relationships/slideLayout" Target="../slideLayouts/slideLayout49.xml"/><Relationship Id="rId49" Type="http://schemas.openxmlformats.org/officeDocument/2006/relationships/slideLayout" Target="../slideLayouts/slideLayout6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532000" y="485192"/>
            <a:ext cx="9096000" cy="827486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CA" noProof="0" dirty="0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32000" y="1517877"/>
            <a:ext cx="9096000" cy="32477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CA" noProof="0" dirty="0"/>
              <a:t>Cliquez pour modifier les styles du texte du masque</a:t>
            </a:r>
          </a:p>
          <a:p>
            <a:pPr lvl="1"/>
            <a:r>
              <a:rPr lang="fr-CA" noProof="0" dirty="0"/>
              <a:t>Deuxième niveau</a:t>
            </a:r>
          </a:p>
          <a:p>
            <a:pPr lvl="2"/>
            <a:r>
              <a:rPr lang="fr-CA" noProof="0" dirty="0"/>
              <a:t>Troisième niveau</a:t>
            </a:r>
          </a:p>
          <a:p>
            <a:pPr lvl="3"/>
            <a:r>
              <a:rPr lang="fr-CA" noProof="0" dirty="0"/>
              <a:t>Quatrième niveau</a:t>
            </a:r>
          </a:p>
          <a:p>
            <a:pPr lvl="4"/>
            <a:r>
              <a:rPr lang="fr-CA" noProof="0" dirty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544000" y="5384996"/>
            <a:ext cx="2370667" cy="136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0">
                <a:solidFill>
                  <a:schemeClr val="accent2"/>
                </a:solidFill>
              </a:defRPr>
            </a:lvl1pPr>
          </a:lstStyle>
          <a:p>
            <a:fld id="{98FD3BE9-B61A-496B-9E53-6BE29CAA7F7D}" type="datetime3">
              <a:rPr lang="fr-CA" noProof="0" smtClean="0"/>
              <a:pPr/>
              <a:t>26/02/16</a:t>
            </a:fld>
            <a:endParaRPr lang="fr-CA" noProof="0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471334" y="5384996"/>
            <a:ext cx="3217333" cy="136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0">
                <a:solidFill>
                  <a:schemeClr val="accent2"/>
                </a:solidFill>
              </a:defRPr>
            </a:lvl1pPr>
          </a:lstStyle>
          <a:p>
            <a:endParaRPr lang="fr-CA" noProof="0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9112000" y="5384996"/>
            <a:ext cx="516000" cy="136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0">
                <a:solidFill>
                  <a:schemeClr val="accent2"/>
                </a:solidFill>
              </a:defRPr>
            </a:lvl1pPr>
          </a:lstStyle>
          <a:p>
            <a:fld id="{77B8E65F-5E3F-4E73-B056-4D0181456FB2}" type="slidenum">
              <a:rPr lang="fr-CA" noProof="0" smtClean="0"/>
              <a:pPr/>
              <a:t>‹N°›</a:t>
            </a:fld>
            <a:endParaRPr lang="fr-CA" noProof="0" dirty="0"/>
          </a:p>
        </p:txBody>
      </p:sp>
      <p:pic>
        <p:nvPicPr>
          <p:cNvPr id="7" name="Image 6"/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1504" y="5032161"/>
            <a:ext cx="1711219" cy="21285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7" r:id="rId10"/>
    <p:sldLayoutId id="2147483668" r:id="rId11"/>
    <p:sldLayoutId id="2147483669" r:id="rId12"/>
    <p:sldLayoutId id="2147483670" r:id="rId13"/>
  </p:sldLayoutIdLst>
  <p:hf hdr="0"/>
  <p:txStyles>
    <p:titleStyle>
      <a:lvl1pPr algn="l" defTabSz="914400" rtl="0" eaLnBrk="1" latinLnBrk="0" hangingPunct="1">
        <a:spcBef>
          <a:spcPct val="0"/>
        </a:spcBef>
        <a:buNone/>
        <a:defRPr sz="26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154800" indent="-154800" algn="l" defTabSz="914400" rtl="0" eaLnBrk="1" latinLnBrk="0" hangingPunct="1">
        <a:spcBef>
          <a:spcPct val="20000"/>
        </a:spcBef>
        <a:buClr>
          <a:schemeClr val="accent2"/>
        </a:buClr>
        <a:buSzPct val="125000"/>
        <a:buFont typeface="Arial" pitchFamily="34" charset="0"/>
        <a:buChar char="•"/>
        <a:defRPr sz="1670" kern="1200">
          <a:solidFill>
            <a:schemeClr val="tx1"/>
          </a:solidFill>
          <a:latin typeface="+mn-lt"/>
          <a:ea typeface="+mn-ea"/>
          <a:cs typeface="+mn-cs"/>
        </a:defRPr>
      </a:lvl1pPr>
      <a:lvl2pPr marL="453600" indent="-154800" algn="l" defTabSz="914400" rtl="0" eaLnBrk="1" latinLnBrk="0" hangingPunct="1">
        <a:spcBef>
          <a:spcPct val="20000"/>
        </a:spcBef>
        <a:buClr>
          <a:schemeClr val="accent2"/>
        </a:buClr>
        <a:buSzPct val="125000"/>
        <a:buFont typeface="Arial" pitchFamily="34" charset="0"/>
        <a:buChar char="•"/>
        <a:defRPr sz="1670" kern="1200">
          <a:solidFill>
            <a:schemeClr val="tx1"/>
          </a:solidFill>
          <a:latin typeface="+mn-lt"/>
          <a:ea typeface="+mn-ea"/>
          <a:cs typeface="+mn-cs"/>
        </a:defRPr>
      </a:lvl2pPr>
      <a:lvl3pPr marL="752400" indent="-154800" algn="l" defTabSz="914400" rtl="0" eaLnBrk="1" latinLnBrk="0" hangingPunct="1">
        <a:spcBef>
          <a:spcPct val="20000"/>
        </a:spcBef>
        <a:buClr>
          <a:schemeClr val="accent2"/>
        </a:buClr>
        <a:buSzPct val="125000"/>
        <a:buFont typeface="Arial" pitchFamily="34" charset="0"/>
        <a:buChar char="•"/>
        <a:defRPr sz="1670" kern="1200">
          <a:solidFill>
            <a:schemeClr val="tx1"/>
          </a:solidFill>
          <a:latin typeface="+mn-lt"/>
          <a:ea typeface="+mn-ea"/>
          <a:cs typeface="+mn-cs"/>
        </a:defRPr>
      </a:lvl3pPr>
      <a:lvl4pPr marL="1047600" indent="-154800" algn="l" defTabSz="914400" rtl="0" eaLnBrk="1" latinLnBrk="0" hangingPunct="1">
        <a:spcBef>
          <a:spcPct val="20000"/>
        </a:spcBef>
        <a:buClr>
          <a:schemeClr val="accent2"/>
        </a:buClr>
        <a:buSzPct val="125000"/>
        <a:buFont typeface="Arial" pitchFamily="34" charset="0"/>
        <a:buChar char="•"/>
        <a:defRPr sz="1670" kern="1200">
          <a:solidFill>
            <a:schemeClr val="tx1"/>
          </a:solidFill>
          <a:latin typeface="+mn-lt"/>
          <a:ea typeface="+mn-ea"/>
          <a:cs typeface="+mn-cs"/>
        </a:defRPr>
      </a:lvl4pPr>
      <a:lvl5pPr marL="1346400" indent="-154800" algn="l" defTabSz="914400" rtl="0" eaLnBrk="1" latinLnBrk="0" hangingPunct="1">
        <a:spcBef>
          <a:spcPct val="20000"/>
        </a:spcBef>
        <a:buClr>
          <a:schemeClr val="accent2"/>
        </a:buClr>
        <a:buSzPct val="125000"/>
        <a:buFont typeface="Arial" pitchFamily="34" charset="0"/>
        <a:buChar char="•"/>
        <a:defRPr sz="167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532000" y="485192"/>
            <a:ext cx="9096000" cy="827486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CA" noProof="0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32000" y="1517877"/>
            <a:ext cx="9096000" cy="32477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CA" noProof="0"/>
              <a:t>Cliquez pour modifier les styles du texte du masque</a:t>
            </a:r>
          </a:p>
          <a:p>
            <a:pPr lvl="1"/>
            <a:r>
              <a:rPr lang="fr-CA" noProof="0"/>
              <a:t>Deuxième niveau</a:t>
            </a:r>
          </a:p>
          <a:p>
            <a:pPr lvl="2"/>
            <a:r>
              <a:rPr lang="fr-CA" noProof="0"/>
              <a:t>Troisième niveau</a:t>
            </a:r>
          </a:p>
          <a:p>
            <a:pPr lvl="3"/>
            <a:r>
              <a:rPr lang="fr-CA" noProof="0"/>
              <a:t>Quatrième niveau</a:t>
            </a:r>
          </a:p>
          <a:p>
            <a:pPr lvl="4"/>
            <a:r>
              <a:rPr lang="fr-CA" noProof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544000" y="5384996"/>
            <a:ext cx="2370667" cy="136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0">
                <a:solidFill>
                  <a:schemeClr val="accent2"/>
                </a:solidFill>
              </a:defRPr>
            </a:lvl1pPr>
          </a:lstStyle>
          <a:p>
            <a:fld id="{98FD3BE9-B61A-496B-9E53-6BE29CAA7F7D}" type="datetime3">
              <a:rPr lang="fr-CA" noProof="0" smtClean="0"/>
              <a:pPr/>
              <a:t>26/02/16</a:t>
            </a:fld>
            <a:endParaRPr lang="fr-CA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471334" y="5384996"/>
            <a:ext cx="3217333" cy="136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0">
                <a:solidFill>
                  <a:schemeClr val="accent2"/>
                </a:solidFill>
              </a:defRPr>
            </a:lvl1pPr>
          </a:lstStyle>
          <a:p>
            <a:endParaRPr lang="fr-CA" noProof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1871E43D-E7F2-44E6-A000-BCD74A086618}"/>
              </a:ext>
            </a:extLst>
          </p:cNvPr>
          <p:cNvPicPr>
            <a:picLocks noChangeAspect="1"/>
          </p:cNvPicPr>
          <p:nvPr userDrawn="1"/>
        </p:nvPicPr>
        <p:blipFill>
          <a:blip r:embed="rId5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1940" y="5342283"/>
            <a:ext cx="1452692" cy="200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0994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  <p:sldLayoutId id="2147483684" r:id="rId13"/>
    <p:sldLayoutId id="2147483685" r:id="rId14"/>
    <p:sldLayoutId id="2147483686" r:id="rId15"/>
    <p:sldLayoutId id="2147483687" r:id="rId16"/>
    <p:sldLayoutId id="2147483688" r:id="rId17"/>
    <p:sldLayoutId id="2147483689" r:id="rId18"/>
    <p:sldLayoutId id="2147483690" r:id="rId19"/>
    <p:sldLayoutId id="2147483691" r:id="rId20"/>
    <p:sldLayoutId id="2147483692" r:id="rId21"/>
    <p:sldLayoutId id="2147483693" r:id="rId22"/>
    <p:sldLayoutId id="2147483694" r:id="rId23"/>
    <p:sldLayoutId id="2147483695" r:id="rId24"/>
    <p:sldLayoutId id="2147483696" r:id="rId25"/>
    <p:sldLayoutId id="2147483697" r:id="rId26"/>
    <p:sldLayoutId id="2147483698" r:id="rId27"/>
    <p:sldLayoutId id="2147483699" r:id="rId28"/>
    <p:sldLayoutId id="2147483700" r:id="rId29"/>
    <p:sldLayoutId id="2147483701" r:id="rId30"/>
    <p:sldLayoutId id="2147483702" r:id="rId31"/>
    <p:sldLayoutId id="2147483703" r:id="rId32"/>
    <p:sldLayoutId id="2147483704" r:id="rId33"/>
    <p:sldLayoutId id="2147483705" r:id="rId34"/>
    <p:sldLayoutId id="2147483706" r:id="rId35"/>
    <p:sldLayoutId id="2147483707" r:id="rId36"/>
    <p:sldLayoutId id="2147483708" r:id="rId37"/>
    <p:sldLayoutId id="2147483709" r:id="rId38"/>
    <p:sldLayoutId id="2147483710" r:id="rId39"/>
    <p:sldLayoutId id="2147483711" r:id="rId40"/>
    <p:sldLayoutId id="2147483712" r:id="rId41"/>
    <p:sldLayoutId id="2147483713" r:id="rId42"/>
    <p:sldLayoutId id="2147483714" r:id="rId43"/>
    <p:sldLayoutId id="2147483715" r:id="rId44"/>
    <p:sldLayoutId id="2147483716" r:id="rId45"/>
    <p:sldLayoutId id="2147483717" r:id="rId46"/>
    <p:sldLayoutId id="2147483718" r:id="rId47"/>
    <p:sldLayoutId id="2147483719" r:id="rId48"/>
    <p:sldLayoutId id="2147483720" r:id="rId49"/>
    <p:sldLayoutId id="2147483721" r:id="rId50"/>
    <p:sldLayoutId id="2147483722" r:id="rId51"/>
  </p:sldLayoutIdLst>
  <p:hf hdr="0"/>
  <p:txStyles>
    <p:titleStyle>
      <a:lvl1pPr algn="l" defTabSz="914400" rtl="0" eaLnBrk="1" latinLnBrk="0" hangingPunct="1">
        <a:spcBef>
          <a:spcPct val="0"/>
        </a:spcBef>
        <a:buNone/>
        <a:defRPr sz="26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154800" indent="-154800" algn="l" defTabSz="914400" rtl="0" eaLnBrk="1" latinLnBrk="0" hangingPunct="1">
        <a:spcBef>
          <a:spcPct val="20000"/>
        </a:spcBef>
        <a:buClr>
          <a:schemeClr val="accent2"/>
        </a:buClr>
        <a:buSzPct val="125000"/>
        <a:buFont typeface="Arial" pitchFamily="34" charset="0"/>
        <a:buChar char="•"/>
        <a:defRPr sz="1670" kern="1200">
          <a:solidFill>
            <a:schemeClr val="tx1"/>
          </a:solidFill>
          <a:latin typeface="+mn-lt"/>
          <a:ea typeface="+mn-ea"/>
          <a:cs typeface="+mn-cs"/>
        </a:defRPr>
      </a:lvl1pPr>
      <a:lvl2pPr marL="453600" indent="-154800" algn="l" defTabSz="914400" rtl="0" eaLnBrk="1" latinLnBrk="0" hangingPunct="1">
        <a:spcBef>
          <a:spcPct val="20000"/>
        </a:spcBef>
        <a:buClr>
          <a:schemeClr val="accent2"/>
        </a:buClr>
        <a:buSzPct val="125000"/>
        <a:buFont typeface="Arial" pitchFamily="34" charset="0"/>
        <a:buChar char="•"/>
        <a:defRPr sz="1670" kern="1200">
          <a:solidFill>
            <a:schemeClr val="tx1"/>
          </a:solidFill>
          <a:latin typeface="+mn-lt"/>
          <a:ea typeface="+mn-ea"/>
          <a:cs typeface="+mn-cs"/>
        </a:defRPr>
      </a:lvl2pPr>
      <a:lvl3pPr marL="752400" indent="-154800" algn="l" defTabSz="914400" rtl="0" eaLnBrk="1" latinLnBrk="0" hangingPunct="1">
        <a:spcBef>
          <a:spcPct val="20000"/>
        </a:spcBef>
        <a:buClr>
          <a:schemeClr val="accent2"/>
        </a:buClr>
        <a:buSzPct val="125000"/>
        <a:buFont typeface="Arial" pitchFamily="34" charset="0"/>
        <a:buChar char="•"/>
        <a:defRPr sz="1670" kern="1200">
          <a:solidFill>
            <a:schemeClr val="tx1"/>
          </a:solidFill>
          <a:latin typeface="+mn-lt"/>
          <a:ea typeface="+mn-ea"/>
          <a:cs typeface="+mn-cs"/>
        </a:defRPr>
      </a:lvl3pPr>
      <a:lvl4pPr marL="1047600" indent="-154800" algn="l" defTabSz="914400" rtl="0" eaLnBrk="1" latinLnBrk="0" hangingPunct="1">
        <a:spcBef>
          <a:spcPct val="20000"/>
        </a:spcBef>
        <a:buClr>
          <a:schemeClr val="accent2"/>
        </a:buClr>
        <a:buSzPct val="125000"/>
        <a:buFont typeface="Arial" pitchFamily="34" charset="0"/>
        <a:buChar char="•"/>
        <a:defRPr sz="1670" kern="1200">
          <a:solidFill>
            <a:schemeClr val="tx1"/>
          </a:solidFill>
          <a:latin typeface="+mn-lt"/>
          <a:ea typeface="+mn-ea"/>
          <a:cs typeface="+mn-cs"/>
        </a:defRPr>
      </a:lvl4pPr>
      <a:lvl5pPr marL="1346400" indent="-154800" algn="l" defTabSz="914400" rtl="0" eaLnBrk="1" latinLnBrk="0" hangingPunct="1">
        <a:spcBef>
          <a:spcPct val="20000"/>
        </a:spcBef>
        <a:buClr>
          <a:schemeClr val="accent2"/>
        </a:buClr>
        <a:buSzPct val="125000"/>
        <a:buFont typeface="Arial" pitchFamily="34" charset="0"/>
        <a:buChar char="•"/>
        <a:defRPr sz="167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0.png"/><Relationship Id="rId5" Type="http://schemas.openxmlformats.org/officeDocument/2006/relationships/slide" Target="slide3.xml"/><Relationship Id="rId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9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CA" dirty="0"/>
              <a:t>OPER10500</a:t>
            </a:r>
            <a:br>
              <a:rPr lang="fr-CA" dirty="0"/>
            </a:br>
            <a:r>
              <a:rPr lang="fr-CA" dirty="0"/>
              <a:t>Gestion des opérations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fr-CA" dirty="0"/>
              <a:t>Plan des besoins-matières - PBM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4"/>
          </p:nvPr>
        </p:nvSpPr>
        <p:spPr>
          <a:xfrm>
            <a:off x="532000" y="5028295"/>
            <a:ext cx="5353729" cy="200055"/>
          </a:xfrm>
        </p:spPr>
        <p:txBody>
          <a:bodyPr/>
          <a:lstStyle/>
          <a:p>
            <a:r>
              <a:rPr lang="fr-CA" sz="1050" dirty="0"/>
              <a:t>© 2024 Département de gestion des opérations et de la logistique</a:t>
            </a:r>
          </a:p>
        </p:txBody>
      </p:sp>
    </p:spTree>
    <p:extLst>
      <p:ext uri="{BB962C8B-B14F-4D97-AF65-F5344CB8AC3E}">
        <p14:creationId xmlns:p14="http://schemas.microsoft.com/office/powerpoint/2010/main" val="18577569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Carte conceptuelle</a:t>
            </a:r>
          </a:p>
        </p:txBody>
      </p:sp>
      <p:pic>
        <p:nvPicPr>
          <p:cNvPr id="9" name="Image 8" descr="Une image contenant capture d’écran&#10;&#10;Description générée automatiquement">
            <a:extLst>
              <a:ext uri="{FF2B5EF4-FFF2-40B4-BE49-F238E27FC236}">
                <a16:creationId xmlns:a16="http://schemas.microsoft.com/office/drawing/2014/main" id="{8906C563-E5F2-4CC7-9AC3-305B64E401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8187" y="1395839"/>
            <a:ext cx="6404372" cy="3961223"/>
          </a:xfrm>
          <a:prstGeom prst="rect">
            <a:avLst/>
          </a:prstGeom>
        </p:spPr>
      </p:pic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5" name="Zoom de diapositive 4">
                <a:extLst>
                  <a:ext uri="{FF2B5EF4-FFF2-40B4-BE49-F238E27FC236}">
                    <a16:creationId xmlns:a16="http://schemas.microsoft.com/office/drawing/2014/main" id="{B200A033-4927-4640-B1A0-CB9C8AA2A32D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170516248"/>
                  </p:ext>
                </p:extLst>
              </p:nvPr>
            </p:nvGraphicFramePr>
            <p:xfrm>
              <a:off x="7312212" y="3816215"/>
              <a:ext cx="1860988" cy="1163118"/>
            </p:xfrm>
            <a:graphic>
              <a:graphicData uri="http://schemas.microsoft.com/office/powerpoint/2016/slidezoom">
                <pslz:sldZm>
                  <pslz:sldZmObj sldId="370" cId="2408717661">
                    <pslz:zmPr id="{BF7449AC-A085-4BFE-8DF0-B72E69BD5A60}" returnToParent="0" transitionDur="1000">
                      <p166:blipFill xmlns:p166="http://schemas.microsoft.com/office/powerpoint/2016/6/main">
                        <a:blip r:embed="rId4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860988" cy="1163118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5" name="Zoom de diapositive 4">
                <a:hlinkClick r:id="rId5" action="ppaction://hlinksldjump"/>
                <a:extLst>
                  <a:ext uri="{FF2B5EF4-FFF2-40B4-BE49-F238E27FC236}">
                    <a16:creationId xmlns:a16="http://schemas.microsoft.com/office/drawing/2014/main" id="{B200A033-4927-4640-B1A0-CB9C8AA2A32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312212" y="3816215"/>
                <a:ext cx="1860988" cy="1163118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692157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Carte conceptuelle</a:t>
            </a:r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4294967295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717" t="37849" r="13712" b="39886"/>
          <a:stretch/>
        </p:blipFill>
        <p:spPr>
          <a:xfrm>
            <a:off x="1159355" y="1877617"/>
            <a:ext cx="8150174" cy="1959769"/>
          </a:xfrm>
        </p:spPr>
      </p:pic>
    </p:spTree>
    <p:extLst>
      <p:ext uri="{BB962C8B-B14F-4D97-AF65-F5344CB8AC3E}">
        <p14:creationId xmlns:p14="http://schemas.microsoft.com/office/powerpoint/2010/main" val="24087176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3" name="AutoShape 3"/>
          <p:cNvSpPr>
            <a:spLocks noChangeArrowheads="1"/>
          </p:cNvSpPr>
          <p:nvPr/>
        </p:nvSpPr>
        <p:spPr bwMode="auto">
          <a:xfrm>
            <a:off x="3166904" y="1625120"/>
            <a:ext cx="1590675" cy="533400"/>
          </a:xfrm>
          <a:prstGeom prst="roundRect">
            <a:avLst>
              <a:gd name="adj" fmla="val 12495"/>
            </a:avLst>
          </a:prstGeom>
          <a:noFill/>
          <a:ln w="12700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fr-CA" sz="1350"/>
          </a:p>
        </p:txBody>
      </p:sp>
      <p:sp>
        <p:nvSpPr>
          <p:cNvPr id="291844" name="AutoShape 4"/>
          <p:cNvSpPr>
            <a:spLocks noChangeArrowheads="1"/>
          </p:cNvSpPr>
          <p:nvPr/>
        </p:nvSpPr>
        <p:spPr bwMode="auto">
          <a:xfrm>
            <a:off x="3166904" y="2510945"/>
            <a:ext cx="1590675" cy="476250"/>
          </a:xfrm>
          <a:prstGeom prst="roundRect">
            <a:avLst>
              <a:gd name="adj" fmla="val 12495"/>
            </a:avLst>
          </a:prstGeom>
          <a:noFill/>
          <a:ln w="12700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fr-CA" sz="1350"/>
          </a:p>
        </p:txBody>
      </p:sp>
      <p:sp>
        <p:nvSpPr>
          <p:cNvPr id="291845" name="AutoShape 5"/>
          <p:cNvSpPr>
            <a:spLocks noChangeArrowheads="1"/>
          </p:cNvSpPr>
          <p:nvPr/>
        </p:nvSpPr>
        <p:spPr bwMode="auto">
          <a:xfrm>
            <a:off x="2862104" y="3368196"/>
            <a:ext cx="2200275" cy="595313"/>
          </a:xfrm>
          <a:prstGeom prst="roundRect">
            <a:avLst>
              <a:gd name="adj" fmla="val 12495"/>
            </a:avLst>
          </a:prstGeom>
          <a:noFill/>
          <a:ln w="12700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fr-CA" sz="1350"/>
          </a:p>
        </p:txBody>
      </p:sp>
      <p:sp>
        <p:nvSpPr>
          <p:cNvPr id="291846" name="Rectangle 6"/>
          <p:cNvSpPr>
            <a:spLocks noChangeArrowheads="1"/>
          </p:cNvSpPr>
          <p:nvPr/>
        </p:nvSpPr>
        <p:spPr bwMode="auto">
          <a:xfrm>
            <a:off x="3787487" y="4382692"/>
            <a:ext cx="3640420" cy="7213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35719" tIns="14288" rIns="35719" bIns="14288">
            <a:spAutoFit/>
          </a:bodyPr>
          <a:lstStyle/>
          <a:p>
            <a:r>
              <a:rPr lang="fr-CH" sz="1500" b="1" dirty="0">
                <a:solidFill>
                  <a:schemeClr val="accent2"/>
                </a:solidFill>
              </a:rPr>
              <a:t>- Stocks en main</a:t>
            </a:r>
          </a:p>
          <a:p>
            <a:r>
              <a:rPr lang="fr-CH" sz="1500" b="1" dirty="0">
                <a:solidFill>
                  <a:schemeClr val="accent2"/>
                </a:solidFill>
              </a:rPr>
              <a:t>- Tailles de lot à respecter</a:t>
            </a:r>
          </a:p>
          <a:p>
            <a:r>
              <a:rPr lang="fr-CH" sz="1500" b="1" dirty="0">
                <a:solidFill>
                  <a:schemeClr val="accent2"/>
                </a:solidFill>
              </a:rPr>
              <a:t>- Délais de fabrication et de commande</a:t>
            </a:r>
          </a:p>
        </p:txBody>
      </p:sp>
      <p:sp>
        <p:nvSpPr>
          <p:cNvPr id="291847" name="AutoShape 7"/>
          <p:cNvSpPr>
            <a:spLocks/>
          </p:cNvSpPr>
          <p:nvPr/>
        </p:nvSpPr>
        <p:spPr bwMode="auto">
          <a:xfrm>
            <a:off x="3625294" y="4131386"/>
            <a:ext cx="114300" cy="1200150"/>
          </a:xfrm>
          <a:prstGeom prst="leftBrace">
            <a:avLst>
              <a:gd name="adj1" fmla="val 87500"/>
              <a:gd name="adj2" fmla="val 50000"/>
            </a:avLst>
          </a:prstGeom>
          <a:noFill/>
          <a:ln w="57150">
            <a:solidFill>
              <a:schemeClr val="accent2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eaLnBrk="1" hangingPunct="1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291848" name="AutoShape 8"/>
          <p:cNvSpPr>
            <a:spLocks noChangeArrowheads="1"/>
          </p:cNvSpPr>
          <p:nvPr/>
        </p:nvSpPr>
        <p:spPr bwMode="auto">
          <a:xfrm>
            <a:off x="1719103" y="3171743"/>
            <a:ext cx="1257300" cy="1117997"/>
          </a:xfrm>
          <a:prstGeom prst="flowChartMagneticDisk">
            <a:avLst/>
          </a:prstGeom>
          <a:solidFill>
            <a:srgbClr val="FFFF99"/>
          </a:solidFill>
          <a:ln w="28575">
            <a:solidFill>
              <a:srgbClr val="0A1BFF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eaLnBrk="1" hangingPunct="1"/>
            <a:r>
              <a:rPr lang="fr-CH" sz="1350" b="1"/>
              <a:t>Fichier maître</a:t>
            </a:r>
          </a:p>
          <a:p>
            <a:pPr algn="ctr" eaLnBrk="1" hangingPunct="1"/>
            <a:r>
              <a:rPr lang="fr-CH" sz="1350" b="1"/>
              <a:t>des produits</a:t>
            </a:r>
            <a:endParaRPr lang="fr-CA" sz="1350" b="1"/>
          </a:p>
        </p:txBody>
      </p:sp>
      <p:sp>
        <p:nvSpPr>
          <p:cNvPr id="291849" name="AutoShape 9"/>
          <p:cNvSpPr>
            <a:spLocks noChangeArrowheads="1"/>
          </p:cNvSpPr>
          <p:nvPr/>
        </p:nvSpPr>
        <p:spPr bwMode="auto">
          <a:xfrm>
            <a:off x="1719103" y="2276393"/>
            <a:ext cx="1257300" cy="813197"/>
          </a:xfrm>
          <a:prstGeom prst="flowChartMagneticDisk">
            <a:avLst/>
          </a:prstGeom>
          <a:noFill/>
          <a:ln w="28575">
            <a:solidFill>
              <a:srgbClr val="0A1BFF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eaLnBrk="1" hangingPunct="1"/>
            <a:r>
              <a:rPr lang="fr-CH" sz="1350" b="1"/>
              <a:t>Prévisions de </a:t>
            </a:r>
          </a:p>
          <a:p>
            <a:pPr algn="ctr" eaLnBrk="1" hangingPunct="1"/>
            <a:r>
              <a:rPr lang="fr-CH" sz="1350" b="1"/>
              <a:t>la demande</a:t>
            </a:r>
            <a:endParaRPr lang="fr-CA" sz="1350" b="1"/>
          </a:p>
        </p:txBody>
      </p:sp>
      <p:sp>
        <p:nvSpPr>
          <p:cNvPr id="291850" name="AutoShape 10"/>
          <p:cNvSpPr>
            <a:spLocks noChangeArrowheads="1"/>
          </p:cNvSpPr>
          <p:nvPr/>
        </p:nvSpPr>
        <p:spPr bwMode="auto">
          <a:xfrm>
            <a:off x="6275627" y="2275203"/>
            <a:ext cx="1398985" cy="813197"/>
          </a:xfrm>
          <a:prstGeom prst="flowChartMagneticDisk">
            <a:avLst/>
          </a:prstGeom>
          <a:noFill/>
          <a:ln w="28575">
            <a:solidFill>
              <a:srgbClr val="0A1BFF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eaLnBrk="1" hangingPunct="1"/>
            <a:r>
              <a:rPr lang="fr-CH" sz="1350" b="1"/>
              <a:t>Commandes</a:t>
            </a:r>
            <a:endParaRPr lang="fr-CA" sz="1350" b="1"/>
          </a:p>
          <a:p>
            <a:pPr algn="ctr" eaLnBrk="1" hangingPunct="1"/>
            <a:r>
              <a:rPr lang="fr-CA" sz="1350" b="1"/>
              <a:t>clients</a:t>
            </a:r>
          </a:p>
        </p:txBody>
      </p:sp>
      <p:sp>
        <p:nvSpPr>
          <p:cNvPr id="291851" name="AutoShape 11"/>
          <p:cNvSpPr>
            <a:spLocks noChangeArrowheads="1"/>
          </p:cNvSpPr>
          <p:nvPr/>
        </p:nvSpPr>
        <p:spPr bwMode="auto">
          <a:xfrm>
            <a:off x="6275627" y="3321762"/>
            <a:ext cx="1398985" cy="813197"/>
          </a:xfrm>
          <a:prstGeom prst="flowChartMagneticDisk">
            <a:avLst/>
          </a:prstGeom>
          <a:solidFill>
            <a:srgbClr val="FFFF99"/>
          </a:solidFill>
          <a:ln w="28575">
            <a:solidFill>
              <a:srgbClr val="0A1BFF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eaLnBrk="1" hangingPunct="1"/>
            <a:r>
              <a:rPr lang="fr-CH" sz="1350" b="1"/>
              <a:t>Nomenclatures</a:t>
            </a:r>
          </a:p>
          <a:p>
            <a:pPr algn="ctr" eaLnBrk="1" hangingPunct="1"/>
            <a:r>
              <a:rPr lang="fr-CH" sz="1350" b="1"/>
              <a:t>des produits</a:t>
            </a:r>
            <a:endParaRPr lang="fr-CA" sz="1350" b="1"/>
          </a:p>
        </p:txBody>
      </p:sp>
      <p:sp>
        <p:nvSpPr>
          <p:cNvPr id="291852" name="Rectangle 12"/>
          <p:cNvSpPr>
            <a:spLocks noChangeArrowheads="1"/>
          </p:cNvSpPr>
          <p:nvPr/>
        </p:nvSpPr>
        <p:spPr bwMode="auto">
          <a:xfrm>
            <a:off x="3881278" y="3468207"/>
            <a:ext cx="1714500" cy="520304"/>
          </a:xfrm>
          <a:prstGeom prst="rect">
            <a:avLst/>
          </a:prstGeom>
          <a:solidFill>
            <a:schemeClr val="accent1"/>
          </a:solidFill>
          <a:ln w="38100">
            <a:solidFill>
              <a:srgbClr val="FF000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eaLnBrk="1" hangingPunct="1"/>
            <a:r>
              <a:rPr lang="fr-CA" sz="1500" b="1"/>
              <a:t>Planification des </a:t>
            </a:r>
          </a:p>
          <a:p>
            <a:pPr algn="ctr" eaLnBrk="1" hangingPunct="1"/>
            <a:r>
              <a:rPr lang="fr-CA" sz="1500" b="1"/>
              <a:t>besoins matières</a:t>
            </a:r>
          </a:p>
        </p:txBody>
      </p:sp>
      <p:sp>
        <p:nvSpPr>
          <p:cNvPr id="291853" name="Rectangle 13"/>
          <p:cNvSpPr>
            <a:spLocks noChangeArrowheads="1"/>
          </p:cNvSpPr>
          <p:nvPr/>
        </p:nvSpPr>
        <p:spPr bwMode="auto">
          <a:xfrm>
            <a:off x="3881278" y="2421650"/>
            <a:ext cx="1714500" cy="520303"/>
          </a:xfrm>
          <a:prstGeom prst="rect">
            <a:avLst/>
          </a:prstGeom>
          <a:solidFill>
            <a:srgbClr val="FFFF99"/>
          </a:solidFill>
          <a:ln w="28575">
            <a:solidFill>
              <a:srgbClr val="0A1BFF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eaLnBrk="1" hangingPunct="1"/>
            <a:r>
              <a:rPr lang="fr-CA" sz="1500" b="1"/>
              <a:t>Planification </a:t>
            </a:r>
          </a:p>
          <a:p>
            <a:pPr algn="ctr" eaLnBrk="1" hangingPunct="1"/>
            <a:r>
              <a:rPr lang="fr-CA" sz="1500" b="1"/>
              <a:t>détaillée</a:t>
            </a:r>
          </a:p>
        </p:txBody>
      </p:sp>
      <p:sp>
        <p:nvSpPr>
          <p:cNvPr id="291854" name="Rectangle 14"/>
          <p:cNvSpPr>
            <a:spLocks noChangeArrowheads="1"/>
          </p:cNvSpPr>
          <p:nvPr/>
        </p:nvSpPr>
        <p:spPr bwMode="auto">
          <a:xfrm>
            <a:off x="3881278" y="1553682"/>
            <a:ext cx="1714500" cy="520304"/>
          </a:xfrm>
          <a:prstGeom prst="rect">
            <a:avLst/>
          </a:prstGeom>
          <a:solidFill>
            <a:srgbClr val="99FF99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eaLnBrk="1" hangingPunct="1"/>
            <a:r>
              <a:rPr lang="fr-CA" sz="1500" b="1"/>
              <a:t>Planification </a:t>
            </a:r>
          </a:p>
          <a:p>
            <a:pPr algn="ctr" eaLnBrk="1" hangingPunct="1"/>
            <a:r>
              <a:rPr lang="fr-CA" sz="1500" b="1"/>
              <a:t>intégrée</a:t>
            </a:r>
          </a:p>
        </p:txBody>
      </p:sp>
      <p:cxnSp>
        <p:nvCxnSpPr>
          <p:cNvPr id="291855" name="AutoShape 15"/>
          <p:cNvCxnSpPr>
            <a:cxnSpLocks noChangeShapeType="1"/>
            <a:stCxn id="291854" idx="2"/>
            <a:endCxn id="291853" idx="0"/>
          </p:cNvCxnSpPr>
          <p:nvPr/>
        </p:nvCxnSpPr>
        <p:spPr bwMode="auto">
          <a:xfrm>
            <a:off x="4738528" y="2073987"/>
            <a:ext cx="0" cy="336947"/>
          </a:xfrm>
          <a:prstGeom prst="straightConnector1">
            <a:avLst/>
          </a:prstGeom>
          <a:noFill/>
          <a:ln w="76200">
            <a:solidFill>
              <a:srgbClr val="0A1BFF"/>
            </a:solidFill>
            <a:round/>
            <a:headEnd type="none" w="sm" len="sm"/>
            <a:tailEnd type="triangle" w="med" len="med"/>
          </a:ln>
          <a:effectLst/>
        </p:spPr>
      </p:cxnSp>
      <p:cxnSp>
        <p:nvCxnSpPr>
          <p:cNvPr id="291856" name="AutoShape 16"/>
          <p:cNvCxnSpPr>
            <a:cxnSpLocks noChangeShapeType="1"/>
            <a:stCxn id="291853" idx="2"/>
            <a:endCxn id="291852" idx="0"/>
          </p:cNvCxnSpPr>
          <p:nvPr/>
        </p:nvCxnSpPr>
        <p:spPr bwMode="auto">
          <a:xfrm>
            <a:off x="4738528" y="2952669"/>
            <a:ext cx="0" cy="501253"/>
          </a:xfrm>
          <a:prstGeom prst="straightConnector1">
            <a:avLst/>
          </a:prstGeom>
          <a:noFill/>
          <a:ln w="76200">
            <a:solidFill>
              <a:srgbClr val="FF0000"/>
            </a:solidFill>
            <a:round/>
            <a:headEnd type="none" w="sm" len="sm"/>
            <a:tailEnd type="triangle" w="med" len="med"/>
          </a:ln>
          <a:effectLst/>
        </p:spPr>
      </p:cxnSp>
      <p:cxnSp>
        <p:nvCxnSpPr>
          <p:cNvPr id="291857" name="AutoShape 17"/>
          <p:cNvCxnSpPr>
            <a:cxnSpLocks noChangeShapeType="1"/>
            <a:stCxn id="291849" idx="4"/>
            <a:endCxn id="291853" idx="1"/>
          </p:cNvCxnSpPr>
          <p:nvPr/>
        </p:nvCxnSpPr>
        <p:spPr bwMode="auto">
          <a:xfrm flipV="1">
            <a:off x="2987120" y="2682396"/>
            <a:ext cx="883444" cy="1191"/>
          </a:xfrm>
          <a:prstGeom prst="straightConnector1">
            <a:avLst/>
          </a:prstGeom>
          <a:noFill/>
          <a:ln w="76200">
            <a:solidFill>
              <a:srgbClr val="0A1BFF"/>
            </a:solidFill>
            <a:round/>
            <a:headEnd type="none" w="sm" len="sm"/>
            <a:tailEnd type="triangle" w="med" len="med"/>
          </a:ln>
          <a:effectLst/>
        </p:spPr>
      </p:cxnSp>
      <p:cxnSp>
        <p:nvCxnSpPr>
          <p:cNvPr id="291858" name="AutoShape 18"/>
          <p:cNvCxnSpPr>
            <a:cxnSpLocks noChangeShapeType="1"/>
            <a:stCxn id="291848" idx="4"/>
            <a:endCxn id="291852" idx="1"/>
          </p:cNvCxnSpPr>
          <p:nvPr/>
        </p:nvCxnSpPr>
        <p:spPr bwMode="auto">
          <a:xfrm flipV="1">
            <a:off x="2987120" y="3728957"/>
            <a:ext cx="879872" cy="2381"/>
          </a:xfrm>
          <a:prstGeom prst="straightConnector1">
            <a:avLst/>
          </a:prstGeom>
          <a:noFill/>
          <a:ln w="76200">
            <a:solidFill>
              <a:srgbClr val="FF0000"/>
            </a:solidFill>
            <a:round/>
            <a:headEnd type="none" w="sm" len="sm"/>
            <a:tailEnd type="triangle" w="med" len="med"/>
          </a:ln>
          <a:effectLst/>
        </p:spPr>
      </p:cxnSp>
      <p:cxnSp>
        <p:nvCxnSpPr>
          <p:cNvPr id="291859" name="AutoShape 19"/>
          <p:cNvCxnSpPr>
            <a:cxnSpLocks noChangeShapeType="1"/>
            <a:stCxn id="291850" idx="2"/>
            <a:endCxn id="291853" idx="3"/>
          </p:cNvCxnSpPr>
          <p:nvPr/>
        </p:nvCxnSpPr>
        <p:spPr bwMode="auto">
          <a:xfrm flipH="1">
            <a:off x="5606494" y="2682395"/>
            <a:ext cx="658416" cy="0"/>
          </a:xfrm>
          <a:prstGeom prst="straightConnector1">
            <a:avLst/>
          </a:prstGeom>
          <a:noFill/>
          <a:ln w="76200">
            <a:solidFill>
              <a:srgbClr val="0A1BFF"/>
            </a:solidFill>
            <a:round/>
            <a:headEnd type="none" w="sm" len="sm"/>
            <a:tailEnd type="triangle" w="med" len="med"/>
          </a:ln>
          <a:effectLst/>
        </p:spPr>
      </p:cxnSp>
      <p:cxnSp>
        <p:nvCxnSpPr>
          <p:cNvPr id="291860" name="AutoShape 20"/>
          <p:cNvCxnSpPr>
            <a:cxnSpLocks noChangeShapeType="1"/>
            <a:stCxn id="291851" idx="2"/>
            <a:endCxn id="291852" idx="3"/>
          </p:cNvCxnSpPr>
          <p:nvPr/>
        </p:nvCxnSpPr>
        <p:spPr bwMode="auto">
          <a:xfrm flipH="1">
            <a:off x="5610067" y="3728955"/>
            <a:ext cx="654844" cy="0"/>
          </a:xfrm>
          <a:prstGeom prst="straightConnector1">
            <a:avLst/>
          </a:prstGeom>
          <a:noFill/>
          <a:ln w="76200">
            <a:solidFill>
              <a:srgbClr val="FF0000"/>
            </a:solidFill>
            <a:round/>
            <a:headEnd type="none" w="sm" len="sm"/>
            <a:tailEnd type="triangle" w="med" len="med"/>
          </a:ln>
          <a:effectLst/>
        </p:spPr>
      </p:cxnSp>
      <p:cxnSp>
        <p:nvCxnSpPr>
          <p:cNvPr id="291861" name="AutoShape 21"/>
          <p:cNvCxnSpPr>
            <a:cxnSpLocks noChangeShapeType="1"/>
          </p:cNvCxnSpPr>
          <p:nvPr/>
        </p:nvCxnSpPr>
        <p:spPr bwMode="auto">
          <a:xfrm rot="16200000" flipH="1">
            <a:off x="2739470" y="3883737"/>
            <a:ext cx="441722" cy="1277540"/>
          </a:xfrm>
          <a:prstGeom prst="bentConnector2">
            <a:avLst/>
          </a:prstGeom>
          <a:noFill/>
          <a:ln w="38100">
            <a:solidFill>
              <a:srgbClr val="0A1BFF"/>
            </a:solidFill>
            <a:miter lim="800000"/>
            <a:headEnd type="none" w="sm" len="sm"/>
            <a:tailEnd type="triangle" w="lg" len="med"/>
          </a:ln>
          <a:effectLst/>
        </p:spPr>
      </p:cxnSp>
      <p:cxnSp>
        <p:nvCxnSpPr>
          <p:cNvPr id="291862" name="AutoShape 22"/>
          <p:cNvCxnSpPr>
            <a:cxnSpLocks noChangeShapeType="1"/>
            <a:stCxn id="291849" idx="4"/>
            <a:endCxn id="291854" idx="1"/>
          </p:cNvCxnSpPr>
          <p:nvPr/>
        </p:nvCxnSpPr>
        <p:spPr bwMode="auto">
          <a:xfrm flipV="1">
            <a:off x="2987120" y="1814431"/>
            <a:ext cx="894160" cy="869156"/>
          </a:xfrm>
          <a:prstGeom prst="bentConnector3">
            <a:avLst>
              <a:gd name="adj1" fmla="val 49403"/>
            </a:avLst>
          </a:prstGeom>
          <a:noFill/>
          <a:ln w="76200">
            <a:solidFill>
              <a:srgbClr val="0A1BFF"/>
            </a:solidFill>
            <a:miter lim="800000"/>
            <a:headEnd type="none" w="sm" len="sm"/>
            <a:tailEnd type="triangle" w="med" len="med"/>
          </a:ln>
          <a:effectLst/>
        </p:spPr>
      </p:cxnSp>
      <p:cxnSp>
        <p:nvCxnSpPr>
          <p:cNvPr id="291863" name="AutoShape 23"/>
          <p:cNvCxnSpPr>
            <a:cxnSpLocks noChangeShapeType="1"/>
            <a:stCxn id="291848" idx="4"/>
            <a:endCxn id="291853" idx="1"/>
          </p:cNvCxnSpPr>
          <p:nvPr/>
        </p:nvCxnSpPr>
        <p:spPr bwMode="auto">
          <a:xfrm flipV="1">
            <a:off x="2987120" y="2682396"/>
            <a:ext cx="883444" cy="1048941"/>
          </a:xfrm>
          <a:prstGeom prst="straightConnector1">
            <a:avLst/>
          </a:prstGeom>
          <a:noFill/>
          <a:ln w="76200">
            <a:solidFill>
              <a:srgbClr val="FF0000"/>
            </a:solidFill>
            <a:round/>
            <a:headEnd type="none" w="sm" len="sm"/>
            <a:tailEnd type="triangle" w="med" len="med"/>
          </a:ln>
          <a:effectLst/>
        </p:spPr>
      </p:cxnSp>
      <p:sp>
        <p:nvSpPr>
          <p:cNvPr id="2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Planification des besoins matières : Structure de l’information et intrants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0D92E51-8A35-C588-8325-D88C19F01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La nomenclature – Structure de produit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3BB9CF91-FE63-9C44-890D-2071E0DD7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 noProof="0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FAF77FF-9833-EBE1-23DA-7E5F552B8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8E65F-5E3F-4E73-B056-4D0181456FB2}" type="slidenum">
              <a:rPr lang="fr-CA" noProof="0" smtClean="0"/>
              <a:pPr/>
              <a:t>5</a:t>
            </a:fld>
            <a:endParaRPr lang="fr-CA" noProof="0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B6C6E652-751F-C472-B5D7-42A99A68CF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38" y="1669276"/>
            <a:ext cx="3660508" cy="2426774"/>
          </a:xfrm>
          <a:prstGeom prst="rect">
            <a:avLst/>
          </a:prstGeom>
          <a:effectLst>
            <a:softEdge rad="0"/>
          </a:effectLst>
        </p:spPr>
      </p:pic>
      <p:sp>
        <p:nvSpPr>
          <p:cNvPr id="8" name="Text Box 15">
            <a:extLst>
              <a:ext uri="{FF2B5EF4-FFF2-40B4-BE49-F238E27FC236}">
                <a16:creationId xmlns:a16="http://schemas.microsoft.com/office/drawing/2014/main" id="{0327506D-9477-8CC7-0FC8-CACE19CD7F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1794" y="3627588"/>
            <a:ext cx="1045104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75000"/>
              <a:buFont typeface="Arial" panose="020B0604020202020204" pitchFamily="34" charset="0"/>
              <a:buChar char="●"/>
              <a:defRPr sz="2400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009C9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185FA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SzTx/>
              <a:buFontTx/>
              <a:buNone/>
            </a:pPr>
            <a:r>
              <a:rPr lang="fr-CA" altLang="fr-FR" sz="1500" dirty="0">
                <a:solidFill>
                  <a:schemeClr val="tx1"/>
                </a:solidFill>
              </a:rPr>
              <a:t>Barreau</a:t>
            </a:r>
          </a:p>
        </p:txBody>
      </p:sp>
      <p:sp>
        <p:nvSpPr>
          <p:cNvPr id="9" name="Text Box 16">
            <a:extLst>
              <a:ext uri="{FF2B5EF4-FFF2-40B4-BE49-F238E27FC236}">
                <a16:creationId xmlns:a16="http://schemas.microsoft.com/office/drawing/2014/main" id="{37BD7B42-D42D-3290-B298-C5495B2E69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283" y="3088978"/>
            <a:ext cx="869662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SzPct val="75000"/>
              <a:buFont typeface="Arial" panose="020B0604020202020204" pitchFamily="34" charset="0"/>
              <a:buChar char="●"/>
              <a:defRPr sz="2400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009C9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185FA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SzTx/>
              <a:buFontTx/>
              <a:buNone/>
            </a:pPr>
            <a:r>
              <a:rPr lang="fr-CA" altLang="fr-FR" sz="1500" dirty="0">
                <a:solidFill>
                  <a:schemeClr val="tx1"/>
                </a:solidFill>
              </a:rPr>
              <a:t>Pattes avant</a:t>
            </a:r>
          </a:p>
        </p:txBody>
      </p:sp>
      <p:sp>
        <p:nvSpPr>
          <p:cNvPr id="10" name="Text Box 17">
            <a:extLst>
              <a:ext uri="{FF2B5EF4-FFF2-40B4-BE49-F238E27FC236}">
                <a16:creationId xmlns:a16="http://schemas.microsoft.com/office/drawing/2014/main" id="{D8738384-E12A-7BEE-9963-613491CF79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85584" y="3560295"/>
            <a:ext cx="1045104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75000"/>
              <a:buFont typeface="Arial" panose="020B0604020202020204" pitchFamily="34" charset="0"/>
              <a:buChar char="●"/>
              <a:defRPr sz="2400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009C9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185FA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SzTx/>
              <a:buFontTx/>
              <a:buNone/>
            </a:pPr>
            <a:r>
              <a:rPr lang="fr-CA" altLang="fr-FR" sz="1500" dirty="0">
                <a:solidFill>
                  <a:schemeClr val="tx1"/>
                </a:solidFill>
              </a:rPr>
              <a:t>Siège</a:t>
            </a:r>
          </a:p>
        </p:txBody>
      </p:sp>
      <p:sp>
        <p:nvSpPr>
          <p:cNvPr id="11" name="Text Box 18">
            <a:extLst>
              <a:ext uri="{FF2B5EF4-FFF2-40B4-BE49-F238E27FC236}">
                <a16:creationId xmlns:a16="http://schemas.microsoft.com/office/drawing/2014/main" id="{7D2C2689-7FBA-E5A2-34F7-94ADF8D74D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9750" y="3014418"/>
            <a:ext cx="1045104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75000"/>
              <a:buFont typeface="Arial" panose="020B0604020202020204" pitchFamily="34" charset="0"/>
              <a:buChar char="●"/>
              <a:defRPr sz="2400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009C9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185FA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SzTx/>
              <a:buFontTx/>
              <a:buNone/>
            </a:pPr>
            <a:r>
              <a:rPr lang="fr-CA" altLang="fr-FR" sz="1500" dirty="0">
                <a:solidFill>
                  <a:schemeClr val="tx1"/>
                </a:solidFill>
              </a:rPr>
              <a:t>Traverses</a:t>
            </a:r>
          </a:p>
        </p:txBody>
      </p:sp>
      <p:sp>
        <p:nvSpPr>
          <p:cNvPr id="12" name="Text Box 19">
            <a:extLst>
              <a:ext uri="{FF2B5EF4-FFF2-40B4-BE49-F238E27FC236}">
                <a16:creationId xmlns:a16="http://schemas.microsoft.com/office/drawing/2014/main" id="{EC945151-6BDB-649B-620C-AD757A3F30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48916" y="3363236"/>
            <a:ext cx="1045104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75000"/>
              <a:buFont typeface="Arial" panose="020B0604020202020204" pitchFamily="34" charset="0"/>
              <a:buChar char="●"/>
              <a:defRPr sz="2400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009C9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185FA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SzTx/>
              <a:buFontTx/>
              <a:buNone/>
            </a:pPr>
            <a:r>
              <a:rPr lang="fr-CA" altLang="fr-FR" sz="1500" dirty="0">
                <a:solidFill>
                  <a:schemeClr val="tx1"/>
                </a:solidFill>
              </a:rPr>
              <a:t>Barreau</a:t>
            </a:r>
          </a:p>
        </p:txBody>
      </p:sp>
      <p:sp>
        <p:nvSpPr>
          <p:cNvPr id="13" name="Text Box 20">
            <a:extLst>
              <a:ext uri="{FF2B5EF4-FFF2-40B4-BE49-F238E27FC236}">
                <a16:creationId xmlns:a16="http://schemas.microsoft.com/office/drawing/2014/main" id="{A1040957-F251-442F-405A-DF5F501670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24286" y="3939561"/>
            <a:ext cx="1476444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SzPct val="75000"/>
              <a:buFont typeface="Arial" panose="020B0604020202020204" pitchFamily="34" charset="0"/>
              <a:buChar char="●"/>
              <a:defRPr sz="2400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009C9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185FA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SzTx/>
              <a:buFontTx/>
              <a:buNone/>
            </a:pPr>
            <a:r>
              <a:rPr lang="fr-CA" altLang="fr-FR" sz="1500" dirty="0">
                <a:solidFill>
                  <a:schemeClr val="tx1"/>
                </a:solidFill>
              </a:rPr>
              <a:t>Pattes arrière</a:t>
            </a:r>
          </a:p>
        </p:txBody>
      </p:sp>
      <p:sp>
        <p:nvSpPr>
          <p:cNvPr id="14" name="Text Box 14">
            <a:extLst>
              <a:ext uri="{FF2B5EF4-FFF2-40B4-BE49-F238E27FC236}">
                <a16:creationId xmlns:a16="http://schemas.microsoft.com/office/drawing/2014/main" id="{468C71B3-EFEF-7DC2-B563-FF8B2CF635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0153" y="1632215"/>
            <a:ext cx="1045104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75000"/>
              <a:buFont typeface="Arial" panose="020B0604020202020204" pitchFamily="34" charset="0"/>
              <a:buChar char="●"/>
              <a:defRPr sz="2400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009C9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185FA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SzTx/>
              <a:buFontTx/>
              <a:buNone/>
            </a:pPr>
            <a:r>
              <a:rPr lang="fr-CA" altLang="fr-FR" sz="1500" dirty="0">
                <a:solidFill>
                  <a:schemeClr val="tx1"/>
                </a:solidFill>
              </a:rPr>
              <a:t>Produit fini</a:t>
            </a: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B98EF7C5-A0FA-18D5-E0F9-046FCF0BF9D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2957"/>
          <a:stretch/>
        </p:blipFill>
        <p:spPr>
          <a:xfrm>
            <a:off x="4913879" y="1866163"/>
            <a:ext cx="4621584" cy="2080106"/>
          </a:xfrm>
          <a:prstGeom prst="rect">
            <a:avLst/>
          </a:prstGeom>
          <a:effectLst>
            <a:softEdge rad="0"/>
          </a:effectLst>
        </p:spPr>
      </p:pic>
      <p:sp>
        <p:nvSpPr>
          <p:cNvPr id="16" name="Text Box 22">
            <a:extLst>
              <a:ext uri="{FF2B5EF4-FFF2-40B4-BE49-F238E27FC236}">
                <a16:creationId xmlns:a16="http://schemas.microsoft.com/office/drawing/2014/main" id="{2FDF4241-0E45-79C5-D50B-23408B9F69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2000" y="5008397"/>
            <a:ext cx="3724011" cy="233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75000"/>
              <a:buFont typeface="Arial" panose="020B0604020202020204" pitchFamily="34" charset="0"/>
              <a:buChar char="●"/>
              <a:defRPr sz="2400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009C9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185FA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SzTx/>
              <a:buFontTx/>
              <a:buNone/>
            </a:pPr>
            <a:r>
              <a:rPr lang="fr-CA" altLang="fr-FR" sz="917" dirty="0">
                <a:solidFill>
                  <a:schemeClr val="tx1"/>
                </a:solidFill>
              </a:rPr>
              <a:t>Source : Adapté de Stevenson W., Benedetti C., (2001), p 526</a:t>
            </a:r>
          </a:p>
        </p:txBody>
      </p:sp>
    </p:spTree>
    <p:extLst>
      <p:ext uri="{BB962C8B-B14F-4D97-AF65-F5344CB8AC3E}">
        <p14:creationId xmlns:p14="http://schemas.microsoft.com/office/powerpoint/2010/main" val="35991561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9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767542" y="1210470"/>
            <a:ext cx="5884333" cy="4107656"/>
          </a:xfrm>
        </p:spPr>
        <p:txBody>
          <a:bodyPr/>
          <a:lstStyle/>
          <a:p>
            <a:pPr>
              <a:buFont typeface="Arial" charset="0"/>
              <a:buNone/>
            </a:pPr>
            <a:r>
              <a:rPr lang="fr-CA"/>
              <a:t> </a:t>
            </a:r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DACD9DA9-B962-41BF-8729-DD3ADA8B2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Élaboration d’un PBM : </a:t>
            </a:r>
            <a:br>
              <a:rPr lang="fr-CA" dirty="0"/>
            </a:br>
            <a:r>
              <a:rPr lang="fr-CA" dirty="0"/>
              <a:t>La nomenclature</a:t>
            </a:r>
            <a:endParaRPr lang="en-CA" dirty="0"/>
          </a:p>
        </p:txBody>
      </p:sp>
      <p:sp>
        <p:nvSpPr>
          <p:cNvPr id="27" name="Rectangle 5">
            <a:extLst>
              <a:ext uri="{FF2B5EF4-FFF2-40B4-BE49-F238E27FC236}">
                <a16:creationId xmlns:a16="http://schemas.microsoft.com/office/drawing/2014/main" id="{782841A5-40D6-402B-B0DD-BD5BEBA951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5012" y="1852613"/>
            <a:ext cx="4787900" cy="2438400"/>
          </a:xfrm>
          <a:prstGeom prst="rect">
            <a:avLst/>
          </a:prstGeom>
          <a:solidFill>
            <a:schemeClr val="bg2">
              <a:lumMod val="9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CA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8" name="Line 6">
            <a:extLst>
              <a:ext uri="{FF2B5EF4-FFF2-40B4-BE49-F238E27FC236}">
                <a16:creationId xmlns:a16="http://schemas.microsoft.com/office/drawing/2014/main" id="{F25553E5-45DE-4E6D-909A-46ABBFE950D5}"/>
              </a:ext>
            </a:extLst>
          </p:cNvPr>
          <p:cNvSpPr>
            <a:spLocks noChangeShapeType="1"/>
          </p:cNvSpPr>
          <p:nvPr/>
        </p:nvSpPr>
        <p:spPr bwMode="auto">
          <a:xfrm>
            <a:off x="4044662" y="2473326"/>
            <a:ext cx="1600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CA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9" name="Line 7">
            <a:extLst>
              <a:ext uri="{FF2B5EF4-FFF2-40B4-BE49-F238E27FC236}">
                <a16:creationId xmlns:a16="http://schemas.microsoft.com/office/drawing/2014/main" id="{85BF62D7-9FFF-4F9A-ACC6-F397DEB1990B}"/>
              </a:ext>
            </a:extLst>
          </p:cNvPr>
          <p:cNvSpPr>
            <a:spLocks noChangeShapeType="1"/>
          </p:cNvSpPr>
          <p:nvPr/>
        </p:nvSpPr>
        <p:spPr bwMode="auto">
          <a:xfrm>
            <a:off x="5644862" y="2473326"/>
            <a:ext cx="0" cy="3492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CA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0" name="Line 8">
            <a:extLst>
              <a:ext uri="{FF2B5EF4-FFF2-40B4-BE49-F238E27FC236}">
                <a16:creationId xmlns:a16="http://schemas.microsoft.com/office/drawing/2014/main" id="{994571DB-D06F-41B6-B2DA-555BC19254C3}"/>
              </a:ext>
            </a:extLst>
          </p:cNvPr>
          <p:cNvSpPr>
            <a:spLocks noChangeShapeType="1"/>
          </p:cNvSpPr>
          <p:nvPr/>
        </p:nvSpPr>
        <p:spPr bwMode="auto">
          <a:xfrm>
            <a:off x="4044662" y="2473326"/>
            <a:ext cx="0" cy="3492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CA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1" name="Line 9">
            <a:extLst>
              <a:ext uri="{FF2B5EF4-FFF2-40B4-BE49-F238E27FC236}">
                <a16:creationId xmlns:a16="http://schemas.microsoft.com/office/drawing/2014/main" id="{E69AD381-1A60-4425-88E2-81F6106AEC8A}"/>
              </a:ext>
            </a:extLst>
          </p:cNvPr>
          <p:cNvSpPr>
            <a:spLocks noChangeShapeType="1"/>
          </p:cNvSpPr>
          <p:nvPr/>
        </p:nvSpPr>
        <p:spPr bwMode="auto">
          <a:xfrm>
            <a:off x="5187662" y="3379788"/>
            <a:ext cx="990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CA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2" name="Line 10">
            <a:extLst>
              <a:ext uri="{FF2B5EF4-FFF2-40B4-BE49-F238E27FC236}">
                <a16:creationId xmlns:a16="http://schemas.microsoft.com/office/drawing/2014/main" id="{EB97C968-2B1D-4BD6-BCF8-BD6A54F5D552}"/>
              </a:ext>
            </a:extLst>
          </p:cNvPr>
          <p:cNvSpPr>
            <a:spLocks noChangeShapeType="1"/>
          </p:cNvSpPr>
          <p:nvPr/>
        </p:nvSpPr>
        <p:spPr bwMode="auto">
          <a:xfrm>
            <a:off x="5187662" y="3379788"/>
            <a:ext cx="0" cy="3476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CA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3" name="Line 11">
            <a:extLst>
              <a:ext uri="{FF2B5EF4-FFF2-40B4-BE49-F238E27FC236}">
                <a16:creationId xmlns:a16="http://schemas.microsoft.com/office/drawing/2014/main" id="{1F99286E-1378-4995-84C2-C877ECE9CD01}"/>
              </a:ext>
            </a:extLst>
          </p:cNvPr>
          <p:cNvSpPr>
            <a:spLocks noChangeShapeType="1"/>
          </p:cNvSpPr>
          <p:nvPr/>
        </p:nvSpPr>
        <p:spPr bwMode="auto">
          <a:xfrm>
            <a:off x="6178262" y="3379788"/>
            <a:ext cx="0" cy="3476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CA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4" name="Rectangle 12">
            <a:extLst>
              <a:ext uri="{FF2B5EF4-FFF2-40B4-BE49-F238E27FC236}">
                <a16:creationId xmlns:a16="http://schemas.microsoft.com/office/drawing/2014/main" id="{AA6CA3F9-5CA3-46B2-94BC-01E38109AE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8074" y="1876426"/>
            <a:ext cx="3873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marL="0" marR="0" lvl="0" indent="0" algn="l" defTabSz="762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X</a:t>
            </a:r>
          </a:p>
        </p:txBody>
      </p:sp>
      <p:sp>
        <p:nvSpPr>
          <p:cNvPr id="35" name="Rectangle 13">
            <a:extLst>
              <a:ext uri="{FF2B5EF4-FFF2-40B4-BE49-F238E27FC236}">
                <a16:creationId xmlns:a16="http://schemas.microsoft.com/office/drawing/2014/main" id="{6CD544BA-8CAA-422E-BDBD-53F034796A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22387" y="2755901"/>
            <a:ext cx="844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marL="0" marR="0" lvl="0" indent="0" algn="l" defTabSz="762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Y (3)</a:t>
            </a:r>
          </a:p>
        </p:txBody>
      </p:sp>
      <p:sp>
        <p:nvSpPr>
          <p:cNvPr id="36" name="Rectangle 14">
            <a:extLst>
              <a:ext uri="{FF2B5EF4-FFF2-40B4-BE49-F238E27FC236}">
                <a16:creationId xmlns:a16="http://schemas.microsoft.com/office/drawing/2014/main" id="{2944D2AE-E3F6-4AE0-AD7F-D09B8DAA23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5287" y="2755901"/>
            <a:ext cx="82708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marL="0" marR="0" lvl="0" indent="0" algn="l" defTabSz="762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Z (2)</a:t>
            </a:r>
          </a:p>
        </p:txBody>
      </p:sp>
      <p:sp>
        <p:nvSpPr>
          <p:cNvPr id="37" name="Rectangle 15">
            <a:extLst>
              <a:ext uri="{FF2B5EF4-FFF2-40B4-BE49-F238E27FC236}">
                <a16:creationId xmlns:a16="http://schemas.microsoft.com/office/drawing/2014/main" id="{C6180BF3-5DA9-490E-97B0-1FE76CEF41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55987" y="3725863"/>
            <a:ext cx="844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marL="0" marR="0" lvl="0" indent="0" algn="l" defTabSz="762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Y (1)</a:t>
            </a:r>
          </a:p>
        </p:txBody>
      </p:sp>
      <p:sp>
        <p:nvSpPr>
          <p:cNvPr id="38" name="Rectangle 16">
            <a:extLst>
              <a:ext uri="{FF2B5EF4-FFF2-40B4-BE49-F238E27FC236}">
                <a16:creationId xmlns:a16="http://schemas.microsoft.com/office/drawing/2014/main" id="{905F8778-23F7-4757-88CE-BA84148F87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7287" y="3725863"/>
            <a:ext cx="92868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marL="0" marR="0" lvl="0" indent="0" algn="l" defTabSz="762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W (2)</a:t>
            </a:r>
          </a:p>
        </p:txBody>
      </p:sp>
      <p:sp>
        <p:nvSpPr>
          <p:cNvPr id="39" name="Line 17">
            <a:extLst>
              <a:ext uri="{FF2B5EF4-FFF2-40B4-BE49-F238E27FC236}">
                <a16:creationId xmlns:a16="http://schemas.microsoft.com/office/drawing/2014/main" id="{FC634191-4EF6-48BA-A7BD-B32252B9DFDA}"/>
              </a:ext>
            </a:extLst>
          </p:cNvPr>
          <p:cNvSpPr>
            <a:spLocks noChangeShapeType="1"/>
          </p:cNvSpPr>
          <p:nvPr/>
        </p:nvSpPr>
        <p:spPr bwMode="auto">
          <a:xfrm>
            <a:off x="5644862" y="3240088"/>
            <a:ext cx="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CA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0" name="Line 18">
            <a:extLst>
              <a:ext uri="{FF2B5EF4-FFF2-40B4-BE49-F238E27FC236}">
                <a16:creationId xmlns:a16="http://schemas.microsoft.com/office/drawing/2014/main" id="{5BC9CAED-C853-4E82-A1F5-67A82FC5A93A}"/>
              </a:ext>
            </a:extLst>
          </p:cNvPr>
          <p:cNvSpPr>
            <a:spLocks noChangeShapeType="1"/>
          </p:cNvSpPr>
          <p:nvPr/>
        </p:nvSpPr>
        <p:spPr bwMode="auto">
          <a:xfrm>
            <a:off x="4892387" y="2265363"/>
            <a:ext cx="0" cy="2079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CA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1" name="Rectangle 19">
            <a:extLst>
              <a:ext uri="{FF2B5EF4-FFF2-40B4-BE49-F238E27FC236}">
                <a16:creationId xmlns:a16="http://schemas.microsoft.com/office/drawing/2014/main" id="{0BB4C0E3-92BB-4026-8F57-5388762B61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55499" y="1901826"/>
            <a:ext cx="1300036" cy="23705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marL="0" marR="0" lvl="0" indent="0" algn="l" defTabSz="762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CA" sz="2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Niveau 0</a:t>
            </a:r>
          </a:p>
          <a:p>
            <a:pPr marL="0" marR="0" lvl="0" indent="0" algn="l" defTabSz="762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CA" sz="2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762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CA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762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CA" sz="2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Niveau 1</a:t>
            </a:r>
          </a:p>
          <a:p>
            <a:pPr marL="0" marR="0" lvl="0" indent="0" algn="l" defTabSz="762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CA" sz="2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762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CA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762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CA" sz="2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Niveau 2</a:t>
            </a:r>
          </a:p>
        </p:txBody>
      </p:sp>
      <p:sp>
        <p:nvSpPr>
          <p:cNvPr id="42" name="Rectangle 20">
            <a:extLst>
              <a:ext uri="{FF2B5EF4-FFF2-40B4-BE49-F238E27FC236}">
                <a16:creationId xmlns:a16="http://schemas.microsoft.com/office/drawing/2014/main" id="{79A68A83-02E7-4561-9849-ABDB404036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000" y="4461716"/>
            <a:ext cx="9095999" cy="646973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92075" tIns="46038" rIns="92075" bIns="46038">
            <a:spAutoFit/>
          </a:bodyPr>
          <a:lstStyle/>
          <a:p>
            <a:pPr marL="0" marR="0" lvl="0" indent="0" algn="l" defTabSz="7620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CA" sz="2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Pour chaque produit X, il faut 3 «Y» et 2 «Z»</a:t>
            </a:r>
          </a:p>
          <a:p>
            <a:pPr marL="0" marR="0" lvl="0" indent="0" algn="l" defTabSz="7620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CA" sz="2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Pour chaque produit Z, il faut 2 «W» et 1 «Y»</a:t>
            </a:r>
            <a:endParaRPr kumimoji="0" lang="fr-CA" sz="2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3" name="Line 21">
            <a:extLst>
              <a:ext uri="{FF2B5EF4-FFF2-40B4-BE49-F238E27FC236}">
                <a16:creationId xmlns:a16="http://schemas.microsoft.com/office/drawing/2014/main" id="{AA4EC50E-3539-4558-997E-CCBD6CCA7E41}"/>
              </a:ext>
            </a:extLst>
          </p:cNvPr>
          <p:cNvSpPr>
            <a:spLocks noChangeShapeType="1"/>
          </p:cNvSpPr>
          <p:nvPr/>
        </p:nvSpPr>
        <p:spPr bwMode="auto">
          <a:xfrm>
            <a:off x="3074699" y="2144713"/>
            <a:ext cx="1292225" cy="0"/>
          </a:xfrm>
          <a:prstGeom prst="line">
            <a:avLst/>
          </a:prstGeom>
          <a:noFill/>
          <a:ln w="76200">
            <a:solidFill>
              <a:schemeClr val="accent2"/>
            </a:solidFill>
            <a:round/>
            <a:headEnd type="none" w="sm" len="sm"/>
            <a:tailEnd type="triangle" w="sm" len="sm"/>
          </a:ln>
          <a:effectLst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CA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4" name="Line 22">
            <a:extLst>
              <a:ext uri="{FF2B5EF4-FFF2-40B4-BE49-F238E27FC236}">
                <a16:creationId xmlns:a16="http://schemas.microsoft.com/office/drawing/2014/main" id="{17934606-C7B9-4561-8321-895EDEB0F77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074699" y="3073401"/>
            <a:ext cx="620713" cy="14287"/>
          </a:xfrm>
          <a:prstGeom prst="line">
            <a:avLst/>
          </a:prstGeom>
          <a:noFill/>
          <a:ln w="76200">
            <a:solidFill>
              <a:schemeClr val="accent2"/>
            </a:solidFill>
            <a:round/>
            <a:headEnd type="none" w="sm" len="sm"/>
            <a:tailEnd type="triangle" w="sm" len="sm"/>
          </a:ln>
          <a:effectLst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CA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5" name="Line 23">
            <a:extLst>
              <a:ext uri="{FF2B5EF4-FFF2-40B4-BE49-F238E27FC236}">
                <a16:creationId xmlns:a16="http://schemas.microsoft.com/office/drawing/2014/main" id="{1BE5AD51-7F18-4289-8D2D-7DFF9CADAAE9}"/>
              </a:ext>
            </a:extLst>
          </p:cNvPr>
          <p:cNvSpPr>
            <a:spLocks noChangeShapeType="1"/>
          </p:cNvSpPr>
          <p:nvPr/>
        </p:nvSpPr>
        <p:spPr bwMode="auto">
          <a:xfrm>
            <a:off x="3074699" y="4030663"/>
            <a:ext cx="1292225" cy="0"/>
          </a:xfrm>
          <a:prstGeom prst="line">
            <a:avLst/>
          </a:prstGeom>
          <a:noFill/>
          <a:ln w="76200">
            <a:solidFill>
              <a:schemeClr val="accent2"/>
            </a:solidFill>
            <a:round/>
            <a:headEnd type="none" w="sm" len="sm"/>
            <a:tailEnd type="triangle" w="sm" len="sm"/>
          </a:ln>
          <a:effectLst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CA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6" name="Text Box 24">
            <a:extLst>
              <a:ext uri="{FF2B5EF4-FFF2-40B4-BE49-F238E27FC236}">
                <a16:creationId xmlns:a16="http://schemas.microsoft.com/office/drawing/2014/main" id="{3800D5B1-4D76-4C4B-8C40-CBA8327353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5012" y="1406438"/>
            <a:ext cx="4762500" cy="400110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CA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Structure du produit</a:t>
            </a:r>
            <a:endParaRPr kumimoji="0" lang="fr-CA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7" name="Text Box 25">
            <a:extLst>
              <a:ext uri="{FF2B5EF4-FFF2-40B4-BE49-F238E27FC236}">
                <a16:creationId xmlns:a16="http://schemas.microsoft.com/office/drawing/2014/main" id="{7F3741D8-A088-4FCE-8DBF-58CD0A6D67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70462" y="1730376"/>
            <a:ext cx="1082675" cy="457200"/>
          </a:xfrm>
          <a:prstGeom prst="rect">
            <a:avLst/>
          </a:prstGeom>
          <a:noFill/>
          <a:ln w="5715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Parent</a:t>
            </a:r>
          </a:p>
        </p:txBody>
      </p:sp>
      <p:grpSp>
        <p:nvGrpSpPr>
          <p:cNvPr id="48" name="Group 26">
            <a:extLst>
              <a:ext uri="{FF2B5EF4-FFF2-40B4-BE49-F238E27FC236}">
                <a16:creationId xmlns:a16="http://schemas.microsoft.com/office/drawing/2014/main" id="{07D90E41-A148-4E81-AA85-FB8C874DA473}"/>
              </a:ext>
            </a:extLst>
          </p:cNvPr>
          <p:cNvGrpSpPr>
            <a:grpSpLocks/>
          </p:cNvGrpSpPr>
          <p:nvPr/>
        </p:nvGrpSpPr>
        <p:grpSpPr bwMode="auto">
          <a:xfrm>
            <a:off x="5168611" y="1998664"/>
            <a:ext cx="3524249" cy="2205038"/>
            <a:chOff x="2578" y="2030"/>
            <a:chExt cx="2220" cy="1389"/>
          </a:xfrm>
        </p:grpSpPr>
        <p:sp>
          <p:nvSpPr>
            <p:cNvPr id="49" name="Text Box 27">
              <a:extLst>
                <a:ext uri="{FF2B5EF4-FFF2-40B4-BE49-F238E27FC236}">
                  <a16:creationId xmlns:a16="http://schemas.microsoft.com/office/drawing/2014/main" id="{6EA0C91A-03D1-4D07-BA3E-92B345D420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02" y="2573"/>
              <a:ext cx="682" cy="288"/>
            </a:xfrm>
            <a:prstGeom prst="rect">
              <a:avLst/>
            </a:prstGeom>
            <a:noFill/>
            <a:ln w="57150" algn="ctr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CA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Parent</a:t>
              </a:r>
              <a:endParaRPr kumimoji="0" lang="fr-CA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50" name="Text Box 28">
              <a:extLst>
                <a:ext uri="{FF2B5EF4-FFF2-40B4-BE49-F238E27FC236}">
                  <a16:creationId xmlns:a16="http://schemas.microsoft.com/office/drawing/2014/main" id="{A815726C-5871-488E-B8C4-828D7F1354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88" y="2361"/>
              <a:ext cx="1109" cy="291"/>
            </a:xfrm>
            <a:prstGeom prst="rect">
              <a:avLst/>
            </a:prstGeom>
            <a:noFill/>
            <a:ln w="57150" algn="ctr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CA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Composant</a:t>
              </a:r>
              <a:endParaRPr kumimoji="0" lang="fr-CA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51" name="Text Box 29">
              <a:extLst>
                <a:ext uri="{FF2B5EF4-FFF2-40B4-BE49-F238E27FC236}">
                  <a16:creationId xmlns:a16="http://schemas.microsoft.com/office/drawing/2014/main" id="{12F91E35-4B09-428A-91A9-ABE75BA80E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89" y="3128"/>
              <a:ext cx="1109" cy="291"/>
            </a:xfrm>
            <a:prstGeom prst="rect">
              <a:avLst/>
            </a:prstGeom>
            <a:noFill/>
            <a:ln w="57150" algn="ctr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CA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Composant</a:t>
              </a:r>
              <a:endParaRPr kumimoji="0" lang="fr-CA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52" name="Line 30">
              <a:extLst>
                <a:ext uri="{FF2B5EF4-FFF2-40B4-BE49-F238E27FC236}">
                  <a16:creationId xmlns:a16="http://schemas.microsoft.com/office/drawing/2014/main" id="{F586F90F-3C08-4C86-87E3-B423CCB616B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578" y="2030"/>
              <a:ext cx="1363" cy="64"/>
            </a:xfrm>
            <a:prstGeom prst="line">
              <a:avLst/>
            </a:prstGeom>
            <a:noFill/>
            <a:ln w="57150">
              <a:solidFill>
                <a:schemeClr val="accent3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CA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53" name="Line 31">
              <a:extLst>
                <a:ext uri="{FF2B5EF4-FFF2-40B4-BE49-F238E27FC236}">
                  <a16:creationId xmlns:a16="http://schemas.microsoft.com/office/drawing/2014/main" id="{98D15E18-6E02-4A44-84B6-3305D2D0B76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52" y="2504"/>
              <a:ext cx="650" cy="128"/>
            </a:xfrm>
            <a:prstGeom prst="line">
              <a:avLst/>
            </a:prstGeom>
            <a:noFill/>
            <a:ln w="57150">
              <a:solidFill>
                <a:schemeClr val="accent3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CA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54" name="Line 32">
              <a:extLst>
                <a:ext uri="{FF2B5EF4-FFF2-40B4-BE49-F238E27FC236}">
                  <a16:creationId xmlns:a16="http://schemas.microsoft.com/office/drawing/2014/main" id="{74AD141D-D06C-4A71-94DC-8C21CC655B6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069" y="2677"/>
              <a:ext cx="760" cy="82"/>
            </a:xfrm>
            <a:prstGeom prst="line">
              <a:avLst/>
            </a:prstGeom>
            <a:noFill/>
            <a:ln w="57150">
              <a:solidFill>
                <a:srgbClr val="7030A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CA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55" name="Line 33">
              <a:extLst>
                <a:ext uri="{FF2B5EF4-FFF2-40B4-BE49-F238E27FC236}">
                  <a16:creationId xmlns:a16="http://schemas.microsoft.com/office/drawing/2014/main" id="{9910F5CC-73C3-4F89-AA77-2A82ED85469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434" y="3279"/>
              <a:ext cx="275" cy="0"/>
            </a:xfrm>
            <a:prstGeom prst="line">
              <a:avLst/>
            </a:prstGeom>
            <a:noFill/>
            <a:ln w="57150">
              <a:solidFill>
                <a:srgbClr val="7030A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CA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56" name="Line 34">
              <a:extLst>
                <a:ext uri="{FF2B5EF4-FFF2-40B4-BE49-F238E27FC236}">
                  <a16:creationId xmlns:a16="http://schemas.microsoft.com/office/drawing/2014/main" id="{ECE51946-1FE4-47EB-847B-660F7338AA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06" y="2807"/>
              <a:ext cx="0" cy="375"/>
            </a:xfrm>
            <a:prstGeom prst="line">
              <a:avLst/>
            </a:prstGeom>
            <a:noFill/>
            <a:ln w="57150">
              <a:solidFill>
                <a:srgbClr val="7030A0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CA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57" name="Line 35">
              <a:extLst>
                <a:ext uri="{FF2B5EF4-FFF2-40B4-BE49-F238E27FC236}">
                  <a16:creationId xmlns:a16="http://schemas.microsoft.com/office/drawing/2014/main" id="{94F175DD-E6B6-4F8E-B0AD-86F634331B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96" y="2075"/>
              <a:ext cx="0" cy="366"/>
            </a:xfrm>
            <a:prstGeom prst="line">
              <a:avLst/>
            </a:prstGeom>
            <a:noFill/>
            <a:ln w="57150">
              <a:solidFill>
                <a:schemeClr val="accent3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CA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0374ED6-7DE2-2F41-6640-6450DEBE8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sz="1800" i="1"/>
              <a:t>Exercice</a:t>
            </a:r>
            <a:br>
              <a:rPr lang="fr-CA"/>
            </a:br>
            <a:r>
              <a:rPr lang="fr-CA"/>
              <a:t>Comprendre la nomenclature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A0C15643-5A9D-A25C-EA05-DB855E5A38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9B762-E697-4018-87D8-E18EB218C2D2}" type="datetime3">
              <a:rPr lang="fr-CA" noProof="0" smtClean="0"/>
              <a:pPr/>
              <a:t>26/02/16</a:t>
            </a:fld>
            <a:endParaRPr lang="fr-CA" noProof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ADD9135-FB97-6723-5E81-75712377DE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 noProof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D68CB7E-0414-57E9-A02F-993BF1F30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8E65F-5E3F-4E73-B056-4D0181456FB2}" type="slidenum">
              <a:rPr lang="fr-CA" noProof="0" smtClean="0"/>
              <a:pPr/>
              <a:t>7</a:t>
            </a:fld>
            <a:endParaRPr lang="fr-CA" noProof="0"/>
          </a:p>
        </p:txBody>
      </p:sp>
      <p:graphicFrame>
        <p:nvGraphicFramePr>
          <p:cNvPr id="29" name="Tableau 6">
            <a:extLst>
              <a:ext uri="{FF2B5EF4-FFF2-40B4-BE49-F238E27FC236}">
                <a16:creationId xmlns:a16="http://schemas.microsoft.com/office/drawing/2014/main" id="{331A9E2E-EA42-4973-DEA4-96758AF2F3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731718"/>
              </p:ext>
            </p:extLst>
          </p:nvPr>
        </p:nvGraphicFramePr>
        <p:xfrm>
          <a:off x="1720000" y="3266564"/>
          <a:ext cx="6599999" cy="1769532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482495">
                  <a:extLst>
                    <a:ext uri="{9D8B030D-6E8A-4147-A177-3AD203B41FA5}">
                      <a16:colId xmlns:a16="http://schemas.microsoft.com/office/drawing/2014/main" val="2754636451"/>
                    </a:ext>
                  </a:extLst>
                </a:gridCol>
                <a:gridCol w="871979">
                  <a:extLst>
                    <a:ext uri="{9D8B030D-6E8A-4147-A177-3AD203B41FA5}">
                      <a16:colId xmlns:a16="http://schemas.microsoft.com/office/drawing/2014/main" val="2447343264"/>
                    </a:ext>
                  </a:extLst>
                </a:gridCol>
                <a:gridCol w="1173113">
                  <a:extLst>
                    <a:ext uri="{9D8B030D-6E8A-4147-A177-3AD203B41FA5}">
                      <a16:colId xmlns:a16="http://schemas.microsoft.com/office/drawing/2014/main" val="1844333768"/>
                    </a:ext>
                  </a:extLst>
                </a:gridCol>
                <a:gridCol w="1173113">
                  <a:extLst>
                    <a:ext uri="{9D8B030D-6E8A-4147-A177-3AD203B41FA5}">
                      <a16:colId xmlns:a16="http://schemas.microsoft.com/office/drawing/2014/main" val="830946406"/>
                    </a:ext>
                  </a:extLst>
                </a:gridCol>
                <a:gridCol w="1173113">
                  <a:extLst>
                    <a:ext uri="{9D8B030D-6E8A-4147-A177-3AD203B41FA5}">
                      <a16:colId xmlns:a16="http://schemas.microsoft.com/office/drawing/2014/main" val="2990739925"/>
                    </a:ext>
                  </a:extLst>
                </a:gridCol>
                <a:gridCol w="726186">
                  <a:extLst>
                    <a:ext uri="{9D8B030D-6E8A-4147-A177-3AD203B41FA5}">
                      <a16:colId xmlns:a16="http://schemas.microsoft.com/office/drawing/2014/main" val="1696876948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algn="ctr"/>
                      <a:r>
                        <a:rPr lang="fr-CA" sz="1500" noProof="0" dirty="0"/>
                        <a:t>Niveau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500" noProof="0" dirty="0"/>
                        <a:t>Besoin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500" noProof="0" dirty="0"/>
                        <a:t>Branche de gauche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500" noProof="0" dirty="0"/>
                        <a:t>Branche centrale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500" noProof="0" dirty="0"/>
                        <a:t>Branche de droite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500" b="1" noProof="0" dirty="0"/>
                        <a:t>Total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953978671"/>
                  </a:ext>
                </a:extLst>
              </a:tr>
              <a:tr h="309033">
                <a:tc rowSpan="2">
                  <a:txBody>
                    <a:bodyPr/>
                    <a:lstStyle/>
                    <a:p>
                      <a:pPr algn="ctr"/>
                      <a:r>
                        <a:rPr lang="fr-CA" sz="1500" noProof="0" dirty="0"/>
                        <a:t>1</a:t>
                      </a:r>
                      <a:br>
                        <a:rPr lang="fr-CA" sz="1500" noProof="0" dirty="0"/>
                      </a:br>
                      <a:r>
                        <a:rPr lang="fr-CA" sz="1500" noProof="0" dirty="0"/>
                        <a:t>(A, B et C)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500" noProof="0" dirty="0"/>
                        <a:t>Brut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/>
                      <a:endParaRPr lang="fr-CA" sz="1500" noProof="0" dirty="0"/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/>
                      <a:endParaRPr lang="fr-CA" sz="1500" noProof="0" dirty="0"/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/>
                      <a:endParaRPr lang="fr-CA" sz="1500" noProof="0" dirty="0"/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/>
                      <a:endParaRPr lang="fr-CA" sz="1500" b="1" noProof="0" dirty="0"/>
                    </a:p>
                  </a:txBody>
                  <a:tcPr marL="76200" marR="76200" marT="38100" marB="38100"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1010661"/>
                  </a:ext>
                </a:extLst>
              </a:tr>
              <a:tr h="309033">
                <a:tc vMerge="1">
                  <a:txBody>
                    <a:bodyPr/>
                    <a:lstStyle/>
                    <a:p>
                      <a:endParaRPr lang="fr-CA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500" noProof="0" dirty="0"/>
                        <a:t>Net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/>
                      <a:endParaRPr lang="fr-CA" sz="1500" noProof="0" dirty="0"/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/>
                      <a:endParaRPr lang="fr-CA" sz="1500" noProof="0" dirty="0"/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/>
                      <a:endParaRPr lang="fr-CA" sz="1500" noProof="0" dirty="0"/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/>
                      <a:endParaRPr lang="fr-CA" sz="1500" b="1" noProof="0" dirty="0"/>
                    </a:p>
                  </a:txBody>
                  <a:tcPr marL="76200" marR="76200" marT="38100" marB="38100"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5513698"/>
                  </a:ext>
                </a:extLst>
              </a:tr>
              <a:tr h="309033">
                <a:tc rowSpan="2">
                  <a:txBody>
                    <a:bodyPr/>
                    <a:lstStyle/>
                    <a:p>
                      <a:pPr algn="ctr"/>
                      <a:r>
                        <a:rPr lang="fr-CA" sz="1500" noProof="0" dirty="0"/>
                        <a:t>2</a:t>
                      </a:r>
                      <a:br>
                        <a:rPr lang="fr-CA" sz="1500" noProof="0" dirty="0"/>
                      </a:br>
                      <a:r>
                        <a:rPr lang="fr-CA" sz="1500" noProof="0" dirty="0"/>
                        <a:t>(D uniquement)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500" noProof="0" dirty="0"/>
                        <a:t>Brut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/>
                      <a:endParaRPr lang="fr-CA" sz="1500" noProof="0" dirty="0"/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/>
                      <a:endParaRPr lang="fr-CA" sz="1500" noProof="0" dirty="0"/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/>
                      <a:endParaRPr lang="fr-CA" sz="1500" noProof="0" dirty="0"/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/>
                      <a:endParaRPr lang="fr-CA" sz="1500" b="1" noProof="0" dirty="0"/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538037467"/>
                  </a:ext>
                </a:extLst>
              </a:tr>
              <a:tr h="309033">
                <a:tc vMerge="1">
                  <a:txBody>
                    <a:bodyPr/>
                    <a:lstStyle/>
                    <a:p>
                      <a:endParaRPr lang="fr-CA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500" noProof="0" dirty="0"/>
                        <a:t>Net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ctr"/>
                      <a:endParaRPr lang="fr-CA" sz="1500" noProof="0" dirty="0"/>
                    </a:p>
                  </a:txBody>
                  <a:tcPr marL="76200" marR="76200" marT="38100" marB="38100"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CA" sz="1500" noProof="0" dirty="0"/>
                    </a:p>
                  </a:txBody>
                  <a:tcPr marL="76200" marR="76200" marT="38100" marB="38100"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CA" sz="1500" noProof="0" dirty="0"/>
                    </a:p>
                  </a:txBody>
                  <a:tcPr marL="76200" marR="76200" marT="38100" marB="38100"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CA" sz="1500" b="1" noProof="0" dirty="0"/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734295641"/>
                  </a:ext>
                </a:extLst>
              </a:tr>
            </a:tbl>
          </a:graphicData>
        </a:graphic>
      </p:graphicFrame>
      <p:sp>
        <p:nvSpPr>
          <p:cNvPr id="30" name="ZoneTexte 16386">
            <a:extLst>
              <a:ext uri="{FF2B5EF4-FFF2-40B4-BE49-F238E27FC236}">
                <a16:creationId xmlns:a16="http://schemas.microsoft.com/office/drawing/2014/main" id="{1A9943CD-D215-F003-6236-B3AA72661A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2001" y="1716742"/>
            <a:ext cx="4488000" cy="11185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SzPct val="75000"/>
              <a:buFont typeface="Arial" panose="020B0604020202020204" pitchFamily="34" charset="0"/>
              <a:buChar char="●"/>
              <a:defRPr sz="2400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009C9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185FA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fr-CA" altLang="fr-FR" sz="1667" dirty="0">
                <a:solidFill>
                  <a:schemeClr val="tx1"/>
                </a:solidFill>
              </a:rPr>
              <a:t>En considérant la nomenclature et les stocks en main, calculez le nombre supplémentaire d’articles D requis pour assembler 20 unités du produit fini.</a:t>
            </a:r>
          </a:p>
        </p:txBody>
      </p:sp>
      <p:pic>
        <p:nvPicPr>
          <p:cNvPr id="42" name="Image 41">
            <a:extLst>
              <a:ext uri="{FF2B5EF4-FFF2-40B4-BE49-F238E27FC236}">
                <a16:creationId xmlns:a16="http://schemas.microsoft.com/office/drawing/2014/main" id="{4459BC17-DBF4-F77D-4A78-69D68DF9C8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3769" y="1315803"/>
            <a:ext cx="3404973" cy="1904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9208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Élaboration d’un PBM : </a:t>
            </a:r>
            <a:br>
              <a:rPr lang="fr-CA" dirty="0"/>
            </a:br>
            <a:r>
              <a:rPr lang="fr-CA" dirty="0"/>
              <a:t>Règles à suivre</a:t>
            </a:r>
          </a:p>
        </p:txBody>
      </p:sp>
      <p:sp>
        <p:nvSpPr>
          <p:cNvPr id="216069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268288" indent="-268288"/>
            <a:r>
              <a:rPr lang="fr-CH" dirty="0"/>
              <a:t>Il faut toujours faire le PBM par ordre de niveau dans la nomenclature (articles du niveau 1, puis articles du niveau 2, articles du niveau 3, …).</a:t>
            </a:r>
          </a:p>
          <a:p>
            <a:pPr marL="268288" indent="-268288"/>
            <a:endParaRPr lang="fr-CH" dirty="0"/>
          </a:p>
          <a:p>
            <a:pPr marL="268288" indent="-268288"/>
            <a:r>
              <a:rPr lang="fr-CH" dirty="0"/>
              <a:t>On procède à l’identification de l’origine des besoins : lorsqu’un article apparaît à plusieurs niveaux dans la nomenclature, on établit l’ordre selon le niveau le plus bas où il y apparaît (chiffre le plus élevé).</a:t>
            </a:r>
          </a:p>
          <a:p>
            <a:pPr marL="268288" indent="-268288"/>
            <a:endParaRPr lang="fr-CH" dirty="0"/>
          </a:p>
          <a:p>
            <a:pPr marL="268288" indent="-268288"/>
            <a:r>
              <a:rPr lang="fr-CH" dirty="0"/>
              <a:t>Le besoin brut d’un article est fonction :</a:t>
            </a:r>
          </a:p>
          <a:p>
            <a:pPr marL="268288" lvl="1" indent="-268288"/>
            <a:r>
              <a:rPr lang="fr-CH" dirty="0"/>
              <a:t>Des lancements planifiés des articles parents,</a:t>
            </a:r>
          </a:p>
          <a:p>
            <a:pPr marL="268288" lvl="1" indent="-268288"/>
            <a:r>
              <a:rPr lang="fr-CH" dirty="0"/>
              <a:t>De la quantité incluse de l’article considéré dans chacun des articles parents.</a:t>
            </a:r>
          </a:p>
          <a:p>
            <a:endParaRPr lang="fr-CA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9"/>
          <p:cNvGrpSpPr>
            <a:grpSpLocks/>
          </p:cNvGrpSpPr>
          <p:nvPr/>
        </p:nvGrpSpPr>
        <p:grpSpPr bwMode="auto">
          <a:xfrm>
            <a:off x="3035596" y="1549921"/>
            <a:ext cx="4380244" cy="3707450"/>
            <a:chOff x="2189" y="789"/>
            <a:chExt cx="2905" cy="2017"/>
          </a:xfrm>
        </p:grpSpPr>
        <p:sp>
          <p:nvSpPr>
            <p:cNvPr id="307210" name="Rectangle 10"/>
            <p:cNvSpPr>
              <a:spLocks noChangeArrowheads="1"/>
            </p:cNvSpPr>
            <p:nvPr/>
          </p:nvSpPr>
          <p:spPr bwMode="auto">
            <a:xfrm flipV="1">
              <a:off x="3266" y="789"/>
              <a:ext cx="420" cy="268"/>
            </a:xfrm>
            <a:prstGeom prst="rect">
              <a:avLst/>
            </a:prstGeom>
            <a:solidFill>
              <a:srgbClr val="FF9900"/>
            </a:solidFill>
            <a:ln w="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rot="10800000" wrap="none" anchor="ctr"/>
            <a:lstStyle/>
            <a:p>
              <a:pPr algn="ctr" eaLnBrk="1" hangingPunct="1"/>
              <a:r>
                <a:rPr lang="fr-CA" b="1" dirty="0"/>
                <a:t>A(1)</a:t>
              </a:r>
            </a:p>
          </p:txBody>
        </p:sp>
        <p:sp>
          <p:nvSpPr>
            <p:cNvPr id="307211" name="Rectangle 11"/>
            <p:cNvSpPr>
              <a:spLocks noChangeArrowheads="1"/>
            </p:cNvSpPr>
            <p:nvPr/>
          </p:nvSpPr>
          <p:spPr bwMode="auto">
            <a:xfrm flipV="1">
              <a:off x="2575" y="1522"/>
              <a:ext cx="360" cy="268"/>
            </a:xfrm>
            <a:prstGeom prst="rect">
              <a:avLst/>
            </a:prstGeom>
            <a:solidFill>
              <a:srgbClr val="00CC99"/>
            </a:solidFill>
            <a:ln w="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rot="10800000" wrap="none" anchor="ctr"/>
            <a:lstStyle/>
            <a:p>
              <a:pPr algn="ctr" eaLnBrk="1" hangingPunct="1"/>
              <a:r>
                <a:rPr lang="fr-CA" b="1" dirty="0"/>
                <a:t>B(1)</a:t>
              </a:r>
            </a:p>
          </p:txBody>
        </p:sp>
        <p:sp>
          <p:nvSpPr>
            <p:cNvPr id="307212" name="Rectangle 12"/>
            <p:cNvSpPr>
              <a:spLocks noChangeArrowheads="1"/>
            </p:cNvSpPr>
            <p:nvPr/>
          </p:nvSpPr>
          <p:spPr bwMode="auto">
            <a:xfrm flipV="1">
              <a:off x="3957" y="1522"/>
              <a:ext cx="360" cy="268"/>
            </a:xfrm>
            <a:prstGeom prst="rect">
              <a:avLst/>
            </a:prstGeom>
            <a:solidFill>
              <a:srgbClr val="FFFF00"/>
            </a:solidFill>
            <a:ln w="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rot="10800000" wrap="none" anchor="ctr"/>
            <a:lstStyle/>
            <a:p>
              <a:pPr algn="ctr" eaLnBrk="1" hangingPunct="1"/>
              <a:r>
                <a:rPr lang="fr-CA" b="1" dirty="0"/>
                <a:t>C(1)</a:t>
              </a:r>
            </a:p>
          </p:txBody>
        </p:sp>
        <p:sp>
          <p:nvSpPr>
            <p:cNvPr id="307213" name="Rectangle 13"/>
            <p:cNvSpPr>
              <a:spLocks noChangeArrowheads="1"/>
            </p:cNvSpPr>
            <p:nvPr/>
          </p:nvSpPr>
          <p:spPr bwMode="auto">
            <a:xfrm flipV="1">
              <a:off x="3391" y="2292"/>
              <a:ext cx="414" cy="317"/>
            </a:xfrm>
            <a:prstGeom prst="rect">
              <a:avLst/>
            </a:prstGeom>
            <a:solidFill>
              <a:srgbClr val="3399FF"/>
            </a:solidFill>
            <a:ln w="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rot="10800000" wrap="none" anchor="ctr"/>
            <a:lstStyle/>
            <a:p>
              <a:pPr algn="ctr" eaLnBrk="1" hangingPunct="1"/>
              <a:r>
                <a:rPr lang="fr-CA" b="1"/>
                <a:t>D(2)</a:t>
              </a:r>
            </a:p>
          </p:txBody>
        </p:sp>
        <p:sp>
          <p:nvSpPr>
            <p:cNvPr id="307214" name="Rectangle 14"/>
            <p:cNvSpPr>
              <a:spLocks noChangeArrowheads="1"/>
            </p:cNvSpPr>
            <p:nvPr/>
          </p:nvSpPr>
          <p:spPr bwMode="auto">
            <a:xfrm flipV="1">
              <a:off x="4406" y="2292"/>
              <a:ext cx="414" cy="317"/>
            </a:xfrm>
            <a:prstGeom prst="rect">
              <a:avLst/>
            </a:prstGeom>
            <a:solidFill>
              <a:srgbClr val="FF6699"/>
            </a:solidFill>
            <a:ln w="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rot="10800000" wrap="none" anchor="ctr"/>
            <a:lstStyle/>
            <a:p>
              <a:pPr algn="ctr" eaLnBrk="1" hangingPunct="1"/>
              <a:r>
                <a:rPr lang="fr-CA" b="1" dirty="0"/>
                <a:t>E(1)</a:t>
              </a:r>
            </a:p>
          </p:txBody>
        </p:sp>
        <p:sp>
          <p:nvSpPr>
            <p:cNvPr id="307215" name="Text Box 15"/>
            <p:cNvSpPr txBox="1">
              <a:spLocks noChangeArrowheads="1"/>
            </p:cNvSpPr>
            <p:nvPr/>
          </p:nvSpPr>
          <p:spPr bwMode="auto">
            <a:xfrm>
              <a:off x="3451" y="1065"/>
              <a:ext cx="944" cy="15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30000"/>
                </a:spcBef>
              </a:pPr>
              <a:r>
                <a:rPr lang="fr-CA" sz="1200"/>
                <a:t>Délai = 2 périodes</a:t>
              </a:r>
              <a:endParaRPr lang="fr-CA" sz="2400"/>
            </a:p>
          </p:txBody>
        </p:sp>
        <p:sp>
          <p:nvSpPr>
            <p:cNvPr id="307216" name="Text Box 16"/>
            <p:cNvSpPr txBox="1">
              <a:spLocks noChangeArrowheads="1"/>
            </p:cNvSpPr>
            <p:nvPr/>
          </p:nvSpPr>
          <p:spPr bwMode="auto">
            <a:xfrm>
              <a:off x="4150" y="1806"/>
              <a:ext cx="944" cy="15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30000"/>
                </a:spcBef>
              </a:pPr>
              <a:r>
                <a:rPr lang="fr-CA" sz="1200"/>
                <a:t>Délai = 3 périodes</a:t>
              </a:r>
              <a:endParaRPr lang="fr-CA" sz="2400"/>
            </a:p>
          </p:txBody>
        </p:sp>
        <p:sp>
          <p:nvSpPr>
            <p:cNvPr id="307217" name="Text Box 17"/>
            <p:cNvSpPr txBox="1">
              <a:spLocks noChangeArrowheads="1"/>
            </p:cNvSpPr>
            <p:nvPr/>
          </p:nvSpPr>
          <p:spPr bwMode="auto">
            <a:xfrm>
              <a:off x="3057" y="2655"/>
              <a:ext cx="944" cy="15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30000"/>
                </a:spcBef>
              </a:pPr>
              <a:r>
                <a:rPr lang="fr-CA" sz="1200" dirty="0"/>
                <a:t>Délai = 2 périodes</a:t>
              </a:r>
              <a:endParaRPr lang="fr-CA" sz="2400" dirty="0"/>
            </a:p>
          </p:txBody>
        </p:sp>
        <p:sp>
          <p:nvSpPr>
            <p:cNvPr id="307218" name="Text Box 18"/>
            <p:cNvSpPr txBox="1">
              <a:spLocks noChangeArrowheads="1"/>
            </p:cNvSpPr>
            <p:nvPr/>
          </p:nvSpPr>
          <p:spPr bwMode="auto">
            <a:xfrm>
              <a:off x="4150" y="2655"/>
              <a:ext cx="944" cy="15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30000"/>
                </a:spcBef>
              </a:pPr>
              <a:r>
                <a:rPr lang="fr-CA" sz="1200" dirty="0"/>
                <a:t>Délai = 4 périodes</a:t>
              </a:r>
              <a:endParaRPr lang="fr-CA" sz="2400" dirty="0"/>
            </a:p>
          </p:txBody>
        </p:sp>
        <p:sp>
          <p:nvSpPr>
            <p:cNvPr id="307219" name="Text Box 19"/>
            <p:cNvSpPr txBox="1">
              <a:spLocks noChangeArrowheads="1"/>
            </p:cNvSpPr>
            <p:nvPr/>
          </p:nvSpPr>
          <p:spPr bwMode="auto">
            <a:xfrm>
              <a:off x="2189" y="1835"/>
              <a:ext cx="944" cy="15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30000"/>
                </a:spcBef>
              </a:pPr>
              <a:r>
                <a:rPr lang="fr-CA" sz="1200" dirty="0"/>
                <a:t>Délai = 4 périodes</a:t>
              </a:r>
              <a:endParaRPr lang="fr-CA" sz="2400" dirty="0"/>
            </a:p>
          </p:txBody>
        </p:sp>
        <p:cxnSp>
          <p:nvCxnSpPr>
            <p:cNvPr id="307220" name="AutoShape 20"/>
            <p:cNvCxnSpPr>
              <a:cxnSpLocks noChangeShapeType="1"/>
              <a:stCxn id="307212" idx="0"/>
              <a:endCxn id="307213" idx="2"/>
            </p:cNvCxnSpPr>
            <p:nvPr/>
          </p:nvCxnSpPr>
          <p:spPr bwMode="auto">
            <a:xfrm rot="5400000">
              <a:off x="3617" y="1771"/>
              <a:ext cx="502" cy="539"/>
            </a:xfrm>
            <a:prstGeom prst="bentConnector3">
              <a:avLst>
                <a:gd name="adj1" fmla="val 50000"/>
              </a:avLst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</p:cxnSp>
        <p:cxnSp>
          <p:nvCxnSpPr>
            <p:cNvPr id="307221" name="AutoShape 21"/>
            <p:cNvCxnSpPr>
              <a:cxnSpLocks noChangeShapeType="1"/>
              <a:stCxn id="307212" idx="0"/>
              <a:endCxn id="307214" idx="2"/>
            </p:cNvCxnSpPr>
            <p:nvPr/>
          </p:nvCxnSpPr>
          <p:spPr bwMode="auto">
            <a:xfrm rot="16200000" flipH="1">
              <a:off x="4123" y="1804"/>
              <a:ext cx="503" cy="476"/>
            </a:xfrm>
            <a:prstGeom prst="bentConnector3">
              <a:avLst>
                <a:gd name="adj1" fmla="val 49903"/>
              </a:avLst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</p:cxnSp>
        <p:cxnSp>
          <p:nvCxnSpPr>
            <p:cNvPr id="307222" name="AutoShape 22"/>
            <p:cNvCxnSpPr>
              <a:cxnSpLocks noChangeShapeType="1"/>
              <a:stCxn id="307210" idx="0"/>
              <a:endCxn id="307211" idx="2"/>
            </p:cNvCxnSpPr>
            <p:nvPr/>
          </p:nvCxnSpPr>
          <p:spPr bwMode="auto">
            <a:xfrm rot="5400000">
              <a:off x="2883" y="929"/>
              <a:ext cx="465" cy="721"/>
            </a:xfrm>
            <a:prstGeom prst="bentConnector3">
              <a:avLst>
                <a:gd name="adj1" fmla="val 50000"/>
              </a:avLst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</p:cxnSp>
        <p:cxnSp>
          <p:nvCxnSpPr>
            <p:cNvPr id="307223" name="AutoShape 23"/>
            <p:cNvCxnSpPr>
              <a:cxnSpLocks noChangeShapeType="1"/>
              <a:stCxn id="307210" idx="0"/>
              <a:endCxn id="307212" idx="2"/>
            </p:cNvCxnSpPr>
            <p:nvPr/>
          </p:nvCxnSpPr>
          <p:spPr bwMode="auto">
            <a:xfrm rot="16200000" flipH="1">
              <a:off x="3574" y="959"/>
              <a:ext cx="465" cy="661"/>
            </a:xfrm>
            <a:prstGeom prst="bentConnector3">
              <a:avLst>
                <a:gd name="adj1" fmla="val 50000"/>
              </a:avLst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</p:cxnSp>
      </p:grpSp>
      <p:sp>
        <p:nvSpPr>
          <p:cNvPr id="25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Synchronisation des besoins :</a:t>
            </a:r>
            <a:br>
              <a:rPr lang="fr-CA" dirty="0"/>
            </a:br>
            <a:r>
              <a:rPr lang="fr-CA" dirty="0"/>
              <a:t>Horizon minimum de planification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C54DBF-B0BC-D44F-4498-925CCFA23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Horizon minimum de planification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6D4EF20-5440-A45B-B8F0-8891553FE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 noProof="0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9590C29-3DDE-F49D-054B-56102EAFB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B8E65F-5E3F-4E73-B056-4D0181456FB2}" type="slidenum">
              <a:rPr lang="fr-CA" noProof="0" smtClean="0"/>
              <a:pPr/>
              <a:t>10</a:t>
            </a:fld>
            <a:endParaRPr lang="fr-CA" noProof="0" dirty="0"/>
          </a:p>
        </p:txBody>
      </p:sp>
      <p:graphicFrame>
        <p:nvGraphicFramePr>
          <p:cNvPr id="6" name="Object 18">
            <a:extLst>
              <a:ext uri="{FF2B5EF4-FFF2-40B4-BE49-F238E27FC236}">
                <a16:creationId xmlns:a16="http://schemas.microsoft.com/office/drawing/2014/main" id="{919AEB9C-2B75-D014-5173-96CF3DEA4D3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7471878"/>
              </p:ext>
            </p:extLst>
          </p:nvPr>
        </p:nvGraphicFramePr>
        <p:xfrm>
          <a:off x="1558925" y="2430463"/>
          <a:ext cx="7043738" cy="160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5493934" imgH="1211580" progId="Excel.Sheet.8">
                  <p:embed/>
                </p:oleObj>
              </mc:Choice>
              <mc:Fallback>
                <p:oleObj name="Worksheet" r:id="rId3" imgW="5493934" imgH="1211580" progId="Excel.Sheet.8">
                  <p:embed/>
                  <p:pic>
                    <p:nvPicPr>
                      <p:cNvPr id="6" name="Object 18">
                        <a:extLst>
                          <a:ext uri="{FF2B5EF4-FFF2-40B4-BE49-F238E27FC236}">
                            <a16:creationId xmlns:a16="http://schemas.microsoft.com/office/drawing/2014/main" id="{919AEB9C-2B75-D014-5173-96CF3DEA4D3E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8925" y="2430463"/>
                        <a:ext cx="7043738" cy="1603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Flèche droite 1">
            <a:extLst>
              <a:ext uri="{FF2B5EF4-FFF2-40B4-BE49-F238E27FC236}">
                <a16:creationId xmlns:a16="http://schemas.microsoft.com/office/drawing/2014/main" id="{5424E695-E3CE-D501-EB9A-4FD7EA20CA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19487" y="2083835"/>
            <a:ext cx="4571513" cy="276490"/>
          </a:xfrm>
          <a:prstGeom prst="rightArrow">
            <a:avLst>
              <a:gd name="adj1" fmla="val 50000"/>
              <a:gd name="adj2" fmla="val 50084"/>
            </a:avLst>
          </a:prstGeom>
          <a:solidFill>
            <a:srgbClr val="FF0000"/>
          </a:solidFill>
          <a:ln w="38100" algn="ctr">
            <a:solidFill>
              <a:schemeClr val="tx1"/>
            </a:solidFill>
            <a:round/>
            <a:headEnd type="none" w="sm" len="sm"/>
            <a:tailEnd type="triangle" w="sm" len="sm"/>
          </a:ln>
        </p:spPr>
        <p:txBody>
          <a:bodyPr/>
          <a:lstStyle>
            <a:lvl1pPr>
              <a:spcBef>
                <a:spcPct val="20000"/>
              </a:spcBef>
              <a:buSzPct val="75000"/>
              <a:buFont typeface="Arial" panose="020B0604020202020204" pitchFamily="34" charset="0"/>
              <a:buChar char="●"/>
              <a:defRPr sz="2400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009C9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185FA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endParaRPr lang="fr-FR" altLang="fr-FR" sz="2000" dirty="0">
              <a:solidFill>
                <a:schemeClr val="tx1"/>
              </a:solidFill>
            </a:endParaRPr>
          </a:p>
        </p:txBody>
      </p:sp>
      <p:sp>
        <p:nvSpPr>
          <p:cNvPr id="8" name="Flèche gauche 2">
            <a:extLst>
              <a:ext uri="{FF2B5EF4-FFF2-40B4-BE49-F238E27FC236}">
                <a16:creationId xmlns:a16="http://schemas.microsoft.com/office/drawing/2014/main" id="{2AB577AD-1160-220C-64BB-97C572B9EE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8629" y="4050715"/>
            <a:ext cx="4462373" cy="300303"/>
          </a:xfrm>
          <a:prstGeom prst="leftArrow">
            <a:avLst>
              <a:gd name="adj1" fmla="val 50000"/>
              <a:gd name="adj2" fmla="val 49985"/>
            </a:avLst>
          </a:prstGeom>
          <a:solidFill>
            <a:srgbClr val="0070C0"/>
          </a:solidFill>
          <a:ln w="38100" algn="ctr">
            <a:solidFill>
              <a:schemeClr val="tx1"/>
            </a:solidFill>
            <a:round/>
            <a:headEnd type="none" w="sm" len="sm"/>
            <a:tailEnd type="triangle" w="sm" len="sm"/>
          </a:ln>
        </p:spPr>
        <p:txBody>
          <a:bodyPr/>
          <a:lstStyle>
            <a:lvl1pPr>
              <a:spcBef>
                <a:spcPct val="20000"/>
              </a:spcBef>
              <a:buSzPct val="75000"/>
              <a:buFont typeface="Arial" panose="020B0604020202020204" pitchFamily="34" charset="0"/>
              <a:buChar char="●"/>
              <a:defRPr sz="2400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009C9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185FA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endParaRPr lang="fr-FR" altLang="fr-FR" sz="2000" dirty="0">
              <a:solidFill>
                <a:schemeClr val="tx1"/>
              </a:solidFill>
            </a:endParaRPr>
          </a:p>
        </p:txBody>
      </p:sp>
      <p:sp>
        <p:nvSpPr>
          <p:cNvPr id="9" name="ZoneTexte 3">
            <a:extLst>
              <a:ext uri="{FF2B5EF4-FFF2-40B4-BE49-F238E27FC236}">
                <a16:creationId xmlns:a16="http://schemas.microsoft.com/office/drawing/2014/main" id="{04B8474F-3678-A950-218A-ED86317BCA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2000" y="1348002"/>
            <a:ext cx="9096000" cy="6054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SzPct val="75000"/>
              <a:buFont typeface="Arial" panose="020B0604020202020204" pitchFamily="34" charset="0"/>
              <a:buChar char="●"/>
              <a:defRPr sz="2400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009C9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185FA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fr-CA" altLang="fr-FR" sz="1667" b="1" dirty="0">
                <a:solidFill>
                  <a:schemeClr val="tx1"/>
                </a:solidFill>
                <a:latin typeface="+mn-lt"/>
              </a:rPr>
              <a:t>Jalonnement aval </a:t>
            </a:r>
            <a:r>
              <a:rPr lang="fr-CA" altLang="fr-FR" sz="1667" dirty="0">
                <a:solidFill>
                  <a:schemeClr val="tx1"/>
                </a:solidFill>
                <a:latin typeface="+mn-lt"/>
              </a:rPr>
              <a:t>: en commençant aujourd’hui, le produit A pourra être livré, </a:t>
            </a:r>
            <a:r>
              <a:rPr lang="fr-CA" altLang="fr-FR" sz="1667" b="1" u="sng" dirty="0">
                <a:solidFill>
                  <a:schemeClr val="tx1"/>
                </a:solidFill>
                <a:latin typeface="+mn-lt"/>
              </a:rPr>
              <a:t>au plus tôt</a:t>
            </a:r>
            <a:r>
              <a:rPr lang="fr-CA" altLang="fr-FR" sz="1667" dirty="0">
                <a:solidFill>
                  <a:schemeClr val="tx1"/>
                </a:solidFill>
                <a:latin typeface="+mn-lt"/>
              </a:rPr>
              <a:t>, dans 9 semaines</a:t>
            </a:r>
          </a:p>
        </p:txBody>
      </p:sp>
      <p:sp>
        <p:nvSpPr>
          <p:cNvPr id="10" name="ZoneTexte 22">
            <a:extLst>
              <a:ext uri="{FF2B5EF4-FFF2-40B4-BE49-F238E27FC236}">
                <a16:creationId xmlns:a16="http://schemas.microsoft.com/office/drawing/2014/main" id="{BBA6E5E0-1B56-0C2A-A6CC-D88A4BFED6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2000" y="4412177"/>
            <a:ext cx="9096000" cy="6054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SzPct val="75000"/>
              <a:buFont typeface="Arial" panose="020B0604020202020204" pitchFamily="34" charset="0"/>
              <a:buChar char="●"/>
              <a:defRPr sz="2400">
                <a:solidFill>
                  <a:schemeClr val="accent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009C9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185FAB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spcBef>
                <a:spcPct val="0"/>
              </a:spcBef>
              <a:buSzTx/>
              <a:buFontTx/>
              <a:buNone/>
            </a:pPr>
            <a:r>
              <a:rPr lang="fr-CA" altLang="fr-FR" sz="1667" b="1" dirty="0">
                <a:solidFill>
                  <a:schemeClr val="tx1"/>
                </a:solidFill>
              </a:rPr>
              <a:t>Jalonnement amont : </a:t>
            </a:r>
            <a:r>
              <a:rPr lang="fr-CA" altLang="fr-FR" sz="1667" dirty="0">
                <a:solidFill>
                  <a:schemeClr val="tx1"/>
                </a:solidFill>
              </a:rPr>
              <a:t>pour livrer le produit A à la semaine 9, les travaux devront débuter, </a:t>
            </a:r>
            <a:r>
              <a:rPr lang="fr-CA" altLang="fr-FR" sz="1667" b="1" u="sng" dirty="0">
                <a:solidFill>
                  <a:schemeClr val="tx1"/>
                </a:solidFill>
              </a:rPr>
              <a:t>au plus tard</a:t>
            </a:r>
            <a:r>
              <a:rPr lang="fr-CA" altLang="fr-FR" sz="1667" dirty="0">
                <a:solidFill>
                  <a:schemeClr val="tx1"/>
                </a:solidFill>
              </a:rPr>
              <a:t>, 9 semaines avant la date cible</a:t>
            </a:r>
          </a:p>
        </p:txBody>
      </p:sp>
    </p:spTree>
    <p:extLst>
      <p:ext uri="{BB962C8B-B14F-4D97-AF65-F5344CB8AC3E}">
        <p14:creationId xmlns:p14="http://schemas.microsoft.com/office/powerpoint/2010/main" val="2510875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Différentes techniques de lotissement</a:t>
            </a:r>
          </a:p>
        </p:txBody>
      </p:sp>
      <p:sp>
        <p:nvSpPr>
          <p:cNvPr id="2170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75328" y="1367479"/>
            <a:ext cx="6808054" cy="389334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fr-CA" b="1" dirty="0"/>
              <a:t>Lot pour lot : </a:t>
            </a:r>
            <a:r>
              <a:rPr lang="fr-CA" dirty="0"/>
              <a:t>On fabrique ou achète exactement la quantité requise. Évite d’avoir des produits en stock mais néglige les coûts de commande</a:t>
            </a:r>
          </a:p>
          <a:p>
            <a:pPr lvl="1"/>
            <a:endParaRPr lang="fr-CA" dirty="0"/>
          </a:p>
          <a:p>
            <a:pPr marL="0" indent="0">
              <a:buNone/>
            </a:pPr>
            <a:r>
              <a:rPr lang="fr-CA" b="1" dirty="0"/>
              <a:t>Lot de taille fixe « X » :  </a:t>
            </a:r>
            <a:r>
              <a:rPr lang="fr-CA" dirty="0"/>
              <a:t>La quantité fabriquée ou achetée est X ou un multiple de X (ex.: douzaine, caisse, palette, etc.)</a:t>
            </a:r>
          </a:p>
          <a:p>
            <a:pPr marL="0" indent="0">
              <a:buNone/>
            </a:pPr>
            <a:endParaRPr lang="fr-CA" dirty="0"/>
          </a:p>
          <a:p>
            <a:pPr marL="0" indent="0">
              <a:buNone/>
            </a:pPr>
            <a:r>
              <a:rPr lang="fr-CA" b="1" dirty="0"/>
              <a:t>Lot de taille minimale « X » :  </a:t>
            </a:r>
            <a:r>
              <a:rPr lang="fr-CA" dirty="0"/>
              <a:t>La quantité fabriquée ou achetée est au minimum X; si le besoin net est supérieur à X, on commande exactement la quantité requise.</a:t>
            </a:r>
          </a:p>
          <a:p>
            <a:pPr marL="0" indent="0">
              <a:buNone/>
            </a:pPr>
            <a:endParaRPr lang="fr-CA" dirty="0"/>
          </a:p>
          <a:p>
            <a:pPr marL="0" indent="0">
              <a:buNone/>
            </a:pPr>
            <a:r>
              <a:rPr lang="fr-CA" b="1" dirty="0"/>
              <a:t>Nombre de périodes (x périodes) :  </a:t>
            </a:r>
            <a:r>
              <a:rPr lang="fr-CA" dirty="0"/>
              <a:t>La quantité fabriquée ou achetée est fonction de la quantité requise pour combler les besoins nets du nombre de périodes spécifiées.</a:t>
            </a:r>
          </a:p>
          <a:p>
            <a:pPr marL="0" indent="0">
              <a:buNone/>
            </a:pPr>
            <a:endParaRPr lang="fr-CA" dirty="0"/>
          </a:p>
          <a:p>
            <a:pPr marL="0" indent="0">
              <a:buNone/>
            </a:pPr>
            <a:endParaRPr lang="fr-CA" dirty="0"/>
          </a:p>
          <a:p>
            <a:pPr lvl="1"/>
            <a:endParaRPr lang="fr-CA" dirty="0"/>
          </a:p>
          <a:p>
            <a:endParaRPr lang="fr-CA" dirty="0"/>
          </a:p>
        </p:txBody>
      </p:sp>
      <p:grpSp>
        <p:nvGrpSpPr>
          <p:cNvPr id="3" name="Groupe 2">
            <a:extLst>
              <a:ext uri="{FF2B5EF4-FFF2-40B4-BE49-F238E27FC236}">
                <a16:creationId xmlns:a16="http://schemas.microsoft.com/office/drawing/2014/main" id="{2BA7F2A2-736B-46EC-BF78-4452A60CCE6E}"/>
              </a:ext>
            </a:extLst>
          </p:cNvPr>
          <p:cNvGrpSpPr/>
          <p:nvPr/>
        </p:nvGrpSpPr>
        <p:grpSpPr>
          <a:xfrm>
            <a:off x="1290047" y="1492915"/>
            <a:ext cx="777253" cy="731727"/>
            <a:chOff x="624589" y="1635521"/>
            <a:chExt cx="600521" cy="549739"/>
          </a:xfrm>
        </p:grpSpPr>
        <p:sp>
          <p:nvSpPr>
            <p:cNvPr id="7" name="Ellipse 6">
              <a:extLst>
                <a:ext uri="{FF2B5EF4-FFF2-40B4-BE49-F238E27FC236}">
                  <a16:creationId xmlns:a16="http://schemas.microsoft.com/office/drawing/2014/main" id="{C6A51F46-B341-4029-A810-CC89DCD1E514}"/>
                </a:ext>
              </a:extLst>
            </p:cNvPr>
            <p:cNvSpPr/>
            <p:nvPr/>
          </p:nvSpPr>
          <p:spPr>
            <a:xfrm>
              <a:off x="624589" y="1635521"/>
              <a:ext cx="600521" cy="549739"/>
            </a:xfrm>
            <a:prstGeom prst="ellipse">
              <a:avLst/>
            </a:prstGeom>
            <a:solidFill>
              <a:schemeClr val="bg1"/>
            </a:solidFill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pic>
          <p:nvPicPr>
            <p:cNvPr id="6" name="Picture 2" descr="A lot, a lot of packages, magazine, many, much, warehouse ...">
              <a:extLst>
                <a:ext uri="{FF2B5EF4-FFF2-40B4-BE49-F238E27FC236}">
                  <a16:creationId xmlns:a16="http://schemas.microsoft.com/office/drawing/2014/main" id="{EE1AE187-D2FD-4F38-9FDE-AA72BA169F5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9796" y="1674800"/>
              <a:ext cx="491040" cy="44951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8" name="Groupe 7">
            <a:extLst>
              <a:ext uri="{FF2B5EF4-FFF2-40B4-BE49-F238E27FC236}">
                <a16:creationId xmlns:a16="http://schemas.microsoft.com/office/drawing/2014/main" id="{3422B359-067A-49F4-B064-2840F3609CCD}"/>
              </a:ext>
            </a:extLst>
          </p:cNvPr>
          <p:cNvGrpSpPr/>
          <p:nvPr/>
        </p:nvGrpSpPr>
        <p:grpSpPr>
          <a:xfrm>
            <a:off x="1286684" y="2549305"/>
            <a:ext cx="746310" cy="672925"/>
            <a:chOff x="-1678784" y="2626188"/>
            <a:chExt cx="774126" cy="765194"/>
          </a:xfrm>
        </p:grpSpPr>
        <p:sp>
          <p:nvSpPr>
            <p:cNvPr id="9" name="Ellipse 8">
              <a:extLst>
                <a:ext uri="{FF2B5EF4-FFF2-40B4-BE49-F238E27FC236}">
                  <a16:creationId xmlns:a16="http://schemas.microsoft.com/office/drawing/2014/main" id="{46A3E1DF-F484-4A9B-BBDD-D87186642250}"/>
                </a:ext>
              </a:extLst>
            </p:cNvPr>
            <p:cNvSpPr/>
            <p:nvPr/>
          </p:nvSpPr>
          <p:spPr>
            <a:xfrm>
              <a:off x="-1678784" y="2626188"/>
              <a:ext cx="774126" cy="765194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0" name="Rectangle 9" descr="Fermer">
              <a:extLst>
                <a:ext uri="{FF2B5EF4-FFF2-40B4-BE49-F238E27FC236}">
                  <a16:creationId xmlns:a16="http://schemas.microsoft.com/office/drawing/2014/main" id="{89B75478-23A6-4B51-A8F8-0F811B6C116A}"/>
                </a:ext>
              </a:extLst>
            </p:cNvPr>
            <p:cNvSpPr/>
            <p:nvPr/>
          </p:nvSpPr>
          <p:spPr>
            <a:xfrm>
              <a:off x="-1554730" y="2745776"/>
              <a:ext cx="526018" cy="526018"/>
            </a:xfrm>
            <a:prstGeom prst="rect">
              <a:avLst/>
            </a:prstGeom>
            <a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</p:grpSp>
      <p:grpSp>
        <p:nvGrpSpPr>
          <p:cNvPr id="11" name="Groupe 10">
            <a:extLst>
              <a:ext uri="{FF2B5EF4-FFF2-40B4-BE49-F238E27FC236}">
                <a16:creationId xmlns:a16="http://schemas.microsoft.com/office/drawing/2014/main" id="{EFF43E00-4C69-4058-9DB7-3C9756259C4B}"/>
              </a:ext>
            </a:extLst>
          </p:cNvPr>
          <p:cNvGrpSpPr/>
          <p:nvPr/>
        </p:nvGrpSpPr>
        <p:grpSpPr>
          <a:xfrm>
            <a:off x="1286684" y="3447197"/>
            <a:ext cx="773698" cy="731727"/>
            <a:chOff x="-2717478" y="3377981"/>
            <a:chExt cx="601200" cy="550800"/>
          </a:xfrm>
        </p:grpSpPr>
        <p:sp>
          <p:nvSpPr>
            <p:cNvPr id="12" name="Ellipse 11">
              <a:extLst>
                <a:ext uri="{FF2B5EF4-FFF2-40B4-BE49-F238E27FC236}">
                  <a16:creationId xmlns:a16="http://schemas.microsoft.com/office/drawing/2014/main" id="{62CE521D-F12A-428C-839E-99D6A982F559}"/>
                </a:ext>
              </a:extLst>
            </p:cNvPr>
            <p:cNvSpPr/>
            <p:nvPr/>
          </p:nvSpPr>
          <p:spPr>
            <a:xfrm>
              <a:off x="-2717478" y="3377981"/>
              <a:ext cx="601200" cy="550800"/>
            </a:xfrm>
            <a:prstGeom prst="ellipse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pic>
          <p:nvPicPr>
            <p:cNvPr id="13" name="Picture 4" descr="Cell, communication, level, minimum, mobile, network ...">
              <a:extLst>
                <a:ext uri="{FF2B5EF4-FFF2-40B4-BE49-F238E27FC236}">
                  <a16:creationId xmlns:a16="http://schemas.microsoft.com/office/drawing/2014/main" id="{6F1CFB27-68EC-4F10-A67A-5A31E2A1740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2669128" y="3400102"/>
              <a:ext cx="447654" cy="44765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27CE62A1-23B7-458B-837A-38A577E89DBB}"/>
              </a:ext>
            </a:extLst>
          </p:cNvPr>
          <p:cNvGrpSpPr/>
          <p:nvPr/>
        </p:nvGrpSpPr>
        <p:grpSpPr>
          <a:xfrm>
            <a:off x="1314072" y="4503587"/>
            <a:ext cx="746310" cy="715267"/>
            <a:chOff x="-1701801" y="2468236"/>
            <a:chExt cx="601200" cy="550800"/>
          </a:xfrm>
        </p:grpSpPr>
        <p:sp>
          <p:nvSpPr>
            <p:cNvPr id="16" name="Ellipse 15">
              <a:extLst>
                <a:ext uri="{FF2B5EF4-FFF2-40B4-BE49-F238E27FC236}">
                  <a16:creationId xmlns:a16="http://schemas.microsoft.com/office/drawing/2014/main" id="{6AF7D606-8F7A-41C8-9487-83C3A65312F5}"/>
                </a:ext>
              </a:extLst>
            </p:cNvPr>
            <p:cNvSpPr/>
            <p:nvPr/>
          </p:nvSpPr>
          <p:spPr>
            <a:xfrm>
              <a:off x="-1701801" y="2468236"/>
              <a:ext cx="601200" cy="550800"/>
            </a:xfrm>
            <a:prstGeom prst="ellipse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pic>
          <p:nvPicPr>
            <p:cNvPr id="17" name="Picture 6" descr="Anti Clockwise icon | IconBros">
              <a:extLst>
                <a:ext uri="{FF2B5EF4-FFF2-40B4-BE49-F238E27FC236}">
                  <a16:creationId xmlns:a16="http://schemas.microsoft.com/office/drawing/2014/main" id="{5DFDAA1A-21FB-4631-BD4C-704C60F10CA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1575882" y="2554318"/>
              <a:ext cx="348968" cy="3489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5004846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1CD88F9-E893-4B83-ACD3-A9865AE86827}"/>
              </a:ext>
            </a:extLst>
          </p:cNvPr>
          <p:cNvSpPr/>
          <p:nvPr/>
        </p:nvSpPr>
        <p:spPr>
          <a:xfrm>
            <a:off x="7906407" y="4910959"/>
            <a:ext cx="1813034" cy="4099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B299CC29-631D-4D49-9041-B0C560514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sz="1800" i="1" dirty="0"/>
              <a:t>Exercice</a:t>
            </a:r>
            <a:br>
              <a:rPr lang="fr-CA" dirty="0"/>
            </a:br>
            <a:r>
              <a:rPr lang="fr-CA" dirty="0"/>
              <a:t>Modules électriques Turner, page 207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76EAE9A-5C5D-4090-A407-4E0B8B80BF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0810" y="1493628"/>
            <a:ext cx="6365081" cy="3736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73610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F20FE49-7C21-496D-94CB-58E943140B65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3"/>
          </a:solidFill>
        </p:spPr>
        <p:txBody>
          <a:bodyPr/>
          <a:lstStyle/>
          <a:p>
            <a:r>
              <a:rPr lang="fr-CA" dirty="0"/>
              <a:t>Fichier maître des stocks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0DF20B2E-B4CB-45D3-8EE1-6B5A754B59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165" y="1629685"/>
            <a:ext cx="6600825" cy="2921794"/>
          </a:xfrm>
          <a:prstGeom prst="rect">
            <a:avLst/>
          </a:prstGeom>
        </p:spPr>
      </p:pic>
      <p:graphicFrame>
        <p:nvGraphicFramePr>
          <p:cNvPr id="3" name="Tableau 2">
            <a:extLst>
              <a:ext uri="{FF2B5EF4-FFF2-40B4-BE49-F238E27FC236}">
                <a16:creationId xmlns:a16="http://schemas.microsoft.com/office/drawing/2014/main" id="{F6273A42-C4B3-8886-1948-70DA8931D9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6344940"/>
              </p:ext>
            </p:extLst>
          </p:nvPr>
        </p:nvGraphicFramePr>
        <p:xfrm>
          <a:off x="1714165" y="4664269"/>
          <a:ext cx="6223000" cy="891540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860107700"/>
                    </a:ext>
                  </a:extLst>
                </a:gridCol>
                <a:gridCol w="939800">
                  <a:extLst>
                    <a:ext uri="{9D8B030D-6E8A-4147-A177-3AD203B41FA5}">
                      <a16:colId xmlns:a16="http://schemas.microsoft.com/office/drawing/2014/main" val="2000854404"/>
                    </a:ext>
                  </a:extLst>
                </a:gridCol>
                <a:gridCol w="939800">
                  <a:extLst>
                    <a:ext uri="{9D8B030D-6E8A-4147-A177-3AD203B41FA5}">
                      <a16:colId xmlns:a16="http://schemas.microsoft.com/office/drawing/2014/main" val="2186337953"/>
                    </a:ext>
                  </a:extLst>
                </a:gridCol>
                <a:gridCol w="939800">
                  <a:extLst>
                    <a:ext uri="{9D8B030D-6E8A-4147-A177-3AD203B41FA5}">
                      <a16:colId xmlns:a16="http://schemas.microsoft.com/office/drawing/2014/main" val="3201097808"/>
                    </a:ext>
                  </a:extLst>
                </a:gridCol>
                <a:gridCol w="939800">
                  <a:extLst>
                    <a:ext uri="{9D8B030D-6E8A-4147-A177-3AD203B41FA5}">
                      <a16:colId xmlns:a16="http://schemas.microsoft.com/office/drawing/2014/main" val="1254650661"/>
                    </a:ext>
                  </a:extLst>
                </a:gridCol>
                <a:gridCol w="939800">
                  <a:extLst>
                    <a:ext uri="{9D8B030D-6E8A-4147-A177-3AD203B41FA5}">
                      <a16:colId xmlns:a16="http://schemas.microsoft.com/office/drawing/2014/main" val="46105290"/>
                    </a:ext>
                  </a:extLst>
                </a:gridCol>
              </a:tblGrid>
              <a:tr h="312420">
                <a:tc>
                  <a:txBody>
                    <a:bodyPr/>
                    <a:lstStyle/>
                    <a:p>
                      <a:pPr algn="l" fontAlgn="b"/>
                      <a:r>
                        <a:rPr lang="fr-CA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Semaine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9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A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A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A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A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A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9128570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algn="l" fontAlgn="b"/>
                      <a:r>
                        <a:rPr lang="fr-CA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Lancements planifiés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CA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CA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CA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CA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CA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14808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479151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B471BBC-F5ED-4112-A171-F72B495AB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Questions…</a:t>
            </a:r>
          </a:p>
        </p:txBody>
      </p:sp>
      <p:grpSp>
        <p:nvGrpSpPr>
          <p:cNvPr id="5" name="Group 138">
            <a:extLst>
              <a:ext uri="{FF2B5EF4-FFF2-40B4-BE49-F238E27FC236}">
                <a16:creationId xmlns:a16="http://schemas.microsoft.com/office/drawing/2014/main" id="{58B95182-4054-43D5-805D-EA019D19B037}"/>
              </a:ext>
            </a:extLst>
          </p:cNvPr>
          <p:cNvGrpSpPr/>
          <p:nvPr/>
        </p:nvGrpSpPr>
        <p:grpSpPr>
          <a:xfrm>
            <a:off x="4374561" y="1844623"/>
            <a:ext cx="1977212" cy="2921741"/>
            <a:chOff x="8704441" y="2571694"/>
            <a:chExt cx="7028256" cy="10385705"/>
          </a:xfrm>
        </p:grpSpPr>
        <p:sp>
          <p:nvSpPr>
            <p:cNvPr id="6" name="Shape 34173">
              <a:extLst>
                <a:ext uri="{FF2B5EF4-FFF2-40B4-BE49-F238E27FC236}">
                  <a16:creationId xmlns:a16="http://schemas.microsoft.com/office/drawing/2014/main" id="{54F8AFD0-226B-45AF-A0F9-4E5B60DD3D2D}"/>
                </a:ext>
              </a:extLst>
            </p:cNvPr>
            <p:cNvSpPr/>
            <p:nvPr/>
          </p:nvSpPr>
          <p:spPr>
            <a:xfrm>
              <a:off x="8704441" y="4977041"/>
              <a:ext cx="795138" cy="69605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56" h="21029" extrusionOk="0">
                  <a:moveTo>
                    <a:pt x="20115" y="12466"/>
                  </a:moveTo>
                  <a:cubicBezTo>
                    <a:pt x="19732" y="10390"/>
                    <a:pt x="17957" y="9059"/>
                    <a:pt x="16157" y="9500"/>
                  </a:cubicBezTo>
                  <a:cubicBezTo>
                    <a:pt x="15676" y="9618"/>
                    <a:pt x="15243" y="9853"/>
                    <a:pt x="14872" y="10171"/>
                  </a:cubicBezTo>
                  <a:lnTo>
                    <a:pt x="17218" y="12800"/>
                  </a:lnTo>
                  <a:cubicBezTo>
                    <a:pt x="17383" y="12986"/>
                    <a:pt x="17387" y="13290"/>
                    <a:pt x="17227" y="13481"/>
                  </a:cubicBezTo>
                  <a:cubicBezTo>
                    <a:pt x="17066" y="13671"/>
                    <a:pt x="16803" y="13676"/>
                    <a:pt x="16637" y="13490"/>
                  </a:cubicBezTo>
                  <a:lnTo>
                    <a:pt x="14268" y="10834"/>
                  </a:lnTo>
                  <a:cubicBezTo>
                    <a:pt x="13652" y="11707"/>
                    <a:pt x="13371" y="12880"/>
                    <a:pt x="13589" y="14063"/>
                  </a:cubicBezTo>
                  <a:cubicBezTo>
                    <a:pt x="13972" y="16139"/>
                    <a:pt x="15747" y="17470"/>
                    <a:pt x="17547" y="17029"/>
                  </a:cubicBezTo>
                  <a:cubicBezTo>
                    <a:pt x="19346" y="16589"/>
                    <a:pt x="20498" y="14541"/>
                    <a:pt x="20115" y="12466"/>
                  </a:cubicBezTo>
                  <a:close/>
                  <a:moveTo>
                    <a:pt x="12445" y="7390"/>
                  </a:moveTo>
                  <a:lnTo>
                    <a:pt x="10862" y="7777"/>
                  </a:lnTo>
                  <a:cubicBezTo>
                    <a:pt x="10683" y="7821"/>
                    <a:pt x="10443" y="7721"/>
                    <a:pt x="10330" y="7554"/>
                  </a:cubicBezTo>
                  <a:lnTo>
                    <a:pt x="9382" y="6156"/>
                  </a:lnTo>
                  <a:lnTo>
                    <a:pt x="7858" y="9354"/>
                  </a:lnTo>
                  <a:cubicBezTo>
                    <a:pt x="7858" y="9354"/>
                    <a:pt x="8237" y="9436"/>
                    <a:pt x="8700" y="9536"/>
                  </a:cubicBezTo>
                  <a:lnTo>
                    <a:pt x="12662" y="8566"/>
                  </a:lnTo>
                  <a:cubicBezTo>
                    <a:pt x="12662" y="8566"/>
                    <a:pt x="12445" y="7390"/>
                    <a:pt x="12445" y="7390"/>
                  </a:cubicBezTo>
                  <a:close/>
                  <a:moveTo>
                    <a:pt x="12276" y="9645"/>
                  </a:moveTo>
                  <a:lnTo>
                    <a:pt x="10649" y="10043"/>
                  </a:lnTo>
                  <a:cubicBezTo>
                    <a:pt x="10837" y="10188"/>
                    <a:pt x="10975" y="10413"/>
                    <a:pt x="11024" y="10676"/>
                  </a:cubicBezTo>
                  <a:lnTo>
                    <a:pt x="11025" y="10675"/>
                  </a:lnTo>
                  <a:cubicBezTo>
                    <a:pt x="11025" y="10675"/>
                    <a:pt x="11166" y="11451"/>
                    <a:pt x="11342" y="12416"/>
                  </a:cubicBezTo>
                  <a:cubicBezTo>
                    <a:pt x="11342" y="12416"/>
                    <a:pt x="12276" y="9645"/>
                    <a:pt x="12276" y="9645"/>
                  </a:cubicBezTo>
                  <a:close/>
                  <a:moveTo>
                    <a:pt x="9392" y="11587"/>
                  </a:moveTo>
                  <a:cubicBezTo>
                    <a:pt x="9392" y="11587"/>
                    <a:pt x="7390" y="11287"/>
                    <a:pt x="6435" y="11138"/>
                  </a:cubicBezTo>
                  <a:lnTo>
                    <a:pt x="5956" y="12381"/>
                  </a:lnTo>
                  <a:cubicBezTo>
                    <a:pt x="6790" y="12920"/>
                    <a:pt x="7454" y="13798"/>
                    <a:pt x="7783" y="14892"/>
                  </a:cubicBezTo>
                  <a:lnTo>
                    <a:pt x="9906" y="14373"/>
                  </a:lnTo>
                  <a:cubicBezTo>
                    <a:pt x="9906" y="14373"/>
                    <a:pt x="9392" y="11587"/>
                    <a:pt x="9392" y="11587"/>
                  </a:cubicBezTo>
                  <a:close/>
                  <a:moveTo>
                    <a:pt x="7320" y="15990"/>
                  </a:moveTo>
                  <a:lnTo>
                    <a:pt x="4073" y="16785"/>
                  </a:lnTo>
                  <a:cubicBezTo>
                    <a:pt x="3848" y="16840"/>
                    <a:pt x="3626" y="16674"/>
                    <a:pt x="3578" y="16414"/>
                  </a:cubicBezTo>
                  <a:cubicBezTo>
                    <a:pt x="3557" y="16296"/>
                    <a:pt x="3576" y="16181"/>
                    <a:pt x="3622" y="16083"/>
                  </a:cubicBezTo>
                  <a:lnTo>
                    <a:pt x="3621" y="16082"/>
                  </a:lnTo>
                  <a:lnTo>
                    <a:pt x="4917" y="12711"/>
                  </a:lnTo>
                  <a:cubicBezTo>
                    <a:pt x="4410" y="12543"/>
                    <a:pt x="3861" y="12510"/>
                    <a:pt x="3309" y="12645"/>
                  </a:cubicBezTo>
                  <a:cubicBezTo>
                    <a:pt x="1510" y="13086"/>
                    <a:pt x="358" y="15133"/>
                    <a:pt x="741" y="17209"/>
                  </a:cubicBezTo>
                  <a:cubicBezTo>
                    <a:pt x="1124" y="19285"/>
                    <a:pt x="2899" y="20615"/>
                    <a:pt x="4699" y="20175"/>
                  </a:cubicBezTo>
                  <a:cubicBezTo>
                    <a:pt x="6388" y="19761"/>
                    <a:pt x="7507" y="17930"/>
                    <a:pt x="7320" y="15990"/>
                  </a:cubicBezTo>
                  <a:close/>
                  <a:moveTo>
                    <a:pt x="4700" y="15647"/>
                  </a:moveTo>
                  <a:lnTo>
                    <a:pt x="7121" y="15055"/>
                  </a:lnTo>
                  <a:cubicBezTo>
                    <a:pt x="6845" y="14210"/>
                    <a:pt x="6329" y="13528"/>
                    <a:pt x="5683" y="13093"/>
                  </a:cubicBezTo>
                  <a:cubicBezTo>
                    <a:pt x="5683" y="13093"/>
                    <a:pt x="4700" y="15647"/>
                    <a:pt x="4700" y="15647"/>
                  </a:cubicBezTo>
                  <a:close/>
                  <a:moveTo>
                    <a:pt x="20768" y="12306"/>
                  </a:moveTo>
                  <a:cubicBezTo>
                    <a:pt x="21228" y="14801"/>
                    <a:pt x="19848" y="17253"/>
                    <a:pt x="17686" y="17782"/>
                  </a:cubicBezTo>
                  <a:cubicBezTo>
                    <a:pt x="15523" y="18311"/>
                    <a:pt x="13397" y="16718"/>
                    <a:pt x="12936" y="14223"/>
                  </a:cubicBezTo>
                  <a:cubicBezTo>
                    <a:pt x="12670" y="12777"/>
                    <a:pt x="13022" y="11346"/>
                    <a:pt x="13786" y="10295"/>
                  </a:cubicBezTo>
                  <a:lnTo>
                    <a:pt x="13180" y="9616"/>
                  </a:lnTo>
                  <a:lnTo>
                    <a:pt x="11655" y="14141"/>
                  </a:lnTo>
                  <a:cubicBezTo>
                    <a:pt x="11845" y="15192"/>
                    <a:pt x="12003" y="16082"/>
                    <a:pt x="12002" y="16116"/>
                  </a:cubicBezTo>
                  <a:cubicBezTo>
                    <a:pt x="11988" y="16676"/>
                    <a:pt x="11582" y="17117"/>
                    <a:pt x="11096" y="17100"/>
                  </a:cubicBezTo>
                  <a:cubicBezTo>
                    <a:pt x="10682" y="17085"/>
                    <a:pt x="10344" y="16743"/>
                    <a:pt x="10261" y="16295"/>
                  </a:cubicBezTo>
                  <a:lnTo>
                    <a:pt x="10260" y="16295"/>
                  </a:lnTo>
                  <a:lnTo>
                    <a:pt x="10079" y="15314"/>
                  </a:lnTo>
                  <a:lnTo>
                    <a:pt x="7974" y="15829"/>
                  </a:lnTo>
                  <a:cubicBezTo>
                    <a:pt x="8237" y="18189"/>
                    <a:pt x="6891" y="20425"/>
                    <a:pt x="4838" y="20928"/>
                  </a:cubicBezTo>
                  <a:cubicBezTo>
                    <a:pt x="2675" y="21457"/>
                    <a:pt x="549" y="19863"/>
                    <a:pt x="88" y="17369"/>
                  </a:cubicBezTo>
                  <a:cubicBezTo>
                    <a:pt x="-372" y="14874"/>
                    <a:pt x="1008" y="12422"/>
                    <a:pt x="3170" y="11892"/>
                  </a:cubicBezTo>
                  <a:cubicBezTo>
                    <a:pt x="3866" y="11722"/>
                    <a:pt x="4557" y="11772"/>
                    <a:pt x="5191" y="12001"/>
                  </a:cubicBezTo>
                  <a:lnTo>
                    <a:pt x="5611" y="10908"/>
                  </a:lnTo>
                  <a:cubicBezTo>
                    <a:pt x="5188" y="10637"/>
                    <a:pt x="4908" y="10111"/>
                    <a:pt x="4924" y="9516"/>
                  </a:cubicBezTo>
                  <a:cubicBezTo>
                    <a:pt x="4931" y="9235"/>
                    <a:pt x="5004" y="8976"/>
                    <a:pt x="5123" y="8753"/>
                  </a:cubicBezTo>
                  <a:lnTo>
                    <a:pt x="5122" y="8753"/>
                  </a:lnTo>
                  <a:lnTo>
                    <a:pt x="7375" y="4249"/>
                  </a:lnTo>
                  <a:lnTo>
                    <a:pt x="7375" y="4250"/>
                  </a:lnTo>
                  <a:cubicBezTo>
                    <a:pt x="7591" y="3700"/>
                    <a:pt x="8076" y="3326"/>
                    <a:pt x="8631" y="3346"/>
                  </a:cubicBezTo>
                  <a:cubicBezTo>
                    <a:pt x="9070" y="3361"/>
                    <a:pt x="9452" y="3620"/>
                    <a:pt x="9685" y="4006"/>
                  </a:cubicBezTo>
                  <a:lnTo>
                    <a:pt x="9686" y="4006"/>
                  </a:lnTo>
                  <a:lnTo>
                    <a:pt x="11018" y="6165"/>
                  </a:lnTo>
                  <a:lnTo>
                    <a:pt x="12915" y="5701"/>
                  </a:lnTo>
                  <a:cubicBezTo>
                    <a:pt x="13275" y="5613"/>
                    <a:pt x="13630" y="5878"/>
                    <a:pt x="13706" y="6294"/>
                  </a:cubicBezTo>
                  <a:cubicBezTo>
                    <a:pt x="13778" y="6683"/>
                    <a:pt x="13580" y="7062"/>
                    <a:pt x="13259" y="7182"/>
                  </a:cubicBezTo>
                  <a:lnTo>
                    <a:pt x="13534" y="8671"/>
                  </a:lnTo>
                  <a:lnTo>
                    <a:pt x="14385" y="9625"/>
                  </a:lnTo>
                  <a:cubicBezTo>
                    <a:pt x="14850" y="9205"/>
                    <a:pt x="15402" y="8898"/>
                    <a:pt x="16018" y="8747"/>
                  </a:cubicBezTo>
                  <a:cubicBezTo>
                    <a:pt x="18181" y="8217"/>
                    <a:pt x="20307" y="9811"/>
                    <a:pt x="20768" y="12306"/>
                  </a:cubicBezTo>
                  <a:close/>
                  <a:moveTo>
                    <a:pt x="8795" y="1859"/>
                  </a:moveTo>
                  <a:cubicBezTo>
                    <a:pt x="8642" y="1027"/>
                    <a:pt x="9102" y="210"/>
                    <a:pt x="9823" y="34"/>
                  </a:cubicBezTo>
                  <a:cubicBezTo>
                    <a:pt x="10543" y="-143"/>
                    <a:pt x="11252" y="388"/>
                    <a:pt x="11406" y="1220"/>
                  </a:cubicBezTo>
                  <a:cubicBezTo>
                    <a:pt x="11559" y="2051"/>
                    <a:pt x="11099" y="2869"/>
                    <a:pt x="10378" y="3045"/>
                  </a:cubicBezTo>
                  <a:cubicBezTo>
                    <a:pt x="9658" y="3222"/>
                    <a:pt x="8949" y="2690"/>
                    <a:pt x="8795" y="1859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7" name="Shape 34174">
              <a:extLst>
                <a:ext uri="{FF2B5EF4-FFF2-40B4-BE49-F238E27FC236}">
                  <a16:creationId xmlns:a16="http://schemas.microsoft.com/office/drawing/2014/main" id="{68128151-2760-45B8-97EA-5230D64C08CC}"/>
                </a:ext>
              </a:extLst>
            </p:cNvPr>
            <p:cNvSpPr/>
            <p:nvPr/>
          </p:nvSpPr>
          <p:spPr>
            <a:xfrm>
              <a:off x="13207711" y="5129396"/>
              <a:ext cx="316260" cy="63252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250" y="4050"/>
                  </a:moveTo>
                  <a:lnTo>
                    <a:pt x="1618" y="4050"/>
                  </a:lnTo>
                  <a:lnTo>
                    <a:pt x="1618" y="17550"/>
                  </a:lnTo>
                  <a:lnTo>
                    <a:pt x="20250" y="17550"/>
                  </a:lnTo>
                  <a:lnTo>
                    <a:pt x="20250" y="4050"/>
                  </a:lnTo>
                  <a:close/>
                  <a:moveTo>
                    <a:pt x="14175" y="2025"/>
                  </a:moveTo>
                  <a:lnTo>
                    <a:pt x="7425" y="2025"/>
                  </a:lnTo>
                  <a:cubicBezTo>
                    <a:pt x="7052" y="2025"/>
                    <a:pt x="6750" y="2176"/>
                    <a:pt x="6750" y="2363"/>
                  </a:cubicBezTo>
                  <a:cubicBezTo>
                    <a:pt x="6750" y="2549"/>
                    <a:pt x="7052" y="2700"/>
                    <a:pt x="7425" y="2700"/>
                  </a:cubicBezTo>
                  <a:lnTo>
                    <a:pt x="14175" y="2700"/>
                  </a:lnTo>
                  <a:cubicBezTo>
                    <a:pt x="14548" y="2700"/>
                    <a:pt x="14850" y="2549"/>
                    <a:pt x="14850" y="2363"/>
                  </a:cubicBezTo>
                  <a:cubicBezTo>
                    <a:pt x="14850" y="2176"/>
                    <a:pt x="14548" y="2025"/>
                    <a:pt x="14175" y="2025"/>
                  </a:cubicBezTo>
                  <a:close/>
                  <a:moveTo>
                    <a:pt x="11475" y="20250"/>
                  </a:moveTo>
                  <a:cubicBezTo>
                    <a:pt x="12593" y="20250"/>
                    <a:pt x="13500" y="19797"/>
                    <a:pt x="13500" y="19238"/>
                  </a:cubicBezTo>
                  <a:cubicBezTo>
                    <a:pt x="13500" y="18678"/>
                    <a:pt x="12593" y="18225"/>
                    <a:pt x="11475" y="18225"/>
                  </a:cubicBezTo>
                  <a:cubicBezTo>
                    <a:pt x="10357" y="18225"/>
                    <a:pt x="9450" y="18678"/>
                    <a:pt x="9450" y="19238"/>
                  </a:cubicBezTo>
                  <a:cubicBezTo>
                    <a:pt x="9450" y="19797"/>
                    <a:pt x="10357" y="20250"/>
                    <a:pt x="11475" y="20250"/>
                  </a:cubicBezTo>
                  <a:close/>
                  <a:moveTo>
                    <a:pt x="18900" y="21600"/>
                  </a:moveTo>
                  <a:lnTo>
                    <a:pt x="2700" y="21600"/>
                  </a:lnTo>
                  <a:cubicBezTo>
                    <a:pt x="1954" y="21600"/>
                    <a:pt x="1279" y="21449"/>
                    <a:pt x="791" y="21205"/>
                  </a:cubicBezTo>
                  <a:cubicBezTo>
                    <a:pt x="302" y="20960"/>
                    <a:pt x="0" y="20623"/>
                    <a:pt x="0" y="20250"/>
                  </a:cubicBezTo>
                  <a:lnTo>
                    <a:pt x="0" y="1350"/>
                  </a:lnTo>
                  <a:cubicBezTo>
                    <a:pt x="0" y="977"/>
                    <a:pt x="302" y="640"/>
                    <a:pt x="791" y="395"/>
                  </a:cubicBezTo>
                  <a:cubicBezTo>
                    <a:pt x="1279" y="151"/>
                    <a:pt x="1954" y="0"/>
                    <a:pt x="2700" y="0"/>
                  </a:cubicBezTo>
                  <a:lnTo>
                    <a:pt x="18900" y="0"/>
                  </a:lnTo>
                  <a:cubicBezTo>
                    <a:pt x="19646" y="0"/>
                    <a:pt x="20321" y="151"/>
                    <a:pt x="20809" y="395"/>
                  </a:cubicBezTo>
                  <a:cubicBezTo>
                    <a:pt x="21298" y="640"/>
                    <a:pt x="21600" y="977"/>
                    <a:pt x="21600" y="1350"/>
                  </a:cubicBezTo>
                  <a:lnTo>
                    <a:pt x="21600" y="20250"/>
                  </a:lnTo>
                  <a:cubicBezTo>
                    <a:pt x="21600" y="20623"/>
                    <a:pt x="21298" y="20960"/>
                    <a:pt x="20809" y="21205"/>
                  </a:cubicBezTo>
                  <a:cubicBezTo>
                    <a:pt x="20321" y="21449"/>
                    <a:pt x="19646" y="21600"/>
                    <a:pt x="18900" y="2160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8" name="Shape 34175">
              <a:extLst>
                <a:ext uri="{FF2B5EF4-FFF2-40B4-BE49-F238E27FC236}">
                  <a16:creationId xmlns:a16="http://schemas.microsoft.com/office/drawing/2014/main" id="{1D7F4211-594B-47C9-8DCD-A4BCD12E586A}"/>
                </a:ext>
              </a:extLst>
            </p:cNvPr>
            <p:cNvSpPr/>
            <p:nvPr/>
          </p:nvSpPr>
          <p:spPr>
            <a:xfrm>
              <a:off x="13346915" y="6245061"/>
              <a:ext cx="528722" cy="46619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65" h="21448" extrusionOk="0">
                  <a:moveTo>
                    <a:pt x="1162" y="1839"/>
                  </a:moveTo>
                  <a:cubicBezTo>
                    <a:pt x="454" y="1924"/>
                    <a:pt x="-67" y="2640"/>
                    <a:pt x="7" y="3442"/>
                  </a:cubicBezTo>
                  <a:lnTo>
                    <a:pt x="1557" y="20144"/>
                  </a:lnTo>
                  <a:cubicBezTo>
                    <a:pt x="1631" y="20947"/>
                    <a:pt x="2272" y="21524"/>
                    <a:pt x="2980" y="21440"/>
                  </a:cubicBezTo>
                  <a:lnTo>
                    <a:pt x="19632" y="19456"/>
                  </a:lnTo>
                  <a:cubicBezTo>
                    <a:pt x="20339" y="19372"/>
                    <a:pt x="20850" y="18657"/>
                    <a:pt x="20776" y="17855"/>
                  </a:cubicBezTo>
                  <a:lnTo>
                    <a:pt x="20372" y="13497"/>
                  </a:lnTo>
                  <a:lnTo>
                    <a:pt x="15892" y="14031"/>
                  </a:lnTo>
                  <a:cubicBezTo>
                    <a:pt x="15184" y="14115"/>
                    <a:pt x="14553" y="13536"/>
                    <a:pt x="14479" y="12734"/>
                  </a:cubicBezTo>
                  <a:lnTo>
                    <a:pt x="14209" y="9825"/>
                  </a:lnTo>
                  <a:cubicBezTo>
                    <a:pt x="14135" y="9023"/>
                    <a:pt x="14646" y="8308"/>
                    <a:pt x="15353" y="8224"/>
                  </a:cubicBezTo>
                  <a:lnTo>
                    <a:pt x="19833" y="7690"/>
                  </a:lnTo>
                  <a:lnTo>
                    <a:pt x="19497" y="4062"/>
                  </a:lnTo>
                  <a:cubicBezTo>
                    <a:pt x="19422" y="3260"/>
                    <a:pt x="18790" y="2669"/>
                    <a:pt x="18083" y="2754"/>
                  </a:cubicBezTo>
                  <a:lnTo>
                    <a:pt x="17948" y="1305"/>
                  </a:lnTo>
                  <a:cubicBezTo>
                    <a:pt x="17874" y="503"/>
                    <a:pt x="17243" y="-76"/>
                    <a:pt x="16535" y="8"/>
                  </a:cubicBezTo>
                  <a:lnTo>
                    <a:pt x="1162" y="1839"/>
                  </a:lnTo>
                  <a:close/>
                  <a:moveTo>
                    <a:pt x="1930" y="3213"/>
                  </a:moveTo>
                  <a:lnTo>
                    <a:pt x="15381" y="1611"/>
                  </a:lnTo>
                  <a:cubicBezTo>
                    <a:pt x="15381" y="1611"/>
                    <a:pt x="16670" y="1454"/>
                    <a:pt x="16804" y="2906"/>
                  </a:cubicBezTo>
                  <a:lnTo>
                    <a:pt x="2065" y="4661"/>
                  </a:lnTo>
                  <a:cubicBezTo>
                    <a:pt x="1711" y="4704"/>
                    <a:pt x="1401" y="4420"/>
                    <a:pt x="1364" y="4018"/>
                  </a:cubicBezTo>
                  <a:cubicBezTo>
                    <a:pt x="1327" y="3618"/>
                    <a:pt x="1577" y="3255"/>
                    <a:pt x="1930" y="3213"/>
                  </a:cubicBezTo>
                  <a:close/>
                  <a:moveTo>
                    <a:pt x="16055" y="8878"/>
                  </a:moveTo>
                  <a:cubicBezTo>
                    <a:pt x="15347" y="8963"/>
                    <a:pt x="14836" y="9677"/>
                    <a:pt x="14911" y="10479"/>
                  </a:cubicBezTo>
                  <a:lnTo>
                    <a:pt x="15045" y="11928"/>
                  </a:lnTo>
                  <a:cubicBezTo>
                    <a:pt x="15120" y="12730"/>
                    <a:pt x="15751" y="13309"/>
                    <a:pt x="16458" y="13225"/>
                  </a:cubicBezTo>
                  <a:lnTo>
                    <a:pt x="20304" y="12767"/>
                  </a:lnTo>
                  <a:cubicBezTo>
                    <a:pt x="21012" y="12682"/>
                    <a:pt x="21533" y="11966"/>
                    <a:pt x="21459" y="11164"/>
                  </a:cubicBezTo>
                  <a:lnTo>
                    <a:pt x="21324" y="9716"/>
                  </a:lnTo>
                  <a:cubicBezTo>
                    <a:pt x="21250" y="8913"/>
                    <a:pt x="20608" y="8336"/>
                    <a:pt x="19901" y="8420"/>
                  </a:cubicBezTo>
                  <a:lnTo>
                    <a:pt x="16055" y="8878"/>
                  </a:lnTo>
                  <a:close/>
                  <a:moveTo>
                    <a:pt x="16834" y="10250"/>
                  </a:moveTo>
                  <a:cubicBezTo>
                    <a:pt x="17188" y="10208"/>
                    <a:pt x="17508" y="10491"/>
                    <a:pt x="17545" y="10892"/>
                  </a:cubicBezTo>
                  <a:cubicBezTo>
                    <a:pt x="17582" y="11293"/>
                    <a:pt x="17322" y="11657"/>
                    <a:pt x="16968" y="11699"/>
                  </a:cubicBezTo>
                  <a:cubicBezTo>
                    <a:pt x="16614" y="11741"/>
                    <a:pt x="16293" y="11447"/>
                    <a:pt x="16256" y="11046"/>
                  </a:cubicBezTo>
                  <a:cubicBezTo>
                    <a:pt x="16219" y="10644"/>
                    <a:pt x="16480" y="10293"/>
                    <a:pt x="16834" y="1025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9" name="Shape 34176">
              <a:extLst>
                <a:ext uri="{FF2B5EF4-FFF2-40B4-BE49-F238E27FC236}">
                  <a16:creationId xmlns:a16="http://schemas.microsoft.com/office/drawing/2014/main" id="{E160DC46-78C8-4C98-9610-BC7760A49598}"/>
                </a:ext>
              </a:extLst>
            </p:cNvPr>
            <p:cNvSpPr/>
            <p:nvPr/>
          </p:nvSpPr>
          <p:spPr>
            <a:xfrm>
              <a:off x="10903238" y="7779831"/>
              <a:ext cx="984814" cy="8851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55" h="21217" extrusionOk="0">
                  <a:moveTo>
                    <a:pt x="16218" y="16859"/>
                  </a:moveTo>
                  <a:lnTo>
                    <a:pt x="3455" y="9002"/>
                  </a:lnTo>
                  <a:lnTo>
                    <a:pt x="7275" y="1347"/>
                  </a:lnTo>
                  <a:lnTo>
                    <a:pt x="20039" y="9205"/>
                  </a:lnTo>
                  <a:cubicBezTo>
                    <a:pt x="20039" y="9205"/>
                    <a:pt x="16218" y="16859"/>
                    <a:pt x="16218" y="16859"/>
                  </a:cubicBezTo>
                  <a:close/>
                  <a:moveTo>
                    <a:pt x="20627" y="8027"/>
                  </a:moveTo>
                  <a:lnTo>
                    <a:pt x="7863" y="170"/>
                  </a:lnTo>
                  <a:cubicBezTo>
                    <a:pt x="7275" y="-192"/>
                    <a:pt x="6536" y="43"/>
                    <a:pt x="6211" y="693"/>
                  </a:cubicBezTo>
                  <a:cubicBezTo>
                    <a:pt x="6211" y="693"/>
                    <a:pt x="1803" y="9525"/>
                    <a:pt x="1814" y="9531"/>
                  </a:cubicBezTo>
                  <a:lnTo>
                    <a:pt x="16683" y="18684"/>
                  </a:lnTo>
                  <a:cubicBezTo>
                    <a:pt x="16694" y="18691"/>
                    <a:pt x="21103" y="9860"/>
                    <a:pt x="21103" y="9860"/>
                  </a:cubicBezTo>
                  <a:cubicBezTo>
                    <a:pt x="21427" y="9210"/>
                    <a:pt x="21214" y="8389"/>
                    <a:pt x="20627" y="8027"/>
                  </a:cubicBezTo>
                  <a:close/>
                  <a:moveTo>
                    <a:pt x="15519" y="21047"/>
                  </a:moveTo>
                  <a:lnTo>
                    <a:pt x="628" y="11880"/>
                  </a:lnTo>
                  <a:cubicBezTo>
                    <a:pt x="40" y="11518"/>
                    <a:pt x="-173" y="10698"/>
                    <a:pt x="152" y="10047"/>
                  </a:cubicBezTo>
                  <a:lnTo>
                    <a:pt x="446" y="9459"/>
                  </a:lnTo>
                  <a:lnTo>
                    <a:pt x="7359" y="13714"/>
                  </a:lnTo>
                  <a:lnTo>
                    <a:pt x="7065" y="14303"/>
                  </a:lnTo>
                  <a:lnTo>
                    <a:pt x="10256" y="16268"/>
                  </a:lnTo>
                  <a:lnTo>
                    <a:pt x="10550" y="15679"/>
                  </a:lnTo>
                  <a:lnTo>
                    <a:pt x="17464" y="19935"/>
                  </a:lnTo>
                  <a:lnTo>
                    <a:pt x="17170" y="20524"/>
                  </a:lnTo>
                  <a:cubicBezTo>
                    <a:pt x="16846" y="21174"/>
                    <a:pt x="16106" y="21408"/>
                    <a:pt x="15519" y="21047"/>
                  </a:cubicBezTo>
                  <a:cubicBezTo>
                    <a:pt x="15519" y="21047"/>
                    <a:pt x="15519" y="21047"/>
                    <a:pt x="15519" y="2104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10" name="Shape 34177">
              <a:extLst>
                <a:ext uri="{FF2B5EF4-FFF2-40B4-BE49-F238E27FC236}">
                  <a16:creationId xmlns:a16="http://schemas.microsoft.com/office/drawing/2014/main" id="{78E9A327-153C-4224-85C0-1ACC89739B8D}"/>
                </a:ext>
              </a:extLst>
            </p:cNvPr>
            <p:cNvSpPr/>
            <p:nvPr/>
          </p:nvSpPr>
          <p:spPr>
            <a:xfrm>
              <a:off x="11708307" y="11472461"/>
              <a:ext cx="584792" cy="50379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937" y="21600"/>
                  </a:moveTo>
                  <a:cubicBezTo>
                    <a:pt x="7087" y="19915"/>
                    <a:pt x="7254" y="17403"/>
                    <a:pt x="7225" y="15022"/>
                  </a:cubicBezTo>
                  <a:cubicBezTo>
                    <a:pt x="9087" y="15916"/>
                    <a:pt x="11129" y="16612"/>
                    <a:pt x="13235" y="14961"/>
                  </a:cubicBezTo>
                  <a:cubicBezTo>
                    <a:pt x="15319" y="13326"/>
                    <a:pt x="15547" y="10891"/>
                    <a:pt x="15533" y="8574"/>
                  </a:cubicBezTo>
                  <a:cubicBezTo>
                    <a:pt x="17412" y="9482"/>
                    <a:pt x="19470" y="10214"/>
                    <a:pt x="21600" y="8543"/>
                  </a:cubicBezTo>
                  <a:lnTo>
                    <a:pt x="20969" y="7441"/>
                  </a:lnTo>
                  <a:cubicBezTo>
                    <a:pt x="19165" y="8855"/>
                    <a:pt x="17455" y="8115"/>
                    <a:pt x="15526" y="7147"/>
                  </a:cubicBezTo>
                  <a:cubicBezTo>
                    <a:pt x="15470" y="4670"/>
                    <a:pt x="15489" y="2522"/>
                    <a:pt x="17315" y="1092"/>
                  </a:cubicBezTo>
                  <a:lnTo>
                    <a:pt x="16670" y="0"/>
                  </a:lnTo>
                  <a:cubicBezTo>
                    <a:pt x="14521" y="1685"/>
                    <a:pt x="14346" y="4208"/>
                    <a:pt x="14375" y="6589"/>
                  </a:cubicBezTo>
                  <a:cubicBezTo>
                    <a:pt x="12514" y="5696"/>
                    <a:pt x="10476" y="5018"/>
                    <a:pt x="8371" y="6668"/>
                  </a:cubicBezTo>
                  <a:cubicBezTo>
                    <a:pt x="6282" y="8306"/>
                    <a:pt x="6070" y="10724"/>
                    <a:pt x="6085" y="13045"/>
                  </a:cubicBezTo>
                  <a:cubicBezTo>
                    <a:pt x="4204" y="12134"/>
                    <a:pt x="2134" y="11396"/>
                    <a:pt x="0" y="13068"/>
                  </a:cubicBezTo>
                  <a:cubicBezTo>
                    <a:pt x="0" y="13068"/>
                    <a:pt x="641" y="14162"/>
                    <a:pt x="641" y="14162"/>
                  </a:cubicBezTo>
                  <a:cubicBezTo>
                    <a:pt x="2449" y="12745"/>
                    <a:pt x="4156" y="13499"/>
                    <a:pt x="6093" y="14471"/>
                  </a:cubicBezTo>
                  <a:cubicBezTo>
                    <a:pt x="6148" y="16943"/>
                    <a:pt x="6117" y="19084"/>
                    <a:pt x="4295" y="20512"/>
                  </a:cubicBezTo>
                  <a:lnTo>
                    <a:pt x="4937" y="21600"/>
                  </a:lnTo>
                  <a:close/>
                  <a:moveTo>
                    <a:pt x="4054" y="19679"/>
                  </a:moveTo>
                  <a:cubicBezTo>
                    <a:pt x="4369" y="19426"/>
                    <a:pt x="4614" y="19148"/>
                    <a:pt x="4809" y="18844"/>
                  </a:cubicBezTo>
                  <a:cubicBezTo>
                    <a:pt x="4809" y="18844"/>
                    <a:pt x="2134" y="14221"/>
                    <a:pt x="2134" y="14221"/>
                  </a:cubicBezTo>
                  <a:cubicBezTo>
                    <a:pt x="1820" y="14319"/>
                    <a:pt x="1507" y="14483"/>
                    <a:pt x="1188" y="14730"/>
                  </a:cubicBezTo>
                  <a:lnTo>
                    <a:pt x="4054" y="19679"/>
                  </a:lnTo>
                  <a:close/>
                  <a:moveTo>
                    <a:pt x="5303" y="17641"/>
                  </a:moveTo>
                  <a:cubicBezTo>
                    <a:pt x="5447" y="17150"/>
                    <a:pt x="5511" y="16611"/>
                    <a:pt x="5534" y="16026"/>
                  </a:cubicBezTo>
                  <a:lnTo>
                    <a:pt x="4636" y="14466"/>
                  </a:lnTo>
                  <a:cubicBezTo>
                    <a:pt x="4164" y="14273"/>
                    <a:pt x="3712" y="14138"/>
                    <a:pt x="3269" y="14112"/>
                  </a:cubicBezTo>
                  <a:lnTo>
                    <a:pt x="5303" y="17641"/>
                  </a:lnTo>
                  <a:close/>
                  <a:moveTo>
                    <a:pt x="7218" y="13596"/>
                  </a:moveTo>
                  <a:cubicBezTo>
                    <a:pt x="7170" y="11212"/>
                    <a:pt x="7244" y="9148"/>
                    <a:pt x="9015" y="7760"/>
                  </a:cubicBezTo>
                  <a:cubicBezTo>
                    <a:pt x="10800" y="6360"/>
                    <a:pt x="12484" y="7073"/>
                    <a:pt x="14389" y="8027"/>
                  </a:cubicBezTo>
                  <a:cubicBezTo>
                    <a:pt x="14437" y="10403"/>
                    <a:pt x="14371" y="12473"/>
                    <a:pt x="12604" y="13859"/>
                  </a:cubicBezTo>
                  <a:cubicBezTo>
                    <a:pt x="10819" y="15258"/>
                    <a:pt x="9123" y="14549"/>
                    <a:pt x="7218" y="13596"/>
                  </a:cubicBezTo>
                  <a:close/>
                  <a:moveTo>
                    <a:pt x="9128" y="13531"/>
                  </a:moveTo>
                  <a:cubicBezTo>
                    <a:pt x="9683" y="13753"/>
                    <a:pt x="10215" y="13899"/>
                    <a:pt x="10736" y="13922"/>
                  </a:cubicBezTo>
                  <a:lnTo>
                    <a:pt x="8270" y="9693"/>
                  </a:lnTo>
                  <a:cubicBezTo>
                    <a:pt x="8094" y="10262"/>
                    <a:pt x="8018" y="10890"/>
                    <a:pt x="7988" y="11570"/>
                  </a:cubicBezTo>
                  <a:lnTo>
                    <a:pt x="9128" y="13531"/>
                  </a:lnTo>
                  <a:close/>
                  <a:moveTo>
                    <a:pt x="11711" y="13445"/>
                  </a:moveTo>
                  <a:cubicBezTo>
                    <a:pt x="11906" y="13348"/>
                    <a:pt x="12100" y="13226"/>
                    <a:pt x="12298" y="13067"/>
                  </a:cubicBezTo>
                  <a:cubicBezTo>
                    <a:pt x="12398" y="12988"/>
                    <a:pt x="12489" y="12904"/>
                    <a:pt x="12577" y="12819"/>
                  </a:cubicBezTo>
                  <a:lnTo>
                    <a:pt x="9787" y="7934"/>
                  </a:lnTo>
                  <a:cubicBezTo>
                    <a:pt x="9688" y="7998"/>
                    <a:pt x="9589" y="8069"/>
                    <a:pt x="9488" y="8149"/>
                  </a:cubicBezTo>
                  <a:cubicBezTo>
                    <a:pt x="9290" y="8307"/>
                    <a:pt x="9121" y="8474"/>
                    <a:pt x="8972" y="8652"/>
                  </a:cubicBezTo>
                  <a:lnTo>
                    <a:pt x="11711" y="13445"/>
                  </a:lnTo>
                  <a:close/>
                  <a:moveTo>
                    <a:pt x="13407" y="12000"/>
                  </a:moveTo>
                  <a:cubicBezTo>
                    <a:pt x="13611" y="11527"/>
                    <a:pt x="13723" y="11008"/>
                    <a:pt x="13784" y="10444"/>
                  </a:cubicBezTo>
                  <a:lnTo>
                    <a:pt x="12283" y="7830"/>
                  </a:lnTo>
                  <a:cubicBezTo>
                    <a:pt x="11815" y="7685"/>
                    <a:pt x="11363" y="7615"/>
                    <a:pt x="10913" y="7660"/>
                  </a:cubicBezTo>
                  <a:lnTo>
                    <a:pt x="13407" y="12000"/>
                  </a:lnTo>
                  <a:close/>
                  <a:moveTo>
                    <a:pt x="16965" y="7123"/>
                  </a:moveTo>
                  <a:cubicBezTo>
                    <a:pt x="17421" y="7289"/>
                    <a:pt x="17855" y="7394"/>
                    <a:pt x="18279" y="7398"/>
                  </a:cubicBezTo>
                  <a:lnTo>
                    <a:pt x="16261" y="4044"/>
                  </a:lnTo>
                  <a:cubicBezTo>
                    <a:pt x="16133" y="4533"/>
                    <a:pt x="16081" y="5067"/>
                    <a:pt x="16071" y="5642"/>
                  </a:cubicBezTo>
                  <a:lnTo>
                    <a:pt x="16965" y="7123"/>
                  </a:lnTo>
                  <a:close/>
                  <a:moveTo>
                    <a:pt x="19610" y="7085"/>
                  </a:moveTo>
                  <a:cubicBezTo>
                    <a:pt x="19909" y="6982"/>
                    <a:pt x="20208" y="6817"/>
                    <a:pt x="20510" y="6570"/>
                  </a:cubicBezTo>
                  <a:lnTo>
                    <a:pt x="17721" y="1845"/>
                  </a:lnTo>
                  <a:cubicBezTo>
                    <a:pt x="17423" y="2098"/>
                    <a:pt x="17191" y="2376"/>
                    <a:pt x="17007" y="2675"/>
                  </a:cubicBezTo>
                  <a:cubicBezTo>
                    <a:pt x="17007" y="2675"/>
                    <a:pt x="19610" y="7085"/>
                    <a:pt x="19610" y="7085"/>
                  </a:cubicBezTo>
                  <a:close/>
                </a:path>
              </a:pathLst>
            </a:custGeom>
            <a:solidFill>
              <a:srgbClr val="00B0F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11" name="Shape 34178">
              <a:extLst>
                <a:ext uri="{FF2B5EF4-FFF2-40B4-BE49-F238E27FC236}">
                  <a16:creationId xmlns:a16="http://schemas.microsoft.com/office/drawing/2014/main" id="{4F678B15-F002-4E8B-9DFF-E999A7B29C8E}"/>
                </a:ext>
              </a:extLst>
            </p:cNvPr>
            <p:cNvSpPr/>
            <p:nvPr/>
          </p:nvSpPr>
          <p:spPr>
            <a:xfrm>
              <a:off x="14474664" y="3452446"/>
              <a:ext cx="701272" cy="99274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83" h="21600" extrusionOk="0">
                  <a:moveTo>
                    <a:pt x="6837" y="0"/>
                  </a:moveTo>
                  <a:lnTo>
                    <a:pt x="6304" y="11896"/>
                  </a:lnTo>
                  <a:lnTo>
                    <a:pt x="10115" y="11984"/>
                  </a:lnTo>
                  <a:lnTo>
                    <a:pt x="10387" y="5819"/>
                  </a:lnTo>
                  <a:cubicBezTo>
                    <a:pt x="10807" y="5990"/>
                    <a:pt x="11286" y="6091"/>
                    <a:pt x="11799" y="6080"/>
                  </a:cubicBezTo>
                  <a:cubicBezTo>
                    <a:pt x="12816" y="6059"/>
                    <a:pt x="13721" y="5638"/>
                    <a:pt x="14293" y="5029"/>
                  </a:cubicBezTo>
                  <a:cubicBezTo>
                    <a:pt x="14344" y="4975"/>
                    <a:pt x="14392" y="4920"/>
                    <a:pt x="14437" y="4864"/>
                  </a:cubicBezTo>
                  <a:cubicBezTo>
                    <a:pt x="15870" y="5413"/>
                    <a:pt x="17048" y="6141"/>
                    <a:pt x="17879" y="7040"/>
                  </a:cubicBezTo>
                  <a:cubicBezTo>
                    <a:pt x="19250" y="8523"/>
                    <a:pt x="19623" y="10355"/>
                    <a:pt x="18956" y="12341"/>
                  </a:cubicBezTo>
                  <a:cubicBezTo>
                    <a:pt x="17917" y="15436"/>
                    <a:pt x="14349" y="17736"/>
                    <a:pt x="10109" y="18168"/>
                  </a:cubicBezTo>
                  <a:lnTo>
                    <a:pt x="10109" y="16337"/>
                  </a:lnTo>
                  <a:lnTo>
                    <a:pt x="12811" y="16337"/>
                  </a:lnTo>
                  <a:lnTo>
                    <a:pt x="12811" y="15424"/>
                  </a:lnTo>
                  <a:lnTo>
                    <a:pt x="2958" y="15424"/>
                  </a:lnTo>
                  <a:lnTo>
                    <a:pt x="2958" y="16337"/>
                  </a:lnTo>
                  <a:lnTo>
                    <a:pt x="5665" y="16337"/>
                  </a:lnTo>
                  <a:lnTo>
                    <a:pt x="5665" y="19312"/>
                  </a:lnTo>
                  <a:lnTo>
                    <a:pt x="0" y="19312"/>
                  </a:lnTo>
                  <a:lnTo>
                    <a:pt x="0" y="21600"/>
                  </a:lnTo>
                  <a:lnTo>
                    <a:pt x="15769" y="21600"/>
                  </a:lnTo>
                  <a:lnTo>
                    <a:pt x="15769" y="19312"/>
                  </a:lnTo>
                  <a:lnTo>
                    <a:pt x="11820" y="19312"/>
                  </a:lnTo>
                  <a:cubicBezTo>
                    <a:pt x="16159" y="18468"/>
                    <a:pt x="19703" y="15947"/>
                    <a:pt x="20805" y="12664"/>
                  </a:cubicBezTo>
                  <a:cubicBezTo>
                    <a:pt x="21600" y="10296"/>
                    <a:pt x="21135" y="8089"/>
                    <a:pt x="19462" y="6280"/>
                  </a:cubicBezTo>
                  <a:cubicBezTo>
                    <a:pt x="18352" y="5079"/>
                    <a:pt x="16769" y="4131"/>
                    <a:pt x="14820" y="3462"/>
                  </a:cubicBezTo>
                  <a:cubicBezTo>
                    <a:pt x="14558" y="2431"/>
                    <a:pt x="13305" y="1647"/>
                    <a:pt x="11799" y="1647"/>
                  </a:cubicBezTo>
                  <a:cubicBezTo>
                    <a:pt x="11359" y="1647"/>
                    <a:pt x="10947" y="1715"/>
                    <a:pt x="10568" y="1835"/>
                  </a:cubicBezTo>
                  <a:lnTo>
                    <a:pt x="10642" y="88"/>
                  </a:lnTo>
                  <a:lnTo>
                    <a:pt x="6837" y="0"/>
                  </a:lnTo>
                  <a:close/>
                  <a:moveTo>
                    <a:pt x="11799" y="3017"/>
                  </a:moveTo>
                  <a:cubicBezTo>
                    <a:pt x="12376" y="3012"/>
                    <a:pt x="12879" y="3300"/>
                    <a:pt x="12982" y="3708"/>
                  </a:cubicBezTo>
                  <a:cubicBezTo>
                    <a:pt x="13088" y="4130"/>
                    <a:pt x="12736" y="4539"/>
                    <a:pt x="12167" y="4660"/>
                  </a:cubicBezTo>
                  <a:cubicBezTo>
                    <a:pt x="12051" y="4688"/>
                    <a:pt x="11928" y="4706"/>
                    <a:pt x="11799" y="4706"/>
                  </a:cubicBezTo>
                  <a:cubicBezTo>
                    <a:pt x="11152" y="4706"/>
                    <a:pt x="10625" y="4326"/>
                    <a:pt x="10626" y="3862"/>
                  </a:cubicBezTo>
                  <a:cubicBezTo>
                    <a:pt x="10628" y="3397"/>
                    <a:pt x="11153" y="3023"/>
                    <a:pt x="11799" y="301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12" name="Shape 34179">
              <a:extLst>
                <a:ext uri="{FF2B5EF4-FFF2-40B4-BE49-F238E27FC236}">
                  <a16:creationId xmlns:a16="http://schemas.microsoft.com/office/drawing/2014/main" id="{B640C1FD-64C6-481E-8CA6-1F579DB7BF97}"/>
                </a:ext>
              </a:extLst>
            </p:cNvPr>
            <p:cNvSpPr/>
            <p:nvPr/>
          </p:nvSpPr>
          <p:spPr>
            <a:xfrm>
              <a:off x="13573878" y="4409128"/>
              <a:ext cx="1096094" cy="12133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678" h="21600" extrusionOk="0">
                  <a:moveTo>
                    <a:pt x="10339" y="0"/>
                  </a:moveTo>
                  <a:cubicBezTo>
                    <a:pt x="8560" y="0"/>
                    <a:pt x="6992" y="1375"/>
                    <a:pt x="5917" y="3576"/>
                  </a:cubicBezTo>
                  <a:cubicBezTo>
                    <a:pt x="5568" y="3546"/>
                    <a:pt x="5234" y="3529"/>
                    <a:pt x="4903" y="3529"/>
                  </a:cubicBezTo>
                  <a:cubicBezTo>
                    <a:pt x="2761" y="3529"/>
                    <a:pt x="1171" y="4188"/>
                    <a:pt x="431" y="5396"/>
                  </a:cubicBezTo>
                  <a:cubicBezTo>
                    <a:pt x="-452" y="6840"/>
                    <a:pt x="119" y="8796"/>
                    <a:pt x="1578" y="10761"/>
                  </a:cubicBezTo>
                  <a:cubicBezTo>
                    <a:pt x="84" y="12747"/>
                    <a:pt x="-461" y="14730"/>
                    <a:pt x="431" y="16188"/>
                  </a:cubicBezTo>
                  <a:cubicBezTo>
                    <a:pt x="1171" y="17397"/>
                    <a:pt x="2760" y="18055"/>
                    <a:pt x="4903" y="18055"/>
                  </a:cubicBezTo>
                  <a:cubicBezTo>
                    <a:pt x="5246" y="18055"/>
                    <a:pt x="5621" y="18010"/>
                    <a:pt x="5983" y="17976"/>
                  </a:cubicBezTo>
                  <a:cubicBezTo>
                    <a:pt x="7057" y="20156"/>
                    <a:pt x="8570" y="21600"/>
                    <a:pt x="10339" y="21600"/>
                  </a:cubicBezTo>
                  <a:cubicBezTo>
                    <a:pt x="12118" y="21600"/>
                    <a:pt x="13685" y="20225"/>
                    <a:pt x="14761" y="18024"/>
                  </a:cubicBezTo>
                  <a:cubicBezTo>
                    <a:pt x="15110" y="18054"/>
                    <a:pt x="15460" y="18071"/>
                    <a:pt x="15791" y="18071"/>
                  </a:cubicBezTo>
                  <a:cubicBezTo>
                    <a:pt x="17934" y="18071"/>
                    <a:pt x="19507" y="17412"/>
                    <a:pt x="20246" y="16204"/>
                  </a:cubicBezTo>
                  <a:cubicBezTo>
                    <a:pt x="21134" y="14753"/>
                    <a:pt x="20576" y="12782"/>
                    <a:pt x="19099" y="10808"/>
                  </a:cubicBezTo>
                  <a:cubicBezTo>
                    <a:pt x="20594" y="8822"/>
                    <a:pt x="21139" y="6839"/>
                    <a:pt x="20246" y="5380"/>
                  </a:cubicBezTo>
                  <a:cubicBezTo>
                    <a:pt x="19508" y="4173"/>
                    <a:pt x="17934" y="3514"/>
                    <a:pt x="15791" y="3514"/>
                  </a:cubicBezTo>
                  <a:cubicBezTo>
                    <a:pt x="15438" y="3514"/>
                    <a:pt x="15052" y="3573"/>
                    <a:pt x="14677" y="3608"/>
                  </a:cubicBezTo>
                  <a:cubicBezTo>
                    <a:pt x="13604" y="1440"/>
                    <a:pt x="12102" y="0"/>
                    <a:pt x="10339" y="0"/>
                  </a:cubicBezTo>
                  <a:close/>
                  <a:moveTo>
                    <a:pt x="10339" y="1004"/>
                  </a:moveTo>
                  <a:cubicBezTo>
                    <a:pt x="11591" y="1004"/>
                    <a:pt x="12710" y="2093"/>
                    <a:pt x="13580" y="3733"/>
                  </a:cubicBezTo>
                  <a:cubicBezTo>
                    <a:pt x="12541" y="3915"/>
                    <a:pt x="11452" y="4238"/>
                    <a:pt x="10355" y="4643"/>
                  </a:cubicBezTo>
                  <a:cubicBezTo>
                    <a:pt x="9226" y="4226"/>
                    <a:pt x="8099" y="3899"/>
                    <a:pt x="7031" y="3718"/>
                  </a:cubicBezTo>
                  <a:cubicBezTo>
                    <a:pt x="7905" y="2046"/>
                    <a:pt x="9073" y="1004"/>
                    <a:pt x="10339" y="1004"/>
                  </a:cubicBezTo>
                  <a:close/>
                  <a:moveTo>
                    <a:pt x="15791" y="4518"/>
                  </a:moveTo>
                  <a:cubicBezTo>
                    <a:pt x="17538" y="4518"/>
                    <a:pt x="18791" y="4998"/>
                    <a:pt x="19332" y="5882"/>
                  </a:cubicBezTo>
                  <a:cubicBezTo>
                    <a:pt x="19959" y="6907"/>
                    <a:pt x="19540" y="8380"/>
                    <a:pt x="18468" y="9914"/>
                  </a:cubicBezTo>
                  <a:cubicBezTo>
                    <a:pt x="17787" y="9159"/>
                    <a:pt x="16951" y="8410"/>
                    <a:pt x="16007" y="7702"/>
                  </a:cubicBezTo>
                  <a:cubicBezTo>
                    <a:pt x="15826" y="6556"/>
                    <a:pt x="15554" y="5511"/>
                    <a:pt x="15193" y="4565"/>
                  </a:cubicBezTo>
                  <a:cubicBezTo>
                    <a:pt x="15389" y="4554"/>
                    <a:pt x="15602" y="4518"/>
                    <a:pt x="15791" y="4518"/>
                  </a:cubicBezTo>
                  <a:close/>
                  <a:moveTo>
                    <a:pt x="4903" y="4533"/>
                  </a:moveTo>
                  <a:cubicBezTo>
                    <a:pt x="5095" y="4533"/>
                    <a:pt x="5302" y="4538"/>
                    <a:pt x="5501" y="4549"/>
                  </a:cubicBezTo>
                  <a:cubicBezTo>
                    <a:pt x="5130" y="5520"/>
                    <a:pt x="4852" y="6633"/>
                    <a:pt x="4670" y="7812"/>
                  </a:cubicBezTo>
                  <a:cubicBezTo>
                    <a:pt x="3730" y="8526"/>
                    <a:pt x="2966" y="9248"/>
                    <a:pt x="2293" y="10008"/>
                  </a:cubicBezTo>
                  <a:cubicBezTo>
                    <a:pt x="1175" y="8445"/>
                    <a:pt x="708" y="6940"/>
                    <a:pt x="1346" y="5898"/>
                  </a:cubicBezTo>
                  <a:cubicBezTo>
                    <a:pt x="1887" y="5014"/>
                    <a:pt x="3156" y="4533"/>
                    <a:pt x="4903" y="4533"/>
                  </a:cubicBezTo>
                  <a:close/>
                  <a:moveTo>
                    <a:pt x="14062" y="4659"/>
                  </a:moveTo>
                  <a:cubicBezTo>
                    <a:pt x="14333" y="5325"/>
                    <a:pt x="14582" y="6051"/>
                    <a:pt x="14761" y="6839"/>
                  </a:cubicBezTo>
                  <a:cubicBezTo>
                    <a:pt x="14294" y="6539"/>
                    <a:pt x="13808" y="6239"/>
                    <a:pt x="13298" y="5961"/>
                  </a:cubicBezTo>
                  <a:cubicBezTo>
                    <a:pt x="12768" y="5672"/>
                    <a:pt x="12225" y="5480"/>
                    <a:pt x="11685" y="5239"/>
                  </a:cubicBezTo>
                  <a:cubicBezTo>
                    <a:pt x="12500" y="4985"/>
                    <a:pt x="13298" y="4775"/>
                    <a:pt x="14062" y="4659"/>
                  </a:cubicBezTo>
                  <a:close/>
                  <a:moveTo>
                    <a:pt x="6599" y="4675"/>
                  </a:moveTo>
                  <a:cubicBezTo>
                    <a:pt x="7326" y="4784"/>
                    <a:pt x="8103" y="5021"/>
                    <a:pt x="8876" y="5255"/>
                  </a:cubicBezTo>
                  <a:cubicBezTo>
                    <a:pt x="8379" y="5481"/>
                    <a:pt x="7868" y="5695"/>
                    <a:pt x="7380" y="5961"/>
                  </a:cubicBezTo>
                  <a:cubicBezTo>
                    <a:pt x="6837" y="6256"/>
                    <a:pt x="6443" y="6613"/>
                    <a:pt x="5950" y="6933"/>
                  </a:cubicBezTo>
                  <a:cubicBezTo>
                    <a:pt x="6128" y="6137"/>
                    <a:pt x="6326" y="5348"/>
                    <a:pt x="6599" y="4675"/>
                  </a:cubicBezTo>
                  <a:close/>
                  <a:moveTo>
                    <a:pt x="10405" y="5788"/>
                  </a:moveTo>
                  <a:cubicBezTo>
                    <a:pt x="11196" y="6102"/>
                    <a:pt x="11987" y="6415"/>
                    <a:pt x="12766" y="6839"/>
                  </a:cubicBezTo>
                  <a:cubicBezTo>
                    <a:pt x="13571" y="7278"/>
                    <a:pt x="14317" y="7751"/>
                    <a:pt x="15010" y="8251"/>
                  </a:cubicBezTo>
                  <a:cubicBezTo>
                    <a:pt x="15123" y="9067"/>
                    <a:pt x="15193" y="9915"/>
                    <a:pt x="15193" y="10792"/>
                  </a:cubicBezTo>
                  <a:cubicBezTo>
                    <a:pt x="15193" y="11657"/>
                    <a:pt x="15070" y="12466"/>
                    <a:pt x="14960" y="13271"/>
                  </a:cubicBezTo>
                  <a:cubicBezTo>
                    <a:pt x="14260" y="13779"/>
                    <a:pt x="13583" y="14300"/>
                    <a:pt x="12766" y="14745"/>
                  </a:cubicBezTo>
                  <a:cubicBezTo>
                    <a:pt x="11937" y="15197"/>
                    <a:pt x="11096" y="15469"/>
                    <a:pt x="10256" y="15796"/>
                  </a:cubicBezTo>
                  <a:cubicBezTo>
                    <a:pt x="9475" y="15485"/>
                    <a:pt x="8681" y="15180"/>
                    <a:pt x="7912" y="14761"/>
                  </a:cubicBezTo>
                  <a:cubicBezTo>
                    <a:pt x="7107" y="14323"/>
                    <a:pt x="6360" y="13849"/>
                    <a:pt x="5668" y="13349"/>
                  </a:cubicBezTo>
                  <a:cubicBezTo>
                    <a:pt x="5554" y="12533"/>
                    <a:pt x="5501" y="11669"/>
                    <a:pt x="5501" y="10792"/>
                  </a:cubicBezTo>
                  <a:cubicBezTo>
                    <a:pt x="5501" y="9918"/>
                    <a:pt x="5605" y="9111"/>
                    <a:pt x="5718" y="8298"/>
                  </a:cubicBezTo>
                  <a:cubicBezTo>
                    <a:pt x="6420" y="7788"/>
                    <a:pt x="7092" y="7270"/>
                    <a:pt x="7912" y="6824"/>
                  </a:cubicBezTo>
                  <a:cubicBezTo>
                    <a:pt x="8731" y="6377"/>
                    <a:pt x="9574" y="6113"/>
                    <a:pt x="10405" y="5788"/>
                  </a:cubicBezTo>
                  <a:close/>
                  <a:moveTo>
                    <a:pt x="10339" y="7984"/>
                  </a:moveTo>
                  <a:cubicBezTo>
                    <a:pt x="8690" y="7984"/>
                    <a:pt x="7363" y="9237"/>
                    <a:pt x="7363" y="10792"/>
                  </a:cubicBezTo>
                  <a:cubicBezTo>
                    <a:pt x="7363" y="12348"/>
                    <a:pt x="8690" y="13616"/>
                    <a:pt x="10339" y="13616"/>
                  </a:cubicBezTo>
                  <a:cubicBezTo>
                    <a:pt x="11987" y="13616"/>
                    <a:pt x="13331" y="12348"/>
                    <a:pt x="13331" y="10792"/>
                  </a:cubicBezTo>
                  <a:cubicBezTo>
                    <a:pt x="13331" y="9237"/>
                    <a:pt x="11987" y="7984"/>
                    <a:pt x="10339" y="7984"/>
                  </a:cubicBezTo>
                  <a:close/>
                  <a:moveTo>
                    <a:pt x="4571" y="9098"/>
                  </a:moveTo>
                  <a:cubicBezTo>
                    <a:pt x="4522" y="9664"/>
                    <a:pt x="4438" y="10197"/>
                    <a:pt x="4438" y="10792"/>
                  </a:cubicBezTo>
                  <a:cubicBezTo>
                    <a:pt x="4438" y="11349"/>
                    <a:pt x="4462" y="11892"/>
                    <a:pt x="4504" y="12424"/>
                  </a:cubicBezTo>
                  <a:cubicBezTo>
                    <a:pt x="3891" y="11902"/>
                    <a:pt x="3374" y="11375"/>
                    <a:pt x="2908" y="10839"/>
                  </a:cubicBezTo>
                  <a:cubicBezTo>
                    <a:pt x="3403" y="10260"/>
                    <a:pt x="3903" y="9661"/>
                    <a:pt x="4571" y="9098"/>
                  </a:cubicBezTo>
                  <a:close/>
                  <a:moveTo>
                    <a:pt x="16190" y="9176"/>
                  </a:moveTo>
                  <a:cubicBezTo>
                    <a:pt x="16796" y="9693"/>
                    <a:pt x="17307" y="10215"/>
                    <a:pt x="17769" y="10745"/>
                  </a:cubicBezTo>
                  <a:cubicBezTo>
                    <a:pt x="17273" y="11325"/>
                    <a:pt x="16776" y="11907"/>
                    <a:pt x="16107" y="12471"/>
                  </a:cubicBezTo>
                  <a:cubicBezTo>
                    <a:pt x="16155" y="11912"/>
                    <a:pt x="16257" y="11379"/>
                    <a:pt x="16257" y="10792"/>
                  </a:cubicBezTo>
                  <a:cubicBezTo>
                    <a:pt x="16257" y="10236"/>
                    <a:pt x="16233" y="9708"/>
                    <a:pt x="16190" y="9176"/>
                  </a:cubicBezTo>
                  <a:close/>
                  <a:moveTo>
                    <a:pt x="18384" y="11576"/>
                  </a:moveTo>
                  <a:cubicBezTo>
                    <a:pt x="19512" y="13146"/>
                    <a:pt x="19972" y="14656"/>
                    <a:pt x="19332" y="15702"/>
                  </a:cubicBezTo>
                  <a:cubicBezTo>
                    <a:pt x="18791" y="16586"/>
                    <a:pt x="17537" y="17067"/>
                    <a:pt x="15791" y="17067"/>
                  </a:cubicBezTo>
                  <a:cubicBezTo>
                    <a:pt x="15599" y="17067"/>
                    <a:pt x="15392" y="17047"/>
                    <a:pt x="15193" y="17035"/>
                  </a:cubicBezTo>
                  <a:cubicBezTo>
                    <a:pt x="15564" y="16065"/>
                    <a:pt x="15826" y="14967"/>
                    <a:pt x="16007" y="13788"/>
                  </a:cubicBezTo>
                  <a:cubicBezTo>
                    <a:pt x="16951" y="13073"/>
                    <a:pt x="17710" y="12337"/>
                    <a:pt x="18384" y="11576"/>
                  </a:cubicBezTo>
                  <a:close/>
                  <a:moveTo>
                    <a:pt x="2210" y="11655"/>
                  </a:moveTo>
                  <a:cubicBezTo>
                    <a:pt x="2896" y="12420"/>
                    <a:pt x="3714" y="13165"/>
                    <a:pt x="4670" y="13882"/>
                  </a:cubicBezTo>
                  <a:cubicBezTo>
                    <a:pt x="4849" y="15014"/>
                    <a:pt x="5113" y="16067"/>
                    <a:pt x="5468" y="17004"/>
                  </a:cubicBezTo>
                  <a:cubicBezTo>
                    <a:pt x="5283" y="17014"/>
                    <a:pt x="5081" y="17051"/>
                    <a:pt x="4903" y="17051"/>
                  </a:cubicBezTo>
                  <a:cubicBezTo>
                    <a:pt x="3156" y="17051"/>
                    <a:pt x="1887" y="16571"/>
                    <a:pt x="1346" y="15686"/>
                  </a:cubicBezTo>
                  <a:cubicBezTo>
                    <a:pt x="717" y="14659"/>
                    <a:pt x="1131" y="13193"/>
                    <a:pt x="2210" y="11655"/>
                  </a:cubicBezTo>
                  <a:close/>
                  <a:moveTo>
                    <a:pt x="14744" y="14651"/>
                  </a:moveTo>
                  <a:cubicBezTo>
                    <a:pt x="14565" y="15455"/>
                    <a:pt x="14370" y="16247"/>
                    <a:pt x="14096" y="16925"/>
                  </a:cubicBezTo>
                  <a:cubicBezTo>
                    <a:pt x="13364" y="16816"/>
                    <a:pt x="12580" y="16581"/>
                    <a:pt x="11802" y="16345"/>
                  </a:cubicBezTo>
                  <a:cubicBezTo>
                    <a:pt x="12304" y="16117"/>
                    <a:pt x="12804" y="15892"/>
                    <a:pt x="13298" y="15624"/>
                  </a:cubicBezTo>
                  <a:cubicBezTo>
                    <a:pt x="13843" y="15326"/>
                    <a:pt x="14249" y="14973"/>
                    <a:pt x="14744" y="14651"/>
                  </a:cubicBezTo>
                  <a:close/>
                  <a:moveTo>
                    <a:pt x="5934" y="14761"/>
                  </a:moveTo>
                  <a:cubicBezTo>
                    <a:pt x="6400" y="15061"/>
                    <a:pt x="6869" y="15346"/>
                    <a:pt x="7380" y="15624"/>
                  </a:cubicBezTo>
                  <a:cubicBezTo>
                    <a:pt x="7902" y="15908"/>
                    <a:pt x="8444" y="16107"/>
                    <a:pt x="8976" y="16345"/>
                  </a:cubicBezTo>
                  <a:cubicBezTo>
                    <a:pt x="8160" y="16598"/>
                    <a:pt x="7364" y="16795"/>
                    <a:pt x="6599" y="16910"/>
                  </a:cubicBezTo>
                  <a:cubicBezTo>
                    <a:pt x="6331" y="16249"/>
                    <a:pt x="6110" y="15542"/>
                    <a:pt x="5934" y="14761"/>
                  </a:cubicBezTo>
                  <a:close/>
                  <a:moveTo>
                    <a:pt x="10322" y="16941"/>
                  </a:moveTo>
                  <a:cubicBezTo>
                    <a:pt x="11458" y="17362"/>
                    <a:pt x="12573" y="17700"/>
                    <a:pt x="13647" y="17882"/>
                  </a:cubicBezTo>
                  <a:cubicBezTo>
                    <a:pt x="12773" y="19553"/>
                    <a:pt x="11605" y="20596"/>
                    <a:pt x="10339" y="20596"/>
                  </a:cubicBezTo>
                  <a:cubicBezTo>
                    <a:pt x="9084" y="20596"/>
                    <a:pt x="7951" y="19498"/>
                    <a:pt x="7081" y="17851"/>
                  </a:cubicBezTo>
                  <a:cubicBezTo>
                    <a:pt x="8127" y="17671"/>
                    <a:pt x="9217" y="17349"/>
                    <a:pt x="10322" y="16941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13" name="Shape 34180">
              <a:extLst>
                <a:ext uri="{FF2B5EF4-FFF2-40B4-BE49-F238E27FC236}">
                  <a16:creationId xmlns:a16="http://schemas.microsoft.com/office/drawing/2014/main" id="{FC0527D6-D884-408F-BA36-9B4D6D2454E1}"/>
                </a:ext>
              </a:extLst>
            </p:cNvPr>
            <p:cNvSpPr/>
            <p:nvPr/>
          </p:nvSpPr>
          <p:spPr>
            <a:xfrm>
              <a:off x="12366664" y="11330119"/>
              <a:ext cx="843804" cy="99274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201" h="21329" extrusionOk="0">
                  <a:moveTo>
                    <a:pt x="9479" y="69"/>
                  </a:moveTo>
                  <a:cubicBezTo>
                    <a:pt x="11124" y="274"/>
                    <a:pt x="12739" y="925"/>
                    <a:pt x="14086" y="2032"/>
                  </a:cubicBezTo>
                  <a:cubicBezTo>
                    <a:pt x="15976" y="3586"/>
                    <a:pt x="17010" y="5836"/>
                    <a:pt x="16935" y="8190"/>
                  </a:cubicBezTo>
                  <a:cubicBezTo>
                    <a:pt x="16907" y="10081"/>
                    <a:pt x="16182" y="11891"/>
                    <a:pt x="14858" y="13324"/>
                  </a:cubicBezTo>
                  <a:cubicBezTo>
                    <a:pt x="12857" y="15491"/>
                    <a:pt x="9835" y="16494"/>
                    <a:pt x="6856" y="15992"/>
                  </a:cubicBezTo>
                  <a:cubicBezTo>
                    <a:pt x="491" y="14715"/>
                    <a:pt x="-2156" y="7496"/>
                    <a:pt x="2011" y="2776"/>
                  </a:cubicBezTo>
                  <a:cubicBezTo>
                    <a:pt x="3901" y="635"/>
                    <a:pt x="6739" y="-271"/>
                    <a:pt x="9479" y="69"/>
                  </a:cubicBezTo>
                  <a:close/>
                  <a:moveTo>
                    <a:pt x="16811" y="1700"/>
                  </a:moveTo>
                  <a:cubicBezTo>
                    <a:pt x="18616" y="3812"/>
                    <a:pt x="19444" y="6467"/>
                    <a:pt x="19139" y="9165"/>
                  </a:cubicBezTo>
                  <a:cubicBezTo>
                    <a:pt x="18834" y="11863"/>
                    <a:pt x="17427" y="14284"/>
                    <a:pt x="15191" y="15988"/>
                  </a:cubicBezTo>
                  <a:cubicBezTo>
                    <a:pt x="12662" y="17916"/>
                    <a:pt x="9407" y="18600"/>
                    <a:pt x="6359" y="18040"/>
                  </a:cubicBezTo>
                  <a:cubicBezTo>
                    <a:pt x="5749" y="17929"/>
                    <a:pt x="5143" y="17767"/>
                    <a:pt x="4558" y="17555"/>
                  </a:cubicBezTo>
                  <a:lnTo>
                    <a:pt x="4164" y="19468"/>
                  </a:lnTo>
                  <a:lnTo>
                    <a:pt x="7063" y="20000"/>
                  </a:lnTo>
                  <a:lnTo>
                    <a:pt x="6790" y="21329"/>
                  </a:lnTo>
                  <a:lnTo>
                    <a:pt x="227" y="20124"/>
                  </a:lnTo>
                  <a:lnTo>
                    <a:pt x="500" y="18796"/>
                  </a:lnTo>
                  <a:lnTo>
                    <a:pt x="2757" y="19210"/>
                  </a:lnTo>
                  <a:lnTo>
                    <a:pt x="3219" y="16965"/>
                  </a:lnTo>
                  <a:cubicBezTo>
                    <a:pt x="2951" y="16825"/>
                    <a:pt x="2688" y="16674"/>
                    <a:pt x="2431" y="16511"/>
                  </a:cubicBezTo>
                  <a:cubicBezTo>
                    <a:pt x="2174" y="16349"/>
                    <a:pt x="1928" y="16168"/>
                    <a:pt x="1684" y="15982"/>
                  </a:cubicBezTo>
                  <a:lnTo>
                    <a:pt x="2580" y="14934"/>
                  </a:lnTo>
                  <a:cubicBezTo>
                    <a:pt x="5970" y="17523"/>
                    <a:pt x="10902" y="17523"/>
                    <a:pt x="14300" y="14933"/>
                  </a:cubicBezTo>
                  <a:cubicBezTo>
                    <a:pt x="16239" y="13456"/>
                    <a:pt x="17444" y="11360"/>
                    <a:pt x="17708" y="9021"/>
                  </a:cubicBezTo>
                  <a:cubicBezTo>
                    <a:pt x="17973" y="6682"/>
                    <a:pt x="17267" y="4385"/>
                    <a:pt x="15703" y="2555"/>
                  </a:cubicBezTo>
                  <a:lnTo>
                    <a:pt x="16811" y="1700"/>
                  </a:lnTo>
                  <a:close/>
                  <a:moveTo>
                    <a:pt x="9715" y="1064"/>
                  </a:moveTo>
                  <a:cubicBezTo>
                    <a:pt x="9278" y="996"/>
                    <a:pt x="8832" y="968"/>
                    <a:pt x="8387" y="974"/>
                  </a:cubicBezTo>
                  <a:cubicBezTo>
                    <a:pt x="8460" y="1222"/>
                    <a:pt x="8544" y="1461"/>
                    <a:pt x="8641" y="1699"/>
                  </a:cubicBezTo>
                  <a:cubicBezTo>
                    <a:pt x="8737" y="1936"/>
                    <a:pt x="8846" y="2172"/>
                    <a:pt x="8962" y="2399"/>
                  </a:cubicBezTo>
                  <a:cubicBezTo>
                    <a:pt x="9289" y="2208"/>
                    <a:pt x="9627" y="2028"/>
                    <a:pt x="9967" y="1859"/>
                  </a:cubicBezTo>
                  <a:cubicBezTo>
                    <a:pt x="10307" y="1689"/>
                    <a:pt x="10645" y="1529"/>
                    <a:pt x="10997" y="1382"/>
                  </a:cubicBezTo>
                  <a:cubicBezTo>
                    <a:pt x="10579" y="1244"/>
                    <a:pt x="10153" y="1132"/>
                    <a:pt x="9715" y="1064"/>
                  </a:cubicBezTo>
                  <a:close/>
                  <a:moveTo>
                    <a:pt x="12202" y="1889"/>
                  </a:moveTo>
                  <a:cubicBezTo>
                    <a:pt x="11715" y="2060"/>
                    <a:pt x="11237" y="2254"/>
                    <a:pt x="10773" y="2470"/>
                  </a:cubicBezTo>
                  <a:cubicBezTo>
                    <a:pt x="10309" y="2687"/>
                    <a:pt x="9856" y="2925"/>
                    <a:pt x="9417" y="3184"/>
                  </a:cubicBezTo>
                  <a:cubicBezTo>
                    <a:pt x="9617" y="3488"/>
                    <a:pt x="9841" y="3788"/>
                    <a:pt x="10079" y="4067"/>
                  </a:cubicBezTo>
                  <a:cubicBezTo>
                    <a:pt x="10318" y="4345"/>
                    <a:pt x="10571" y="4610"/>
                    <a:pt x="10847" y="4861"/>
                  </a:cubicBezTo>
                  <a:lnTo>
                    <a:pt x="13083" y="2442"/>
                  </a:lnTo>
                  <a:cubicBezTo>
                    <a:pt x="12944" y="2342"/>
                    <a:pt x="12798" y="2240"/>
                    <a:pt x="12652" y="2149"/>
                  </a:cubicBezTo>
                  <a:cubicBezTo>
                    <a:pt x="12506" y="2059"/>
                    <a:pt x="12354" y="1969"/>
                    <a:pt x="12202" y="1889"/>
                  </a:cubicBezTo>
                  <a:close/>
                  <a:moveTo>
                    <a:pt x="7362" y="1000"/>
                  </a:moveTo>
                  <a:cubicBezTo>
                    <a:pt x="6540" y="1111"/>
                    <a:pt x="5754" y="1343"/>
                    <a:pt x="5029" y="1689"/>
                  </a:cubicBezTo>
                  <a:cubicBezTo>
                    <a:pt x="4305" y="2035"/>
                    <a:pt x="3644" y="2485"/>
                    <a:pt x="3064" y="3041"/>
                  </a:cubicBezTo>
                  <a:lnTo>
                    <a:pt x="5529" y="5074"/>
                  </a:lnTo>
                  <a:cubicBezTo>
                    <a:pt x="5922" y="4671"/>
                    <a:pt x="6339" y="4283"/>
                    <a:pt x="6773" y="3923"/>
                  </a:cubicBezTo>
                  <a:cubicBezTo>
                    <a:pt x="7206" y="3564"/>
                    <a:pt x="7655" y="3227"/>
                    <a:pt x="8126" y="2912"/>
                  </a:cubicBezTo>
                  <a:cubicBezTo>
                    <a:pt x="7964" y="2608"/>
                    <a:pt x="7819" y="2296"/>
                    <a:pt x="7690" y="1976"/>
                  </a:cubicBezTo>
                  <a:cubicBezTo>
                    <a:pt x="7561" y="1655"/>
                    <a:pt x="7454" y="1336"/>
                    <a:pt x="7362" y="1000"/>
                  </a:cubicBezTo>
                  <a:close/>
                  <a:moveTo>
                    <a:pt x="13806" y="3027"/>
                  </a:moveTo>
                  <a:lnTo>
                    <a:pt x="11570" y="5446"/>
                  </a:lnTo>
                  <a:cubicBezTo>
                    <a:pt x="11852" y="5649"/>
                    <a:pt x="12144" y="5840"/>
                    <a:pt x="12449" y="6011"/>
                  </a:cubicBezTo>
                  <a:cubicBezTo>
                    <a:pt x="12752" y="6182"/>
                    <a:pt x="13064" y="6332"/>
                    <a:pt x="13387" y="6469"/>
                  </a:cubicBezTo>
                  <a:cubicBezTo>
                    <a:pt x="13602" y="6013"/>
                    <a:pt x="13798" y="5550"/>
                    <a:pt x="13963" y="5077"/>
                  </a:cubicBezTo>
                  <a:cubicBezTo>
                    <a:pt x="14128" y="4603"/>
                    <a:pt x="14273" y="4122"/>
                    <a:pt x="14386" y="3633"/>
                  </a:cubicBezTo>
                  <a:cubicBezTo>
                    <a:pt x="14296" y="3528"/>
                    <a:pt x="14195" y="3418"/>
                    <a:pt x="14098" y="3318"/>
                  </a:cubicBezTo>
                  <a:cubicBezTo>
                    <a:pt x="14001" y="3218"/>
                    <a:pt x="13909" y="3123"/>
                    <a:pt x="13806" y="3027"/>
                  </a:cubicBezTo>
                  <a:close/>
                  <a:moveTo>
                    <a:pt x="15097" y="4643"/>
                  </a:moveTo>
                  <a:cubicBezTo>
                    <a:pt x="14989" y="5011"/>
                    <a:pt x="14872" y="5369"/>
                    <a:pt x="14735" y="5729"/>
                  </a:cubicBezTo>
                  <a:cubicBezTo>
                    <a:pt x="14598" y="6089"/>
                    <a:pt x="14440" y="6449"/>
                    <a:pt x="14276" y="6798"/>
                  </a:cubicBezTo>
                  <a:cubicBezTo>
                    <a:pt x="14551" y="6884"/>
                    <a:pt x="14842" y="6953"/>
                    <a:pt x="15125" y="7013"/>
                  </a:cubicBezTo>
                  <a:cubicBezTo>
                    <a:pt x="15409" y="7074"/>
                    <a:pt x="15688" y="7122"/>
                    <a:pt x="15977" y="7158"/>
                  </a:cubicBezTo>
                  <a:cubicBezTo>
                    <a:pt x="15915" y="6710"/>
                    <a:pt x="15813" y="6274"/>
                    <a:pt x="15666" y="5853"/>
                  </a:cubicBezTo>
                  <a:cubicBezTo>
                    <a:pt x="15519" y="5432"/>
                    <a:pt x="15324" y="5029"/>
                    <a:pt x="15097" y="4643"/>
                  </a:cubicBezTo>
                  <a:close/>
                  <a:moveTo>
                    <a:pt x="8606" y="3701"/>
                  </a:moveTo>
                  <a:cubicBezTo>
                    <a:pt x="8180" y="3989"/>
                    <a:pt x="7775" y="4303"/>
                    <a:pt x="7382" y="4630"/>
                  </a:cubicBezTo>
                  <a:cubicBezTo>
                    <a:pt x="6990" y="4957"/>
                    <a:pt x="6609" y="5294"/>
                    <a:pt x="6252" y="5658"/>
                  </a:cubicBezTo>
                  <a:lnTo>
                    <a:pt x="8448" y="7464"/>
                  </a:lnTo>
                  <a:lnTo>
                    <a:pt x="10216" y="5542"/>
                  </a:lnTo>
                  <a:cubicBezTo>
                    <a:pt x="9905" y="5266"/>
                    <a:pt x="9620" y="4976"/>
                    <a:pt x="9351" y="4670"/>
                  </a:cubicBezTo>
                  <a:cubicBezTo>
                    <a:pt x="9081" y="4363"/>
                    <a:pt x="8831" y="4036"/>
                    <a:pt x="8606" y="3701"/>
                  </a:cubicBezTo>
                  <a:close/>
                  <a:moveTo>
                    <a:pt x="2433" y="3721"/>
                  </a:moveTo>
                  <a:cubicBezTo>
                    <a:pt x="1932" y="4341"/>
                    <a:pt x="1546" y="5031"/>
                    <a:pt x="1284" y="5757"/>
                  </a:cubicBezTo>
                  <a:cubicBezTo>
                    <a:pt x="1022" y="6483"/>
                    <a:pt x="879" y="7253"/>
                    <a:pt x="878" y="8036"/>
                  </a:cubicBezTo>
                  <a:cubicBezTo>
                    <a:pt x="1138" y="8064"/>
                    <a:pt x="1405" y="8097"/>
                    <a:pt x="1661" y="8144"/>
                  </a:cubicBezTo>
                  <a:cubicBezTo>
                    <a:pt x="2118" y="8228"/>
                    <a:pt x="2562" y="8343"/>
                    <a:pt x="3001" y="8485"/>
                  </a:cubicBezTo>
                  <a:cubicBezTo>
                    <a:pt x="3265" y="8000"/>
                    <a:pt x="3553" y="7531"/>
                    <a:pt x="3870" y="7076"/>
                  </a:cubicBezTo>
                  <a:cubicBezTo>
                    <a:pt x="4187" y="6619"/>
                    <a:pt x="4542" y="6181"/>
                    <a:pt x="4910" y="5757"/>
                  </a:cubicBezTo>
                  <a:lnTo>
                    <a:pt x="2433" y="3721"/>
                  </a:lnTo>
                  <a:close/>
                  <a:moveTo>
                    <a:pt x="10939" y="6126"/>
                  </a:moveTo>
                  <a:lnTo>
                    <a:pt x="9169" y="8060"/>
                  </a:lnTo>
                  <a:lnTo>
                    <a:pt x="11249" y="9761"/>
                  </a:lnTo>
                  <a:cubicBezTo>
                    <a:pt x="11579" y="9378"/>
                    <a:pt x="11885" y="8986"/>
                    <a:pt x="12172" y="8576"/>
                  </a:cubicBezTo>
                  <a:cubicBezTo>
                    <a:pt x="12459" y="8166"/>
                    <a:pt x="12721" y="7741"/>
                    <a:pt x="12963" y="7306"/>
                  </a:cubicBezTo>
                  <a:cubicBezTo>
                    <a:pt x="12603" y="7149"/>
                    <a:pt x="12253" y="6964"/>
                    <a:pt x="11915" y="6769"/>
                  </a:cubicBezTo>
                  <a:cubicBezTo>
                    <a:pt x="11577" y="6573"/>
                    <a:pt x="11251" y="6358"/>
                    <a:pt x="10939" y="6126"/>
                  </a:cubicBezTo>
                  <a:close/>
                  <a:moveTo>
                    <a:pt x="13849" y="7647"/>
                  </a:moveTo>
                  <a:cubicBezTo>
                    <a:pt x="13586" y="8127"/>
                    <a:pt x="13297" y="8593"/>
                    <a:pt x="12982" y="9045"/>
                  </a:cubicBezTo>
                  <a:cubicBezTo>
                    <a:pt x="12667" y="9497"/>
                    <a:pt x="12334" y="9936"/>
                    <a:pt x="11969" y="10357"/>
                  </a:cubicBezTo>
                  <a:lnTo>
                    <a:pt x="14436" y="12379"/>
                  </a:lnTo>
                  <a:cubicBezTo>
                    <a:pt x="14933" y="11764"/>
                    <a:pt x="15319" y="11085"/>
                    <a:pt x="15581" y="10366"/>
                  </a:cubicBezTo>
                  <a:cubicBezTo>
                    <a:pt x="15842" y="9647"/>
                    <a:pt x="15976" y="8886"/>
                    <a:pt x="15982" y="8110"/>
                  </a:cubicBezTo>
                  <a:cubicBezTo>
                    <a:pt x="15743" y="8082"/>
                    <a:pt x="15506" y="8058"/>
                    <a:pt x="15271" y="8015"/>
                  </a:cubicBezTo>
                  <a:cubicBezTo>
                    <a:pt x="15030" y="7970"/>
                    <a:pt x="14788" y="7908"/>
                    <a:pt x="14551" y="7847"/>
                  </a:cubicBezTo>
                  <a:cubicBezTo>
                    <a:pt x="14314" y="7786"/>
                    <a:pt x="14080" y="7724"/>
                    <a:pt x="13849" y="7647"/>
                  </a:cubicBezTo>
                  <a:close/>
                  <a:moveTo>
                    <a:pt x="5621" y="6339"/>
                  </a:moveTo>
                  <a:cubicBezTo>
                    <a:pt x="5287" y="6724"/>
                    <a:pt x="4981" y="7134"/>
                    <a:pt x="4692" y="7547"/>
                  </a:cubicBezTo>
                  <a:cubicBezTo>
                    <a:pt x="4403" y="7961"/>
                    <a:pt x="4130" y="8387"/>
                    <a:pt x="3887" y="8826"/>
                  </a:cubicBezTo>
                  <a:cubicBezTo>
                    <a:pt x="4272" y="8990"/>
                    <a:pt x="4648" y="9168"/>
                    <a:pt x="5008" y="9376"/>
                  </a:cubicBezTo>
                  <a:cubicBezTo>
                    <a:pt x="5368" y="9585"/>
                    <a:pt x="5718" y="9817"/>
                    <a:pt x="6049" y="10067"/>
                  </a:cubicBezTo>
                  <a:lnTo>
                    <a:pt x="7817" y="8145"/>
                  </a:lnTo>
                  <a:lnTo>
                    <a:pt x="5621" y="6339"/>
                  </a:lnTo>
                  <a:close/>
                  <a:moveTo>
                    <a:pt x="8538" y="8741"/>
                  </a:moveTo>
                  <a:lnTo>
                    <a:pt x="6770" y="10663"/>
                  </a:lnTo>
                  <a:cubicBezTo>
                    <a:pt x="7059" y="10924"/>
                    <a:pt x="7330" y="11201"/>
                    <a:pt x="7582" y="11489"/>
                  </a:cubicBezTo>
                  <a:cubicBezTo>
                    <a:pt x="7834" y="11777"/>
                    <a:pt x="8064" y="12076"/>
                    <a:pt x="8278" y="12390"/>
                  </a:cubicBezTo>
                  <a:cubicBezTo>
                    <a:pt x="8700" y="12103"/>
                    <a:pt x="9109" y="11798"/>
                    <a:pt x="9499" y="11473"/>
                  </a:cubicBezTo>
                  <a:cubicBezTo>
                    <a:pt x="9889" y="11147"/>
                    <a:pt x="10262" y="10804"/>
                    <a:pt x="10617" y="10442"/>
                  </a:cubicBezTo>
                  <a:lnTo>
                    <a:pt x="8538" y="8741"/>
                  </a:lnTo>
                  <a:close/>
                  <a:moveTo>
                    <a:pt x="1798" y="9132"/>
                  </a:moveTo>
                  <a:cubicBezTo>
                    <a:pt x="1535" y="9075"/>
                    <a:pt x="1275" y="9033"/>
                    <a:pt x="1007" y="8999"/>
                  </a:cubicBezTo>
                  <a:cubicBezTo>
                    <a:pt x="1062" y="9423"/>
                    <a:pt x="1148" y="9837"/>
                    <a:pt x="1280" y="10238"/>
                  </a:cubicBezTo>
                  <a:cubicBezTo>
                    <a:pt x="1412" y="10638"/>
                    <a:pt x="1583" y="11018"/>
                    <a:pt x="1786" y="11388"/>
                  </a:cubicBezTo>
                  <a:cubicBezTo>
                    <a:pt x="1891" y="11037"/>
                    <a:pt x="2008" y="10691"/>
                    <a:pt x="2139" y="10348"/>
                  </a:cubicBezTo>
                  <a:cubicBezTo>
                    <a:pt x="2270" y="10005"/>
                    <a:pt x="2418" y="9667"/>
                    <a:pt x="2574" y="9334"/>
                  </a:cubicBezTo>
                  <a:cubicBezTo>
                    <a:pt x="2319" y="9257"/>
                    <a:pt x="2059" y="9189"/>
                    <a:pt x="1798" y="9132"/>
                  </a:cubicBezTo>
                  <a:close/>
                  <a:moveTo>
                    <a:pt x="11338" y="11038"/>
                  </a:moveTo>
                  <a:cubicBezTo>
                    <a:pt x="10948" y="11437"/>
                    <a:pt x="10541" y="11810"/>
                    <a:pt x="10111" y="12167"/>
                  </a:cubicBezTo>
                  <a:cubicBezTo>
                    <a:pt x="9681" y="12525"/>
                    <a:pt x="9224" y="12866"/>
                    <a:pt x="8757" y="13179"/>
                  </a:cubicBezTo>
                  <a:cubicBezTo>
                    <a:pt x="8923" y="13483"/>
                    <a:pt x="9075" y="13796"/>
                    <a:pt x="9206" y="14117"/>
                  </a:cubicBezTo>
                  <a:cubicBezTo>
                    <a:pt x="9337" y="14439"/>
                    <a:pt x="9449" y="14769"/>
                    <a:pt x="9544" y="15106"/>
                  </a:cubicBezTo>
                  <a:cubicBezTo>
                    <a:pt x="10358" y="14993"/>
                    <a:pt x="11133" y="14757"/>
                    <a:pt x="11852" y="14413"/>
                  </a:cubicBezTo>
                  <a:cubicBezTo>
                    <a:pt x="12571" y="14068"/>
                    <a:pt x="13229" y="13610"/>
                    <a:pt x="13805" y="13059"/>
                  </a:cubicBezTo>
                  <a:lnTo>
                    <a:pt x="11338" y="11038"/>
                  </a:lnTo>
                  <a:close/>
                  <a:moveTo>
                    <a:pt x="3466" y="9652"/>
                  </a:moveTo>
                  <a:cubicBezTo>
                    <a:pt x="3255" y="10099"/>
                    <a:pt x="3068" y="10559"/>
                    <a:pt x="2906" y="11023"/>
                  </a:cubicBezTo>
                  <a:cubicBezTo>
                    <a:pt x="2744" y="11488"/>
                    <a:pt x="2612" y="11967"/>
                    <a:pt x="2500" y="12447"/>
                  </a:cubicBezTo>
                  <a:cubicBezTo>
                    <a:pt x="2606" y="12576"/>
                    <a:pt x="2712" y="12693"/>
                    <a:pt x="2827" y="12816"/>
                  </a:cubicBezTo>
                  <a:cubicBezTo>
                    <a:pt x="2943" y="12939"/>
                    <a:pt x="3067" y="13064"/>
                    <a:pt x="3192" y="13180"/>
                  </a:cubicBezTo>
                  <a:lnTo>
                    <a:pt x="5416" y="10759"/>
                  </a:lnTo>
                  <a:cubicBezTo>
                    <a:pt x="5115" y="10538"/>
                    <a:pt x="4810" y="10332"/>
                    <a:pt x="4484" y="10148"/>
                  </a:cubicBezTo>
                  <a:cubicBezTo>
                    <a:pt x="4158" y="9964"/>
                    <a:pt x="3813" y="9796"/>
                    <a:pt x="3466" y="9652"/>
                  </a:cubicBezTo>
                  <a:close/>
                  <a:moveTo>
                    <a:pt x="6136" y="11355"/>
                  </a:moveTo>
                  <a:lnTo>
                    <a:pt x="3901" y="13774"/>
                  </a:lnTo>
                  <a:cubicBezTo>
                    <a:pt x="4016" y="13856"/>
                    <a:pt x="4137" y="13929"/>
                    <a:pt x="4256" y="14005"/>
                  </a:cubicBezTo>
                  <a:cubicBezTo>
                    <a:pt x="4376" y="14081"/>
                    <a:pt x="4502" y="14158"/>
                    <a:pt x="4626" y="14228"/>
                  </a:cubicBezTo>
                  <a:cubicBezTo>
                    <a:pt x="5123" y="14054"/>
                    <a:pt x="5608" y="13859"/>
                    <a:pt x="6082" y="13639"/>
                  </a:cubicBezTo>
                  <a:cubicBezTo>
                    <a:pt x="6556" y="13419"/>
                    <a:pt x="7019" y="13171"/>
                    <a:pt x="7466" y="12906"/>
                  </a:cubicBezTo>
                  <a:cubicBezTo>
                    <a:pt x="7279" y="12625"/>
                    <a:pt x="7074" y="12352"/>
                    <a:pt x="6853" y="12093"/>
                  </a:cubicBezTo>
                  <a:cubicBezTo>
                    <a:pt x="6632" y="11833"/>
                    <a:pt x="6391" y="11591"/>
                    <a:pt x="6136" y="11355"/>
                  </a:cubicBezTo>
                  <a:close/>
                  <a:moveTo>
                    <a:pt x="7934" y="13694"/>
                  </a:moveTo>
                  <a:cubicBezTo>
                    <a:pt x="7591" y="13896"/>
                    <a:pt x="7243" y="14084"/>
                    <a:pt x="6885" y="14262"/>
                  </a:cubicBezTo>
                  <a:cubicBezTo>
                    <a:pt x="6527" y="14440"/>
                    <a:pt x="6160" y="14609"/>
                    <a:pt x="5788" y="14762"/>
                  </a:cubicBezTo>
                  <a:cubicBezTo>
                    <a:pt x="6191" y="14908"/>
                    <a:pt x="6614" y="15020"/>
                    <a:pt x="7040" y="15099"/>
                  </a:cubicBezTo>
                  <a:cubicBezTo>
                    <a:pt x="7538" y="15190"/>
                    <a:pt x="8041" y="15236"/>
                    <a:pt x="8548" y="15233"/>
                  </a:cubicBezTo>
                  <a:cubicBezTo>
                    <a:pt x="8471" y="14966"/>
                    <a:pt x="8384" y="14704"/>
                    <a:pt x="8282" y="14447"/>
                  </a:cubicBezTo>
                  <a:cubicBezTo>
                    <a:pt x="8181" y="14190"/>
                    <a:pt x="8061" y="13938"/>
                    <a:pt x="7934" y="13694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14" name="Shape 34181">
              <a:extLst>
                <a:ext uri="{FF2B5EF4-FFF2-40B4-BE49-F238E27FC236}">
                  <a16:creationId xmlns:a16="http://schemas.microsoft.com/office/drawing/2014/main" id="{D20E22D0-E6B4-4E74-BCC9-D24F16731457}"/>
                </a:ext>
              </a:extLst>
            </p:cNvPr>
            <p:cNvSpPr/>
            <p:nvPr/>
          </p:nvSpPr>
          <p:spPr>
            <a:xfrm>
              <a:off x="14244181" y="7303221"/>
              <a:ext cx="622050" cy="54107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2097" y="15438"/>
                  </a:lnTo>
                  <a:lnTo>
                    <a:pt x="5592" y="20234"/>
                  </a:lnTo>
                  <a:cubicBezTo>
                    <a:pt x="5592" y="20234"/>
                    <a:pt x="0" y="21600"/>
                    <a:pt x="0" y="21600"/>
                  </a:cubicBezTo>
                  <a:close/>
                  <a:moveTo>
                    <a:pt x="6275" y="19576"/>
                  </a:moveTo>
                  <a:lnTo>
                    <a:pt x="2779" y="14780"/>
                  </a:lnTo>
                  <a:lnTo>
                    <a:pt x="14944" y="3046"/>
                  </a:lnTo>
                  <a:lnTo>
                    <a:pt x="18443" y="7840"/>
                  </a:lnTo>
                  <a:cubicBezTo>
                    <a:pt x="18443" y="7840"/>
                    <a:pt x="6275" y="19576"/>
                    <a:pt x="6275" y="19576"/>
                  </a:cubicBezTo>
                  <a:close/>
                  <a:moveTo>
                    <a:pt x="19138" y="7167"/>
                  </a:moveTo>
                  <a:lnTo>
                    <a:pt x="15640" y="2373"/>
                  </a:lnTo>
                  <a:lnTo>
                    <a:pt x="18101" y="0"/>
                  </a:lnTo>
                  <a:lnTo>
                    <a:pt x="21600" y="4794"/>
                  </a:lnTo>
                  <a:cubicBezTo>
                    <a:pt x="21600" y="4794"/>
                    <a:pt x="19138" y="7167"/>
                    <a:pt x="19138" y="716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15" name="Shape 34182">
              <a:extLst>
                <a:ext uri="{FF2B5EF4-FFF2-40B4-BE49-F238E27FC236}">
                  <a16:creationId xmlns:a16="http://schemas.microsoft.com/office/drawing/2014/main" id="{32FA501B-5962-4484-8A0B-34C400BFD48A}"/>
                </a:ext>
              </a:extLst>
            </p:cNvPr>
            <p:cNvSpPr/>
            <p:nvPr/>
          </p:nvSpPr>
          <p:spPr>
            <a:xfrm>
              <a:off x="13576635" y="6759701"/>
              <a:ext cx="580114" cy="80969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206" h="21363" extrusionOk="0">
                  <a:moveTo>
                    <a:pt x="10609" y="43"/>
                  </a:moveTo>
                  <a:cubicBezTo>
                    <a:pt x="8165" y="-162"/>
                    <a:pt x="5621" y="372"/>
                    <a:pt x="3560" y="1702"/>
                  </a:cubicBezTo>
                  <a:cubicBezTo>
                    <a:pt x="-561" y="4362"/>
                    <a:pt x="-1197" y="9181"/>
                    <a:pt x="2140" y="12465"/>
                  </a:cubicBezTo>
                  <a:cubicBezTo>
                    <a:pt x="4853" y="15135"/>
                    <a:pt x="9359" y="15971"/>
                    <a:pt x="13163" y="14762"/>
                  </a:cubicBezTo>
                  <a:cubicBezTo>
                    <a:pt x="13165" y="14832"/>
                    <a:pt x="13187" y="14904"/>
                    <a:pt x="13225" y="14972"/>
                  </a:cubicBezTo>
                  <a:lnTo>
                    <a:pt x="16612" y="21039"/>
                  </a:lnTo>
                  <a:cubicBezTo>
                    <a:pt x="16765" y="21313"/>
                    <a:pt x="17169" y="21438"/>
                    <a:pt x="17513" y="21316"/>
                  </a:cubicBezTo>
                  <a:lnTo>
                    <a:pt x="17878" y="21186"/>
                  </a:lnTo>
                  <a:cubicBezTo>
                    <a:pt x="18222" y="21064"/>
                    <a:pt x="18373" y="20741"/>
                    <a:pt x="18220" y="20467"/>
                  </a:cubicBezTo>
                  <a:lnTo>
                    <a:pt x="14832" y="14405"/>
                  </a:lnTo>
                  <a:cubicBezTo>
                    <a:pt x="14778" y="14307"/>
                    <a:pt x="14685" y="14238"/>
                    <a:pt x="14581" y="14183"/>
                  </a:cubicBezTo>
                  <a:cubicBezTo>
                    <a:pt x="14946" y="14006"/>
                    <a:pt x="15305" y="13816"/>
                    <a:pt x="15646" y="13596"/>
                  </a:cubicBezTo>
                  <a:cubicBezTo>
                    <a:pt x="19767" y="10937"/>
                    <a:pt x="20403" y="6118"/>
                    <a:pt x="17066" y="2833"/>
                  </a:cubicBezTo>
                  <a:cubicBezTo>
                    <a:pt x="15397" y="1191"/>
                    <a:pt x="13053" y="247"/>
                    <a:pt x="10609" y="43"/>
                  </a:cubicBezTo>
                  <a:close/>
                  <a:moveTo>
                    <a:pt x="10451" y="1237"/>
                  </a:moveTo>
                  <a:cubicBezTo>
                    <a:pt x="12511" y="1410"/>
                    <a:pt x="14487" y="2210"/>
                    <a:pt x="15893" y="3594"/>
                  </a:cubicBezTo>
                  <a:cubicBezTo>
                    <a:pt x="18705" y="6361"/>
                    <a:pt x="18170" y="10422"/>
                    <a:pt x="14697" y="12663"/>
                  </a:cubicBezTo>
                  <a:cubicBezTo>
                    <a:pt x="11225" y="14903"/>
                    <a:pt x="6130" y="14477"/>
                    <a:pt x="3318" y="11709"/>
                  </a:cubicBezTo>
                  <a:cubicBezTo>
                    <a:pt x="506" y="8942"/>
                    <a:pt x="1041" y="4882"/>
                    <a:pt x="4514" y="2641"/>
                  </a:cubicBezTo>
                  <a:cubicBezTo>
                    <a:pt x="6250" y="1520"/>
                    <a:pt x="8392" y="1065"/>
                    <a:pt x="10451" y="123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16" name="Shape 34183">
              <a:extLst>
                <a:ext uri="{FF2B5EF4-FFF2-40B4-BE49-F238E27FC236}">
                  <a16:creationId xmlns:a16="http://schemas.microsoft.com/office/drawing/2014/main" id="{742CAAEB-DCDA-49D9-BEDF-A0DEC236B988}"/>
                </a:ext>
              </a:extLst>
            </p:cNvPr>
            <p:cNvSpPr/>
            <p:nvPr/>
          </p:nvSpPr>
          <p:spPr>
            <a:xfrm>
              <a:off x="11615391" y="7089790"/>
              <a:ext cx="617918" cy="68403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678" h="21600" extrusionOk="0">
                  <a:moveTo>
                    <a:pt x="10339" y="0"/>
                  </a:moveTo>
                  <a:cubicBezTo>
                    <a:pt x="8560" y="0"/>
                    <a:pt x="6992" y="1375"/>
                    <a:pt x="5917" y="3576"/>
                  </a:cubicBezTo>
                  <a:cubicBezTo>
                    <a:pt x="5568" y="3546"/>
                    <a:pt x="5234" y="3529"/>
                    <a:pt x="4903" y="3529"/>
                  </a:cubicBezTo>
                  <a:cubicBezTo>
                    <a:pt x="2761" y="3529"/>
                    <a:pt x="1171" y="4188"/>
                    <a:pt x="431" y="5396"/>
                  </a:cubicBezTo>
                  <a:cubicBezTo>
                    <a:pt x="-452" y="6840"/>
                    <a:pt x="119" y="8796"/>
                    <a:pt x="1578" y="10761"/>
                  </a:cubicBezTo>
                  <a:cubicBezTo>
                    <a:pt x="84" y="12747"/>
                    <a:pt x="-461" y="14730"/>
                    <a:pt x="431" y="16188"/>
                  </a:cubicBezTo>
                  <a:cubicBezTo>
                    <a:pt x="1171" y="17397"/>
                    <a:pt x="2760" y="18055"/>
                    <a:pt x="4903" y="18055"/>
                  </a:cubicBezTo>
                  <a:cubicBezTo>
                    <a:pt x="5246" y="18055"/>
                    <a:pt x="5621" y="18010"/>
                    <a:pt x="5983" y="17976"/>
                  </a:cubicBezTo>
                  <a:cubicBezTo>
                    <a:pt x="7057" y="20156"/>
                    <a:pt x="8570" y="21600"/>
                    <a:pt x="10339" y="21600"/>
                  </a:cubicBezTo>
                  <a:cubicBezTo>
                    <a:pt x="12118" y="21600"/>
                    <a:pt x="13685" y="20225"/>
                    <a:pt x="14761" y="18024"/>
                  </a:cubicBezTo>
                  <a:cubicBezTo>
                    <a:pt x="15110" y="18054"/>
                    <a:pt x="15460" y="18071"/>
                    <a:pt x="15791" y="18071"/>
                  </a:cubicBezTo>
                  <a:cubicBezTo>
                    <a:pt x="17934" y="18071"/>
                    <a:pt x="19507" y="17412"/>
                    <a:pt x="20246" y="16204"/>
                  </a:cubicBezTo>
                  <a:cubicBezTo>
                    <a:pt x="21134" y="14753"/>
                    <a:pt x="20576" y="12782"/>
                    <a:pt x="19099" y="10808"/>
                  </a:cubicBezTo>
                  <a:cubicBezTo>
                    <a:pt x="20594" y="8822"/>
                    <a:pt x="21139" y="6839"/>
                    <a:pt x="20246" y="5380"/>
                  </a:cubicBezTo>
                  <a:cubicBezTo>
                    <a:pt x="19508" y="4173"/>
                    <a:pt x="17934" y="3514"/>
                    <a:pt x="15791" y="3514"/>
                  </a:cubicBezTo>
                  <a:cubicBezTo>
                    <a:pt x="15438" y="3514"/>
                    <a:pt x="15052" y="3573"/>
                    <a:pt x="14677" y="3608"/>
                  </a:cubicBezTo>
                  <a:cubicBezTo>
                    <a:pt x="13604" y="1440"/>
                    <a:pt x="12102" y="0"/>
                    <a:pt x="10339" y="0"/>
                  </a:cubicBezTo>
                  <a:close/>
                  <a:moveTo>
                    <a:pt x="10339" y="1004"/>
                  </a:moveTo>
                  <a:cubicBezTo>
                    <a:pt x="11591" y="1004"/>
                    <a:pt x="12710" y="2093"/>
                    <a:pt x="13580" y="3733"/>
                  </a:cubicBezTo>
                  <a:cubicBezTo>
                    <a:pt x="12541" y="3915"/>
                    <a:pt x="11452" y="4238"/>
                    <a:pt x="10355" y="4643"/>
                  </a:cubicBezTo>
                  <a:cubicBezTo>
                    <a:pt x="9226" y="4226"/>
                    <a:pt x="8099" y="3899"/>
                    <a:pt x="7031" y="3718"/>
                  </a:cubicBezTo>
                  <a:cubicBezTo>
                    <a:pt x="7905" y="2046"/>
                    <a:pt x="9073" y="1004"/>
                    <a:pt x="10339" y="1004"/>
                  </a:cubicBezTo>
                  <a:close/>
                  <a:moveTo>
                    <a:pt x="15791" y="4518"/>
                  </a:moveTo>
                  <a:cubicBezTo>
                    <a:pt x="17538" y="4518"/>
                    <a:pt x="18791" y="4998"/>
                    <a:pt x="19332" y="5882"/>
                  </a:cubicBezTo>
                  <a:cubicBezTo>
                    <a:pt x="19959" y="6907"/>
                    <a:pt x="19540" y="8380"/>
                    <a:pt x="18468" y="9914"/>
                  </a:cubicBezTo>
                  <a:cubicBezTo>
                    <a:pt x="17787" y="9159"/>
                    <a:pt x="16951" y="8410"/>
                    <a:pt x="16007" y="7702"/>
                  </a:cubicBezTo>
                  <a:cubicBezTo>
                    <a:pt x="15826" y="6556"/>
                    <a:pt x="15554" y="5511"/>
                    <a:pt x="15193" y="4565"/>
                  </a:cubicBezTo>
                  <a:cubicBezTo>
                    <a:pt x="15389" y="4554"/>
                    <a:pt x="15602" y="4518"/>
                    <a:pt x="15791" y="4518"/>
                  </a:cubicBezTo>
                  <a:close/>
                  <a:moveTo>
                    <a:pt x="4903" y="4533"/>
                  </a:moveTo>
                  <a:cubicBezTo>
                    <a:pt x="5095" y="4533"/>
                    <a:pt x="5302" y="4538"/>
                    <a:pt x="5501" y="4549"/>
                  </a:cubicBezTo>
                  <a:cubicBezTo>
                    <a:pt x="5130" y="5520"/>
                    <a:pt x="4852" y="6633"/>
                    <a:pt x="4670" y="7812"/>
                  </a:cubicBezTo>
                  <a:cubicBezTo>
                    <a:pt x="3730" y="8526"/>
                    <a:pt x="2966" y="9248"/>
                    <a:pt x="2293" y="10008"/>
                  </a:cubicBezTo>
                  <a:cubicBezTo>
                    <a:pt x="1175" y="8445"/>
                    <a:pt x="708" y="6940"/>
                    <a:pt x="1346" y="5898"/>
                  </a:cubicBezTo>
                  <a:cubicBezTo>
                    <a:pt x="1887" y="5014"/>
                    <a:pt x="3156" y="4533"/>
                    <a:pt x="4903" y="4533"/>
                  </a:cubicBezTo>
                  <a:close/>
                  <a:moveTo>
                    <a:pt x="14062" y="4659"/>
                  </a:moveTo>
                  <a:cubicBezTo>
                    <a:pt x="14333" y="5325"/>
                    <a:pt x="14582" y="6051"/>
                    <a:pt x="14761" y="6839"/>
                  </a:cubicBezTo>
                  <a:cubicBezTo>
                    <a:pt x="14294" y="6539"/>
                    <a:pt x="13808" y="6239"/>
                    <a:pt x="13298" y="5961"/>
                  </a:cubicBezTo>
                  <a:cubicBezTo>
                    <a:pt x="12768" y="5672"/>
                    <a:pt x="12225" y="5480"/>
                    <a:pt x="11685" y="5239"/>
                  </a:cubicBezTo>
                  <a:cubicBezTo>
                    <a:pt x="12500" y="4985"/>
                    <a:pt x="13298" y="4775"/>
                    <a:pt x="14062" y="4659"/>
                  </a:cubicBezTo>
                  <a:close/>
                  <a:moveTo>
                    <a:pt x="6599" y="4675"/>
                  </a:moveTo>
                  <a:cubicBezTo>
                    <a:pt x="7326" y="4784"/>
                    <a:pt x="8103" y="5021"/>
                    <a:pt x="8876" y="5255"/>
                  </a:cubicBezTo>
                  <a:cubicBezTo>
                    <a:pt x="8379" y="5481"/>
                    <a:pt x="7868" y="5695"/>
                    <a:pt x="7380" y="5961"/>
                  </a:cubicBezTo>
                  <a:cubicBezTo>
                    <a:pt x="6837" y="6256"/>
                    <a:pt x="6443" y="6613"/>
                    <a:pt x="5950" y="6933"/>
                  </a:cubicBezTo>
                  <a:cubicBezTo>
                    <a:pt x="6128" y="6137"/>
                    <a:pt x="6326" y="5348"/>
                    <a:pt x="6599" y="4675"/>
                  </a:cubicBezTo>
                  <a:close/>
                  <a:moveTo>
                    <a:pt x="10405" y="5788"/>
                  </a:moveTo>
                  <a:cubicBezTo>
                    <a:pt x="11196" y="6102"/>
                    <a:pt x="11987" y="6415"/>
                    <a:pt x="12766" y="6839"/>
                  </a:cubicBezTo>
                  <a:cubicBezTo>
                    <a:pt x="13571" y="7278"/>
                    <a:pt x="14317" y="7751"/>
                    <a:pt x="15010" y="8251"/>
                  </a:cubicBezTo>
                  <a:cubicBezTo>
                    <a:pt x="15123" y="9067"/>
                    <a:pt x="15193" y="9915"/>
                    <a:pt x="15193" y="10792"/>
                  </a:cubicBezTo>
                  <a:cubicBezTo>
                    <a:pt x="15193" y="11657"/>
                    <a:pt x="15070" y="12466"/>
                    <a:pt x="14960" y="13271"/>
                  </a:cubicBezTo>
                  <a:cubicBezTo>
                    <a:pt x="14260" y="13779"/>
                    <a:pt x="13583" y="14300"/>
                    <a:pt x="12766" y="14745"/>
                  </a:cubicBezTo>
                  <a:cubicBezTo>
                    <a:pt x="11937" y="15197"/>
                    <a:pt x="11096" y="15469"/>
                    <a:pt x="10256" y="15796"/>
                  </a:cubicBezTo>
                  <a:cubicBezTo>
                    <a:pt x="9475" y="15485"/>
                    <a:pt x="8681" y="15180"/>
                    <a:pt x="7912" y="14761"/>
                  </a:cubicBezTo>
                  <a:cubicBezTo>
                    <a:pt x="7107" y="14323"/>
                    <a:pt x="6360" y="13849"/>
                    <a:pt x="5668" y="13349"/>
                  </a:cubicBezTo>
                  <a:cubicBezTo>
                    <a:pt x="5554" y="12533"/>
                    <a:pt x="5501" y="11669"/>
                    <a:pt x="5501" y="10792"/>
                  </a:cubicBezTo>
                  <a:cubicBezTo>
                    <a:pt x="5501" y="9918"/>
                    <a:pt x="5605" y="9111"/>
                    <a:pt x="5718" y="8298"/>
                  </a:cubicBezTo>
                  <a:cubicBezTo>
                    <a:pt x="6420" y="7788"/>
                    <a:pt x="7092" y="7270"/>
                    <a:pt x="7912" y="6824"/>
                  </a:cubicBezTo>
                  <a:cubicBezTo>
                    <a:pt x="8731" y="6377"/>
                    <a:pt x="9574" y="6113"/>
                    <a:pt x="10405" y="5788"/>
                  </a:cubicBezTo>
                  <a:close/>
                  <a:moveTo>
                    <a:pt x="10339" y="7984"/>
                  </a:moveTo>
                  <a:cubicBezTo>
                    <a:pt x="8690" y="7984"/>
                    <a:pt x="7363" y="9237"/>
                    <a:pt x="7363" y="10792"/>
                  </a:cubicBezTo>
                  <a:cubicBezTo>
                    <a:pt x="7363" y="12348"/>
                    <a:pt x="8690" y="13616"/>
                    <a:pt x="10339" y="13616"/>
                  </a:cubicBezTo>
                  <a:cubicBezTo>
                    <a:pt x="11987" y="13616"/>
                    <a:pt x="13331" y="12348"/>
                    <a:pt x="13331" y="10792"/>
                  </a:cubicBezTo>
                  <a:cubicBezTo>
                    <a:pt x="13331" y="9237"/>
                    <a:pt x="11987" y="7984"/>
                    <a:pt x="10339" y="7984"/>
                  </a:cubicBezTo>
                  <a:close/>
                  <a:moveTo>
                    <a:pt x="4571" y="9098"/>
                  </a:moveTo>
                  <a:cubicBezTo>
                    <a:pt x="4522" y="9664"/>
                    <a:pt x="4438" y="10197"/>
                    <a:pt x="4438" y="10792"/>
                  </a:cubicBezTo>
                  <a:cubicBezTo>
                    <a:pt x="4438" y="11349"/>
                    <a:pt x="4462" y="11892"/>
                    <a:pt x="4504" y="12424"/>
                  </a:cubicBezTo>
                  <a:cubicBezTo>
                    <a:pt x="3891" y="11902"/>
                    <a:pt x="3374" y="11375"/>
                    <a:pt x="2908" y="10839"/>
                  </a:cubicBezTo>
                  <a:cubicBezTo>
                    <a:pt x="3403" y="10260"/>
                    <a:pt x="3903" y="9661"/>
                    <a:pt x="4571" y="9098"/>
                  </a:cubicBezTo>
                  <a:close/>
                  <a:moveTo>
                    <a:pt x="16190" y="9176"/>
                  </a:moveTo>
                  <a:cubicBezTo>
                    <a:pt x="16796" y="9693"/>
                    <a:pt x="17307" y="10215"/>
                    <a:pt x="17769" y="10745"/>
                  </a:cubicBezTo>
                  <a:cubicBezTo>
                    <a:pt x="17273" y="11325"/>
                    <a:pt x="16776" y="11907"/>
                    <a:pt x="16107" y="12471"/>
                  </a:cubicBezTo>
                  <a:cubicBezTo>
                    <a:pt x="16155" y="11912"/>
                    <a:pt x="16257" y="11379"/>
                    <a:pt x="16257" y="10792"/>
                  </a:cubicBezTo>
                  <a:cubicBezTo>
                    <a:pt x="16257" y="10236"/>
                    <a:pt x="16233" y="9708"/>
                    <a:pt x="16190" y="9176"/>
                  </a:cubicBezTo>
                  <a:close/>
                  <a:moveTo>
                    <a:pt x="18384" y="11576"/>
                  </a:moveTo>
                  <a:cubicBezTo>
                    <a:pt x="19512" y="13146"/>
                    <a:pt x="19972" y="14656"/>
                    <a:pt x="19332" y="15702"/>
                  </a:cubicBezTo>
                  <a:cubicBezTo>
                    <a:pt x="18791" y="16586"/>
                    <a:pt x="17537" y="17067"/>
                    <a:pt x="15791" y="17067"/>
                  </a:cubicBezTo>
                  <a:cubicBezTo>
                    <a:pt x="15599" y="17067"/>
                    <a:pt x="15392" y="17047"/>
                    <a:pt x="15193" y="17035"/>
                  </a:cubicBezTo>
                  <a:cubicBezTo>
                    <a:pt x="15564" y="16065"/>
                    <a:pt x="15826" y="14967"/>
                    <a:pt x="16007" y="13788"/>
                  </a:cubicBezTo>
                  <a:cubicBezTo>
                    <a:pt x="16951" y="13073"/>
                    <a:pt x="17710" y="12337"/>
                    <a:pt x="18384" y="11576"/>
                  </a:cubicBezTo>
                  <a:close/>
                  <a:moveTo>
                    <a:pt x="2210" y="11655"/>
                  </a:moveTo>
                  <a:cubicBezTo>
                    <a:pt x="2896" y="12420"/>
                    <a:pt x="3714" y="13165"/>
                    <a:pt x="4670" y="13882"/>
                  </a:cubicBezTo>
                  <a:cubicBezTo>
                    <a:pt x="4849" y="15014"/>
                    <a:pt x="5113" y="16067"/>
                    <a:pt x="5468" y="17004"/>
                  </a:cubicBezTo>
                  <a:cubicBezTo>
                    <a:pt x="5283" y="17014"/>
                    <a:pt x="5081" y="17051"/>
                    <a:pt x="4903" y="17051"/>
                  </a:cubicBezTo>
                  <a:cubicBezTo>
                    <a:pt x="3156" y="17051"/>
                    <a:pt x="1887" y="16571"/>
                    <a:pt x="1346" y="15686"/>
                  </a:cubicBezTo>
                  <a:cubicBezTo>
                    <a:pt x="717" y="14659"/>
                    <a:pt x="1131" y="13193"/>
                    <a:pt x="2210" y="11655"/>
                  </a:cubicBezTo>
                  <a:close/>
                  <a:moveTo>
                    <a:pt x="14744" y="14651"/>
                  </a:moveTo>
                  <a:cubicBezTo>
                    <a:pt x="14565" y="15455"/>
                    <a:pt x="14370" y="16247"/>
                    <a:pt x="14096" y="16925"/>
                  </a:cubicBezTo>
                  <a:cubicBezTo>
                    <a:pt x="13364" y="16816"/>
                    <a:pt x="12580" y="16581"/>
                    <a:pt x="11802" y="16345"/>
                  </a:cubicBezTo>
                  <a:cubicBezTo>
                    <a:pt x="12304" y="16117"/>
                    <a:pt x="12804" y="15892"/>
                    <a:pt x="13298" y="15624"/>
                  </a:cubicBezTo>
                  <a:cubicBezTo>
                    <a:pt x="13843" y="15326"/>
                    <a:pt x="14249" y="14973"/>
                    <a:pt x="14744" y="14651"/>
                  </a:cubicBezTo>
                  <a:close/>
                  <a:moveTo>
                    <a:pt x="5934" y="14761"/>
                  </a:moveTo>
                  <a:cubicBezTo>
                    <a:pt x="6400" y="15061"/>
                    <a:pt x="6869" y="15346"/>
                    <a:pt x="7380" y="15624"/>
                  </a:cubicBezTo>
                  <a:cubicBezTo>
                    <a:pt x="7902" y="15908"/>
                    <a:pt x="8444" y="16107"/>
                    <a:pt x="8976" y="16345"/>
                  </a:cubicBezTo>
                  <a:cubicBezTo>
                    <a:pt x="8160" y="16598"/>
                    <a:pt x="7364" y="16795"/>
                    <a:pt x="6599" y="16910"/>
                  </a:cubicBezTo>
                  <a:cubicBezTo>
                    <a:pt x="6331" y="16249"/>
                    <a:pt x="6110" y="15542"/>
                    <a:pt x="5934" y="14761"/>
                  </a:cubicBezTo>
                  <a:close/>
                  <a:moveTo>
                    <a:pt x="10322" y="16941"/>
                  </a:moveTo>
                  <a:cubicBezTo>
                    <a:pt x="11458" y="17362"/>
                    <a:pt x="12573" y="17700"/>
                    <a:pt x="13647" y="17882"/>
                  </a:cubicBezTo>
                  <a:cubicBezTo>
                    <a:pt x="12773" y="19553"/>
                    <a:pt x="11605" y="20596"/>
                    <a:pt x="10339" y="20596"/>
                  </a:cubicBezTo>
                  <a:cubicBezTo>
                    <a:pt x="9084" y="20596"/>
                    <a:pt x="7951" y="19498"/>
                    <a:pt x="7081" y="17851"/>
                  </a:cubicBezTo>
                  <a:cubicBezTo>
                    <a:pt x="8127" y="17671"/>
                    <a:pt x="9217" y="17349"/>
                    <a:pt x="10322" y="16941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17" name="Shape 34184">
              <a:extLst>
                <a:ext uri="{FF2B5EF4-FFF2-40B4-BE49-F238E27FC236}">
                  <a16:creationId xmlns:a16="http://schemas.microsoft.com/office/drawing/2014/main" id="{E69921C6-AB16-4677-B9C6-0FA4349CB779}"/>
                </a:ext>
              </a:extLst>
            </p:cNvPr>
            <p:cNvSpPr/>
            <p:nvPr/>
          </p:nvSpPr>
          <p:spPr>
            <a:xfrm>
              <a:off x="13088735" y="3291417"/>
              <a:ext cx="651942" cy="5957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409" h="20716" extrusionOk="0">
                  <a:moveTo>
                    <a:pt x="19071" y="18146"/>
                  </a:moveTo>
                  <a:cubicBezTo>
                    <a:pt x="20183" y="16314"/>
                    <a:pt x="19749" y="13820"/>
                    <a:pt x="18102" y="12586"/>
                  </a:cubicBezTo>
                  <a:cubicBezTo>
                    <a:pt x="17662" y="12256"/>
                    <a:pt x="17178" y="12053"/>
                    <a:pt x="16685" y="11962"/>
                  </a:cubicBezTo>
                  <a:lnTo>
                    <a:pt x="16672" y="15889"/>
                  </a:lnTo>
                  <a:cubicBezTo>
                    <a:pt x="16671" y="16166"/>
                    <a:pt x="16469" y="16390"/>
                    <a:pt x="16220" y="16389"/>
                  </a:cubicBezTo>
                  <a:cubicBezTo>
                    <a:pt x="15971" y="16388"/>
                    <a:pt x="15770" y="16164"/>
                    <a:pt x="15771" y="15887"/>
                  </a:cubicBezTo>
                  <a:lnTo>
                    <a:pt x="15784" y="11921"/>
                  </a:lnTo>
                  <a:cubicBezTo>
                    <a:pt x="14735" y="12022"/>
                    <a:pt x="13732" y="12627"/>
                    <a:pt x="13098" y="13672"/>
                  </a:cubicBezTo>
                  <a:cubicBezTo>
                    <a:pt x="11985" y="15504"/>
                    <a:pt x="12420" y="17998"/>
                    <a:pt x="14067" y="19232"/>
                  </a:cubicBezTo>
                  <a:cubicBezTo>
                    <a:pt x="15713" y="20465"/>
                    <a:pt x="17958" y="19979"/>
                    <a:pt x="19071" y="18146"/>
                  </a:cubicBezTo>
                  <a:close/>
                  <a:moveTo>
                    <a:pt x="16740" y="7857"/>
                  </a:moveTo>
                  <a:lnTo>
                    <a:pt x="15291" y="6772"/>
                  </a:lnTo>
                  <a:cubicBezTo>
                    <a:pt x="15127" y="6649"/>
                    <a:pt x="15015" y="6369"/>
                    <a:pt x="15043" y="6151"/>
                  </a:cubicBezTo>
                  <a:lnTo>
                    <a:pt x="15275" y="4322"/>
                  </a:lnTo>
                  <a:lnTo>
                    <a:pt x="11975" y="5321"/>
                  </a:lnTo>
                  <a:cubicBezTo>
                    <a:pt x="11975" y="5321"/>
                    <a:pt x="12203" y="5706"/>
                    <a:pt x="12483" y="6179"/>
                  </a:cubicBezTo>
                  <a:lnTo>
                    <a:pt x="16109" y="8895"/>
                  </a:lnTo>
                  <a:cubicBezTo>
                    <a:pt x="16109" y="8895"/>
                    <a:pt x="16740" y="7857"/>
                    <a:pt x="16740" y="7857"/>
                  </a:cubicBezTo>
                  <a:close/>
                  <a:moveTo>
                    <a:pt x="15093" y="9342"/>
                  </a:moveTo>
                  <a:lnTo>
                    <a:pt x="13604" y="8227"/>
                  </a:lnTo>
                  <a:cubicBezTo>
                    <a:pt x="13647" y="8494"/>
                    <a:pt x="13599" y="8776"/>
                    <a:pt x="13458" y="9008"/>
                  </a:cubicBezTo>
                  <a:lnTo>
                    <a:pt x="13459" y="9008"/>
                  </a:lnTo>
                  <a:cubicBezTo>
                    <a:pt x="13459" y="9008"/>
                    <a:pt x="13042" y="9692"/>
                    <a:pt x="12523" y="10542"/>
                  </a:cubicBezTo>
                  <a:cubicBezTo>
                    <a:pt x="12523" y="10542"/>
                    <a:pt x="15093" y="9342"/>
                    <a:pt x="15093" y="9342"/>
                  </a:cubicBezTo>
                  <a:close/>
                  <a:moveTo>
                    <a:pt x="11619" y="8259"/>
                  </a:moveTo>
                  <a:cubicBezTo>
                    <a:pt x="11619" y="8259"/>
                    <a:pt x="10321" y="6315"/>
                    <a:pt x="9704" y="5383"/>
                  </a:cubicBezTo>
                  <a:lnTo>
                    <a:pt x="8507" y="5869"/>
                  </a:lnTo>
                  <a:cubicBezTo>
                    <a:pt x="8769" y="6978"/>
                    <a:pt x="8675" y="8186"/>
                    <a:pt x="8184" y="9262"/>
                  </a:cubicBezTo>
                  <a:lnTo>
                    <a:pt x="10126" y="10718"/>
                  </a:lnTo>
                  <a:cubicBezTo>
                    <a:pt x="10126" y="10718"/>
                    <a:pt x="11619" y="8259"/>
                    <a:pt x="11619" y="8259"/>
                  </a:cubicBezTo>
                  <a:close/>
                  <a:moveTo>
                    <a:pt x="7096" y="9656"/>
                  </a:moveTo>
                  <a:lnTo>
                    <a:pt x="4125" y="7430"/>
                  </a:lnTo>
                  <a:cubicBezTo>
                    <a:pt x="3919" y="7275"/>
                    <a:pt x="3865" y="6964"/>
                    <a:pt x="4004" y="6735"/>
                  </a:cubicBezTo>
                  <a:cubicBezTo>
                    <a:pt x="4067" y="6631"/>
                    <a:pt x="4159" y="6564"/>
                    <a:pt x="4260" y="6533"/>
                  </a:cubicBezTo>
                  <a:lnTo>
                    <a:pt x="4259" y="6531"/>
                  </a:lnTo>
                  <a:lnTo>
                    <a:pt x="7505" y="5212"/>
                  </a:lnTo>
                  <a:cubicBezTo>
                    <a:pt x="7238" y="4652"/>
                    <a:pt x="6848" y="4155"/>
                    <a:pt x="6343" y="3777"/>
                  </a:cubicBezTo>
                  <a:cubicBezTo>
                    <a:pt x="4697" y="2543"/>
                    <a:pt x="2452" y="3030"/>
                    <a:pt x="1339" y="4862"/>
                  </a:cubicBezTo>
                  <a:cubicBezTo>
                    <a:pt x="227" y="6694"/>
                    <a:pt x="661" y="9188"/>
                    <a:pt x="2308" y="10422"/>
                  </a:cubicBezTo>
                  <a:cubicBezTo>
                    <a:pt x="3854" y="11580"/>
                    <a:pt x="5928" y="11221"/>
                    <a:pt x="7096" y="9656"/>
                  </a:cubicBezTo>
                  <a:close/>
                  <a:moveTo>
                    <a:pt x="5362" y="7148"/>
                  </a:moveTo>
                  <a:lnTo>
                    <a:pt x="7578" y="8808"/>
                  </a:lnTo>
                  <a:cubicBezTo>
                    <a:pt x="7940" y="7960"/>
                    <a:pt x="8013" y="7021"/>
                    <a:pt x="7822" y="6148"/>
                  </a:cubicBezTo>
                  <a:cubicBezTo>
                    <a:pt x="7822" y="6148"/>
                    <a:pt x="5362" y="7148"/>
                    <a:pt x="5362" y="7148"/>
                  </a:cubicBezTo>
                  <a:close/>
                  <a:moveTo>
                    <a:pt x="19668" y="18594"/>
                  </a:moveTo>
                  <a:cubicBezTo>
                    <a:pt x="18331" y="20796"/>
                    <a:pt x="15642" y="21379"/>
                    <a:pt x="13663" y="19896"/>
                  </a:cubicBezTo>
                  <a:cubicBezTo>
                    <a:pt x="11684" y="18413"/>
                    <a:pt x="11164" y="15426"/>
                    <a:pt x="12501" y="13224"/>
                  </a:cubicBezTo>
                  <a:cubicBezTo>
                    <a:pt x="13276" y="11948"/>
                    <a:pt x="14505" y="11216"/>
                    <a:pt x="15787" y="11115"/>
                  </a:cubicBezTo>
                  <a:lnTo>
                    <a:pt x="15791" y="10101"/>
                  </a:lnTo>
                  <a:lnTo>
                    <a:pt x="11595" y="12059"/>
                  </a:lnTo>
                  <a:cubicBezTo>
                    <a:pt x="11028" y="12983"/>
                    <a:pt x="10547" y="13764"/>
                    <a:pt x="10524" y="13787"/>
                  </a:cubicBezTo>
                  <a:cubicBezTo>
                    <a:pt x="10135" y="14180"/>
                    <a:pt x="9533" y="14149"/>
                    <a:pt x="9180" y="13717"/>
                  </a:cubicBezTo>
                  <a:cubicBezTo>
                    <a:pt x="8879" y="13349"/>
                    <a:pt x="8857" y="12810"/>
                    <a:pt x="9097" y="12415"/>
                  </a:cubicBezTo>
                  <a:lnTo>
                    <a:pt x="9096" y="12414"/>
                  </a:lnTo>
                  <a:lnTo>
                    <a:pt x="9622" y="11548"/>
                  </a:lnTo>
                  <a:lnTo>
                    <a:pt x="7695" y="10105"/>
                  </a:lnTo>
                  <a:cubicBezTo>
                    <a:pt x="6301" y="12039"/>
                    <a:pt x="3783" y="12494"/>
                    <a:pt x="1904" y="11086"/>
                  </a:cubicBezTo>
                  <a:cubicBezTo>
                    <a:pt x="-75" y="9603"/>
                    <a:pt x="-595" y="6616"/>
                    <a:pt x="742" y="4414"/>
                  </a:cubicBezTo>
                  <a:cubicBezTo>
                    <a:pt x="2079" y="2212"/>
                    <a:pt x="4768" y="1629"/>
                    <a:pt x="6747" y="3112"/>
                  </a:cubicBezTo>
                  <a:cubicBezTo>
                    <a:pt x="7383" y="3589"/>
                    <a:pt x="7868" y="4222"/>
                    <a:pt x="8189" y="4933"/>
                  </a:cubicBezTo>
                  <a:lnTo>
                    <a:pt x="9242" y="4506"/>
                  </a:lnTo>
                  <a:cubicBezTo>
                    <a:pt x="9107" y="3945"/>
                    <a:pt x="9252" y="3323"/>
                    <a:pt x="9665" y="2905"/>
                  </a:cubicBezTo>
                  <a:cubicBezTo>
                    <a:pt x="9859" y="2709"/>
                    <a:pt x="10089" y="2584"/>
                    <a:pt x="10328" y="2526"/>
                  </a:cubicBezTo>
                  <a:lnTo>
                    <a:pt x="10328" y="2525"/>
                  </a:lnTo>
                  <a:lnTo>
                    <a:pt x="15055" y="1211"/>
                  </a:lnTo>
                  <a:lnTo>
                    <a:pt x="15055" y="1211"/>
                  </a:lnTo>
                  <a:cubicBezTo>
                    <a:pt x="15587" y="1000"/>
                    <a:pt x="16204" y="1148"/>
                    <a:pt x="16607" y="1641"/>
                  </a:cubicBezTo>
                  <a:cubicBezTo>
                    <a:pt x="16925" y="2031"/>
                    <a:pt x="17037" y="2548"/>
                    <a:pt x="16952" y="3028"/>
                  </a:cubicBezTo>
                  <a:lnTo>
                    <a:pt x="16953" y="3029"/>
                  </a:lnTo>
                  <a:lnTo>
                    <a:pt x="16496" y="5740"/>
                  </a:lnTo>
                  <a:lnTo>
                    <a:pt x="18231" y="7041"/>
                  </a:lnTo>
                  <a:cubicBezTo>
                    <a:pt x="18561" y="7288"/>
                    <a:pt x="18648" y="7786"/>
                    <a:pt x="18425" y="8153"/>
                  </a:cubicBezTo>
                  <a:cubicBezTo>
                    <a:pt x="18217" y="8496"/>
                    <a:pt x="17812" y="8599"/>
                    <a:pt x="17491" y="8409"/>
                  </a:cubicBezTo>
                  <a:lnTo>
                    <a:pt x="16693" y="9723"/>
                  </a:lnTo>
                  <a:lnTo>
                    <a:pt x="16688" y="11148"/>
                  </a:lnTo>
                  <a:cubicBezTo>
                    <a:pt x="17320" y="11245"/>
                    <a:pt x="17941" y="11499"/>
                    <a:pt x="18505" y="11922"/>
                  </a:cubicBezTo>
                  <a:cubicBezTo>
                    <a:pt x="20485" y="13405"/>
                    <a:pt x="21005" y="16392"/>
                    <a:pt x="19668" y="18594"/>
                  </a:cubicBezTo>
                  <a:close/>
                  <a:moveTo>
                    <a:pt x="17732" y="707"/>
                  </a:moveTo>
                  <a:cubicBezTo>
                    <a:pt x="18178" y="-27"/>
                    <a:pt x="19074" y="-221"/>
                    <a:pt x="19734" y="273"/>
                  </a:cubicBezTo>
                  <a:cubicBezTo>
                    <a:pt x="20394" y="767"/>
                    <a:pt x="20567" y="1763"/>
                    <a:pt x="20121" y="2497"/>
                  </a:cubicBezTo>
                  <a:cubicBezTo>
                    <a:pt x="19676" y="3231"/>
                    <a:pt x="18780" y="3426"/>
                    <a:pt x="18120" y="2931"/>
                  </a:cubicBezTo>
                  <a:cubicBezTo>
                    <a:pt x="17460" y="2437"/>
                    <a:pt x="17287" y="1441"/>
                    <a:pt x="17732" y="70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18" name="Shape 34185">
              <a:extLst>
                <a:ext uri="{FF2B5EF4-FFF2-40B4-BE49-F238E27FC236}">
                  <a16:creationId xmlns:a16="http://schemas.microsoft.com/office/drawing/2014/main" id="{915AC7A9-5EEC-49B9-8FB0-0DE814528FC9}"/>
                </a:ext>
              </a:extLst>
            </p:cNvPr>
            <p:cNvSpPr/>
            <p:nvPr/>
          </p:nvSpPr>
          <p:spPr>
            <a:xfrm>
              <a:off x="12303465" y="7118398"/>
              <a:ext cx="457434" cy="6154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289"/>
                  </a:moveTo>
                  <a:lnTo>
                    <a:pt x="7526" y="11318"/>
                  </a:lnTo>
                  <a:lnTo>
                    <a:pt x="10639" y="10027"/>
                  </a:lnTo>
                  <a:lnTo>
                    <a:pt x="6735" y="4831"/>
                  </a:lnTo>
                  <a:cubicBezTo>
                    <a:pt x="7186" y="4822"/>
                    <a:pt x="7638" y="4734"/>
                    <a:pt x="8042" y="4542"/>
                  </a:cubicBezTo>
                  <a:cubicBezTo>
                    <a:pt x="8843" y="4160"/>
                    <a:pt x="9286" y="3488"/>
                    <a:pt x="9338" y="2779"/>
                  </a:cubicBezTo>
                  <a:cubicBezTo>
                    <a:pt x="9343" y="2717"/>
                    <a:pt x="9344" y="2654"/>
                    <a:pt x="9343" y="2591"/>
                  </a:cubicBezTo>
                  <a:cubicBezTo>
                    <a:pt x="10859" y="2532"/>
                    <a:pt x="12290" y="2713"/>
                    <a:pt x="13557" y="3159"/>
                  </a:cubicBezTo>
                  <a:cubicBezTo>
                    <a:pt x="15647" y="3894"/>
                    <a:pt x="17171" y="5277"/>
                    <a:pt x="17964" y="7158"/>
                  </a:cubicBezTo>
                  <a:cubicBezTo>
                    <a:pt x="19200" y="10089"/>
                    <a:pt x="17878" y="13269"/>
                    <a:pt x="14770" y="15143"/>
                  </a:cubicBezTo>
                  <a:lnTo>
                    <a:pt x="13545" y="13629"/>
                  </a:lnTo>
                  <a:lnTo>
                    <a:pt x="15711" y="12662"/>
                  </a:lnTo>
                  <a:lnTo>
                    <a:pt x="15100" y="11906"/>
                  </a:lnTo>
                  <a:lnTo>
                    <a:pt x="7202" y="15433"/>
                  </a:lnTo>
                  <a:lnTo>
                    <a:pt x="7813" y="16189"/>
                  </a:lnTo>
                  <a:lnTo>
                    <a:pt x="9983" y="15220"/>
                  </a:lnTo>
                  <a:lnTo>
                    <a:pt x="11972" y="17680"/>
                  </a:lnTo>
                  <a:lnTo>
                    <a:pt x="7432" y="19708"/>
                  </a:lnTo>
                  <a:lnTo>
                    <a:pt x="8961" y="21600"/>
                  </a:lnTo>
                  <a:lnTo>
                    <a:pt x="21600" y="15956"/>
                  </a:lnTo>
                  <a:lnTo>
                    <a:pt x="20070" y="14064"/>
                  </a:lnTo>
                  <a:lnTo>
                    <a:pt x="16905" y="15477"/>
                  </a:lnTo>
                  <a:cubicBezTo>
                    <a:pt x="19819" y="13226"/>
                    <a:pt x="20973" y="9873"/>
                    <a:pt x="19662" y="6762"/>
                  </a:cubicBezTo>
                  <a:cubicBezTo>
                    <a:pt x="18716" y="4520"/>
                    <a:pt x="16868" y="2861"/>
                    <a:pt x="14317" y="1964"/>
                  </a:cubicBezTo>
                  <a:cubicBezTo>
                    <a:pt x="12625" y="1368"/>
                    <a:pt x="10722" y="1151"/>
                    <a:pt x="8713" y="1295"/>
                  </a:cubicBezTo>
                  <a:cubicBezTo>
                    <a:pt x="7813" y="536"/>
                    <a:pt x="6285" y="336"/>
                    <a:pt x="5078" y="875"/>
                  </a:cubicBezTo>
                  <a:cubicBezTo>
                    <a:pt x="4725" y="1032"/>
                    <a:pt x="4440" y="1236"/>
                    <a:pt x="4217" y="1471"/>
                  </a:cubicBezTo>
                  <a:lnTo>
                    <a:pt x="3109" y="0"/>
                  </a:lnTo>
                  <a:lnTo>
                    <a:pt x="0" y="1289"/>
                  </a:lnTo>
                  <a:close/>
                  <a:moveTo>
                    <a:pt x="5994" y="2008"/>
                  </a:moveTo>
                  <a:cubicBezTo>
                    <a:pt x="6453" y="1798"/>
                    <a:pt x="7049" y="1856"/>
                    <a:pt x="7404" y="2156"/>
                  </a:cubicBezTo>
                  <a:cubicBezTo>
                    <a:pt x="7771" y="2467"/>
                    <a:pt x="7762" y="2932"/>
                    <a:pt x="7387" y="3235"/>
                  </a:cubicBezTo>
                  <a:cubicBezTo>
                    <a:pt x="7313" y="3300"/>
                    <a:pt x="7226" y="3359"/>
                    <a:pt x="7123" y="3405"/>
                  </a:cubicBezTo>
                  <a:cubicBezTo>
                    <a:pt x="6605" y="3637"/>
                    <a:pt x="5928" y="3511"/>
                    <a:pt x="5619" y="3126"/>
                  </a:cubicBezTo>
                  <a:cubicBezTo>
                    <a:pt x="5309" y="2742"/>
                    <a:pt x="5480" y="2244"/>
                    <a:pt x="5994" y="2008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19" name="Shape 34186">
              <a:extLst>
                <a:ext uri="{FF2B5EF4-FFF2-40B4-BE49-F238E27FC236}">
                  <a16:creationId xmlns:a16="http://schemas.microsoft.com/office/drawing/2014/main" id="{01F8225B-CB5F-44AD-8D3C-936834D1EE08}"/>
                </a:ext>
              </a:extLst>
            </p:cNvPr>
            <p:cNvSpPr/>
            <p:nvPr/>
          </p:nvSpPr>
          <p:spPr>
            <a:xfrm>
              <a:off x="10902474" y="3745209"/>
              <a:ext cx="602468" cy="7828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438" h="21519" extrusionOk="0">
                  <a:moveTo>
                    <a:pt x="9842" y="0"/>
                  </a:moveTo>
                  <a:cubicBezTo>
                    <a:pt x="7324" y="0"/>
                    <a:pt x="4803" y="774"/>
                    <a:pt x="2881" y="2331"/>
                  </a:cubicBezTo>
                  <a:cubicBezTo>
                    <a:pt x="-961" y="5445"/>
                    <a:pt x="-961" y="10493"/>
                    <a:pt x="2881" y="13607"/>
                  </a:cubicBezTo>
                  <a:cubicBezTo>
                    <a:pt x="6005" y="16138"/>
                    <a:pt x="10709" y="16613"/>
                    <a:pt x="14423" y="15030"/>
                  </a:cubicBezTo>
                  <a:cubicBezTo>
                    <a:pt x="14434" y="15103"/>
                    <a:pt x="14466" y="15175"/>
                    <a:pt x="14515" y="15243"/>
                  </a:cubicBezTo>
                  <a:lnTo>
                    <a:pt x="18781" y="21235"/>
                  </a:lnTo>
                  <a:cubicBezTo>
                    <a:pt x="18974" y="21506"/>
                    <a:pt x="19402" y="21600"/>
                    <a:pt x="19736" y="21444"/>
                  </a:cubicBezTo>
                  <a:lnTo>
                    <a:pt x="20091" y="21277"/>
                  </a:lnTo>
                  <a:cubicBezTo>
                    <a:pt x="20425" y="21121"/>
                    <a:pt x="20535" y="20774"/>
                    <a:pt x="20343" y="20503"/>
                  </a:cubicBezTo>
                  <a:lnTo>
                    <a:pt x="16076" y="14515"/>
                  </a:lnTo>
                  <a:cubicBezTo>
                    <a:pt x="16007" y="14419"/>
                    <a:pt x="15903" y="14355"/>
                    <a:pt x="15790" y="14307"/>
                  </a:cubicBezTo>
                  <a:cubicBezTo>
                    <a:pt x="16138" y="14092"/>
                    <a:pt x="16479" y="13864"/>
                    <a:pt x="16797" y="13607"/>
                  </a:cubicBezTo>
                  <a:cubicBezTo>
                    <a:pt x="20639" y="10493"/>
                    <a:pt x="20639" y="5445"/>
                    <a:pt x="16797" y="2331"/>
                  </a:cubicBezTo>
                  <a:cubicBezTo>
                    <a:pt x="14875" y="774"/>
                    <a:pt x="12360" y="0"/>
                    <a:pt x="9842" y="0"/>
                  </a:cubicBezTo>
                  <a:close/>
                  <a:moveTo>
                    <a:pt x="9842" y="1251"/>
                  </a:moveTo>
                  <a:cubicBezTo>
                    <a:pt x="11963" y="1251"/>
                    <a:pt x="14085" y="1909"/>
                    <a:pt x="15704" y="3221"/>
                  </a:cubicBezTo>
                  <a:cubicBezTo>
                    <a:pt x="18942" y="5844"/>
                    <a:pt x="18942" y="10098"/>
                    <a:pt x="15704" y="12722"/>
                  </a:cubicBezTo>
                  <a:cubicBezTo>
                    <a:pt x="12467" y="15345"/>
                    <a:pt x="7217" y="15345"/>
                    <a:pt x="3980" y="12722"/>
                  </a:cubicBezTo>
                  <a:cubicBezTo>
                    <a:pt x="742" y="10098"/>
                    <a:pt x="742" y="5844"/>
                    <a:pt x="3980" y="3221"/>
                  </a:cubicBezTo>
                  <a:cubicBezTo>
                    <a:pt x="5598" y="1909"/>
                    <a:pt x="7720" y="1251"/>
                    <a:pt x="9842" y="1251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20" name="Shape 34187">
              <a:extLst>
                <a:ext uri="{FF2B5EF4-FFF2-40B4-BE49-F238E27FC236}">
                  <a16:creationId xmlns:a16="http://schemas.microsoft.com/office/drawing/2014/main" id="{508E7D9F-4C55-4457-9A82-9323CFD93CC4}"/>
                </a:ext>
              </a:extLst>
            </p:cNvPr>
            <p:cNvSpPr/>
            <p:nvPr/>
          </p:nvSpPr>
          <p:spPr>
            <a:xfrm>
              <a:off x="9646332" y="5299667"/>
              <a:ext cx="648460" cy="45964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954" y="0"/>
                  </a:moveTo>
                  <a:lnTo>
                    <a:pt x="149" y="12597"/>
                  </a:lnTo>
                  <a:lnTo>
                    <a:pt x="0" y="12646"/>
                  </a:lnTo>
                  <a:lnTo>
                    <a:pt x="0" y="19074"/>
                  </a:lnTo>
                  <a:lnTo>
                    <a:pt x="9044" y="19042"/>
                  </a:lnTo>
                  <a:lnTo>
                    <a:pt x="9044" y="21600"/>
                  </a:lnTo>
                  <a:lnTo>
                    <a:pt x="10685" y="20823"/>
                  </a:lnTo>
                  <a:lnTo>
                    <a:pt x="12315" y="21600"/>
                  </a:lnTo>
                  <a:lnTo>
                    <a:pt x="12315" y="19042"/>
                  </a:lnTo>
                  <a:lnTo>
                    <a:pt x="15483" y="19025"/>
                  </a:lnTo>
                  <a:lnTo>
                    <a:pt x="15827" y="19025"/>
                  </a:lnTo>
                  <a:lnTo>
                    <a:pt x="21600" y="7043"/>
                  </a:lnTo>
                  <a:lnTo>
                    <a:pt x="21589" y="16"/>
                  </a:lnTo>
                  <a:cubicBezTo>
                    <a:pt x="21589" y="16"/>
                    <a:pt x="21589" y="0"/>
                    <a:pt x="21589" y="0"/>
                  </a:cubicBezTo>
                  <a:lnTo>
                    <a:pt x="7954" y="0"/>
                  </a:lnTo>
                  <a:close/>
                  <a:moveTo>
                    <a:pt x="20716" y="1813"/>
                  </a:moveTo>
                  <a:cubicBezTo>
                    <a:pt x="20717" y="2327"/>
                    <a:pt x="20716" y="2838"/>
                    <a:pt x="20716" y="3352"/>
                  </a:cubicBezTo>
                  <a:cubicBezTo>
                    <a:pt x="20718" y="4465"/>
                    <a:pt x="20715" y="5574"/>
                    <a:pt x="20716" y="6687"/>
                  </a:cubicBezTo>
                  <a:lnTo>
                    <a:pt x="15333" y="17779"/>
                  </a:lnTo>
                  <a:lnTo>
                    <a:pt x="12315" y="17795"/>
                  </a:lnTo>
                  <a:lnTo>
                    <a:pt x="12315" y="15220"/>
                  </a:lnTo>
                  <a:cubicBezTo>
                    <a:pt x="12315" y="15220"/>
                    <a:pt x="9044" y="15220"/>
                    <a:pt x="9044" y="15220"/>
                  </a:cubicBezTo>
                  <a:lnTo>
                    <a:pt x="9044" y="17811"/>
                  </a:lnTo>
                  <a:lnTo>
                    <a:pt x="872" y="17843"/>
                  </a:lnTo>
                  <a:lnTo>
                    <a:pt x="872" y="12646"/>
                  </a:lnTo>
                  <a:lnTo>
                    <a:pt x="15448" y="12646"/>
                  </a:lnTo>
                  <a:cubicBezTo>
                    <a:pt x="15448" y="12646"/>
                    <a:pt x="19422" y="4474"/>
                    <a:pt x="20716" y="1813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21" name="Shape 34188">
              <a:extLst>
                <a:ext uri="{FF2B5EF4-FFF2-40B4-BE49-F238E27FC236}">
                  <a16:creationId xmlns:a16="http://schemas.microsoft.com/office/drawing/2014/main" id="{AF834B20-31C8-4541-8AFF-BE903C61AFB9}"/>
                </a:ext>
              </a:extLst>
            </p:cNvPr>
            <p:cNvSpPr/>
            <p:nvPr/>
          </p:nvSpPr>
          <p:spPr>
            <a:xfrm>
              <a:off x="14782759" y="5213711"/>
              <a:ext cx="949938" cy="45857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70" y="21600"/>
                  </a:moveTo>
                  <a:cubicBezTo>
                    <a:pt x="3196" y="21301"/>
                    <a:pt x="4520" y="17446"/>
                    <a:pt x="5606" y="13579"/>
                  </a:cubicBezTo>
                  <a:cubicBezTo>
                    <a:pt x="6868" y="17109"/>
                    <a:pt x="8385" y="20522"/>
                    <a:pt x="11056" y="20229"/>
                  </a:cubicBezTo>
                  <a:cubicBezTo>
                    <a:pt x="13700" y="19938"/>
                    <a:pt x="15043" y="16273"/>
                    <a:pt x="16113" y="12527"/>
                  </a:cubicBezTo>
                  <a:cubicBezTo>
                    <a:pt x="17383" y="16099"/>
                    <a:pt x="18898" y="19587"/>
                    <a:pt x="21600" y="19290"/>
                  </a:cubicBezTo>
                  <a:lnTo>
                    <a:pt x="21545" y="16807"/>
                  </a:lnTo>
                  <a:cubicBezTo>
                    <a:pt x="19258" y="17058"/>
                    <a:pt x="18061" y="13947"/>
                    <a:pt x="16772" y="10222"/>
                  </a:cubicBezTo>
                  <a:cubicBezTo>
                    <a:pt x="17878" y="6171"/>
                    <a:pt x="18899" y="2735"/>
                    <a:pt x="21214" y="2481"/>
                  </a:cubicBezTo>
                  <a:lnTo>
                    <a:pt x="21142" y="0"/>
                  </a:lnTo>
                  <a:cubicBezTo>
                    <a:pt x="18416" y="300"/>
                    <a:pt x="17080" y="4165"/>
                    <a:pt x="15994" y="8031"/>
                  </a:cubicBezTo>
                  <a:cubicBezTo>
                    <a:pt x="14732" y="4504"/>
                    <a:pt x="13210" y="1123"/>
                    <a:pt x="10541" y="1416"/>
                  </a:cubicBezTo>
                  <a:cubicBezTo>
                    <a:pt x="7892" y="1708"/>
                    <a:pt x="6571" y="5362"/>
                    <a:pt x="5501" y="9116"/>
                  </a:cubicBezTo>
                  <a:cubicBezTo>
                    <a:pt x="4229" y="5537"/>
                    <a:pt x="2706" y="2023"/>
                    <a:pt x="0" y="2320"/>
                  </a:cubicBezTo>
                  <a:cubicBezTo>
                    <a:pt x="0" y="2320"/>
                    <a:pt x="67" y="4802"/>
                    <a:pt x="67" y="4802"/>
                  </a:cubicBezTo>
                  <a:cubicBezTo>
                    <a:pt x="2361" y="4550"/>
                    <a:pt x="3548" y="7681"/>
                    <a:pt x="4841" y="11421"/>
                  </a:cubicBezTo>
                  <a:cubicBezTo>
                    <a:pt x="3737" y="15462"/>
                    <a:pt x="2709" y="18874"/>
                    <a:pt x="399" y="19128"/>
                  </a:cubicBezTo>
                  <a:lnTo>
                    <a:pt x="470" y="21600"/>
                  </a:lnTo>
                  <a:close/>
                  <a:moveTo>
                    <a:pt x="571" y="17516"/>
                  </a:moveTo>
                  <a:cubicBezTo>
                    <a:pt x="973" y="17463"/>
                    <a:pt x="1323" y="17289"/>
                    <a:pt x="1641" y="17020"/>
                  </a:cubicBezTo>
                  <a:cubicBezTo>
                    <a:pt x="1641" y="17020"/>
                    <a:pt x="1387" y="6572"/>
                    <a:pt x="1387" y="6572"/>
                  </a:cubicBezTo>
                  <a:cubicBezTo>
                    <a:pt x="1058" y="6378"/>
                    <a:pt x="699" y="6290"/>
                    <a:pt x="296" y="6330"/>
                  </a:cubicBezTo>
                  <a:lnTo>
                    <a:pt x="571" y="17516"/>
                  </a:lnTo>
                  <a:close/>
                  <a:moveTo>
                    <a:pt x="2649" y="15637"/>
                  </a:moveTo>
                  <a:cubicBezTo>
                    <a:pt x="3008" y="15009"/>
                    <a:pt x="3317" y="14212"/>
                    <a:pt x="3611" y="13297"/>
                  </a:cubicBezTo>
                  <a:lnTo>
                    <a:pt x="3530" y="9777"/>
                  </a:lnTo>
                  <a:cubicBezTo>
                    <a:pt x="3194" y="8935"/>
                    <a:pt x="2849" y="8211"/>
                    <a:pt x="2462" y="7671"/>
                  </a:cubicBezTo>
                  <a:lnTo>
                    <a:pt x="2649" y="15637"/>
                  </a:lnTo>
                  <a:close/>
                  <a:moveTo>
                    <a:pt x="6265" y="11274"/>
                  </a:moveTo>
                  <a:cubicBezTo>
                    <a:pt x="7335" y="7383"/>
                    <a:pt x="8366" y="4144"/>
                    <a:pt x="10612" y="3897"/>
                  </a:cubicBezTo>
                  <a:cubicBezTo>
                    <a:pt x="12876" y="3648"/>
                    <a:pt x="14062" y="6687"/>
                    <a:pt x="15336" y="10361"/>
                  </a:cubicBezTo>
                  <a:cubicBezTo>
                    <a:pt x="14269" y="14240"/>
                    <a:pt x="13242" y="17500"/>
                    <a:pt x="11001" y="17746"/>
                  </a:cubicBezTo>
                  <a:cubicBezTo>
                    <a:pt x="8738" y="17995"/>
                    <a:pt x="7539" y="14948"/>
                    <a:pt x="6265" y="11274"/>
                  </a:cubicBezTo>
                  <a:close/>
                  <a:moveTo>
                    <a:pt x="8019" y="13315"/>
                  </a:moveTo>
                  <a:cubicBezTo>
                    <a:pt x="8416" y="14295"/>
                    <a:pt x="8827" y="15128"/>
                    <a:pt x="9287" y="15750"/>
                  </a:cubicBezTo>
                  <a:lnTo>
                    <a:pt x="9038" y="6172"/>
                  </a:lnTo>
                  <a:cubicBezTo>
                    <a:pt x="8613" y="6892"/>
                    <a:pt x="8251" y="7817"/>
                    <a:pt x="7906" y="8878"/>
                  </a:cubicBezTo>
                  <a:lnTo>
                    <a:pt x="8019" y="13315"/>
                  </a:lnTo>
                  <a:close/>
                  <a:moveTo>
                    <a:pt x="10389" y="16077"/>
                  </a:moveTo>
                  <a:cubicBezTo>
                    <a:pt x="10611" y="16140"/>
                    <a:pt x="10842" y="16161"/>
                    <a:pt x="11095" y="16128"/>
                  </a:cubicBezTo>
                  <a:cubicBezTo>
                    <a:pt x="11223" y="16112"/>
                    <a:pt x="11344" y="16080"/>
                    <a:pt x="11463" y="16041"/>
                  </a:cubicBezTo>
                  <a:lnTo>
                    <a:pt x="11227" y="5045"/>
                  </a:lnTo>
                  <a:cubicBezTo>
                    <a:pt x="11108" y="5036"/>
                    <a:pt x="10985" y="5039"/>
                    <a:pt x="10857" y="5056"/>
                  </a:cubicBezTo>
                  <a:cubicBezTo>
                    <a:pt x="10605" y="5088"/>
                    <a:pt x="10374" y="5166"/>
                    <a:pt x="10157" y="5285"/>
                  </a:cubicBezTo>
                  <a:lnTo>
                    <a:pt x="10389" y="16077"/>
                  </a:lnTo>
                  <a:close/>
                  <a:moveTo>
                    <a:pt x="12594" y="15655"/>
                  </a:moveTo>
                  <a:cubicBezTo>
                    <a:pt x="12999" y="15123"/>
                    <a:pt x="13343" y="14414"/>
                    <a:pt x="13661" y="13573"/>
                  </a:cubicBezTo>
                  <a:lnTo>
                    <a:pt x="13528" y="7680"/>
                  </a:lnTo>
                  <a:cubicBezTo>
                    <a:pt x="13173" y="6920"/>
                    <a:pt x="12798" y="6300"/>
                    <a:pt x="12371" y="5869"/>
                  </a:cubicBezTo>
                  <a:lnTo>
                    <a:pt x="12594" y="15655"/>
                  </a:lnTo>
                  <a:close/>
                  <a:moveTo>
                    <a:pt x="18081" y="11798"/>
                  </a:moveTo>
                  <a:cubicBezTo>
                    <a:pt x="18416" y="12578"/>
                    <a:pt x="18758" y="13235"/>
                    <a:pt x="19139" y="13718"/>
                  </a:cubicBezTo>
                  <a:lnTo>
                    <a:pt x="18884" y="6051"/>
                  </a:lnTo>
                  <a:cubicBezTo>
                    <a:pt x="18541" y="6694"/>
                    <a:pt x="18245" y="7495"/>
                    <a:pt x="17967" y="8411"/>
                  </a:cubicBezTo>
                  <a:lnTo>
                    <a:pt x="18081" y="11798"/>
                  </a:lnTo>
                  <a:close/>
                  <a:moveTo>
                    <a:pt x="20486" y="14708"/>
                  </a:moveTo>
                  <a:cubicBezTo>
                    <a:pt x="20804" y="14878"/>
                    <a:pt x="21150" y="14947"/>
                    <a:pt x="21538" y="14889"/>
                  </a:cubicBezTo>
                  <a:lnTo>
                    <a:pt x="21229" y="4150"/>
                  </a:lnTo>
                  <a:cubicBezTo>
                    <a:pt x="20842" y="4223"/>
                    <a:pt x="20502" y="4409"/>
                    <a:pt x="20197" y="4684"/>
                  </a:cubicBezTo>
                  <a:cubicBezTo>
                    <a:pt x="20197" y="4684"/>
                    <a:pt x="20486" y="14708"/>
                    <a:pt x="20486" y="14708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22" name="Shape 34189">
              <a:extLst>
                <a:ext uri="{FF2B5EF4-FFF2-40B4-BE49-F238E27FC236}">
                  <a16:creationId xmlns:a16="http://schemas.microsoft.com/office/drawing/2014/main" id="{5949C4E4-0034-4793-B722-E118F56CE1EB}"/>
                </a:ext>
              </a:extLst>
            </p:cNvPr>
            <p:cNvSpPr/>
            <p:nvPr/>
          </p:nvSpPr>
          <p:spPr>
            <a:xfrm>
              <a:off x="12966315" y="3935732"/>
              <a:ext cx="606684" cy="8674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51" h="21511" extrusionOk="0">
                  <a:moveTo>
                    <a:pt x="18683" y="0"/>
                  </a:moveTo>
                  <a:lnTo>
                    <a:pt x="17079" y="1668"/>
                  </a:lnTo>
                  <a:cubicBezTo>
                    <a:pt x="17015" y="1638"/>
                    <a:pt x="16700" y="1488"/>
                    <a:pt x="16700" y="1488"/>
                  </a:cubicBezTo>
                  <a:lnTo>
                    <a:pt x="15441" y="2801"/>
                  </a:lnTo>
                  <a:lnTo>
                    <a:pt x="15820" y="2981"/>
                  </a:lnTo>
                  <a:lnTo>
                    <a:pt x="15441" y="3375"/>
                  </a:lnTo>
                  <a:lnTo>
                    <a:pt x="2730" y="16587"/>
                  </a:lnTo>
                  <a:cubicBezTo>
                    <a:pt x="2279" y="17056"/>
                    <a:pt x="509" y="19614"/>
                    <a:pt x="586" y="20489"/>
                  </a:cubicBezTo>
                  <a:cubicBezTo>
                    <a:pt x="597" y="20614"/>
                    <a:pt x="646" y="20706"/>
                    <a:pt x="742" y="20751"/>
                  </a:cubicBezTo>
                  <a:cubicBezTo>
                    <a:pt x="1508" y="21113"/>
                    <a:pt x="4988" y="18432"/>
                    <a:pt x="5504" y="17895"/>
                  </a:cubicBezTo>
                  <a:lnTo>
                    <a:pt x="18209" y="4684"/>
                  </a:lnTo>
                  <a:lnTo>
                    <a:pt x="18588" y="4289"/>
                  </a:lnTo>
                  <a:lnTo>
                    <a:pt x="18984" y="4477"/>
                  </a:lnTo>
                  <a:lnTo>
                    <a:pt x="14043" y="9610"/>
                  </a:lnTo>
                  <a:lnTo>
                    <a:pt x="14611" y="9879"/>
                  </a:lnTo>
                  <a:lnTo>
                    <a:pt x="20810" y="3434"/>
                  </a:lnTo>
                  <a:cubicBezTo>
                    <a:pt x="20810" y="3434"/>
                    <a:pt x="20191" y="3144"/>
                    <a:pt x="19847" y="2981"/>
                  </a:cubicBezTo>
                  <a:lnTo>
                    <a:pt x="21451" y="1313"/>
                  </a:lnTo>
                  <a:cubicBezTo>
                    <a:pt x="21451" y="1313"/>
                    <a:pt x="18683" y="0"/>
                    <a:pt x="18683" y="0"/>
                  </a:cubicBezTo>
                  <a:close/>
                  <a:moveTo>
                    <a:pt x="586" y="20489"/>
                  </a:moveTo>
                  <a:cubicBezTo>
                    <a:pt x="585" y="20448"/>
                    <a:pt x="574" y="20416"/>
                    <a:pt x="580" y="20368"/>
                  </a:cubicBezTo>
                  <a:lnTo>
                    <a:pt x="319" y="20638"/>
                  </a:lnTo>
                  <a:cubicBezTo>
                    <a:pt x="213" y="20748"/>
                    <a:pt x="-149" y="21394"/>
                    <a:pt x="68" y="21497"/>
                  </a:cubicBezTo>
                  <a:cubicBezTo>
                    <a:pt x="286" y="21600"/>
                    <a:pt x="1004" y="21123"/>
                    <a:pt x="1110" y="21013"/>
                  </a:cubicBezTo>
                  <a:lnTo>
                    <a:pt x="1371" y="20739"/>
                  </a:lnTo>
                  <a:cubicBezTo>
                    <a:pt x="1093" y="20840"/>
                    <a:pt x="868" y="20874"/>
                    <a:pt x="731" y="20810"/>
                  </a:cubicBezTo>
                  <a:cubicBezTo>
                    <a:pt x="624" y="20759"/>
                    <a:pt x="588" y="20638"/>
                    <a:pt x="586" y="20489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23" name="Shape 34190">
              <a:extLst>
                <a:ext uri="{FF2B5EF4-FFF2-40B4-BE49-F238E27FC236}">
                  <a16:creationId xmlns:a16="http://schemas.microsoft.com/office/drawing/2014/main" id="{FD9E14DF-FF37-4D75-8894-9782E6DCA385}"/>
                </a:ext>
              </a:extLst>
            </p:cNvPr>
            <p:cNvSpPr/>
            <p:nvPr/>
          </p:nvSpPr>
          <p:spPr>
            <a:xfrm>
              <a:off x="8736613" y="4207504"/>
              <a:ext cx="967678" cy="82070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75" h="21218" extrusionOk="0">
                  <a:moveTo>
                    <a:pt x="17160" y="16531"/>
                  </a:moveTo>
                  <a:lnTo>
                    <a:pt x="3281" y="10266"/>
                  </a:lnTo>
                  <a:lnTo>
                    <a:pt x="6158" y="1453"/>
                  </a:lnTo>
                  <a:lnTo>
                    <a:pt x="20037" y="7718"/>
                  </a:lnTo>
                  <a:cubicBezTo>
                    <a:pt x="20037" y="7718"/>
                    <a:pt x="17160" y="16531"/>
                    <a:pt x="17160" y="16531"/>
                  </a:cubicBezTo>
                  <a:close/>
                  <a:moveTo>
                    <a:pt x="20480" y="6363"/>
                  </a:moveTo>
                  <a:lnTo>
                    <a:pt x="6600" y="98"/>
                  </a:lnTo>
                  <a:cubicBezTo>
                    <a:pt x="5961" y="-191"/>
                    <a:pt x="5246" y="183"/>
                    <a:pt x="5001" y="931"/>
                  </a:cubicBezTo>
                  <a:cubicBezTo>
                    <a:pt x="5001" y="931"/>
                    <a:pt x="1682" y="11100"/>
                    <a:pt x="1694" y="11105"/>
                  </a:cubicBezTo>
                  <a:lnTo>
                    <a:pt x="17862" y="18403"/>
                  </a:lnTo>
                  <a:cubicBezTo>
                    <a:pt x="17874" y="18409"/>
                    <a:pt x="21194" y="8240"/>
                    <a:pt x="21194" y="8240"/>
                  </a:cubicBezTo>
                  <a:cubicBezTo>
                    <a:pt x="21438" y="7492"/>
                    <a:pt x="21118" y="6651"/>
                    <a:pt x="20480" y="6363"/>
                  </a:cubicBezTo>
                  <a:close/>
                  <a:moveTo>
                    <a:pt x="16989" y="21121"/>
                  </a:moveTo>
                  <a:lnTo>
                    <a:pt x="797" y="13812"/>
                  </a:lnTo>
                  <a:cubicBezTo>
                    <a:pt x="157" y="13523"/>
                    <a:pt x="-162" y="12683"/>
                    <a:pt x="83" y="11934"/>
                  </a:cubicBezTo>
                  <a:lnTo>
                    <a:pt x="304" y="11256"/>
                  </a:lnTo>
                  <a:lnTo>
                    <a:pt x="7822" y="14649"/>
                  </a:lnTo>
                  <a:lnTo>
                    <a:pt x="7600" y="15327"/>
                  </a:lnTo>
                  <a:lnTo>
                    <a:pt x="11070" y="16893"/>
                  </a:lnTo>
                  <a:lnTo>
                    <a:pt x="11291" y="16216"/>
                  </a:lnTo>
                  <a:lnTo>
                    <a:pt x="18810" y="19609"/>
                  </a:lnTo>
                  <a:lnTo>
                    <a:pt x="18588" y="20287"/>
                  </a:lnTo>
                  <a:cubicBezTo>
                    <a:pt x="18344" y="21036"/>
                    <a:pt x="17627" y="21409"/>
                    <a:pt x="16989" y="21121"/>
                  </a:cubicBezTo>
                  <a:cubicBezTo>
                    <a:pt x="16989" y="21121"/>
                    <a:pt x="16989" y="21121"/>
                    <a:pt x="16989" y="21121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24" name="Shape 34191">
              <a:extLst>
                <a:ext uri="{FF2B5EF4-FFF2-40B4-BE49-F238E27FC236}">
                  <a16:creationId xmlns:a16="http://schemas.microsoft.com/office/drawing/2014/main" id="{F4942482-7233-443A-AAB6-CA040D8409AD}"/>
                </a:ext>
              </a:extLst>
            </p:cNvPr>
            <p:cNvSpPr/>
            <p:nvPr/>
          </p:nvSpPr>
          <p:spPr>
            <a:xfrm>
              <a:off x="12884222" y="7775447"/>
              <a:ext cx="606686" cy="8674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51" h="21511" extrusionOk="0">
                  <a:moveTo>
                    <a:pt x="18683" y="0"/>
                  </a:moveTo>
                  <a:lnTo>
                    <a:pt x="17079" y="1668"/>
                  </a:lnTo>
                  <a:cubicBezTo>
                    <a:pt x="17015" y="1638"/>
                    <a:pt x="16700" y="1488"/>
                    <a:pt x="16700" y="1488"/>
                  </a:cubicBezTo>
                  <a:lnTo>
                    <a:pt x="15441" y="2801"/>
                  </a:lnTo>
                  <a:lnTo>
                    <a:pt x="15820" y="2981"/>
                  </a:lnTo>
                  <a:lnTo>
                    <a:pt x="15441" y="3375"/>
                  </a:lnTo>
                  <a:lnTo>
                    <a:pt x="2730" y="16587"/>
                  </a:lnTo>
                  <a:cubicBezTo>
                    <a:pt x="2279" y="17056"/>
                    <a:pt x="509" y="19614"/>
                    <a:pt x="586" y="20489"/>
                  </a:cubicBezTo>
                  <a:cubicBezTo>
                    <a:pt x="597" y="20614"/>
                    <a:pt x="646" y="20706"/>
                    <a:pt x="742" y="20751"/>
                  </a:cubicBezTo>
                  <a:cubicBezTo>
                    <a:pt x="1508" y="21113"/>
                    <a:pt x="4988" y="18432"/>
                    <a:pt x="5504" y="17895"/>
                  </a:cubicBezTo>
                  <a:lnTo>
                    <a:pt x="18209" y="4684"/>
                  </a:lnTo>
                  <a:lnTo>
                    <a:pt x="18588" y="4289"/>
                  </a:lnTo>
                  <a:lnTo>
                    <a:pt x="18984" y="4477"/>
                  </a:lnTo>
                  <a:lnTo>
                    <a:pt x="14043" y="9610"/>
                  </a:lnTo>
                  <a:lnTo>
                    <a:pt x="14611" y="9879"/>
                  </a:lnTo>
                  <a:lnTo>
                    <a:pt x="20810" y="3434"/>
                  </a:lnTo>
                  <a:cubicBezTo>
                    <a:pt x="20810" y="3434"/>
                    <a:pt x="20191" y="3144"/>
                    <a:pt x="19847" y="2981"/>
                  </a:cubicBezTo>
                  <a:lnTo>
                    <a:pt x="21451" y="1313"/>
                  </a:lnTo>
                  <a:cubicBezTo>
                    <a:pt x="21451" y="1313"/>
                    <a:pt x="18683" y="0"/>
                    <a:pt x="18683" y="0"/>
                  </a:cubicBezTo>
                  <a:close/>
                  <a:moveTo>
                    <a:pt x="586" y="20489"/>
                  </a:moveTo>
                  <a:cubicBezTo>
                    <a:pt x="585" y="20448"/>
                    <a:pt x="574" y="20416"/>
                    <a:pt x="580" y="20368"/>
                  </a:cubicBezTo>
                  <a:lnTo>
                    <a:pt x="319" y="20638"/>
                  </a:lnTo>
                  <a:cubicBezTo>
                    <a:pt x="213" y="20748"/>
                    <a:pt x="-149" y="21394"/>
                    <a:pt x="68" y="21497"/>
                  </a:cubicBezTo>
                  <a:cubicBezTo>
                    <a:pt x="286" y="21600"/>
                    <a:pt x="1004" y="21123"/>
                    <a:pt x="1110" y="21013"/>
                  </a:cubicBezTo>
                  <a:lnTo>
                    <a:pt x="1371" y="20739"/>
                  </a:lnTo>
                  <a:cubicBezTo>
                    <a:pt x="1093" y="20840"/>
                    <a:pt x="868" y="20874"/>
                    <a:pt x="731" y="20810"/>
                  </a:cubicBezTo>
                  <a:cubicBezTo>
                    <a:pt x="624" y="20759"/>
                    <a:pt x="588" y="20638"/>
                    <a:pt x="586" y="20489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25" name="Shape 34192">
              <a:extLst>
                <a:ext uri="{FF2B5EF4-FFF2-40B4-BE49-F238E27FC236}">
                  <a16:creationId xmlns:a16="http://schemas.microsoft.com/office/drawing/2014/main" id="{07714D24-2224-4987-B8A2-EC92E8A8742E}"/>
                </a:ext>
              </a:extLst>
            </p:cNvPr>
            <p:cNvSpPr/>
            <p:nvPr/>
          </p:nvSpPr>
          <p:spPr>
            <a:xfrm>
              <a:off x="9950402" y="3061775"/>
              <a:ext cx="885232" cy="104148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201" h="21329" extrusionOk="0">
                  <a:moveTo>
                    <a:pt x="9479" y="69"/>
                  </a:moveTo>
                  <a:cubicBezTo>
                    <a:pt x="11124" y="274"/>
                    <a:pt x="12739" y="925"/>
                    <a:pt x="14086" y="2032"/>
                  </a:cubicBezTo>
                  <a:cubicBezTo>
                    <a:pt x="15976" y="3586"/>
                    <a:pt x="17010" y="5836"/>
                    <a:pt x="16935" y="8190"/>
                  </a:cubicBezTo>
                  <a:cubicBezTo>
                    <a:pt x="16907" y="10081"/>
                    <a:pt x="16182" y="11891"/>
                    <a:pt x="14858" y="13324"/>
                  </a:cubicBezTo>
                  <a:cubicBezTo>
                    <a:pt x="12857" y="15491"/>
                    <a:pt x="9835" y="16494"/>
                    <a:pt x="6856" y="15992"/>
                  </a:cubicBezTo>
                  <a:cubicBezTo>
                    <a:pt x="491" y="14715"/>
                    <a:pt x="-2156" y="7496"/>
                    <a:pt x="2011" y="2776"/>
                  </a:cubicBezTo>
                  <a:cubicBezTo>
                    <a:pt x="3901" y="635"/>
                    <a:pt x="6739" y="-271"/>
                    <a:pt x="9479" y="69"/>
                  </a:cubicBezTo>
                  <a:close/>
                  <a:moveTo>
                    <a:pt x="16811" y="1700"/>
                  </a:moveTo>
                  <a:cubicBezTo>
                    <a:pt x="18616" y="3812"/>
                    <a:pt x="19444" y="6467"/>
                    <a:pt x="19139" y="9165"/>
                  </a:cubicBezTo>
                  <a:cubicBezTo>
                    <a:pt x="18834" y="11863"/>
                    <a:pt x="17427" y="14284"/>
                    <a:pt x="15191" y="15988"/>
                  </a:cubicBezTo>
                  <a:cubicBezTo>
                    <a:pt x="12662" y="17916"/>
                    <a:pt x="9407" y="18600"/>
                    <a:pt x="6359" y="18040"/>
                  </a:cubicBezTo>
                  <a:cubicBezTo>
                    <a:pt x="5749" y="17929"/>
                    <a:pt x="5143" y="17767"/>
                    <a:pt x="4558" y="17555"/>
                  </a:cubicBezTo>
                  <a:lnTo>
                    <a:pt x="4164" y="19468"/>
                  </a:lnTo>
                  <a:lnTo>
                    <a:pt x="7063" y="20000"/>
                  </a:lnTo>
                  <a:lnTo>
                    <a:pt x="6790" y="21329"/>
                  </a:lnTo>
                  <a:lnTo>
                    <a:pt x="227" y="20124"/>
                  </a:lnTo>
                  <a:lnTo>
                    <a:pt x="500" y="18796"/>
                  </a:lnTo>
                  <a:lnTo>
                    <a:pt x="2757" y="19210"/>
                  </a:lnTo>
                  <a:lnTo>
                    <a:pt x="3219" y="16965"/>
                  </a:lnTo>
                  <a:cubicBezTo>
                    <a:pt x="2951" y="16825"/>
                    <a:pt x="2688" y="16674"/>
                    <a:pt x="2431" y="16511"/>
                  </a:cubicBezTo>
                  <a:cubicBezTo>
                    <a:pt x="2174" y="16349"/>
                    <a:pt x="1928" y="16168"/>
                    <a:pt x="1684" y="15982"/>
                  </a:cubicBezTo>
                  <a:lnTo>
                    <a:pt x="2580" y="14934"/>
                  </a:lnTo>
                  <a:cubicBezTo>
                    <a:pt x="5970" y="17523"/>
                    <a:pt x="10902" y="17523"/>
                    <a:pt x="14300" y="14933"/>
                  </a:cubicBezTo>
                  <a:cubicBezTo>
                    <a:pt x="16239" y="13456"/>
                    <a:pt x="17444" y="11360"/>
                    <a:pt x="17708" y="9021"/>
                  </a:cubicBezTo>
                  <a:cubicBezTo>
                    <a:pt x="17973" y="6682"/>
                    <a:pt x="17267" y="4385"/>
                    <a:pt x="15703" y="2555"/>
                  </a:cubicBezTo>
                  <a:lnTo>
                    <a:pt x="16811" y="1700"/>
                  </a:lnTo>
                  <a:close/>
                  <a:moveTo>
                    <a:pt x="9715" y="1064"/>
                  </a:moveTo>
                  <a:cubicBezTo>
                    <a:pt x="9278" y="996"/>
                    <a:pt x="8832" y="968"/>
                    <a:pt x="8387" y="974"/>
                  </a:cubicBezTo>
                  <a:cubicBezTo>
                    <a:pt x="8460" y="1222"/>
                    <a:pt x="8544" y="1461"/>
                    <a:pt x="8641" y="1699"/>
                  </a:cubicBezTo>
                  <a:cubicBezTo>
                    <a:pt x="8737" y="1936"/>
                    <a:pt x="8846" y="2172"/>
                    <a:pt x="8962" y="2399"/>
                  </a:cubicBezTo>
                  <a:cubicBezTo>
                    <a:pt x="9289" y="2208"/>
                    <a:pt x="9627" y="2028"/>
                    <a:pt x="9967" y="1859"/>
                  </a:cubicBezTo>
                  <a:cubicBezTo>
                    <a:pt x="10307" y="1689"/>
                    <a:pt x="10645" y="1529"/>
                    <a:pt x="10997" y="1382"/>
                  </a:cubicBezTo>
                  <a:cubicBezTo>
                    <a:pt x="10579" y="1244"/>
                    <a:pt x="10153" y="1132"/>
                    <a:pt x="9715" y="1064"/>
                  </a:cubicBezTo>
                  <a:close/>
                  <a:moveTo>
                    <a:pt x="12202" y="1889"/>
                  </a:moveTo>
                  <a:cubicBezTo>
                    <a:pt x="11715" y="2060"/>
                    <a:pt x="11237" y="2254"/>
                    <a:pt x="10773" y="2470"/>
                  </a:cubicBezTo>
                  <a:cubicBezTo>
                    <a:pt x="10309" y="2687"/>
                    <a:pt x="9856" y="2925"/>
                    <a:pt x="9417" y="3184"/>
                  </a:cubicBezTo>
                  <a:cubicBezTo>
                    <a:pt x="9617" y="3488"/>
                    <a:pt x="9841" y="3788"/>
                    <a:pt x="10079" y="4067"/>
                  </a:cubicBezTo>
                  <a:cubicBezTo>
                    <a:pt x="10318" y="4345"/>
                    <a:pt x="10571" y="4610"/>
                    <a:pt x="10847" y="4861"/>
                  </a:cubicBezTo>
                  <a:lnTo>
                    <a:pt x="13083" y="2442"/>
                  </a:lnTo>
                  <a:cubicBezTo>
                    <a:pt x="12944" y="2342"/>
                    <a:pt x="12798" y="2240"/>
                    <a:pt x="12652" y="2149"/>
                  </a:cubicBezTo>
                  <a:cubicBezTo>
                    <a:pt x="12506" y="2059"/>
                    <a:pt x="12354" y="1969"/>
                    <a:pt x="12202" y="1889"/>
                  </a:cubicBezTo>
                  <a:close/>
                  <a:moveTo>
                    <a:pt x="7362" y="1000"/>
                  </a:moveTo>
                  <a:cubicBezTo>
                    <a:pt x="6540" y="1111"/>
                    <a:pt x="5754" y="1343"/>
                    <a:pt x="5029" y="1689"/>
                  </a:cubicBezTo>
                  <a:cubicBezTo>
                    <a:pt x="4305" y="2035"/>
                    <a:pt x="3644" y="2485"/>
                    <a:pt x="3064" y="3041"/>
                  </a:cubicBezTo>
                  <a:lnTo>
                    <a:pt x="5529" y="5074"/>
                  </a:lnTo>
                  <a:cubicBezTo>
                    <a:pt x="5922" y="4671"/>
                    <a:pt x="6339" y="4283"/>
                    <a:pt x="6773" y="3923"/>
                  </a:cubicBezTo>
                  <a:cubicBezTo>
                    <a:pt x="7206" y="3564"/>
                    <a:pt x="7655" y="3227"/>
                    <a:pt x="8126" y="2912"/>
                  </a:cubicBezTo>
                  <a:cubicBezTo>
                    <a:pt x="7964" y="2608"/>
                    <a:pt x="7819" y="2296"/>
                    <a:pt x="7690" y="1976"/>
                  </a:cubicBezTo>
                  <a:cubicBezTo>
                    <a:pt x="7561" y="1655"/>
                    <a:pt x="7454" y="1336"/>
                    <a:pt x="7362" y="1000"/>
                  </a:cubicBezTo>
                  <a:close/>
                  <a:moveTo>
                    <a:pt x="13806" y="3027"/>
                  </a:moveTo>
                  <a:lnTo>
                    <a:pt x="11570" y="5446"/>
                  </a:lnTo>
                  <a:cubicBezTo>
                    <a:pt x="11852" y="5649"/>
                    <a:pt x="12144" y="5840"/>
                    <a:pt x="12449" y="6011"/>
                  </a:cubicBezTo>
                  <a:cubicBezTo>
                    <a:pt x="12752" y="6182"/>
                    <a:pt x="13064" y="6332"/>
                    <a:pt x="13387" y="6469"/>
                  </a:cubicBezTo>
                  <a:cubicBezTo>
                    <a:pt x="13602" y="6013"/>
                    <a:pt x="13798" y="5550"/>
                    <a:pt x="13963" y="5077"/>
                  </a:cubicBezTo>
                  <a:cubicBezTo>
                    <a:pt x="14128" y="4603"/>
                    <a:pt x="14273" y="4122"/>
                    <a:pt x="14386" y="3633"/>
                  </a:cubicBezTo>
                  <a:cubicBezTo>
                    <a:pt x="14296" y="3528"/>
                    <a:pt x="14195" y="3418"/>
                    <a:pt x="14098" y="3318"/>
                  </a:cubicBezTo>
                  <a:cubicBezTo>
                    <a:pt x="14001" y="3218"/>
                    <a:pt x="13909" y="3123"/>
                    <a:pt x="13806" y="3027"/>
                  </a:cubicBezTo>
                  <a:close/>
                  <a:moveTo>
                    <a:pt x="15097" y="4643"/>
                  </a:moveTo>
                  <a:cubicBezTo>
                    <a:pt x="14989" y="5011"/>
                    <a:pt x="14872" y="5369"/>
                    <a:pt x="14735" y="5729"/>
                  </a:cubicBezTo>
                  <a:cubicBezTo>
                    <a:pt x="14598" y="6089"/>
                    <a:pt x="14440" y="6449"/>
                    <a:pt x="14276" y="6798"/>
                  </a:cubicBezTo>
                  <a:cubicBezTo>
                    <a:pt x="14551" y="6884"/>
                    <a:pt x="14842" y="6953"/>
                    <a:pt x="15125" y="7013"/>
                  </a:cubicBezTo>
                  <a:cubicBezTo>
                    <a:pt x="15409" y="7074"/>
                    <a:pt x="15688" y="7122"/>
                    <a:pt x="15977" y="7158"/>
                  </a:cubicBezTo>
                  <a:cubicBezTo>
                    <a:pt x="15915" y="6710"/>
                    <a:pt x="15813" y="6274"/>
                    <a:pt x="15666" y="5853"/>
                  </a:cubicBezTo>
                  <a:cubicBezTo>
                    <a:pt x="15519" y="5432"/>
                    <a:pt x="15324" y="5029"/>
                    <a:pt x="15097" y="4643"/>
                  </a:cubicBezTo>
                  <a:close/>
                  <a:moveTo>
                    <a:pt x="8606" y="3701"/>
                  </a:moveTo>
                  <a:cubicBezTo>
                    <a:pt x="8180" y="3989"/>
                    <a:pt x="7775" y="4303"/>
                    <a:pt x="7382" y="4630"/>
                  </a:cubicBezTo>
                  <a:cubicBezTo>
                    <a:pt x="6990" y="4957"/>
                    <a:pt x="6609" y="5294"/>
                    <a:pt x="6252" y="5658"/>
                  </a:cubicBezTo>
                  <a:lnTo>
                    <a:pt x="8448" y="7464"/>
                  </a:lnTo>
                  <a:lnTo>
                    <a:pt x="10216" y="5542"/>
                  </a:lnTo>
                  <a:cubicBezTo>
                    <a:pt x="9905" y="5266"/>
                    <a:pt x="9620" y="4976"/>
                    <a:pt x="9351" y="4670"/>
                  </a:cubicBezTo>
                  <a:cubicBezTo>
                    <a:pt x="9081" y="4363"/>
                    <a:pt x="8831" y="4036"/>
                    <a:pt x="8606" y="3701"/>
                  </a:cubicBezTo>
                  <a:close/>
                  <a:moveTo>
                    <a:pt x="2433" y="3721"/>
                  </a:moveTo>
                  <a:cubicBezTo>
                    <a:pt x="1932" y="4341"/>
                    <a:pt x="1546" y="5031"/>
                    <a:pt x="1284" y="5757"/>
                  </a:cubicBezTo>
                  <a:cubicBezTo>
                    <a:pt x="1022" y="6483"/>
                    <a:pt x="879" y="7253"/>
                    <a:pt x="878" y="8036"/>
                  </a:cubicBezTo>
                  <a:cubicBezTo>
                    <a:pt x="1138" y="8064"/>
                    <a:pt x="1405" y="8097"/>
                    <a:pt x="1661" y="8144"/>
                  </a:cubicBezTo>
                  <a:cubicBezTo>
                    <a:pt x="2118" y="8228"/>
                    <a:pt x="2562" y="8343"/>
                    <a:pt x="3001" y="8485"/>
                  </a:cubicBezTo>
                  <a:cubicBezTo>
                    <a:pt x="3265" y="8000"/>
                    <a:pt x="3553" y="7531"/>
                    <a:pt x="3870" y="7076"/>
                  </a:cubicBezTo>
                  <a:cubicBezTo>
                    <a:pt x="4187" y="6619"/>
                    <a:pt x="4542" y="6181"/>
                    <a:pt x="4910" y="5757"/>
                  </a:cubicBezTo>
                  <a:lnTo>
                    <a:pt x="2433" y="3721"/>
                  </a:lnTo>
                  <a:close/>
                  <a:moveTo>
                    <a:pt x="10939" y="6126"/>
                  </a:moveTo>
                  <a:lnTo>
                    <a:pt x="9169" y="8060"/>
                  </a:lnTo>
                  <a:lnTo>
                    <a:pt x="11249" y="9761"/>
                  </a:lnTo>
                  <a:cubicBezTo>
                    <a:pt x="11579" y="9378"/>
                    <a:pt x="11885" y="8986"/>
                    <a:pt x="12172" y="8576"/>
                  </a:cubicBezTo>
                  <a:cubicBezTo>
                    <a:pt x="12459" y="8166"/>
                    <a:pt x="12721" y="7741"/>
                    <a:pt x="12963" y="7306"/>
                  </a:cubicBezTo>
                  <a:cubicBezTo>
                    <a:pt x="12603" y="7149"/>
                    <a:pt x="12253" y="6964"/>
                    <a:pt x="11915" y="6769"/>
                  </a:cubicBezTo>
                  <a:cubicBezTo>
                    <a:pt x="11577" y="6573"/>
                    <a:pt x="11251" y="6358"/>
                    <a:pt x="10939" y="6126"/>
                  </a:cubicBezTo>
                  <a:close/>
                  <a:moveTo>
                    <a:pt x="13849" y="7647"/>
                  </a:moveTo>
                  <a:cubicBezTo>
                    <a:pt x="13586" y="8127"/>
                    <a:pt x="13297" y="8593"/>
                    <a:pt x="12982" y="9045"/>
                  </a:cubicBezTo>
                  <a:cubicBezTo>
                    <a:pt x="12667" y="9497"/>
                    <a:pt x="12334" y="9936"/>
                    <a:pt x="11969" y="10357"/>
                  </a:cubicBezTo>
                  <a:lnTo>
                    <a:pt x="14436" y="12379"/>
                  </a:lnTo>
                  <a:cubicBezTo>
                    <a:pt x="14933" y="11764"/>
                    <a:pt x="15319" y="11085"/>
                    <a:pt x="15581" y="10366"/>
                  </a:cubicBezTo>
                  <a:cubicBezTo>
                    <a:pt x="15842" y="9647"/>
                    <a:pt x="15976" y="8886"/>
                    <a:pt x="15982" y="8110"/>
                  </a:cubicBezTo>
                  <a:cubicBezTo>
                    <a:pt x="15743" y="8082"/>
                    <a:pt x="15506" y="8058"/>
                    <a:pt x="15271" y="8015"/>
                  </a:cubicBezTo>
                  <a:cubicBezTo>
                    <a:pt x="15030" y="7970"/>
                    <a:pt x="14788" y="7908"/>
                    <a:pt x="14551" y="7847"/>
                  </a:cubicBezTo>
                  <a:cubicBezTo>
                    <a:pt x="14314" y="7786"/>
                    <a:pt x="14080" y="7724"/>
                    <a:pt x="13849" y="7647"/>
                  </a:cubicBezTo>
                  <a:close/>
                  <a:moveTo>
                    <a:pt x="5621" y="6339"/>
                  </a:moveTo>
                  <a:cubicBezTo>
                    <a:pt x="5287" y="6724"/>
                    <a:pt x="4981" y="7134"/>
                    <a:pt x="4692" y="7547"/>
                  </a:cubicBezTo>
                  <a:cubicBezTo>
                    <a:pt x="4403" y="7961"/>
                    <a:pt x="4130" y="8387"/>
                    <a:pt x="3887" y="8826"/>
                  </a:cubicBezTo>
                  <a:cubicBezTo>
                    <a:pt x="4272" y="8990"/>
                    <a:pt x="4648" y="9168"/>
                    <a:pt x="5008" y="9376"/>
                  </a:cubicBezTo>
                  <a:cubicBezTo>
                    <a:pt x="5368" y="9585"/>
                    <a:pt x="5718" y="9817"/>
                    <a:pt x="6049" y="10067"/>
                  </a:cubicBezTo>
                  <a:lnTo>
                    <a:pt x="7817" y="8145"/>
                  </a:lnTo>
                  <a:lnTo>
                    <a:pt x="5621" y="6339"/>
                  </a:lnTo>
                  <a:close/>
                  <a:moveTo>
                    <a:pt x="8538" y="8741"/>
                  </a:moveTo>
                  <a:lnTo>
                    <a:pt x="6770" y="10663"/>
                  </a:lnTo>
                  <a:cubicBezTo>
                    <a:pt x="7059" y="10924"/>
                    <a:pt x="7330" y="11201"/>
                    <a:pt x="7582" y="11489"/>
                  </a:cubicBezTo>
                  <a:cubicBezTo>
                    <a:pt x="7834" y="11777"/>
                    <a:pt x="8064" y="12076"/>
                    <a:pt x="8278" y="12390"/>
                  </a:cubicBezTo>
                  <a:cubicBezTo>
                    <a:pt x="8700" y="12103"/>
                    <a:pt x="9109" y="11798"/>
                    <a:pt x="9499" y="11473"/>
                  </a:cubicBezTo>
                  <a:cubicBezTo>
                    <a:pt x="9889" y="11147"/>
                    <a:pt x="10262" y="10804"/>
                    <a:pt x="10617" y="10442"/>
                  </a:cubicBezTo>
                  <a:lnTo>
                    <a:pt x="8538" y="8741"/>
                  </a:lnTo>
                  <a:close/>
                  <a:moveTo>
                    <a:pt x="1798" y="9132"/>
                  </a:moveTo>
                  <a:cubicBezTo>
                    <a:pt x="1535" y="9075"/>
                    <a:pt x="1275" y="9033"/>
                    <a:pt x="1007" y="8999"/>
                  </a:cubicBezTo>
                  <a:cubicBezTo>
                    <a:pt x="1062" y="9423"/>
                    <a:pt x="1148" y="9837"/>
                    <a:pt x="1280" y="10238"/>
                  </a:cubicBezTo>
                  <a:cubicBezTo>
                    <a:pt x="1412" y="10638"/>
                    <a:pt x="1583" y="11018"/>
                    <a:pt x="1786" y="11388"/>
                  </a:cubicBezTo>
                  <a:cubicBezTo>
                    <a:pt x="1891" y="11037"/>
                    <a:pt x="2008" y="10691"/>
                    <a:pt x="2139" y="10348"/>
                  </a:cubicBezTo>
                  <a:cubicBezTo>
                    <a:pt x="2270" y="10005"/>
                    <a:pt x="2418" y="9667"/>
                    <a:pt x="2574" y="9334"/>
                  </a:cubicBezTo>
                  <a:cubicBezTo>
                    <a:pt x="2319" y="9257"/>
                    <a:pt x="2059" y="9189"/>
                    <a:pt x="1798" y="9132"/>
                  </a:cubicBezTo>
                  <a:close/>
                  <a:moveTo>
                    <a:pt x="11338" y="11038"/>
                  </a:moveTo>
                  <a:cubicBezTo>
                    <a:pt x="10948" y="11437"/>
                    <a:pt x="10541" y="11810"/>
                    <a:pt x="10111" y="12167"/>
                  </a:cubicBezTo>
                  <a:cubicBezTo>
                    <a:pt x="9681" y="12525"/>
                    <a:pt x="9224" y="12866"/>
                    <a:pt x="8757" y="13179"/>
                  </a:cubicBezTo>
                  <a:cubicBezTo>
                    <a:pt x="8923" y="13483"/>
                    <a:pt x="9075" y="13796"/>
                    <a:pt x="9206" y="14117"/>
                  </a:cubicBezTo>
                  <a:cubicBezTo>
                    <a:pt x="9337" y="14439"/>
                    <a:pt x="9449" y="14769"/>
                    <a:pt x="9544" y="15106"/>
                  </a:cubicBezTo>
                  <a:cubicBezTo>
                    <a:pt x="10358" y="14993"/>
                    <a:pt x="11133" y="14757"/>
                    <a:pt x="11852" y="14413"/>
                  </a:cubicBezTo>
                  <a:cubicBezTo>
                    <a:pt x="12571" y="14068"/>
                    <a:pt x="13229" y="13610"/>
                    <a:pt x="13805" y="13059"/>
                  </a:cubicBezTo>
                  <a:lnTo>
                    <a:pt x="11338" y="11038"/>
                  </a:lnTo>
                  <a:close/>
                  <a:moveTo>
                    <a:pt x="3466" y="9652"/>
                  </a:moveTo>
                  <a:cubicBezTo>
                    <a:pt x="3255" y="10099"/>
                    <a:pt x="3068" y="10559"/>
                    <a:pt x="2906" y="11023"/>
                  </a:cubicBezTo>
                  <a:cubicBezTo>
                    <a:pt x="2744" y="11488"/>
                    <a:pt x="2612" y="11967"/>
                    <a:pt x="2500" y="12447"/>
                  </a:cubicBezTo>
                  <a:cubicBezTo>
                    <a:pt x="2606" y="12576"/>
                    <a:pt x="2712" y="12693"/>
                    <a:pt x="2827" y="12816"/>
                  </a:cubicBezTo>
                  <a:cubicBezTo>
                    <a:pt x="2943" y="12939"/>
                    <a:pt x="3067" y="13064"/>
                    <a:pt x="3192" y="13180"/>
                  </a:cubicBezTo>
                  <a:lnTo>
                    <a:pt x="5416" y="10759"/>
                  </a:lnTo>
                  <a:cubicBezTo>
                    <a:pt x="5115" y="10538"/>
                    <a:pt x="4810" y="10332"/>
                    <a:pt x="4484" y="10148"/>
                  </a:cubicBezTo>
                  <a:cubicBezTo>
                    <a:pt x="4158" y="9964"/>
                    <a:pt x="3813" y="9796"/>
                    <a:pt x="3466" y="9652"/>
                  </a:cubicBezTo>
                  <a:close/>
                  <a:moveTo>
                    <a:pt x="6136" y="11355"/>
                  </a:moveTo>
                  <a:lnTo>
                    <a:pt x="3901" y="13774"/>
                  </a:lnTo>
                  <a:cubicBezTo>
                    <a:pt x="4016" y="13856"/>
                    <a:pt x="4137" y="13929"/>
                    <a:pt x="4256" y="14005"/>
                  </a:cubicBezTo>
                  <a:cubicBezTo>
                    <a:pt x="4376" y="14081"/>
                    <a:pt x="4502" y="14158"/>
                    <a:pt x="4626" y="14228"/>
                  </a:cubicBezTo>
                  <a:cubicBezTo>
                    <a:pt x="5123" y="14054"/>
                    <a:pt x="5608" y="13859"/>
                    <a:pt x="6082" y="13639"/>
                  </a:cubicBezTo>
                  <a:cubicBezTo>
                    <a:pt x="6556" y="13419"/>
                    <a:pt x="7019" y="13171"/>
                    <a:pt x="7466" y="12906"/>
                  </a:cubicBezTo>
                  <a:cubicBezTo>
                    <a:pt x="7279" y="12625"/>
                    <a:pt x="7074" y="12352"/>
                    <a:pt x="6853" y="12093"/>
                  </a:cubicBezTo>
                  <a:cubicBezTo>
                    <a:pt x="6632" y="11833"/>
                    <a:pt x="6391" y="11591"/>
                    <a:pt x="6136" y="11355"/>
                  </a:cubicBezTo>
                  <a:close/>
                  <a:moveTo>
                    <a:pt x="7934" y="13694"/>
                  </a:moveTo>
                  <a:cubicBezTo>
                    <a:pt x="7591" y="13896"/>
                    <a:pt x="7243" y="14084"/>
                    <a:pt x="6885" y="14262"/>
                  </a:cubicBezTo>
                  <a:cubicBezTo>
                    <a:pt x="6527" y="14440"/>
                    <a:pt x="6160" y="14609"/>
                    <a:pt x="5788" y="14762"/>
                  </a:cubicBezTo>
                  <a:cubicBezTo>
                    <a:pt x="6191" y="14908"/>
                    <a:pt x="6614" y="15020"/>
                    <a:pt x="7040" y="15099"/>
                  </a:cubicBezTo>
                  <a:cubicBezTo>
                    <a:pt x="7538" y="15190"/>
                    <a:pt x="8041" y="15236"/>
                    <a:pt x="8548" y="15233"/>
                  </a:cubicBezTo>
                  <a:cubicBezTo>
                    <a:pt x="8471" y="14966"/>
                    <a:pt x="8384" y="14704"/>
                    <a:pt x="8282" y="14447"/>
                  </a:cubicBezTo>
                  <a:cubicBezTo>
                    <a:pt x="8181" y="14190"/>
                    <a:pt x="8061" y="13938"/>
                    <a:pt x="7934" y="13694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26" name="Shape 34193">
              <a:extLst>
                <a:ext uri="{FF2B5EF4-FFF2-40B4-BE49-F238E27FC236}">
                  <a16:creationId xmlns:a16="http://schemas.microsoft.com/office/drawing/2014/main" id="{DDF36766-BCCB-459F-B724-146EF781845E}"/>
                </a:ext>
              </a:extLst>
            </p:cNvPr>
            <p:cNvSpPr/>
            <p:nvPr/>
          </p:nvSpPr>
          <p:spPr>
            <a:xfrm>
              <a:off x="11615551" y="3334957"/>
              <a:ext cx="818520" cy="81852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113" h="20113" extrusionOk="0">
                  <a:moveTo>
                    <a:pt x="8483" y="125"/>
                  </a:moveTo>
                  <a:cubicBezTo>
                    <a:pt x="2996" y="994"/>
                    <a:pt x="-744" y="6142"/>
                    <a:pt x="125" y="11629"/>
                  </a:cubicBezTo>
                  <a:cubicBezTo>
                    <a:pt x="994" y="17116"/>
                    <a:pt x="6142" y="20856"/>
                    <a:pt x="11629" y="19987"/>
                  </a:cubicBezTo>
                  <a:cubicBezTo>
                    <a:pt x="17116" y="19118"/>
                    <a:pt x="20856" y="13970"/>
                    <a:pt x="19987" y="8483"/>
                  </a:cubicBezTo>
                  <a:cubicBezTo>
                    <a:pt x="19118" y="2996"/>
                    <a:pt x="13970" y="-744"/>
                    <a:pt x="8483" y="125"/>
                  </a:cubicBezTo>
                  <a:close/>
                  <a:moveTo>
                    <a:pt x="8760" y="1873"/>
                  </a:moveTo>
                  <a:cubicBezTo>
                    <a:pt x="8956" y="1842"/>
                    <a:pt x="9163" y="1878"/>
                    <a:pt x="9336" y="2004"/>
                  </a:cubicBezTo>
                  <a:cubicBezTo>
                    <a:pt x="9681" y="2255"/>
                    <a:pt x="9758" y="2741"/>
                    <a:pt x="9507" y="3087"/>
                  </a:cubicBezTo>
                  <a:cubicBezTo>
                    <a:pt x="9256" y="3432"/>
                    <a:pt x="8770" y="3509"/>
                    <a:pt x="8424" y="3258"/>
                  </a:cubicBezTo>
                  <a:cubicBezTo>
                    <a:pt x="8079" y="3007"/>
                    <a:pt x="8002" y="2521"/>
                    <a:pt x="8253" y="2175"/>
                  </a:cubicBezTo>
                  <a:cubicBezTo>
                    <a:pt x="8378" y="2002"/>
                    <a:pt x="8564" y="1904"/>
                    <a:pt x="8760" y="1873"/>
                  </a:cubicBezTo>
                  <a:close/>
                  <a:moveTo>
                    <a:pt x="9098" y="4008"/>
                  </a:moveTo>
                  <a:cubicBezTo>
                    <a:pt x="9327" y="3971"/>
                    <a:pt x="9546" y="4130"/>
                    <a:pt x="9582" y="4359"/>
                  </a:cubicBezTo>
                  <a:lnTo>
                    <a:pt x="10314" y="8984"/>
                  </a:lnTo>
                  <a:cubicBezTo>
                    <a:pt x="10465" y="9019"/>
                    <a:pt x="10626" y="8992"/>
                    <a:pt x="10759" y="9088"/>
                  </a:cubicBezTo>
                  <a:cubicBezTo>
                    <a:pt x="10893" y="9186"/>
                    <a:pt x="10931" y="9343"/>
                    <a:pt x="11011" y="9477"/>
                  </a:cubicBezTo>
                  <a:lnTo>
                    <a:pt x="14460" y="8930"/>
                  </a:lnTo>
                  <a:cubicBezTo>
                    <a:pt x="14689" y="8894"/>
                    <a:pt x="14908" y="9053"/>
                    <a:pt x="14944" y="9282"/>
                  </a:cubicBezTo>
                  <a:cubicBezTo>
                    <a:pt x="14980" y="9511"/>
                    <a:pt x="14822" y="9729"/>
                    <a:pt x="14593" y="9766"/>
                  </a:cubicBezTo>
                  <a:lnTo>
                    <a:pt x="11143" y="10312"/>
                  </a:lnTo>
                  <a:cubicBezTo>
                    <a:pt x="11108" y="10464"/>
                    <a:pt x="11121" y="10625"/>
                    <a:pt x="11024" y="10759"/>
                  </a:cubicBezTo>
                  <a:cubicBezTo>
                    <a:pt x="10636" y="11292"/>
                    <a:pt x="9886" y="11411"/>
                    <a:pt x="9353" y="11024"/>
                  </a:cubicBezTo>
                  <a:cubicBezTo>
                    <a:pt x="8820" y="10636"/>
                    <a:pt x="8701" y="9886"/>
                    <a:pt x="9088" y="9353"/>
                  </a:cubicBezTo>
                  <a:cubicBezTo>
                    <a:pt x="9188" y="9215"/>
                    <a:pt x="9357" y="9195"/>
                    <a:pt x="9495" y="9114"/>
                  </a:cubicBezTo>
                  <a:lnTo>
                    <a:pt x="8762" y="4489"/>
                  </a:lnTo>
                  <a:cubicBezTo>
                    <a:pt x="8726" y="4260"/>
                    <a:pt x="8869" y="4044"/>
                    <a:pt x="9098" y="4008"/>
                  </a:cubicBezTo>
                  <a:close/>
                  <a:moveTo>
                    <a:pt x="2495" y="10476"/>
                  </a:moveTo>
                  <a:cubicBezTo>
                    <a:pt x="2691" y="10446"/>
                    <a:pt x="2898" y="10482"/>
                    <a:pt x="3071" y="10607"/>
                  </a:cubicBezTo>
                  <a:cubicBezTo>
                    <a:pt x="3417" y="10859"/>
                    <a:pt x="3494" y="11345"/>
                    <a:pt x="3243" y="11690"/>
                  </a:cubicBezTo>
                  <a:cubicBezTo>
                    <a:pt x="2992" y="12035"/>
                    <a:pt x="2505" y="12113"/>
                    <a:pt x="2160" y="11862"/>
                  </a:cubicBezTo>
                  <a:cubicBezTo>
                    <a:pt x="1814" y="11610"/>
                    <a:pt x="1737" y="11124"/>
                    <a:pt x="1988" y="10779"/>
                  </a:cubicBezTo>
                  <a:cubicBezTo>
                    <a:pt x="2114" y="10606"/>
                    <a:pt x="2300" y="10507"/>
                    <a:pt x="2495" y="10476"/>
                  </a:cubicBezTo>
                  <a:close/>
                  <a:moveTo>
                    <a:pt x="17392" y="8117"/>
                  </a:moveTo>
                  <a:cubicBezTo>
                    <a:pt x="17587" y="8086"/>
                    <a:pt x="17779" y="8125"/>
                    <a:pt x="17952" y="8250"/>
                  </a:cubicBezTo>
                  <a:cubicBezTo>
                    <a:pt x="18298" y="8502"/>
                    <a:pt x="18375" y="8988"/>
                    <a:pt x="18124" y="9333"/>
                  </a:cubicBezTo>
                  <a:cubicBezTo>
                    <a:pt x="17872" y="9678"/>
                    <a:pt x="17402" y="9753"/>
                    <a:pt x="17056" y="9502"/>
                  </a:cubicBezTo>
                  <a:cubicBezTo>
                    <a:pt x="16711" y="9251"/>
                    <a:pt x="16634" y="8765"/>
                    <a:pt x="16885" y="8419"/>
                  </a:cubicBezTo>
                  <a:cubicBezTo>
                    <a:pt x="17010" y="8247"/>
                    <a:pt x="17196" y="8148"/>
                    <a:pt x="17392" y="8117"/>
                  </a:cubicBezTo>
                  <a:close/>
                  <a:moveTo>
                    <a:pt x="11112" y="16723"/>
                  </a:moveTo>
                  <a:cubicBezTo>
                    <a:pt x="11308" y="16692"/>
                    <a:pt x="11515" y="16728"/>
                    <a:pt x="11688" y="16854"/>
                  </a:cubicBezTo>
                  <a:cubicBezTo>
                    <a:pt x="12033" y="17105"/>
                    <a:pt x="12110" y="17591"/>
                    <a:pt x="11859" y="17937"/>
                  </a:cubicBezTo>
                  <a:cubicBezTo>
                    <a:pt x="11608" y="18282"/>
                    <a:pt x="11122" y="18359"/>
                    <a:pt x="10776" y="18108"/>
                  </a:cubicBezTo>
                  <a:cubicBezTo>
                    <a:pt x="10431" y="17857"/>
                    <a:pt x="10354" y="17371"/>
                    <a:pt x="10605" y="17025"/>
                  </a:cubicBezTo>
                  <a:cubicBezTo>
                    <a:pt x="10730" y="16853"/>
                    <a:pt x="10916" y="16754"/>
                    <a:pt x="11112" y="16723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27" name="Shape 34194">
              <a:extLst>
                <a:ext uri="{FF2B5EF4-FFF2-40B4-BE49-F238E27FC236}">
                  <a16:creationId xmlns:a16="http://schemas.microsoft.com/office/drawing/2014/main" id="{C5400AA8-A391-44FC-8823-49C108D41F3D}"/>
                </a:ext>
              </a:extLst>
            </p:cNvPr>
            <p:cNvSpPr/>
            <p:nvPr/>
          </p:nvSpPr>
          <p:spPr>
            <a:xfrm>
              <a:off x="14592598" y="6234099"/>
              <a:ext cx="850388" cy="97633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1390" y="0"/>
                  </a:moveTo>
                  <a:lnTo>
                    <a:pt x="0" y="14168"/>
                  </a:lnTo>
                  <a:lnTo>
                    <a:pt x="12187" y="21600"/>
                  </a:lnTo>
                  <a:lnTo>
                    <a:pt x="21600" y="9890"/>
                  </a:lnTo>
                  <a:lnTo>
                    <a:pt x="20767" y="5719"/>
                  </a:lnTo>
                  <a:lnTo>
                    <a:pt x="11390" y="0"/>
                  </a:lnTo>
                  <a:close/>
                  <a:moveTo>
                    <a:pt x="12641" y="5625"/>
                  </a:moveTo>
                  <a:lnTo>
                    <a:pt x="17079" y="8332"/>
                  </a:lnTo>
                  <a:lnTo>
                    <a:pt x="16765" y="8723"/>
                  </a:lnTo>
                  <a:lnTo>
                    <a:pt x="12326" y="6016"/>
                  </a:lnTo>
                  <a:lnTo>
                    <a:pt x="12641" y="5625"/>
                  </a:lnTo>
                  <a:close/>
                  <a:moveTo>
                    <a:pt x="7323" y="8127"/>
                  </a:moveTo>
                  <a:lnTo>
                    <a:pt x="16200" y="13540"/>
                  </a:lnTo>
                  <a:lnTo>
                    <a:pt x="15894" y="13920"/>
                  </a:lnTo>
                  <a:lnTo>
                    <a:pt x="7017" y="8506"/>
                  </a:lnTo>
                  <a:lnTo>
                    <a:pt x="7323" y="8127"/>
                  </a:lnTo>
                  <a:close/>
                  <a:moveTo>
                    <a:pt x="5778" y="10048"/>
                  </a:moveTo>
                  <a:lnTo>
                    <a:pt x="14655" y="15462"/>
                  </a:lnTo>
                  <a:lnTo>
                    <a:pt x="14340" y="15853"/>
                  </a:lnTo>
                  <a:lnTo>
                    <a:pt x="5463" y="10439"/>
                  </a:lnTo>
                  <a:lnTo>
                    <a:pt x="5778" y="10048"/>
                  </a:lnTo>
                  <a:close/>
                  <a:moveTo>
                    <a:pt x="4233" y="11970"/>
                  </a:moveTo>
                  <a:lnTo>
                    <a:pt x="8671" y="14677"/>
                  </a:lnTo>
                  <a:lnTo>
                    <a:pt x="8357" y="15068"/>
                  </a:lnTo>
                  <a:lnTo>
                    <a:pt x="3918" y="12361"/>
                  </a:lnTo>
                  <a:lnTo>
                    <a:pt x="4233" y="1197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28" name="Shape 34195">
              <a:extLst>
                <a:ext uri="{FF2B5EF4-FFF2-40B4-BE49-F238E27FC236}">
                  <a16:creationId xmlns:a16="http://schemas.microsoft.com/office/drawing/2014/main" id="{89493208-37CF-4438-8A6C-1355E00BDC30}"/>
                </a:ext>
              </a:extLst>
            </p:cNvPr>
            <p:cNvSpPr/>
            <p:nvPr/>
          </p:nvSpPr>
          <p:spPr>
            <a:xfrm>
              <a:off x="13429434" y="7344882"/>
              <a:ext cx="433382" cy="4797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678" h="21600" extrusionOk="0">
                  <a:moveTo>
                    <a:pt x="10339" y="0"/>
                  </a:moveTo>
                  <a:cubicBezTo>
                    <a:pt x="8560" y="0"/>
                    <a:pt x="6992" y="1375"/>
                    <a:pt x="5917" y="3576"/>
                  </a:cubicBezTo>
                  <a:cubicBezTo>
                    <a:pt x="5568" y="3546"/>
                    <a:pt x="5234" y="3529"/>
                    <a:pt x="4903" y="3529"/>
                  </a:cubicBezTo>
                  <a:cubicBezTo>
                    <a:pt x="2761" y="3529"/>
                    <a:pt x="1171" y="4188"/>
                    <a:pt x="431" y="5396"/>
                  </a:cubicBezTo>
                  <a:cubicBezTo>
                    <a:pt x="-452" y="6840"/>
                    <a:pt x="119" y="8796"/>
                    <a:pt x="1578" y="10761"/>
                  </a:cubicBezTo>
                  <a:cubicBezTo>
                    <a:pt x="84" y="12747"/>
                    <a:pt x="-461" y="14730"/>
                    <a:pt x="431" y="16188"/>
                  </a:cubicBezTo>
                  <a:cubicBezTo>
                    <a:pt x="1171" y="17397"/>
                    <a:pt x="2760" y="18055"/>
                    <a:pt x="4903" y="18055"/>
                  </a:cubicBezTo>
                  <a:cubicBezTo>
                    <a:pt x="5246" y="18055"/>
                    <a:pt x="5621" y="18010"/>
                    <a:pt x="5983" y="17976"/>
                  </a:cubicBezTo>
                  <a:cubicBezTo>
                    <a:pt x="7057" y="20156"/>
                    <a:pt x="8570" y="21600"/>
                    <a:pt x="10339" y="21600"/>
                  </a:cubicBezTo>
                  <a:cubicBezTo>
                    <a:pt x="12118" y="21600"/>
                    <a:pt x="13685" y="20225"/>
                    <a:pt x="14761" y="18024"/>
                  </a:cubicBezTo>
                  <a:cubicBezTo>
                    <a:pt x="15110" y="18054"/>
                    <a:pt x="15460" y="18071"/>
                    <a:pt x="15791" y="18071"/>
                  </a:cubicBezTo>
                  <a:cubicBezTo>
                    <a:pt x="17934" y="18071"/>
                    <a:pt x="19507" y="17412"/>
                    <a:pt x="20246" y="16204"/>
                  </a:cubicBezTo>
                  <a:cubicBezTo>
                    <a:pt x="21134" y="14753"/>
                    <a:pt x="20576" y="12782"/>
                    <a:pt x="19099" y="10808"/>
                  </a:cubicBezTo>
                  <a:cubicBezTo>
                    <a:pt x="20594" y="8822"/>
                    <a:pt x="21139" y="6839"/>
                    <a:pt x="20246" y="5380"/>
                  </a:cubicBezTo>
                  <a:cubicBezTo>
                    <a:pt x="19508" y="4173"/>
                    <a:pt x="17934" y="3514"/>
                    <a:pt x="15791" y="3514"/>
                  </a:cubicBezTo>
                  <a:cubicBezTo>
                    <a:pt x="15438" y="3514"/>
                    <a:pt x="15052" y="3573"/>
                    <a:pt x="14677" y="3608"/>
                  </a:cubicBezTo>
                  <a:cubicBezTo>
                    <a:pt x="13604" y="1440"/>
                    <a:pt x="12102" y="0"/>
                    <a:pt x="10339" y="0"/>
                  </a:cubicBezTo>
                  <a:close/>
                  <a:moveTo>
                    <a:pt x="10339" y="1004"/>
                  </a:moveTo>
                  <a:cubicBezTo>
                    <a:pt x="11591" y="1004"/>
                    <a:pt x="12710" y="2093"/>
                    <a:pt x="13580" y="3733"/>
                  </a:cubicBezTo>
                  <a:cubicBezTo>
                    <a:pt x="12541" y="3915"/>
                    <a:pt x="11452" y="4238"/>
                    <a:pt x="10355" y="4643"/>
                  </a:cubicBezTo>
                  <a:cubicBezTo>
                    <a:pt x="9226" y="4226"/>
                    <a:pt x="8099" y="3899"/>
                    <a:pt x="7031" y="3718"/>
                  </a:cubicBezTo>
                  <a:cubicBezTo>
                    <a:pt x="7905" y="2046"/>
                    <a:pt x="9073" y="1004"/>
                    <a:pt x="10339" y="1004"/>
                  </a:cubicBezTo>
                  <a:close/>
                  <a:moveTo>
                    <a:pt x="15791" y="4518"/>
                  </a:moveTo>
                  <a:cubicBezTo>
                    <a:pt x="17538" y="4518"/>
                    <a:pt x="18791" y="4998"/>
                    <a:pt x="19332" y="5882"/>
                  </a:cubicBezTo>
                  <a:cubicBezTo>
                    <a:pt x="19959" y="6907"/>
                    <a:pt x="19540" y="8380"/>
                    <a:pt x="18468" y="9914"/>
                  </a:cubicBezTo>
                  <a:cubicBezTo>
                    <a:pt x="17787" y="9159"/>
                    <a:pt x="16951" y="8410"/>
                    <a:pt x="16007" y="7702"/>
                  </a:cubicBezTo>
                  <a:cubicBezTo>
                    <a:pt x="15826" y="6556"/>
                    <a:pt x="15554" y="5511"/>
                    <a:pt x="15193" y="4565"/>
                  </a:cubicBezTo>
                  <a:cubicBezTo>
                    <a:pt x="15389" y="4554"/>
                    <a:pt x="15602" y="4518"/>
                    <a:pt x="15791" y="4518"/>
                  </a:cubicBezTo>
                  <a:close/>
                  <a:moveTo>
                    <a:pt x="4903" y="4533"/>
                  </a:moveTo>
                  <a:cubicBezTo>
                    <a:pt x="5095" y="4533"/>
                    <a:pt x="5302" y="4538"/>
                    <a:pt x="5501" y="4549"/>
                  </a:cubicBezTo>
                  <a:cubicBezTo>
                    <a:pt x="5130" y="5520"/>
                    <a:pt x="4852" y="6633"/>
                    <a:pt x="4670" y="7812"/>
                  </a:cubicBezTo>
                  <a:cubicBezTo>
                    <a:pt x="3730" y="8526"/>
                    <a:pt x="2966" y="9248"/>
                    <a:pt x="2293" y="10008"/>
                  </a:cubicBezTo>
                  <a:cubicBezTo>
                    <a:pt x="1175" y="8445"/>
                    <a:pt x="708" y="6940"/>
                    <a:pt x="1346" y="5898"/>
                  </a:cubicBezTo>
                  <a:cubicBezTo>
                    <a:pt x="1887" y="5014"/>
                    <a:pt x="3156" y="4533"/>
                    <a:pt x="4903" y="4533"/>
                  </a:cubicBezTo>
                  <a:close/>
                  <a:moveTo>
                    <a:pt x="14062" y="4659"/>
                  </a:moveTo>
                  <a:cubicBezTo>
                    <a:pt x="14333" y="5325"/>
                    <a:pt x="14582" y="6051"/>
                    <a:pt x="14761" y="6839"/>
                  </a:cubicBezTo>
                  <a:cubicBezTo>
                    <a:pt x="14294" y="6539"/>
                    <a:pt x="13808" y="6239"/>
                    <a:pt x="13298" y="5961"/>
                  </a:cubicBezTo>
                  <a:cubicBezTo>
                    <a:pt x="12768" y="5672"/>
                    <a:pt x="12225" y="5480"/>
                    <a:pt x="11685" y="5239"/>
                  </a:cubicBezTo>
                  <a:cubicBezTo>
                    <a:pt x="12500" y="4985"/>
                    <a:pt x="13298" y="4775"/>
                    <a:pt x="14062" y="4659"/>
                  </a:cubicBezTo>
                  <a:close/>
                  <a:moveTo>
                    <a:pt x="6599" y="4675"/>
                  </a:moveTo>
                  <a:cubicBezTo>
                    <a:pt x="7326" y="4784"/>
                    <a:pt x="8103" y="5021"/>
                    <a:pt x="8876" y="5255"/>
                  </a:cubicBezTo>
                  <a:cubicBezTo>
                    <a:pt x="8379" y="5481"/>
                    <a:pt x="7868" y="5695"/>
                    <a:pt x="7380" y="5961"/>
                  </a:cubicBezTo>
                  <a:cubicBezTo>
                    <a:pt x="6837" y="6256"/>
                    <a:pt x="6443" y="6613"/>
                    <a:pt x="5950" y="6933"/>
                  </a:cubicBezTo>
                  <a:cubicBezTo>
                    <a:pt x="6128" y="6137"/>
                    <a:pt x="6326" y="5348"/>
                    <a:pt x="6599" y="4675"/>
                  </a:cubicBezTo>
                  <a:close/>
                  <a:moveTo>
                    <a:pt x="10405" y="5788"/>
                  </a:moveTo>
                  <a:cubicBezTo>
                    <a:pt x="11196" y="6102"/>
                    <a:pt x="11987" y="6415"/>
                    <a:pt x="12766" y="6839"/>
                  </a:cubicBezTo>
                  <a:cubicBezTo>
                    <a:pt x="13571" y="7278"/>
                    <a:pt x="14317" y="7751"/>
                    <a:pt x="15010" y="8251"/>
                  </a:cubicBezTo>
                  <a:cubicBezTo>
                    <a:pt x="15123" y="9067"/>
                    <a:pt x="15193" y="9915"/>
                    <a:pt x="15193" y="10792"/>
                  </a:cubicBezTo>
                  <a:cubicBezTo>
                    <a:pt x="15193" y="11657"/>
                    <a:pt x="15070" y="12466"/>
                    <a:pt x="14960" y="13271"/>
                  </a:cubicBezTo>
                  <a:cubicBezTo>
                    <a:pt x="14260" y="13779"/>
                    <a:pt x="13583" y="14300"/>
                    <a:pt x="12766" y="14745"/>
                  </a:cubicBezTo>
                  <a:cubicBezTo>
                    <a:pt x="11937" y="15197"/>
                    <a:pt x="11096" y="15469"/>
                    <a:pt x="10256" y="15796"/>
                  </a:cubicBezTo>
                  <a:cubicBezTo>
                    <a:pt x="9475" y="15485"/>
                    <a:pt x="8681" y="15180"/>
                    <a:pt x="7912" y="14761"/>
                  </a:cubicBezTo>
                  <a:cubicBezTo>
                    <a:pt x="7107" y="14323"/>
                    <a:pt x="6360" y="13849"/>
                    <a:pt x="5668" y="13349"/>
                  </a:cubicBezTo>
                  <a:cubicBezTo>
                    <a:pt x="5554" y="12533"/>
                    <a:pt x="5501" y="11669"/>
                    <a:pt x="5501" y="10792"/>
                  </a:cubicBezTo>
                  <a:cubicBezTo>
                    <a:pt x="5501" y="9918"/>
                    <a:pt x="5605" y="9111"/>
                    <a:pt x="5718" y="8298"/>
                  </a:cubicBezTo>
                  <a:cubicBezTo>
                    <a:pt x="6420" y="7788"/>
                    <a:pt x="7092" y="7270"/>
                    <a:pt x="7912" y="6824"/>
                  </a:cubicBezTo>
                  <a:cubicBezTo>
                    <a:pt x="8731" y="6377"/>
                    <a:pt x="9574" y="6113"/>
                    <a:pt x="10405" y="5788"/>
                  </a:cubicBezTo>
                  <a:close/>
                  <a:moveTo>
                    <a:pt x="10339" y="7984"/>
                  </a:moveTo>
                  <a:cubicBezTo>
                    <a:pt x="8690" y="7984"/>
                    <a:pt x="7363" y="9237"/>
                    <a:pt x="7363" y="10792"/>
                  </a:cubicBezTo>
                  <a:cubicBezTo>
                    <a:pt x="7363" y="12348"/>
                    <a:pt x="8690" y="13616"/>
                    <a:pt x="10339" y="13616"/>
                  </a:cubicBezTo>
                  <a:cubicBezTo>
                    <a:pt x="11987" y="13616"/>
                    <a:pt x="13331" y="12348"/>
                    <a:pt x="13331" y="10792"/>
                  </a:cubicBezTo>
                  <a:cubicBezTo>
                    <a:pt x="13331" y="9237"/>
                    <a:pt x="11987" y="7984"/>
                    <a:pt x="10339" y="7984"/>
                  </a:cubicBezTo>
                  <a:close/>
                  <a:moveTo>
                    <a:pt x="4571" y="9098"/>
                  </a:moveTo>
                  <a:cubicBezTo>
                    <a:pt x="4522" y="9664"/>
                    <a:pt x="4438" y="10197"/>
                    <a:pt x="4438" y="10792"/>
                  </a:cubicBezTo>
                  <a:cubicBezTo>
                    <a:pt x="4438" y="11349"/>
                    <a:pt x="4462" y="11892"/>
                    <a:pt x="4504" y="12424"/>
                  </a:cubicBezTo>
                  <a:cubicBezTo>
                    <a:pt x="3891" y="11902"/>
                    <a:pt x="3374" y="11375"/>
                    <a:pt x="2908" y="10839"/>
                  </a:cubicBezTo>
                  <a:cubicBezTo>
                    <a:pt x="3403" y="10260"/>
                    <a:pt x="3903" y="9661"/>
                    <a:pt x="4571" y="9098"/>
                  </a:cubicBezTo>
                  <a:close/>
                  <a:moveTo>
                    <a:pt x="16190" y="9176"/>
                  </a:moveTo>
                  <a:cubicBezTo>
                    <a:pt x="16796" y="9693"/>
                    <a:pt x="17307" y="10215"/>
                    <a:pt x="17769" y="10745"/>
                  </a:cubicBezTo>
                  <a:cubicBezTo>
                    <a:pt x="17273" y="11325"/>
                    <a:pt x="16776" y="11907"/>
                    <a:pt x="16107" y="12471"/>
                  </a:cubicBezTo>
                  <a:cubicBezTo>
                    <a:pt x="16155" y="11912"/>
                    <a:pt x="16257" y="11379"/>
                    <a:pt x="16257" y="10792"/>
                  </a:cubicBezTo>
                  <a:cubicBezTo>
                    <a:pt x="16257" y="10236"/>
                    <a:pt x="16233" y="9708"/>
                    <a:pt x="16190" y="9176"/>
                  </a:cubicBezTo>
                  <a:close/>
                  <a:moveTo>
                    <a:pt x="18384" y="11576"/>
                  </a:moveTo>
                  <a:cubicBezTo>
                    <a:pt x="19512" y="13146"/>
                    <a:pt x="19972" y="14656"/>
                    <a:pt x="19332" y="15702"/>
                  </a:cubicBezTo>
                  <a:cubicBezTo>
                    <a:pt x="18791" y="16586"/>
                    <a:pt x="17537" y="17067"/>
                    <a:pt x="15791" y="17067"/>
                  </a:cubicBezTo>
                  <a:cubicBezTo>
                    <a:pt x="15599" y="17067"/>
                    <a:pt x="15392" y="17047"/>
                    <a:pt x="15193" y="17035"/>
                  </a:cubicBezTo>
                  <a:cubicBezTo>
                    <a:pt x="15564" y="16065"/>
                    <a:pt x="15826" y="14967"/>
                    <a:pt x="16007" y="13788"/>
                  </a:cubicBezTo>
                  <a:cubicBezTo>
                    <a:pt x="16951" y="13073"/>
                    <a:pt x="17710" y="12337"/>
                    <a:pt x="18384" y="11576"/>
                  </a:cubicBezTo>
                  <a:close/>
                  <a:moveTo>
                    <a:pt x="2210" y="11655"/>
                  </a:moveTo>
                  <a:cubicBezTo>
                    <a:pt x="2896" y="12420"/>
                    <a:pt x="3714" y="13165"/>
                    <a:pt x="4670" y="13882"/>
                  </a:cubicBezTo>
                  <a:cubicBezTo>
                    <a:pt x="4849" y="15014"/>
                    <a:pt x="5113" y="16067"/>
                    <a:pt x="5468" y="17004"/>
                  </a:cubicBezTo>
                  <a:cubicBezTo>
                    <a:pt x="5283" y="17014"/>
                    <a:pt x="5081" y="17051"/>
                    <a:pt x="4903" y="17051"/>
                  </a:cubicBezTo>
                  <a:cubicBezTo>
                    <a:pt x="3156" y="17051"/>
                    <a:pt x="1887" y="16571"/>
                    <a:pt x="1346" y="15686"/>
                  </a:cubicBezTo>
                  <a:cubicBezTo>
                    <a:pt x="717" y="14659"/>
                    <a:pt x="1131" y="13193"/>
                    <a:pt x="2210" y="11655"/>
                  </a:cubicBezTo>
                  <a:close/>
                  <a:moveTo>
                    <a:pt x="14744" y="14651"/>
                  </a:moveTo>
                  <a:cubicBezTo>
                    <a:pt x="14565" y="15455"/>
                    <a:pt x="14370" y="16247"/>
                    <a:pt x="14096" y="16925"/>
                  </a:cubicBezTo>
                  <a:cubicBezTo>
                    <a:pt x="13364" y="16816"/>
                    <a:pt x="12580" y="16581"/>
                    <a:pt x="11802" y="16345"/>
                  </a:cubicBezTo>
                  <a:cubicBezTo>
                    <a:pt x="12304" y="16117"/>
                    <a:pt x="12804" y="15892"/>
                    <a:pt x="13298" y="15624"/>
                  </a:cubicBezTo>
                  <a:cubicBezTo>
                    <a:pt x="13843" y="15326"/>
                    <a:pt x="14249" y="14973"/>
                    <a:pt x="14744" y="14651"/>
                  </a:cubicBezTo>
                  <a:close/>
                  <a:moveTo>
                    <a:pt x="5934" y="14761"/>
                  </a:moveTo>
                  <a:cubicBezTo>
                    <a:pt x="6400" y="15061"/>
                    <a:pt x="6869" y="15346"/>
                    <a:pt x="7380" y="15624"/>
                  </a:cubicBezTo>
                  <a:cubicBezTo>
                    <a:pt x="7902" y="15908"/>
                    <a:pt x="8444" y="16107"/>
                    <a:pt x="8976" y="16345"/>
                  </a:cubicBezTo>
                  <a:cubicBezTo>
                    <a:pt x="8160" y="16598"/>
                    <a:pt x="7364" y="16795"/>
                    <a:pt x="6599" y="16910"/>
                  </a:cubicBezTo>
                  <a:cubicBezTo>
                    <a:pt x="6331" y="16249"/>
                    <a:pt x="6110" y="15542"/>
                    <a:pt x="5934" y="14761"/>
                  </a:cubicBezTo>
                  <a:close/>
                  <a:moveTo>
                    <a:pt x="10322" y="16941"/>
                  </a:moveTo>
                  <a:cubicBezTo>
                    <a:pt x="11458" y="17362"/>
                    <a:pt x="12573" y="17700"/>
                    <a:pt x="13647" y="17882"/>
                  </a:cubicBezTo>
                  <a:cubicBezTo>
                    <a:pt x="12773" y="19553"/>
                    <a:pt x="11605" y="20596"/>
                    <a:pt x="10339" y="20596"/>
                  </a:cubicBezTo>
                  <a:cubicBezTo>
                    <a:pt x="9084" y="20596"/>
                    <a:pt x="7951" y="19498"/>
                    <a:pt x="7081" y="17851"/>
                  </a:cubicBezTo>
                  <a:cubicBezTo>
                    <a:pt x="8127" y="17671"/>
                    <a:pt x="9217" y="17349"/>
                    <a:pt x="10322" y="16941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29" name="Shape 34196">
              <a:extLst>
                <a:ext uri="{FF2B5EF4-FFF2-40B4-BE49-F238E27FC236}">
                  <a16:creationId xmlns:a16="http://schemas.microsoft.com/office/drawing/2014/main" id="{ADE7D283-5173-4665-AF59-5196E59E95AE}"/>
                </a:ext>
              </a:extLst>
            </p:cNvPr>
            <p:cNvSpPr/>
            <p:nvPr/>
          </p:nvSpPr>
          <p:spPr>
            <a:xfrm>
              <a:off x="12395982" y="2571694"/>
              <a:ext cx="1203272" cy="67200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5895"/>
                  </a:moveTo>
                  <a:cubicBezTo>
                    <a:pt x="2602" y="16630"/>
                    <a:pt x="4225" y="13961"/>
                    <a:pt x="5624" y="11197"/>
                  </a:cubicBezTo>
                  <a:cubicBezTo>
                    <a:pt x="6473" y="14530"/>
                    <a:pt x="7574" y="17859"/>
                    <a:pt x="10123" y="18579"/>
                  </a:cubicBezTo>
                  <a:cubicBezTo>
                    <a:pt x="12646" y="19291"/>
                    <a:pt x="14269" y="16784"/>
                    <a:pt x="15641" y="14112"/>
                  </a:cubicBezTo>
                  <a:cubicBezTo>
                    <a:pt x="16494" y="17483"/>
                    <a:pt x="17585" y="20872"/>
                    <a:pt x="20164" y="21600"/>
                  </a:cubicBezTo>
                  <a:lnTo>
                    <a:pt x="20353" y="19555"/>
                  </a:lnTo>
                  <a:cubicBezTo>
                    <a:pt x="18170" y="18939"/>
                    <a:pt x="17341" y="15971"/>
                    <a:pt x="16486" y="12469"/>
                  </a:cubicBezTo>
                  <a:cubicBezTo>
                    <a:pt x="17922" y="9562"/>
                    <a:pt x="19218" y="7126"/>
                    <a:pt x="21427" y="7750"/>
                  </a:cubicBezTo>
                  <a:lnTo>
                    <a:pt x="21600" y="5701"/>
                  </a:lnTo>
                  <a:cubicBezTo>
                    <a:pt x="18998" y="4966"/>
                    <a:pt x="17363" y="7639"/>
                    <a:pt x="15964" y="10403"/>
                  </a:cubicBezTo>
                  <a:cubicBezTo>
                    <a:pt x="15115" y="7072"/>
                    <a:pt x="14006" y="3768"/>
                    <a:pt x="11458" y="3048"/>
                  </a:cubicBezTo>
                  <a:cubicBezTo>
                    <a:pt x="8930" y="2335"/>
                    <a:pt x="7330" y="4841"/>
                    <a:pt x="5956" y="7519"/>
                  </a:cubicBezTo>
                  <a:cubicBezTo>
                    <a:pt x="5103" y="4143"/>
                    <a:pt x="4006" y="730"/>
                    <a:pt x="1424" y="0"/>
                  </a:cubicBezTo>
                  <a:cubicBezTo>
                    <a:pt x="1424" y="0"/>
                    <a:pt x="1247" y="2048"/>
                    <a:pt x="1247" y="2048"/>
                  </a:cubicBezTo>
                  <a:cubicBezTo>
                    <a:pt x="3436" y="2666"/>
                    <a:pt x="4253" y="5647"/>
                    <a:pt x="5111" y="9162"/>
                  </a:cubicBezTo>
                  <a:cubicBezTo>
                    <a:pt x="3678" y="12062"/>
                    <a:pt x="2378" y="14476"/>
                    <a:pt x="172" y="13853"/>
                  </a:cubicBezTo>
                  <a:lnTo>
                    <a:pt x="0" y="15895"/>
                  </a:lnTo>
                  <a:close/>
                  <a:moveTo>
                    <a:pt x="491" y="12600"/>
                  </a:moveTo>
                  <a:cubicBezTo>
                    <a:pt x="875" y="12701"/>
                    <a:pt x="1223" y="12685"/>
                    <a:pt x="1549" y="12580"/>
                  </a:cubicBezTo>
                  <a:cubicBezTo>
                    <a:pt x="1549" y="12580"/>
                    <a:pt x="2321" y="3967"/>
                    <a:pt x="2321" y="3967"/>
                  </a:cubicBezTo>
                  <a:cubicBezTo>
                    <a:pt x="2030" y="3690"/>
                    <a:pt x="1699" y="3489"/>
                    <a:pt x="1315" y="3377"/>
                  </a:cubicBezTo>
                  <a:lnTo>
                    <a:pt x="491" y="12600"/>
                  </a:lnTo>
                  <a:close/>
                  <a:moveTo>
                    <a:pt x="2634" y="11814"/>
                  </a:moveTo>
                  <a:cubicBezTo>
                    <a:pt x="3034" y="11431"/>
                    <a:pt x="3403" y="10892"/>
                    <a:pt x="3769" y="10250"/>
                  </a:cubicBezTo>
                  <a:lnTo>
                    <a:pt x="4033" y="7350"/>
                  </a:lnTo>
                  <a:cubicBezTo>
                    <a:pt x="3797" y="6543"/>
                    <a:pt x="3542" y="5828"/>
                    <a:pt x="3229" y="5249"/>
                  </a:cubicBezTo>
                  <a:lnTo>
                    <a:pt x="2634" y="11814"/>
                  </a:lnTo>
                  <a:close/>
                  <a:moveTo>
                    <a:pt x="6469" y="9554"/>
                  </a:moveTo>
                  <a:cubicBezTo>
                    <a:pt x="7855" y="6764"/>
                    <a:pt x="9142" y="4492"/>
                    <a:pt x="11285" y="5097"/>
                  </a:cubicBezTo>
                  <a:cubicBezTo>
                    <a:pt x="13446" y="5708"/>
                    <a:pt x="14271" y="8612"/>
                    <a:pt x="15117" y="12067"/>
                  </a:cubicBezTo>
                  <a:cubicBezTo>
                    <a:pt x="13735" y="14848"/>
                    <a:pt x="12450" y="17138"/>
                    <a:pt x="10312" y="16534"/>
                  </a:cubicBezTo>
                  <a:cubicBezTo>
                    <a:pt x="8151" y="15924"/>
                    <a:pt x="7315" y="13008"/>
                    <a:pt x="6469" y="9554"/>
                  </a:cubicBezTo>
                  <a:close/>
                  <a:moveTo>
                    <a:pt x="7926" y="11848"/>
                  </a:moveTo>
                  <a:cubicBezTo>
                    <a:pt x="8206" y="12791"/>
                    <a:pt x="8514" y="13618"/>
                    <a:pt x="8887" y="14290"/>
                  </a:cubicBezTo>
                  <a:lnTo>
                    <a:pt x="9579" y="6388"/>
                  </a:lnTo>
                  <a:cubicBezTo>
                    <a:pt x="9109" y="6822"/>
                    <a:pt x="8677" y="7447"/>
                    <a:pt x="8249" y="8189"/>
                  </a:cubicBezTo>
                  <a:lnTo>
                    <a:pt x="7926" y="11848"/>
                  </a:lnTo>
                  <a:close/>
                  <a:moveTo>
                    <a:pt x="9896" y="14953"/>
                  </a:moveTo>
                  <a:cubicBezTo>
                    <a:pt x="10099" y="15084"/>
                    <a:pt x="10315" y="15184"/>
                    <a:pt x="10557" y="15248"/>
                  </a:cubicBezTo>
                  <a:cubicBezTo>
                    <a:pt x="10679" y="15281"/>
                    <a:pt x="10797" y="15298"/>
                    <a:pt x="10912" y="15309"/>
                  </a:cubicBezTo>
                  <a:lnTo>
                    <a:pt x="11755" y="6255"/>
                  </a:lnTo>
                  <a:cubicBezTo>
                    <a:pt x="11643" y="6205"/>
                    <a:pt x="11527" y="6163"/>
                    <a:pt x="11404" y="6131"/>
                  </a:cubicBezTo>
                  <a:cubicBezTo>
                    <a:pt x="11163" y="6066"/>
                    <a:pt x="10938" y="6048"/>
                    <a:pt x="10721" y="6066"/>
                  </a:cubicBezTo>
                  <a:lnTo>
                    <a:pt x="9896" y="14953"/>
                  </a:lnTo>
                  <a:close/>
                  <a:moveTo>
                    <a:pt x="12018" y="15401"/>
                  </a:moveTo>
                  <a:cubicBezTo>
                    <a:pt x="12451" y="15112"/>
                    <a:pt x="12844" y="14657"/>
                    <a:pt x="13226" y="14085"/>
                  </a:cubicBezTo>
                  <a:lnTo>
                    <a:pt x="13671" y="9231"/>
                  </a:lnTo>
                  <a:cubicBezTo>
                    <a:pt x="13409" y="8483"/>
                    <a:pt x="13115" y="7842"/>
                    <a:pt x="12755" y="7338"/>
                  </a:cubicBezTo>
                  <a:lnTo>
                    <a:pt x="12018" y="15401"/>
                  </a:lnTo>
                  <a:close/>
                  <a:moveTo>
                    <a:pt x="17569" y="14225"/>
                  </a:moveTo>
                  <a:cubicBezTo>
                    <a:pt x="17809" y="14981"/>
                    <a:pt x="18068" y="15640"/>
                    <a:pt x="18381" y="16171"/>
                  </a:cubicBezTo>
                  <a:lnTo>
                    <a:pt x="18883" y="9826"/>
                  </a:lnTo>
                  <a:cubicBezTo>
                    <a:pt x="18496" y="10227"/>
                    <a:pt x="18140" y="10774"/>
                    <a:pt x="17789" y="11421"/>
                  </a:cubicBezTo>
                  <a:lnTo>
                    <a:pt x="17569" y="14225"/>
                  </a:lnTo>
                  <a:close/>
                  <a:moveTo>
                    <a:pt x="19556" y="17463"/>
                  </a:moveTo>
                  <a:cubicBezTo>
                    <a:pt x="19840" y="17716"/>
                    <a:pt x="20160" y="17896"/>
                    <a:pt x="20532" y="17987"/>
                  </a:cubicBezTo>
                  <a:lnTo>
                    <a:pt x="21280" y="9117"/>
                  </a:lnTo>
                  <a:cubicBezTo>
                    <a:pt x="20907" y="9037"/>
                    <a:pt x="20569" y="9067"/>
                    <a:pt x="20254" y="9182"/>
                  </a:cubicBezTo>
                  <a:cubicBezTo>
                    <a:pt x="20254" y="9182"/>
                    <a:pt x="19556" y="17463"/>
                    <a:pt x="19556" y="17463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30" name="Shape 34197">
              <a:extLst>
                <a:ext uri="{FF2B5EF4-FFF2-40B4-BE49-F238E27FC236}">
                  <a16:creationId xmlns:a16="http://schemas.microsoft.com/office/drawing/2014/main" id="{23CCC0A9-B271-4803-AC68-EABB90218338}"/>
                </a:ext>
              </a:extLst>
            </p:cNvPr>
            <p:cNvSpPr/>
            <p:nvPr/>
          </p:nvSpPr>
          <p:spPr>
            <a:xfrm>
              <a:off x="13886540" y="2993820"/>
              <a:ext cx="578410" cy="6105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72" h="21285" extrusionOk="0">
                  <a:moveTo>
                    <a:pt x="7646" y="529"/>
                  </a:moveTo>
                  <a:cubicBezTo>
                    <a:pt x="7990" y="7"/>
                    <a:pt x="8716" y="-158"/>
                    <a:pt x="9266" y="168"/>
                  </a:cubicBezTo>
                  <a:lnTo>
                    <a:pt x="20724" y="6954"/>
                  </a:lnTo>
                  <a:cubicBezTo>
                    <a:pt x="21274" y="7280"/>
                    <a:pt x="21435" y="7971"/>
                    <a:pt x="21091" y="8493"/>
                  </a:cubicBezTo>
                  <a:lnTo>
                    <a:pt x="13003" y="20763"/>
                  </a:lnTo>
                  <a:cubicBezTo>
                    <a:pt x="12659" y="21284"/>
                    <a:pt x="11938" y="21442"/>
                    <a:pt x="11388" y="21116"/>
                  </a:cubicBezTo>
                  <a:lnTo>
                    <a:pt x="8398" y="19345"/>
                  </a:lnTo>
                  <a:lnTo>
                    <a:pt x="10574" y="16044"/>
                  </a:lnTo>
                  <a:cubicBezTo>
                    <a:pt x="10918" y="15523"/>
                    <a:pt x="10752" y="14839"/>
                    <a:pt x="10202" y="14513"/>
                  </a:cubicBezTo>
                  <a:lnTo>
                    <a:pt x="8206" y="13331"/>
                  </a:lnTo>
                  <a:cubicBezTo>
                    <a:pt x="7656" y="13006"/>
                    <a:pt x="6935" y="13163"/>
                    <a:pt x="6591" y="13685"/>
                  </a:cubicBezTo>
                  <a:lnTo>
                    <a:pt x="4415" y="16986"/>
                  </a:lnTo>
                  <a:lnTo>
                    <a:pt x="1926" y="15512"/>
                  </a:lnTo>
                  <a:cubicBezTo>
                    <a:pt x="1376" y="15186"/>
                    <a:pt x="1202" y="14498"/>
                    <a:pt x="1545" y="13976"/>
                  </a:cubicBezTo>
                  <a:lnTo>
                    <a:pt x="552" y="13387"/>
                  </a:lnTo>
                  <a:cubicBezTo>
                    <a:pt x="2" y="13062"/>
                    <a:pt x="-165" y="12378"/>
                    <a:pt x="179" y="11857"/>
                  </a:cubicBezTo>
                  <a:lnTo>
                    <a:pt x="7646" y="529"/>
                  </a:lnTo>
                  <a:close/>
                  <a:moveTo>
                    <a:pt x="8332" y="1585"/>
                  </a:moveTo>
                  <a:lnTo>
                    <a:pt x="1799" y="11496"/>
                  </a:lnTo>
                  <a:cubicBezTo>
                    <a:pt x="1799" y="11496"/>
                    <a:pt x="1170" y="12444"/>
                    <a:pt x="2166" y="13034"/>
                  </a:cubicBezTo>
                  <a:lnTo>
                    <a:pt x="9326" y="2173"/>
                  </a:lnTo>
                  <a:cubicBezTo>
                    <a:pt x="9498" y="1913"/>
                    <a:pt x="9416" y="1577"/>
                    <a:pt x="9141" y="1414"/>
                  </a:cubicBezTo>
                  <a:cubicBezTo>
                    <a:pt x="8866" y="1251"/>
                    <a:pt x="8504" y="1324"/>
                    <a:pt x="8332" y="1585"/>
                  </a:cubicBezTo>
                  <a:close/>
                  <a:moveTo>
                    <a:pt x="6784" y="14449"/>
                  </a:moveTo>
                  <a:cubicBezTo>
                    <a:pt x="7128" y="13927"/>
                    <a:pt x="7849" y="13769"/>
                    <a:pt x="8399" y="14095"/>
                  </a:cubicBezTo>
                  <a:lnTo>
                    <a:pt x="9393" y="14684"/>
                  </a:lnTo>
                  <a:cubicBezTo>
                    <a:pt x="9943" y="15010"/>
                    <a:pt x="10109" y="15693"/>
                    <a:pt x="9766" y="16215"/>
                  </a:cubicBezTo>
                  <a:lnTo>
                    <a:pt x="7897" y="19049"/>
                  </a:lnTo>
                  <a:cubicBezTo>
                    <a:pt x="7554" y="19570"/>
                    <a:pt x="6827" y="19735"/>
                    <a:pt x="6277" y="19410"/>
                  </a:cubicBezTo>
                  <a:lnTo>
                    <a:pt x="5284" y="18821"/>
                  </a:lnTo>
                  <a:cubicBezTo>
                    <a:pt x="4733" y="18495"/>
                    <a:pt x="4572" y="17804"/>
                    <a:pt x="4916" y="17283"/>
                  </a:cubicBezTo>
                  <a:lnTo>
                    <a:pt x="6784" y="14449"/>
                  </a:lnTo>
                  <a:close/>
                  <a:moveTo>
                    <a:pt x="7465" y="15512"/>
                  </a:moveTo>
                  <a:cubicBezTo>
                    <a:pt x="7293" y="15773"/>
                    <a:pt x="7369" y="16116"/>
                    <a:pt x="7645" y="16279"/>
                  </a:cubicBezTo>
                  <a:cubicBezTo>
                    <a:pt x="7920" y="16442"/>
                    <a:pt x="8287" y="16362"/>
                    <a:pt x="8459" y="16101"/>
                  </a:cubicBezTo>
                  <a:cubicBezTo>
                    <a:pt x="8630" y="15840"/>
                    <a:pt x="8546" y="15492"/>
                    <a:pt x="8271" y="15329"/>
                  </a:cubicBezTo>
                  <a:cubicBezTo>
                    <a:pt x="7995" y="15166"/>
                    <a:pt x="7637" y="15251"/>
                    <a:pt x="7465" y="15512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31" name="Shape 34198">
              <a:extLst>
                <a:ext uri="{FF2B5EF4-FFF2-40B4-BE49-F238E27FC236}">
                  <a16:creationId xmlns:a16="http://schemas.microsoft.com/office/drawing/2014/main" id="{9C7DEE4C-4587-42CB-AB87-BB05A9F7F655}"/>
                </a:ext>
              </a:extLst>
            </p:cNvPr>
            <p:cNvSpPr/>
            <p:nvPr/>
          </p:nvSpPr>
          <p:spPr>
            <a:xfrm>
              <a:off x="10894630" y="2650276"/>
              <a:ext cx="621486" cy="9603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20" h="21353" extrusionOk="0">
                  <a:moveTo>
                    <a:pt x="15021" y="3564"/>
                  </a:moveTo>
                  <a:lnTo>
                    <a:pt x="1858" y="5543"/>
                  </a:lnTo>
                  <a:lnTo>
                    <a:pt x="6199" y="17788"/>
                  </a:lnTo>
                  <a:lnTo>
                    <a:pt x="19362" y="15809"/>
                  </a:lnTo>
                  <a:cubicBezTo>
                    <a:pt x="19362" y="15809"/>
                    <a:pt x="15021" y="3564"/>
                    <a:pt x="15021" y="3564"/>
                  </a:cubicBezTo>
                  <a:close/>
                  <a:moveTo>
                    <a:pt x="10139" y="2364"/>
                  </a:moveTo>
                  <a:lnTo>
                    <a:pt x="5438" y="3070"/>
                  </a:lnTo>
                  <a:cubicBezTo>
                    <a:pt x="5178" y="3109"/>
                    <a:pt x="5016" y="3278"/>
                    <a:pt x="5076" y="3447"/>
                  </a:cubicBezTo>
                  <a:cubicBezTo>
                    <a:pt x="5136" y="3616"/>
                    <a:pt x="5395" y="3722"/>
                    <a:pt x="5655" y="3683"/>
                  </a:cubicBezTo>
                  <a:lnTo>
                    <a:pt x="10356" y="2976"/>
                  </a:lnTo>
                  <a:cubicBezTo>
                    <a:pt x="10615" y="2937"/>
                    <a:pt x="10777" y="2768"/>
                    <a:pt x="10717" y="2599"/>
                  </a:cubicBezTo>
                  <a:cubicBezTo>
                    <a:pt x="10657" y="2430"/>
                    <a:pt x="10398" y="2325"/>
                    <a:pt x="10139" y="2364"/>
                  </a:cubicBezTo>
                  <a:close/>
                  <a:moveTo>
                    <a:pt x="14119" y="19177"/>
                  </a:moveTo>
                  <a:cubicBezTo>
                    <a:pt x="14897" y="19060"/>
                    <a:pt x="15383" y="18554"/>
                    <a:pt x="15204" y="18046"/>
                  </a:cubicBezTo>
                  <a:cubicBezTo>
                    <a:pt x="15024" y="17539"/>
                    <a:pt x="14246" y="17223"/>
                    <a:pt x="13468" y="17340"/>
                  </a:cubicBezTo>
                  <a:cubicBezTo>
                    <a:pt x="12689" y="17457"/>
                    <a:pt x="12203" y="17963"/>
                    <a:pt x="12383" y="18470"/>
                  </a:cubicBezTo>
                  <a:cubicBezTo>
                    <a:pt x="12563" y="18978"/>
                    <a:pt x="13340" y="19294"/>
                    <a:pt x="14119" y="19177"/>
                  </a:cubicBezTo>
                  <a:close/>
                  <a:moveTo>
                    <a:pt x="19724" y="19624"/>
                  </a:moveTo>
                  <a:lnTo>
                    <a:pt x="8442" y="21320"/>
                  </a:lnTo>
                  <a:cubicBezTo>
                    <a:pt x="7403" y="21476"/>
                    <a:pt x="6367" y="21054"/>
                    <a:pt x="6127" y="20378"/>
                  </a:cubicBezTo>
                  <a:lnTo>
                    <a:pt x="50" y="3235"/>
                  </a:lnTo>
                  <a:cubicBezTo>
                    <a:pt x="-190" y="2559"/>
                    <a:pt x="458" y="1884"/>
                    <a:pt x="1496" y="1728"/>
                  </a:cubicBezTo>
                  <a:lnTo>
                    <a:pt x="12778" y="32"/>
                  </a:lnTo>
                  <a:cubicBezTo>
                    <a:pt x="13817" y="-124"/>
                    <a:pt x="14853" y="298"/>
                    <a:pt x="15093" y="974"/>
                  </a:cubicBezTo>
                  <a:lnTo>
                    <a:pt x="21170" y="18117"/>
                  </a:lnTo>
                  <a:cubicBezTo>
                    <a:pt x="21410" y="18793"/>
                    <a:pt x="20762" y="19468"/>
                    <a:pt x="19724" y="19624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32" name="Shape 34199">
              <a:extLst>
                <a:ext uri="{FF2B5EF4-FFF2-40B4-BE49-F238E27FC236}">
                  <a16:creationId xmlns:a16="http://schemas.microsoft.com/office/drawing/2014/main" id="{9A6BA983-5334-41C3-8D36-D4793119FC43}"/>
                </a:ext>
              </a:extLst>
            </p:cNvPr>
            <p:cNvSpPr/>
            <p:nvPr/>
          </p:nvSpPr>
          <p:spPr>
            <a:xfrm>
              <a:off x="11662409" y="2578131"/>
              <a:ext cx="539930" cy="6857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837"/>
                  </a:moveTo>
                  <a:lnTo>
                    <a:pt x="1844" y="21600"/>
                  </a:lnTo>
                  <a:lnTo>
                    <a:pt x="21600" y="20512"/>
                  </a:lnTo>
                  <a:lnTo>
                    <a:pt x="20076" y="3352"/>
                  </a:lnTo>
                  <a:lnTo>
                    <a:pt x="15202" y="0"/>
                  </a:lnTo>
                  <a:lnTo>
                    <a:pt x="0" y="837"/>
                  </a:lnTo>
                  <a:close/>
                  <a:moveTo>
                    <a:pt x="6705" y="5273"/>
                  </a:moveTo>
                  <a:lnTo>
                    <a:pt x="13900" y="4876"/>
                  </a:lnTo>
                  <a:lnTo>
                    <a:pt x="13951" y="5450"/>
                  </a:lnTo>
                  <a:lnTo>
                    <a:pt x="6756" y="5846"/>
                  </a:lnTo>
                  <a:lnTo>
                    <a:pt x="6705" y="5273"/>
                  </a:lnTo>
                  <a:close/>
                  <a:moveTo>
                    <a:pt x="3609" y="11120"/>
                  </a:moveTo>
                  <a:lnTo>
                    <a:pt x="18000" y="10328"/>
                  </a:lnTo>
                  <a:lnTo>
                    <a:pt x="18049" y="10884"/>
                  </a:lnTo>
                  <a:lnTo>
                    <a:pt x="3658" y="11677"/>
                  </a:lnTo>
                  <a:lnTo>
                    <a:pt x="3609" y="11120"/>
                  </a:lnTo>
                  <a:close/>
                  <a:moveTo>
                    <a:pt x="3859" y="13936"/>
                  </a:moveTo>
                  <a:lnTo>
                    <a:pt x="18250" y="13144"/>
                  </a:lnTo>
                  <a:lnTo>
                    <a:pt x="18301" y="13717"/>
                  </a:lnTo>
                  <a:lnTo>
                    <a:pt x="3910" y="14509"/>
                  </a:lnTo>
                  <a:lnTo>
                    <a:pt x="3859" y="13936"/>
                  </a:lnTo>
                  <a:close/>
                  <a:moveTo>
                    <a:pt x="4109" y="16753"/>
                  </a:moveTo>
                  <a:lnTo>
                    <a:pt x="11305" y="16357"/>
                  </a:lnTo>
                  <a:lnTo>
                    <a:pt x="11356" y="16930"/>
                  </a:lnTo>
                  <a:lnTo>
                    <a:pt x="4160" y="17326"/>
                  </a:lnTo>
                  <a:lnTo>
                    <a:pt x="4109" y="16753"/>
                  </a:lnTo>
                  <a:close/>
                </a:path>
              </a:pathLst>
            </a:custGeom>
            <a:solidFill>
              <a:srgbClr val="00B0F0"/>
            </a:solidFill>
            <a:ln w="12700" cap="flat">
              <a:solidFill>
                <a:schemeClr val="bg1"/>
              </a:solidFill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33" name="Shape 34200">
              <a:extLst>
                <a:ext uri="{FF2B5EF4-FFF2-40B4-BE49-F238E27FC236}">
                  <a16:creationId xmlns:a16="http://schemas.microsoft.com/office/drawing/2014/main" id="{443ECE95-13D9-4034-8245-4A83768A0116}"/>
                </a:ext>
              </a:extLst>
            </p:cNvPr>
            <p:cNvSpPr/>
            <p:nvPr/>
          </p:nvSpPr>
          <p:spPr>
            <a:xfrm>
              <a:off x="12531620" y="6289836"/>
              <a:ext cx="641868" cy="65024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73" h="21600" extrusionOk="0">
                  <a:moveTo>
                    <a:pt x="0" y="8656"/>
                  </a:moveTo>
                  <a:lnTo>
                    <a:pt x="3891" y="13472"/>
                  </a:lnTo>
                  <a:cubicBezTo>
                    <a:pt x="3891" y="13472"/>
                    <a:pt x="5113" y="13644"/>
                    <a:pt x="5432" y="12623"/>
                  </a:cubicBezTo>
                  <a:cubicBezTo>
                    <a:pt x="5784" y="11492"/>
                    <a:pt x="7687" y="9934"/>
                    <a:pt x="9148" y="11824"/>
                  </a:cubicBezTo>
                  <a:cubicBezTo>
                    <a:pt x="10609" y="13713"/>
                    <a:pt x="9118" y="15051"/>
                    <a:pt x="7911" y="15308"/>
                  </a:cubicBezTo>
                  <a:cubicBezTo>
                    <a:pt x="6818" y="15541"/>
                    <a:pt x="6446" y="16635"/>
                    <a:pt x="6446" y="16635"/>
                  </a:cubicBezTo>
                  <a:lnTo>
                    <a:pt x="10458" y="21600"/>
                  </a:lnTo>
                  <a:lnTo>
                    <a:pt x="14739" y="18125"/>
                  </a:lnTo>
                  <a:cubicBezTo>
                    <a:pt x="14739" y="18125"/>
                    <a:pt x="14656" y="17235"/>
                    <a:pt x="13766" y="16921"/>
                  </a:cubicBezTo>
                  <a:cubicBezTo>
                    <a:pt x="12685" y="16541"/>
                    <a:pt x="11239" y="14858"/>
                    <a:pt x="13261" y="13217"/>
                  </a:cubicBezTo>
                  <a:cubicBezTo>
                    <a:pt x="15282" y="11577"/>
                    <a:pt x="16620" y="13268"/>
                    <a:pt x="16756" y="14619"/>
                  </a:cubicBezTo>
                  <a:cubicBezTo>
                    <a:pt x="16858" y="15631"/>
                    <a:pt x="17668" y="15748"/>
                    <a:pt x="17668" y="15748"/>
                  </a:cubicBezTo>
                  <a:lnTo>
                    <a:pt x="21273" y="12822"/>
                  </a:lnTo>
                  <a:cubicBezTo>
                    <a:pt x="21273" y="12822"/>
                    <a:pt x="18291" y="9357"/>
                    <a:pt x="17693" y="8295"/>
                  </a:cubicBezTo>
                  <a:cubicBezTo>
                    <a:pt x="17052" y="7158"/>
                    <a:pt x="18759" y="6911"/>
                    <a:pt x="19060" y="6845"/>
                  </a:cubicBezTo>
                  <a:cubicBezTo>
                    <a:pt x="20796" y="6467"/>
                    <a:pt x="21600" y="4760"/>
                    <a:pt x="20175" y="2996"/>
                  </a:cubicBezTo>
                  <a:cubicBezTo>
                    <a:pt x="18749" y="1232"/>
                    <a:pt x="16519" y="2306"/>
                    <a:pt x="16165" y="3733"/>
                  </a:cubicBezTo>
                  <a:cubicBezTo>
                    <a:pt x="15902" y="4793"/>
                    <a:pt x="15415" y="5326"/>
                    <a:pt x="14915" y="4919"/>
                  </a:cubicBezTo>
                  <a:cubicBezTo>
                    <a:pt x="13746" y="3966"/>
                    <a:pt x="10665" y="0"/>
                    <a:pt x="10665" y="0"/>
                  </a:cubicBezTo>
                  <a:lnTo>
                    <a:pt x="7285" y="2743"/>
                  </a:lnTo>
                  <a:cubicBezTo>
                    <a:pt x="7285" y="2743"/>
                    <a:pt x="7256" y="4048"/>
                    <a:pt x="8291" y="4295"/>
                  </a:cubicBezTo>
                  <a:cubicBezTo>
                    <a:pt x="9849" y="4668"/>
                    <a:pt x="10626" y="6514"/>
                    <a:pt x="9021" y="7816"/>
                  </a:cubicBezTo>
                  <a:cubicBezTo>
                    <a:pt x="7417" y="9118"/>
                    <a:pt x="5847" y="8156"/>
                    <a:pt x="5733" y="6515"/>
                  </a:cubicBezTo>
                  <a:cubicBezTo>
                    <a:pt x="5669" y="5595"/>
                    <a:pt x="4421" y="5079"/>
                    <a:pt x="4421" y="5079"/>
                  </a:cubicBezTo>
                  <a:cubicBezTo>
                    <a:pt x="4421" y="5079"/>
                    <a:pt x="0" y="8656"/>
                    <a:pt x="0" y="8656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34" name="Shape 34201">
              <a:extLst>
                <a:ext uri="{FF2B5EF4-FFF2-40B4-BE49-F238E27FC236}">
                  <a16:creationId xmlns:a16="http://schemas.microsoft.com/office/drawing/2014/main" id="{FF4B6CEF-AE43-490A-BE31-6AF6D492B235}"/>
                </a:ext>
              </a:extLst>
            </p:cNvPr>
            <p:cNvSpPr/>
            <p:nvPr/>
          </p:nvSpPr>
          <p:spPr>
            <a:xfrm>
              <a:off x="11981887" y="4201963"/>
              <a:ext cx="441404" cy="3839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57" h="21600" extrusionOk="0">
                  <a:moveTo>
                    <a:pt x="0" y="307"/>
                  </a:moveTo>
                  <a:lnTo>
                    <a:pt x="120" y="8229"/>
                  </a:lnTo>
                  <a:cubicBezTo>
                    <a:pt x="120" y="8229"/>
                    <a:pt x="1074" y="9367"/>
                    <a:pt x="2052" y="8590"/>
                  </a:cubicBezTo>
                  <a:cubicBezTo>
                    <a:pt x="3133" y="7728"/>
                    <a:pt x="5865" y="7659"/>
                    <a:pt x="5855" y="10716"/>
                  </a:cubicBezTo>
                  <a:cubicBezTo>
                    <a:pt x="5845" y="13772"/>
                    <a:pt x="3624" y="13944"/>
                    <a:pt x="2389" y="13251"/>
                  </a:cubicBezTo>
                  <a:cubicBezTo>
                    <a:pt x="1272" y="12623"/>
                    <a:pt x="199" y="13432"/>
                    <a:pt x="199" y="13432"/>
                  </a:cubicBezTo>
                  <a:lnTo>
                    <a:pt x="323" y="21600"/>
                  </a:lnTo>
                  <a:lnTo>
                    <a:pt x="6451" y="21477"/>
                  </a:lnTo>
                  <a:cubicBezTo>
                    <a:pt x="6451" y="21477"/>
                    <a:pt x="6986" y="20514"/>
                    <a:pt x="6421" y="19495"/>
                  </a:cubicBezTo>
                  <a:cubicBezTo>
                    <a:pt x="5733" y="18260"/>
                    <a:pt x="5615" y="15424"/>
                    <a:pt x="8509" y="15365"/>
                  </a:cubicBezTo>
                  <a:cubicBezTo>
                    <a:pt x="11403" y="15307"/>
                    <a:pt x="11419" y="18067"/>
                    <a:pt x="10615" y="19535"/>
                  </a:cubicBezTo>
                  <a:cubicBezTo>
                    <a:pt x="10013" y="20636"/>
                    <a:pt x="10643" y="21392"/>
                    <a:pt x="10643" y="21392"/>
                  </a:cubicBezTo>
                  <a:lnTo>
                    <a:pt x="15804" y="21289"/>
                  </a:lnTo>
                  <a:cubicBezTo>
                    <a:pt x="15804" y="21289"/>
                    <a:pt x="15557" y="15444"/>
                    <a:pt x="15758" y="13903"/>
                  </a:cubicBezTo>
                  <a:cubicBezTo>
                    <a:pt x="15974" y="12251"/>
                    <a:pt x="17639" y="13349"/>
                    <a:pt x="17948" y="13520"/>
                  </a:cubicBezTo>
                  <a:cubicBezTo>
                    <a:pt x="19729" y="14509"/>
                    <a:pt x="21600" y="13423"/>
                    <a:pt x="21556" y="10521"/>
                  </a:cubicBezTo>
                  <a:cubicBezTo>
                    <a:pt x="21512" y="7619"/>
                    <a:pt x="18822" y="6942"/>
                    <a:pt x="17537" y="8101"/>
                  </a:cubicBezTo>
                  <a:cubicBezTo>
                    <a:pt x="16582" y="8962"/>
                    <a:pt x="15790" y="9114"/>
                    <a:pt x="15630" y="8309"/>
                  </a:cubicBezTo>
                  <a:cubicBezTo>
                    <a:pt x="15257" y="6427"/>
                    <a:pt x="15266" y="0"/>
                    <a:pt x="15266" y="0"/>
                  </a:cubicBezTo>
                  <a:lnTo>
                    <a:pt x="10428" y="97"/>
                  </a:lnTo>
                  <a:cubicBezTo>
                    <a:pt x="10428" y="97"/>
                    <a:pt x="9511" y="1388"/>
                    <a:pt x="10249" y="2454"/>
                  </a:cubicBezTo>
                  <a:cubicBezTo>
                    <a:pt x="11360" y="4059"/>
                    <a:pt x="10780" y="6532"/>
                    <a:pt x="8483" y="6578"/>
                  </a:cubicBezTo>
                  <a:cubicBezTo>
                    <a:pt x="6187" y="6624"/>
                    <a:pt x="5468" y="4417"/>
                    <a:pt x="6490" y="2673"/>
                  </a:cubicBezTo>
                  <a:cubicBezTo>
                    <a:pt x="7062" y="1695"/>
                    <a:pt x="6320" y="191"/>
                    <a:pt x="6320" y="191"/>
                  </a:cubicBezTo>
                  <a:cubicBezTo>
                    <a:pt x="6320" y="191"/>
                    <a:pt x="0" y="307"/>
                    <a:pt x="0" y="30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35" name="Shape 34202">
              <a:extLst>
                <a:ext uri="{FF2B5EF4-FFF2-40B4-BE49-F238E27FC236}">
                  <a16:creationId xmlns:a16="http://schemas.microsoft.com/office/drawing/2014/main" id="{0A6FDF2A-C25B-4F2A-B306-406E04B24058}"/>
                </a:ext>
              </a:extLst>
            </p:cNvPr>
            <p:cNvSpPr/>
            <p:nvPr/>
          </p:nvSpPr>
          <p:spPr>
            <a:xfrm>
              <a:off x="11678186" y="10413681"/>
              <a:ext cx="681752" cy="4460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900" y="15429"/>
                  </a:moveTo>
                  <a:lnTo>
                    <a:pt x="2700" y="15429"/>
                  </a:lnTo>
                  <a:lnTo>
                    <a:pt x="2700" y="2057"/>
                  </a:lnTo>
                  <a:lnTo>
                    <a:pt x="18900" y="2057"/>
                  </a:lnTo>
                  <a:cubicBezTo>
                    <a:pt x="18900" y="2057"/>
                    <a:pt x="18900" y="15429"/>
                    <a:pt x="18900" y="15429"/>
                  </a:cubicBezTo>
                  <a:close/>
                  <a:moveTo>
                    <a:pt x="18900" y="0"/>
                  </a:moveTo>
                  <a:lnTo>
                    <a:pt x="2700" y="0"/>
                  </a:lnTo>
                  <a:cubicBezTo>
                    <a:pt x="1954" y="0"/>
                    <a:pt x="1350" y="922"/>
                    <a:pt x="1350" y="2057"/>
                  </a:cubicBezTo>
                  <a:cubicBezTo>
                    <a:pt x="1350" y="2057"/>
                    <a:pt x="1350" y="17486"/>
                    <a:pt x="1364" y="17486"/>
                  </a:cubicBezTo>
                  <a:lnTo>
                    <a:pt x="20235" y="17486"/>
                  </a:lnTo>
                  <a:cubicBezTo>
                    <a:pt x="20250" y="17486"/>
                    <a:pt x="20250" y="2057"/>
                    <a:pt x="20250" y="2057"/>
                  </a:cubicBezTo>
                  <a:cubicBezTo>
                    <a:pt x="20250" y="922"/>
                    <a:pt x="19646" y="0"/>
                    <a:pt x="18900" y="0"/>
                  </a:cubicBezTo>
                  <a:close/>
                  <a:moveTo>
                    <a:pt x="20250" y="21600"/>
                  </a:moveTo>
                  <a:lnTo>
                    <a:pt x="1350" y="21600"/>
                  </a:lnTo>
                  <a:cubicBezTo>
                    <a:pt x="604" y="21600"/>
                    <a:pt x="0" y="20679"/>
                    <a:pt x="0" y="19543"/>
                  </a:cubicBezTo>
                  <a:lnTo>
                    <a:pt x="0" y="18514"/>
                  </a:lnTo>
                  <a:lnTo>
                    <a:pt x="8775" y="18514"/>
                  </a:lnTo>
                  <a:lnTo>
                    <a:pt x="8775" y="19543"/>
                  </a:lnTo>
                  <a:lnTo>
                    <a:pt x="12825" y="19543"/>
                  </a:lnTo>
                  <a:lnTo>
                    <a:pt x="12825" y="18514"/>
                  </a:lnTo>
                  <a:lnTo>
                    <a:pt x="21600" y="18514"/>
                  </a:lnTo>
                  <a:lnTo>
                    <a:pt x="21600" y="19543"/>
                  </a:lnTo>
                  <a:cubicBezTo>
                    <a:pt x="21600" y="20679"/>
                    <a:pt x="20995" y="21600"/>
                    <a:pt x="20250" y="21600"/>
                  </a:cubicBezTo>
                  <a:cubicBezTo>
                    <a:pt x="20250" y="21600"/>
                    <a:pt x="20250" y="21600"/>
                    <a:pt x="20250" y="2160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36" name="Shape 34203">
              <a:extLst>
                <a:ext uri="{FF2B5EF4-FFF2-40B4-BE49-F238E27FC236}">
                  <a16:creationId xmlns:a16="http://schemas.microsoft.com/office/drawing/2014/main" id="{431603F6-8459-4931-A432-DD60F1AF30A1}"/>
                </a:ext>
              </a:extLst>
            </p:cNvPr>
            <p:cNvSpPr/>
            <p:nvPr/>
          </p:nvSpPr>
          <p:spPr>
            <a:xfrm>
              <a:off x="13517964" y="3878275"/>
              <a:ext cx="745620" cy="52851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954" y="0"/>
                  </a:moveTo>
                  <a:lnTo>
                    <a:pt x="149" y="12597"/>
                  </a:lnTo>
                  <a:lnTo>
                    <a:pt x="0" y="12646"/>
                  </a:lnTo>
                  <a:lnTo>
                    <a:pt x="0" y="19074"/>
                  </a:lnTo>
                  <a:lnTo>
                    <a:pt x="9044" y="19042"/>
                  </a:lnTo>
                  <a:lnTo>
                    <a:pt x="9044" y="21600"/>
                  </a:lnTo>
                  <a:lnTo>
                    <a:pt x="10685" y="20823"/>
                  </a:lnTo>
                  <a:lnTo>
                    <a:pt x="12315" y="21600"/>
                  </a:lnTo>
                  <a:lnTo>
                    <a:pt x="12315" y="19042"/>
                  </a:lnTo>
                  <a:lnTo>
                    <a:pt x="15483" y="19025"/>
                  </a:lnTo>
                  <a:lnTo>
                    <a:pt x="15827" y="19025"/>
                  </a:lnTo>
                  <a:lnTo>
                    <a:pt x="21600" y="7043"/>
                  </a:lnTo>
                  <a:lnTo>
                    <a:pt x="21589" y="16"/>
                  </a:lnTo>
                  <a:cubicBezTo>
                    <a:pt x="21589" y="16"/>
                    <a:pt x="21589" y="0"/>
                    <a:pt x="21589" y="0"/>
                  </a:cubicBezTo>
                  <a:lnTo>
                    <a:pt x="7954" y="0"/>
                  </a:lnTo>
                  <a:close/>
                  <a:moveTo>
                    <a:pt x="20716" y="1813"/>
                  </a:moveTo>
                  <a:cubicBezTo>
                    <a:pt x="20717" y="2327"/>
                    <a:pt x="20716" y="2838"/>
                    <a:pt x="20716" y="3352"/>
                  </a:cubicBezTo>
                  <a:cubicBezTo>
                    <a:pt x="20718" y="4465"/>
                    <a:pt x="20715" y="5574"/>
                    <a:pt x="20716" y="6687"/>
                  </a:cubicBezTo>
                  <a:lnTo>
                    <a:pt x="15333" y="17779"/>
                  </a:lnTo>
                  <a:lnTo>
                    <a:pt x="12315" y="17795"/>
                  </a:lnTo>
                  <a:lnTo>
                    <a:pt x="12315" y="15220"/>
                  </a:lnTo>
                  <a:cubicBezTo>
                    <a:pt x="12315" y="15220"/>
                    <a:pt x="9044" y="15220"/>
                    <a:pt x="9044" y="15220"/>
                  </a:cubicBezTo>
                  <a:lnTo>
                    <a:pt x="9044" y="17811"/>
                  </a:lnTo>
                  <a:lnTo>
                    <a:pt x="872" y="17843"/>
                  </a:lnTo>
                  <a:lnTo>
                    <a:pt x="872" y="12646"/>
                  </a:lnTo>
                  <a:lnTo>
                    <a:pt x="15448" y="12646"/>
                  </a:lnTo>
                  <a:cubicBezTo>
                    <a:pt x="15448" y="12646"/>
                    <a:pt x="19422" y="4474"/>
                    <a:pt x="20716" y="1813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37" name="Shape 34204">
              <a:extLst>
                <a:ext uri="{FF2B5EF4-FFF2-40B4-BE49-F238E27FC236}">
                  <a16:creationId xmlns:a16="http://schemas.microsoft.com/office/drawing/2014/main" id="{9665CD0A-DDE4-46A5-B551-E7F148138D88}"/>
                </a:ext>
              </a:extLst>
            </p:cNvPr>
            <p:cNvSpPr/>
            <p:nvPr/>
          </p:nvSpPr>
          <p:spPr>
            <a:xfrm>
              <a:off x="10622816" y="11265327"/>
              <a:ext cx="446006" cy="4460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8957" h="18957" extrusionOk="0">
                  <a:moveTo>
                    <a:pt x="5474" y="890"/>
                  </a:moveTo>
                  <a:cubicBezTo>
                    <a:pt x="729" y="3103"/>
                    <a:pt x="-1322" y="8738"/>
                    <a:pt x="890" y="13482"/>
                  </a:cubicBezTo>
                  <a:cubicBezTo>
                    <a:pt x="3103" y="18227"/>
                    <a:pt x="8738" y="20278"/>
                    <a:pt x="13482" y="18066"/>
                  </a:cubicBezTo>
                  <a:cubicBezTo>
                    <a:pt x="18227" y="15853"/>
                    <a:pt x="20278" y="10218"/>
                    <a:pt x="18066" y="5474"/>
                  </a:cubicBezTo>
                  <a:cubicBezTo>
                    <a:pt x="15853" y="729"/>
                    <a:pt x="10218" y="-1322"/>
                    <a:pt x="5474" y="890"/>
                  </a:cubicBezTo>
                  <a:close/>
                  <a:moveTo>
                    <a:pt x="6178" y="2402"/>
                  </a:moveTo>
                  <a:cubicBezTo>
                    <a:pt x="6348" y="2323"/>
                    <a:pt x="6545" y="2302"/>
                    <a:pt x="6734" y="2371"/>
                  </a:cubicBezTo>
                  <a:cubicBezTo>
                    <a:pt x="7112" y="2509"/>
                    <a:pt x="7308" y="2929"/>
                    <a:pt x="7170" y="3307"/>
                  </a:cubicBezTo>
                  <a:cubicBezTo>
                    <a:pt x="7033" y="3685"/>
                    <a:pt x="6612" y="3882"/>
                    <a:pt x="6234" y="3744"/>
                  </a:cubicBezTo>
                  <a:cubicBezTo>
                    <a:pt x="5856" y="3606"/>
                    <a:pt x="5660" y="3186"/>
                    <a:pt x="5798" y="2808"/>
                  </a:cubicBezTo>
                  <a:cubicBezTo>
                    <a:pt x="5866" y="2618"/>
                    <a:pt x="6009" y="2481"/>
                    <a:pt x="6178" y="2402"/>
                  </a:cubicBezTo>
                  <a:close/>
                  <a:moveTo>
                    <a:pt x="7039" y="4248"/>
                  </a:moveTo>
                  <a:cubicBezTo>
                    <a:pt x="7237" y="4156"/>
                    <a:pt x="7476" y="4242"/>
                    <a:pt x="7569" y="4441"/>
                  </a:cubicBezTo>
                  <a:lnTo>
                    <a:pt x="9434" y="8440"/>
                  </a:lnTo>
                  <a:cubicBezTo>
                    <a:pt x="9580" y="8433"/>
                    <a:pt x="9718" y="8366"/>
                    <a:pt x="9863" y="8419"/>
                  </a:cubicBezTo>
                  <a:cubicBezTo>
                    <a:pt x="10010" y="8472"/>
                    <a:pt x="10085" y="8605"/>
                    <a:pt x="10192" y="8705"/>
                  </a:cubicBezTo>
                  <a:lnTo>
                    <a:pt x="13175" y="7314"/>
                  </a:lnTo>
                  <a:cubicBezTo>
                    <a:pt x="13373" y="7222"/>
                    <a:pt x="13612" y="7309"/>
                    <a:pt x="13705" y="7507"/>
                  </a:cubicBezTo>
                  <a:cubicBezTo>
                    <a:pt x="13797" y="7705"/>
                    <a:pt x="13710" y="7944"/>
                    <a:pt x="13512" y="8037"/>
                  </a:cubicBezTo>
                  <a:lnTo>
                    <a:pt x="10529" y="9427"/>
                  </a:lnTo>
                  <a:cubicBezTo>
                    <a:pt x="10537" y="9574"/>
                    <a:pt x="10591" y="9717"/>
                    <a:pt x="10537" y="9863"/>
                  </a:cubicBezTo>
                  <a:cubicBezTo>
                    <a:pt x="10325" y="10447"/>
                    <a:pt x="9676" y="10750"/>
                    <a:pt x="9092" y="10537"/>
                  </a:cubicBezTo>
                  <a:cubicBezTo>
                    <a:pt x="8509" y="10325"/>
                    <a:pt x="8206" y="9676"/>
                    <a:pt x="8419" y="9092"/>
                  </a:cubicBezTo>
                  <a:cubicBezTo>
                    <a:pt x="8474" y="8942"/>
                    <a:pt x="8621" y="8880"/>
                    <a:pt x="8725" y="8771"/>
                  </a:cubicBezTo>
                  <a:lnTo>
                    <a:pt x="6860" y="4771"/>
                  </a:lnTo>
                  <a:cubicBezTo>
                    <a:pt x="6767" y="4573"/>
                    <a:pt x="6841" y="4340"/>
                    <a:pt x="7039" y="4248"/>
                  </a:cubicBezTo>
                  <a:close/>
                  <a:moveTo>
                    <a:pt x="2738" y="11823"/>
                  </a:moveTo>
                  <a:cubicBezTo>
                    <a:pt x="2908" y="11744"/>
                    <a:pt x="3105" y="11723"/>
                    <a:pt x="3294" y="11792"/>
                  </a:cubicBezTo>
                  <a:cubicBezTo>
                    <a:pt x="3672" y="11930"/>
                    <a:pt x="3868" y="12350"/>
                    <a:pt x="3730" y="12728"/>
                  </a:cubicBezTo>
                  <a:cubicBezTo>
                    <a:pt x="3593" y="13106"/>
                    <a:pt x="3172" y="13302"/>
                    <a:pt x="2794" y="13165"/>
                  </a:cubicBezTo>
                  <a:cubicBezTo>
                    <a:pt x="2416" y="13027"/>
                    <a:pt x="2220" y="12607"/>
                    <a:pt x="2358" y="12228"/>
                  </a:cubicBezTo>
                  <a:cubicBezTo>
                    <a:pt x="2426" y="12039"/>
                    <a:pt x="2569" y="11902"/>
                    <a:pt x="2738" y="11823"/>
                  </a:cubicBezTo>
                  <a:close/>
                  <a:moveTo>
                    <a:pt x="15620" y="5816"/>
                  </a:moveTo>
                  <a:cubicBezTo>
                    <a:pt x="15789" y="5737"/>
                    <a:pt x="15973" y="5722"/>
                    <a:pt x="16162" y="5791"/>
                  </a:cubicBezTo>
                  <a:cubicBezTo>
                    <a:pt x="16540" y="5929"/>
                    <a:pt x="16736" y="6349"/>
                    <a:pt x="16598" y="6728"/>
                  </a:cubicBezTo>
                  <a:cubicBezTo>
                    <a:pt x="16461" y="7106"/>
                    <a:pt x="16054" y="7296"/>
                    <a:pt x="15675" y="7158"/>
                  </a:cubicBezTo>
                  <a:cubicBezTo>
                    <a:pt x="15297" y="7020"/>
                    <a:pt x="15101" y="6600"/>
                    <a:pt x="15239" y="6222"/>
                  </a:cubicBezTo>
                  <a:cubicBezTo>
                    <a:pt x="15308" y="6033"/>
                    <a:pt x="15451" y="5895"/>
                    <a:pt x="15620" y="5816"/>
                  </a:cubicBezTo>
                  <a:close/>
                  <a:moveTo>
                    <a:pt x="12166" y="15243"/>
                  </a:moveTo>
                  <a:cubicBezTo>
                    <a:pt x="12335" y="15164"/>
                    <a:pt x="12533" y="15143"/>
                    <a:pt x="12722" y="15212"/>
                  </a:cubicBezTo>
                  <a:cubicBezTo>
                    <a:pt x="13100" y="15350"/>
                    <a:pt x="13296" y="15770"/>
                    <a:pt x="13158" y="16148"/>
                  </a:cubicBezTo>
                  <a:cubicBezTo>
                    <a:pt x="13021" y="16526"/>
                    <a:pt x="12600" y="16723"/>
                    <a:pt x="12222" y="16585"/>
                  </a:cubicBezTo>
                  <a:cubicBezTo>
                    <a:pt x="11844" y="16447"/>
                    <a:pt x="11648" y="16027"/>
                    <a:pt x="11785" y="15649"/>
                  </a:cubicBezTo>
                  <a:cubicBezTo>
                    <a:pt x="11854" y="15460"/>
                    <a:pt x="11997" y="15322"/>
                    <a:pt x="12166" y="15243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38" name="Shape 34205">
              <a:extLst>
                <a:ext uri="{FF2B5EF4-FFF2-40B4-BE49-F238E27FC236}">
                  <a16:creationId xmlns:a16="http://schemas.microsoft.com/office/drawing/2014/main" id="{CC09C2DA-6F17-41BE-9A24-0BF1A400F0D4}"/>
                </a:ext>
              </a:extLst>
            </p:cNvPr>
            <p:cNvSpPr/>
            <p:nvPr/>
          </p:nvSpPr>
          <p:spPr>
            <a:xfrm>
              <a:off x="11074336" y="12293991"/>
              <a:ext cx="529370" cy="5501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67" h="21369" extrusionOk="0">
                  <a:moveTo>
                    <a:pt x="9892" y="341"/>
                  </a:moveTo>
                  <a:cubicBezTo>
                    <a:pt x="10333" y="-98"/>
                    <a:pt x="11063" y="-117"/>
                    <a:pt x="11519" y="307"/>
                  </a:cubicBezTo>
                  <a:lnTo>
                    <a:pt x="21020" y="9136"/>
                  </a:lnTo>
                  <a:cubicBezTo>
                    <a:pt x="21476" y="9561"/>
                    <a:pt x="21482" y="10263"/>
                    <a:pt x="21042" y="10702"/>
                  </a:cubicBezTo>
                  <a:lnTo>
                    <a:pt x="10676" y="21032"/>
                  </a:lnTo>
                  <a:cubicBezTo>
                    <a:pt x="10236" y="21471"/>
                    <a:pt x="9512" y="21483"/>
                    <a:pt x="9056" y="21059"/>
                  </a:cubicBezTo>
                  <a:lnTo>
                    <a:pt x="6577" y="18755"/>
                  </a:lnTo>
                  <a:lnTo>
                    <a:pt x="9366" y="15976"/>
                  </a:lnTo>
                  <a:cubicBezTo>
                    <a:pt x="9806" y="15537"/>
                    <a:pt x="9793" y="14841"/>
                    <a:pt x="9337" y="14417"/>
                  </a:cubicBezTo>
                  <a:lnTo>
                    <a:pt x="7682" y="12879"/>
                  </a:lnTo>
                  <a:cubicBezTo>
                    <a:pt x="7226" y="12455"/>
                    <a:pt x="6503" y="12467"/>
                    <a:pt x="6062" y="12906"/>
                  </a:cubicBezTo>
                  <a:lnTo>
                    <a:pt x="3274" y="15685"/>
                  </a:lnTo>
                  <a:lnTo>
                    <a:pt x="1210" y="13767"/>
                  </a:lnTo>
                  <a:cubicBezTo>
                    <a:pt x="754" y="13343"/>
                    <a:pt x="734" y="12641"/>
                    <a:pt x="1175" y="12202"/>
                  </a:cubicBezTo>
                  <a:lnTo>
                    <a:pt x="351" y="11436"/>
                  </a:lnTo>
                  <a:cubicBezTo>
                    <a:pt x="-105" y="11012"/>
                    <a:pt x="-118" y="10316"/>
                    <a:pt x="322" y="9877"/>
                  </a:cubicBezTo>
                  <a:lnTo>
                    <a:pt x="9892" y="341"/>
                  </a:lnTo>
                  <a:close/>
                  <a:moveTo>
                    <a:pt x="10322" y="1500"/>
                  </a:moveTo>
                  <a:lnTo>
                    <a:pt x="1949" y="9844"/>
                  </a:lnTo>
                  <a:cubicBezTo>
                    <a:pt x="1949" y="9844"/>
                    <a:pt x="1145" y="10641"/>
                    <a:pt x="1971" y="11409"/>
                  </a:cubicBezTo>
                  <a:lnTo>
                    <a:pt x="11146" y="2266"/>
                  </a:lnTo>
                  <a:cubicBezTo>
                    <a:pt x="11366" y="2046"/>
                    <a:pt x="11360" y="1705"/>
                    <a:pt x="11132" y="1492"/>
                  </a:cubicBezTo>
                  <a:cubicBezTo>
                    <a:pt x="10904" y="1281"/>
                    <a:pt x="10542" y="1280"/>
                    <a:pt x="10322" y="1500"/>
                  </a:cubicBezTo>
                  <a:close/>
                  <a:moveTo>
                    <a:pt x="6083" y="13685"/>
                  </a:moveTo>
                  <a:cubicBezTo>
                    <a:pt x="6523" y="13247"/>
                    <a:pt x="7247" y="13234"/>
                    <a:pt x="7703" y="13658"/>
                  </a:cubicBezTo>
                  <a:lnTo>
                    <a:pt x="8527" y="14424"/>
                  </a:lnTo>
                  <a:cubicBezTo>
                    <a:pt x="8983" y="14848"/>
                    <a:pt x="8996" y="15544"/>
                    <a:pt x="8555" y="15983"/>
                  </a:cubicBezTo>
                  <a:lnTo>
                    <a:pt x="6161" y="18369"/>
                  </a:lnTo>
                  <a:cubicBezTo>
                    <a:pt x="5721" y="18808"/>
                    <a:pt x="4991" y="18826"/>
                    <a:pt x="4535" y="18403"/>
                  </a:cubicBezTo>
                  <a:lnTo>
                    <a:pt x="3711" y="17637"/>
                  </a:lnTo>
                  <a:cubicBezTo>
                    <a:pt x="3254" y="17213"/>
                    <a:pt x="3249" y="16510"/>
                    <a:pt x="3689" y="16071"/>
                  </a:cubicBezTo>
                  <a:lnTo>
                    <a:pt x="6083" y="13685"/>
                  </a:lnTo>
                  <a:close/>
                  <a:moveTo>
                    <a:pt x="6506" y="14851"/>
                  </a:moveTo>
                  <a:cubicBezTo>
                    <a:pt x="6286" y="15071"/>
                    <a:pt x="6285" y="15419"/>
                    <a:pt x="6514" y="15631"/>
                  </a:cubicBezTo>
                  <a:cubicBezTo>
                    <a:pt x="6742" y="15843"/>
                    <a:pt x="7110" y="15837"/>
                    <a:pt x="7330" y="15617"/>
                  </a:cubicBezTo>
                  <a:cubicBezTo>
                    <a:pt x="7550" y="15398"/>
                    <a:pt x="7544" y="15043"/>
                    <a:pt x="7316" y="14831"/>
                  </a:cubicBezTo>
                  <a:cubicBezTo>
                    <a:pt x="7088" y="14619"/>
                    <a:pt x="6726" y="14632"/>
                    <a:pt x="6506" y="14851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39" name="Shape 34206">
              <a:extLst>
                <a:ext uri="{FF2B5EF4-FFF2-40B4-BE49-F238E27FC236}">
                  <a16:creationId xmlns:a16="http://schemas.microsoft.com/office/drawing/2014/main" id="{D54A38B7-B7A3-4D26-B18D-D2F9E1DEF86E}"/>
                </a:ext>
              </a:extLst>
            </p:cNvPr>
            <p:cNvSpPr/>
            <p:nvPr/>
          </p:nvSpPr>
          <p:spPr>
            <a:xfrm>
              <a:off x="10836598" y="8678073"/>
              <a:ext cx="776072" cy="45964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28" h="21311" extrusionOk="0">
                  <a:moveTo>
                    <a:pt x="3736" y="4687"/>
                  </a:moveTo>
                  <a:lnTo>
                    <a:pt x="4986" y="19624"/>
                  </a:lnTo>
                  <a:lnTo>
                    <a:pt x="17693" y="16625"/>
                  </a:lnTo>
                  <a:lnTo>
                    <a:pt x="16443" y="1688"/>
                  </a:lnTo>
                  <a:cubicBezTo>
                    <a:pt x="16443" y="1688"/>
                    <a:pt x="3736" y="4687"/>
                    <a:pt x="3736" y="4687"/>
                  </a:cubicBezTo>
                  <a:close/>
                  <a:moveTo>
                    <a:pt x="2231" y="9938"/>
                  </a:moveTo>
                  <a:lnTo>
                    <a:pt x="2678" y="15273"/>
                  </a:lnTo>
                  <a:cubicBezTo>
                    <a:pt x="2702" y="15567"/>
                    <a:pt x="2864" y="15772"/>
                    <a:pt x="3040" y="15731"/>
                  </a:cubicBezTo>
                  <a:cubicBezTo>
                    <a:pt x="3215" y="15690"/>
                    <a:pt x="3338" y="15417"/>
                    <a:pt x="3313" y="15123"/>
                  </a:cubicBezTo>
                  <a:lnTo>
                    <a:pt x="2867" y="9788"/>
                  </a:lnTo>
                  <a:cubicBezTo>
                    <a:pt x="2842" y="9494"/>
                    <a:pt x="2680" y="9288"/>
                    <a:pt x="2504" y="9330"/>
                  </a:cubicBezTo>
                  <a:cubicBezTo>
                    <a:pt x="2329" y="9371"/>
                    <a:pt x="2207" y="9644"/>
                    <a:pt x="2231" y="9938"/>
                  </a:cubicBezTo>
                  <a:close/>
                  <a:moveTo>
                    <a:pt x="19564" y="8023"/>
                  </a:moveTo>
                  <a:cubicBezTo>
                    <a:pt x="19490" y="7140"/>
                    <a:pt x="19004" y="6524"/>
                    <a:pt x="18477" y="6648"/>
                  </a:cubicBezTo>
                  <a:cubicBezTo>
                    <a:pt x="17951" y="6772"/>
                    <a:pt x="17584" y="7590"/>
                    <a:pt x="17658" y="8473"/>
                  </a:cubicBezTo>
                  <a:cubicBezTo>
                    <a:pt x="17732" y="9357"/>
                    <a:pt x="18219" y="9973"/>
                    <a:pt x="18745" y="9849"/>
                  </a:cubicBezTo>
                  <a:cubicBezTo>
                    <a:pt x="19272" y="9724"/>
                    <a:pt x="19638" y="8907"/>
                    <a:pt x="19564" y="8023"/>
                  </a:cubicBezTo>
                  <a:close/>
                  <a:moveTo>
                    <a:pt x="20344" y="1856"/>
                  </a:moveTo>
                  <a:lnTo>
                    <a:pt x="21415" y="14658"/>
                  </a:lnTo>
                  <a:cubicBezTo>
                    <a:pt x="21514" y="15837"/>
                    <a:pt x="21025" y="16926"/>
                    <a:pt x="20323" y="17092"/>
                  </a:cubicBezTo>
                  <a:lnTo>
                    <a:pt x="2533" y="21290"/>
                  </a:lnTo>
                  <a:cubicBezTo>
                    <a:pt x="1832" y="21456"/>
                    <a:pt x="1183" y="20635"/>
                    <a:pt x="1084" y="19456"/>
                  </a:cubicBezTo>
                  <a:lnTo>
                    <a:pt x="13" y="6654"/>
                  </a:lnTo>
                  <a:cubicBezTo>
                    <a:pt x="-86" y="5475"/>
                    <a:pt x="403" y="4386"/>
                    <a:pt x="1105" y="4220"/>
                  </a:cubicBezTo>
                  <a:lnTo>
                    <a:pt x="18895" y="22"/>
                  </a:lnTo>
                  <a:cubicBezTo>
                    <a:pt x="19596" y="-144"/>
                    <a:pt x="20245" y="677"/>
                    <a:pt x="20344" y="1856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40" name="Shape 34207">
              <a:extLst>
                <a:ext uri="{FF2B5EF4-FFF2-40B4-BE49-F238E27FC236}">
                  <a16:creationId xmlns:a16="http://schemas.microsoft.com/office/drawing/2014/main" id="{900B87C9-6CD9-41B0-A616-57EC0EC0FAB9}"/>
                </a:ext>
              </a:extLst>
            </p:cNvPr>
            <p:cNvSpPr/>
            <p:nvPr/>
          </p:nvSpPr>
          <p:spPr>
            <a:xfrm>
              <a:off x="12300451" y="8958670"/>
              <a:ext cx="694132" cy="6377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391" h="21254" extrusionOk="0">
                  <a:moveTo>
                    <a:pt x="14806" y="20802"/>
                  </a:moveTo>
                  <a:cubicBezTo>
                    <a:pt x="16771" y="20078"/>
                    <a:pt x="18497" y="18506"/>
                    <a:pt x="19509" y="16252"/>
                  </a:cubicBezTo>
                  <a:cubicBezTo>
                    <a:pt x="21534" y="11744"/>
                    <a:pt x="19954" y="6226"/>
                    <a:pt x="15980" y="3929"/>
                  </a:cubicBezTo>
                  <a:cubicBezTo>
                    <a:pt x="12750" y="2062"/>
                    <a:pt x="8929" y="2896"/>
                    <a:pt x="6525" y="5695"/>
                  </a:cubicBezTo>
                  <a:cubicBezTo>
                    <a:pt x="6494" y="5619"/>
                    <a:pt x="6446" y="5549"/>
                    <a:pt x="6387" y="5489"/>
                  </a:cubicBezTo>
                  <a:lnTo>
                    <a:pt x="1181" y="167"/>
                  </a:lnTo>
                  <a:cubicBezTo>
                    <a:pt x="946" y="-73"/>
                    <a:pt x="582" y="-53"/>
                    <a:pt x="370" y="214"/>
                  </a:cubicBezTo>
                  <a:lnTo>
                    <a:pt x="146" y="499"/>
                  </a:lnTo>
                  <a:cubicBezTo>
                    <a:pt x="-66" y="765"/>
                    <a:pt x="-44" y="1177"/>
                    <a:pt x="192" y="1417"/>
                  </a:cubicBezTo>
                  <a:lnTo>
                    <a:pt x="5396" y="6733"/>
                  </a:lnTo>
                  <a:cubicBezTo>
                    <a:pt x="5480" y="6818"/>
                    <a:pt x="5581" y="6859"/>
                    <a:pt x="5685" y="6879"/>
                  </a:cubicBezTo>
                  <a:cubicBezTo>
                    <a:pt x="5480" y="7214"/>
                    <a:pt x="5286" y="7560"/>
                    <a:pt x="5118" y="7933"/>
                  </a:cubicBezTo>
                  <a:cubicBezTo>
                    <a:pt x="3093" y="12441"/>
                    <a:pt x="4673" y="17959"/>
                    <a:pt x="8647" y="20256"/>
                  </a:cubicBezTo>
                  <a:cubicBezTo>
                    <a:pt x="10634" y="21405"/>
                    <a:pt x="12840" y="21527"/>
                    <a:pt x="14806" y="20802"/>
                  </a:cubicBezTo>
                  <a:close/>
                  <a:moveTo>
                    <a:pt x="14414" y="19435"/>
                  </a:moveTo>
                  <a:cubicBezTo>
                    <a:pt x="12758" y="20045"/>
                    <a:pt x="10896" y="19937"/>
                    <a:pt x="9221" y="18969"/>
                  </a:cubicBezTo>
                  <a:cubicBezTo>
                    <a:pt x="5873" y="17034"/>
                    <a:pt x="4542" y="12385"/>
                    <a:pt x="6248" y="8586"/>
                  </a:cubicBezTo>
                  <a:cubicBezTo>
                    <a:pt x="7954" y="4788"/>
                    <a:pt x="12052" y="3277"/>
                    <a:pt x="15400" y="5212"/>
                  </a:cubicBezTo>
                  <a:cubicBezTo>
                    <a:pt x="18748" y="7148"/>
                    <a:pt x="20080" y="11797"/>
                    <a:pt x="18374" y="15596"/>
                  </a:cubicBezTo>
                  <a:cubicBezTo>
                    <a:pt x="17521" y="17495"/>
                    <a:pt x="16070" y="18824"/>
                    <a:pt x="14414" y="19435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41" name="Shape 34208">
              <a:extLst>
                <a:ext uri="{FF2B5EF4-FFF2-40B4-BE49-F238E27FC236}">
                  <a16:creationId xmlns:a16="http://schemas.microsoft.com/office/drawing/2014/main" id="{FF9E974C-3C6B-48EE-9765-B1BD62EDEBBB}"/>
                </a:ext>
              </a:extLst>
            </p:cNvPr>
            <p:cNvSpPr/>
            <p:nvPr/>
          </p:nvSpPr>
          <p:spPr>
            <a:xfrm>
              <a:off x="11569660" y="9038623"/>
              <a:ext cx="297614" cy="32945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678" h="21600" extrusionOk="0">
                  <a:moveTo>
                    <a:pt x="10339" y="0"/>
                  </a:moveTo>
                  <a:cubicBezTo>
                    <a:pt x="8560" y="0"/>
                    <a:pt x="6992" y="1375"/>
                    <a:pt x="5917" y="3576"/>
                  </a:cubicBezTo>
                  <a:cubicBezTo>
                    <a:pt x="5568" y="3546"/>
                    <a:pt x="5234" y="3529"/>
                    <a:pt x="4903" y="3529"/>
                  </a:cubicBezTo>
                  <a:cubicBezTo>
                    <a:pt x="2761" y="3529"/>
                    <a:pt x="1171" y="4188"/>
                    <a:pt x="431" y="5396"/>
                  </a:cubicBezTo>
                  <a:cubicBezTo>
                    <a:pt x="-452" y="6840"/>
                    <a:pt x="119" y="8796"/>
                    <a:pt x="1578" y="10761"/>
                  </a:cubicBezTo>
                  <a:cubicBezTo>
                    <a:pt x="84" y="12747"/>
                    <a:pt x="-461" y="14730"/>
                    <a:pt x="431" y="16188"/>
                  </a:cubicBezTo>
                  <a:cubicBezTo>
                    <a:pt x="1171" y="17397"/>
                    <a:pt x="2760" y="18055"/>
                    <a:pt x="4903" y="18055"/>
                  </a:cubicBezTo>
                  <a:cubicBezTo>
                    <a:pt x="5246" y="18055"/>
                    <a:pt x="5621" y="18010"/>
                    <a:pt x="5983" y="17976"/>
                  </a:cubicBezTo>
                  <a:cubicBezTo>
                    <a:pt x="7057" y="20156"/>
                    <a:pt x="8570" y="21600"/>
                    <a:pt x="10339" y="21600"/>
                  </a:cubicBezTo>
                  <a:cubicBezTo>
                    <a:pt x="12118" y="21600"/>
                    <a:pt x="13685" y="20225"/>
                    <a:pt x="14761" y="18024"/>
                  </a:cubicBezTo>
                  <a:cubicBezTo>
                    <a:pt x="15110" y="18054"/>
                    <a:pt x="15460" y="18071"/>
                    <a:pt x="15791" y="18071"/>
                  </a:cubicBezTo>
                  <a:cubicBezTo>
                    <a:pt x="17934" y="18071"/>
                    <a:pt x="19507" y="17412"/>
                    <a:pt x="20246" y="16204"/>
                  </a:cubicBezTo>
                  <a:cubicBezTo>
                    <a:pt x="21134" y="14753"/>
                    <a:pt x="20576" y="12782"/>
                    <a:pt x="19099" y="10808"/>
                  </a:cubicBezTo>
                  <a:cubicBezTo>
                    <a:pt x="20594" y="8822"/>
                    <a:pt x="21139" y="6839"/>
                    <a:pt x="20246" y="5380"/>
                  </a:cubicBezTo>
                  <a:cubicBezTo>
                    <a:pt x="19508" y="4173"/>
                    <a:pt x="17934" y="3514"/>
                    <a:pt x="15791" y="3514"/>
                  </a:cubicBezTo>
                  <a:cubicBezTo>
                    <a:pt x="15438" y="3514"/>
                    <a:pt x="15052" y="3573"/>
                    <a:pt x="14677" y="3608"/>
                  </a:cubicBezTo>
                  <a:cubicBezTo>
                    <a:pt x="13604" y="1440"/>
                    <a:pt x="12102" y="0"/>
                    <a:pt x="10339" y="0"/>
                  </a:cubicBezTo>
                  <a:close/>
                  <a:moveTo>
                    <a:pt x="10339" y="1004"/>
                  </a:moveTo>
                  <a:cubicBezTo>
                    <a:pt x="11591" y="1004"/>
                    <a:pt x="12710" y="2093"/>
                    <a:pt x="13580" y="3733"/>
                  </a:cubicBezTo>
                  <a:cubicBezTo>
                    <a:pt x="12541" y="3915"/>
                    <a:pt x="11452" y="4238"/>
                    <a:pt x="10355" y="4643"/>
                  </a:cubicBezTo>
                  <a:cubicBezTo>
                    <a:pt x="9226" y="4226"/>
                    <a:pt x="8099" y="3899"/>
                    <a:pt x="7031" y="3718"/>
                  </a:cubicBezTo>
                  <a:cubicBezTo>
                    <a:pt x="7905" y="2046"/>
                    <a:pt x="9073" y="1004"/>
                    <a:pt x="10339" y="1004"/>
                  </a:cubicBezTo>
                  <a:close/>
                  <a:moveTo>
                    <a:pt x="15791" y="4518"/>
                  </a:moveTo>
                  <a:cubicBezTo>
                    <a:pt x="17538" y="4518"/>
                    <a:pt x="18791" y="4998"/>
                    <a:pt x="19332" y="5882"/>
                  </a:cubicBezTo>
                  <a:cubicBezTo>
                    <a:pt x="19959" y="6907"/>
                    <a:pt x="19540" y="8380"/>
                    <a:pt x="18468" y="9914"/>
                  </a:cubicBezTo>
                  <a:cubicBezTo>
                    <a:pt x="17787" y="9159"/>
                    <a:pt x="16951" y="8410"/>
                    <a:pt x="16007" y="7702"/>
                  </a:cubicBezTo>
                  <a:cubicBezTo>
                    <a:pt x="15826" y="6556"/>
                    <a:pt x="15554" y="5511"/>
                    <a:pt x="15193" y="4565"/>
                  </a:cubicBezTo>
                  <a:cubicBezTo>
                    <a:pt x="15389" y="4554"/>
                    <a:pt x="15602" y="4518"/>
                    <a:pt x="15791" y="4518"/>
                  </a:cubicBezTo>
                  <a:close/>
                  <a:moveTo>
                    <a:pt x="4903" y="4533"/>
                  </a:moveTo>
                  <a:cubicBezTo>
                    <a:pt x="5095" y="4533"/>
                    <a:pt x="5302" y="4538"/>
                    <a:pt x="5501" y="4549"/>
                  </a:cubicBezTo>
                  <a:cubicBezTo>
                    <a:pt x="5130" y="5520"/>
                    <a:pt x="4852" y="6633"/>
                    <a:pt x="4670" y="7812"/>
                  </a:cubicBezTo>
                  <a:cubicBezTo>
                    <a:pt x="3730" y="8526"/>
                    <a:pt x="2966" y="9248"/>
                    <a:pt x="2293" y="10008"/>
                  </a:cubicBezTo>
                  <a:cubicBezTo>
                    <a:pt x="1175" y="8445"/>
                    <a:pt x="708" y="6940"/>
                    <a:pt x="1346" y="5898"/>
                  </a:cubicBezTo>
                  <a:cubicBezTo>
                    <a:pt x="1887" y="5014"/>
                    <a:pt x="3156" y="4533"/>
                    <a:pt x="4903" y="4533"/>
                  </a:cubicBezTo>
                  <a:close/>
                  <a:moveTo>
                    <a:pt x="14062" y="4659"/>
                  </a:moveTo>
                  <a:cubicBezTo>
                    <a:pt x="14333" y="5325"/>
                    <a:pt x="14582" y="6051"/>
                    <a:pt x="14761" y="6839"/>
                  </a:cubicBezTo>
                  <a:cubicBezTo>
                    <a:pt x="14294" y="6539"/>
                    <a:pt x="13808" y="6239"/>
                    <a:pt x="13298" y="5961"/>
                  </a:cubicBezTo>
                  <a:cubicBezTo>
                    <a:pt x="12768" y="5672"/>
                    <a:pt x="12225" y="5480"/>
                    <a:pt x="11685" y="5239"/>
                  </a:cubicBezTo>
                  <a:cubicBezTo>
                    <a:pt x="12500" y="4985"/>
                    <a:pt x="13298" y="4775"/>
                    <a:pt x="14062" y="4659"/>
                  </a:cubicBezTo>
                  <a:close/>
                  <a:moveTo>
                    <a:pt x="6599" y="4675"/>
                  </a:moveTo>
                  <a:cubicBezTo>
                    <a:pt x="7326" y="4784"/>
                    <a:pt x="8103" y="5021"/>
                    <a:pt x="8876" y="5255"/>
                  </a:cubicBezTo>
                  <a:cubicBezTo>
                    <a:pt x="8379" y="5481"/>
                    <a:pt x="7868" y="5695"/>
                    <a:pt x="7380" y="5961"/>
                  </a:cubicBezTo>
                  <a:cubicBezTo>
                    <a:pt x="6837" y="6256"/>
                    <a:pt x="6443" y="6613"/>
                    <a:pt x="5950" y="6933"/>
                  </a:cubicBezTo>
                  <a:cubicBezTo>
                    <a:pt x="6128" y="6137"/>
                    <a:pt x="6326" y="5348"/>
                    <a:pt x="6599" y="4675"/>
                  </a:cubicBezTo>
                  <a:close/>
                  <a:moveTo>
                    <a:pt x="10405" y="5788"/>
                  </a:moveTo>
                  <a:cubicBezTo>
                    <a:pt x="11196" y="6102"/>
                    <a:pt x="11987" y="6415"/>
                    <a:pt x="12766" y="6839"/>
                  </a:cubicBezTo>
                  <a:cubicBezTo>
                    <a:pt x="13571" y="7278"/>
                    <a:pt x="14317" y="7751"/>
                    <a:pt x="15010" y="8251"/>
                  </a:cubicBezTo>
                  <a:cubicBezTo>
                    <a:pt x="15123" y="9067"/>
                    <a:pt x="15193" y="9915"/>
                    <a:pt x="15193" y="10792"/>
                  </a:cubicBezTo>
                  <a:cubicBezTo>
                    <a:pt x="15193" y="11657"/>
                    <a:pt x="15070" y="12466"/>
                    <a:pt x="14960" y="13271"/>
                  </a:cubicBezTo>
                  <a:cubicBezTo>
                    <a:pt x="14260" y="13779"/>
                    <a:pt x="13583" y="14300"/>
                    <a:pt x="12766" y="14745"/>
                  </a:cubicBezTo>
                  <a:cubicBezTo>
                    <a:pt x="11937" y="15197"/>
                    <a:pt x="11096" y="15469"/>
                    <a:pt x="10256" y="15796"/>
                  </a:cubicBezTo>
                  <a:cubicBezTo>
                    <a:pt x="9475" y="15485"/>
                    <a:pt x="8681" y="15180"/>
                    <a:pt x="7912" y="14761"/>
                  </a:cubicBezTo>
                  <a:cubicBezTo>
                    <a:pt x="7107" y="14323"/>
                    <a:pt x="6360" y="13849"/>
                    <a:pt x="5668" y="13349"/>
                  </a:cubicBezTo>
                  <a:cubicBezTo>
                    <a:pt x="5554" y="12533"/>
                    <a:pt x="5501" y="11669"/>
                    <a:pt x="5501" y="10792"/>
                  </a:cubicBezTo>
                  <a:cubicBezTo>
                    <a:pt x="5501" y="9918"/>
                    <a:pt x="5605" y="9111"/>
                    <a:pt x="5718" y="8298"/>
                  </a:cubicBezTo>
                  <a:cubicBezTo>
                    <a:pt x="6420" y="7788"/>
                    <a:pt x="7092" y="7270"/>
                    <a:pt x="7912" y="6824"/>
                  </a:cubicBezTo>
                  <a:cubicBezTo>
                    <a:pt x="8731" y="6377"/>
                    <a:pt x="9574" y="6113"/>
                    <a:pt x="10405" y="5788"/>
                  </a:cubicBezTo>
                  <a:close/>
                  <a:moveTo>
                    <a:pt x="10339" y="7984"/>
                  </a:moveTo>
                  <a:cubicBezTo>
                    <a:pt x="8690" y="7984"/>
                    <a:pt x="7363" y="9237"/>
                    <a:pt x="7363" y="10792"/>
                  </a:cubicBezTo>
                  <a:cubicBezTo>
                    <a:pt x="7363" y="12348"/>
                    <a:pt x="8690" y="13616"/>
                    <a:pt x="10339" y="13616"/>
                  </a:cubicBezTo>
                  <a:cubicBezTo>
                    <a:pt x="11987" y="13616"/>
                    <a:pt x="13331" y="12348"/>
                    <a:pt x="13331" y="10792"/>
                  </a:cubicBezTo>
                  <a:cubicBezTo>
                    <a:pt x="13331" y="9237"/>
                    <a:pt x="11987" y="7984"/>
                    <a:pt x="10339" y="7984"/>
                  </a:cubicBezTo>
                  <a:close/>
                  <a:moveTo>
                    <a:pt x="4571" y="9098"/>
                  </a:moveTo>
                  <a:cubicBezTo>
                    <a:pt x="4522" y="9664"/>
                    <a:pt x="4438" y="10197"/>
                    <a:pt x="4438" y="10792"/>
                  </a:cubicBezTo>
                  <a:cubicBezTo>
                    <a:pt x="4438" y="11349"/>
                    <a:pt x="4462" y="11892"/>
                    <a:pt x="4504" y="12424"/>
                  </a:cubicBezTo>
                  <a:cubicBezTo>
                    <a:pt x="3891" y="11902"/>
                    <a:pt x="3374" y="11375"/>
                    <a:pt x="2908" y="10839"/>
                  </a:cubicBezTo>
                  <a:cubicBezTo>
                    <a:pt x="3403" y="10260"/>
                    <a:pt x="3903" y="9661"/>
                    <a:pt x="4571" y="9098"/>
                  </a:cubicBezTo>
                  <a:close/>
                  <a:moveTo>
                    <a:pt x="16190" y="9176"/>
                  </a:moveTo>
                  <a:cubicBezTo>
                    <a:pt x="16796" y="9693"/>
                    <a:pt x="17307" y="10215"/>
                    <a:pt x="17769" y="10745"/>
                  </a:cubicBezTo>
                  <a:cubicBezTo>
                    <a:pt x="17273" y="11325"/>
                    <a:pt x="16776" y="11907"/>
                    <a:pt x="16107" y="12471"/>
                  </a:cubicBezTo>
                  <a:cubicBezTo>
                    <a:pt x="16155" y="11912"/>
                    <a:pt x="16257" y="11379"/>
                    <a:pt x="16257" y="10792"/>
                  </a:cubicBezTo>
                  <a:cubicBezTo>
                    <a:pt x="16257" y="10236"/>
                    <a:pt x="16233" y="9708"/>
                    <a:pt x="16190" y="9176"/>
                  </a:cubicBezTo>
                  <a:close/>
                  <a:moveTo>
                    <a:pt x="18384" y="11576"/>
                  </a:moveTo>
                  <a:cubicBezTo>
                    <a:pt x="19512" y="13146"/>
                    <a:pt x="19972" y="14656"/>
                    <a:pt x="19332" y="15702"/>
                  </a:cubicBezTo>
                  <a:cubicBezTo>
                    <a:pt x="18791" y="16586"/>
                    <a:pt x="17537" y="17067"/>
                    <a:pt x="15791" y="17067"/>
                  </a:cubicBezTo>
                  <a:cubicBezTo>
                    <a:pt x="15599" y="17067"/>
                    <a:pt x="15392" y="17047"/>
                    <a:pt x="15193" y="17035"/>
                  </a:cubicBezTo>
                  <a:cubicBezTo>
                    <a:pt x="15564" y="16065"/>
                    <a:pt x="15826" y="14967"/>
                    <a:pt x="16007" y="13788"/>
                  </a:cubicBezTo>
                  <a:cubicBezTo>
                    <a:pt x="16951" y="13073"/>
                    <a:pt x="17710" y="12337"/>
                    <a:pt x="18384" y="11576"/>
                  </a:cubicBezTo>
                  <a:close/>
                  <a:moveTo>
                    <a:pt x="2210" y="11655"/>
                  </a:moveTo>
                  <a:cubicBezTo>
                    <a:pt x="2896" y="12420"/>
                    <a:pt x="3714" y="13165"/>
                    <a:pt x="4670" y="13882"/>
                  </a:cubicBezTo>
                  <a:cubicBezTo>
                    <a:pt x="4849" y="15014"/>
                    <a:pt x="5113" y="16067"/>
                    <a:pt x="5468" y="17004"/>
                  </a:cubicBezTo>
                  <a:cubicBezTo>
                    <a:pt x="5283" y="17014"/>
                    <a:pt x="5081" y="17051"/>
                    <a:pt x="4903" y="17051"/>
                  </a:cubicBezTo>
                  <a:cubicBezTo>
                    <a:pt x="3156" y="17051"/>
                    <a:pt x="1887" y="16571"/>
                    <a:pt x="1346" y="15686"/>
                  </a:cubicBezTo>
                  <a:cubicBezTo>
                    <a:pt x="717" y="14659"/>
                    <a:pt x="1131" y="13193"/>
                    <a:pt x="2210" y="11655"/>
                  </a:cubicBezTo>
                  <a:close/>
                  <a:moveTo>
                    <a:pt x="14744" y="14651"/>
                  </a:moveTo>
                  <a:cubicBezTo>
                    <a:pt x="14565" y="15455"/>
                    <a:pt x="14370" y="16247"/>
                    <a:pt x="14096" y="16925"/>
                  </a:cubicBezTo>
                  <a:cubicBezTo>
                    <a:pt x="13364" y="16816"/>
                    <a:pt x="12580" y="16581"/>
                    <a:pt x="11802" y="16345"/>
                  </a:cubicBezTo>
                  <a:cubicBezTo>
                    <a:pt x="12304" y="16117"/>
                    <a:pt x="12804" y="15892"/>
                    <a:pt x="13298" y="15624"/>
                  </a:cubicBezTo>
                  <a:cubicBezTo>
                    <a:pt x="13843" y="15326"/>
                    <a:pt x="14249" y="14973"/>
                    <a:pt x="14744" y="14651"/>
                  </a:cubicBezTo>
                  <a:close/>
                  <a:moveTo>
                    <a:pt x="5934" y="14761"/>
                  </a:moveTo>
                  <a:cubicBezTo>
                    <a:pt x="6400" y="15061"/>
                    <a:pt x="6869" y="15346"/>
                    <a:pt x="7380" y="15624"/>
                  </a:cubicBezTo>
                  <a:cubicBezTo>
                    <a:pt x="7902" y="15908"/>
                    <a:pt x="8444" y="16107"/>
                    <a:pt x="8976" y="16345"/>
                  </a:cubicBezTo>
                  <a:cubicBezTo>
                    <a:pt x="8160" y="16598"/>
                    <a:pt x="7364" y="16795"/>
                    <a:pt x="6599" y="16910"/>
                  </a:cubicBezTo>
                  <a:cubicBezTo>
                    <a:pt x="6331" y="16249"/>
                    <a:pt x="6110" y="15542"/>
                    <a:pt x="5934" y="14761"/>
                  </a:cubicBezTo>
                  <a:close/>
                  <a:moveTo>
                    <a:pt x="10322" y="16941"/>
                  </a:moveTo>
                  <a:cubicBezTo>
                    <a:pt x="11458" y="17362"/>
                    <a:pt x="12573" y="17700"/>
                    <a:pt x="13647" y="17882"/>
                  </a:cubicBezTo>
                  <a:cubicBezTo>
                    <a:pt x="12773" y="19553"/>
                    <a:pt x="11605" y="20596"/>
                    <a:pt x="10339" y="20596"/>
                  </a:cubicBezTo>
                  <a:cubicBezTo>
                    <a:pt x="9084" y="20596"/>
                    <a:pt x="7951" y="19498"/>
                    <a:pt x="7081" y="17851"/>
                  </a:cubicBezTo>
                  <a:cubicBezTo>
                    <a:pt x="8127" y="17671"/>
                    <a:pt x="9217" y="17349"/>
                    <a:pt x="10322" y="16941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42" name="Shape 34209">
              <a:extLst>
                <a:ext uri="{FF2B5EF4-FFF2-40B4-BE49-F238E27FC236}">
                  <a16:creationId xmlns:a16="http://schemas.microsoft.com/office/drawing/2014/main" id="{195891F6-456F-487D-9A31-3205CFC000A0}"/>
                </a:ext>
              </a:extLst>
            </p:cNvPr>
            <p:cNvSpPr/>
            <p:nvPr/>
          </p:nvSpPr>
          <p:spPr>
            <a:xfrm>
              <a:off x="13028438" y="8411802"/>
              <a:ext cx="415194" cy="4797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1307" y="15970"/>
                  </a:lnTo>
                  <a:lnTo>
                    <a:pt x="6112" y="19464"/>
                  </a:lnTo>
                  <a:cubicBezTo>
                    <a:pt x="6112" y="19464"/>
                    <a:pt x="0" y="21600"/>
                    <a:pt x="0" y="21600"/>
                  </a:cubicBezTo>
                  <a:close/>
                  <a:moveTo>
                    <a:pt x="6773" y="18782"/>
                  </a:moveTo>
                  <a:lnTo>
                    <a:pt x="1968" y="15288"/>
                  </a:lnTo>
                  <a:lnTo>
                    <a:pt x="13737" y="3150"/>
                  </a:lnTo>
                  <a:lnTo>
                    <a:pt x="18545" y="6642"/>
                  </a:lnTo>
                  <a:cubicBezTo>
                    <a:pt x="18545" y="6642"/>
                    <a:pt x="6773" y="18782"/>
                    <a:pt x="6773" y="18782"/>
                  </a:cubicBezTo>
                  <a:close/>
                  <a:moveTo>
                    <a:pt x="19218" y="5946"/>
                  </a:moveTo>
                  <a:lnTo>
                    <a:pt x="14411" y="2455"/>
                  </a:lnTo>
                  <a:lnTo>
                    <a:pt x="16792" y="0"/>
                  </a:lnTo>
                  <a:lnTo>
                    <a:pt x="21600" y="3492"/>
                  </a:lnTo>
                  <a:cubicBezTo>
                    <a:pt x="21600" y="3492"/>
                    <a:pt x="19218" y="5946"/>
                    <a:pt x="19218" y="5946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43" name="Shape 34210">
              <a:extLst>
                <a:ext uri="{FF2B5EF4-FFF2-40B4-BE49-F238E27FC236}">
                  <a16:creationId xmlns:a16="http://schemas.microsoft.com/office/drawing/2014/main" id="{CFD870BB-6E85-41C6-B8B8-07CBF8452CDC}"/>
                </a:ext>
              </a:extLst>
            </p:cNvPr>
            <p:cNvSpPr/>
            <p:nvPr/>
          </p:nvSpPr>
          <p:spPr>
            <a:xfrm>
              <a:off x="9694005" y="5957329"/>
              <a:ext cx="377264" cy="3511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84" h="21600" extrusionOk="0">
                  <a:moveTo>
                    <a:pt x="0" y="3459"/>
                  </a:moveTo>
                  <a:lnTo>
                    <a:pt x="1422" y="10208"/>
                  </a:lnTo>
                  <a:cubicBezTo>
                    <a:pt x="1422" y="10208"/>
                    <a:pt x="2469" y="10982"/>
                    <a:pt x="3219" y="10113"/>
                  </a:cubicBezTo>
                  <a:cubicBezTo>
                    <a:pt x="4049" y="9149"/>
                    <a:pt x="6494" y="8518"/>
                    <a:pt x="6992" y="11134"/>
                  </a:cubicBezTo>
                  <a:cubicBezTo>
                    <a:pt x="7491" y="13750"/>
                    <a:pt x="5522" y="14362"/>
                    <a:pt x="4296" y="14027"/>
                  </a:cubicBezTo>
                  <a:cubicBezTo>
                    <a:pt x="3187" y="13725"/>
                    <a:pt x="2357" y="14641"/>
                    <a:pt x="2357" y="14641"/>
                  </a:cubicBezTo>
                  <a:lnTo>
                    <a:pt x="3823" y="21600"/>
                  </a:lnTo>
                  <a:lnTo>
                    <a:pt x="9313" y="20212"/>
                  </a:lnTo>
                  <a:cubicBezTo>
                    <a:pt x="9313" y="20212"/>
                    <a:pt x="9635" y="19276"/>
                    <a:pt x="8958" y="18523"/>
                  </a:cubicBezTo>
                  <a:cubicBezTo>
                    <a:pt x="8134" y="17611"/>
                    <a:pt x="7558" y="15210"/>
                    <a:pt x="10150" y="14555"/>
                  </a:cubicBezTo>
                  <a:cubicBezTo>
                    <a:pt x="12743" y="13899"/>
                    <a:pt x="13216" y="16255"/>
                    <a:pt x="12736" y="17679"/>
                  </a:cubicBezTo>
                  <a:cubicBezTo>
                    <a:pt x="12378" y="18747"/>
                    <a:pt x="13070" y="19262"/>
                    <a:pt x="13070" y="19262"/>
                  </a:cubicBezTo>
                  <a:lnTo>
                    <a:pt x="17693" y="18092"/>
                  </a:lnTo>
                  <a:cubicBezTo>
                    <a:pt x="17693" y="18092"/>
                    <a:pt x="16501" y="13146"/>
                    <a:pt x="16426" y="11786"/>
                  </a:cubicBezTo>
                  <a:cubicBezTo>
                    <a:pt x="16346" y="10328"/>
                    <a:pt x="18026" y="10919"/>
                    <a:pt x="18332" y="11000"/>
                  </a:cubicBezTo>
                  <a:cubicBezTo>
                    <a:pt x="20097" y="11473"/>
                    <a:pt x="21600" y="10153"/>
                    <a:pt x="21079" y="7680"/>
                  </a:cubicBezTo>
                  <a:cubicBezTo>
                    <a:pt x="20558" y="5208"/>
                    <a:pt x="18027" y="5192"/>
                    <a:pt x="17063" y="6452"/>
                  </a:cubicBezTo>
                  <a:cubicBezTo>
                    <a:pt x="16347" y="7388"/>
                    <a:pt x="15661" y="7684"/>
                    <a:pt x="15383" y="7029"/>
                  </a:cubicBezTo>
                  <a:cubicBezTo>
                    <a:pt x="14735" y="5498"/>
                    <a:pt x="13677" y="0"/>
                    <a:pt x="13677" y="0"/>
                  </a:cubicBezTo>
                  <a:lnTo>
                    <a:pt x="9343" y="1096"/>
                  </a:lnTo>
                  <a:cubicBezTo>
                    <a:pt x="9343" y="1096"/>
                    <a:pt x="8732" y="2392"/>
                    <a:pt x="9572" y="3149"/>
                  </a:cubicBezTo>
                  <a:cubicBezTo>
                    <a:pt x="10838" y="4289"/>
                    <a:pt x="10727" y="6525"/>
                    <a:pt x="8669" y="7045"/>
                  </a:cubicBezTo>
                  <a:cubicBezTo>
                    <a:pt x="6612" y="7566"/>
                    <a:pt x="5599" y="5828"/>
                    <a:pt x="6228" y="4123"/>
                  </a:cubicBezTo>
                  <a:cubicBezTo>
                    <a:pt x="6581" y="3168"/>
                    <a:pt x="5664" y="2036"/>
                    <a:pt x="5664" y="2036"/>
                  </a:cubicBezTo>
                  <a:cubicBezTo>
                    <a:pt x="5664" y="2036"/>
                    <a:pt x="0" y="3459"/>
                    <a:pt x="0" y="3459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44" name="Shape 34211">
              <a:extLst>
                <a:ext uri="{FF2B5EF4-FFF2-40B4-BE49-F238E27FC236}">
                  <a16:creationId xmlns:a16="http://schemas.microsoft.com/office/drawing/2014/main" id="{2D449E41-EBF7-496F-9601-C0F4A60948A8}"/>
                </a:ext>
              </a:extLst>
            </p:cNvPr>
            <p:cNvSpPr/>
            <p:nvPr/>
          </p:nvSpPr>
          <p:spPr>
            <a:xfrm>
              <a:off x="10312910" y="3971892"/>
              <a:ext cx="478390" cy="6840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51" h="21511" extrusionOk="0">
                  <a:moveTo>
                    <a:pt x="18683" y="0"/>
                  </a:moveTo>
                  <a:lnTo>
                    <a:pt x="17079" y="1668"/>
                  </a:lnTo>
                  <a:cubicBezTo>
                    <a:pt x="17015" y="1638"/>
                    <a:pt x="16700" y="1488"/>
                    <a:pt x="16700" y="1488"/>
                  </a:cubicBezTo>
                  <a:lnTo>
                    <a:pt x="15441" y="2801"/>
                  </a:lnTo>
                  <a:lnTo>
                    <a:pt x="15820" y="2981"/>
                  </a:lnTo>
                  <a:lnTo>
                    <a:pt x="15441" y="3375"/>
                  </a:lnTo>
                  <a:lnTo>
                    <a:pt x="2730" y="16587"/>
                  </a:lnTo>
                  <a:cubicBezTo>
                    <a:pt x="2279" y="17056"/>
                    <a:pt x="509" y="19614"/>
                    <a:pt x="586" y="20489"/>
                  </a:cubicBezTo>
                  <a:cubicBezTo>
                    <a:pt x="597" y="20614"/>
                    <a:pt x="646" y="20706"/>
                    <a:pt x="742" y="20751"/>
                  </a:cubicBezTo>
                  <a:cubicBezTo>
                    <a:pt x="1508" y="21113"/>
                    <a:pt x="4988" y="18432"/>
                    <a:pt x="5504" y="17895"/>
                  </a:cubicBezTo>
                  <a:lnTo>
                    <a:pt x="18209" y="4684"/>
                  </a:lnTo>
                  <a:lnTo>
                    <a:pt x="18588" y="4289"/>
                  </a:lnTo>
                  <a:lnTo>
                    <a:pt x="18984" y="4477"/>
                  </a:lnTo>
                  <a:lnTo>
                    <a:pt x="14043" y="9610"/>
                  </a:lnTo>
                  <a:lnTo>
                    <a:pt x="14611" y="9879"/>
                  </a:lnTo>
                  <a:lnTo>
                    <a:pt x="20810" y="3434"/>
                  </a:lnTo>
                  <a:cubicBezTo>
                    <a:pt x="20810" y="3434"/>
                    <a:pt x="20191" y="3144"/>
                    <a:pt x="19847" y="2981"/>
                  </a:cubicBezTo>
                  <a:lnTo>
                    <a:pt x="21451" y="1313"/>
                  </a:lnTo>
                  <a:cubicBezTo>
                    <a:pt x="21451" y="1313"/>
                    <a:pt x="18683" y="0"/>
                    <a:pt x="18683" y="0"/>
                  </a:cubicBezTo>
                  <a:close/>
                  <a:moveTo>
                    <a:pt x="586" y="20489"/>
                  </a:moveTo>
                  <a:cubicBezTo>
                    <a:pt x="585" y="20448"/>
                    <a:pt x="574" y="20416"/>
                    <a:pt x="580" y="20368"/>
                  </a:cubicBezTo>
                  <a:lnTo>
                    <a:pt x="319" y="20638"/>
                  </a:lnTo>
                  <a:cubicBezTo>
                    <a:pt x="213" y="20748"/>
                    <a:pt x="-149" y="21394"/>
                    <a:pt x="68" y="21497"/>
                  </a:cubicBezTo>
                  <a:cubicBezTo>
                    <a:pt x="286" y="21600"/>
                    <a:pt x="1004" y="21123"/>
                    <a:pt x="1110" y="21013"/>
                  </a:cubicBezTo>
                  <a:lnTo>
                    <a:pt x="1371" y="20739"/>
                  </a:lnTo>
                  <a:cubicBezTo>
                    <a:pt x="1093" y="20840"/>
                    <a:pt x="868" y="20874"/>
                    <a:pt x="731" y="20810"/>
                  </a:cubicBezTo>
                  <a:cubicBezTo>
                    <a:pt x="624" y="20759"/>
                    <a:pt x="588" y="20638"/>
                    <a:pt x="586" y="20489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45" name="Shape 34212">
              <a:extLst>
                <a:ext uri="{FF2B5EF4-FFF2-40B4-BE49-F238E27FC236}">
                  <a16:creationId xmlns:a16="http://schemas.microsoft.com/office/drawing/2014/main" id="{813003F3-1906-4BE1-B321-391211951EE5}"/>
                </a:ext>
              </a:extLst>
            </p:cNvPr>
            <p:cNvSpPr/>
            <p:nvPr/>
          </p:nvSpPr>
          <p:spPr>
            <a:xfrm>
              <a:off x="9175496" y="3615262"/>
              <a:ext cx="674788" cy="4783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954" y="0"/>
                  </a:moveTo>
                  <a:lnTo>
                    <a:pt x="149" y="12597"/>
                  </a:lnTo>
                  <a:lnTo>
                    <a:pt x="0" y="12646"/>
                  </a:lnTo>
                  <a:lnTo>
                    <a:pt x="0" y="19074"/>
                  </a:lnTo>
                  <a:lnTo>
                    <a:pt x="9044" y="19042"/>
                  </a:lnTo>
                  <a:lnTo>
                    <a:pt x="9044" y="21600"/>
                  </a:lnTo>
                  <a:lnTo>
                    <a:pt x="10685" y="20823"/>
                  </a:lnTo>
                  <a:lnTo>
                    <a:pt x="12315" y="21600"/>
                  </a:lnTo>
                  <a:lnTo>
                    <a:pt x="12315" y="19042"/>
                  </a:lnTo>
                  <a:lnTo>
                    <a:pt x="15483" y="19025"/>
                  </a:lnTo>
                  <a:lnTo>
                    <a:pt x="15827" y="19025"/>
                  </a:lnTo>
                  <a:lnTo>
                    <a:pt x="21600" y="7043"/>
                  </a:lnTo>
                  <a:lnTo>
                    <a:pt x="21589" y="16"/>
                  </a:lnTo>
                  <a:cubicBezTo>
                    <a:pt x="21589" y="16"/>
                    <a:pt x="21589" y="0"/>
                    <a:pt x="21589" y="0"/>
                  </a:cubicBezTo>
                  <a:lnTo>
                    <a:pt x="7954" y="0"/>
                  </a:lnTo>
                  <a:close/>
                  <a:moveTo>
                    <a:pt x="20716" y="1813"/>
                  </a:moveTo>
                  <a:cubicBezTo>
                    <a:pt x="20717" y="2327"/>
                    <a:pt x="20716" y="2838"/>
                    <a:pt x="20716" y="3352"/>
                  </a:cubicBezTo>
                  <a:cubicBezTo>
                    <a:pt x="20718" y="4465"/>
                    <a:pt x="20715" y="5574"/>
                    <a:pt x="20716" y="6687"/>
                  </a:cubicBezTo>
                  <a:lnTo>
                    <a:pt x="15333" y="17779"/>
                  </a:lnTo>
                  <a:lnTo>
                    <a:pt x="12315" y="17795"/>
                  </a:lnTo>
                  <a:lnTo>
                    <a:pt x="12315" y="15220"/>
                  </a:lnTo>
                  <a:cubicBezTo>
                    <a:pt x="12315" y="15220"/>
                    <a:pt x="9044" y="15220"/>
                    <a:pt x="9044" y="15220"/>
                  </a:cubicBezTo>
                  <a:lnTo>
                    <a:pt x="9044" y="17811"/>
                  </a:lnTo>
                  <a:lnTo>
                    <a:pt x="872" y="17843"/>
                  </a:lnTo>
                  <a:lnTo>
                    <a:pt x="872" y="12646"/>
                  </a:lnTo>
                  <a:lnTo>
                    <a:pt x="15448" y="12646"/>
                  </a:lnTo>
                  <a:cubicBezTo>
                    <a:pt x="15448" y="12646"/>
                    <a:pt x="19422" y="4474"/>
                    <a:pt x="20716" y="1813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46" name="Shape 34213">
              <a:extLst>
                <a:ext uri="{FF2B5EF4-FFF2-40B4-BE49-F238E27FC236}">
                  <a16:creationId xmlns:a16="http://schemas.microsoft.com/office/drawing/2014/main" id="{705BA8CC-9DB8-4EEE-803C-5584FEF8DA66}"/>
                </a:ext>
              </a:extLst>
            </p:cNvPr>
            <p:cNvSpPr/>
            <p:nvPr/>
          </p:nvSpPr>
          <p:spPr>
            <a:xfrm>
              <a:off x="14822081" y="4439957"/>
              <a:ext cx="756136" cy="6597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6294" y="3457"/>
                  </a:moveTo>
                  <a:lnTo>
                    <a:pt x="148" y="16086"/>
                  </a:lnTo>
                  <a:lnTo>
                    <a:pt x="0" y="16165"/>
                  </a:lnTo>
                  <a:lnTo>
                    <a:pt x="1008" y="21600"/>
                  </a:lnTo>
                  <a:lnTo>
                    <a:pt x="10415" y="19280"/>
                  </a:lnTo>
                  <a:lnTo>
                    <a:pt x="10816" y="21443"/>
                  </a:lnTo>
                  <a:lnTo>
                    <a:pt x="12402" y="20369"/>
                  </a:lnTo>
                  <a:lnTo>
                    <a:pt x="14220" y="20613"/>
                  </a:lnTo>
                  <a:lnTo>
                    <a:pt x="13819" y="18450"/>
                  </a:lnTo>
                  <a:lnTo>
                    <a:pt x="17113" y="17634"/>
                  </a:lnTo>
                  <a:lnTo>
                    <a:pt x="17471" y="17546"/>
                  </a:lnTo>
                  <a:lnTo>
                    <a:pt x="21600" y="5952"/>
                  </a:lnTo>
                  <a:lnTo>
                    <a:pt x="20486" y="14"/>
                  </a:lnTo>
                  <a:cubicBezTo>
                    <a:pt x="20486" y="14"/>
                    <a:pt x="20484" y="0"/>
                    <a:pt x="20484" y="0"/>
                  </a:cubicBezTo>
                  <a:lnTo>
                    <a:pt x="6294" y="3457"/>
                  </a:lnTo>
                  <a:close/>
                  <a:moveTo>
                    <a:pt x="19860" y="1754"/>
                  </a:moveTo>
                  <a:cubicBezTo>
                    <a:pt x="19941" y="2188"/>
                    <a:pt x="20020" y="2621"/>
                    <a:pt x="20101" y="3055"/>
                  </a:cubicBezTo>
                  <a:cubicBezTo>
                    <a:pt x="20278" y="3996"/>
                    <a:pt x="20448" y="4934"/>
                    <a:pt x="20624" y="5875"/>
                  </a:cubicBezTo>
                  <a:lnTo>
                    <a:pt x="16762" y="16617"/>
                  </a:lnTo>
                  <a:lnTo>
                    <a:pt x="13623" y="17396"/>
                  </a:lnTo>
                  <a:lnTo>
                    <a:pt x="13219" y="15220"/>
                  </a:lnTo>
                  <a:cubicBezTo>
                    <a:pt x="13219" y="15220"/>
                    <a:pt x="9815" y="16049"/>
                    <a:pt x="9815" y="16049"/>
                  </a:cubicBezTo>
                  <a:lnTo>
                    <a:pt x="10222" y="18239"/>
                  </a:lnTo>
                  <a:lnTo>
                    <a:pt x="1723" y="20338"/>
                  </a:lnTo>
                  <a:lnTo>
                    <a:pt x="908" y="15944"/>
                  </a:lnTo>
                  <a:lnTo>
                    <a:pt x="16076" y="12248"/>
                  </a:lnTo>
                  <a:cubicBezTo>
                    <a:pt x="16076" y="12249"/>
                    <a:pt x="18931" y="4332"/>
                    <a:pt x="19860" y="1754"/>
                  </a:cubicBezTo>
                  <a:close/>
                </a:path>
              </a:pathLst>
            </a:custGeom>
            <a:solidFill>
              <a:srgbClr val="00B0F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47" name="Shape 34214">
              <a:extLst>
                <a:ext uri="{FF2B5EF4-FFF2-40B4-BE49-F238E27FC236}">
                  <a16:creationId xmlns:a16="http://schemas.microsoft.com/office/drawing/2014/main" id="{F73E10A1-09BB-4382-9807-86674549F2EF}"/>
                </a:ext>
              </a:extLst>
            </p:cNvPr>
            <p:cNvSpPr/>
            <p:nvPr/>
          </p:nvSpPr>
          <p:spPr>
            <a:xfrm>
              <a:off x="12406836" y="10620127"/>
              <a:ext cx="516758" cy="5720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678" h="21600" extrusionOk="0">
                  <a:moveTo>
                    <a:pt x="10339" y="0"/>
                  </a:moveTo>
                  <a:cubicBezTo>
                    <a:pt x="8560" y="0"/>
                    <a:pt x="6992" y="1375"/>
                    <a:pt x="5917" y="3576"/>
                  </a:cubicBezTo>
                  <a:cubicBezTo>
                    <a:pt x="5568" y="3546"/>
                    <a:pt x="5234" y="3529"/>
                    <a:pt x="4903" y="3529"/>
                  </a:cubicBezTo>
                  <a:cubicBezTo>
                    <a:pt x="2761" y="3529"/>
                    <a:pt x="1171" y="4188"/>
                    <a:pt x="431" y="5396"/>
                  </a:cubicBezTo>
                  <a:cubicBezTo>
                    <a:pt x="-452" y="6840"/>
                    <a:pt x="119" y="8796"/>
                    <a:pt x="1578" y="10761"/>
                  </a:cubicBezTo>
                  <a:cubicBezTo>
                    <a:pt x="84" y="12747"/>
                    <a:pt x="-461" y="14730"/>
                    <a:pt x="431" y="16188"/>
                  </a:cubicBezTo>
                  <a:cubicBezTo>
                    <a:pt x="1171" y="17397"/>
                    <a:pt x="2760" y="18055"/>
                    <a:pt x="4903" y="18055"/>
                  </a:cubicBezTo>
                  <a:cubicBezTo>
                    <a:pt x="5246" y="18055"/>
                    <a:pt x="5621" y="18010"/>
                    <a:pt x="5983" y="17976"/>
                  </a:cubicBezTo>
                  <a:cubicBezTo>
                    <a:pt x="7057" y="20156"/>
                    <a:pt x="8570" y="21600"/>
                    <a:pt x="10339" y="21600"/>
                  </a:cubicBezTo>
                  <a:cubicBezTo>
                    <a:pt x="12118" y="21600"/>
                    <a:pt x="13685" y="20225"/>
                    <a:pt x="14761" y="18024"/>
                  </a:cubicBezTo>
                  <a:cubicBezTo>
                    <a:pt x="15110" y="18054"/>
                    <a:pt x="15460" y="18071"/>
                    <a:pt x="15791" y="18071"/>
                  </a:cubicBezTo>
                  <a:cubicBezTo>
                    <a:pt x="17934" y="18071"/>
                    <a:pt x="19507" y="17412"/>
                    <a:pt x="20246" y="16204"/>
                  </a:cubicBezTo>
                  <a:cubicBezTo>
                    <a:pt x="21134" y="14753"/>
                    <a:pt x="20576" y="12782"/>
                    <a:pt x="19099" y="10808"/>
                  </a:cubicBezTo>
                  <a:cubicBezTo>
                    <a:pt x="20594" y="8822"/>
                    <a:pt x="21139" y="6839"/>
                    <a:pt x="20246" y="5380"/>
                  </a:cubicBezTo>
                  <a:cubicBezTo>
                    <a:pt x="19508" y="4173"/>
                    <a:pt x="17934" y="3514"/>
                    <a:pt x="15791" y="3514"/>
                  </a:cubicBezTo>
                  <a:cubicBezTo>
                    <a:pt x="15438" y="3514"/>
                    <a:pt x="15052" y="3573"/>
                    <a:pt x="14677" y="3608"/>
                  </a:cubicBezTo>
                  <a:cubicBezTo>
                    <a:pt x="13604" y="1440"/>
                    <a:pt x="12102" y="0"/>
                    <a:pt x="10339" y="0"/>
                  </a:cubicBezTo>
                  <a:close/>
                  <a:moveTo>
                    <a:pt x="10339" y="1004"/>
                  </a:moveTo>
                  <a:cubicBezTo>
                    <a:pt x="11591" y="1004"/>
                    <a:pt x="12710" y="2093"/>
                    <a:pt x="13580" y="3733"/>
                  </a:cubicBezTo>
                  <a:cubicBezTo>
                    <a:pt x="12541" y="3915"/>
                    <a:pt x="11452" y="4238"/>
                    <a:pt x="10355" y="4643"/>
                  </a:cubicBezTo>
                  <a:cubicBezTo>
                    <a:pt x="9226" y="4226"/>
                    <a:pt x="8099" y="3899"/>
                    <a:pt x="7031" y="3718"/>
                  </a:cubicBezTo>
                  <a:cubicBezTo>
                    <a:pt x="7905" y="2046"/>
                    <a:pt x="9073" y="1004"/>
                    <a:pt x="10339" y="1004"/>
                  </a:cubicBezTo>
                  <a:close/>
                  <a:moveTo>
                    <a:pt x="15791" y="4518"/>
                  </a:moveTo>
                  <a:cubicBezTo>
                    <a:pt x="17538" y="4518"/>
                    <a:pt x="18791" y="4998"/>
                    <a:pt x="19332" y="5882"/>
                  </a:cubicBezTo>
                  <a:cubicBezTo>
                    <a:pt x="19959" y="6907"/>
                    <a:pt x="19540" y="8380"/>
                    <a:pt x="18468" y="9914"/>
                  </a:cubicBezTo>
                  <a:cubicBezTo>
                    <a:pt x="17787" y="9159"/>
                    <a:pt x="16951" y="8410"/>
                    <a:pt x="16007" y="7702"/>
                  </a:cubicBezTo>
                  <a:cubicBezTo>
                    <a:pt x="15826" y="6556"/>
                    <a:pt x="15554" y="5511"/>
                    <a:pt x="15193" y="4565"/>
                  </a:cubicBezTo>
                  <a:cubicBezTo>
                    <a:pt x="15389" y="4554"/>
                    <a:pt x="15602" y="4518"/>
                    <a:pt x="15791" y="4518"/>
                  </a:cubicBezTo>
                  <a:close/>
                  <a:moveTo>
                    <a:pt x="4903" y="4533"/>
                  </a:moveTo>
                  <a:cubicBezTo>
                    <a:pt x="5095" y="4533"/>
                    <a:pt x="5302" y="4538"/>
                    <a:pt x="5501" y="4549"/>
                  </a:cubicBezTo>
                  <a:cubicBezTo>
                    <a:pt x="5130" y="5520"/>
                    <a:pt x="4852" y="6633"/>
                    <a:pt x="4670" y="7812"/>
                  </a:cubicBezTo>
                  <a:cubicBezTo>
                    <a:pt x="3730" y="8526"/>
                    <a:pt x="2966" y="9248"/>
                    <a:pt x="2293" y="10008"/>
                  </a:cubicBezTo>
                  <a:cubicBezTo>
                    <a:pt x="1175" y="8445"/>
                    <a:pt x="708" y="6940"/>
                    <a:pt x="1346" y="5898"/>
                  </a:cubicBezTo>
                  <a:cubicBezTo>
                    <a:pt x="1887" y="5014"/>
                    <a:pt x="3156" y="4533"/>
                    <a:pt x="4903" y="4533"/>
                  </a:cubicBezTo>
                  <a:close/>
                  <a:moveTo>
                    <a:pt x="14062" y="4659"/>
                  </a:moveTo>
                  <a:cubicBezTo>
                    <a:pt x="14333" y="5325"/>
                    <a:pt x="14582" y="6051"/>
                    <a:pt x="14761" y="6839"/>
                  </a:cubicBezTo>
                  <a:cubicBezTo>
                    <a:pt x="14294" y="6539"/>
                    <a:pt x="13808" y="6239"/>
                    <a:pt x="13298" y="5961"/>
                  </a:cubicBezTo>
                  <a:cubicBezTo>
                    <a:pt x="12768" y="5672"/>
                    <a:pt x="12225" y="5480"/>
                    <a:pt x="11685" y="5239"/>
                  </a:cubicBezTo>
                  <a:cubicBezTo>
                    <a:pt x="12500" y="4985"/>
                    <a:pt x="13298" y="4775"/>
                    <a:pt x="14062" y="4659"/>
                  </a:cubicBezTo>
                  <a:close/>
                  <a:moveTo>
                    <a:pt x="6599" y="4675"/>
                  </a:moveTo>
                  <a:cubicBezTo>
                    <a:pt x="7326" y="4784"/>
                    <a:pt x="8103" y="5021"/>
                    <a:pt x="8876" y="5255"/>
                  </a:cubicBezTo>
                  <a:cubicBezTo>
                    <a:pt x="8379" y="5481"/>
                    <a:pt x="7868" y="5695"/>
                    <a:pt x="7380" y="5961"/>
                  </a:cubicBezTo>
                  <a:cubicBezTo>
                    <a:pt x="6837" y="6256"/>
                    <a:pt x="6443" y="6613"/>
                    <a:pt x="5950" y="6933"/>
                  </a:cubicBezTo>
                  <a:cubicBezTo>
                    <a:pt x="6128" y="6137"/>
                    <a:pt x="6326" y="5348"/>
                    <a:pt x="6599" y="4675"/>
                  </a:cubicBezTo>
                  <a:close/>
                  <a:moveTo>
                    <a:pt x="10405" y="5788"/>
                  </a:moveTo>
                  <a:cubicBezTo>
                    <a:pt x="11196" y="6102"/>
                    <a:pt x="11987" y="6415"/>
                    <a:pt x="12766" y="6839"/>
                  </a:cubicBezTo>
                  <a:cubicBezTo>
                    <a:pt x="13571" y="7278"/>
                    <a:pt x="14317" y="7751"/>
                    <a:pt x="15010" y="8251"/>
                  </a:cubicBezTo>
                  <a:cubicBezTo>
                    <a:pt x="15123" y="9067"/>
                    <a:pt x="15193" y="9915"/>
                    <a:pt x="15193" y="10792"/>
                  </a:cubicBezTo>
                  <a:cubicBezTo>
                    <a:pt x="15193" y="11657"/>
                    <a:pt x="15070" y="12466"/>
                    <a:pt x="14960" y="13271"/>
                  </a:cubicBezTo>
                  <a:cubicBezTo>
                    <a:pt x="14260" y="13779"/>
                    <a:pt x="13583" y="14300"/>
                    <a:pt x="12766" y="14745"/>
                  </a:cubicBezTo>
                  <a:cubicBezTo>
                    <a:pt x="11937" y="15197"/>
                    <a:pt x="11096" y="15469"/>
                    <a:pt x="10256" y="15796"/>
                  </a:cubicBezTo>
                  <a:cubicBezTo>
                    <a:pt x="9475" y="15485"/>
                    <a:pt x="8681" y="15180"/>
                    <a:pt x="7912" y="14761"/>
                  </a:cubicBezTo>
                  <a:cubicBezTo>
                    <a:pt x="7107" y="14323"/>
                    <a:pt x="6360" y="13849"/>
                    <a:pt x="5668" y="13349"/>
                  </a:cubicBezTo>
                  <a:cubicBezTo>
                    <a:pt x="5554" y="12533"/>
                    <a:pt x="5501" y="11669"/>
                    <a:pt x="5501" y="10792"/>
                  </a:cubicBezTo>
                  <a:cubicBezTo>
                    <a:pt x="5501" y="9918"/>
                    <a:pt x="5605" y="9111"/>
                    <a:pt x="5718" y="8298"/>
                  </a:cubicBezTo>
                  <a:cubicBezTo>
                    <a:pt x="6420" y="7788"/>
                    <a:pt x="7092" y="7270"/>
                    <a:pt x="7912" y="6824"/>
                  </a:cubicBezTo>
                  <a:cubicBezTo>
                    <a:pt x="8731" y="6377"/>
                    <a:pt x="9574" y="6113"/>
                    <a:pt x="10405" y="5788"/>
                  </a:cubicBezTo>
                  <a:close/>
                  <a:moveTo>
                    <a:pt x="10339" y="7984"/>
                  </a:moveTo>
                  <a:cubicBezTo>
                    <a:pt x="8690" y="7984"/>
                    <a:pt x="7363" y="9237"/>
                    <a:pt x="7363" y="10792"/>
                  </a:cubicBezTo>
                  <a:cubicBezTo>
                    <a:pt x="7363" y="12348"/>
                    <a:pt x="8690" y="13616"/>
                    <a:pt x="10339" y="13616"/>
                  </a:cubicBezTo>
                  <a:cubicBezTo>
                    <a:pt x="11987" y="13616"/>
                    <a:pt x="13331" y="12348"/>
                    <a:pt x="13331" y="10792"/>
                  </a:cubicBezTo>
                  <a:cubicBezTo>
                    <a:pt x="13331" y="9237"/>
                    <a:pt x="11987" y="7984"/>
                    <a:pt x="10339" y="7984"/>
                  </a:cubicBezTo>
                  <a:close/>
                  <a:moveTo>
                    <a:pt x="4571" y="9098"/>
                  </a:moveTo>
                  <a:cubicBezTo>
                    <a:pt x="4522" y="9664"/>
                    <a:pt x="4438" y="10197"/>
                    <a:pt x="4438" y="10792"/>
                  </a:cubicBezTo>
                  <a:cubicBezTo>
                    <a:pt x="4438" y="11349"/>
                    <a:pt x="4462" y="11892"/>
                    <a:pt x="4504" y="12424"/>
                  </a:cubicBezTo>
                  <a:cubicBezTo>
                    <a:pt x="3891" y="11902"/>
                    <a:pt x="3374" y="11375"/>
                    <a:pt x="2908" y="10839"/>
                  </a:cubicBezTo>
                  <a:cubicBezTo>
                    <a:pt x="3403" y="10260"/>
                    <a:pt x="3903" y="9661"/>
                    <a:pt x="4571" y="9098"/>
                  </a:cubicBezTo>
                  <a:close/>
                  <a:moveTo>
                    <a:pt x="16190" y="9176"/>
                  </a:moveTo>
                  <a:cubicBezTo>
                    <a:pt x="16796" y="9693"/>
                    <a:pt x="17307" y="10215"/>
                    <a:pt x="17769" y="10745"/>
                  </a:cubicBezTo>
                  <a:cubicBezTo>
                    <a:pt x="17273" y="11325"/>
                    <a:pt x="16776" y="11907"/>
                    <a:pt x="16107" y="12471"/>
                  </a:cubicBezTo>
                  <a:cubicBezTo>
                    <a:pt x="16155" y="11912"/>
                    <a:pt x="16257" y="11379"/>
                    <a:pt x="16257" y="10792"/>
                  </a:cubicBezTo>
                  <a:cubicBezTo>
                    <a:pt x="16257" y="10236"/>
                    <a:pt x="16233" y="9708"/>
                    <a:pt x="16190" y="9176"/>
                  </a:cubicBezTo>
                  <a:close/>
                  <a:moveTo>
                    <a:pt x="18384" y="11576"/>
                  </a:moveTo>
                  <a:cubicBezTo>
                    <a:pt x="19512" y="13146"/>
                    <a:pt x="19972" y="14656"/>
                    <a:pt x="19332" y="15702"/>
                  </a:cubicBezTo>
                  <a:cubicBezTo>
                    <a:pt x="18791" y="16586"/>
                    <a:pt x="17537" y="17067"/>
                    <a:pt x="15791" y="17067"/>
                  </a:cubicBezTo>
                  <a:cubicBezTo>
                    <a:pt x="15599" y="17067"/>
                    <a:pt x="15392" y="17047"/>
                    <a:pt x="15193" y="17035"/>
                  </a:cubicBezTo>
                  <a:cubicBezTo>
                    <a:pt x="15564" y="16065"/>
                    <a:pt x="15826" y="14967"/>
                    <a:pt x="16007" y="13788"/>
                  </a:cubicBezTo>
                  <a:cubicBezTo>
                    <a:pt x="16951" y="13073"/>
                    <a:pt x="17710" y="12337"/>
                    <a:pt x="18384" y="11576"/>
                  </a:cubicBezTo>
                  <a:close/>
                  <a:moveTo>
                    <a:pt x="2210" y="11655"/>
                  </a:moveTo>
                  <a:cubicBezTo>
                    <a:pt x="2896" y="12420"/>
                    <a:pt x="3714" y="13165"/>
                    <a:pt x="4670" y="13882"/>
                  </a:cubicBezTo>
                  <a:cubicBezTo>
                    <a:pt x="4849" y="15014"/>
                    <a:pt x="5113" y="16067"/>
                    <a:pt x="5468" y="17004"/>
                  </a:cubicBezTo>
                  <a:cubicBezTo>
                    <a:pt x="5283" y="17014"/>
                    <a:pt x="5081" y="17051"/>
                    <a:pt x="4903" y="17051"/>
                  </a:cubicBezTo>
                  <a:cubicBezTo>
                    <a:pt x="3156" y="17051"/>
                    <a:pt x="1887" y="16571"/>
                    <a:pt x="1346" y="15686"/>
                  </a:cubicBezTo>
                  <a:cubicBezTo>
                    <a:pt x="717" y="14659"/>
                    <a:pt x="1131" y="13193"/>
                    <a:pt x="2210" y="11655"/>
                  </a:cubicBezTo>
                  <a:close/>
                  <a:moveTo>
                    <a:pt x="14744" y="14651"/>
                  </a:moveTo>
                  <a:cubicBezTo>
                    <a:pt x="14565" y="15455"/>
                    <a:pt x="14370" y="16247"/>
                    <a:pt x="14096" y="16925"/>
                  </a:cubicBezTo>
                  <a:cubicBezTo>
                    <a:pt x="13364" y="16816"/>
                    <a:pt x="12580" y="16581"/>
                    <a:pt x="11802" y="16345"/>
                  </a:cubicBezTo>
                  <a:cubicBezTo>
                    <a:pt x="12304" y="16117"/>
                    <a:pt x="12804" y="15892"/>
                    <a:pt x="13298" y="15624"/>
                  </a:cubicBezTo>
                  <a:cubicBezTo>
                    <a:pt x="13843" y="15326"/>
                    <a:pt x="14249" y="14973"/>
                    <a:pt x="14744" y="14651"/>
                  </a:cubicBezTo>
                  <a:close/>
                  <a:moveTo>
                    <a:pt x="5934" y="14761"/>
                  </a:moveTo>
                  <a:cubicBezTo>
                    <a:pt x="6400" y="15061"/>
                    <a:pt x="6869" y="15346"/>
                    <a:pt x="7380" y="15624"/>
                  </a:cubicBezTo>
                  <a:cubicBezTo>
                    <a:pt x="7902" y="15908"/>
                    <a:pt x="8444" y="16107"/>
                    <a:pt x="8976" y="16345"/>
                  </a:cubicBezTo>
                  <a:cubicBezTo>
                    <a:pt x="8160" y="16598"/>
                    <a:pt x="7364" y="16795"/>
                    <a:pt x="6599" y="16910"/>
                  </a:cubicBezTo>
                  <a:cubicBezTo>
                    <a:pt x="6331" y="16249"/>
                    <a:pt x="6110" y="15542"/>
                    <a:pt x="5934" y="14761"/>
                  </a:cubicBezTo>
                  <a:close/>
                  <a:moveTo>
                    <a:pt x="10322" y="16941"/>
                  </a:moveTo>
                  <a:cubicBezTo>
                    <a:pt x="11458" y="17362"/>
                    <a:pt x="12573" y="17700"/>
                    <a:pt x="13647" y="17882"/>
                  </a:cubicBezTo>
                  <a:cubicBezTo>
                    <a:pt x="12773" y="19553"/>
                    <a:pt x="11605" y="20596"/>
                    <a:pt x="10339" y="20596"/>
                  </a:cubicBezTo>
                  <a:cubicBezTo>
                    <a:pt x="9084" y="20596"/>
                    <a:pt x="7951" y="19498"/>
                    <a:pt x="7081" y="17851"/>
                  </a:cubicBezTo>
                  <a:cubicBezTo>
                    <a:pt x="8127" y="17671"/>
                    <a:pt x="9217" y="17349"/>
                    <a:pt x="10322" y="16941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48" name="Shape 34215">
              <a:extLst>
                <a:ext uri="{FF2B5EF4-FFF2-40B4-BE49-F238E27FC236}">
                  <a16:creationId xmlns:a16="http://schemas.microsoft.com/office/drawing/2014/main" id="{C7403A64-F206-4EFB-AC82-F990191C5DB2}"/>
                </a:ext>
              </a:extLst>
            </p:cNvPr>
            <p:cNvSpPr/>
            <p:nvPr/>
          </p:nvSpPr>
          <p:spPr>
            <a:xfrm>
              <a:off x="15192453" y="5780593"/>
              <a:ext cx="475406" cy="4754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14657"/>
                  </a:moveTo>
                  <a:cubicBezTo>
                    <a:pt x="8670" y="14657"/>
                    <a:pt x="6943" y="12930"/>
                    <a:pt x="6943" y="10800"/>
                  </a:cubicBezTo>
                  <a:cubicBezTo>
                    <a:pt x="6943" y="8670"/>
                    <a:pt x="8670" y="6943"/>
                    <a:pt x="10800" y="6943"/>
                  </a:cubicBezTo>
                  <a:cubicBezTo>
                    <a:pt x="12930" y="6943"/>
                    <a:pt x="14657" y="8670"/>
                    <a:pt x="14657" y="10800"/>
                  </a:cubicBezTo>
                  <a:cubicBezTo>
                    <a:pt x="14657" y="12930"/>
                    <a:pt x="12930" y="14657"/>
                    <a:pt x="10800" y="14657"/>
                  </a:cubicBezTo>
                  <a:close/>
                  <a:moveTo>
                    <a:pt x="20016" y="9930"/>
                  </a:moveTo>
                  <a:cubicBezTo>
                    <a:pt x="21001" y="9522"/>
                    <a:pt x="21600" y="9257"/>
                    <a:pt x="21600" y="9257"/>
                  </a:cubicBezTo>
                  <a:lnTo>
                    <a:pt x="20829" y="6171"/>
                  </a:lnTo>
                  <a:cubicBezTo>
                    <a:pt x="20829" y="6171"/>
                    <a:pt x="20119" y="6283"/>
                    <a:pt x="18990" y="6492"/>
                  </a:cubicBezTo>
                  <a:cubicBezTo>
                    <a:pt x="18430" y="5424"/>
                    <a:pt x="17677" y="4501"/>
                    <a:pt x="16789" y="3749"/>
                  </a:cubicBezTo>
                  <a:cubicBezTo>
                    <a:pt x="17377" y="2418"/>
                    <a:pt x="17743" y="1543"/>
                    <a:pt x="17743" y="1543"/>
                  </a:cubicBezTo>
                  <a:lnTo>
                    <a:pt x="14657" y="0"/>
                  </a:lnTo>
                  <a:cubicBezTo>
                    <a:pt x="14657" y="0"/>
                    <a:pt x="14156" y="750"/>
                    <a:pt x="13405" y="1922"/>
                  </a:cubicBezTo>
                  <a:cubicBezTo>
                    <a:pt x="12297" y="1595"/>
                    <a:pt x="11120" y="1470"/>
                    <a:pt x="9929" y="1584"/>
                  </a:cubicBezTo>
                  <a:cubicBezTo>
                    <a:pt x="9522" y="599"/>
                    <a:pt x="9257" y="0"/>
                    <a:pt x="9257" y="0"/>
                  </a:cubicBezTo>
                  <a:lnTo>
                    <a:pt x="6171" y="771"/>
                  </a:lnTo>
                  <a:cubicBezTo>
                    <a:pt x="6171" y="771"/>
                    <a:pt x="6283" y="1481"/>
                    <a:pt x="6492" y="2610"/>
                  </a:cubicBezTo>
                  <a:cubicBezTo>
                    <a:pt x="5420" y="3172"/>
                    <a:pt x="4494" y="3929"/>
                    <a:pt x="3740" y="4821"/>
                  </a:cubicBezTo>
                  <a:cubicBezTo>
                    <a:pt x="2414" y="4227"/>
                    <a:pt x="1543" y="3857"/>
                    <a:pt x="1543" y="3857"/>
                  </a:cubicBezTo>
                  <a:lnTo>
                    <a:pt x="0" y="6943"/>
                  </a:lnTo>
                  <a:cubicBezTo>
                    <a:pt x="0" y="6943"/>
                    <a:pt x="748" y="7450"/>
                    <a:pt x="1919" y="8207"/>
                  </a:cubicBezTo>
                  <a:cubicBezTo>
                    <a:pt x="1595" y="9313"/>
                    <a:pt x="1471" y="10485"/>
                    <a:pt x="1584" y="11672"/>
                  </a:cubicBezTo>
                  <a:cubicBezTo>
                    <a:pt x="599" y="12078"/>
                    <a:pt x="0" y="12343"/>
                    <a:pt x="0" y="12343"/>
                  </a:cubicBezTo>
                  <a:lnTo>
                    <a:pt x="771" y="15429"/>
                  </a:lnTo>
                  <a:cubicBezTo>
                    <a:pt x="771" y="15429"/>
                    <a:pt x="1480" y="15317"/>
                    <a:pt x="2609" y="15107"/>
                  </a:cubicBezTo>
                  <a:cubicBezTo>
                    <a:pt x="3172" y="16179"/>
                    <a:pt x="3928" y="17106"/>
                    <a:pt x="4820" y="17860"/>
                  </a:cubicBezTo>
                  <a:cubicBezTo>
                    <a:pt x="4227" y="19186"/>
                    <a:pt x="3857" y="20057"/>
                    <a:pt x="3857" y="20057"/>
                  </a:cubicBezTo>
                  <a:lnTo>
                    <a:pt x="6943" y="21600"/>
                  </a:lnTo>
                  <a:cubicBezTo>
                    <a:pt x="6943" y="21600"/>
                    <a:pt x="7449" y="20852"/>
                    <a:pt x="8206" y="19681"/>
                  </a:cubicBezTo>
                  <a:cubicBezTo>
                    <a:pt x="9312" y="20005"/>
                    <a:pt x="10485" y="20129"/>
                    <a:pt x="11672" y="20016"/>
                  </a:cubicBezTo>
                  <a:cubicBezTo>
                    <a:pt x="12078" y="21001"/>
                    <a:pt x="12343" y="21600"/>
                    <a:pt x="12343" y="21600"/>
                  </a:cubicBezTo>
                  <a:lnTo>
                    <a:pt x="15429" y="20829"/>
                  </a:lnTo>
                  <a:cubicBezTo>
                    <a:pt x="15429" y="20829"/>
                    <a:pt x="15317" y="20120"/>
                    <a:pt x="15107" y="18991"/>
                  </a:cubicBezTo>
                  <a:cubicBezTo>
                    <a:pt x="16176" y="18431"/>
                    <a:pt x="17099" y="17676"/>
                    <a:pt x="17852" y="16788"/>
                  </a:cubicBezTo>
                  <a:cubicBezTo>
                    <a:pt x="19183" y="17377"/>
                    <a:pt x="20057" y="17743"/>
                    <a:pt x="20057" y="17743"/>
                  </a:cubicBezTo>
                  <a:lnTo>
                    <a:pt x="21600" y="14657"/>
                  </a:lnTo>
                  <a:cubicBezTo>
                    <a:pt x="21600" y="14657"/>
                    <a:pt x="20851" y="14156"/>
                    <a:pt x="19678" y="13405"/>
                  </a:cubicBezTo>
                  <a:cubicBezTo>
                    <a:pt x="20005" y="12296"/>
                    <a:pt x="20130" y="11120"/>
                    <a:pt x="20016" y="993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15073" tIns="15073" rIns="15073" bIns="15073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49" name="Shape 34216">
              <a:extLst>
                <a:ext uri="{FF2B5EF4-FFF2-40B4-BE49-F238E27FC236}">
                  <a16:creationId xmlns:a16="http://schemas.microsoft.com/office/drawing/2014/main" id="{D88BDF44-FEE4-455C-AAD3-62E2FB068989}"/>
                </a:ext>
              </a:extLst>
            </p:cNvPr>
            <p:cNvSpPr/>
            <p:nvPr/>
          </p:nvSpPr>
          <p:spPr>
            <a:xfrm>
              <a:off x="11916931" y="8191128"/>
              <a:ext cx="792292" cy="5447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829" y="10800"/>
                  </a:moveTo>
                  <a:lnTo>
                    <a:pt x="14850" y="5891"/>
                  </a:lnTo>
                  <a:lnTo>
                    <a:pt x="18865" y="5891"/>
                  </a:lnTo>
                  <a:lnTo>
                    <a:pt x="20250" y="10800"/>
                  </a:lnTo>
                  <a:lnTo>
                    <a:pt x="14829" y="10800"/>
                  </a:lnTo>
                  <a:close/>
                  <a:moveTo>
                    <a:pt x="20250" y="5564"/>
                  </a:moveTo>
                  <a:cubicBezTo>
                    <a:pt x="19879" y="3856"/>
                    <a:pt x="18900" y="3919"/>
                    <a:pt x="18900" y="3919"/>
                  </a:cubicBezTo>
                  <a:lnTo>
                    <a:pt x="13495" y="3919"/>
                  </a:lnTo>
                  <a:lnTo>
                    <a:pt x="13495" y="18655"/>
                  </a:lnTo>
                  <a:lnTo>
                    <a:pt x="15525" y="18655"/>
                  </a:lnTo>
                  <a:cubicBezTo>
                    <a:pt x="15527" y="14736"/>
                    <a:pt x="16734" y="14727"/>
                    <a:pt x="18225" y="14728"/>
                  </a:cubicBezTo>
                  <a:cubicBezTo>
                    <a:pt x="19716" y="14728"/>
                    <a:pt x="20918" y="14757"/>
                    <a:pt x="20924" y="18655"/>
                  </a:cubicBezTo>
                  <a:lnTo>
                    <a:pt x="21600" y="18655"/>
                  </a:lnTo>
                  <a:lnTo>
                    <a:pt x="21600" y="10817"/>
                  </a:lnTo>
                  <a:cubicBezTo>
                    <a:pt x="21600" y="10817"/>
                    <a:pt x="20621" y="7272"/>
                    <a:pt x="20250" y="5564"/>
                  </a:cubicBezTo>
                  <a:close/>
                  <a:moveTo>
                    <a:pt x="12690" y="1964"/>
                  </a:moveTo>
                  <a:lnTo>
                    <a:pt x="12690" y="18655"/>
                  </a:lnTo>
                  <a:lnTo>
                    <a:pt x="6750" y="18655"/>
                  </a:lnTo>
                  <a:cubicBezTo>
                    <a:pt x="6750" y="14728"/>
                    <a:pt x="5541" y="14728"/>
                    <a:pt x="4050" y="14728"/>
                  </a:cubicBezTo>
                  <a:cubicBezTo>
                    <a:pt x="2559" y="14728"/>
                    <a:pt x="1350" y="14728"/>
                    <a:pt x="1350" y="18655"/>
                  </a:cubicBezTo>
                  <a:lnTo>
                    <a:pt x="0" y="18655"/>
                  </a:lnTo>
                  <a:lnTo>
                    <a:pt x="0" y="1964"/>
                  </a:lnTo>
                  <a:cubicBezTo>
                    <a:pt x="0" y="1421"/>
                    <a:pt x="151" y="931"/>
                    <a:pt x="395" y="575"/>
                  </a:cubicBezTo>
                  <a:cubicBezTo>
                    <a:pt x="640" y="220"/>
                    <a:pt x="977" y="0"/>
                    <a:pt x="1350" y="0"/>
                  </a:cubicBezTo>
                  <a:lnTo>
                    <a:pt x="11340" y="0"/>
                  </a:lnTo>
                  <a:cubicBezTo>
                    <a:pt x="11713" y="0"/>
                    <a:pt x="12050" y="220"/>
                    <a:pt x="12295" y="575"/>
                  </a:cubicBezTo>
                  <a:cubicBezTo>
                    <a:pt x="12539" y="931"/>
                    <a:pt x="12690" y="1421"/>
                    <a:pt x="12690" y="1964"/>
                  </a:cubicBezTo>
                  <a:close/>
                  <a:moveTo>
                    <a:pt x="4050" y="19636"/>
                  </a:moveTo>
                  <a:cubicBezTo>
                    <a:pt x="3677" y="19636"/>
                    <a:pt x="3375" y="19197"/>
                    <a:pt x="3375" y="18655"/>
                  </a:cubicBezTo>
                  <a:cubicBezTo>
                    <a:pt x="3375" y="18112"/>
                    <a:pt x="3677" y="17673"/>
                    <a:pt x="4050" y="17673"/>
                  </a:cubicBezTo>
                  <a:cubicBezTo>
                    <a:pt x="4423" y="17673"/>
                    <a:pt x="4725" y="18112"/>
                    <a:pt x="4725" y="18655"/>
                  </a:cubicBezTo>
                  <a:cubicBezTo>
                    <a:pt x="4725" y="19197"/>
                    <a:pt x="4423" y="19636"/>
                    <a:pt x="4050" y="19636"/>
                  </a:cubicBezTo>
                  <a:close/>
                  <a:moveTo>
                    <a:pt x="4050" y="15709"/>
                  </a:moveTo>
                  <a:cubicBezTo>
                    <a:pt x="2932" y="15709"/>
                    <a:pt x="2025" y="17028"/>
                    <a:pt x="2025" y="18655"/>
                  </a:cubicBezTo>
                  <a:cubicBezTo>
                    <a:pt x="2025" y="20281"/>
                    <a:pt x="2932" y="21600"/>
                    <a:pt x="4050" y="21600"/>
                  </a:cubicBezTo>
                  <a:cubicBezTo>
                    <a:pt x="5168" y="21600"/>
                    <a:pt x="6075" y="20281"/>
                    <a:pt x="6075" y="18655"/>
                  </a:cubicBezTo>
                  <a:cubicBezTo>
                    <a:pt x="6075" y="17028"/>
                    <a:pt x="5168" y="15709"/>
                    <a:pt x="4050" y="15709"/>
                  </a:cubicBezTo>
                  <a:close/>
                  <a:moveTo>
                    <a:pt x="18225" y="19636"/>
                  </a:moveTo>
                  <a:cubicBezTo>
                    <a:pt x="17852" y="19636"/>
                    <a:pt x="17550" y="19197"/>
                    <a:pt x="17550" y="18655"/>
                  </a:cubicBezTo>
                  <a:cubicBezTo>
                    <a:pt x="17550" y="18112"/>
                    <a:pt x="17852" y="17673"/>
                    <a:pt x="18225" y="17673"/>
                  </a:cubicBezTo>
                  <a:cubicBezTo>
                    <a:pt x="18598" y="17673"/>
                    <a:pt x="18900" y="18112"/>
                    <a:pt x="18900" y="18655"/>
                  </a:cubicBezTo>
                  <a:cubicBezTo>
                    <a:pt x="18900" y="19197"/>
                    <a:pt x="18598" y="19636"/>
                    <a:pt x="18225" y="19636"/>
                  </a:cubicBezTo>
                  <a:close/>
                  <a:moveTo>
                    <a:pt x="18225" y="15709"/>
                  </a:moveTo>
                  <a:cubicBezTo>
                    <a:pt x="17107" y="15709"/>
                    <a:pt x="16200" y="17028"/>
                    <a:pt x="16200" y="18655"/>
                  </a:cubicBezTo>
                  <a:cubicBezTo>
                    <a:pt x="16200" y="20281"/>
                    <a:pt x="17107" y="21600"/>
                    <a:pt x="18225" y="21600"/>
                  </a:cubicBezTo>
                  <a:cubicBezTo>
                    <a:pt x="19343" y="21600"/>
                    <a:pt x="20250" y="20281"/>
                    <a:pt x="20250" y="18655"/>
                  </a:cubicBezTo>
                  <a:cubicBezTo>
                    <a:pt x="20250" y="17028"/>
                    <a:pt x="19343" y="15709"/>
                    <a:pt x="18225" y="15709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15073" tIns="15073" rIns="15073" bIns="15073" numCol="1" anchor="b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50" name="Shape 34217">
              <a:extLst>
                <a:ext uri="{FF2B5EF4-FFF2-40B4-BE49-F238E27FC236}">
                  <a16:creationId xmlns:a16="http://schemas.microsoft.com/office/drawing/2014/main" id="{3DCB4754-CE12-46B7-B86D-0A5938FF2A8F}"/>
                </a:ext>
              </a:extLst>
            </p:cNvPr>
            <p:cNvSpPr/>
            <p:nvPr/>
          </p:nvSpPr>
          <p:spPr>
            <a:xfrm>
              <a:off x="12395335" y="3740451"/>
              <a:ext cx="693544" cy="9157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50" h="21600" extrusionOk="0">
                  <a:moveTo>
                    <a:pt x="16784" y="1264"/>
                  </a:moveTo>
                  <a:cubicBezTo>
                    <a:pt x="16363" y="1078"/>
                    <a:pt x="15824" y="1189"/>
                    <a:pt x="15581" y="1511"/>
                  </a:cubicBezTo>
                  <a:lnTo>
                    <a:pt x="14280" y="3236"/>
                  </a:lnTo>
                  <a:cubicBezTo>
                    <a:pt x="14867" y="3417"/>
                    <a:pt x="15381" y="3636"/>
                    <a:pt x="15831" y="3874"/>
                  </a:cubicBezTo>
                  <a:lnTo>
                    <a:pt x="17106" y="2185"/>
                  </a:lnTo>
                  <a:cubicBezTo>
                    <a:pt x="17349" y="1863"/>
                    <a:pt x="17205" y="1451"/>
                    <a:pt x="16784" y="1264"/>
                  </a:cubicBezTo>
                  <a:close/>
                  <a:moveTo>
                    <a:pt x="21233" y="4689"/>
                  </a:moveTo>
                  <a:cubicBezTo>
                    <a:pt x="20988" y="4366"/>
                    <a:pt x="20450" y="4256"/>
                    <a:pt x="20028" y="4442"/>
                  </a:cubicBezTo>
                  <a:lnTo>
                    <a:pt x="17841" y="5408"/>
                  </a:lnTo>
                  <a:cubicBezTo>
                    <a:pt x="18203" y="5799"/>
                    <a:pt x="18487" y="6197"/>
                    <a:pt x="18711" y="6581"/>
                  </a:cubicBezTo>
                  <a:lnTo>
                    <a:pt x="20909" y="5610"/>
                  </a:lnTo>
                  <a:cubicBezTo>
                    <a:pt x="21331" y="5423"/>
                    <a:pt x="21475" y="5012"/>
                    <a:pt x="21233" y="4689"/>
                  </a:cubicBezTo>
                  <a:close/>
                  <a:moveTo>
                    <a:pt x="1322" y="4393"/>
                  </a:moveTo>
                  <a:cubicBezTo>
                    <a:pt x="900" y="4207"/>
                    <a:pt x="362" y="4317"/>
                    <a:pt x="118" y="4640"/>
                  </a:cubicBezTo>
                  <a:cubicBezTo>
                    <a:pt x="-125" y="4963"/>
                    <a:pt x="19" y="5375"/>
                    <a:pt x="441" y="5561"/>
                  </a:cubicBezTo>
                  <a:lnTo>
                    <a:pt x="2633" y="6530"/>
                  </a:lnTo>
                  <a:cubicBezTo>
                    <a:pt x="2861" y="6146"/>
                    <a:pt x="3149" y="5751"/>
                    <a:pt x="3514" y="5362"/>
                  </a:cubicBezTo>
                  <a:cubicBezTo>
                    <a:pt x="3514" y="5362"/>
                    <a:pt x="1322" y="4393"/>
                    <a:pt x="1322" y="4393"/>
                  </a:cubicBezTo>
                  <a:close/>
                  <a:moveTo>
                    <a:pt x="5797" y="1483"/>
                  </a:moveTo>
                  <a:cubicBezTo>
                    <a:pt x="5553" y="1160"/>
                    <a:pt x="5015" y="1050"/>
                    <a:pt x="4593" y="1236"/>
                  </a:cubicBezTo>
                  <a:cubicBezTo>
                    <a:pt x="4173" y="1422"/>
                    <a:pt x="4029" y="1834"/>
                    <a:pt x="4272" y="2157"/>
                  </a:cubicBezTo>
                  <a:lnTo>
                    <a:pt x="5544" y="3843"/>
                  </a:lnTo>
                  <a:cubicBezTo>
                    <a:pt x="5997" y="3607"/>
                    <a:pt x="6514" y="3392"/>
                    <a:pt x="7103" y="3215"/>
                  </a:cubicBezTo>
                  <a:cubicBezTo>
                    <a:pt x="7103" y="3215"/>
                    <a:pt x="5797" y="1483"/>
                    <a:pt x="5797" y="1483"/>
                  </a:cubicBezTo>
                  <a:close/>
                  <a:moveTo>
                    <a:pt x="10693" y="0"/>
                  </a:moveTo>
                  <a:cubicBezTo>
                    <a:pt x="10208" y="0"/>
                    <a:pt x="9813" y="302"/>
                    <a:pt x="9813" y="674"/>
                  </a:cubicBezTo>
                  <a:lnTo>
                    <a:pt x="9813" y="2753"/>
                  </a:lnTo>
                  <a:cubicBezTo>
                    <a:pt x="10026" y="2740"/>
                    <a:pt x="11348" y="2744"/>
                    <a:pt x="11574" y="2758"/>
                  </a:cubicBezTo>
                  <a:lnTo>
                    <a:pt x="11574" y="674"/>
                  </a:lnTo>
                  <a:cubicBezTo>
                    <a:pt x="11574" y="302"/>
                    <a:pt x="11180" y="0"/>
                    <a:pt x="10693" y="0"/>
                  </a:cubicBezTo>
                  <a:close/>
                  <a:moveTo>
                    <a:pt x="18428" y="9068"/>
                  </a:moveTo>
                  <a:cubicBezTo>
                    <a:pt x="18228" y="7091"/>
                    <a:pt x="16423" y="3572"/>
                    <a:pt x="10662" y="3572"/>
                  </a:cubicBezTo>
                  <a:cubicBezTo>
                    <a:pt x="10661" y="3572"/>
                    <a:pt x="10660" y="3572"/>
                    <a:pt x="10659" y="3572"/>
                  </a:cubicBezTo>
                  <a:cubicBezTo>
                    <a:pt x="10658" y="3572"/>
                    <a:pt x="10658" y="3572"/>
                    <a:pt x="10657" y="3572"/>
                  </a:cubicBezTo>
                  <a:cubicBezTo>
                    <a:pt x="10656" y="3572"/>
                    <a:pt x="10655" y="3572"/>
                    <a:pt x="10655" y="3572"/>
                  </a:cubicBezTo>
                  <a:cubicBezTo>
                    <a:pt x="10654" y="3572"/>
                    <a:pt x="10653" y="3572"/>
                    <a:pt x="10652" y="3572"/>
                  </a:cubicBezTo>
                  <a:cubicBezTo>
                    <a:pt x="4890" y="3572"/>
                    <a:pt x="3086" y="7091"/>
                    <a:pt x="2886" y="9068"/>
                  </a:cubicBezTo>
                  <a:cubicBezTo>
                    <a:pt x="2715" y="10852"/>
                    <a:pt x="4327" y="12514"/>
                    <a:pt x="4510" y="12775"/>
                  </a:cubicBezTo>
                  <a:cubicBezTo>
                    <a:pt x="4810" y="13201"/>
                    <a:pt x="6695" y="14825"/>
                    <a:pt x="6762" y="15807"/>
                  </a:cubicBezTo>
                  <a:cubicBezTo>
                    <a:pt x="6855" y="17159"/>
                    <a:pt x="7070" y="17195"/>
                    <a:pt x="7930" y="17355"/>
                  </a:cubicBezTo>
                  <a:cubicBezTo>
                    <a:pt x="8807" y="17519"/>
                    <a:pt x="12507" y="17519"/>
                    <a:pt x="13383" y="17355"/>
                  </a:cubicBezTo>
                  <a:cubicBezTo>
                    <a:pt x="14243" y="17195"/>
                    <a:pt x="14459" y="17159"/>
                    <a:pt x="14552" y="15807"/>
                  </a:cubicBezTo>
                  <a:cubicBezTo>
                    <a:pt x="14619" y="14825"/>
                    <a:pt x="16504" y="13201"/>
                    <a:pt x="16803" y="12775"/>
                  </a:cubicBezTo>
                  <a:cubicBezTo>
                    <a:pt x="16987" y="12514"/>
                    <a:pt x="18599" y="10852"/>
                    <a:pt x="18428" y="9068"/>
                  </a:cubicBezTo>
                  <a:close/>
                  <a:moveTo>
                    <a:pt x="13756" y="19204"/>
                  </a:moveTo>
                  <a:cubicBezTo>
                    <a:pt x="13756" y="18991"/>
                    <a:pt x="13530" y="18817"/>
                    <a:pt x="13251" y="18817"/>
                  </a:cubicBezTo>
                  <a:lnTo>
                    <a:pt x="8063" y="18817"/>
                  </a:lnTo>
                  <a:cubicBezTo>
                    <a:pt x="7783" y="18817"/>
                    <a:pt x="7557" y="18991"/>
                    <a:pt x="7557" y="19204"/>
                  </a:cubicBezTo>
                  <a:lnTo>
                    <a:pt x="7557" y="19204"/>
                  </a:lnTo>
                  <a:cubicBezTo>
                    <a:pt x="7557" y="19418"/>
                    <a:pt x="7783" y="19591"/>
                    <a:pt x="8063" y="19591"/>
                  </a:cubicBezTo>
                  <a:lnTo>
                    <a:pt x="13251" y="19591"/>
                  </a:lnTo>
                  <a:cubicBezTo>
                    <a:pt x="13530" y="19591"/>
                    <a:pt x="13756" y="19418"/>
                    <a:pt x="13756" y="19204"/>
                  </a:cubicBezTo>
                  <a:cubicBezTo>
                    <a:pt x="13756" y="19204"/>
                    <a:pt x="13756" y="19204"/>
                    <a:pt x="13756" y="19204"/>
                  </a:cubicBezTo>
                  <a:close/>
                  <a:moveTo>
                    <a:pt x="13756" y="18147"/>
                  </a:moveTo>
                  <a:cubicBezTo>
                    <a:pt x="13756" y="17934"/>
                    <a:pt x="13530" y="17761"/>
                    <a:pt x="13251" y="17761"/>
                  </a:cubicBezTo>
                  <a:lnTo>
                    <a:pt x="8063" y="17761"/>
                  </a:lnTo>
                  <a:cubicBezTo>
                    <a:pt x="7783" y="17761"/>
                    <a:pt x="7557" y="17934"/>
                    <a:pt x="7557" y="18147"/>
                  </a:cubicBezTo>
                  <a:lnTo>
                    <a:pt x="7557" y="18147"/>
                  </a:lnTo>
                  <a:cubicBezTo>
                    <a:pt x="7557" y="18361"/>
                    <a:pt x="7783" y="18535"/>
                    <a:pt x="8063" y="18535"/>
                  </a:cubicBezTo>
                  <a:lnTo>
                    <a:pt x="13251" y="18535"/>
                  </a:lnTo>
                  <a:cubicBezTo>
                    <a:pt x="13530" y="18535"/>
                    <a:pt x="13756" y="18361"/>
                    <a:pt x="13756" y="18147"/>
                  </a:cubicBezTo>
                  <a:cubicBezTo>
                    <a:pt x="13756" y="18147"/>
                    <a:pt x="13756" y="18147"/>
                    <a:pt x="13756" y="18147"/>
                  </a:cubicBezTo>
                  <a:close/>
                  <a:moveTo>
                    <a:pt x="8400" y="19874"/>
                  </a:moveTo>
                  <a:lnTo>
                    <a:pt x="12913" y="19874"/>
                  </a:lnTo>
                  <a:cubicBezTo>
                    <a:pt x="12913" y="20827"/>
                    <a:pt x="11903" y="21600"/>
                    <a:pt x="10657" y="21600"/>
                  </a:cubicBezTo>
                  <a:cubicBezTo>
                    <a:pt x="9411" y="21600"/>
                    <a:pt x="8400" y="20827"/>
                    <a:pt x="8400" y="19874"/>
                  </a:cubicBezTo>
                  <a:close/>
                </a:path>
              </a:pathLst>
            </a:custGeom>
            <a:solidFill>
              <a:srgbClr val="00B0F0"/>
            </a:solidFill>
            <a:ln w="12700" cap="flat">
              <a:solidFill>
                <a:srgbClr val="00B0F0"/>
              </a:solidFill>
              <a:miter lim="400000"/>
            </a:ln>
            <a:effectLst/>
          </p:spPr>
          <p:txBody>
            <a:bodyPr wrap="square" lIns="0" tIns="0" rIns="0" bIns="0" numCol="1" anchor="b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51" name="Shape 34218">
              <a:extLst>
                <a:ext uri="{FF2B5EF4-FFF2-40B4-BE49-F238E27FC236}">
                  <a16:creationId xmlns:a16="http://schemas.microsoft.com/office/drawing/2014/main" id="{BC37F305-5646-434C-862F-6783D8F478A1}"/>
                </a:ext>
              </a:extLst>
            </p:cNvPr>
            <p:cNvSpPr/>
            <p:nvPr/>
          </p:nvSpPr>
          <p:spPr>
            <a:xfrm>
              <a:off x="11932702" y="12638103"/>
              <a:ext cx="408708" cy="30343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085" y="8532"/>
                  </a:moveTo>
                  <a:lnTo>
                    <a:pt x="17837" y="8637"/>
                  </a:lnTo>
                  <a:lnTo>
                    <a:pt x="17837" y="12781"/>
                  </a:lnTo>
                  <a:cubicBezTo>
                    <a:pt x="17837" y="13798"/>
                    <a:pt x="17539" y="14723"/>
                    <a:pt x="17049" y="15392"/>
                  </a:cubicBezTo>
                  <a:cubicBezTo>
                    <a:pt x="16550" y="16075"/>
                    <a:pt x="15855" y="16492"/>
                    <a:pt x="15079" y="16478"/>
                  </a:cubicBezTo>
                  <a:lnTo>
                    <a:pt x="9158" y="16478"/>
                  </a:lnTo>
                  <a:lnTo>
                    <a:pt x="9158" y="17810"/>
                  </a:lnTo>
                  <a:cubicBezTo>
                    <a:pt x="9158" y="18368"/>
                    <a:pt x="9328" y="18874"/>
                    <a:pt x="9602" y="19240"/>
                  </a:cubicBezTo>
                  <a:cubicBezTo>
                    <a:pt x="9876" y="19606"/>
                    <a:pt x="10255" y="19832"/>
                    <a:pt x="10673" y="19832"/>
                  </a:cubicBezTo>
                  <a:lnTo>
                    <a:pt x="16728" y="19832"/>
                  </a:lnTo>
                  <a:lnTo>
                    <a:pt x="19181" y="21600"/>
                  </a:lnTo>
                  <a:lnTo>
                    <a:pt x="19181" y="19832"/>
                  </a:lnTo>
                  <a:lnTo>
                    <a:pt x="20085" y="19832"/>
                  </a:lnTo>
                  <a:cubicBezTo>
                    <a:pt x="20503" y="19832"/>
                    <a:pt x="20882" y="19606"/>
                    <a:pt x="21156" y="19240"/>
                  </a:cubicBezTo>
                  <a:cubicBezTo>
                    <a:pt x="21430" y="18874"/>
                    <a:pt x="21600" y="18368"/>
                    <a:pt x="21600" y="17810"/>
                  </a:cubicBezTo>
                  <a:lnTo>
                    <a:pt x="21600" y="10554"/>
                  </a:lnTo>
                  <a:cubicBezTo>
                    <a:pt x="21600" y="9996"/>
                    <a:pt x="21430" y="9490"/>
                    <a:pt x="21156" y="9125"/>
                  </a:cubicBezTo>
                  <a:cubicBezTo>
                    <a:pt x="20882" y="8759"/>
                    <a:pt x="20503" y="8532"/>
                    <a:pt x="20085" y="8532"/>
                  </a:cubicBezTo>
                  <a:close/>
                  <a:moveTo>
                    <a:pt x="6912" y="15450"/>
                  </a:moveTo>
                  <a:lnTo>
                    <a:pt x="6689" y="15450"/>
                  </a:lnTo>
                  <a:lnTo>
                    <a:pt x="2592" y="18372"/>
                  </a:lnTo>
                  <a:lnTo>
                    <a:pt x="2592" y="15450"/>
                  </a:lnTo>
                  <a:lnTo>
                    <a:pt x="2074" y="15450"/>
                  </a:lnTo>
                  <a:cubicBezTo>
                    <a:pt x="1501" y="15450"/>
                    <a:pt x="983" y="15141"/>
                    <a:pt x="607" y="14640"/>
                  </a:cubicBezTo>
                  <a:cubicBezTo>
                    <a:pt x="232" y="14139"/>
                    <a:pt x="0" y="13447"/>
                    <a:pt x="0" y="12683"/>
                  </a:cubicBezTo>
                  <a:lnTo>
                    <a:pt x="0" y="2767"/>
                  </a:lnTo>
                  <a:cubicBezTo>
                    <a:pt x="0" y="2003"/>
                    <a:pt x="232" y="1311"/>
                    <a:pt x="607" y="811"/>
                  </a:cubicBezTo>
                  <a:cubicBezTo>
                    <a:pt x="983" y="310"/>
                    <a:pt x="1501" y="0"/>
                    <a:pt x="2074" y="0"/>
                  </a:cubicBezTo>
                  <a:lnTo>
                    <a:pt x="15034" y="0"/>
                  </a:lnTo>
                  <a:cubicBezTo>
                    <a:pt x="15606" y="0"/>
                    <a:pt x="16125" y="310"/>
                    <a:pt x="16500" y="811"/>
                  </a:cubicBezTo>
                  <a:cubicBezTo>
                    <a:pt x="16875" y="1311"/>
                    <a:pt x="17107" y="2003"/>
                    <a:pt x="17107" y="2767"/>
                  </a:cubicBezTo>
                  <a:lnTo>
                    <a:pt x="17107" y="4381"/>
                  </a:lnTo>
                  <a:lnTo>
                    <a:pt x="17107" y="8532"/>
                  </a:lnTo>
                  <a:lnTo>
                    <a:pt x="17107" y="12676"/>
                  </a:lnTo>
                  <a:cubicBezTo>
                    <a:pt x="17107" y="13441"/>
                    <a:pt x="16886" y="14134"/>
                    <a:pt x="16522" y="14637"/>
                  </a:cubicBezTo>
                  <a:cubicBezTo>
                    <a:pt x="16159" y="15139"/>
                    <a:pt x="15651" y="15450"/>
                    <a:pt x="15079" y="15450"/>
                  </a:cubicBezTo>
                  <a:lnTo>
                    <a:pt x="9158" y="15450"/>
                  </a:lnTo>
                  <a:lnTo>
                    <a:pt x="6912" y="1545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b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52" name="Shape 34219">
              <a:extLst>
                <a:ext uri="{FF2B5EF4-FFF2-40B4-BE49-F238E27FC236}">
                  <a16:creationId xmlns:a16="http://schemas.microsoft.com/office/drawing/2014/main" id="{922F1F8A-EC21-4CFE-94AA-B0C57664A87E}"/>
                </a:ext>
              </a:extLst>
            </p:cNvPr>
            <p:cNvSpPr/>
            <p:nvPr/>
          </p:nvSpPr>
          <p:spPr>
            <a:xfrm>
              <a:off x="11196245" y="10659511"/>
              <a:ext cx="389798" cy="4797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31" y="0"/>
                  </a:moveTo>
                  <a:cubicBezTo>
                    <a:pt x="372" y="0"/>
                    <a:pt x="0" y="302"/>
                    <a:pt x="0" y="675"/>
                  </a:cubicBezTo>
                  <a:cubicBezTo>
                    <a:pt x="0" y="1048"/>
                    <a:pt x="372" y="1350"/>
                    <a:pt x="831" y="1350"/>
                  </a:cubicBezTo>
                  <a:lnTo>
                    <a:pt x="20769" y="1350"/>
                  </a:lnTo>
                  <a:cubicBezTo>
                    <a:pt x="21228" y="1350"/>
                    <a:pt x="21600" y="1048"/>
                    <a:pt x="21600" y="675"/>
                  </a:cubicBezTo>
                  <a:cubicBezTo>
                    <a:pt x="21600" y="302"/>
                    <a:pt x="21228" y="0"/>
                    <a:pt x="20769" y="0"/>
                  </a:cubicBezTo>
                  <a:lnTo>
                    <a:pt x="831" y="0"/>
                  </a:lnTo>
                  <a:close/>
                  <a:moveTo>
                    <a:pt x="831" y="2025"/>
                  </a:moveTo>
                  <a:lnTo>
                    <a:pt x="831" y="15525"/>
                  </a:lnTo>
                  <a:cubicBezTo>
                    <a:pt x="831" y="15525"/>
                    <a:pt x="20769" y="15525"/>
                    <a:pt x="20769" y="15525"/>
                  </a:cubicBezTo>
                  <a:lnTo>
                    <a:pt x="20769" y="2025"/>
                  </a:lnTo>
                  <a:lnTo>
                    <a:pt x="831" y="2025"/>
                  </a:lnTo>
                  <a:close/>
                  <a:moveTo>
                    <a:pt x="15785" y="4050"/>
                  </a:moveTo>
                  <a:lnTo>
                    <a:pt x="18277" y="4050"/>
                  </a:lnTo>
                  <a:cubicBezTo>
                    <a:pt x="18277" y="4050"/>
                    <a:pt x="18277" y="13500"/>
                    <a:pt x="18277" y="13500"/>
                  </a:cubicBezTo>
                  <a:lnTo>
                    <a:pt x="15785" y="13500"/>
                  </a:lnTo>
                  <a:lnTo>
                    <a:pt x="15785" y="4050"/>
                  </a:lnTo>
                  <a:close/>
                  <a:moveTo>
                    <a:pt x="7477" y="6750"/>
                  </a:moveTo>
                  <a:lnTo>
                    <a:pt x="9969" y="6750"/>
                  </a:lnTo>
                  <a:cubicBezTo>
                    <a:pt x="9969" y="6750"/>
                    <a:pt x="9969" y="13500"/>
                    <a:pt x="9969" y="13500"/>
                  </a:cubicBezTo>
                  <a:lnTo>
                    <a:pt x="7477" y="13500"/>
                  </a:lnTo>
                  <a:lnTo>
                    <a:pt x="7477" y="6750"/>
                  </a:lnTo>
                  <a:close/>
                  <a:moveTo>
                    <a:pt x="11631" y="8775"/>
                  </a:moveTo>
                  <a:lnTo>
                    <a:pt x="14123" y="8775"/>
                  </a:lnTo>
                  <a:cubicBezTo>
                    <a:pt x="14123" y="8775"/>
                    <a:pt x="14123" y="13500"/>
                    <a:pt x="14123" y="13500"/>
                  </a:cubicBezTo>
                  <a:lnTo>
                    <a:pt x="11631" y="13500"/>
                  </a:lnTo>
                  <a:lnTo>
                    <a:pt x="11631" y="8775"/>
                  </a:lnTo>
                  <a:close/>
                  <a:moveTo>
                    <a:pt x="3323" y="10800"/>
                  </a:moveTo>
                  <a:lnTo>
                    <a:pt x="5815" y="10800"/>
                  </a:lnTo>
                  <a:cubicBezTo>
                    <a:pt x="5815" y="10800"/>
                    <a:pt x="5815" y="13500"/>
                    <a:pt x="5815" y="13500"/>
                  </a:cubicBezTo>
                  <a:lnTo>
                    <a:pt x="3323" y="13500"/>
                  </a:lnTo>
                  <a:lnTo>
                    <a:pt x="3323" y="10800"/>
                  </a:lnTo>
                  <a:close/>
                  <a:moveTo>
                    <a:pt x="3323" y="16200"/>
                  </a:moveTo>
                  <a:lnTo>
                    <a:pt x="1662" y="21600"/>
                  </a:lnTo>
                  <a:lnTo>
                    <a:pt x="3323" y="21600"/>
                  </a:lnTo>
                  <a:lnTo>
                    <a:pt x="4985" y="16200"/>
                  </a:lnTo>
                  <a:cubicBezTo>
                    <a:pt x="4985" y="16200"/>
                    <a:pt x="3323" y="16200"/>
                    <a:pt x="3323" y="16200"/>
                  </a:cubicBezTo>
                  <a:close/>
                  <a:moveTo>
                    <a:pt x="9969" y="16200"/>
                  </a:moveTo>
                  <a:lnTo>
                    <a:pt x="9969" y="21600"/>
                  </a:lnTo>
                  <a:lnTo>
                    <a:pt x="11615" y="21600"/>
                  </a:lnTo>
                  <a:cubicBezTo>
                    <a:pt x="11615" y="21600"/>
                    <a:pt x="11631" y="16200"/>
                    <a:pt x="11631" y="16200"/>
                  </a:cubicBezTo>
                  <a:lnTo>
                    <a:pt x="9969" y="16200"/>
                  </a:lnTo>
                  <a:close/>
                  <a:moveTo>
                    <a:pt x="16615" y="16200"/>
                  </a:moveTo>
                  <a:lnTo>
                    <a:pt x="18277" y="21600"/>
                  </a:lnTo>
                  <a:lnTo>
                    <a:pt x="19938" y="21600"/>
                  </a:lnTo>
                  <a:cubicBezTo>
                    <a:pt x="19938" y="21600"/>
                    <a:pt x="18277" y="16200"/>
                    <a:pt x="18277" y="16200"/>
                  </a:cubicBezTo>
                  <a:lnTo>
                    <a:pt x="16615" y="1620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53" name="Shape 34220">
              <a:extLst>
                <a:ext uri="{FF2B5EF4-FFF2-40B4-BE49-F238E27FC236}">
                  <a16:creationId xmlns:a16="http://schemas.microsoft.com/office/drawing/2014/main" id="{C67FEBAC-4FDA-4888-A68E-EE1855533665}"/>
                </a:ext>
              </a:extLst>
            </p:cNvPr>
            <p:cNvSpPr/>
            <p:nvPr/>
          </p:nvSpPr>
          <p:spPr>
            <a:xfrm>
              <a:off x="12966575" y="6806559"/>
              <a:ext cx="589416" cy="7782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50" h="21600" extrusionOk="0">
                  <a:moveTo>
                    <a:pt x="16784" y="1264"/>
                  </a:moveTo>
                  <a:cubicBezTo>
                    <a:pt x="16363" y="1078"/>
                    <a:pt x="15824" y="1189"/>
                    <a:pt x="15581" y="1511"/>
                  </a:cubicBezTo>
                  <a:lnTo>
                    <a:pt x="14280" y="3236"/>
                  </a:lnTo>
                  <a:cubicBezTo>
                    <a:pt x="14867" y="3417"/>
                    <a:pt x="15381" y="3636"/>
                    <a:pt x="15831" y="3874"/>
                  </a:cubicBezTo>
                  <a:lnTo>
                    <a:pt x="17106" y="2185"/>
                  </a:lnTo>
                  <a:cubicBezTo>
                    <a:pt x="17349" y="1863"/>
                    <a:pt x="17205" y="1451"/>
                    <a:pt x="16784" y="1264"/>
                  </a:cubicBezTo>
                  <a:close/>
                  <a:moveTo>
                    <a:pt x="21233" y="4689"/>
                  </a:moveTo>
                  <a:cubicBezTo>
                    <a:pt x="20988" y="4366"/>
                    <a:pt x="20450" y="4256"/>
                    <a:pt x="20028" y="4442"/>
                  </a:cubicBezTo>
                  <a:lnTo>
                    <a:pt x="17841" y="5408"/>
                  </a:lnTo>
                  <a:cubicBezTo>
                    <a:pt x="18203" y="5799"/>
                    <a:pt x="18487" y="6197"/>
                    <a:pt x="18711" y="6581"/>
                  </a:cubicBezTo>
                  <a:lnTo>
                    <a:pt x="20909" y="5610"/>
                  </a:lnTo>
                  <a:cubicBezTo>
                    <a:pt x="21331" y="5423"/>
                    <a:pt x="21475" y="5012"/>
                    <a:pt x="21233" y="4689"/>
                  </a:cubicBezTo>
                  <a:close/>
                  <a:moveTo>
                    <a:pt x="1322" y="4393"/>
                  </a:moveTo>
                  <a:cubicBezTo>
                    <a:pt x="900" y="4207"/>
                    <a:pt x="362" y="4317"/>
                    <a:pt x="118" y="4640"/>
                  </a:cubicBezTo>
                  <a:cubicBezTo>
                    <a:pt x="-125" y="4963"/>
                    <a:pt x="19" y="5375"/>
                    <a:pt x="441" y="5561"/>
                  </a:cubicBezTo>
                  <a:lnTo>
                    <a:pt x="2633" y="6530"/>
                  </a:lnTo>
                  <a:cubicBezTo>
                    <a:pt x="2861" y="6146"/>
                    <a:pt x="3149" y="5751"/>
                    <a:pt x="3514" y="5362"/>
                  </a:cubicBezTo>
                  <a:cubicBezTo>
                    <a:pt x="3514" y="5362"/>
                    <a:pt x="1322" y="4393"/>
                    <a:pt x="1322" y="4393"/>
                  </a:cubicBezTo>
                  <a:close/>
                  <a:moveTo>
                    <a:pt x="5797" y="1483"/>
                  </a:moveTo>
                  <a:cubicBezTo>
                    <a:pt x="5553" y="1160"/>
                    <a:pt x="5015" y="1050"/>
                    <a:pt x="4593" y="1236"/>
                  </a:cubicBezTo>
                  <a:cubicBezTo>
                    <a:pt x="4173" y="1422"/>
                    <a:pt x="4029" y="1834"/>
                    <a:pt x="4272" y="2157"/>
                  </a:cubicBezTo>
                  <a:lnTo>
                    <a:pt x="5544" y="3843"/>
                  </a:lnTo>
                  <a:cubicBezTo>
                    <a:pt x="5997" y="3607"/>
                    <a:pt x="6514" y="3392"/>
                    <a:pt x="7103" y="3215"/>
                  </a:cubicBezTo>
                  <a:cubicBezTo>
                    <a:pt x="7103" y="3215"/>
                    <a:pt x="5797" y="1483"/>
                    <a:pt x="5797" y="1483"/>
                  </a:cubicBezTo>
                  <a:close/>
                  <a:moveTo>
                    <a:pt x="10693" y="0"/>
                  </a:moveTo>
                  <a:cubicBezTo>
                    <a:pt x="10208" y="0"/>
                    <a:pt x="9813" y="302"/>
                    <a:pt x="9813" y="674"/>
                  </a:cubicBezTo>
                  <a:lnTo>
                    <a:pt x="9813" y="2753"/>
                  </a:lnTo>
                  <a:cubicBezTo>
                    <a:pt x="10026" y="2740"/>
                    <a:pt x="11348" y="2744"/>
                    <a:pt x="11574" y="2758"/>
                  </a:cubicBezTo>
                  <a:lnTo>
                    <a:pt x="11574" y="674"/>
                  </a:lnTo>
                  <a:cubicBezTo>
                    <a:pt x="11574" y="302"/>
                    <a:pt x="11180" y="0"/>
                    <a:pt x="10693" y="0"/>
                  </a:cubicBezTo>
                  <a:close/>
                  <a:moveTo>
                    <a:pt x="18428" y="9068"/>
                  </a:moveTo>
                  <a:cubicBezTo>
                    <a:pt x="18228" y="7091"/>
                    <a:pt x="16423" y="3572"/>
                    <a:pt x="10662" y="3572"/>
                  </a:cubicBezTo>
                  <a:cubicBezTo>
                    <a:pt x="10661" y="3572"/>
                    <a:pt x="10660" y="3572"/>
                    <a:pt x="10659" y="3572"/>
                  </a:cubicBezTo>
                  <a:cubicBezTo>
                    <a:pt x="10658" y="3572"/>
                    <a:pt x="10658" y="3572"/>
                    <a:pt x="10657" y="3572"/>
                  </a:cubicBezTo>
                  <a:cubicBezTo>
                    <a:pt x="10656" y="3572"/>
                    <a:pt x="10655" y="3572"/>
                    <a:pt x="10655" y="3572"/>
                  </a:cubicBezTo>
                  <a:cubicBezTo>
                    <a:pt x="10654" y="3572"/>
                    <a:pt x="10653" y="3572"/>
                    <a:pt x="10652" y="3572"/>
                  </a:cubicBezTo>
                  <a:cubicBezTo>
                    <a:pt x="4890" y="3572"/>
                    <a:pt x="3086" y="7091"/>
                    <a:pt x="2886" y="9068"/>
                  </a:cubicBezTo>
                  <a:cubicBezTo>
                    <a:pt x="2715" y="10852"/>
                    <a:pt x="4327" y="12514"/>
                    <a:pt x="4510" y="12775"/>
                  </a:cubicBezTo>
                  <a:cubicBezTo>
                    <a:pt x="4810" y="13201"/>
                    <a:pt x="6695" y="14825"/>
                    <a:pt x="6762" y="15807"/>
                  </a:cubicBezTo>
                  <a:cubicBezTo>
                    <a:pt x="6855" y="17159"/>
                    <a:pt x="7070" y="17195"/>
                    <a:pt x="7930" y="17355"/>
                  </a:cubicBezTo>
                  <a:cubicBezTo>
                    <a:pt x="8807" y="17519"/>
                    <a:pt x="12507" y="17519"/>
                    <a:pt x="13383" y="17355"/>
                  </a:cubicBezTo>
                  <a:cubicBezTo>
                    <a:pt x="14243" y="17195"/>
                    <a:pt x="14459" y="17159"/>
                    <a:pt x="14552" y="15807"/>
                  </a:cubicBezTo>
                  <a:cubicBezTo>
                    <a:pt x="14619" y="14825"/>
                    <a:pt x="16504" y="13201"/>
                    <a:pt x="16803" y="12775"/>
                  </a:cubicBezTo>
                  <a:cubicBezTo>
                    <a:pt x="16987" y="12514"/>
                    <a:pt x="18599" y="10852"/>
                    <a:pt x="18428" y="9068"/>
                  </a:cubicBezTo>
                  <a:close/>
                  <a:moveTo>
                    <a:pt x="13756" y="19204"/>
                  </a:moveTo>
                  <a:cubicBezTo>
                    <a:pt x="13756" y="18991"/>
                    <a:pt x="13530" y="18817"/>
                    <a:pt x="13251" y="18817"/>
                  </a:cubicBezTo>
                  <a:lnTo>
                    <a:pt x="8063" y="18817"/>
                  </a:lnTo>
                  <a:cubicBezTo>
                    <a:pt x="7783" y="18817"/>
                    <a:pt x="7557" y="18991"/>
                    <a:pt x="7557" y="19204"/>
                  </a:cubicBezTo>
                  <a:lnTo>
                    <a:pt x="7557" y="19204"/>
                  </a:lnTo>
                  <a:cubicBezTo>
                    <a:pt x="7557" y="19418"/>
                    <a:pt x="7783" y="19591"/>
                    <a:pt x="8063" y="19591"/>
                  </a:cubicBezTo>
                  <a:lnTo>
                    <a:pt x="13251" y="19591"/>
                  </a:lnTo>
                  <a:cubicBezTo>
                    <a:pt x="13530" y="19591"/>
                    <a:pt x="13756" y="19418"/>
                    <a:pt x="13756" y="19204"/>
                  </a:cubicBezTo>
                  <a:cubicBezTo>
                    <a:pt x="13756" y="19204"/>
                    <a:pt x="13756" y="19204"/>
                    <a:pt x="13756" y="19204"/>
                  </a:cubicBezTo>
                  <a:close/>
                  <a:moveTo>
                    <a:pt x="13756" y="18147"/>
                  </a:moveTo>
                  <a:cubicBezTo>
                    <a:pt x="13756" y="17934"/>
                    <a:pt x="13530" y="17761"/>
                    <a:pt x="13251" y="17761"/>
                  </a:cubicBezTo>
                  <a:lnTo>
                    <a:pt x="8063" y="17761"/>
                  </a:lnTo>
                  <a:cubicBezTo>
                    <a:pt x="7783" y="17761"/>
                    <a:pt x="7557" y="17934"/>
                    <a:pt x="7557" y="18147"/>
                  </a:cubicBezTo>
                  <a:lnTo>
                    <a:pt x="7557" y="18147"/>
                  </a:lnTo>
                  <a:cubicBezTo>
                    <a:pt x="7557" y="18361"/>
                    <a:pt x="7783" y="18535"/>
                    <a:pt x="8063" y="18535"/>
                  </a:cubicBezTo>
                  <a:lnTo>
                    <a:pt x="13251" y="18535"/>
                  </a:lnTo>
                  <a:cubicBezTo>
                    <a:pt x="13530" y="18535"/>
                    <a:pt x="13756" y="18361"/>
                    <a:pt x="13756" y="18147"/>
                  </a:cubicBezTo>
                  <a:cubicBezTo>
                    <a:pt x="13756" y="18147"/>
                    <a:pt x="13756" y="18147"/>
                    <a:pt x="13756" y="18147"/>
                  </a:cubicBezTo>
                  <a:close/>
                  <a:moveTo>
                    <a:pt x="8400" y="19874"/>
                  </a:moveTo>
                  <a:lnTo>
                    <a:pt x="12913" y="19874"/>
                  </a:lnTo>
                  <a:cubicBezTo>
                    <a:pt x="12913" y="20827"/>
                    <a:pt x="11903" y="21600"/>
                    <a:pt x="10657" y="21600"/>
                  </a:cubicBezTo>
                  <a:cubicBezTo>
                    <a:pt x="9411" y="21600"/>
                    <a:pt x="8400" y="20827"/>
                    <a:pt x="8400" y="19874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b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54" name="Shape 34221">
              <a:extLst>
                <a:ext uri="{FF2B5EF4-FFF2-40B4-BE49-F238E27FC236}">
                  <a16:creationId xmlns:a16="http://schemas.microsoft.com/office/drawing/2014/main" id="{3E7BA551-B06D-4FE4-97F8-7688D8648651}"/>
                </a:ext>
              </a:extLst>
            </p:cNvPr>
            <p:cNvSpPr/>
            <p:nvPr/>
          </p:nvSpPr>
          <p:spPr>
            <a:xfrm>
              <a:off x="11922329" y="9268053"/>
              <a:ext cx="476450" cy="62912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50" h="21600" extrusionOk="0">
                  <a:moveTo>
                    <a:pt x="16784" y="1264"/>
                  </a:moveTo>
                  <a:cubicBezTo>
                    <a:pt x="16363" y="1078"/>
                    <a:pt x="15824" y="1189"/>
                    <a:pt x="15581" y="1511"/>
                  </a:cubicBezTo>
                  <a:lnTo>
                    <a:pt x="14280" y="3236"/>
                  </a:lnTo>
                  <a:cubicBezTo>
                    <a:pt x="14867" y="3417"/>
                    <a:pt x="15381" y="3636"/>
                    <a:pt x="15831" y="3874"/>
                  </a:cubicBezTo>
                  <a:lnTo>
                    <a:pt x="17106" y="2185"/>
                  </a:lnTo>
                  <a:cubicBezTo>
                    <a:pt x="17349" y="1863"/>
                    <a:pt x="17205" y="1451"/>
                    <a:pt x="16784" y="1264"/>
                  </a:cubicBezTo>
                  <a:close/>
                  <a:moveTo>
                    <a:pt x="21233" y="4689"/>
                  </a:moveTo>
                  <a:cubicBezTo>
                    <a:pt x="20988" y="4366"/>
                    <a:pt x="20450" y="4256"/>
                    <a:pt x="20028" y="4442"/>
                  </a:cubicBezTo>
                  <a:lnTo>
                    <a:pt x="17841" y="5408"/>
                  </a:lnTo>
                  <a:cubicBezTo>
                    <a:pt x="18203" y="5799"/>
                    <a:pt x="18487" y="6197"/>
                    <a:pt x="18711" y="6581"/>
                  </a:cubicBezTo>
                  <a:lnTo>
                    <a:pt x="20909" y="5610"/>
                  </a:lnTo>
                  <a:cubicBezTo>
                    <a:pt x="21331" y="5423"/>
                    <a:pt x="21475" y="5012"/>
                    <a:pt x="21233" y="4689"/>
                  </a:cubicBezTo>
                  <a:close/>
                  <a:moveTo>
                    <a:pt x="1322" y="4393"/>
                  </a:moveTo>
                  <a:cubicBezTo>
                    <a:pt x="900" y="4207"/>
                    <a:pt x="362" y="4317"/>
                    <a:pt x="118" y="4640"/>
                  </a:cubicBezTo>
                  <a:cubicBezTo>
                    <a:pt x="-125" y="4963"/>
                    <a:pt x="19" y="5375"/>
                    <a:pt x="441" y="5561"/>
                  </a:cubicBezTo>
                  <a:lnTo>
                    <a:pt x="2633" y="6530"/>
                  </a:lnTo>
                  <a:cubicBezTo>
                    <a:pt x="2861" y="6146"/>
                    <a:pt x="3149" y="5751"/>
                    <a:pt x="3514" y="5362"/>
                  </a:cubicBezTo>
                  <a:cubicBezTo>
                    <a:pt x="3514" y="5362"/>
                    <a:pt x="1322" y="4393"/>
                    <a:pt x="1322" y="4393"/>
                  </a:cubicBezTo>
                  <a:close/>
                  <a:moveTo>
                    <a:pt x="5797" y="1483"/>
                  </a:moveTo>
                  <a:cubicBezTo>
                    <a:pt x="5553" y="1160"/>
                    <a:pt x="5015" y="1050"/>
                    <a:pt x="4593" y="1236"/>
                  </a:cubicBezTo>
                  <a:cubicBezTo>
                    <a:pt x="4173" y="1422"/>
                    <a:pt x="4029" y="1834"/>
                    <a:pt x="4272" y="2157"/>
                  </a:cubicBezTo>
                  <a:lnTo>
                    <a:pt x="5544" y="3843"/>
                  </a:lnTo>
                  <a:cubicBezTo>
                    <a:pt x="5997" y="3607"/>
                    <a:pt x="6514" y="3392"/>
                    <a:pt x="7103" y="3215"/>
                  </a:cubicBezTo>
                  <a:cubicBezTo>
                    <a:pt x="7103" y="3215"/>
                    <a:pt x="5797" y="1483"/>
                    <a:pt x="5797" y="1483"/>
                  </a:cubicBezTo>
                  <a:close/>
                  <a:moveTo>
                    <a:pt x="10693" y="0"/>
                  </a:moveTo>
                  <a:cubicBezTo>
                    <a:pt x="10208" y="0"/>
                    <a:pt x="9813" y="302"/>
                    <a:pt x="9813" y="674"/>
                  </a:cubicBezTo>
                  <a:lnTo>
                    <a:pt x="9813" y="2753"/>
                  </a:lnTo>
                  <a:cubicBezTo>
                    <a:pt x="10026" y="2740"/>
                    <a:pt x="11348" y="2744"/>
                    <a:pt x="11574" y="2758"/>
                  </a:cubicBezTo>
                  <a:lnTo>
                    <a:pt x="11574" y="674"/>
                  </a:lnTo>
                  <a:cubicBezTo>
                    <a:pt x="11574" y="302"/>
                    <a:pt x="11180" y="0"/>
                    <a:pt x="10693" y="0"/>
                  </a:cubicBezTo>
                  <a:close/>
                  <a:moveTo>
                    <a:pt x="18428" y="9068"/>
                  </a:moveTo>
                  <a:cubicBezTo>
                    <a:pt x="18228" y="7091"/>
                    <a:pt x="16423" y="3572"/>
                    <a:pt x="10662" y="3572"/>
                  </a:cubicBezTo>
                  <a:cubicBezTo>
                    <a:pt x="10661" y="3572"/>
                    <a:pt x="10660" y="3572"/>
                    <a:pt x="10659" y="3572"/>
                  </a:cubicBezTo>
                  <a:cubicBezTo>
                    <a:pt x="10658" y="3572"/>
                    <a:pt x="10658" y="3572"/>
                    <a:pt x="10657" y="3572"/>
                  </a:cubicBezTo>
                  <a:cubicBezTo>
                    <a:pt x="10656" y="3572"/>
                    <a:pt x="10655" y="3572"/>
                    <a:pt x="10655" y="3572"/>
                  </a:cubicBezTo>
                  <a:cubicBezTo>
                    <a:pt x="10654" y="3572"/>
                    <a:pt x="10653" y="3572"/>
                    <a:pt x="10652" y="3572"/>
                  </a:cubicBezTo>
                  <a:cubicBezTo>
                    <a:pt x="4890" y="3572"/>
                    <a:pt x="3086" y="7091"/>
                    <a:pt x="2886" y="9068"/>
                  </a:cubicBezTo>
                  <a:cubicBezTo>
                    <a:pt x="2715" y="10852"/>
                    <a:pt x="4327" y="12514"/>
                    <a:pt x="4510" y="12775"/>
                  </a:cubicBezTo>
                  <a:cubicBezTo>
                    <a:pt x="4810" y="13201"/>
                    <a:pt x="6695" y="14825"/>
                    <a:pt x="6762" y="15807"/>
                  </a:cubicBezTo>
                  <a:cubicBezTo>
                    <a:pt x="6855" y="17159"/>
                    <a:pt x="7070" y="17195"/>
                    <a:pt x="7930" y="17355"/>
                  </a:cubicBezTo>
                  <a:cubicBezTo>
                    <a:pt x="8807" y="17519"/>
                    <a:pt x="12507" y="17519"/>
                    <a:pt x="13383" y="17355"/>
                  </a:cubicBezTo>
                  <a:cubicBezTo>
                    <a:pt x="14243" y="17195"/>
                    <a:pt x="14459" y="17159"/>
                    <a:pt x="14552" y="15807"/>
                  </a:cubicBezTo>
                  <a:cubicBezTo>
                    <a:pt x="14619" y="14825"/>
                    <a:pt x="16504" y="13201"/>
                    <a:pt x="16803" y="12775"/>
                  </a:cubicBezTo>
                  <a:cubicBezTo>
                    <a:pt x="16987" y="12514"/>
                    <a:pt x="18599" y="10852"/>
                    <a:pt x="18428" y="9068"/>
                  </a:cubicBezTo>
                  <a:close/>
                  <a:moveTo>
                    <a:pt x="13756" y="19204"/>
                  </a:moveTo>
                  <a:cubicBezTo>
                    <a:pt x="13756" y="18991"/>
                    <a:pt x="13530" y="18817"/>
                    <a:pt x="13251" y="18817"/>
                  </a:cubicBezTo>
                  <a:lnTo>
                    <a:pt x="8063" y="18817"/>
                  </a:lnTo>
                  <a:cubicBezTo>
                    <a:pt x="7783" y="18817"/>
                    <a:pt x="7557" y="18991"/>
                    <a:pt x="7557" y="19204"/>
                  </a:cubicBezTo>
                  <a:lnTo>
                    <a:pt x="7557" y="19204"/>
                  </a:lnTo>
                  <a:cubicBezTo>
                    <a:pt x="7557" y="19418"/>
                    <a:pt x="7783" y="19591"/>
                    <a:pt x="8063" y="19591"/>
                  </a:cubicBezTo>
                  <a:lnTo>
                    <a:pt x="13251" y="19591"/>
                  </a:lnTo>
                  <a:cubicBezTo>
                    <a:pt x="13530" y="19591"/>
                    <a:pt x="13756" y="19418"/>
                    <a:pt x="13756" y="19204"/>
                  </a:cubicBezTo>
                  <a:cubicBezTo>
                    <a:pt x="13756" y="19204"/>
                    <a:pt x="13756" y="19204"/>
                    <a:pt x="13756" y="19204"/>
                  </a:cubicBezTo>
                  <a:close/>
                  <a:moveTo>
                    <a:pt x="13756" y="18147"/>
                  </a:moveTo>
                  <a:cubicBezTo>
                    <a:pt x="13756" y="17934"/>
                    <a:pt x="13530" y="17761"/>
                    <a:pt x="13251" y="17761"/>
                  </a:cubicBezTo>
                  <a:lnTo>
                    <a:pt x="8063" y="17761"/>
                  </a:lnTo>
                  <a:cubicBezTo>
                    <a:pt x="7783" y="17761"/>
                    <a:pt x="7557" y="17934"/>
                    <a:pt x="7557" y="18147"/>
                  </a:cubicBezTo>
                  <a:lnTo>
                    <a:pt x="7557" y="18147"/>
                  </a:lnTo>
                  <a:cubicBezTo>
                    <a:pt x="7557" y="18361"/>
                    <a:pt x="7783" y="18535"/>
                    <a:pt x="8063" y="18535"/>
                  </a:cubicBezTo>
                  <a:lnTo>
                    <a:pt x="13251" y="18535"/>
                  </a:lnTo>
                  <a:cubicBezTo>
                    <a:pt x="13530" y="18535"/>
                    <a:pt x="13756" y="18361"/>
                    <a:pt x="13756" y="18147"/>
                  </a:cubicBezTo>
                  <a:cubicBezTo>
                    <a:pt x="13756" y="18147"/>
                    <a:pt x="13756" y="18147"/>
                    <a:pt x="13756" y="18147"/>
                  </a:cubicBezTo>
                  <a:close/>
                  <a:moveTo>
                    <a:pt x="8400" y="19874"/>
                  </a:moveTo>
                  <a:lnTo>
                    <a:pt x="12913" y="19874"/>
                  </a:lnTo>
                  <a:cubicBezTo>
                    <a:pt x="12913" y="20827"/>
                    <a:pt x="11903" y="21600"/>
                    <a:pt x="10657" y="21600"/>
                  </a:cubicBezTo>
                  <a:cubicBezTo>
                    <a:pt x="9411" y="21600"/>
                    <a:pt x="8400" y="20827"/>
                    <a:pt x="8400" y="19874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b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55" name="Shape 34222">
              <a:extLst>
                <a:ext uri="{FF2B5EF4-FFF2-40B4-BE49-F238E27FC236}">
                  <a16:creationId xmlns:a16="http://schemas.microsoft.com/office/drawing/2014/main" id="{D6D14C92-6CC7-48B7-A0E5-5801F672CBDF}"/>
                </a:ext>
              </a:extLst>
            </p:cNvPr>
            <p:cNvSpPr/>
            <p:nvPr/>
          </p:nvSpPr>
          <p:spPr>
            <a:xfrm>
              <a:off x="11993787" y="10946019"/>
              <a:ext cx="447534" cy="4474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17" h="21317" extrusionOk="0">
                  <a:moveTo>
                    <a:pt x="7792" y="27"/>
                  </a:moveTo>
                  <a:cubicBezTo>
                    <a:pt x="7372" y="141"/>
                    <a:pt x="7122" y="573"/>
                    <a:pt x="7234" y="993"/>
                  </a:cubicBezTo>
                  <a:lnTo>
                    <a:pt x="7836" y="3244"/>
                  </a:lnTo>
                  <a:cubicBezTo>
                    <a:pt x="8357" y="3022"/>
                    <a:pt x="8864" y="2878"/>
                    <a:pt x="9346" y="2789"/>
                  </a:cubicBezTo>
                  <a:lnTo>
                    <a:pt x="8758" y="585"/>
                  </a:lnTo>
                  <a:cubicBezTo>
                    <a:pt x="8645" y="164"/>
                    <a:pt x="8213" y="-85"/>
                    <a:pt x="7792" y="27"/>
                  </a:cubicBezTo>
                  <a:close/>
                  <a:moveTo>
                    <a:pt x="13442" y="41"/>
                  </a:moveTo>
                  <a:cubicBezTo>
                    <a:pt x="13020" y="-71"/>
                    <a:pt x="12588" y="179"/>
                    <a:pt x="12475" y="600"/>
                  </a:cubicBezTo>
                  <a:lnTo>
                    <a:pt x="11888" y="2784"/>
                  </a:lnTo>
                  <a:cubicBezTo>
                    <a:pt x="12441" y="2878"/>
                    <a:pt x="12949" y="3027"/>
                    <a:pt x="13408" y="3203"/>
                  </a:cubicBezTo>
                  <a:lnTo>
                    <a:pt x="13998" y="1007"/>
                  </a:lnTo>
                  <a:cubicBezTo>
                    <a:pt x="14110" y="585"/>
                    <a:pt x="13862" y="154"/>
                    <a:pt x="13442" y="41"/>
                  </a:cubicBezTo>
                  <a:close/>
                  <a:moveTo>
                    <a:pt x="585" y="12411"/>
                  </a:moveTo>
                  <a:cubicBezTo>
                    <a:pt x="164" y="12524"/>
                    <a:pt x="-86" y="12956"/>
                    <a:pt x="27" y="13377"/>
                  </a:cubicBezTo>
                  <a:cubicBezTo>
                    <a:pt x="139" y="13798"/>
                    <a:pt x="571" y="14047"/>
                    <a:pt x="992" y="13934"/>
                  </a:cubicBezTo>
                  <a:lnTo>
                    <a:pt x="3181" y="13347"/>
                  </a:lnTo>
                  <a:cubicBezTo>
                    <a:pt x="3009" y="12885"/>
                    <a:pt x="2865" y="12376"/>
                    <a:pt x="2775" y="11823"/>
                  </a:cubicBezTo>
                  <a:cubicBezTo>
                    <a:pt x="2775" y="11823"/>
                    <a:pt x="585" y="12411"/>
                    <a:pt x="585" y="12411"/>
                  </a:cubicBezTo>
                  <a:close/>
                  <a:moveTo>
                    <a:pt x="1013" y="7169"/>
                  </a:moveTo>
                  <a:cubicBezTo>
                    <a:pt x="592" y="7056"/>
                    <a:pt x="160" y="7306"/>
                    <a:pt x="47" y="7727"/>
                  </a:cubicBezTo>
                  <a:cubicBezTo>
                    <a:pt x="-66" y="8148"/>
                    <a:pt x="184" y="8580"/>
                    <a:pt x="604" y="8692"/>
                  </a:cubicBezTo>
                  <a:lnTo>
                    <a:pt x="2805" y="9281"/>
                  </a:lnTo>
                  <a:cubicBezTo>
                    <a:pt x="2896" y="8799"/>
                    <a:pt x="3046" y="8293"/>
                    <a:pt x="3273" y="7773"/>
                  </a:cubicBezTo>
                  <a:cubicBezTo>
                    <a:pt x="3273" y="7773"/>
                    <a:pt x="1013" y="7169"/>
                    <a:pt x="1013" y="7169"/>
                  </a:cubicBezTo>
                  <a:close/>
                  <a:moveTo>
                    <a:pt x="2889" y="2841"/>
                  </a:moveTo>
                  <a:cubicBezTo>
                    <a:pt x="2581" y="3148"/>
                    <a:pt x="2580" y="3648"/>
                    <a:pt x="2888" y="3956"/>
                  </a:cubicBezTo>
                  <a:lnTo>
                    <a:pt x="4607" y="5675"/>
                  </a:lnTo>
                  <a:cubicBezTo>
                    <a:pt x="4732" y="5529"/>
                    <a:pt x="5572" y="4695"/>
                    <a:pt x="5727" y="4563"/>
                  </a:cubicBezTo>
                  <a:lnTo>
                    <a:pt x="4004" y="2840"/>
                  </a:lnTo>
                  <a:cubicBezTo>
                    <a:pt x="3696" y="2532"/>
                    <a:pt x="3197" y="2533"/>
                    <a:pt x="2889" y="2841"/>
                  </a:cubicBezTo>
                  <a:close/>
                  <a:moveTo>
                    <a:pt x="15285" y="5439"/>
                  </a:moveTo>
                  <a:cubicBezTo>
                    <a:pt x="13524" y="3930"/>
                    <a:pt x="9472" y="2164"/>
                    <a:pt x="5822" y="5814"/>
                  </a:cubicBezTo>
                  <a:cubicBezTo>
                    <a:pt x="5821" y="5815"/>
                    <a:pt x="5821" y="5815"/>
                    <a:pt x="5821" y="5816"/>
                  </a:cubicBezTo>
                  <a:cubicBezTo>
                    <a:pt x="5820" y="5816"/>
                    <a:pt x="5819" y="5817"/>
                    <a:pt x="5819" y="5817"/>
                  </a:cubicBezTo>
                  <a:cubicBezTo>
                    <a:pt x="5819" y="5818"/>
                    <a:pt x="5818" y="5818"/>
                    <a:pt x="5818" y="5819"/>
                  </a:cubicBezTo>
                  <a:cubicBezTo>
                    <a:pt x="5817" y="5819"/>
                    <a:pt x="5817" y="5820"/>
                    <a:pt x="5816" y="5820"/>
                  </a:cubicBezTo>
                  <a:cubicBezTo>
                    <a:pt x="2166" y="9471"/>
                    <a:pt x="3932" y="13524"/>
                    <a:pt x="5440" y="15285"/>
                  </a:cubicBezTo>
                  <a:cubicBezTo>
                    <a:pt x="6807" y="16868"/>
                    <a:pt x="9202" y="17222"/>
                    <a:pt x="9535" y="17322"/>
                  </a:cubicBezTo>
                  <a:cubicBezTo>
                    <a:pt x="10076" y="17484"/>
                    <a:pt x="12612" y="17632"/>
                    <a:pt x="13467" y="18402"/>
                  </a:cubicBezTo>
                  <a:cubicBezTo>
                    <a:pt x="14644" y="19461"/>
                    <a:pt x="14810" y="19354"/>
                    <a:pt x="15487" y="18942"/>
                  </a:cubicBezTo>
                  <a:cubicBezTo>
                    <a:pt x="16178" y="18522"/>
                    <a:pt x="18522" y="16178"/>
                    <a:pt x="18942" y="15487"/>
                  </a:cubicBezTo>
                  <a:cubicBezTo>
                    <a:pt x="19354" y="14810"/>
                    <a:pt x="19461" y="14644"/>
                    <a:pt x="18401" y="13467"/>
                  </a:cubicBezTo>
                  <a:cubicBezTo>
                    <a:pt x="17632" y="12612"/>
                    <a:pt x="17484" y="10075"/>
                    <a:pt x="17321" y="9534"/>
                  </a:cubicBezTo>
                  <a:cubicBezTo>
                    <a:pt x="17222" y="9201"/>
                    <a:pt x="16868" y="6805"/>
                    <a:pt x="15285" y="5439"/>
                  </a:cubicBezTo>
                  <a:close/>
                  <a:moveTo>
                    <a:pt x="20706" y="16780"/>
                  </a:moveTo>
                  <a:cubicBezTo>
                    <a:pt x="20530" y="16603"/>
                    <a:pt x="20243" y="16603"/>
                    <a:pt x="20066" y="16780"/>
                  </a:cubicBezTo>
                  <a:lnTo>
                    <a:pt x="16780" y="20067"/>
                  </a:lnTo>
                  <a:cubicBezTo>
                    <a:pt x="16603" y="20244"/>
                    <a:pt x="16603" y="20531"/>
                    <a:pt x="16780" y="20707"/>
                  </a:cubicBezTo>
                  <a:lnTo>
                    <a:pt x="16780" y="20707"/>
                  </a:lnTo>
                  <a:cubicBezTo>
                    <a:pt x="16956" y="20884"/>
                    <a:pt x="17243" y="20884"/>
                    <a:pt x="17419" y="20707"/>
                  </a:cubicBezTo>
                  <a:lnTo>
                    <a:pt x="20706" y="17420"/>
                  </a:lnTo>
                  <a:cubicBezTo>
                    <a:pt x="20883" y="17243"/>
                    <a:pt x="20883" y="16956"/>
                    <a:pt x="20706" y="16780"/>
                  </a:cubicBezTo>
                  <a:cubicBezTo>
                    <a:pt x="20706" y="16780"/>
                    <a:pt x="20706" y="16780"/>
                    <a:pt x="20706" y="16780"/>
                  </a:cubicBezTo>
                  <a:close/>
                  <a:moveTo>
                    <a:pt x="19833" y="15906"/>
                  </a:moveTo>
                  <a:cubicBezTo>
                    <a:pt x="19656" y="15729"/>
                    <a:pt x="19370" y="15730"/>
                    <a:pt x="19193" y="15906"/>
                  </a:cubicBezTo>
                  <a:lnTo>
                    <a:pt x="15906" y="19194"/>
                  </a:lnTo>
                  <a:cubicBezTo>
                    <a:pt x="15729" y="19370"/>
                    <a:pt x="15729" y="19657"/>
                    <a:pt x="15906" y="19833"/>
                  </a:cubicBezTo>
                  <a:lnTo>
                    <a:pt x="15906" y="19833"/>
                  </a:lnTo>
                  <a:cubicBezTo>
                    <a:pt x="16082" y="20010"/>
                    <a:pt x="16369" y="20010"/>
                    <a:pt x="16546" y="19833"/>
                  </a:cubicBezTo>
                  <a:lnTo>
                    <a:pt x="19833" y="16546"/>
                  </a:lnTo>
                  <a:cubicBezTo>
                    <a:pt x="20009" y="16369"/>
                    <a:pt x="20009" y="16083"/>
                    <a:pt x="19833" y="15906"/>
                  </a:cubicBezTo>
                  <a:cubicBezTo>
                    <a:pt x="19833" y="15906"/>
                    <a:pt x="19833" y="15906"/>
                    <a:pt x="19833" y="15906"/>
                  </a:cubicBezTo>
                  <a:close/>
                  <a:moveTo>
                    <a:pt x="17867" y="20727"/>
                  </a:moveTo>
                  <a:lnTo>
                    <a:pt x="20726" y="17867"/>
                  </a:lnTo>
                  <a:cubicBezTo>
                    <a:pt x="21514" y="18656"/>
                    <a:pt x="21513" y="19935"/>
                    <a:pt x="20724" y="20724"/>
                  </a:cubicBezTo>
                  <a:cubicBezTo>
                    <a:pt x="19934" y="21514"/>
                    <a:pt x="18655" y="21515"/>
                    <a:pt x="17867" y="2072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b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56" name="Shape 34223">
              <a:extLst>
                <a:ext uri="{FF2B5EF4-FFF2-40B4-BE49-F238E27FC236}">
                  <a16:creationId xmlns:a16="http://schemas.microsoft.com/office/drawing/2014/main" id="{1A04EC51-D36E-4884-9F09-10AC368049F1}"/>
                </a:ext>
              </a:extLst>
            </p:cNvPr>
            <p:cNvSpPr/>
            <p:nvPr/>
          </p:nvSpPr>
          <p:spPr>
            <a:xfrm>
              <a:off x="11828592" y="12064076"/>
              <a:ext cx="446404" cy="4101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391" h="21254" extrusionOk="0">
                  <a:moveTo>
                    <a:pt x="14806" y="20802"/>
                  </a:moveTo>
                  <a:cubicBezTo>
                    <a:pt x="16771" y="20078"/>
                    <a:pt x="18497" y="18506"/>
                    <a:pt x="19509" y="16252"/>
                  </a:cubicBezTo>
                  <a:cubicBezTo>
                    <a:pt x="21534" y="11744"/>
                    <a:pt x="19954" y="6226"/>
                    <a:pt x="15980" y="3929"/>
                  </a:cubicBezTo>
                  <a:cubicBezTo>
                    <a:pt x="12750" y="2062"/>
                    <a:pt x="8929" y="2896"/>
                    <a:pt x="6525" y="5695"/>
                  </a:cubicBezTo>
                  <a:cubicBezTo>
                    <a:pt x="6494" y="5619"/>
                    <a:pt x="6446" y="5549"/>
                    <a:pt x="6387" y="5489"/>
                  </a:cubicBezTo>
                  <a:lnTo>
                    <a:pt x="1181" y="167"/>
                  </a:lnTo>
                  <a:cubicBezTo>
                    <a:pt x="946" y="-73"/>
                    <a:pt x="582" y="-53"/>
                    <a:pt x="370" y="214"/>
                  </a:cubicBezTo>
                  <a:lnTo>
                    <a:pt x="146" y="499"/>
                  </a:lnTo>
                  <a:cubicBezTo>
                    <a:pt x="-66" y="765"/>
                    <a:pt x="-44" y="1177"/>
                    <a:pt x="192" y="1417"/>
                  </a:cubicBezTo>
                  <a:lnTo>
                    <a:pt x="5396" y="6733"/>
                  </a:lnTo>
                  <a:cubicBezTo>
                    <a:pt x="5480" y="6818"/>
                    <a:pt x="5581" y="6859"/>
                    <a:pt x="5685" y="6879"/>
                  </a:cubicBezTo>
                  <a:cubicBezTo>
                    <a:pt x="5480" y="7214"/>
                    <a:pt x="5286" y="7560"/>
                    <a:pt x="5118" y="7933"/>
                  </a:cubicBezTo>
                  <a:cubicBezTo>
                    <a:pt x="3093" y="12441"/>
                    <a:pt x="4673" y="17959"/>
                    <a:pt x="8647" y="20256"/>
                  </a:cubicBezTo>
                  <a:cubicBezTo>
                    <a:pt x="10634" y="21405"/>
                    <a:pt x="12840" y="21527"/>
                    <a:pt x="14806" y="20802"/>
                  </a:cubicBezTo>
                  <a:close/>
                  <a:moveTo>
                    <a:pt x="14414" y="19435"/>
                  </a:moveTo>
                  <a:cubicBezTo>
                    <a:pt x="12758" y="20045"/>
                    <a:pt x="10896" y="19937"/>
                    <a:pt x="9221" y="18969"/>
                  </a:cubicBezTo>
                  <a:cubicBezTo>
                    <a:pt x="5873" y="17034"/>
                    <a:pt x="4542" y="12385"/>
                    <a:pt x="6248" y="8586"/>
                  </a:cubicBezTo>
                  <a:cubicBezTo>
                    <a:pt x="7954" y="4788"/>
                    <a:pt x="12052" y="3277"/>
                    <a:pt x="15400" y="5212"/>
                  </a:cubicBezTo>
                  <a:cubicBezTo>
                    <a:pt x="18748" y="7148"/>
                    <a:pt x="20080" y="11797"/>
                    <a:pt x="18374" y="15596"/>
                  </a:cubicBezTo>
                  <a:cubicBezTo>
                    <a:pt x="17521" y="17495"/>
                    <a:pt x="16070" y="18824"/>
                    <a:pt x="14414" y="19435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57" name="Shape 34224">
              <a:extLst>
                <a:ext uri="{FF2B5EF4-FFF2-40B4-BE49-F238E27FC236}">
                  <a16:creationId xmlns:a16="http://schemas.microsoft.com/office/drawing/2014/main" id="{1FF48417-26E8-4025-81A5-3900579BFBBB}"/>
                </a:ext>
              </a:extLst>
            </p:cNvPr>
            <p:cNvSpPr/>
            <p:nvPr/>
          </p:nvSpPr>
          <p:spPr>
            <a:xfrm>
              <a:off x="11467012" y="10972393"/>
              <a:ext cx="358632" cy="6928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36" h="21532" extrusionOk="0">
                  <a:moveTo>
                    <a:pt x="17698" y="0"/>
                  </a:moveTo>
                  <a:lnTo>
                    <a:pt x="16138" y="1685"/>
                  </a:lnTo>
                  <a:cubicBezTo>
                    <a:pt x="16052" y="1663"/>
                    <a:pt x="15626" y="1553"/>
                    <a:pt x="15626" y="1553"/>
                  </a:cubicBezTo>
                  <a:lnTo>
                    <a:pt x="14403" y="2878"/>
                  </a:lnTo>
                  <a:lnTo>
                    <a:pt x="14914" y="3010"/>
                  </a:lnTo>
                  <a:lnTo>
                    <a:pt x="14546" y="3408"/>
                  </a:lnTo>
                  <a:lnTo>
                    <a:pt x="2184" y="16751"/>
                  </a:lnTo>
                  <a:cubicBezTo>
                    <a:pt x="1744" y="17225"/>
                    <a:pt x="202" y="19746"/>
                    <a:pt x="516" y="20547"/>
                  </a:cubicBezTo>
                  <a:cubicBezTo>
                    <a:pt x="560" y="20662"/>
                    <a:pt x="644" y="20742"/>
                    <a:pt x="773" y="20775"/>
                  </a:cubicBezTo>
                  <a:cubicBezTo>
                    <a:pt x="1807" y="21040"/>
                    <a:pt x="5426" y="18252"/>
                    <a:pt x="5928" y="17710"/>
                  </a:cubicBezTo>
                  <a:lnTo>
                    <a:pt x="18283" y="4367"/>
                  </a:lnTo>
                  <a:lnTo>
                    <a:pt x="18652" y="3969"/>
                  </a:lnTo>
                  <a:lnTo>
                    <a:pt x="19186" y="4106"/>
                  </a:lnTo>
                  <a:lnTo>
                    <a:pt x="14380" y="9291"/>
                  </a:lnTo>
                  <a:lnTo>
                    <a:pt x="15147" y="9488"/>
                  </a:lnTo>
                  <a:lnTo>
                    <a:pt x="21176" y="2979"/>
                  </a:lnTo>
                  <a:cubicBezTo>
                    <a:pt x="21176" y="2979"/>
                    <a:pt x="20341" y="2767"/>
                    <a:pt x="19876" y="2647"/>
                  </a:cubicBezTo>
                  <a:lnTo>
                    <a:pt x="21436" y="963"/>
                  </a:lnTo>
                  <a:cubicBezTo>
                    <a:pt x="21436" y="963"/>
                    <a:pt x="17698" y="0"/>
                    <a:pt x="17698" y="0"/>
                  </a:cubicBezTo>
                  <a:close/>
                  <a:moveTo>
                    <a:pt x="516" y="20547"/>
                  </a:moveTo>
                  <a:cubicBezTo>
                    <a:pt x="504" y="20509"/>
                    <a:pt x="483" y="20481"/>
                    <a:pt x="479" y="20436"/>
                  </a:cubicBezTo>
                  <a:lnTo>
                    <a:pt x="223" y="20708"/>
                  </a:lnTo>
                  <a:cubicBezTo>
                    <a:pt x="120" y="20820"/>
                    <a:pt x="-164" y="21449"/>
                    <a:pt x="129" y="21525"/>
                  </a:cubicBezTo>
                  <a:cubicBezTo>
                    <a:pt x="423" y="21600"/>
                    <a:pt x="1188" y="21095"/>
                    <a:pt x="1291" y="20984"/>
                  </a:cubicBezTo>
                  <a:lnTo>
                    <a:pt x="1546" y="20707"/>
                  </a:lnTo>
                  <a:cubicBezTo>
                    <a:pt x="1228" y="20825"/>
                    <a:pt x="959" y="20878"/>
                    <a:pt x="774" y="20830"/>
                  </a:cubicBezTo>
                  <a:cubicBezTo>
                    <a:pt x="630" y="20793"/>
                    <a:pt x="555" y="20685"/>
                    <a:pt x="516" y="20547"/>
                  </a:cubicBezTo>
                  <a:close/>
                </a:path>
              </a:pathLst>
            </a:custGeom>
            <a:solidFill>
              <a:srgbClr val="00B0F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58" name="Shape 34225">
              <a:extLst>
                <a:ext uri="{FF2B5EF4-FFF2-40B4-BE49-F238E27FC236}">
                  <a16:creationId xmlns:a16="http://schemas.microsoft.com/office/drawing/2014/main" id="{2F2CADE7-1EB8-4540-8168-345A18DC2482}"/>
                </a:ext>
              </a:extLst>
            </p:cNvPr>
            <p:cNvSpPr/>
            <p:nvPr/>
          </p:nvSpPr>
          <p:spPr>
            <a:xfrm>
              <a:off x="12788908" y="11202698"/>
              <a:ext cx="425116" cy="1180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4936"/>
                  </a:moveTo>
                  <a:lnTo>
                    <a:pt x="17631" y="5428"/>
                  </a:lnTo>
                  <a:lnTo>
                    <a:pt x="17241" y="21600"/>
                  </a:lnTo>
                  <a:cubicBezTo>
                    <a:pt x="17241" y="21600"/>
                    <a:pt x="21600" y="14936"/>
                    <a:pt x="21600" y="14936"/>
                  </a:cubicBezTo>
                  <a:close/>
                  <a:moveTo>
                    <a:pt x="16506" y="21368"/>
                  </a:moveTo>
                  <a:lnTo>
                    <a:pt x="16896" y="5196"/>
                  </a:lnTo>
                  <a:lnTo>
                    <a:pt x="3794" y="1071"/>
                  </a:lnTo>
                  <a:lnTo>
                    <a:pt x="3401" y="17243"/>
                  </a:lnTo>
                  <a:cubicBezTo>
                    <a:pt x="3401" y="17243"/>
                    <a:pt x="16506" y="21368"/>
                    <a:pt x="16506" y="21368"/>
                  </a:cubicBezTo>
                  <a:close/>
                  <a:moveTo>
                    <a:pt x="2651" y="17004"/>
                  </a:moveTo>
                  <a:lnTo>
                    <a:pt x="3043" y="832"/>
                  </a:lnTo>
                  <a:lnTo>
                    <a:pt x="393" y="0"/>
                  </a:lnTo>
                  <a:lnTo>
                    <a:pt x="0" y="16172"/>
                  </a:lnTo>
                  <a:cubicBezTo>
                    <a:pt x="0" y="16172"/>
                    <a:pt x="2651" y="17004"/>
                    <a:pt x="2651" y="17004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59" name="Shape 34226">
              <a:extLst>
                <a:ext uri="{FF2B5EF4-FFF2-40B4-BE49-F238E27FC236}">
                  <a16:creationId xmlns:a16="http://schemas.microsoft.com/office/drawing/2014/main" id="{2626E289-3644-4D89-A632-9A06B07D991F}"/>
                </a:ext>
              </a:extLst>
            </p:cNvPr>
            <p:cNvSpPr/>
            <p:nvPr/>
          </p:nvSpPr>
          <p:spPr>
            <a:xfrm>
              <a:off x="12691600" y="7661988"/>
              <a:ext cx="463732" cy="5455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201" h="21329" extrusionOk="0">
                  <a:moveTo>
                    <a:pt x="9479" y="69"/>
                  </a:moveTo>
                  <a:cubicBezTo>
                    <a:pt x="11124" y="274"/>
                    <a:pt x="12739" y="925"/>
                    <a:pt x="14086" y="2032"/>
                  </a:cubicBezTo>
                  <a:cubicBezTo>
                    <a:pt x="15976" y="3586"/>
                    <a:pt x="17010" y="5836"/>
                    <a:pt x="16935" y="8190"/>
                  </a:cubicBezTo>
                  <a:cubicBezTo>
                    <a:pt x="16907" y="10081"/>
                    <a:pt x="16182" y="11891"/>
                    <a:pt x="14858" y="13324"/>
                  </a:cubicBezTo>
                  <a:cubicBezTo>
                    <a:pt x="12857" y="15491"/>
                    <a:pt x="9835" y="16494"/>
                    <a:pt x="6856" y="15992"/>
                  </a:cubicBezTo>
                  <a:cubicBezTo>
                    <a:pt x="491" y="14715"/>
                    <a:pt x="-2156" y="7496"/>
                    <a:pt x="2011" y="2776"/>
                  </a:cubicBezTo>
                  <a:cubicBezTo>
                    <a:pt x="3901" y="635"/>
                    <a:pt x="6739" y="-271"/>
                    <a:pt x="9479" y="69"/>
                  </a:cubicBezTo>
                  <a:close/>
                  <a:moveTo>
                    <a:pt x="16811" y="1700"/>
                  </a:moveTo>
                  <a:cubicBezTo>
                    <a:pt x="18616" y="3812"/>
                    <a:pt x="19444" y="6467"/>
                    <a:pt x="19139" y="9165"/>
                  </a:cubicBezTo>
                  <a:cubicBezTo>
                    <a:pt x="18834" y="11863"/>
                    <a:pt x="17427" y="14284"/>
                    <a:pt x="15191" y="15988"/>
                  </a:cubicBezTo>
                  <a:cubicBezTo>
                    <a:pt x="12662" y="17916"/>
                    <a:pt x="9407" y="18600"/>
                    <a:pt x="6359" y="18040"/>
                  </a:cubicBezTo>
                  <a:cubicBezTo>
                    <a:pt x="5749" y="17929"/>
                    <a:pt x="5143" y="17767"/>
                    <a:pt x="4558" y="17555"/>
                  </a:cubicBezTo>
                  <a:lnTo>
                    <a:pt x="4164" y="19468"/>
                  </a:lnTo>
                  <a:lnTo>
                    <a:pt x="7063" y="20000"/>
                  </a:lnTo>
                  <a:lnTo>
                    <a:pt x="6790" y="21329"/>
                  </a:lnTo>
                  <a:lnTo>
                    <a:pt x="227" y="20124"/>
                  </a:lnTo>
                  <a:lnTo>
                    <a:pt x="500" y="18796"/>
                  </a:lnTo>
                  <a:lnTo>
                    <a:pt x="2757" y="19210"/>
                  </a:lnTo>
                  <a:lnTo>
                    <a:pt x="3219" y="16965"/>
                  </a:lnTo>
                  <a:cubicBezTo>
                    <a:pt x="2951" y="16825"/>
                    <a:pt x="2688" y="16674"/>
                    <a:pt x="2431" y="16511"/>
                  </a:cubicBezTo>
                  <a:cubicBezTo>
                    <a:pt x="2174" y="16349"/>
                    <a:pt x="1928" y="16168"/>
                    <a:pt x="1684" y="15982"/>
                  </a:cubicBezTo>
                  <a:lnTo>
                    <a:pt x="2580" y="14934"/>
                  </a:lnTo>
                  <a:cubicBezTo>
                    <a:pt x="5970" y="17523"/>
                    <a:pt x="10902" y="17523"/>
                    <a:pt x="14300" y="14933"/>
                  </a:cubicBezTo>
                  <a:cubicBezTo>
                    <a:pt x="16239" y="13456"/>
                    <a:pt x="17444" y="11360"/>
                    <a:pt x="17708" y="9021"/>
                  </a:cubicBezTo>
                  <a:cubicBezTo>
                    <a:pt x="17973" y="6682"/>
                    <a:pt x="17267" y="4385"/>
                    <a:pt x="15703" y="2555"/>
                  </a:cubicBezTo>
                  <a:lnTo>
                    <a:pt x="16811" y="1700"/>
                  </a:lnTo>
                  <a:close/>
                  <a:moveTo>
                    <a:pt x="9715" y="1064"/>
                  </a:moveTo>
                  <a:cubicBezTo>
                    <a:pt x="9278" y="996"/>
                    <a:pt x="8832" y="968"/>
                    <a:pt x="8387" y="974"/>
                  </a:cubicBezTo>
                  <a:cubicBezTo>
                    <a:pt x="8460" y="1222"/>
                    <a:pt x="8544" y="1461"/>
                    <a:pt x="8641" y="1699"/>
                  </a:cubicBezTo>
                  <a:cubicBezTo>
                    <a:pt x="8737" y="1936"/>
                    <a:pt x="8846" y="2172"/>
                    <a:pt x="8962" y="2399"/>
                  </a:cubicBezTo>
                  <a:cubicBezTo>
                    <a:pt x="9289" y="2208"/>
                    <a:pt x="9627" y="2028"/>
                    <a:pt x="9967" y="1859"/>
                  </a:cubicBezTo>
                  <a:cubicBezTo>
                    <a:pt x="10307" y="1689"/>
                    <a:pt x="10645" y="1529"/>
                    <a:pt x="10997" y="1382"/>
                  </a:cubicBezTo>
                  <a:cubicBezTo>
                    <a:pt x="10579" y="1244"/>
                    <a:pt x="10153" y="1132"/>
                    <a:pt x="9715" y="1064"/>
                  </a:cubicBezTo>
                  <a:close/>
                  <a:moveTo>
                    <a:pt x="12202" y="1889"/>
                  </a:moveTo>
                  <a:cubicBezTo>
                    <a:pt x="11715" y="2060"/>
                    <a:pt x="11237" y="2254"/>
                    <a:pt x="10773" y="2470"/>
                  </a:cubicBezTo>
                  <a:cubicBezTo>
                    <a:pt x="10309" y="2687"/>
                    <a:pt x="9856" y="2925"/>
                    <a:pt x="9417" y="3184"/>
                  </a:cubicBezTo>
                  <a:cubicBezTo>
                    <a:pt x="9617" y="3488"/>
                    <a:pt x="9841" y="3788"/>
                    <a:pt x="10079" y="4067"/>
                  </a:cubicBezTo>
                  <a:cubicBezTo>
                    <a:pt x="10318" y="4345"/>
                    <a:pt x="10571" y="4610"/>
                    <a:pt x="10847" y="4861"/>
                  </a:cubicBezTo>
                  <a:lnTo>
                    <a:pt x="13083" y="2442"/>
                  </a:lnTo>
                  <a:cubicBezTo>
                    <a:pt x="12944" y="2342"/>
                    <a:pt x="12798" y="2240"/>
                    <a:pt x="12652" y="2149"/>
                  </a:cubicBezTo>
                  <a:cubicBezTo>
                    <a:pt x="12506" y="2059"/>
                    <a:pt x="12354" y="1969"/>
                    <a:pt x="12202" y="1889"/>
                  </a:cubicBezTo>
                  <a:close/>
                  <a:moveTo>
                    <a:pt x="7362" y="1000"/>
                  </a:moveTo>
                  <a:cubicBezTo>
                    <a:pt x="6540" y="1111"/>
                    <a:pt x="5754" y="1343"/>
                    <a:pt x="5029" y="1689"/>
                  </a:cubicBezTo>
                  <a:cubicBezTo>
                    <a:pt x="4305" y="2035"/>
                    <a:pt x="3644" y="2485"/>
                    <a:pt x="3064" y="3041"/>
                  </a:cubicBezTo>
                  <a:lnTo>
                    <a:pt x="5529" y="5074"/>
                  </a:lnTo>
                  <a:cubicBezTo>
                    <a:pt x="5922" y="4671"/>
                    <a:pt x="6339" y="4283"/>
                    <a:pt x="6773" y="3923"/>
                  </a:cubicBezTo>
                  <a:cubicBezTo>
                    <a:pt x="7206" y="3564"/>
                    <a:pt x="7655" y="3227"/>
                    <a:pt x="8126" y="2912"/>
                  </a:cubicBezTo>
                  <a:cubicBezTo>
                    <a:pt x="7964" y="2608"/>
                    <a:pt x="7819" y="2296"/>
                    <a:pt x="7690" y="1976"/>
                  </a:cubicBezTo>
                  <a:cubicBezTo>
                    <a:pt x="7561" y="1655"/>
                    <a:pt x="7454" y="1336"/>
                    <a:pt x="7362" y="1000"/>
                  </a:cubicBezTo>
                  <a:close/>
                  <a:moveTo>
                    <a:pt x="13806" y="3027"/>
                  </a:moveTo>
                  <a:lnTo>
                    <a:pt x="11570" y="5446"/>
                  </a:lnTo>
                  <a:cubicBezTo>
                    <a:pt x="11852" y="5649"/>
                    <a:pt x="12144" y="5840"/>
                    <a:pt x="12449" y="6011"/>
                  </a:cubicBezTo>
                  <a:cubicBezTo>
                    <a:pt x="12752" y="6182"/>
                    <a:pt x="13064" y="6332"/>
                    <a:pt x="13387" y="6469"/>
                  </a:cubicBezTo>
                  <a:cubicBezTo>
                    <a:pt x="13602" y="6013"/>
                    <a:pt x="13798" y="5550"/>
                    <a:pt x="13963" y="5077"/>
                  </a:cubicBezTo>
                  <a:cubicBezTo>
                    <a:pt x="14128" y="4603"/>
                    <a:pt x="14273" y="4122"/>
                    <a:pt x="14386" y="3633"/>
                  </a:cubicBezTo>
                  <a:cubicBezTo>
                    <a:pt x="14296" y="3528"/>
                    <a:pt x="14195" y="3418"/>
                    <a:pt x="14098" y="3318"/>
                  </a:cubicBezTo>
                  <a:cubicBezTo>
                    <a:pt x="14001" y="3218"/>
                    <a:pt x="13909" y="3123"/>
                    <a:pt x="13806" y="3027"/>
                  </a:cubicBezTo>
                  <a:close/>
                  <a:moveTo>
                    <a:pt x="15097" y="4643"/>
                  </a:moveTo>
                  <a:cubicBezTo>
                    <a:pt x="14989" y="5011"/>
                    <a:pt x="14872" y="5369"/>
                    <a:pt x="14735" y="5729"/>
                  </a:cubicBezTo>
                  <a:cubicBezTo>
                    <a:pt x="14598" y="6089"/>
                    <a:pt x="14440" y="6449"/>
                    <a:pt x="14276" y="6798"/>
                  </a:cubicBezTo>
                  <a:cubicBezTo>
                    <a:pt x="14551" y="6884"/>
                    <a:pt x="14842" y="6953"/>
                    <a:pt x="15125" y="7013"/>
                  </a:cubicBezTo>
                  <a:cubicBezTo>
                    <a:pt x="15409" y="7074"/>
                    <a:pt x="15688" y="7122"/>
                    <a:pt x="15977" y="7158"/>
                  </a:cubicBezTo>
                  <a:cubicBezTo>
                    <a:pt x="15915" y="6710"/>
                    <a:pt x="15813" y="6274"/>
                    <a:pt x="15666" y="5853"/>
                  </a:cubicBezTo>
                  <a:cubicBezTo>
                    <a:pt x="15519" y="5432"/>
                    <a:pt x="15324" y="5029"/>
                    <a:pt x="15097" y="4643"/>
                  </a:cubicBezTo>
                  <a:close/>
                  <a:moveTo>
                    <a:pt x="8606" y="3701"/>
                  </a:moveTo>
                  <a:cubicBezTo>
                    <a:pt x="8180" y="3989"/>
                    <a:pt x="7775" y="4303"/>
                    <a:pt x="7382" y="4630"/>
                  </a:cubicBezTo>
                  <a:cubicBezTo>
                    <a:pt x="6990" y="4957"/>
                    <a:pt x="6609" y="5294"/>
                    <a:pt x="6252" y="5658"/>
                  </a:cubicBezTo>
                  <a:lnTo>
                    <a:pt x="8448" y="7464"/>
                  </a:lnTo>
                  <a:lnTo>
                    <a:pt x="10216" y="5542"/>
                  </a:lnTo>
                  <a:cubicBezTo>
                    <a:pt x="9905" y="5266"/>
                    <a:pt x="9620" y="4976"/>
                    <a:pt x="9351" y="4670"/>
                  </a:cubicBezTo>
                  <a:cubicBezTo>
                    <a:pt x="9081" y="4363"/>
                    <a:pt x="8831" y="4036"/>
                    <a:pt x="8606" y="3701"/>
                  </a:cubicBezTo>
                  <a:close/>
                  <a:moveTo>
                    <a:pt x="2433" y="3721"/>
                  </a:moveTo>
                  <a:cubicBezTo>
                    <a:pt x="1932" y="4341"/>
                    <a:pt x="1546" y="5031"/>
                    <a:pt x="1284" y="5757"/>
                  </a:cubicBezTo>
                  <a:cubicBezTo>
                    <a:pt x="1022" y="6483"/>
                    <a:pt x="879" y="7253"/>
                    <a:pt x="878" y="8036"/>
                  </a:cubicBezTo>
                  <a:cubicBezTo>
                    <a:pt x="1138" y="8064"/>
                    <a:pt x="1405" y="8097"/>
                    <a:pt x="1661" y="8144"/>
                  </a:cubicBezTo>
                  <a:cubicBezTo>
                    <a:pt x="2118" y="8228"/>
                    <a:pt x="2562" y="8343"/>
                    <a:pt x="3001" y="8485"/>
                  </a:cubicBezTo>
                  <a:cubicBezTo>
                    <a:pt x="3265" y="8000"/>
                    <a:pt x="3553" y="7531"/>
                    <a:pt x="3870" y="7076"/>
                  </a:cubicBezTo>
                  <a:cubicBezTo>
                    <a:pt x="4187" y="6619"/>
                    <a:pt x="4542" y="6181"/>
                    <a:pt x="4910" y="5757"/>
                  </a:cubicBezTo>
                  <a:lnTo>
                    <a:pt x="2433" y="3721"/>
                  </a:lnTo>
                  <a:close/>
                  <a:moveTo>
                    <a:pt x="10939" y="6126"/>
                  </a:moveTo>
                  <a:lnTo>
                    <a:pt x="9169" y="8060"/>
                  </a:lnTo>
                  <a:lnTo>
                    <a:pt x="11249" y="9761"/>
                  </a:lnTo>
                  <a:cubicBezTo>
                    <a:pt x="11579" y="9378"/>
                    <a:pt x="11885" y="8986"/>
                    <a:pt x="12172" y="8576"/>
                  </a:cubicBezTo>
                  <a:cubicBezTo>
                    <a:pt x="12459" y="8166"/>
                    <a:pt x="12721" y="7741"/>
                    <a:pt x="12963" y="7306"/>
                  </a:cubicBezTo>
                  <a:cubicBezTo>
                    <a:pt x="12603" y="7149"/>
                    <a:pt x="12253" y="6964"/>
                    <a:pt x="11915" y="6769"/>
                  </a:cubicBezTo>
                  <a:cubicBezTo>
                    <a:pt x="11577" y="6573"/>
                    <a:pt x="11251" y="6358"/>
                    <a:pt x="10939" y="6126"/>
                  </a:cubicBezTo>
                  <a:close/>
                  <a:moveTo>
                    <a:pt x="13849" y="7647"/>
                  </a:moveTo>
                  <a:cubicBezTo>
                    <a:pt x="13586" y="8127"/>
                    <a:pt x="13297" y="8593"/>
                    <a:pt x="12982" y="9045"/>
                  </a:cubicBezTo>
                  <a:cubicBezTo>
                    <a:pt x="12667" y="9497"/>
                    <a:pt x="12334" y="9936"/>
                    <a:pt x="11969" y="10357"/>
                  </a:cubicBezTo>
                  <a:lnTo>
                    <a:pt x="14436" y="12379"/>
                  </a:lnTo>
                  <a:cubicBezTo>
                    <a:pt x="14933" y="11764"/>
                    <a:pt x="15319" y="11085"/>
                    <a:pt x="15581" y="10366"/>
                  </a:cubicBezTo>
                  <a:cubicBezTo>
                    <a:pt x="15842" y="9647"/>
                    <a:pt x="15976" y="8886"/>
                    <a:pt x="15982" y="8110"/>
                  </a:cubicBezTo>
                  <a:cubicBezTo>
                    <a:pt x="15743" y="8082"/>
                    <a:pt x="15506" y="8058"/>
                    <a:pt x="15271" y="8015"/>
                  </a:cubicBezTo>
                  <a:cubicBezTo>
                    <a:pt x="15030" y="7970"/>
                    <a:pt x="14788" y="7908"/>
                    <a:pt x="14551" y="7847"/>
                  </a:cubicBezTo>
                  <a:cubicBezTo>
                    <a:pt x="14314" y="7786"/>
                    <a:pt x="14080" y="7724"/>
                    <a:pt x="13849" y="7647"/>
                  </a:cubicBezTo>
                  <a:close/>
                  <a:moveTo>
                    <a:pt x="5621" y="6339"/>
                  </a:moveTo>
                  <a:cubicBezTo>
                    <a:pt x="5287" y="6724"/>
                    <a:pt x="4981" y="7134"/>
                    <a:pt x="4692" y="7547"/>
                  </a:cubicBezTo>
                  <a:cubicBezTo>
                    <a:pt x="4403" y="7961"/>
                    <a:pt x="4130" y="8387"/>
                    <a:pt x="3887" y="8826"/>
                  </a:cubicBezTo>
                  <a:cubicBezTo>
                    <a:pt x="4272" y="8990"/>
                    <a:pt x="4648" y="9168"/>
                    <a:pt x="5008" y="9376"/>
                  </a:cubicBezTo>
                  <a:cubicBezTo>
                    <a:pt x="5368" y="9585"/>
                    <a:pt x="5718" y="9817"/>
                    <a:pt x="6049" y="10067"/>
                  </a:cubicBezTo>
                  <a:lnTo>
                    <a:pt x="7817" y="8145"/>
                  </a:lnTo>
                  <a:lnTo>
                    <a:pt x="5621" y="6339"/>
                  </a:lnTo>
                  <a:close/>
                  <a:moveTo>
                    <a:pt x="8538" y="8741"/>
                  </a:moveTo>
                  <a:lnTo>
                    <a:pt x="6770" y="10663"/>
                  </a:lnTo>
                  <a:cubicBezTo>
                    <a:pt x="7059" y="10924"/>
                    <a:pt x="7330" y="11201"/>
                    <a:pt x="7582" y="11489"/>
                  </a:cubicBezTo>
                  <a:cubicBezTo>
                    <a:pt x="7834" y="11777"/>
                    <a:pt x="8064" y="12076"/>
                    <a:pt x="8278" y="12390"/>
                  </a:cubicBezTo>
                  <a:cubicBezTo>
                    <a:pt x="8700" y="12103"/>
                    <a:pt x="9109" y="11798"/>
                    <a:pt x="9499" y="11473"/>
                  </a:cubicBezTo>
                  <a:cubicBezTo>
                    <a:pt x="9889" y="11147"/>
                    <a:pt x="10262" y="10804"/>
                    <a:pt x="10617" y="10442"/>
                  </a:cubicBezTo>
                  <a:lnTo>
                    <a:pt x="8538" y="8741"/>
                  </a:lnTo>
                  <a:close/>
                  <a:moveTo>
                    <a:pt x="1798" y="9132"/>
                  </a:moveTo>
                  <a:cubicBezTo>
                    <a:pt x="1535" y="9075"/>
                    <a:pt x="1275" y="9033"/>
                    <a:pt x="1007" y="8999"/>
                  </a:cubicBezTo>
                  <a:cubicBezTo>
                    <a:pt x="1062" y="9423"/>
                    <a:pt x="1148" y="9837"/>
                    <a:pt x="1280" y="10238"/>
                  </a:cubicBezTo>
                  <a:cubicBezTo>
                    <a:pt x="1412" y="10638"/>
                    <a:pt x="1583" y="11018"/>
                    <a:pt x="1786" y="11388"/>
                  </a:cubicBezTo>
                  <a:cubicBezTo>
                    <a:pt x="1891" y="11037"/>
                    <a:pt x="2008" y="10691"/>
                    <a:pt x="2139" y="10348"/>
                  </a:cubicBezTo>
                  <a:cubicBezTo>
                    <a:pt x="2270" y="10005"/>
                    <a:pt x="2418" y="9667"/>
                    <a:pt x="2574" y="9334"/>
                  </a:cubicBezTo>
                  <a:cubicBezTo>
                    <a:pt x="2319" y="9257"/>
                    <a:pt x="2059" y="9189"/>
                    <a:pt x="1798" y="9132"/>
                  </a:cubicBezTo>
                  <a:close/>
                  <a:moveTo>
                    <a:pt x="11338" y="11038"/>
                  </a:moveTo>
                  <a:cubicBezTo>
                    <a:pt x="10948" y="11437"/>
                    <a:pt x="10541" y="11810"/>
                    <a:pt x="10111" y="12167"/>
                  </a:cubicBezTo>
                  <a:cubicBezTo>
                    <a:pt x="9681" y="12525"/>
                    <a:pt x="9224" y="12866"/>
                    <a:pt x="8757" y="13179"/>
                  </a:cubicBezTo>
                  <a:cubicBezTo>
                    <a:pt x="8923" y="13483"/>
                    <a:pt x="9075" y="13796"/>
                    <a:pt x="9206" y="14117"/>
                  </a:cubicBezTo>
                  <a:cubicBezTo>
                    <a:pt x="9337" y="14439"/>
                    <a:pt x="9449" y="14769"/>
                    <a:pt x="9544" y="15106"/>
                  </a:cubicBezTo>
                  <a:cubicBezTo>
                    <a:pt x="10358" y="14993"/>
                    <a:pt x="11133" y="14757"/>
                    <a:pt x="11852" y="14413"/>
                  </a:cubicBezTo>
                  <a:cubicBezTo>
                    <a:pt x="12571" y="14068"/>
                    <a:pt x="13229" y="13610"/>
                    <a:pt x="13805" y="13059"/>
                  </a:cubicBezTo>
                  <a:lnTo>
                    <a:pt x="11338" y="11038"/>
                  </a:lnTo>
                  <a:close/>
                  <a:moveTo>
                    <a:pt x="3466" y="9652"/>
                  </a:moveTo>
                  <a:cubicBezTo>
                    <a:pt x="3255" y="10099"/>
                    <a:pt x="3068" y="10559"/>
                    <a:pt x="2906" y="11023"/>
                  </a:cubicBezTo>
                  <a:cubicBezTo>
                    <a:pt x="2744" y="11488"/>
                    <a:pt x="2612" y="11967"/>
                    <a:pt x="2500" y="12447"/>
                  </a:cubicBezTo>
                  <a:cubicBezTo>
                    <a:pt x="2606" y="12576"/>
                    <a:pt x="2712" y="12693"/>
                    <a:pt x="2827" y="12816"/>
                  </a:cubicBezTo>
                  <a:cubicBezTo>
                    <a:pt x="2943" y="12939"/>
                    <a:pt x="3067" y="13064"/>
                    <a:pt x="3192" y="13180"/>
                  </a:cubicBezTo>
                  <a:lnTo>
                    <a:pt x="5416" y="10759"/>
                  </a:lnTo>
                  <a:cubicBezTo>
                    <a:pt x="5115" y="10538"/>
                    <a:pt x="4810" y="10332"/>
                    <a:pt x="4484" y="10148"/>
                  </a:cubicBezTo>
                  <a:cubicBezTo>
                    <a:pt x="4158" y="9964"/>
                    <a:pt x="3813" y="9796"/>
                    <a:pt x="3466" y="9652"/>
                  </a:cubicBezTo>
                  <a:close/>
                  <a:moveTo>
                    <a:pt x="6136" y="11355"/>
                  </a:moveTo>
                  <a:lnTo>
                    <a:pt x="3901" y="13774"/>
                  </a:lnTo>
                  <a:cubicBezTo>
                    <a:pt x="4016" y="13856"/>
                    <a:pt x="4137" y="13929"/>
                    <a:pt x="4256" y="14005"/>
                  </a:cubicBezTo>
                  <a:cubicBezTo>
                    <a:pt x="4376" y="14081"/>
                    <a:pt x="4502" y="14158"/>
                    <a:pt x="4626" y="14228"/>
                  </a:cubicBezTo>
                  <a:cubicBezTo>
                    <a:pt x="5123" y="14054"/>
                    <a:pt x="5608" y="13859"/>
                    <a:pt x="6082" y="13639"/>
                  </a:cubicBezTo>
                  <a:cubicBezTo>
                    <a:pt x="6556" y="13419"/>
                    <a:pt x="7019" y="13171"/>
                    <a:pt x="7466" y="12906"/>
                  </a:cubicBezTo>
                  <a:cubicBezTo>
                    <a:pt x="7279" y="12625"/>
                    <a:pt x="7074" y="12352"/>
                    <a:pt x="6853" y="12093"/>
                  </a:cubicBezTo>
                  <a:cubicBezTo>
                    <a:pt x="6632" y="11833"/>
                    <a:pt x="6391" y="11591"/>
                    <a:pt x="6136" y="11355"/>
                  </a:cubicBezTo>
                  <a:close/>
                  <a:moveTo>
                    <a:pt x="7934" y="13694"/>
                  </a:moveTo>
                  <a:cubicBezTo>
                    <a:pt x="7591" y="13896"/>
                    <a:pt x="7243" y="14084"/>
                    <a:pt x="6885" y="14262"/>
                  </a:cubicBezTo>
                  <a:cubicBezTo>
                    <a:pt x="6527" y="14440"/>
                    <a:pt x="6160" y="14609"/>
                    <a:pt x="5788" y="14762"/>
                  </a:cubicBezTo>
                  <a:cubicBezTo>
                    <a:pt x="6191" y="14908"/>
                    <a:pt x="6614" y="15020"/>
                    <a:pt x="7040" y="15099"/>
                  </a:cubicBezTo>
                  <a:cubicBezTo>
                    <a:pt x="7538" y="15190"/>
                    <a:pt x="8041" y="15236"/>
                    <a:pt x="8548" y="15233"/>
                  </a:cubicBezTo>
                  <a:cubicBezTo>
                    <a:pt x="8471" y="14966"/>
                    <a:pt x="8384" y="14704"/>
                    <a:pt x="8282" y="14447"/>
                  </a:cubicBezTo>
                  <a:cubicBezTo>
                    <a:pt x="8181" y="14190"/>
                    <a:pt x="8061" y="13938"/>
                    <a:pt x="7934" y="13694"/>
                  </a:cubicBezTo>
                  <a:close/>
                </a:path>
              </a:pathLst>
            </a:custGeom>
            <a:solidFill>
              <a:srgbClr val="00B0F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60" name="Shape 34227">
              <a:extLst>
                <a:ext uri="{FF2B5EF4-FFF2-40B4-BE49-F238E27FC236}">
                  <a16:creationId xmlns:a16="http://schemas.microsoft.com/office/drawing/2014/main" id="{DF3AE396-2033-4E23-B1B0-2CB074260361}"/>
                </a:ext>
              </a:extLst>
            </p:cNvPr>
            <p:cNvSpPr/>
            <p:nvPr/>
          </p:nvSpPr>
          <p:spPr>
            <a:xfrm>
              <a:off x="11861838" y="8796062"/>
              <a:ext cx="359648" cy="35964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14657"/>
                  </a:moveTo>
                  <a:cubicBezTo>
                    <a:pt x="8670" y="14657"/>
                    <a:pt x="6943" y="12930"/>
                    <a:pt x="6943" y="10800"/>
                  </a:cubicBezTo>
                  <a:cubicBezTo>
                    <a:pt x="6943" y="8670"/>
                    <a:pt x="8670" y="6943"/>
                    <a:pt x="10800" y="6943"/>
                  </a:cubicBezTo>
                  <a:cubicBezTo>
                    <a:pt x="12930" y="6943"/>
                    <a:pt x="14657" y="8670"/>
                    <a:pt x="14657" y="10800"/>
                  </a:cubicBezTo>
                  <a:cubicBezTo>
                    <a:pt x="14657" y="12930"/>
                    <a:pt x="12930" y="14657"/>
                    <a:pt x="10800" y="14657"/>
                  </a:cubicBezTo>
                  <a:close/>
                  <a:moveTo>
                    <a:pt x="20016" y="9930"/>
                  </a:moveTo>
                  <a:cubicBezTo>
                    <a:pt x="21001" y="9522"/>
                    <a:pt x="21600" y="9257"/>
                    <a:pt x="21600" y="9257"/>
                  </a:cubicBezTo>
                  <a:lnTo>
                    <a:pt x="20829" y="6171"/>
                  </a:lnTo>
                  <a:cubicBezTo>
                    <a:pt x="20829" y="6171"/>
                    <a:pt x="20119" y="6283"/>
                    <a:pt x="18990" y="6492"/>
                  </a:cubicBezTo>
                  <a:cubicBezTo>
                    <a:pt x="18430" y="5424"/>
                    <a:pt x="17677" y="4501"/>
                    <a:pt x="16789" y="3749"/>
                  </a:cubicBezTo>
                  <a:cubicBezTo>
                    <a:pt x="17377" y="2418"/>
                    <a:pt x="17743" y="1543"/>
                    <a:pt x="17743" y="1543"/>
                  </a:cubicBezTo>
                  <a:lnTo>
                    <a:pt x="14657" y="0"/>
                  </a:lnTo>
                  <a:cubicBezTo>
                    <a:pt x="14657" y="0"/>
                    <a:pt x="14156" y="750"/>
                    <a:pt x="13405" y="1922"/>
                  </a:cubicBezTo>
                  <a:cubicBezTo>
                    <a:pt x="12297" y="1595"/>
                    <a:pt x="11120" y="1470"/>
                    <a:pt x="9929" y="1584"/>
                  </a:cubicBezTo>
                  <a:cubicBezTo>
                    <a:pt x="9522" y="599"/>
                    <a:pt x="9257" y="0"/>
                    <a:pt x="9257" y="0"/>
                  </a:cubicBezTo>
                  <a:lnTo>
                    <a:pt x="6171" y="771"/>
                  </a:lnTo>
                  <a:cubicBezTo>
                    <a:pt x="6171" y="771"/>
                    <a:pt x="6283" y="1481"/>
                    <a:pt x="6492" y="2610"/>
                  </a:cubicBezTo>
                  <a:cubicBezTo>
                    <a:pt x="5420" y="3172"/>
                    <a:pt x="4494" y="3929"/>
                    <a:pt x="3740" y="4821"/>
                  </a:cubicBezTo>
                  <a:cubicBezTo>
                    <a:pt x="2414" y="4227"/>
                    <a:pt x="1543" y="3857"/>
                    <a:pt x="1543" y="3857"/>
                  </a:cubicBezTo>
                  <a:lnTo>
                    <a:pt x="0" y="6943"/>
                  </a:lnTo>
                  <a:cubicBezTo>
                    <a:pt x="0" y="6943"/>
                    <a:pt x="748" y="7450"/>
                    <a:pt x="1919" y="8207"/>
                  </a:cubicBezTo>
                  <a:cubicBezTo>
                    <a:pt x="1595" y="9313"/>
                    <a:pt x="1471" y="10485"/>
                    <a:pt x="1584" y="11672"/>
                  </a:cubicBezTo>
                  <a:cubicBezTo>
                    <a:pt x="599" y="12078"/>
                    <a:pt x="0" y="12343"/>
                    <a:pt x="0" y="12343"/>
                  </a:cubicBezTo>
                  <a:lnTo>
                    <a:pt x="771" y="15429"/>
                  </a:lnTo>
                  <a:cubicBezTo>
                    <a:pt x="771" y="15429"/>
                    <a:pt x="1480" y="15317"/>
                    <a:pt x="2609" y="15107"/>
                  </a:cubicBezTo>
                  <a:cubicBezTo>
                    <a:pt x="3172" y="16179"/>
                    <a:pt x="3928" y="17106"/>
                    <a:pt x="4820" y="17860"/>
                  </a:cubicBezTo>
                  <a:cubicBezTo>
                    <a:pt x="4227" y="19186"/>
                    <a:pt x="3857" y="20057"/>
                    <a:pt x="3857" y="20057"/>
                  </a:cubicBezTo>
                  <a:lnTo>
                    <a:pt x="6943" y="21600"/>
                  </a:lnTo>
                  <a:cubicBezTo>
                    <a:pt x="6943" y="21600"/>
                    <a:pt x="7449" y="20852"/>
                    <a:pt x="8206" y="19681"/>
                  </a:cubicBezTo>
                  <a:cubicBezTo>
                    <a:pt x="9312" y="20005"/>
                    <a:pt x="10485" y="20129"/>
                    <a:pt x="11672" y="20016"/>
                  </a:cubicBezTo>
                  <a:cubicBezTo>
                    <a:pt x="12078" y="21001"/>
                    <a:pt x="12343" y="21600"/>
                    <a:pt x="12343" y="21600"/>
                  </a:cubicBezTo>
                  <a:lnTo>
                    <a:pt x="15429" y="20829"/>
                  </a:lnTo>
                  <a:cubicBezTo>
                    <a:pt x="15429" y="20829"/>
                    <a:pt x="15317" y="20120"/>
                    <a:pt x="15107" y="18991"/>
                  </a:cubicBezTo>
                  <a:cubicBezTo>
                    <a:pt x="16176" y="18431"/>
                    <a:pt x="17099" y="17676"/>
                    <a:pt x="17852" y="16788"/>
                  </a:cubicBezTo>
                  <a:cubicBezTo>
                    <a:pt x="19183" y="17377"/>
                    <a:pt x="20057" y="17743"/>
                    <a:pt x="20057" y="17743"/>
                  </a:cubicBezTo>
                  <a:lnTo>
                    <a:pt x="21600" y="14657"/>
                  </a:lnTo>
                  <a:cubicBezTo>
                    <a:pt x="21600" y="14657"/>
                    <a:pt x="20851" y="14156"/>
                    <a:pt x="19678" y="13405"/>
                  </a:cubicBezTo>
                  <a:cubicBezTo>
                    <a:pt x="20005" y="12296"/>
                    <a:pt x="20130" y="11120"/>
                    <a:pt x="20016" y="993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15073" tIns="15073" rIns="15073" bIns="15073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61" name="Shape 34228">
              <a:extLst>
                <a:ext uri="{FF2B5EF4-FFF2-40B4-BE49-F238E27FC236}">
                  <a16:creationId xmlns:a16="http://schemas.microsoft.com/office/drawing/2014/main" id="{C31D1EDA-4B16-4A91-88B3-5D0C5BEBD26F}"/>
                </a:ext>
              </a:extLst>
            </p:cNvPr>
            <p:cNvSpPr/>
            <p:nvPr/>
          </p:nvSpPr>
          <p:spPr>
            <a:xfrm>
              <a:off x="9057539" y="5652197"/>
              <a:ext cx="565072" cy="64875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1390" y="0"/>
                  </a:moveTo>
                  <a:lnTo>
                    <a:pt x="0" y="14168"/>
                  </a:lnTo>
                  <a:lnTo>
                    <a:pt x="12187" y="21600"/>
                  </a:lnTo>
                  <a:lnTo>
                    <a:pt x="21600" y="9890"/>
                  </a:lnTo>
                  <a:lnTo>
                    <a:pt x="20767" y="5719"/>
                  </a:lnTo>
                  <a:lnTo>
                    <a:pt x="11390" y="0"/>
                  </a:lnTo>
                  <a:close/>
                  <a:moveTo>
                    <a:pt x="12641" y="5625"/>
                  </a:moveTo>
                  <a:lnTo>
                    <a:pt x="17079" y="8332"/>
                  </a:lnTo>
                  <a:lnTo>
                    <a:pt x="16765" y="8723"/>
                  </a:lnTo>
                  <a:lnTo>
                    <a:pt x="12326" y="6016"/>
                  </a:lnTo>
                  <a:lnTo>
                    <a:pt x="12641" y="5625"/>
                  </a:lnTo>
                  <a:close/>
                  <a:moveTo>
                    <a:pt x="7323" y="8127"/>
                  </a:moveTo>
                  <a:lnTo>
                    <a:pt x="16200" y="13540"/>
                  </a:lnTo>
                  <a:lnTo>
                    <a:pt x="15894" y="13920"/>
                  </a:lnTo>
                  <a:lnTo>
                    <a:pt x="7017" y="8506"/>
                  </a:lnTo>
                  <a:lnTo>
                    <a:pt x="7323" y="8127"/>
                  </a:lnTo>
                  <a:close/>
                  <a:moveTo>
                    <a:pt x="5778" y="10048"/>
                  </a:moveTo>
                  <a:lnTo>
                    <a:pt x="14655" y="15462"/>
                  </a:lnTo>
                  <a:lnTo>
                    <a:pt x="14340" y="15853"/>
                  </a:lnTo>
                  <a:lnTo>
                    <a:pt x="5463" y="10439"/>
                  </a:lnTo>
                  <a:lnTo>
                    <a:pt x="5778" y="10048"/>
                  </a:lnTo>
                  <a:close/>
                  <a:moveTo>
                    <a:pt x="4233" y="11970"/>
                  </a:moveTo>
                  <a:lnTo>
                    <a:pt x="8671" y="14677"/>
                  </a:lnTo>
                  <a:lnTo>
                    <a:pt x="8357" y="15068"/>
                  </a:lnTo>
                  <a:lnTo>
                    <a:pt x="3918" y="12361"/>
                  </a:lnTo>
                  <a:lnTo>
                    <a:pt x="4233" y="1197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62" name="Shape 34229">
              <a:extLst>
                <a:ext uri="{FF2B5EF4-FFF2-40B4-BE49-F238E27FC236}">
                  <a16:creationId xmlns:a16="http://schemas.microsoft.com/office/drawing/2014/main" id="{69D257C2-090D-40ED-8AE6-C1A0794F3FF5}"/>
                </a:ext>
              </a:extLst>
            </p:cNvPr>
            <p:cNvSpPr/>
            <p:nvPr/>
          </p:nvSpPr>
          <p:spPr>
            <a:xfrm>
              <a:off x="14430703" y="5653180"/>
              <a:ext cx="678286" cy="6096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55" h="21217" extrusionOk="0">
                  <a:moveTo>
                    <a:pt x="16218" y="16859"/>
                  </a:moveTo>
                  <a:lnTo>
                    <a:pt x="3455" y="9002"/>
                  </a:lnTo>
                  <a:lnTo>
                    <a:pt x="7275" y="1347"/>
                  </a:lnTo>
                  <a:lnTo>
                    <a:pt x="20039" y="9205"/>
                  </a:lnTo>
                  <a:cubicBezTo>
                    <a:pt x="20039" y="9205"/>
                    <a:pt x="16218" y="16859"/>
                    <a:pt x="16218" y="16859"/>
                  </a:cubicBezTo>
                  <a:close/>
                  <a:moveTo>
                    <a:pt x="20627" y="8027"/>
                  </a:moveTo>
                  <a:lnTo>
                    <a:pt x="7863" y="170"/>
                  </a:lnTo>
                  <a:cubicBezTo>
                    <a:pt x="7275" y="-192"/>
                    <a:pt x="6536" y="43"/>
                    <a:pt x="6211" y="693"/>
                  </a:cubicBezTo>
                  <a:cubicBezTo>
                    <a:pt x="6211" y="693"/>
                    <a:pt x="1803" y="9525"/>
                    <a:pt x="1814" y="9531"/>
                  </a:cubicBezTo>
                  <a:lnTo>
                    <a:pt x="16683" y="18684"/>
                  </a:lnTo>
                  <a:cubicBezTo>
                    <a:pt x="16694" y="18691"/>
                    <a:pt x="21103" y="9860"/>
                    <a:pt x="21103" y="9860"/>
                  </a:cubicBezTo>
                  <a:cubicBezTo>
                    <a:pt x="21427" y="9210"/>
                    <a:pt x="21214" y="8389"/>
                    <a:pt x="20627" y="8027"/>
                  </a:cubicBezTo>
                  <a:close/>
                  <a:moveTo>
                    <a:pt x="15519" y="21047"/>
                  </a:moveTo>
                  <a:lnTo>
                    <a:pt x="628" y="11880"/>
                  </a:lnTo>
                  <a:cubicBezTo>
                    <a:pt x="40" y="11518"/>
                    <a:pt x="-173" y="10698"/>
                    <a:pt x="152" y="10047"/>
                  </a:cubicBezTo>
                  <a:lnTo>
                    <a:pt x="446" y="9459"/>
                  </a:lnTo>
                  <a:lnTo>
                    <a:pt x="7359" y="13714"/>
                  </a:lnTo>
                  <a:lnTo>
                    <a:pt x="7065" y="14303"/>
                  </a:lnTo>
                  <a:lnTo>
                    <a:pt x="10256" y="16268"/>
                  </a:lnTo>
                  <a:lnTo>
                    <a:pt x="10550" y="15679"/>
                  </a:lnTo>
                  <a:lnTo>
                    <a:pt x="17464" y="19935"/>
                  </a:lnTo>
                  <a:lnTo>
                    <a:pt x="17170" y="20524"/>
                  </a:lnTo>
                  <a:cubicBezTo>
                    <a:pt x="16846" y="21174"/>
                    <a:pt x="16106" y="21408"/>
                    <a:pt x="15519" y="21047"/>
                  </a:cubicBezTo>
                  <a:cubicBezTo>
                    <a:pt x="15519" y="21047"/>
                    <a:pt x="15519" y="21047"/>
                    <a:pt x="15519" y="2104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63" name="Shape 34230">
              <a:extLst>
                <a:ext uri="{FF2B5EF4-FFF2-40B4-BE49-F238E27FC236}">
                  <a16:creationId xmlns:a16="http://schemas.microsoft.com/office/drawing/2014/main" id="{6668CDD0-0005-4AFC-9032-C6544BF09D80}"/>
                </a:ext>
              </a:extLst>
            </p:cNvPr>
            <p:cNvSpPr/>
            <p:nvPr/>
          </p:nvSpPr>
          <p:spPr>
            <a:xfrm>
              <a:off x="14217720" y="6775957"/>
              <a:ext cx="333440" cy="6668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250" y="4050"/>
                  </a:moveTo>
                  <a:lnTo>
                    <a:pt x="1618" y="4050"/>
                  </a:lnTo>
                  <a:lnTo>
                    <a:pt x="1618" y="17550"/>
                  </a:lnTo>
                  <a:lnTo>
                    <a:pt x="20250" y="17550"/>
                  </a:lnTo>
                  <a:lnTo>
                    <a:pt x="20250" y="4050"/>
                  </a:lnTo>
                  <a:close/>
                  <a:moveTo>
                    <a:pt x="14175" y="2025"/>
                  </a:moveTo>
                  <a:lnTo>
                    <a:pt x="7425" y="2025"/>
                  </a:lnTo>
                  <a:cubicBezTo>
                    <a:pt x="7052" y="2025"/>
                    <a:pt x="6750" y="2176"/>
                    <a:pt x="6750" y="2363"/>
                  </a:cubicBezTo>
                  <a:cubicBezTo>
                    <a:pt x="6750" y="2549"/>
                    <a:pt x="7052" y="2700"/>
                    <a:pt x="7425" y="2700"/>
                  </a:cubicBezTo>
                  <a:lnTo>
                    <a:pt x="14175" y="2700"/>
                  </a:lnTo>
                  <a:cubicBezTo>
                    <a:pt x="14548" y="2700"/>
                    <a:pt x="14850" y="2549"/>
                    <a:pt x="14850" y="2363"/>
                  </a:cubicBezTo>
                  <a:cubicBezTo>
                    <a:pt x="14850" y="2176"/>
                    <a:pt x="14548" y="2025"/>
                    <a:pt x="14175" y="2025"/>
                  </a:cubicBezTo>
                  <a:close/>
                  <a:moveTo>
                    <a:pt x="11475" y="20250"/>
                  </a:moveTo>
                  <a:cubicBezTo>
                    <a:pt x="12593" y="20250"/>
                    <a:pt x="13500" y="19797"/>
                    <a:pt x="13500" y="19238"/>
                  </a:cubicBezTo>
                  <a:cubicBezTo>
                    <a:pt x="13500" y="18678"/>
                    <a:pt x="12593" y="18225"/>
                    <a:pt x="11475" y="18225"/>
                  </a:cubicBezTo>
                  <a:cubicBezTo>
                    <a:pt x="10357" y="18225"/>
                    <a:pt x="9450" y="18678"/>
                    <a:pt x="9450" y="19238"/>
                  </a:cubicBezTo>
                  <a:cubicBezTo>
                    <a:pt x="9450" y="19797"/>
                    <a:pt x="10357" y="20250"/>
                    <a:pt x="11475" y="20250"/>
                  </a:cubicBezTo>
                  <a:close/>
                  <a:moveTo>
                    <a:pt x="18900" y="21600"/>
                  </a:moveTo>
                  <a:lnTo>
                    <a:pt x="2700" y="21600"/>
                  </a:lnTo>
                  <a:cubicBezTo>
                    <a:pt x="1954" y="21600"/>
                    <a:pt x="1279" y="21449"/>
                    <a:pt x="791" y="21205"/>
                  </a:cubicBezTo>
                  <a:cubicBezTo>
                    <a:pt x="302" y="20960"/>
                    <a:pt x="0" y="20623"/>
                    <a:pt x="0" y="20250"/>
                  </a:cubicBezTo>
                  <a:lnTo>
                    <a:pt x="0" y="1350"/>
                  </a:lnTo>
                  <a:cubicBezTo>
                    <a:pt x="0" y="977"/>
                    <a:pt x="302" y="640"/>
                    <a:pt x="791" y="395"/>
                  </a:cubicBezTo>
                  <a:cubicBezTo>
                    <a:pt x="1279" y="151"/>
                    <a:pt x="1954" y="0"/>
                    <a:pt x="2700" y="0"/>
                  </a:cubicBezTo>
                  <a:lnTo>
                    <a:pt x="18900" y="0"/>
                  </a:lnTo>
                  <a:cubicBezTo>
                    <a:pt x="19646" y="0"/>
                    <a:pt x="20321" y="151"/>
                    <a:pt x="20809" y="395"/>
                  </a:cubicBezTo>
                  <a:cubicBezTo>
                    <a:pt x="21298" y="640"/>
                    <a:pt x="21600" y="977"/>
                    <a:pt x="21600" y="1350"/>
                  </a:cubicBezTo>
                  <a:lnTo>
                    <a:pt x="21600" y="20250"/>
                  </a:lnTo>
                  <a:cubicBezTo>
                    <a:pt x="21600" y="20623"/>
                    <a:pt x="21298" y="20960"/>
                    <a:pt x="20809" y="21205"/>
                  </a:cubicBezTo>
                  <a:cubicBezTo>
                    <a:pt x="20321" y="21449"/>
                    <a:pt x="19646" y="21600"/>
                    <a:pt x="18900" y="2160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64" name="Shape 34231">
              <a:extLst>
                <a:ext uri="{FF2B5EF4-FFF2-40B4-BE49-F238E27FC236}">
                  <a16:creationId xmlns:a16="http://schemas.microsoft.com/office/drawing/2014/main" id="{B6EB95AD-2468-4AA4-9F51-2FC437664451}"/>
                </a:ext>
              </a:extLst>
            </p:cNvPr>
            <p:cNvSpPr/>
            <p:nvPr/>
          </p:nvSpPr>
          <p:spPr>
            <a:xfrm>
              <a:off x="12484545" y="3228311"/>
              <a:ext cx="428100" cy="3478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559"/>
                  </a:moveTo>
                  <a:cubicBezTo>
                    <a:pt x="20805" y="2994"/>
                    <a:pt x="19949" y="3285"/>
                    <a:pt x="19055" y="3417"/>
                  </a:cubicBezTo>
                  <a:cubicBezTo>
                    <a:pt x="19968" y="2742"/>
                    <a:pt x="20672" y="1676"/>
                    <a:pt x="21003" y="401"/>
                  </a:cubicBezTo>
                  <a:cubicBezTo>
                    <a:pt x="20147" y="1026"/>
                    <a:pt x="19198" y="1478"/>
                    <a:pt x="18187" y="1722"/>
                  </a:cubicBezTo>
                  <a:cubicBezTo>
                    <a:pt x="17379" y="665"/>
                    <a:pt x="16228" y="0"/>
                    <a:pt x="14953" y="0"/>
                  </a:cubicBezTo>
                  <a:cubicBezTo>
                    <a:pt x="12506" y="0"/>
                    <a:pt x="10524" y="2441"/>
                    <a:pt x="10524" y="5454"/>
                  </a:cubicBezTo>
                  <a:cubicBezTo>
                    <a:pt x="10524" y="5881"/>
                    <a:pt x="10561" y="6298"/>
                    <a:pt x="10637" y="6694"/>
                  </a:cubicBezTo>
                  <a:cubicBezTo>
                    <a:pt x="6954" y="6468"/>
                    <a:pt x="3689" y="4296"/>
                    <a:pt x="1504" y="998"/>
                  </a:cubicBezTo>
                  <a:cubicBezTo>
                    <a:pt x="1122" y="1806"/>
                    <a:pt x="903" y="2742"/>
                    <a:pt x="903" y="3739"/>
                  </a:cubicBezTo>
                  <a:cubicBezTo>
                    <a:pt x="903" y="5631"/>
                    <a:pt x="1686" y="7302"/>
                    <a:pt x="2875" y="8279"/>
                  </a:cubicBezTo>
                  <a:cubicBezTo>
                    <a:pt x="2149" y="8248"/>
                    <a:pt x="1466" y="8005"/>
                    <a:pt x="868" y="7599"/>
                  </a:cubicBezTo>
                  <a:cubicBezTo>
                    <a:pt x="868" y="7618"/>
                    <a:pt x="868" y="7641"/>
                    <a:pt x="868" y="7666"/>
                  </a:cubicBezTo>
                  <a:cubicBezTo>
                    <a:pt x="868" y="10307"/>
                    <a:pt x="2395" y="12512"/>
                    <a:pt x="4423" y="13011"/>
                  </a:cubicBezTo>
                  <a:cubicBezTo>
                    <a:pt x="4051" y="13134"/>
                    <a:pt x="3658" y="13201"/>
                    <a:pt x="3255" y="13201"/>
                  </a:cubicBezTo>
                  <a:cubicBezTo>
                    <a:pt x="2970" y="13201"/>
                    <a:pt x="2691" y="13168"/>
                    <a:pt x="2420" y="13106"/>
                  </a:cubicBezTo>
                  <a:cubicBezTo>
                    <a:pt x="2983" y="15270"/>
                    <a:pt x="4621" y="16846"/>
                    <a:pt x="6561" y="16890"/>
                  </a:cubicBezTo>
                  <a:cubicBezTo>
                    <a:pt x="5042" y="18353"/>
                    <a:pt x="3134" y="19225"/>
                    <a:pt x="1056" y="19225"/>
                  </a:cubicBezTo>
                  <a:cubicBezTo>
                    <a:pt x="700" y="19225"/>
                    <a:pt x="347" y="19197"/>
                    <a:pt x="0" y="19149"/>
                  </a:cubicBezTo>
                  <a:cubicBezTo>
                    <a:pt x="1963" y="20695"/>
                    <a:pt x="4290" y="21600"/>
                    <a:pt x="6791" y="21600"/>
                  </a:cubicBezTo>
                  <a:cubicBezTo>
                    <a:pt x="14943" y="21600"/>
                    <a:pt x="19401" y="13291"/>
                    <a:pt x="19401" y="6084"/>
                  </a:cubicBezTo>
                  <a:cubicBezTo>
                    <a:pt x="19401" y="5851"/>
                    <a:pt x="19396" y="5613"/>
                    <a:pt x="19388" y="5380"/>
                  </a:cubicBezTo>
                  <a:cubicBezTo>
                    <a:pt x="20253" y="4614"/>
                    <a:pt x="21005" y="3652"/>
                    <a:pt x="21600" y="2559"/>
                  </a:cubicBezTo>
                  <a:cubicBezTo>
                    <a:pt x="21600" y="2559"/>
                    <a:pt x="21600" y="2559"/>
                    <a:pt x="21600" y="2559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65" name="Shape 34232">
              <a:extLst>
                <a:ext uri="{FF2B5EF4-FFF2-40B4-BE49-F238E27FC236}">
                  <a16:creationId xmlns:a16="http://schemas.microsoft.com/office/drawing/2014/main" id="{32DCAC3A-6B36-419D-9893-889513F0ACBF}"/>
                </a:ext>
              </a:extLst>
            </p:cNvPr>
            <p:cNvSpPr/>
            <p:nvPr/>
          </p:nvSpPr>
          <p:spPr>
            <a:xfrm>
              <a:off x="11791096" y="11232556"/>
              <a:ext cx="130464" cy="27962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362" y="21600"/>
                  </a:moveTo>
                  <a:lnTo>
                    <a:pt x="4786" y="21600"/>
                  </a:lnTo>
                  <a:lnTo>
                    <a:pt x="4786" y="10800"/>
                  </a:lnTo>
                  <a:lnTo>
                    <a:pt x="0" y="10800"/>
                  </a:lnTo>
                  <a:lnTo>
                    <a:pt x="0" y="7077"/>
                  </a:lnTo>
                  <a:lnTo>
                    <a:pt x="4786" y="7077"/>
                  </a:lnTo>
                  <a:lnTo>
                    <a:pt x="4786" y="4842"/>
                  </a:lnTo>
                  <a:cubicBezTo>
                    <a:pt x="4786" y="1806"/>
                    <a:pt x="7489" y="0"/>
                    <a:pt x="15162" y="0"/>
                  </a:cubicBezTo>
                  <a:lnTo>
                    <a:pt x="21552" y="0"/>
                  </a:lnTo>
                  <a:lnTo>
                    <a:pt x="21552" y="3723"/>
                  </a:lnTo>
                  <a:lnTo>
                    <a:pt x="17560" y="3723"/>
                  </a:lnTo>
                  <a:cubicBezTo>
                    <a:pt x="14572" y="3723"/>
                    <a:pt x="14372" y="4243"/>
                    <a:pt x="14372" y="5214"/>
                  </a:cubicBezTo>
                  <a:lnTo>
                    <a:pt x="14362" y="7077"/>
                  </a:lnTo>
                  <a:lnTo>
                    <a:pt x="21600" y="7077"/>
                  </a:lnTo>
                  <a:lnTo>
                    <a:pt x="20752" y="10800"/>
                  </a:lnTo>
                  <a:lnTo>
                    <a:pt x="14362" y="10800"/>
                  </a:lnTo>
                  <a:cubicBezTo>
                    <a:pt x="14362" y="10800"/>
                    <a:pt x="14362" y="21600"/>
                    <a:pt x="14362" y="2160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66" name="Shape 34233">
              <a:extLst>
                <a:ext uri="{FF2B5EF4-FFF2-40B4-BE49-F238E27FC236}">
                  <a16:creationId xmlns:a16="http://schemas.microsoft.com/office/drawing/2014/main" id="{8236CA81-388B-4908-9685-8D6BC8E70187}"/>
                </a:ext>
              </a:extLst>
            </p:cNvPr>
            <p:cNvSpPr/>
            <p:nvPr/>
          </p:nvSpPr>
          <p:spPr>
            <a:xfrm>
              <a:off x="11084739" y="4570184"/>
              <a:ext cx="304442" cy="3928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35" h="21287" extrusionOk="0">
                  <a:moveTo>
                    <a:pt x="8719" y="13902"/>
                  </a:moveTo>
                  <a:cubicBezTo>
                    <a:pt x="8086" y="16090"/>
                    <a:pt x="7465" y="18199"/>
                    <a:pt x="6111" y="19862"/>
                  </a:cubicBezTo>
                  <a:cubicBezTo>
                    <a:pt x="5699" y="20370"/>
                    <a:pt x="5281" y="21012"/>
                    <a:pt x="4573" y="21287"/>
                  </a:cubicBezTo>
                  <a:cubicBezTo>
                    <a:pt x="3525" y="17039"/>
                    <a:pt x="5712" y="13464"/>
                    <a:pt x="6579" y="9893"/>
                  </a:cubicBezTo>
                  <a:cubicBezTo>
                    <a:pt x="5475" y="8121"/>
                    <a:pt x="6162" y="5116"/>
                    <a:pt x="8519" y="4777"/>
                  </a:cubicBezTo>
                  <a:cubicBezTo>
                    <a:pt x="11938" y="4282"/>
                    <a:pt x="11037" y="7536"/>
                    <a:pt x="10457" y="9049"/>
                  </a:cubicBezTo>
                  <a:cubicBezTo>
                    <a:pt x="10139" y="9877"/>
                    <a:pt x="9566" y="10671"/>
                    <a:pt x="9654" y="11581"/>
                  </a:cubicBezTo>
                  <a:cubicBezTo>
                    <a:pt x="9843" y="13499"/>
                    <a:pt x="12902" y="13622"/>
                    <a:pt x="14467" y="12636"/>
                  </a:cubicBezTo>
                  <a:cubicBezTo>
                    <a:pt x="16713" y="11223"/>
                    <a:pt x="17361" y="8494"/>
                    <a:pt x="17144" y="6253"/>
                  </a:cubicBezTo>
                  <a:cubicBezTo>
                    <a:pt x="16810" y="2840"/>
                    <a:pt x="11909" y="1143"/>
                    <a:pt x="7583" y="2508"/>
                  </a:cubicBezTo>
                  <a:cubicBezTo>
                    <a:pt x="5355" y="3211"/>
                    <a:pt x="3329" y="4827"/>
                    <a:pt x="3035" y="7202"/>
                  </a:cubicBezTo>
                  <a:cubicBezTo>
                    <a:pt x="2881" y="8453"/>
                    <a:pt x="3214" y="9451"/>
                    <a:pt x="3838" y="10156"/>
                  </a:cubicBezTo>
                  <a:cubicBezTo>
                    <a:pt x="3933" y="10263"/>
                    <a:pt x="4258" y="10453"/>
                    <a:pt x="4305" y="10738"/>
                  </a:cubicBezTo>
                  <a:cubicBezTo>
                    <a:pt x="4403" y="11316"/>
                    <a:pt x="3968" y="11940"/>
                    <a:pt x="3570" y="12371"/>
                  </a:cubicBezTo>
                  <a:cubicBezTo>
                    <a:pt x="1354" y="11867"/>
                    <a:pt x="210" y="10298"/>
                    <a:pt x="26" y="8311"/>
                  </a:cubicBezTo>
                  <a:cubicBezTo>
                    <a:pt x="-390" y="3790"/>
                    <a:pt x="4313" y="350"/>
                    <a:pt x="9854" y="29"/>
                  </a:cubicBezTo>
                  <a:cubicBezTo>
                    <a:pt x="15764" y="-313"/>
                    <a:pt x="20453" y="2380"/>
                    <a:pt x="20886" y="6306"/>
                  </a:cubicBezTo>
                  <a:cubicBezTo>
                    <a:pt x="21210" y="9225"/>
                    <a:pt x="19897" y="12163"/>
                    <a:pt x="17812" y="13743"/>
                  </a:cubicBezTo>
                  <a:cubicBezTo>
                    <a:pt x="16244" y="14931"/>
                    <a:pt x="12913" y="16092"/>
                    <a:pt x="10190" y="14957"/>
                  </a:cubicBezTo>
                  <a:cubicBezTo>
                    <a:pt x="9585" y="14704"/>
                    <a:pt x="9318" y="14397"/>
                    <a:pt x="8719" y="13902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67" name="Shape 34234">
              <a:extLst>
                <a:ext uri="{FF2B5EF4-FFF2-40B4-BE49-F238E27FC236}">
                  <a16:creationId xmlns:a16="http://schemas.microsoft.com/office/drawing/2014/main" id="{3B7B2670-A08D-473B-89ED-542ECD1FDE80}"/>
                </a:ext>
              </a:extLst>
            </p:cNvPr>
            <p:cNvSpPr/>
            <p:nvPr/>
          </p:nvSpPr>
          <p:spPr>
            <a:xfrm>
              <a:off x="10710090" y="4258444"/>
              <a:ext cx="419088" cy="3928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648" y="5409"/>
                  </a:moveTo>
                  <a:cubicBezTo>
                    <a:pt x="8423" y="3519"/>
                    <a:pt x="7212" y="1948"/>
                    <a:pt x="5946" y="1906"/>
                  </a:cubicBezTo>
                  <a:lnTo>
                    <a:pt x="5894" y="1906"/>
                  </a:lnTo>
                  <a:cubicBezTo>
                    <a:pt x="5447" y="1906"/>
                    <a:pt x="5049" y="2111"/>
                    <a:pt x="4743" y="2498"/>
                  </a:cubicBezTo>
                  <a:cubicBezTo>
                    <a:pt x="4271" y="3097"/>
                    <a:pt x="4073" y="4045"/>
                    <a:pt x="4198" y="5100"/>
                  </a:cubicBezTo>
                  <a:cubicBezTo>
                    <a:pt x="4418" y="6988"/>
                    <a:pt x="5656" y="8619"/>
                    <a:pt x="6897" y="8662"/>
                  </a:cubicBezTo>
                  <a:lnTo>
                    <a:pt x="6916" y="8662"/>
                  </a:lnTo>
                  <a:cubicBezTo>
                    <a:pt x="7385" y="8662"/>
                    <a:pt x="7778" y="8457"/>
                    <a:pt x="8085" y="8070"/>
                  </a:cubicBezTo>
                  <a:cubicBezTo>
                    <a:pt x="8561" y="7463"/>
                    <a:pt x="8773" y="6468"/>
                    <a:pt x="8648" y="5409"/>
                  </a:cubicBezTo>
                  <a:cubicBezTo>
                    <a:pt x="8648" y="5409"/>
                    <a:pt x="8648" y="5409"/>
                    <a:pt x="8648" y="5409"/>
                  </a:cubicBezTo>
                  <a:close/>
                  <a:moveTo>
                    <a:pt x="2967" y="16668"/>
                  </a:moveTo>
                  <a:cubicBezTo>
                    <a:pt x="2967" y="18299"/>
                    <a:pt x="4433" y="19576"/>
                    <a:pt x="6303" y="19576"/>
                  </a:cubicBezTo>
                  <a:cubicBezTo>
                    <a:pt x="8773" y="19576"/>
                    <a:pt x="10022" y="18631"/>
                    <a:pt x="10022" y="16763"/>
                  </a:cubicBezTo>
                  <a:cubicBezTo>
                    <a:pt x="10022" y="16587"/>
                    <a:pt x="10003" y="16402"/>
                    <a:pt x="9965" y="16220"/>
                  </a:cubicBezTo>
                  <a:cubicBezTo>
                    <a:pt x="9800" y="15495"/>
                    <a:pt x="9201" y="15043"/>
                    <a:pt x="8298" y="14355"/>
                  </a:cubicBezTo>
                  <a:cubicBezTo>
                    <a:pt x="8173" y="14263"/>
                    <a:pt x="8044" y="14164"/>
                    <a:pt x="7911" y="14063"/>
                  </a:cubicBezTo>
                  <a:cubicBezTo>
                    <a:pt x="7520" y="13931"/>
                    <a:pt x="7106" y="13857"/>
                    <a:pt x="6683" y="13855"/>
                  </a:cubicBezTo>
                  <a:lnTo>
                    <a:pt x="6629" y="13852"/>
                  </a:lnTo>
                  <a:cubicBezTo>
                    <a:pt x="4680" y="13852"/>
                    <a:pt x="2967" y="15167"/>
                    <a:pt x="2967" y="16668"/>
                  </a:cubicBezTo>
                  <a:cubicBezTo>
                    <a:pt x="2967" y="16668"/>
                    <a:pt x="2967" y="16668"/>
                    <a:pt x="2967" y="16668"/>
                  </a:cubicBezTo>
                  <a:close/>
                  <a:moveTo>
                    <a:pt x="12670" y="907"/>
                  </a:moveTo>
                  <a:lnTo>
                    <a:pt x="11388" y="1940"/>
                  </a:lnTo>
                  <a:cubicBezTo>
                    <a:pt x="11312" y="2002"/>
                    <a:pt x="11218" y="2035"/>
                    <a:pt x="11123" y="2035"/>
                  </a:cubicBezTo>
                  <a:lnTo>
                    <a:pt x="10665" y="2035"/>
                  </a:lnTo>
                  <a:cubicBezTo>
                    <a:pt x="11255" y="2824"/>
                    <a:pt x="11605" y="3949"/>
                    <a:pt x="11605" y="5219"/>
                  </a:cubicBezTo>
                  <a:cubicBezTo>
                    <a:pt x="11605" y="6615"/>
                    <a:pt x="10968" y="7937"/>
                    <a:pt x="9814" y="8945"/>
                  </a:cubicBezTo>
                  <a:cubicBezTo>
                    <a:pt x="8922" y="9717"/>
                    <a:pt x="8887" y="9931"/>
                    <a:pt x="8887" y="10374"/>
                  </a:cubicBezTo>
                  <a:cubicBezTo>
                    <a:pt x="8897" y="10617"/>
                    <a:pt x="9521" y="11409"/>
                    <a:pt x="10204" y="11949"/>
                  </a:cubicBezTo>
                  <a:cubicBezTo>
                    <a:pt x="11803" y="13208"/>
                    <a:pt x="12396" y="14441"/>
                    <a:pt x="12396" y="16503"/>
                  </a:cubicBezTo>
                  <a:cubicBezTo>
                    <a:pt x="12396" y="18652"/>
                    <a:pt x="10930" y="20513"/>
                    <a:pt x="8659" y="21248"/>
                  </a:cubicBezTo>
                  <a:cubicBezTo>
                    <a:pt x="7930" y="21482"/>
                    <a:pt x="7141" y="21600"/>
                    <a:pt x="6315" y="21600"/>
                  </a:cubicBezTo>
                  <a:cubicBezTo>
                    <a:pt x="5396" y="21600"/>
                    <a:pt x="4510" y="21482"/>
                    <a:pt x="3686" y="21251"/>
                  </a:cubicBezTo>
                  <a:cubicBezTo>
                    <a:pt x="2090" y="20802"/>
                    <a:pt x="908" y="19953"/>
                    <a:pt x="358" y="18858"/>
                  </a:cubicBezTo>
                  <a:cubicBezTo>
                    <a:pt x="122" y="18382"/>
                    <a:pt x="0" y="17877"/>
                    <a:pt x="0" y="17354"/>
                  </a:cubicBezTo>
                  <a:cubicBezTo>
                    <a:pt x="0" y="16815"/>
                    <a:pt x="117" y="16269"/>
                    <a:pt x="344" y="15728"/>
                  </a:cubicBezTo>
                  <a:cubicBezTo>
                    <a:pt x="1219" y="13652"/>
                    <a:pt x="3526" y="12256"/>
                    <a:pt x="6079" y="12256"/>
                  </a:cubicBezTo>
                  <a:cubicBezTo>
                    <a:pt x="6106" y="12256"/>
                    <a:pt x="6130" y="12256"/>
                    <a:pt x="6152" y="12256"/>
                  </a:cubicBezTo>
                  <a:cubicBezTo>
                    <a:pt x="5946" y="11848"/>
                    <a:pt x="5843" y="11429"/>
                    <a:pt x="5843" y="10984"/>
                  </a:cubicBezTo>
                  <a:cubicBezTo>
                    <a:pt x="5843" y="10764"/>
                    <a:pt x="5870" y="10538"/>
                    <a:pt x="5924" y="10311"/>
                  </a:cubicBezTo>
                  <a:cubicBezTo>
                    <a:pt x="3244" y="10243"/>
                    <a:pt x="1238" y="8057"/>
                    <a:pt x="1238" y="5179"/>
                  </a:cubicBezTo>
                  <a:cubicBezTo>
                    <a:pt x="1238" y="3144"/>
                    <a:pt x="2699" y="1162"/>
                    <a:pt x="4786" y="362"/>
                  </a:cubicBezTo>
                  <a:cubicBezTo>
                    <a:pt x="5412" y="121"/>
                    <a:pt x="6049" y="0"/>
                    <a:pt x="6675" y="0"/>
                  </a:cubicBezTo>
                  <a:lnTo>
                    <a:pt x="12404" y="0"/>
                  </a:lnTo>
                  <a:cubicBezTo>
                    <a:pt x="12599" y="0"/>
                    <a:pt x="12772" y="139"/>
                    <a:pt x="12833" y="347"/>
                  </a:cubicBezTo>
                  <a:cubicBezTo>
                    <a:pt x="12895" y="553"/>
                    <a:pt x="12827" y="781"/>
                    <a:pt x="12670" y="907"/>
                  </a:cubicBezTo>
                  <a:cubicBezTo>
                    <a:pt x="12670" y="907"/>
                    <a:pt x="12670" y="907"/>
                    <a:pt x="12670" y="907"/>
                  </a:cubicBezTo>
                  <a:close/>
                  <a:moveTo>
                    <a:pt x="21151" y="10807"/>
                  </a:moveTo>
                  <a:lnTo>
                    <a:pt x="17892" y="10807"/>
                  </a:lnTo>
                  <a:lnTo>
                    <a:pt x="17892" y="14433"/>
                  </a:lnTo>
                  <a:cubicBezTo>
                    <a:pt x="17892" y="14711"/>
                    <a:pt x="17691" y="14934"/>
                    <a:pt x="17443" y="14934"/>
                  </a:cubicBezTo>
                  <a:lnTo>
                    <a:pt x="16515" y="14934"/>
                  </a:lnTo>
                  <a:cubicBezTo>
                    <a:pt x="16266" y="14934"/>
                    <a:pt x="16063" y="14711"/>
                    <a:pt x="16063" y="14433"/>
                  </a:cubicBezTo>
                  <a:lnTo>
                    <a:pt x="16063" y="10807"/>
                  </a:lnTo>
                  <a:lnTo>
                    <a:pt x="12808" y="10807"/>
                  </a:lnTo>
                  <a:cubicBezTo>
                    <a:pt x="12559" y="10807"/>
                    <a:pt x="12355" y="10582"/>
                    <a:pt x="12355" y="10305"/>
                  </a:cubicBezTo>
                  <a:lnTo>
                    <a:pt x="12355" y="9273"/>
                  </a:lnTo>
                  <a:cubicBezTo>
                    <a:pt x="12355" y="8994"/>
                    <a:pt x="12559" y="8769"/>
                    <a:pt x="12808" y="8769"/>
                  </a:cubicBezTo>
                  <a:lnTo>
                    <a:pt x="16063" y="8769"/>
                  </a:lnTo>
                  <a:lnTo>
                    <a:pt x="16063" y="5144"/>
                  </a:lnTo>
                  <a:cubicBezTo>
                    <a:pt x="16063" y="4869"/>
                    <a:pt x="16266" y="4643"/>
                    <a:pt x="16515" y="4643"/>
                  </a:cubicBezTo>
                  <a:lnTo>
                    <a:pt x="17443" y="4643"/>
                  </a:lnTo>
                  <a:cubicBezTo>
                    <a:pt x="17691" y="4643"/>
                    <a:pt x="17892" y="4869"/>
                    <a:pt x="17892" y="5144"/>
                  </a:cubicBezTo>
                  <a:lnTo>
                    <a:pt x="17892" y="8769"/>
                  </a:lnTo>
                  <a:lnTo>
                    <a:pt x="21151" y="8769"/>
                  </a:lnTo>
                  <a:cubicBezTo>
                    <a:pt x="21396" y="8769"/>
                    <a:pt x="21600" y="8994"/>
                    <a:pt x="21600" y="9273"/>
                  </a:cubicBezTo>
                  <a:lnTo>
                    <a:pt x="21600" y="10305"/>
                  </a:lnTo>
                  <a:cubicBezTo>
                    <a:pt x="21600" y="10582"/>
                    <a:pt x="21396" y="10807"/>
                    <a:pt x="21151" y="10807"/>
                  </a:cubicBezTo>
                  <a:cubicBezTo>
                    <a:pt x="21151" y="10807"/>
                    <a:pt x="21151" y="10807"/>
                    <a:pt x="21151" y="1080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68" name="Shape 34235">
              <a:extLst>
                <a:ext uri="{FF2B5EF4-FFF2-40B4-BE49-F238E27FC236}">
                  <a16:creationId xmlns:a16="http://schemas.microsoft.com/office/drawing/2014/main" id="{4BA7DD70-A383-473C-B36B-451C12022852}"/>
                </a:ext>
              </a:extLst>
            </p:cNvPr>
            <p:cNvSpPr/>
            <p:nvPr/>
          </p:nvSpPr>
          <p:spPr>
            <a:xfrm>
              <a:off x="9790862" y="4363012"/>
              <a:ext cx="428100" cy="3478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559"/>
                  </a:moveTo>
                  <a:cubicBezTo>
                    <a:pt x="20805" y="2994"/>
                    <a:pt x="19949" y="3285"/>
                    <a:pt x="19055" y="3417"/>
                  </a:cubicBezTo>
                  <a:cubicBezTo>
                    <a:pt x="19968" y="2742"/>
                    <a:pt x="20672" y="1676"/>
                    <a:pt x="21003" y="401"/>
                  </a:cubicBezTo>
                  <a:cubicBezTo>
                    <a:pt x="20147" y="1026"/>
                    <a:pt x="19198" y="1478"/>
                    <a:pt x="18187" y="1722"/>
                  </a:cubicBezTo>
                  <a:cubicBezTo>
                    <a:pt x="17379" y="665"/>
                    <a:pt x="16228" y="0"/>
                    <a:pt x="14953" y="0"/>
                  </a:cubicBezTo>
                  <a:cubicBezTo>
                    <a:pt x="12506" y="0"/>
                    <a:pt x="10524" y="2441"/>
                    <a:pt x="10524" y="5454"/>
                  </a:cubicBezTo>
                  <a:cubicBezTo>
                    <a:pt x="10524" y="5881"/>
                    <a:pt x="10561" y="6298"/>
                    <a:pt x="10637" y="6694"/>
                  </a:cubicBezTo>
                  <a:cubicBezTo>
                    <a:pt x="6954" y="6468"/>
                    <a:pt x="3689" y="4296"/>
                    <a:pt x="1504" y="998"/>
                  </a:cubicBezTo>
                  <a:cubicBezTo>
                    <a:pt x="1122" y="1806"/>
                    <a:pt x="903" y="2742"/>
                    <a:pt x="903" y="3739"/>
                  </a:cubicBezTo>
                  <a:cubicBezTo>
                    <a:pt x="903" y="5631"/>
                    <a:pt x="1686" y="7302"/>
                    <a:pt x="2875" y="8279"/>
                  </a:cubicBezTo>
                  <a:cubicBezTo>
                    <a:pt x="2149" y="8248"/>
                    <a:pt x="1466" y="8005"/>
                    <a:pt x="868" y="7599"/>
                  </a:cubicBezTo>
                  <a:cubicBezTo>
                    <a:pt x="868" y="7618"/>
                    <a:pt x="868" y="7641"/>
                    <a:pt x="868" y="7666"/>
                  </a:cubicBezTo>
                  <a:cubicBezTo>
                    <a:pt x="868" y="10307"/>
                    <a:pt x="2395" y="12512"/>
                    <a:pt x="4423" y="13011"/>
                  </a:cubicBezTo>
                  <a:cubicBezTo>
                    <a:pt x="4051" y="13134"/>
                    <a:pt x="3658" y="13201"/>
                    <a:pt x="3255" y="13201"/>
                  </a:cubicBezTo>
                  <a:cubicBezTo>
                    <a:pt x="2970" y="13201"/>
                    <a:pt x="2691" y="13168"/>
                    <a:pt x="2420" y="13106"/>
                  </a:cubicBezTo>
                  <a:cubicBezTo>
                    <a:pt x="2983" y="15270"/>
                    <a:pt x="4621" y="16846"/>
                    <a:pt x="6561" y="16890"/>
                  </a:cubicBezTo>
                  <a:cubicBezTo>
                    <a:pt x="5042" y="18353"/>
                    <a:pt x="3134" y="19225"/>
                    <a:pt x="1056" y="19225"/>
                  </a:cubicBezTo>
                  <a:cubicBezTo>
                    <a:pt x="700" y="19225"/>
                    <a:pt x="347" y="19197"/>
                    <a:pt x="0" y="19149"/>
                  </a:cubicBezTo>
                  <a:cubicBezTo>
                    <a:pt x="1963" y="20695"/>
                    <a:pt x="4290" y="21600"/>
                    <a:pt x="6791" y="21600"/>
                  </a:cubicBezTo>
                  <a:cubicBezTo>
                    <a:pt x="14943" y="21600"/>
                    <a:pt x="19401" y="13291"/>
                    <a:pt x="19401" y="6084"/>
                  </a:cubicBezTo>
                  <a:cubicBezTo>
                    <a:pt x="19401" y="5851"/>
                    <a:pt x="19396" y="5613"/>
                    <a:pt x="19388" y="5380"/>
                  </a:cubicBezTo>
                  <a:cubicBezTo>
                    <a:pt x="20253" y="4614"/>
                    <a:pt x="21005" y="3652"/>
                    <a:pt x="21600" y="2559"/>
                  </a:cubicBezTo>
                  <a:cubicBezTo>
                    <a:pt x="21600" y="2559"/>
                    <a:pt x="21600" y="2559"/>
                    <a:pt x="21600" y="2559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69" name="Shape 34236">
              <a:extLst>
                <a:ext uri="{FF2B5EF4-FFF2-40B4-BE49-F238E27FC236}">
                  <a16:creationId xmlns:a16="http://schemas.microsoft.com/office/drawing/2014/main" id="{7CE95E47-26B3-4B10-A35F-2AB76B3F6165}"/>
                </a:ext>
              </a:extLst>
            </p:cNvPr>
            <p:cNvSpPr/>
            <p:nvPr/>
          </p:nvSpPr>
          <p:spPr>
            <a:xfrm>
              <a:off x="12210021" y="7840631"/>
              <a:ext cx="346528" cy="2815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559"/>
                  </a:moveTo>
                  <a:cubicBezTo>
                    <a:pt x="20805" y="2994"/>
                    <a:pt x="19949" y="3285"/>
                    <a:pt x="19055" y="3417"/>
                  </a:cubicBezTo>
                  <a:cubicBezTo>
                    <a:pt x="19968" y="2742"/>
                    <a:pt x="20672" y="1676"/>
                    <a:pt x="21003" y="401"/>
                  </a:cubicBezTo>
                  <a:cubicBezTo>
                    <a:pt x="20147" y="1026"/>
                    <a:pt x="19198" y="1478"/>
                    <a:pt x="18187" y="1722"/>
                  </a:cubicBezTo>
                  <a:cubicBezTo>
                    <a:pt x="17379" y="665"/>
                    <a:pt x="16228" y="0"/>
                    <a:pt x="14953" y="0"/>
                  </a:cubicBezTo>
                  <a:cubicBezTo>
                    <a:pt x="12506" y="0"/>
                    <a:pt x="10524" y="2441"/>
                    <a:pt x="10524" y="5454"/>
                  </a:cubicBezTo>
                  <a:cubicBezTo>
                    <a:pt x="10524" y="5881"/>
                    <a:pt x="10561" y="6298"/>
                    <a:pt x="10637" y="6694"/>
                  </a:cubicBezTo>
                  <a:cubicBezTo>
                    <a:pt x="6954" y="6468"/>
                    <a:pt x="3689" y="4296"/>
                    <a:pt x="1504" y="998"/>
                  </a:cubicBezTo>
                  <a:cubicBezTo>
                    <a:pt x="1122" y="1806"/>
                    <a:pt x="903" y="2742"/>
                    <a:pt x="903" y="3739"/>
                  </a:cubicBezTo>
                  <a:cubicBezTo>
                    <a:pt x="903" y="5631"/>
                    <a:pt x="1686" y="7302"/>
                    <a:pt x="2875" y="8279"/>
                  </a:cubicBezTo>
                  <a:cubicBezTo>
                    <a:pt x="2149" y="8248"/>
                    <a:pt x="1466" y="8005"/>
                    <a:pt x="868" y="7599"/>
                  </a:cubicBezTo>
                  <a:cubicBezTo>
                    <a:pt x="868" y="7618"/>
                    <a:pt x="868" y="7641"/>
                    <a:pt x="868" y="7666"/>
                  </a:cubicBezTo>
                  <a:cubicBezTo>
                    <a:pt x="868" y="10307"/>
                    <a:pt x="2395" y="12512"/>
                    <a:pt x="4423" y="13011"/>
                  </a:cubicBezTo>
                  <a:cubicBezTo>
                    <a:pt x="4051" y="13134"/>
                    <a:pt x="3658" y="13201"/>
                    <a:pt x="3255" y="13201"/>
                  </a:cubicBezTo>
                  <a:cubicBezTo>
                    <a:pt x="2970" y="13201"/>
                    <a:pt x="2691" y="13168"/>
                    <a:pt x="2420" y="13106"/>
                  </a:cubicBezTo>
                  <a:cubicBezTo>
                    <a:pt x="2983" y="15270"/>
                    <a:pt x="4621" y="16846"/>
                    <a:pt x="6561" y="16890"/>
                  </a:cubicBezTo>
                  <a:cubicBezTo>
                    <a:pt x="5042" y="18353"/>
                    <a:pt x="3134" y="19225"/>
                    <a:pt x="1056" y="19225"/>
                  </a:cubicBezTo>
                  <a:cubicBezTo>
                    <a:pt x="700" y="19225"/>
                    <a:pt x="347" y="19197"/>
                    <a:pt x="0" y="19149"/>
                  </a:cubicBezTo>
                  <a:cubicBezTo>
                    <a:pt x="1963" y="20695"/>
                    <a:pt x="4290" y="21600"/>
                    <a:pt x="6791" y="21600"/>
                  </a:cubicBezTo>
                  <a:cubicBezTo>
                    <a:pt x="14943" y="21600"/>
                    <a:pt x="19401" y="13291"/>
                    <a:pt x="19401" y="6084"/>
                  </a:cubicBezTo>
                  <a:cubicBezTo>
                    <a:pt x="19401" y="5851"/>
                    <a:pt x="19396" y="5613"/>
                    <a:pt x="19388" y="5380"/>
                  </a:cubicBezTo>
                  <a:cubicBezTo>
                    <a:pt x="20253" y="4614"/>
                    <a:pt x="21005" y="3652"/>
                    <a:pt x="21600" y="2559"/>
                  </a:cubicBezTo>
                  <a:cubicBezTo>
                    <a:pt x="21600" y="2559"/>
                    <a:pt x="21600" y="2559"/>
                    <a:pt x="21600" y="2559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70" name="Shape 34237">
              <a:extLst>
                <a:ext uri="{FF2B5EF4-FFF2-40B4-BE49-F238E27FC236}">
                  <a16:creationId xmlns:a16="http://schemas.microsoft.com/office/drawing/2014/main" id="{8FAEF7C4-DB17-4314-80F9-A102E8ED182B}"/>
                </a:ext>
              </a:extLst>
            </p:cNvPr>
            <p:cNvSpPr/>
            <p:nvPr/>
          </p:nvSpPr>
          <p:spPr>
            <a:xfrm>
              <a:off x="11135547" y="9214788"/>
              <a:ext cx="163854" cy="3511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362" y="21600"/>
                  </a:moveTo>
                  <a:lnTo>
                    <a:pt x="4786" y="21600"/>
                  </a:lnTo>
                  <a:lnTo>
                    <a:pt x="4786" y="10800"/>
                  </a:lnTo>
                  <a:lnTo>
                    <a:pt x="0" y="10800"/>
                  </a:lnTo>
                  <a:lnTo>
                    <a:pt x="0" y="7077"/>
                  </a:lnTo>
                  <a:lnTo>
                    <a:pt x="4786" y="7077"/>
                  </a:lnTo>
                  <a:lnTo>
                    <a:pt x="4786" y="4842"/>
                  </a:lnTo>
                  <a:cubicBezTo>
                    <a:pt x="4786" y="1806"/>
                    <a:pt x="7489" y="0"/>
                    <a:pt x="15162" y="0"/>
                  </a:cubicBezTo>
                  <a:lnTo>
                    <a:pt x="21552" y="0"/>
                  </a:lnTo>
                  <a:lnTo>
                    <a:pt x="21552" y="3723"/>
                  </a:lnTo>
                  <a:lnTo>
                    <a:pt x="17560" y="3723"/>
                  </a:lnTo>
                  <a:cubicBezTo>
                    <a:pt x="14572" y="3723"/>
                    <a:pt x="14372" y="4243"/>
                    <a:pt x="14372" y="5214"/>
                  </a:cubicBezTo>
                  <a:lnTo>
                    <a:pt x="14362" y="7077"/>
                  </a:lnTo>
                  <a:lnTo>
                    <a:pt x="21600" y="7077"/>
                  </a:lnTo>
                  <a:lnTo>
                    <a:pt x="20752" y="10800"/>
                  </a:lnTo>
                  <a:lnTo>
                    <a:pt x="14362" y="10800"/>
                  </a:lnTo>
                  <a:cubicBezTo>
                    <a:pt x="14362" y="10800"/>
                    <a:pt x="14362" y="21600"/>
                    <a:pt x="14362" y="2160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71" name="Shape 34238">
              <a:extLst>
                <a:ext uri="{FF2B5EF4-FFF2-40B4-BE49-F238E27FC236}">
                  <a16:creationId xmlns:a16="http://schemas.microsoft.com/office/drawing/2014/main" id="{640C6937-306B-447A-8DC0-B0D6D74C2BCA}"/>
                </a:ext>
              </a:extLst>
            </p:cNvPr>
            <p:cNvSpPr/>
            <p:nvPr/>
          </p:nvSpPr>
          <p:spPr>
            <a:xfrm>
              <a:off x="13971261" y="7721068"/>
              <a:ext cx="163854" cy="3511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362" y="21600"/>
                  </a:moveTo>
                  <a:lnTo>
                    <a:pt x="4786" y="21600"/>
                  </a:lnTo>
                  <a:lnTo>
                    <a:pt x="4786" y="10800"/>
                  </a:lnTo>
                  <a:lnTo>
                    <a:pt x="0" y="10800"/>
                  </a:lnTo>
                  <a:lnTo>
                    <a:pt x="0" y="7077"/>
                  </a:lnTo>
                  <a:lnTo>
                    <a:pt x="4786" y="7077"/>
                  </a:lnTo>
                  <a:lnTo>
                    <a:pt x="4786" y="4842"/>
                  </a:lnTo>
                  <a:cubicBezTo>
                    <a:pt x="4786" y="1806"/>
                    <a:pt x="7489" y="0"/>
                    <a:pt x="15162" y="0"/>
                  </a:cubicBezTo>
                  <a:lnTo>
                    <a:pt x="21552" y="0"/>
                  </a:lnTo>
                  <a:lnTo>
                    <a:pt x="21552" y="3723"/>
                  </a:lnTo>
                  <a:lnTo>
                    <a:pt x="17560" y="3723"/>
                  </a:lnTo>
                  <a:cubicBezTo>
                    <a:pt x="14572" y="3723"/>
                    <a:pt x="14372" y="4243"/>
                    <a:pt x="14372" y="5214"/>
                  </a:cubicBezTo>
                  <a:lnTo>
                    <a:pt x="14362" y="7077"/>
                  </a:lnTo>
                  <a:lnTo>
                    <a:pt x="21600" y="7077"/>
                  </a:lnTo>
                  <a:lnTo>
                    <a:pt x="20752" y="10800"/>
                  </a:lnTo>
                  <a:lnTo>
                    <a:pt x="14362" y="10800"/>
                  </a:lnTo>
                  <a:cubicBezTo>
                    <a:pt x="14362" y="10800"/>
                    <a:pt x="14362" y="21600"/>
                    <a:pt x="14362" y="2160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72" name="Shape 34239">
              <a:extLst>
                <a:ext uri="{FF2B5EF4-FFF2-40B4-BE49-F238E27FC236}">
                  <a16:creationId xmlns:a16="http://schemas.microsoft.com/office/drawing/2014/main" id="{99CEE80A-7F00-4293-BBB6-2810E8A7DE26}"/>
                </a:ext>
              </a:extLst>
            </p:cNvPr>
            <p:cNvSpPr/>
            <p:nvPr/>
          </p:nvSpPr>
          <p:spPr>
            <a:xfrm>
              <a:off x="13086555" y="5888971"/>
              <a:ext cx="304442" cy="3928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35" h="21287" extrusionOk="0">
                  <a:moveTo>
                    <a:pt x="8719" y="13902"/>
                  </a:moveTo>
                  <a:cubicBezTo>
                    <a:pt x="8086" y="16090"/>
                    <a:pt x="7465" y="18199"/>
                    <a:pt x="6111" y="19862"/>
                  </a:cubicBezTo>
                  <a:cubicBezTo>
                    <a:pt x="5699" y="20370"/>
                    <a:pt x="5281" y="21012"/>
                    <a:pt x="4573" y="21287"/>
                  </a:cubicBezTo>
                  <a:cubicBezTo>
                    <a:pt x="3525" y="17039"/>
                    <a:pt x="5712" y="13464"/>
                    <a:pt x="6579" y="9893"/>
                  </a:cubicBezTo>
                  <a:cubicBezTo>
                    <a:pt x="5475" y="8121"/>
                    <a:pt x="6162" y="5116"/>
                    <a:pt x="8519" y="4777"/>
                  </a:cubicBezTo>
                  <a:cubicBezTo>
                    <a:pt x="11938" y="4282"/>
                    <a:pt x="11037" y="7536"/>
                    <a:pt x="10457" y="9049"/>
                  </a:cubicBezTo>
                  <a:cubicBezTo>
                    <a:pt x="10139" y="9877"/>
                    <a:pt x="9566" y="10671"/>
                    <a:pt x="9654" y="11581"/>
                  </a:cubicBezTo>
                  <a:cubicBezTo>
                    <a:pt x="9843" y="13499"/>
                    <a:pt x="12902" y="13622"/>
                    <a:pt x="14467" y="12636"/>
                  </a:cubicBezTo>
                  <a:cubicBezTo>
                    <a:pt x="16713" y="11223"/>
                    <a:pt x="17361" y="8494"/>
                    <a:pt x="17144" y="6253"/>
                  </a:cubicBezTo>
                  <a:cubicBezTo>
                    <a:pt x="16810" y="2840"/>
                    <a:pt x="11909" y="1143"/>
                    <a:pt x="7583" y="2508"/>
                  </a:cubicBezTo>
                  <a:cubicBezTo>
                    <a:pt x="5355" y="3211"/>
                    <a:pt x="3329" y="4827"/>
                    <a:pt x="3035" y="7202"/>
                  </a:cubicBezTo>
                  <a:cubicBezTo>
                    <a:pt x="2881" y="8453"/>
                    <a:pt x="3214" y="9451"/>
                    <a:pt x="3838" y="10156"/>
                  </a:cubicBezTo>
                  <a:cubicBezTo>
                    <a:pt x="3933" y="10263"/>
                    <a:pt x="4258" y="10453"/>
                    <a:pt x="4305" y="10738"/>
                  </a:cubicBezTo>
                  <a:cubicBezTo>
                    <a:pt x="4403" y="11316"/>
                    <a:pt x="3968" y="11940"/>
                    <a:pt x="3570" y="12371"/>
                  </a:cubicBezTo>
                  <a:cubicBezTo>
                    <a:pt x="1354" y="11867"/>
                    <a:pt x="210" y="10298"/>
                    <a:pt x="26" y="8311"/>
                  </a:cubicBezTo>
                  <a:cubicBezTo>
                    <a:pt x="-390" y="3790"/>
                    <a:pt x="4313" y="350"/>
                    <a:pt x="9854" y="29"/>
                  </a:cubicBezTo>
                  <a:cubicBezTo>
                    <a:pt x="15764" y="-313"/>
                    <a:pt x="20453" y="2380"/>
                    <a:pt x="20886" y="6306"/>
                  </a:cubicBezTo>
                  <a:cubicBezTo>
                    <a:pt x="21210" y="9225"/>
                    <a:pt x="19897" y="12163"/>
                    <a:pt x="17812" y="13743"/>
                  </a:cubicBezTo>
                  <a:cubicBezTo>
                    <a:pt x="16244" y="14931"/>
                    <a:pt x="12913" y="16092"/>
                    <a:pt x="10190" y="14957"/>
                  </a:cubicBezTo>
                  <a:cubicBezTo>
                    <a:pt x="9585" y="14704"/>
                    <a:pt x="9318" y="14397"/>
                    <a:pt x="8719" y="13902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73" name="Shape 34240">
              <a:extLst>
                <a:ext uri="{FF2B5EF4-FFF2-40B4-BE49-F238E27FC236}">
                  <a16:creationId xmlns:a16="http://schemas.microsoft.com/office/drawing/2014/main" id="{47BBC576-B99B-4896-9350-9E0032E033DB}"/>
                </a:ext>
              </a:extLst>
            </p:cNvPr>
            <p:cNvSpPr/>
            <p:nvPr/>
          </p:nvSpPr>
          <p:spPr>
            <a:xfrm>
              <a:off x="12718729" y="8725244"/>
              <a:ext cx="218222" cy="2815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35" h="21287" extrusionOk="0">
                  <a:moveTo>
                    <a:pt x="8719" y="13902"/>
                  </a:moveTo>
                  <a:cubicBezTo>
                    <a:pt x="8086" y="16090"/>
                    <a:pt x="7465" y="18199"/>
                    <a:pt x="6111" y="19862"/>
                  </a:cubicBezTo>
                  <a:cubicBezTo>
                    <a:pt x="5699" y="20370"/>
                    <a:pt x="5281" y="21012"/>
                    <a:pt x="4573" y="21287"/>
                  </a:cubicBezTo>
                  <a:cubicBezTo>
                    <a:pt x="3525" y="17039"/>
                    <a:pt x="5712" y="13464"/>
                    <a:pt x="6579" y="9893"/>
                  </a:cubicBezTo>
                  <a:cubicBezTo>
                    <a:pt x="5475" y="8121"/>
                    <a:pt x="6162" y="5116"/>
                    <a:pt x="8519" y="4777"/>
                  </a:cubicBezTo>
                  <a:cubicBezTo>
                    <a:pt x="11938" y="4282"/>
                    <a:pt x="11037" y="7536"/>
                    <a:pt x="10457" y="9049"/>
                  </a:cubicBezTo>
                  <a:cubicBezTo>
                    <a:pt x="10139" y="9877"/>
                    <a:pt x="9566" y="10671"/>
                    <a:pt x="9654" y="11581"/>
                  </a:cubicBezTo>
                  <a:cubicBezTo>
                    <a:pt x="9843" y="13499"/>
                    <a:pt x="12902" y="13622"/>
                    <a:pt x="14467" y="12636"/>
                  </a:cubicBezTo>
                  <a:cubicBezTo>
                    <a:pt x="16713" y="11223"/>
                    <a:pt x="17361" y="8494"/>
                    <a:pt x="17144" y="6253"/>
                  </a:cubicBezTo>
                  <a:cubicBezTo>
                    <a:pt x="16810" y="2840"/>
                    <a:pt x="11909" y="1143"/>
                    <a:pt x="7583" y="2508"/>
                  </a:cubicBezTo>
                  <a:cubicBezTo>
                    <a:pt x="5355" y="3211"/>
                    <a:pt x="3329" y="4827"/>
                    <a:pt x="3035" y="7202"/>
                  </a:cubicBezTo>
                  <a:cubicBezTo>
                    <a:pt x="2881" y="8453"/>
                    <a:pt x="3214" y="9451"/>
                    <a:pt x="3838" y="10156"/>
                  </a:cubicBezTo>
                  <a:cubicBezTo>
                    <a:pt x="3933" y="10263"/>
                    <a:pt x="4258" y="10453"/>
                    <a:pt x="4305" y="10738"/>
                  </a:cubicBezTo>
                  <a:cubicBezTo>
                    <a:pt x="4403" y="11316"/>
                    <a:pt x="3968" y="11940"/>
                    <a:pt x="3570" y="12371"/>
                  </a:cubicBezTo>
                  <a:cubicBezTo>
                    <a:pt x="1354" y="11867"/>
                    <a:pt x="210" y="10298"/>
                    <a:pt x="26" y="8311"/>
                  </a:cubicBezTo>
                  <a:cubicBezTo>
                    <a:pt x="-390" y="3790"/>
                    <a:pt x="4313" y="350"/>
                    <a:pt x="9854" y="29"/>
                  </a:cubicBezTo>
                  <a:cubicBezTo>
                    <a:pt x="15764" y="-313"/>
                    <a:pt x="20453" y="2380"/>
                    <a:pt x="20886" y="6306"/>
                  </a:cubicBezTo>
                  <a:cubicBezTo>
                    <a:pt x="21210" y="9225"/>
                    <a:pt x="19897" y="12163"/>
                    <a:pt x="17812" y="13743"/>
                  </a:cubicBezTo>
                  <a:cubicBezTo>
                    <a:pt x="16244" y="14931"/>
                    <a:pt x="12913" y="16092"/>
                    <a:pt x="10190" y="14957"/>
                  </a:cubicBezTo>
                  <a:cubicBezTo>
                    <a:pt x="9585" y="14704"/>
                    <a:pt x="9318" y="14397"/>
                    <a:pt x="8719" y="13902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74" name="Shape 34241">
              <a:extLst>
                <a:ext uri="{FF2B5EF4-FFF2-40B4-BE49-F238E27FC236}">
                  <a16:creationId xmlns:a16="http://schemas.microsoft.com/office/drawing/2014/main" id="{C6DE098D-CE5C-4690-81B9-34D96F672299}"/>
                </a:ext>
              </a:extLst>
            </p:cNvPr>
            <p:cNvSpPr/>
            <p:nvPr/>
          </p:nvSpPr>
          <p:spPr>
            <a:xfrm>
              <a:off x="11342014" y="7513407"/>
              <a:ext cx="272208" cy="3661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11" h="20821" extrusionOk="0">
                  <a:moveTo>
                    <a:pt x="12499" y="13303"/>
                  </a:moveTo>
                  <a:cubicBezTo>
                    <a:pt x="13474" y="15282"/>
                    <a:pt x="14406" y="17194"/>
                    <a:pt x="14461" y="19063"/>
                  </a:cubicBezTo>
                  <a:cubicBezTo>
                    <a:pt x="14479" y="19633"/>
                    <a:pt x="14582" y="20311"/>
                    <a:pt x="14210" y="20821"/>
                  </a:cubicBezTo>
                  <a:cubicBezTo>
                    <a:pt x="10525" y="17927"/>
                    <a:pt x="9838" y="14212"/>
                    <a:pt x="8115" y="11051"/>
                  </a:cubicBezTo>
                  <a:cubicBezTo>
                    <a:pt x="6053" y="10122"/>
                    <a:pt x="4570" y="7480"/>
                    <a:pt x="6196" y="6231"/>
                  </a:cubicBezTo>
                  <a:cubicBezTo>
                    <a:pt x="8553" y="4419"/>
                    <a:pt x="10035" y="7345"/>
                    <a:pt x="10598" y="8773"/>
                  </a:cubicBezTo>
                  <a:cubicBezTo>
                    <a:pt x="10906" y="9555"/>
                    <a:pt x="10989" y="10416"/>
                    <a:pt x="11671" y="11094"/>
                  </a:cubicBezTo>
                  <a:cubicBezTo>
                    <a:pt x="13112" y="12518"/>
                    <a:pt x="15601" y="11340"/>
                    <a:pt x="16169" y="9915"/>
                  </a:cubicBezTo>
                  <a:cubicBezTo>
                    <a:pt x="16983" y="7871"/>
                    <a:pt x="15656" y="5461"/>
                    <a:pt x="13976" y="3794"/>
                  </a:cubicBezTo>
                  <a:cubicBezTo>
                    <a:pt x="11415" y="1258"/>
                    <a:pt x="6416" y="1969"/>
                    <a:pt x="3932" y="4842"/>
                  </a:cubicBezTo>
                  <a:cubicBezTo>
                    <a:pt x="2652" y="6323"/>
                    <a:pt x="2147" y="8434"/>
                    <a:pt x="3515" y="10418"/>
                  </a:cubicBezTo>
                  <a:cubicBezTo>
                    <a:pt x="4236" y="11464"/>
                    <a:pt x="5170" y="12108"/>
                    <a:pt x="6136" y="12400"/>
                  </a:cubicBezTo>
                  <a:cubicBezTo>
                    <a:pt x="6282" y="12445"/>
                    <a:pt x="6666" y="12458"/>
                    <a:pt x="6895" y="12661"/>
                  </a:cubicBezTo>
                  <a:cubicBezTo>
                    <a:pt x="7361" y="13074"/>
                    <a:pt x="7439" y="13745"/>
                    <a:pt x="7417" y="14249"/>
                  </a:cubicBezTo>
                  <a:cubicBezTo>
                    <a:pt x="5334" y="14777"/>
                    <a:pt x="3377" y="14023"/>
                    <a:pt x="1894" y="12542"/>
                  </a:cubicBezTo>
                  <a:cubicBezTo>
                    <a:pt x="-1478" y="9170"/>
                    <a:pt x="-94" y="4513"/>
                    <a:pt x="4049" y="1953"/>
                  </a:cubicBezTo>
                  <a:cubicBezTo>
                    <a:pt x="8469" y="-779"/>
                    <a:pt x="13971" y="-622"/>
                    <a:pt x="16956" y="2276"/>
                  </a:cubicBezTo>
                  <a:cubicBezTo>
                    <a:pt x="19176" y="4430"/>
                    <a:pt x="20122" y="7281"/>
                    <a:pt x="19546" y="9389"/>
                  </a:cubicBezTo>
                  <a:cubicBezTo>
                    <a:pt x="19112" y="10973"/>
                    <a:pt x="17273" y="13272"/>
                    <a:pt x="14367" y="13517"/>
                  </a:cubicBezTo>
                  <a:cubicBezTo>
                    <a:pt x="13720" y="13571"/>
                    <a:pt x="13303" y="13441"/>
                    <a:pt x="12499" y="13303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75" name="Shape 34242">
              <a:extLst>
                <a:ext uri="{FF2B5EF4-FFF2-40B4-BE49-F238E27FC236}">
                  <a16:creationId xmlns:a16="http://schemas.microsoft.com/office/drawing/2014/main" id="{7217F174-CAAA-43B8-8A42-D40B135E6E3C}"/>
                </a:ext>
              </a:extLst>
            </p:cNvPr>
            <p:cNvSpPr/>
            <p:nvPr/>
          </p:nvSpPr>
          <p:spPr>
            <a:xfrm>
              <a:off x="14349166" y="3565132"/>
              <a:ext cx="272152" cy="3511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35" h="21287" extrusionOk="0">
                  <a:moveTo>
                    <a:pt x="8719" y="13902"/>
                  </a:moveTo>
                  <a:cubicBezTo>
                    <a:pt x="8086" y="16090"/>
                    <a:pt x="7465" y="18199"/>
                    <a:pt x="6111" y="19862"/>
                  </a:cubicBezTo>
                  <a:cubicBezTo>
                    <a:pt x="5699" y="20370"/>
                    <a:pt x="5281" y="21012"/>
                    <a:pt x="4573" y="21287"/>
                  </a:cubicBezTo>
                  <a:cubicBezTo>
                    <a:pt x="3525" y="17039"/>
                    <a:pt x="5712" y="13464"/>
                    <a:pt x="6579" y="9893"/>
                  </a:cubicBezTo>
                  <a:cubicBezTo>
                    <a:pt x="5475" y="8121"/>
                    <a:pt x="6162" y="5116"/>
                    <a:pt x="8519" y="4777"/>
                  </a:cubicBezTo>
                  <a:cubicBezTo>
                    <a:pt x="11938" y="4282"/>
                    <a:pt x="11037" y="7536"/>
                    <a:pt x="10457" y="9049"/>
                  </a:cubicBezTo>
                  <a:cubicBezTo>
                    <a:pt x="10139" y="9877"/>
                    <a:pt x="9566" y="10671"/>
                    <a:pt x="9654" y="11581"/>
                  </a:cubicBezTo>
                  <a:cubicBezTo>
                    <a:pt x="9843" y="13499"/>
                    <a:pt x="12902" y="13622"/>
                    <a:pt x="14467" y="12636"/>
                  </a:cubicBezTo>
                  <a:cubicBezTo>
                    <a:pt x="16713" y="11223"/>
                    <a:pt x="17361" y="8494"/>
                    <a:pt x="17144" y="6253"/>
                  </a:cubicBezTo>
                  <a:cubicBezTo>
                    <a:pt x="16810" y="2840"/>
                    <a:pt x="11909" y="1143"/>
                    <a:pt x="7583" y="2508"/>
                  </a:cubicBezTo>
                  <a:cubicBezTo>
                    <a:pt x="5355" y="3211"/>
                    <a:pt x="3329" y="4827"/>
                    <a:pt x="3035" y="7202"/>
                  </a:cubicBezTo>
                  <a:cubicBezTo>
                    <a:pt x="2881" y="8453"/>
                    <a:pt x="3214" y="9451"/>
                    <a:pt x="3838" y="10156"/>
                  </a:cubicBezTo>
                  <a:cubicBezTo>
                    <a:pt x="3933" y="10263"/>
                    <a:pt x="4258" y="10453"/>
                    <a:pt x="4305" y="10738"/>
                  </a:cubicBezTo>
                  <a:cubicBezTo>
                    <a:pt x="4403" y="11316"/>
                    <a:pt x="3968" y="11940"/>
                    <a:pt x="3570" y="12371"/>
                  </a:cubicBezTo>
                  <a:cubicBezTo>
                    <a:pt x="1354" y="11867"/>
                    <a:pt x="210" y="10298"/>
                    <a:pt x="26" y="8311"/>
                  </a:cubicBezTo>
                  <a:cubicBezTo>
                    <a:pt x="-390" y="3790"/>
                    <a:pt x="4313" y="350"/>
                    <a:pt x="9854" y="29"/>
                  </a:cubicBezTo>
                  <a:cubicBezTo>
                    <a:pt x="15764" y="-313"/>
                    <a:pt x="20453" y="2380"/>
                    <a:pt x="20886" y="6306"/>
                  </a:cubicBezTo>
                  <a:cubicBezTo>
                    <a:pt x="21210" y="9225"/>
                    <a:pt x="19897" y="12163"/>
                    <a:pt x="17812" y="13743"/>
                  </a:cubicBezTo>
                  <a:cubicBezTo>
                    <a:pt x="16244" y="14931"/>
                    <a:pt x="12913" y="16092"/>
                    <a:pt x="10190" y="14957"/>
                  </a:cubicBezTo>
                  <a:cubicBezTo>
                    <a:pt x="9585" y="14704"/>
                    <a:pt x="9318" y="14397"/>
                    <a:pt x="8719" y="13902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76" name="Shape 34243">
              <a:extLst>
                <a:ext uri="{FF2B5EF4-FFF2-40B4-BE49-F238E27FC236}">
                  <a16:creationId xmlns:a16="http://schemas.microsoft.com/office/drawing/2014/main" id="{89A5EEC1-EBD9-4A73-B7EC-FF284BAE4498}"/>
                </a:ext>
              </a:extLst>
            </p:cNvPr>
            <p:cNvSpPr/>
            <p:nvPr/>
          </p:nvSpPr>
          <p:spPr>
            <a:xfrm>
              <a:off x="10163109" y="5879849"/>
              <a:ext cx="373972" cy="35054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648" y="5409"/>
                  </a:moveTo>
                  <a:cubicBezTo>
                    <a:pt x="8423" y="3519"/>
                    <a:pt x="7212" y="1948"/>
                    <a:pt x="5946" y="1906"/>
                  </a:cubicBezTo>
                  <a:lnTo>
                    <a:pt x="5894" y="1906"/>
                  </a:lnTo>
                  <a:cubicBezTo>
                    <a:pt x="5447" y="1906"/>
                    <a:pt x="5049" y="2111"/>
                    <a:pt x="4743" y="2498"/>
                  </a:cubicBezTo>
                  <a:cubicBezTo>
                    <a:pt x="4271" y="3097"/>
                    <a:pt x="4073" y="4045"/>
                    <a:pt x="4198" y="5100"/>
                  </a:cubicBezTo>
                  <a:cubicBezTo>
                    <a:pt x="4418" y="6988"/>
                    <a:pt x="5656" y="8619"/>
                    <a:pt x="6897" y="8662"/>
                  </a:cubicBezTo>
                  <a:lnTo>
                    <a:pt x="6916" y="8662"/>
                  </a:lnTo>
                  <a:cubicBezTo>
                    <a:pt x="7385" y="8662"/>
                    <a:pt x="7778" y="8457"/>
                    <a:pt x="8085" y="8070"/>
                  </a:cubicBezTo>
                  <a:cubicBezTo>
                    <a:pt x="8561" y="7463"/>
                    <a:pt x="8773" y="6468"/>
                    <a:pt x="8648" y="5409"/>
                  </a:cubicBezTo>
                  <a:cubicBezTo>
                    <a:pt x="8648" y="5409"/>
                    <a:pt x="8648" y="5409"/>
                    <a:pt x="8648" y="5409"/>
                  </a:cubicBezTo>
                  <a:close/>
                  <a:moveTo>
                    <a:pt x="2967" y="16668"/>
                  </a:moveTo>
                  <a:cubicBezTo>
                    <a:pt x="2967" y="18299"/>
                    <a:pt x="4433" y="19576"/>
                    <a:pt x="6303" y="19576"/>
                  </a:cubicBezTo>
                  <a:cubicBezTo>
                    <a:pt x="8773" y="19576"/>
                    <a:pt x="10022" y="18631"/>
                    <a:pt x="10022" y="16763"/>
                  </a:cubicBezTo>
                  <a:cubicBezTo>
                    <a:pt x="10022" y="16587"/>
                    <a:pt x="10003" y="16402"/>
                    <a:pt x="9965" y="16220"/>
                  </a:cubicBezTo>
                  <a:cubicBezTo>
                    <a:pt x="9800" y="15495"/>
                    <a:pt x="9201" y="15043"/>
                    <a:pt x="8298" y="14355"/>
                  </a:cubicBezTo>
                  <a:cubicBezTo>
                    <a:pt x="8173" y="14263"/>
                    <a:pt x="8044" y="14164"/>
                    <a:pt x="7911" y="14063"/>
                  </a:cubicBezTo>
                  <a:cubicBezTo>
                    <a:pt x="7520" y="13931"/>
                    <a:pt x="7106" y="13857"/>
                    <a:pt x="6683" y="13855"/>
                  </a:cubicBezTo>
                  <a:lnTo>
                    <a:pt x="6629" y="13852"/>
                  </a:lnTo>
                  <a:cubicBezTo>
                    <a:pt x="4680" y="13852"/>
                    <a:pt x="2967" y="15167"/>
                    <a:pt x="2967" y="16668"/>
                  </a:cubicBezTo>
                  <a:cubicBezTo>
                    <a:pt x="2967" y="16668"/>
                    <a:pt x="2967" y="16668"/>
                    <a:pt x="2967" y="16668"/>
                  </a:cubicBezTo>
                  <a:close/>
                  <a:moveTo>
                    <a:pt x="12670" y="907"/>
                  </a:moveTo>
                  <a:lnTo>
                    <a:pt x="11388" y="1940"/>
                  </a:lnTo>
                  <a:cubicBezTo>
                    <a:pt x="11312" y="2002"/>
                    <a:pt x="11218" y="2035"/>
                    <a:pt x="11123" y="2035"/>
                  </a:cubicBezTo>
                  <a:lnTo>
                    <a:pt x="10665" y="2035"/>
                  </a:lnTo>
                  <a:cubicBezTo>
                    <a:pt x="11255" y="2824"/>
                    <a:pt x="11605" y="3949"/>
                    <a:pt x="11605" y="5219"/>
                  </a:cubicBezTo>
                  <a:cubicBezTo>
                    <a:pt x="11605" y="6615"/>
                    <a:pt x="10968" y="7937"/>
                    <a:pt x="9814" y="8945"/>
                  </a:cubicBezTo>
                  <a:cubicBezTo>
                    <a:pt x="8922" y="9717"/>
                    <a:pt x="8887" y="9931"/>
                    <a:pt x="8887" y="10374"/>
                  </a:cubicBezTo>
                  <a:cubicBezTo>
                    <a:pt x="8897" y="10617"/>
                    <a:pt x="9521" y="11409"/>
                    <a:pt x="10204" y="11949"/>
                  </a:cubicBezTo>
                  <a:cubicBezTo>
                    <a:pt x="11803" y="13208"/>
                    <a:pt x="12396" y="14441"/>
                    <a:pt x="12396" y="16503"/>
                  </a:cubicBezTo>
                  <a:cubicBezTo>
                    <a:pt x="12396" y="18652"/>
                    <a:pt x="10930" y="20513"/>
                    <a:pt x="8659" y="21248"/>
                  </a:cubicBezTo>
                  <a:cubicBezTo>
                    <a:pt x="7930" y="21482"/>
                    <a:pt x="7141" y="21600"/>
                    <a:pt x="6315" y="21600"/>
                  </a:cubicBezTo>
                  <a:cubicBezTo>
                    <a:pt x="5396" y="21600"/>
                    <a:pt x="4510" y="21482"/>
                    <a:pt x="3686" y="21251"/>
                  </a:cubicBezTo>
                  <a:cubicBezTo>
                    <a:pt x="2090" y="20802"/>
                    <a:pt x="908" y="19953"/>
                    <a:pt x="358" y="18858"/>
                  </a:cubicBezTo>
                  <a:cubicBezTo>
                    <a:pt x="122" y="18382"/>
                    <a:pt x="0" y="17877"/>
                    <a:pt x="0" y="17354"/>
                  </a:cubicBezTo>
                  <a:cubicBezTo>
                    <a:pt x="0" y="16815"/>
                    <a:pt x="117" y="16269"/>
                    <a:pt x="344" y="15728"/>
                  </a:cubicBezTo>
                  <a:cubicBezTo>
                    <a:pt x="1219" y="13652"/>
                    <a:pt x="3526" y="12256"/>
                    <a:pt x="6079" y="12256"/>
                  </a:cubicBezTo>
                  <a:cubicBezTo>
                    <a:pt x="6106" y="12256"/>
                    <a:pt x="6130" y="12256"/>
                    <a:pt x="6152" y="12256"/>
                  </a:cubicBezTo>
                  <a:cubicBezTo>
                    <a:pt x="5946" y="11848"/>
                    <a:pt x="5843" y="11429"/>
                    <a:pt x="5843" y="10984"/>
                  </a:cubicBezTo>
                  <a:cubicBezTo>
                    <a:pt x="5843" y="10764"/>
                    <a:pt x="5870" y="10538"/>
                    <a:pt x="5924" y="10311"/>
                  </a:cubicBezTo>
                  <a:cubicBezTo>
                    <a:pt x="3244" y="10243"/>
                    <a:pt x="1238" y="8057"/>
                    <a:pt x="1238" y="5179"/>
                  </a:cubicBezTo>
                  <a:cubicBezTo>
                    <a:pt x="1238" y="3144"/>
                    <a:pt x="2699" y="1162"/>
                    <a:pt x="4786" y="362"/>
                  </a:cubicBezTo>
                  <a:cubicBezTo>
                    <a:pt x="5412" y="121"/>
                    <a:pt x="6049" y="0"/>
                    <a:pt x="6675" y="0"/>
                  </a:cubicBezTo>
                  <a:lnTo>
                    <a:pt x="12404" y="0"/>
                  </a:lnTo>
                  <a:cubicBezTo>
                    <a:pt x="12599" y="0"/>
                    <a:pt x="12772" y="139"/>
                    <a:pt x="12833" y="347"/>
                  </a:cubicBezTo>
                  <a:cubicBezTo>
                    <a:pt x="12895" y="553"/>
                    <a:pt x="12827" y="781"/>
                    <a:pt x="12670" y="907"/>
                  </a:cubicBezTo>
                  <a:cubicBezTo>
                    <a:pt x="12670" y="907"/>
                    <a:pt x="12670" y="907"/>
                    <a:pt x="12670" y="907"/>
                  </a:cubicBezTo>
                  <a:close/>
                  <a:moveTo>
                    <a:pt x="21151" y="10807"/>
                  </a:moveTo>
                  <a:lnTo>
                    <a:pt x="17892" y="10807"/>
                  </a:lnTo>
                  <a:lnTo>
                    <a:pt x="17892" y="14433"/>
                  </a:lnTo>
                  <a:cubicBezTo>
                    <a:pt x="17892" y="14711"/>
                    <a:pt x="17691" y="14934"/>
                    <a:pt x="17443" y="14934"/>
                  </a:cubicBezTo>
                  <a:lnTo>
                    <a:pt x="16515" y="14934"/>
                  </a:lnTo>
                  <a:cubicBezTo>
                    <a:pt x="16266" y="14934"/>
                    <a:pt x="16063" y="14711"/>
                    <a:pt x="16063" y="14433"/>
                  </a:cubicBezTo>
                  <a:lnTo>
                    <a:pt x="16063" y="10807"/>
                  </a:lnTo>
                  <a:lnTo>
                    <a:pt x="12808" y="10807"/>
                  </a:lnTo>
                  <a:cubicBezTo>
                    <a:pt x="12559" y="10807"/>
                    <a:pt x="12355" y="10582"/>
                    <a:pt x="12355" y="10305"/>
                  </a:cubicBezTo>
                  <a:lnTo>
                    <a:pt x="12355" y="9273"/>
                  </a:lnTo>
                  <a:cubicBezTo>
                    <a:pt x="12355" y="8994"/>
                    <a:pt x="12559" y="8769"/>
                    <a:pt x="12808" y="8769"/>
                  </a:cubicBezTo>
                  <a:lnTo>
                    <a:pt x="16063" y="8769"/>
                  </a:lnTo>
                  <a:lnTo>
                    <a:pt x="16063" y="5144"/>
                  </a:lnTo>
                  <a:cubicBezTo>
                    <a:pt x="16063" y="4869"/>
                    <a:pt x="16266" y="4643"/>
                    <a:pt x="16515" y="4643"/>
                  </a:cubicBezTo>
                  <a:lnTo>
                    <a:pt x="17443" y="4643"/>
                  </a:lnTo>
                  <a:cubicBezTo>
                    <a:pt x="17691" y="4643"/>
                    <a:pt x="17892" y="4869"/>
                    <a:pt x="17892" y="5144"/>
                  </a:cubicBezTo>
                  <a:lnTo>
                    <a:pt x="17892" y="8769"/>
                  </a:lnTo>
                  <a:lnTo>
                    <a:pt x="21151" y="8769"/>
                  </a:lnTo>
                  <a:cubicBezTo>
                    <a:pt x="21396" y="8769"/>
                    <a:pt x="21600" y="8994"/>
                    <a:pt x="21600" y="9273"/>
                  </a:cubicBezTo>
                  <a:lnTo>
                    <a:pt x="21600" y="10305"/>
                  </a:lnTo>
                  <a:cubicBezTo>
                    <a:pt x="21600" y="10582"/>
                    <a:pt x="21396" y="10807"/>
                    <a:pt x="21151" y="10807"/>
                  </a:cubicBezTo>
                  <a:cubicBezTo>
                    <a:pt x="21151" y="10807"/>
                    <a:pt x="21151" y="10807"/>
                    <a:pt x="21151" y="1080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77" name="Shape 34244">
              <a:extLst>
                <a:ext uri="{FF2B5EF4-FFF2-40B4-BE49-F238E27FC236}">
                  <a16:creationId xmlns:a16="http://schemas.microsoft.com/office/drawing/2014/main" id="{54A5EF33-7E56-41CA-B616-7F1B31064651}"/>
                </a:ext>
              </a:extLst>
            </p:cNvPr>
            <p:cNvSpPr/>
            <p:nvPr/>
          </p:nvSpPr>
          <p:spPr>
            <a:xfrm>
              <a:off x="14467934" y="6264695"/>
              <a:ext cx="347528" cy="3257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648" y="5409"/>
                  </a:moveTo>
                  <a:cubicBezTo>
                    <a:pt x="8423" y="3519"/>
                    <a:pt x="7212" y="1948"/>
                    <a:pt x="5946" y="1906"/>
                  </a:cubicBezTo>
                  <a:lnTo>
                    <a:pt x="5894" y="1906"/>
                  </a:lnTo>
                  <a:cubicBezTo>
                    <a:pt x="5447" y="1906"/>
                    <a:pt x="5049" y="2111"/>
                    <a:pt x="4743" y="2498"/>
                  </a:cubicBezTo>
                  <a:cubicBezTo>
                    <a:pt x="4271" y="3097"/>
                    <a:pt x="4073" y="4045"/>
                    <a:pt x="4198" y="5100"/>
                  </a:cubicBezTo>
                  <a:cubicBezTo>
                    <a:pt x="4418" y="6988"/>
                    <a:pt x="5656" y="8619"/>
                    <a:pt x="6897" y="8662"/>
                  </a:cubicBezTo>
                  <a:lnTo>
                    <a:pt x="6916" y="8662"/>
                  </a:lnTo>
                  <a:cubicBezTo>
                    <a:pt x="7385" y="8662"/>
                    <a:pt x="7778" y="8457"/>
                    <a:pt x="8085" y="8070"/>
                  </a:cubicBezTo>
                  <a:cubicBezTo>
                    <a:pt x="8561" y="7463"/>
                    <a:pt x="8773" y="6468"/>
                    <a:pt x="8648" y="5409"/>
                  </a:cubicBezTo>
                  <a:cubicBezTo>
                    <a:pt x="8648" y="5409"/>
                    <a:pt x="8648" y="5409"/>
                    <a:pt x="8648" y="5409"/>
                  </a:cubicBezTo>
                  <a:close/>
                  <a:moveTo>
                    <a:pt x="2967" y="16668"/>
                  </a:moveTo>
                  <a:cubicBezTo>
                    <a:pt x="2967" y="18299"/>
                    <a:pt x="4433" y="19576"/>
                    <a:pt x="6303" y="19576"/>
                  </a:cubicBezTo>
                  <a:cubicBezTo>
                    <a:pt x="8773" y="19576"/>
                    <a:pt x="10022" y="18631"/>
                    <a:pt x="10022" y="16763"/>
                  </a:cubicBezTo>
                  <a:cubicBezTo>
                    <a:pt x="10022" y="16587"/>
                    <a:pt x="10003" y="16402"/>
                    <a:pt x="9965" y="16220"/>
                  </a:cubicBezTo>
                  <a:cubicBezTo>
                    <a:pt x="9800" y="15495"/>
                    <a:pt x="9201" y="15043"/>
                    <a:pt x="8298" y="14355"/>
                  </a:cubicBezTo>
                  <a:cubicBezTo>
                    <a:pt x="8173" y="14263"/>
                    <a:pt x="8044" y="14164"/>
                    <a:pt x="7911" y="14063"/>
                  </a:cubicBezTo>
                  <a:cubicBezTo>
                    <a:pt x="7520" y="13931"/>
                    <a:pt x="7106" y="13857"/>
                    <a:pt x="6683" y="13855"/>
                  </a:cubicBezTo>
                  <a:lnTo>
                    <a:pt x="6629" y="13852"/>
                  </a:lnTo>
                  <a:cubicBezTo>
                    <a:pt x="4680" y="13852"/>
                    <a:pt x="2967" y="15167"/>
                    <a:pt x="2967" y="16668"/>
                  </a:cubicBezTo>
                  <a:cubicBezTo>
                    <a:pt x="2967" y="16668"/>
                    <a:pt x="2967" y="16668"/>
                    <a:pt x="2967" y="16668"/>
                  </a:cubicBezTo>
                  <a:close/>
                  <a:moveTo>
                    <a:pt x="12670" y="907"/>
                  </a:moveTo>
                  <a:lnTo>
                    <a:pt x="11388" y="1940"/>
                  </a:lnTo>
                  <a:cubicBezTo>
                    <a:pt x="11312" y="2002"/>
                    <a:pt x="11218" y="2035"/>
                    <a:pt x="11123" y="2035"/>
                  </a:cubicBezTo>
                  <a:lnTo>
                    <a:pt x="10665" y="2035"/>
                  </a:lnTo>
                  <a:cubicBezTo>
                    <a:pt x="11255" y="2824"/>
                    <a:pt x="11605" y="3949"/>
                    <a:pt x="11605" y="5219"/>
                  </a:cubicBezTo>
                  <a:cubicBezTo>
                    <a:pt x="11605" y="6615"/>
                    <a:pt x="10968" y="7937"/>
                    <a:pt x="9814" y="8945"/>
                  </a:cubicBezTo>
                  <a:cubicBezTo>
                    <a:pt x="8922" y="9717"/>
                    <a:pt x="8887" y="9931"/>
                    <a:pt x="8887" y="10374"/>
                  </a:cubicBezTo>
                  <a:cubicBezTo>
                    <a:pt x="8897" y="10617"/>
                    <a:pt x="9521" y="11409"/>
                    <a:pt x="10204" y="11949"/>
                  </a:cubicBezTo>
                  <a:cubicBezTo>
                    <a:pt x="11803" y="13208"/>
                    <a:pt x="12396" y="14441"/>
                    <a:pt x="12396" y="16503"/>
                  </a:cubicBezTo>
                  <a:cubicBezTo>
                    <a:pt x="12396" y="18652"/>
                    <a:pt x="10930" y="20513"/>
                    <a:pt x="8659" y="21248"/>
                  </a:cubicBezTo>
                  <a:cubicBezTo>
                    <a:pt x="7930" y="21482"/>
                    <a:pt x="7141" y="21600"/>
                    <a:pt x="6315" y="21600"/>
                  </a:cubicBezTo>
                  <a:cubicBezTo>
                    <a:pt x="5396" y="21600"/>
                    <a:pt x="4510" y="21482"/>
                    <a:pt x="3686" y="21251"/>
                  </a:cubicBezTo>
                  <a:cubicBezTo>
                    <a:pt x="2090" y="20802"/>
                    <a:pt x="908" y="19953"/>
                    <a:pt x="358" y="18858"/>
                  </a:cubicBezTo>
                  <a:cubicBezTo>
                    <a:pt x="122" y="18382"/>
                    <a:pt x="0" y="17877"/>
                    <a:pt x="0" y="17354"/>
                  </a:cubicBezTo>
                  <a:cubicBezTo>
                    <a:pt x="0" y="16815"/>
                    <a:pt x="117" y="16269"/>
                    <a:pt x="344" y="15728"/>
                  </a:cubicBezTo>
                  <a:cubicBezTo>
                    <a:pt x="1219" y="13652"/>
                    <a:pt x="3526" y="12256"/>
                    <a:pt x="6079" y="12256"/>
                  </a:cubicBezTo>
                  <a:cubicBezTo>
                    <a:pt x="6106" y="12256"/>
                    <a:pt x="6130" y="12256"/>
                    <a:pt x="6152" y="12256"/>
                  </a:cubicBezTo>
                  <a:cubicBezTo>
                    <a:pt x="5946" y="11848"/>
                    <a:pt x="5843" y="11429"/>
                    <a:pt x="5843" y="10984"/>
                  </a:cubicBezTo>
                  <a:cubicBezTo>
                    <a:pt x="5843" y="10764"/>
                    <a:pt x="5870" y="10538"/>
                    <a:pt x="5924" y="10311"/>
                  </a:cubicBezTo>
                  <a:cubicBezTo>
                    <a:pt x="3244" y="10243"/>
                    <a:pt x="1238" y="8057"/>
                    <a:pt x="1238" y="5179"/>
                  </a:cubicBezTo>
                  <a:cubicBezTo>
                    <a:pt x="1238" y="3144"/>
                    <a:pt x="2699" y="1162"/>
                    <a:pt x="4786" y="362"/>
                  </a:cubicBezTo>
                  <a:cubicBezTo>
                    <a:pt x="5412" y="121"/>
                    <a:pt x="6049" y="0"/>
                    <a:pt x="6675" y="0"/>
                  </a:cubicBezTo>
                  <a:lnTo>
                    <a:pt x="12404" y="0"/>
                  </a:lnTo>
                  <a:cubicBezTo>
                    <a:pt x="12599" y="0"/>
                    <a:pt x="12772" y="139"/>
                    <a:pt x="12833" y="347"/>
                  </a:cubicBezTo>
                  <a:cubicBezTo>
                    <a:pt x="12895" y="553"/>
                    <a:pt x="12827" y="781"/>
                    <a:pt x="12670" y="907"/>
                  </a:cubicBezTo>
                  <a:cubicBezTo>
                    <a:pt x="12670" y="907"/>
                    <a:pt x="12670" y="907"/>
                    <a:pt x="12670" y="907"/>
                  </a:cubicBezTo>
                  <a:close/>
                  <a:moveTo>
                    <a:pt x="21151" y="10807"/>
                  </a:moveTo>
                  <a:lnTo>
                    <a:pt x="17892" y="10807"/>
                  </a:lnTo>
                  <a:lnTo>
                    <a:pt x="17892" y="14433"/>
                  </a:lnTo>
                  <a:cubicBezTo>
                    <a:pt x="17892" y="14711"/>
                    <a:pt x="17691" y="14934"/>
                    <a:pt x="17443" y="14934"/>
                  </a:cubicBezTo>
                  <a:lnTo>
                    <a:pt x="16515" y="14934"/>
                  </a:lnTo>
                  <a:cubicBezTo>
                    <a:pt x="16266" y="14934"/>
                    <a:pt x="16063" y="14711"/>
                    <a:pt x="16063" y="14433"/>
                  </a:cubicBezTo>
                  <a:lnTo>
                    <a:pt x="16063" y="10807"/>
                  </a:lnTo>
                  <a:lnTo>
                    <a:pt x="12808" y="10807"/>
                  </a:lnTo>
                  <a:cubicBezTo>
                    <a:pt x="12559" y="10807"/>
                    <a:pt x="12355" y="10582"/>
                    <a:pt x="12355" y="10305"/>
                  </a:cubicBezTo>
                  <a:lnTo>
                    <a:pt x="12355" y="9273"/>
                  </a:lnTo>
                  <a:cubicBezTo>
                    <a:pt x="12355" y="8994"/>
                    <a:pt x="12559" y="8769"/>
                    <a:pt x="12808" y="8769"/>
                  </a:cubicBezTo>
                  <a:lnTo>
                    <a:pt x="16063" y="8769"/>
                  </a:lnTo>
                  <a:lnTo>
                    <a:pt x="16063" y="5144"/>
                  </a:lnTo>
                  <a:cubicBezTo>
                    <a:pt x="16063" y="4869"/>
                    <a:pt x="16266" y="4643"/>
                    <a:pt x="16515" y="4643"/>
                  </a:cubicBezTo>
                  <a:lnTo>
                    <a:pt x="17443" y="4643"/>
                  </a:lnTo>
                  <a:cubicBezTo>
                    <a:pt x="17691" y="4643"/>
                    <a:pt x="17892" y="4869"/>
                    <a:pt x="17892" y="5144"/>
                  </a:cubicBezTo>
                  <a:lnTo>
                    <a:pt x="17892" y="8769"/>
                  </a:lnTo>
                  <a:lnTo>
                    <a:pt x="21151" y="8769"/>
                  </a:lnTo>
                  <a:cubicBezTo>
                    <a:pt x="21396" y="8769"/>
                    <a:pt x="21600" y="8994"/>
                    <a:pt x="21600" y="9273"/>
                  </a:cubicBezTo>
                  <a:lnTo>
                    <a:pt x="21600" y="10305"/>
                  </a:lnTo>
                  <a:cubicBezTo>
                    <a:pt x="21600" y="10582"/>
                    <a:pt x="21396" y="10807"/>
                    <a:pt x="21151" y="10807"/>
                  </a:cubicBezTo>
                  <a:cubicBezTo>
                    <a:pt x="21151" y="10807"/>
                    <a:pt x="21151" y="10807"/>
                    <a:pt x="21151" y="1080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78" name="Shape 34245">
              <a:extLst>
                <a:ext uri="{FF2B5EF4-FFF2-40B4-BE49-F238E27FC236}">
                  <a16:creationId xmlns:a16="http://schemas.microsoft.com/office/drawing/2014/main" id="{75A900EB-E2B9-4767-958A-ABFAC1BE4FFB}"/>
                </a:ext>
              </a:extLst>
            </p:cNvPr>
            <p:cNvSpPr/>
            <p:nvPr/>
          </p:nvSpPr>
          <p:spPr>
            <a:xfrm>
              <a:off x="12353445" y="9604415"/>
              <a:ext cx="266020" cy="2493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648" y="5409"/>
                  </a:moveTo>
                  <a:cubicBezTo>
                    <a:pt x="8423" y="3519"/>
                    <a:pt x="7212" y="1948"/>
                    <a:pt x="5946" y="1906"/>
                  </a:cubicBezTo>
                  <a:lnTo>
                    <a:pt x="5894" y="1906"/>
                  </a:lnTo>
                  <a:cubicBezTo>
                    <a:pt x="5447" y="1906"/>
                    <a:pt x="5049" y="2111"/>
                    <a:pt x="4743" y="2498"/>
                  </a:cubicBezTo>
                  <a:cubicBezTo>
                    <a:pt x="4271" y="3097"/>
                    <a:pt x="4073" y="4045"/>
                    <a:pt x="4198" y="5100"/>
                  </a:cubicBezTo>
                  <a:cubicBezTo>
                    <a:pt x="4418" y="6988"/>
                    <a:pt x="5656" y="8619"/>
                    <a:pt x="6897" y="8662"/>
                  </a:cubicBezTo>
                  <a:lnTo>
                    <a:pt x="6916" y="8662"/>
                  </a:lnTo>
                  <a:cubicBezTo>
                    <a:pt x="7385" y="8662"/>
                    <a:pt x="7778" y="8457"/>
                    <a:pt x="8085" y="8070"/>
                  </a:cubicBezTo>
                  <a:cubicBezTo>
                    <a:pt x="8561" y="7463"/>
                    <a:pt x="8773" y="6468"/>
                    <a:pt x="8648" y="5409"/>
                  </a:cubicBezTo>
                  <a:cubicBezTo>
                    <a:pt x="8648" y="5409"/>
                    <a:pt x="8648" y="5409"/>
                    <a:pt x="8648" y="5409"/>
                  </a:cubicBezTo>
                  <a:close/>
                  <a:moveTo>
                    <a:pt x="2967" y="16668"/>
                  </a:moveTo>
                  <a:cubicBezTo>
                    <a:pt x="2967" y="18299"/>
                    <a:pt x="4433" y="19576"/>
                    <a:pt x="6303" y="19576"/>
                  </a:cubicBezTo>
                  <a:cubicBezTo>
                    <a:pt x="8773" y="19576"/>
                    <a:pt x="10022" y="18631"/>
                    <a:pt x="10022" y="16763"/>
                  </a:cubicBezTo>
                  <a:cubicBezTo>
                    <a:pt x="10022" y="16587"/>
                    <a:pt x="10003" y="16402"/>
                    <a:pt x="9965" y="16220"/>
                  </a:cubicBezTo>
                  <a:cubicBezTo>
                    <a:pt x="9800" y="15495"/>
                    <a:pt x="9201" y="15043"/>
                    <a:pt x="8298" y="14355"/>
                  </a:cubicBezTo>
                  <a:cubicBezTo>
                    <a:pt x="8173" y="14263"/>
                    <a:pt x="8044" y="14164"/>
                    <a:pt x="7911" y="14063"/>
                  </a:cubicBezTo>
                  <a:cubicBezTo>
                    <a:pt x="7520" y="13931"/>
                    <a:pt x="7106" y="13857"/>
                    <a:pt x="6683" y="13855"/>
                  </a:cubicBezTo>
                  <a:lnTo>
                    <a:pt x="6629" y="13852"/>
                  </a:lnTo>
                  <a:cubicBezTo>
                    <a:pt x="4680" y="13852"/>
                    <a:pt x="2967" y="15167"/>
                    <a:pt x="2967" y="16668"/>
                  </a:cubicBezTo>
                  <a:cubicBezTo>
                    <a:pt x="2967" y="16668"/>
                    <a:pt x="2967" y="16668"/>
                    <a:pt x="2967" y="16668"/>
                  </a:cubicBezTo>
                  <a:close/>
                  <a:moveTo>
                    <a:pt x="12670" y="907"/>
                  </a:moveTo>
                  <a:lnTo>
                    <a:pt x="11388" y="1940"/>
                  </a:lnTo>
                  <a:cubicBezTo>
                    <a:pt x="11312" y="2002"/>
                    <a:pt x="11218" y="2035"/>
                    <a:pt x="11123" y="2035"/>
                  </a:cubicBezTo>
                  <a:lnTo>
                    <a:pt x="10665" y="2035"/>
                  </a:lnTo>
                  <a:cubicBezTo>
                    <a:pt x="11255" y="2824"/>
                    <a:pt x="11605" y="3949"/>
                    <a:pt x="11605" y="5219"/>
                  </a:cubicBezTo>
                  <a:cubicBezTo>
                    <a:pt x="11605" y="6615"/>
                    <a:pt x="10968" y="7937"/>
                    <a:pt x="9814" y="8945"/>
                  </a:cubicBezTo>
                  <a:cubicBezTo>
                    <a:pt x="8922" y="9717"/>
                    <a:pt x="8887" y="9931"/>
                    <a:pt x="8887" y="10374"/>
                  </a:cubicBezTo>
                  <a:cubicBezTo>
                    <a:pt x="8897" y="10617"/>
                    <a:pt x="9521" y="11409"/>
                    <a:pt x="10204" y="11949"/>
                  </a:cubicBezTo>
                  <a:cubicBezTo>
                    <a:pt x="11803" y="13208"/>
                    <a:pt x="12396" y="14441"/>
                    <a:pt x="12396" y="16503"/>
                  </a:cubicBezTo>
                  <a:cubicBezTo>
                    <a:pt x="12396" y="18652"/>
                    <a:pt x="10930" y="20513"/>
                    <a:pt x="8659" y="21248"/>
                  </a:cubicBezTo>
                  <a:cubicBezTo>
                    <a:pt x="7930" y="21482"/>
                    <a:pt x="7141" y="21600"/>
                    <a:pt x="6315" y="21600"/>
                  </a:cubicBezTo>
                  <a:cubicBezTo>
                    <a:pt x="5396" y="21600"/>
                    <a:pt x="4510" y="21482"/>
                    <a:pt x="3686" y="21251"/>
                  </a:cubicBezTo>
                  <a:cubicBezTo>
                    <a:pt x="2090" y="20802"/>
                    <a:pt x="908" y="19953"/>
                    <a:pt x="358" y="18858"/>
                  </a:cubicBezTo>
                  <a:cubicBezTo>
                    <a:pt x="122" y="18382"/>
                    <a:pt x="0" y="17877"/>
                    <a:pt x="0" y="17354"/>
                  </a:cubicBezTo>
                  <a:cubicBezTo>
                    <a:pt x="0" y="16815"/>
                    <a:pt x="117" y="16269"/>
                    <a:pt x="344" y="15728"/>
                  </a:cubicBezTo>
                  <a:cubicBezTo>
                    <a:pt x="1219" y="13652"/>
                    <a:pt x="3526" y="12256"/>
                    <a:pt x="6079" y="12256"/>
                  </a:cubicBezTo>
                  <a:cubicBezTo>
                    <a:pt x="6106" y="12256"/>
                    <a:pt x="6130" y="12256"/>
                    <a:pt x="6152" y="12256"/>
                  </a:cubicBezTo>
                  <a:cubicBezTo>
                    <a:pt x="5946" y="11848"/>
                    <a:pt x="5843" y="11429"/>
                    <a:pt x="5843" y="10984"/>
                  </a:cubicBezTo>
                  <a:cubicBezTo>
                    <a:pt x="5843" y="10764"/>
                    <a:pt x="5870" y="10538"/>
                    <a:pt x="5924" y="10311"/>
                  </a:cubicBezTo>
                  <a:cubicBezTo>
                    <a:pt x="3244" y="10243"/>
                    <a:pt x="1238" y="8057"/>
                    <a:pt x="1238" y="5179"/>
                  </a:cubicBezTo>
                  <a:cubicBezTo>
                    <a:pt x="1238" y="3144"/>
                    <a:pt x="2699" y="1162"/>
                    <a:pt x="4786" y="362"/>
                  </a:cubicBezTo>
                  <a:cubicBezTo>
                    <a:pt x="5412" y="121"/>
                    <a:pt x="6049" y="0"/>
                    <a:pt x="6675" y="0"/>
                  </a:cubicBezTo>
                  <a:lnTo>
                    <a:pt x="12404" y="0"/>
                  </a:lnTo>
                  <a:cubicBezTo>
                    <a:pt x="12599" y="0"/>
                    <a:pt x="12772" y="139"/>
                    <a:pt x="12833" y="347"/>
                  </a:cubicBezTo>
                  <a:cubicBezTo>
                    <a:pt x="12895" y="553"/>
                    <a:pt x="12827" y="781"/>
                    <a:pt x="12670" y="907"/>
                  </a:cubicBezTo>
                  <a:cubicBezTo>
                    <a:pt x="12670" y="907"/>
                    <a:pt x="12670" y="907"/>
                    <a:pt x="12670" y="907"/>
                  </a:cubicBezTo>
                  <a:close/>
                  <a:moveTo>
                    <a:pt x="21151" y="10807"/>
                  </a:moveTo>
                  <a:lnTo>
                    <a:pt x="17892" y="10807"/>
                  </a:lnTo>
                  <a:lnTo>
                    <a:pt x="17892" y="14433"/>
                  </a:lnTo>
                  <a:cubicBezTo>
                    <a:pt x="17892" y="14711"/>
                    <a:pt x="17691" y="14934"/>
                    <a:pt x="17443" y="14934"/>
                  </a:cubicBezTo>
                  <a:lnTo>
                    <a:pt x="16515" y="14934"/>
                  </a:lnTo>
                  <a:cubicBezTo>
                    <a:pt x="16266" y="14934"/>
                    <a:pt x="16063" y="14711"/>
                    <a:pt x="16063" y="14433"/>
                  </a:cubicBezTo>
                  <a:lnTo>
                    <a:pt x="16063" y="10807"/>
                  </a:lnTo>
                  <a:lnTo>
                    <a:pt x="12808" y="10807"/>
                  </a:lnTo>
                  <a:cubicBezTo>
                    <a:pt x="12559" y="10807"/>
                    <a:pt x="12355" y="10582"/>
                    <a:pt x="12355" y="10305"/>
                  </a:cubicBezTo>
                  <a:lnTo>
                    <a:pt x="12355" y="9273"/>
                  </a:lnTo>
                  <a:cubicBezTo>
                    <a:pt x="12355" y="8994"/>
                    <a:pt x="12559" y="8769"/>
                    <a:pt x="12808" y="8769"/>
                  </a:cubicBezTo>
                  <a:lnTo>
                    <a:pt x="16063" y="8769"/>
                  </a:lnTo>
                  <a:lnTo>
                    <a:pt x="16063" y="5144"/>
                  </a:lnTo>
                  <a:cubicBezTo>
                    <a:pt x="16063" y="4869"/>
                    <a:pt x="16266" y="4643"/>
                    <a:pt x="16515" y="4643"/>
                  </a:cubicBezTo>
                  <a:lnTo>
                    <a:pt x="17443" y="4643"/>
                  </a:lnTo>
                  <a:cubicBezTo>
                    <a:pt x="17691" y="4643"/>
                    <a:pt x="17892" y="4869"/>
                    <a:pt x="17892" y="5144"/>
                  </a:cubicBezTo>
                  <a:lnTo>
                    <a:pt x="17892" y="8769"/>
                  </a:lnTo>
                  <a:lnTo>
                    <a:pt x="21151" y="8769"/>
                  </a:lnTo>
                  <a:cubicBezTo>
                    <a:pt x="21396" y="8769"/>
                    <a:pt x="21600" y="8994"/>
                    <a:pt x="21600" y="9273"/>
                  </a:cubicBezTo>
                  <a:lnTo>
                    <a:pt x="21600" y="10305"/>
                  </a:lnTo>
                  <a:cubicBezTo>
                    <a:pt x="21600" y="10582"/>
                    <a:pt x="21396" y="10807"/>
                    <a:pt x="21151" y="10807"/>
                  </a:cubicBezTo>
                  <a:cubicBezTo>
                    <a:pt x="21151" y="10807"/>
                    <a:pt x="21151" y="10807"/>
                    <a:pt x="21151" y="1080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79" name="Shape 34246">
              <a:extLst>
                <a:ext uri="{FF2B5EF4-FFF2-40B4-BE49-F238E27FC236}">
                  <a16:creationId xmlns:a16="http://schemas.microsoft.com/office/drawing/2014/main" id="{D0CA7D6C-1605-43BC-A5D7-30245A4E3E15}"/>
                </a:ext>
              </a:extLst>
            </p:cNvPr>
            <p:cNvSpPr/>
            <p:nvPr/>
          </p:nvSpPr>
          <p:spPr>
            <a:xfrm>
              <a:off x="11817349" y="7826120"/>
              <a:ext cx="266022" cy="2493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648" y="5409"/>
                  </a:moveTo>
                  <a:cubicBezTo>
                    <a:pt x="8423" y="3519"/>
                    <a:pt x="7212" y="1948"/>
                    <a:pt x="5946" y="1906"/>
                  </a:cubicBezTo>
                  <a:lnTo>
                    <a:pt x="5894" y="1906"/>
                  </a:lnTo>
                  <a:cubicBezTo>
                    <a:pt x="5447" y="1906"/>
                    <a:pt x="5049" y="2111"/>
                    <a:pt x="4743" y="2498"/>
                  </a:cubicBezTo>
                  <a:cubicBezTo>
                    <a:pt x="4271" y="3097"/>
                    <a:pt x="4073" y="4045"/>
                    <a:pt x="4198" y="5100"/>
                  </a:cubicBezTo>
                  <a:cubicBezTo>
                    <a:pt x="4418" y="6988"/>
                    <a:pt x="5656" y="8619"/>
                    <a:pt x="6897" y="8662"/>
                  </a:cubicBezTo>
                  <a:lnTo>
                    <a:pt x="6916" y="8662"/>
                  </a:lnTo>
                  <a:cubicBezTo>
                    <a:pt x="7385" y="8662"/>
                    <a:pt x="7778" y="8457"/>
                    <a:pt x="8085" y="8070"/>
                  </a:cubicBezTo>
                  <a:cubicBezTo>
                    <a:pt x="8561" y="7463"/>
                    <a:pt x="8773" y="6468"/>
                    <a:pt x="8648" y="5409"/>
                  </a:cubicBezTo>
                  <a:cubicBezTo>
                    <a:pt x="8648" y="5409"/>
                    <a:pt x="8648" y="5409"/>
                    <a:pt x="8648" y="5409"/>
                  </a:cubicBezTo>
                  <a:close/>
                  <a:moveTo>
                    <a:pt x="2967" y="16668"/>
                  </a:moveTo>
                  <a:cubicBezTo>
                    <a:pt x="2967" y="18299"/>
                    <a:pt x="4433" y="19576"/>
                    <a:pt x="6303" y="19576"/>
                  </a:cubicBezTo>
                  <a:cubicBezTo>
                    <a:pt x="8773" y="19576"/>
                    <a:pt x="10022" y="18631"/>
                    <a:pt x="10022" y="16763"/>
                  </a:cubicBezTo>
                  <a:cubicBezTo>
                    <a:pt x="10022" y="16587"/>
                    <a:pt x="10003" y="16402"/>
                    <a:pt x="9965" y="16220"/>
                  </a:cubicBezTo>
                  <a:cubicBezTo>
                    <a:pt x="9800" y="15495"/>
                    <a:pt x="9201" y="15043"/>
                    <a:pt x="8298" y="14355"/>
                  </a:cubicBezTo>
                  <a:cubicBezTo>
                    <a:pt x="8173" y="14263"/>
                    <a:pt x="8044" y="14164"/>
                    <a:pt x="7911" y="14063"/>
                  </a:cubicBezTo>
                  <a:cubicBezTo>
                    <a:pt x="7520" y="13931"/>
                    <a:pt x="7106" y="13857"/>
                    <a:pt x="6683" y="13855"/>
                  </a:cubicBezTo>
                  <a:lnTo>
                    <a:pt x="6629" y="13852"/>
                  </a:lnTo>
                  <a:cubicBezTo>
                    <a:pt x="4680" y="13852"/>
                    <a:pt x="2967" y="15167"/>
                    <a:pt x="2967" y="16668"/>
                  </a:cubicBezTo>
                  <a:cubicBezTo>
                    <a:pt x="2967" y="16668"/>
                    <a:pt x="2967" y="16668"/>
                    <a:pt x="2967" y="16668"/>
                  </a:cubicBezTo>
                  <a:close/>
                  <a:moveTo>
                    <a:pt x="12670" y="907"/>
                  </a:moveTo>
                  <a:lnTo>
                    <a:pt x="11388" y="1940"/>
                  </a:lnTo>
                  <a:cubicBezTo>
                    <a:pt x="11312" y="2002"/>
                    <a:pt x="11218" y="2035"/>
                    <a:pt x="11123" y="2035"/>
                  </a:cubicBezTo>
                  <a:lnTo>
                    <a:pt x="10665" y="2035"/>
                  </a:lnTo>
                  <a:cubicBezTo>
                    <a:pt x="11255" y="2824"/>
                    <a:pt x="11605" y="3949"/>
                    <a:pt x="11605" y="5219"/>
                  </a:cubicBezTo>
                  <a:cubicBezTo>
                    <a:pt x="11605" y="6615"/>
                    <a:pt x="10968" y="7937"/>
                    <a:pt x="9814" y="8945"/>
                  </a:cubicBezTo>
                  <a:cubicBezTo>
                    <a:pt x="8922" y="9717"/>
                    <a:pt x="8887" y="9931"/>
                    <a:pt x="8887" y="10374"/>
                  </a:cubicBezTo>
                  <a:cubicBezTo>
                    <a:pt x="8897" y="10617"/>
                    <a:pt x="9521" y="11409"/>
                    <a:pt x="10204" y="11949"/>
                  </a:cubicBezTo>
                  <a:cubicBezTo>
                    <a:pt x="11803" y="13208"/>
                    <a:pt x="12396" y="14441"/>
                    <a:pt x="12396" y="16503"/>
                  </a:cubicBezTo>
                  <a:cubicBezTo>
                    <a:pt x="12396" y="18652"/>
                    <a:pt x="10930" y="20513"/>
                    <a:pt x="8659" y="21248"/>
                  </a:cubicBezTo>
                  <a:cubicBezTo>
                    <a:pt x="7930" y="21482"/>
                    <a:pt x="7141" y="21600"/>
                    <a:pt x="6315" y="21600"/>
                  </a:cubicBezTo>
                  <a:cubicBezTo>
                    <a:pt x="5396" y="21600"/>
                    <a:pt x="4510" y="21482"/>
                    <a:pt x="3686" y="21251"/>
                  </a:cubicBezTo>
                  <a:cubicBezTo>
                    <a:pt x="2090" y="20802"/>
                    <a:pt x="908" y="19953"/>
                    <a:pt x="358" y="18858"/>
                  </a:cubicBezTo>
                  <a:cubicBezTo>
                    <a:pt x="122" y="18382"/>
                    <a:pt x="0" y="17877"/>
                    <a:pt x="0" y="17354"/>
                  </a:cubicBezTo>
                  <a:cubicBezTo>
                    <a:pt x="0" y="16815"/>
                    <a:pt x="117" y="16269"/>
                    <a:pt x="344" y="15728"/>
                  </a:cubicBezTo>
                  <a:cubicBezTo>
                    <a:pt x="1219" y="13652"/>
                    <a:pt x="3526" y="12256"/>
                    <a:pt x="6079" y="12256"/>
                  </a:cubicBezTo>
                  <a:cubicBezTo>
                    <a:pt x="6106" y="12256"/>
                    <a:pt x="6130" y="12256"/>
                    <a:pt x="6152" y="12256"/>
                  </a:cubicBezTo>
                  <a:cubicBezTo>
                    <a:pt x="5946" y="11848"/>
                    <a:pt x="5843" y="11429"/>
                    <a:pt x="5843" y="10984"/>
                  </a:cubicBezTo>
                  <a:cubicBezTo>
                    <a:pt x="5843" y="10764"/>
                    <a:pt x="5870" y="10538"/>
                    <a:pt x="5924" y="10311"/>
                  </a:cubicBezTo>
                  <a:cubicBezTo>
                    <a:pt x="3244" y="10243"/>
                    <a:pt x="1238" y="8057"/>
                    <a:pt x="1238" y="5179"/>
                  </a:cubicBezTo>
                  <a:cubicBezTo>
                    <a:pt x="1238" y="3144"/>
                    <a:pt x="2699" y="1162"/>
                    <a:pt x="4786" y="362"/>
                  </a:cubicBezTo>
                  <a:cubicBezTo>
                    <a:pt x="5412" y="121"/>
                    <a:pt x="6049" y="0"/>
                    <a:pt x="6675" y="0"/>
                  </a:cubicBezTo>
                  <a:lnTo>
                    <a:pt x="12404" y="0"/>
                  </a:lnTo>
                  <a:cubicBezTo>
                    <a:pt x="12599" y="0"/>
                    <a:pt x="12772" y="139"/>
                    <a:pt x="12833" y="347"/>
                  </a:cubicBezTo>
                  <a:cubicBezTo>
                    <a:pt x="12895" y="553"/>
                    <a:pt x="12827" y="781"/>
                    <a:pt x="12670" y="907"/>
                  </a:cubicBezTo>
                  <a:cubicBezTo>
                    <a:pt x="12670" y="907"/>
                    <a:pt x="12670" y="907"/>
                    <a:pt x="12670" y="907"/>
                  </a:cubicBezTo>
                  <a:close/>
                  <a:moveTo>
                    <a:pt x="21151" y="10807"/>
                  </a:moveTo>
                  <a:lnTo>
                    <a:pt x="17892" y="10807"/>
                  </a:lnTo>
                  <a:lnTo>
                    <a:pt x="17892" y="14433"/>
                  </a:lnTo>
                  <a:cubicBezTo>
                    <a:pt x="17892" y="14711"/>
                    <a:pt x="17691" y="14934"/>
                    <a:pt x="17443" y="14934"/>
                  </a:cubicBezTo>
                  <a:lnTo>
                    <a:pt x="16515" y="14934"/>
                  </a:lnTo>
                  <a:cubicBezTo>
                    <a:pt x="16266" y="14934"/>
                    <a:pt x="16063" y="14711"/>
                    <a:pt x="16063" y="14433"/>
                  </a:cubicBezTo>
                  <a:lnTo>
                    <a:pt x="16063" y="10807"/>
                  </a:lnTo>
                  <a:lnTo>
                    <a:pt x="12808" y="10807"/>
                  </a:lnTo>
                  <a:cubicBezTo>
                    <a:pt x="12559" y="10807"/>
                    <a:pt x="12355" y="10582"/>
                    <a:pt x="12355" y="10305"/>
                  </a:cubicBezTo>
                  <a:lnTo>
                    <a:pt x="12355" y="9273"/>
                  </a:lnTo>
                  <a:cubicBezTo>
                    <a:pt x="12355" y="8994"/>
                    <a:pt x="12559" y="8769"/>
                    <a:pt x="12808" y="8769"/>
                  </a:cubicBezTo>
                  <a:lnTo>
                    <a:pt x="16063" y="8769"/>
                  </a:lnTo>
                  <a:lnTo>
                    <a:pt x="16063" y="5144"/>
                  </a:lnTo>
                  <a:cubicBezTo>
                    <a:pt x="16063" y="4869"/>
                    <a:pt x="16266" y="4643"/>
                    <a:pt x="16515" y="4643"/>
                  </a:cubicBezTo>
                  <a:lnTo>
                    <a:pt x="17443" y="4643"/>
                  </a:lnTo>
                  <a:cubicBezTo>
                    <a:pt x="17691" y="4643"/>
                    <a:pt x="17892" y="4869"/>
                    <a:pt x="17892" y="5144"/>
                  </a:cubicBezTo>
                  <a:lnTo>
                    <a:pt x="17892" y="8769"/>
                  </a:lnTo>
                  <a:lnTo>
                    <a:pt x="21151" y="8769"/>
                  </a:lnTo>
                  <a:cubicBezTo>
                    <a:pt x="21396" y="8769"/>
                    <a:pt x="21600" y="8994"/>
                    <a:pt x="21600" y="9273"/>
                  </a:cubicBezTo>
                  <a:lnTo>
                    <a:pt x="21600" y="10305"/>
                  </a:lnTo>
                  <a:cubicBezTo>
                    <a:pt x="21600" y="10582"/>
                    <a:pt x="21396" y="10807"/>
                    <a:pt x="21151" y="10807"/>
                  </a:cubicBezTo>
                  <a:cubicBezTo>
                    <a:pt x="21151" y="10807"/>
                    <a:pt x="21151" y="10807"/>
                    <a:pt x="21151" y="1080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80" name="Shape 34247">
              <a:extLst>
                <a:ext uri="{FF2B5EF4-FFF2-40B4-BE49-F238E27FC236}">
                  <a16:creationId xmlns:a16="http://schemas.microsoft.com/office/drawing/2014/main" id="{F97FF99F-4D44-4A9A-9493-DBA96D29F4A6}"/>
                </a:ext>
              </a:extLst>
            </p:cNvPr>
            <p:cNvSpPr/>
            <p:nvPr/>
          </p:nvSpPr>
          <p:spPr>
            <a:xfrm>
              <a:off x="10728159" y="11858687"/>
              <a:ext cx="359648" cy="35964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14657"/>
                  </a:moveTo>
                  <a:cubicBezTo>
                    <a:pt x="8670" y="14657"/>
                    <a:pt x="6943" y="12930"/>
                    <a:pt x="6943" y="10800"/>
                  </a:cubicBezTo>
                  <a:cubicBezTo>
                    <a:pt x="6943" y="8670"/>
                    <a:pt x="8670" y="6943"/>
                    <a:pt x="10800" y="6943"/>
                  </a:cubicBezTo>
                  <a:cubicBezTo>
                    <a:pt x="12930" y="6943"/>
                    <a:pt x="14657" y="8670"/>
                    <a:pt x="14657" y="10800"/>
                  </a:cubicBezTo>
                  <a:cubicBezTo>
                    <a:pt x="14657" y="12930"/>
                    <a:pt x="12930" y="14657"/>
                    <a:pt x="10800" y="14657"/>
                  </a:cubicBezTo>
                  <a:close/>
                  <a:moveTo>
                    <a:pt x="20016" y="9930"/>
                  </a:moveTo>
                  <a:cubicBezTo>
                    <a:pt x="21001" y="9522"/>
                    <a:pt x="21600" y="9257"/>
                    <a:pt x="21600" y="9257"/>
                  </a:cubicBezTo>
                  <a:lnTo>
                    <a:pt x="20829" y="6171"/>
                  </a:lnTo>
                  <a:cubicBezTo>
                    <a:pt x="20829" y="6171"/>
                    <a:pt x="20119" y="6283"/>
                    <a:pt x="18990" y="6492"/>
                  </a:cubicBezTo>
                  <a:cubicBezTo>
                    <a:pt x="18430" y="5424"/>
                    <a:pt x="17677" y="4501"/>
                    <a:pt x="16789" y="3749"/>
                  </a:cubicBezTo>
                  <a:cubicBezTo>
                    <a:pt x="17377" y="2418"/>
                    <a:pt x="17743" y="1543"/>
                    <a:pt x="17743" y="1543"/>
                  </a:cubicBezTo>
                  <a:lnTo>
                    <a:pt x="14657" y="0"/>
                  </a:lnTo>
                  <a:cubicBezTo>
                    <a:pt x="14657" y="0"/>
                    <a:pt x="14156" y="750"/>
                    <a:pt x="13405" y="1922"/>
                  </a:cubicBezTo>
                  <a:cubicBezTo>
                    <a:pt x="12297" y="1595"/>
                    <a:pt x="11120" y="1470"/>
                    <a:pt x="9929" y="1584"/>
                  </a:cubicBezTo>
                  <a:cubicBezTo>
                    <a:pt x="9522" y="599"/>
                    <a:pt x="9257" y="0"/>
                    <a:pt x="9257" y="0"/>
                  </a:cubicBezTo>
                  <a:lnTo>
                    <a:pt x="6171" y="771"/>
                  </a:lnTo>
                  <a:cubicBezTo>
                    <a:pt x="6171" y="771"/>
                    <a:pt x="6283" y="1481"/>
                    <a:pt x="6492" y="2610"/>
                  </a:cubicBezTo>
                  <a:cubicBezTo>
                    <a:pt x="5420" y="3172"/>
                    <a:pt x="4494" y="3929"/>
                    <a:pt x="3740" y="4821"/>
                  </a:cubicBezTo>
                  <a:cubicBezTo>
                    <a:pt x="2414" y="4227"/>
                    <a:pt x="1543" y="3857"/>
                    <a:pt x="1543" y="3857"/>
                  </a:cubicBezTo>
                  <a:lnTo>
                    <a:pt x="0" y="6943"/>
                  </a:lnTo>
                  <a:cubicBezTo>
                    <a:pt x="0" y="6943"/>
                    <a:pt x="748" y="7450"/>
                    <a:pt x="1919" y="8207"/>
                  </a:cubicBezTo>
                  <a:cubicBezTo>
                    <a:pt x="1595" y="9313"/>
                    <a:pt x="1471" y="10485"/>
                    <a:pt x="1584" y="11672"/>
                  </a:cubicBezTo>
                  <a:cubicBezTo>
                    <a:pt x="599" y="12078"/>
                    <a:pt x="0" y="12343"/>
                    <a:pt x="0" y="12343"/>
                  </a:cubicBezTo>
                  <a:lnTo>
                    <a:pt x="771" y="15429"/>
                  </a:lnTo>
                  <a:cubicBezTo>
                    <a:pt x="771" y="15429"/>
                    <a:pt x="1480" y="15317"/>
                    <a:pt x="2609" y="15107"/>
                  </a:cubicBezTo>
                  <a:cubicBezTo>
                    <a:pt x="3172" y="16179"/>
                    <a:pt x="3928" y="17106"/>
                    <a:pt x="4820" y="17860"/>
                  </a:cubicBezTo>
                  <a:cubicBezTo>
                    <a:pt x="4227" y="19186"/>
                    <a:pt x="3857" y="20057"/>
                    <a:pt x="3857" y="20057"/>
                  </a:cubicBezTo>
                  <a:lnTo>
                    <a:pt x="6943" y="21600"/>
                  </a:lnTo>
                  <a:cubicBezTo>
                    <a:pt x="6943" y="21600"/>
                    <a:pt x="7449" y="20852"/>
                    <a:pt x="8206" y="19681"/>
                  </a:cubicBezTo>
                  <a:cubicBezTo>
                    <a:pt x="9312" y="20005"/>
                    <a:pt x="10485" y="20129"/>
                    <a:pt x="11672" y="20016"/>
                  </a:cubicBezTo>
                  <a:cubicBezTo>
                    <a:pt x="12078" y="21001"/>
                    <a:pt x="12343" y="21600"/>
                    <a:pt x="12343" y="21600"/>
                  </a:cubicBezTo>
                  <a:lnTo>
                    <a:pt x="15429" y="20829"/>
                  </a:lnTo>
                  <a:cubicBezTo>
                    <a:pt x="15429" y="20829"/>
                    <a:pt x="15317" y="20120"/>
                    <a:pt x="15107" y="18991"/>
                  </a:cubicBezTo>
                  <a:cubicBezTo>
                    <a:pt x="16176" y="18431"/>
                    <a:pt x="17099" y="17676"/>
                    <a:pt x="17852" y="16788"/>
                  </a:cubicBezTo>
                  <a:cubicBezTo>
                    <a:pt x="19183" y="17377"/>
                    <a:pt x="20057" y="17743"/>
                    <a:pt x="20057" y="17743"/>
                  </a:cubicBezTo>
                  <a:lnTo>
                    <a:pt x="21600" y="14657"/>
                  </a:lnTo>
                  <a:cubicBezTo>
                    <a:pt x="21600" y="14657"/>
                    <a:pt x="20851" y="14156"/>
                    <a:pt x="19678" y="13405"/>
                  </a:cubicBezTo>
                  <a:cubicBezTo>
                    <a:pt x="20005" y="12296"/>
                    <a:pt x="20130" y="11120"/>
                    <a:pt x="20016" y="993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15073" tIns="15073" rIns="15073" bIns="15073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81" name="Shape 34248">
              <a:extLst>
                <a:ext uri="{FF2B5EF4-FFF2-40B4-BE49-F238E27FC236}">
                  <a16:creationId xmlns:a16="http://schemas.microsoft.com/office/drawing/2014/main" id="{921D2600-46C5-4D4C-875E-7FAC4712F6B9}"/>
                </a:ext>
              </a:extLst>
            </p:cNvPr>
            <p:cNvSpPr/>
            <p:nvPr/>
          </p:nvSpPr>
          <p:spPr>
            <a:xfrm>
              <a:off x="11187068" y="11262359"/>
              <a:ext cx="266020" cy="2493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648" y="5409"/>
                  </a:moveTo>
                  <a:cubicBezTo>
                    <a:pt x="8423" y="3519"/>
                    <a:pt x="7212" y="1948"/>
                    <a:pt x="5946" y="1906"/>
                  </a:cubicBezTo>
                  <a:lnTo>
                    <a:pt x="5894" y="1906"/>
                  </a:lnTo>
                  <a:cubicBezTo>
                    <a:pt x="5447" y="1906"/>
                    <a:pt x="5049" y="2111"/>
                    <a:pt x="4743" y="2498"/>
                  </a:cubicBezTo>
                  <a:cubicBezTo>
                    <a:pt x="4271" y="3097"/>
                    <a:pt x="4073" y="4045"/>
                    <a:pt x="4198" y="5100"/>
                  </a:cubicBezTo>
                  <a:cubicBezTo>
                    <a:pt x="4418" y="6988"/>
                    <a:pt x="5656" y="8619"/>
                    <a:pt x="6897" y="8662"/>
                  </a:cubicBezTo>
                  <a:lnTo>
                    <a:pt x="6916" y="8662"/>
                  </a:lnTo>
                  <a:cubicBezTo>
                    <a:pt x="7385" y="8662"/>
                    <a:pt x="7778" y="8457"/>
                    <a:pt x="8085" y="8070"/>
                  </a:cubicBezTo>
                  <a:cubicBezTo>
                    <a:pt x="8561" y="7463"/>
                    <a:pt x="8773" y="6468"/>
                    <a:pt x="8648" y="5409"/>
                  </a:cubicBezTo>
                  <a:cubicBezTo>
                    <a:pt x="8648" y="5409"/>
                    <a:pt x="8648" y="5409"/>
                    <a:pt x="8648" y="5409"/>
                  </a:cubicBezTo>
                  <a:close/>
                  <a:moveTo>
                    <a:pt x="2967" y="16668"/>
                  </a:moveTo>
                  <a:cubicBezTo>
                    <a:pt x="2967" y="18299"/>
                    <a:pt x="4433" y="19576"/>
                    <a:pt x="6303" y="19576"/>
                  </a:cubicBezTo>
                  <a:cubicBezTo>
                    <a:pt x="8773" y="19576"/>
                    <a:pt x="10022" y="18631"/>
                    <a:pt x="10022" y="16763"/>
                  </a:cubicBezTo>
                  <a:cubicBezTo>
                    <a:pt x="10022" y="16587"/>
                    <a:pt x="10003" y="16402"/>
                    <a:pt x="9965" y="16220"/>
                  </a:cubicBezTo>
                  <a:cubicBezTo>
                    <a:pt x="9800" y="15495"/>
                    <a:pt x="9201" y="15043"/>
                    <a:pt x="8298" y="14355"/>
                  </a:cubicBezTo>
                  <a:cubicBezTo>
                    <a:pt x="8173" y="14263"/>
                    <a:pt x="8044" y="14164"/>
                    <a:pt x="7911" y="14063"/>
                  </a:cubicBezTo>
                  <a:cubicBezTo>
                    <a:pt x="7520" y="13931"/>
                    <a:pt x="7106" y="13857"/>
                    <a:pt x="6683" y="13855"/>
                  </a:cubicBezTo>
                  <a:lnTo>
                    <a:pt x="6629" y="13852"/>
                  </a:lnTo>
                  <a:cubicBezTo>
                    <a:pt x="4680" y="13852"/>
                    <a:pt x="2967" y="15167"/>
                    <a:pt x="2967" y="16668"/>
                  </a:cubicBezTo>
                  <a:cubicBezTo>
                    <a:pt x="2967" y="16668"/>
                    <a:pt x="2967" y="16668"/>
                    <a:pt x="2967" y="16668"/>
                  </a:cubicBezTo>
                  <a:close/>
                  <a:moveTo>
                    <a:pt x="12670" y="907"/>
                  </a:moveTo>
                  <a:lnTo>
                    <a:pt x="11388" y="1940"/>
                  </a:lnTo>
                  <a:cubicBezTo>
                    <a:pt x="11312" y="2002"/>
                    <a:pt x="11218" y="2035"/>
                    <a:pt x="11123" y="2035"/>
                  </a:cubicBezTo>
                  <a:lnTo>
                    <a:pt x="10665" y="2035"/>
                  </a:lnTo>
                  <a:cubicBezTo>
                    <a:pt x="11255" y="2824"/>
                    <a:pt x="11605" y="3949"/>
                    <a:pt x="11605" y="5219"/>
                  </a:cubicBezTo>
                  <a:cubicBezTo>
                    <a:pt x="11605" y="6615"/>
                    <a:pt x="10968" y="7937"/>
                    <a:pt x="9814" y="8945"/>
                  </a:cubicBezTo>
                  <a:cubicBezTo>
                    <a:pt x="8922" y="9717"/>
                    <a:pt x="8887" y="9931"/>
                    <a:pt x="8887" y="10374"/>
                  </a:cubicBezTo>
                  <a:cubicBezTo>
                    <a:pt x="8897" y="10617"/>
                    <a:pt x="9521" y="11409"/>
                    <a:pt x="10204" y="11949"/>
                  </a:cubicBezTo>
                  <a:cubicBezTo>
                    <a:pt x="11803" y="13208"/>
                    <a:pt x="12396" y="14441"/>
                    <a:pt x="12396" y="16503"/>
                  </a:cubicBezTo>
                  <a:cubicBezTo>
                    <a:pt x="12396" y="18652"/>
                    <a:pt x="10930" y="20513"/>
                    <a:pt x="8659" y="21248"/>
                  </a:cubicBezTo>
                  <a:cubicBezTo>
                    <a:pt x="7930" y="21482"/>
                    <a:pt x="7141" y="21600"/>
                    <a:pt x="6315" y="21600"/>
                  </a:cubicBezTo>
                  <a:cubicBezTo>
                    <a:pt x="5396" y="21600"/>
                    <a:pt x="4510" y="21482"/>
                    <a:pt x="3686" y="21251"/>
                  </a:cubicBezTo>
                  <a:cubicBezTo>
                    <a:pt x="2090" y="20802"/>
                    <a:pt x="908" y="19953"/>
                    <a:pt x="358" y="18858"/>
                  </a:cubicBezTo>
                  <a:cubicBezTo>
                    <a:pt x="122" y="18382"/>
                    <a:pt x="0" y="17877"/>
                    <a:pt x="0" y="17354"/>
                  </a:cubicBezTo>
                  <a:cubicBezTo>
                    <a:pt x="0" y="16815"/>
                    <a:pt x="117" y="16269"/>
                    <a:pt x="344" y="15728"/>
                  </a:cubicBezTo>
                  <a:cubicBezTo>
                    <a:pt x="1219" y="13652"/>
                    <a:pt x="3526" y="12256"/>
                    <a:pt x="6079" y="12256"/>
                  </a:cubicBezTo>
                  <a:cubicBezTo>
                    <a:pt x="6106" y="12256"/>
                    <a:pt x="6130" y="12256"/>
                    <a:pt x="6152" y="12256"/>
                  </a:cubicBezTo>
                  <a:cubicBezTo>
                    <a:pt x="5946" y="11848"/>
                    <a:pt x="5843" y="11429"/>
                    <a:pt x="5843" y="10984"/>
                  </a:cubicBezTo>
                  <a:cubicBezTo>
                    <a:pt x="5843" y="10764"/>
                    <a:pt x="5870" y="10538"/>
                    <a:pt x="5924" y="10311"/>
                  </a:cubicBezTo>
                  <a:cubicBezTo>
                    <a:pt x="3244" y="10243"/>
                    <a:pt x="1238" y="8057"/>
                    <a:pt x="1238" y="5179"/>
                  </a:cubicBezTo>
                  <a:cubicBezTo>
                    <a:pt x="1238" y="3144"/>
                    <a:pt x="2699" y="1162"/>
                    <a:pt x="4786" y="362"/>
                  </a:cubicBezTo>
                  <a:cubicBezTo>
                    <a:pt x="5412" y="121"/>
                    <a:pt x="6049" y="0"/>
                    <a:pt x="6675" y="0"/>
                  </a:cubicBezTo>
                  <a:lnTo>
                    <a:pt x="12404" y="0"/>
                  </a:lnTo>
                  <a:cubicBezTo>
                    <a:pt x="12599" y="0"/>
                    <a:pt x="12772" y="139"/>
                    <a:pt x="12833" y="347"/>
                  </a:cubicBezTo>
                  <a:cubicBezTo>
                    <a:pt x="12895" y="553"/>
                    <a:pt x="12827" y="781"/>
                    <a:pt x="12670" y="907"/>
                  </a:cubicBezTo>
                  <a:cubicBezTo>
                    <a:pt x="12670" y="907"/>
                    <a:pt x="12670" y="907"/>
                    <a:pt x="12670" y="907"/>
                  </a:cubicBezTo>
                  <a:close/>
                  <a:moveTo>
                    <a:pt x="21151" y="10807"/>
                  </a:moveTo>
                  <a:lnTo>
                    <a:pt x="17892" y="10807"/>
                  </a:lnTo>
                  <a:lnTo>
                    <a:pt x="17892" y="14433"/>
                  </a:lnTo>
                  <a:cubicBezTo>
                    <a:pt x="17892" y="14711"/>
                    <a:pt x="17691" y="14934"/>
                    <a:pt x="17443" y="14934"/>
                  </a:cubicBezTo>
                  <a:lnTo>
                    <a:pt x="16515" y="14934"/>
                  </a:lnTo>
                  <a:cubicBezTo>
                    <a:pt x="16266" y="14934"/>
                    <a:pt x="16063" y="14711"/>
                    <a:pt x="16063" y="14433"/>
                  </a:cubicBezTo>
                  <a:lnTo>
                    <a:pt x="16063" y="10807"/>
                  </a:lnTo>
                  <a:lnTo>
                    <a:pt x="12808" y="10807"/>
                  </a:lnTo>
                  <a:cubicBezTo>
                    <a:pt x="12559" y="10807"/>
                    <a:pt x="12355" y="10582"/>
                    <a:pt x="12355" y="10305"/>
                  </a:cubicBezTo>
                  <a:lnTo>
                    <a:pt x="12355" y="9273"/>
                  </a:lnTo>
                  <a:cubicBezTo>
                    <a:pt x="12355" y="8994"/>
                    <a:pt x="12559" y="8769"/>
                    <a:pt x="12808" y="8769"/>
                  </a:cubicBezTo>
                  <a:lnTo>
                    <a:pt x="16063" y="8769"/>
                  </a:lnTo>
                  <a:lnTo>
                    <a:pt x="16063" y="5144"/>
                  </a:lnTo>
                  <a:cubicBezTo>
                    <a:pt x="16063" y="4869"/>
                    <a:pt x="16266" y="4643"/>
                    <a:pt x="16515" y="4643"/>
                  </a:cubicBezTo>
                  <a:lnTo>
                    <a:pt x="17443" y="4643"/>
                  </a:lnTo>
                  <a:cubicBezTo>
                    <a:pt x="17691" y="4643"/>
                    <a:pt x="17892" y="4869"/>
                    <a:pt x="17892" y="5144"/>
                  </a:cubicBezTo>
                  <a:lnTo>
                    <a:pt x="17892" y="8769"/>
                  </a:lnTo>
                  <a:lnTo>
                    <a:pt x="21151" y="8769"/>
                  </a:lnTo>
                  <a:cubicBezTo>
                    <a:pt x="21396" y="8769"/>
                    <a:pt x="21600" y="8994"/>
                    <a:pt x="21600" y="9273"/>
                  </a:cubicBezTo>
                  <a:lnTo>
                    <a:pt x="21600" y="10305"/>
                  </a:lnTo>
                  <a:cubicBezTo>
                    <a:pt x="21600" y="10582"/>
                    <a:pt x="21396" y="10807"/>
                    <a:pt x="21151" y="10807"/>
                  </a:cubicBezTo>
                  <a:cubicBezTo>
                    <a:pt x="21151" y="10807"/>
                    <a:pt x="21151" y="10807"/>
                    <a:pt x="21151" y="1080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82" name="Shape 34249">
              <a:extLst>
                <a:ext uri="{FF2B5EF4-FFF2-40B4-BE49-F238E27FC236}">
                  <a16:creationId xmlns:a16="http://schemas.microsoft.com/office/drawing/2014/main" id="{2E297742-8436-4B1D-83F9-B322E470EDB3}"/>
                </a:ext>
              </a:extLst>
            </p:cNvPr>
            <p:cNvSpPr/>
            <p:nvPr/>
          </p:nvSpPr>
          <p:spPr>
            <a:xfrm>
              <a:off x="11097651" y="11556529"/>
              <a:ext cx="363722" cy="4893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289"/>
                  </a:moveTo>
                  <a:lnTo>
                    <a:pt x="7526" y="11318"/>
                  </a:lnTo>
                  <a:lnTo>
                    <a:pt x="10639" y="10027"/>
                  </a:lnTo>
                  <a:lnTo>
                    <a:pt x="6735" y="4831"/>
                  </a:lnTo>
                  <a:cubicBezTo>
                    <a:pt x="7186" y="4822"/>
                    <a:pt x="7638" y="4734"/>
                    <a:pt x="8042" y="4542"/>
                  </a:cubicBezTo>
                  <a:cubicBezTo>
                    <a:pt x="8843" y="4160"/>
                    <a:pt x="9286" y="3488"/>
                    <a:pt x="9338" y="2779"/>
                  </a:cubicBezTo>
                  <a:cubicBezTo>
                    <a:pt x="9343" y="2717"/>
                    <a:pt x="9344" y="2654"/>
                    <a:pt x="9343" y="2591"/>
                  </a:cubicBezTo>
                  <a:cubicBezTo>
                    <a:pt x="10859" y="2532"/>
                    <a:pt x="12290" y="2713"/>
                    <a:pt x="13557" y="3159"/>
                  </a:cubicBezTo>
                  <a:cubicBezTo>
                    <a:pt x="15647" y="3894"/>
                    <a:pt x="17171" y="5277"/>
                    <a:pt x="17964" y="7158"/>
                  </a:cubicBezTo>
                  <a:cubicBezTo>
                    <a:pt x="19200" y="10089"/>
                    <a:pt x="17878" y="13269"/>
                    <a:pt x="14770" y="15143"/>
                  </a:cubicBezTo>
                  <a:lnTo>
                    <a:pt x="13545" y="13629"/>
                  </a:lnTo>
                  <a:lnTo>
                    <a:pt x="15711" y="12662"/>
                  </a:lnTo>
                  <a:lnTo>
                    <a:pt x="15100" y="11906"/>
                  </a:lnTo>
                  <a:lnTo>
                    <a:pt x="7202" y="15433"/>
                  </a:lnTo>
                  <a:lnTo>
                    <a:pt x="7813" y="16189"/>
                  </a:lnTo>
                  <a:lnTo>
                    <a:pt x="9983" y="15220"/>
                  </a:lnTo>
                  <a:lnTo>
                    <a:pt x="11972" y="17680"/>
                  </a:lnTo>
                  <a:lnTo>
                    <a:pt x="7432" y="19708"/>
                  </a:lnTo>
                  <a:lnTo>
                    <a:pt x="8961" y="21600"/>
                  </a:lnTo>
                  <a:lnTo>
                    <a:pt x="21600" y="15956"/>
                  </a:lnTo>
                  <a:lnTo>
                    <a:pt x="20070" y="14064"/>
                  </a:lnTo>
                  <a:lnTo>
                    <a:pt x="16905" y="15477"/>
                  </a:lnTo>
                  <a:cubicBezTo>
                    <a:pt x="19819" y="13226"/>
                    <a:pt x="20973" y="9873"/>
                    <a:pt x="19662" y="6762"/>
                  </a:cubicBezTo>
                  <a:cubicBezTo>
                    <a:pt x="18716" y="4520"/>
                    <a:pt x="16868" y="2861"/>
                    <a:pt x="14317" y="1964"/>
                  </a:cubicBezTo>
                  <a:cubicBezTo>
                    <a:pt x="12625" y="1368"/>
                    <a:pt x="10722" y="1151"/>
                    <a:pt x="8713" y="1295"/>
                  </a:cubicBezTo>
                  <a:cubicBezTo>
                    <a:pt x="7813" y="536"/>
                    <a:pt x="6285" y="336"/>
                    <a:pt x="5078" y="875"/>
                  </a:cubicBezTo>
                  <a:cubicBezTo>
                    <a:pt x="4725" y="1032"/>
                    <a:pt x="4440" y="1236"/>
                    <a:pt x="4217" y="1471"/>
                  </a:cubicBezTo>
                  <a:lnTo>
                    <a:pt x="3109" y="0"/>
                  </a:lnTo>
                  <a:lnTo>
                    <a:pt x="0" y="1289"/>
                  </a:lnTo>
                  <a:close/>
                  <a:moveTo>
                    <a:pt x="5994" y="2008"/>
                  </a:moveTo>
                  <a:cubicBezTo>
                    <a:pt x="6453" y="1798"/>
                    <a:pt x="7049" y="1856"/>
                    <a:pt x="7404" y="2156"/>
                  </a:cubicBezTo>
                  <a:cubicBezTo>
                    <a:pt x="7771" y="2467"/>
                    <a:pt x="7762" y="2932"/>
                    <a:pt x="7387" y="3235"/>
                  </a:cubicBezTo>
                  <a:cubicBezTo>
                    <a:pt x="7313" y="3300"/>
                    <a:pt x="7226" y="3359"/>
                    <a:pt x="7123" y="3405"/>
                  </a:cubicBezTo>
                  <a:cubicBezTo>
                    <a:pt x="6605" y="3637"/>
                    <a:pt x="5928" y="3511"/>
                    <a:pt x="5619" y="3126"/>
                  </a:cubicBezTo>
                  <a:cubicBezTo>
                    <a:pt x="5309" y="2742"/>
                    <a:pt x="5480" y="2244"/>
                    <a:pt x="5994" y="2008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83" name="Shape 34250">
              <a:extLst>
                <a:ext uri="{FF2B5EF4-FFF2-40B4-BE49-F238E27FC236}">
                  <a16:creationId xmlns:a16="http://schemas.microsoft.com/office/drawing/2014/main" id="{6A445B98-1EEC-41F4-B065-B41FB9F82629}"/>
                </a:ext>
              </a:extLst>
            </p:cNvPr>
            <p:cNvSpPr/>
            <p:nvPr/>
          </p:nvSpPr>
          <p:spPr>
            <a:xfrm>
              <a:off x="11475026" y="12061751"/>
              <a:ext cx="218222" cy="2815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35" h="21287" extrusionOk="0">
                  <a:moveTo>
                    <a:pt x="8719" y="13902"/>
                  </a:moveTo>
                  <a:cubicBezTo>
                    <a:pt x="8086" y="16090"/>
                    <a:pt x="7465" y="18199"/>
                    <a:pt x="6111" y="19862"/>
                  </a:cubicBezTo>
                  <a:cubicBezTo>
                    <a:pt x="5699" y="20370"/>
                    <a:pt x="5281" y="21012"/>
                    <a:pt x="4573" y="21287"/>
                  </a:cubicBezTo>
                  <a:cubicBezTo>
                    <a:pt x="3525" y="17039"/>
                    <a:pt x="5712" y="13464"/>
                    <a:pt x="6579" y="9893"/>
                  </a:cubicBezTo>
                  <a:cubicBezTo>
                    <a:pt x="5475" y="8121"/>
                    <a:pt x="6162" y="5116"/>
                    <a:pt x="8519" y="4777"/>
                  </a:cubicBezTo>
                  <a:cubicBezTo>
                    <a:pt x="11938" y="4282"/>
                    <a:pt x="11037" y="7536"/>
                    <a:pt x="10457" y="9049"/>
                  </a:cubicBezTo>
                  <a:cubicBezTo>
                    <a:pt x="10139" y="9877"/>
                    <a:pt x="9566" y="10671"/>
                    <a:pt x="9654" y="11581"/>
                  </a:cubicBezTo>
                  <a:cubicBezTo>
                    <a:pt x="9843" y="13499"/>
                    <a:pt x="12902" y="13622"/>
                    <a:pt x="14467" y="12636"/>
                  </a:cubicBezTo>
                  <a:cubicBezTo>
                    <a:pt x="16713" y="11223"/>
                    <a:pt x="17361" y="8494"/>
                    <a:pt x="17144" y="6253"/>
                  </a:cubicBezTo>
                  <a:cubicBezTo>
                    <a:pt x="16810" y="2840"/>
                    <a:pt x="11909" y="1143"/>
                    <a:pt x="7583" y="2508"/>
                  </a:cubicBezTo>
                  <a:cubicBezTo>
                    <a:pt x="5355" y="3211"/>
                    <a:pt x="3329" y="4827"/>
                    <a:pt x="3035" y="7202"/>
                  </a:cubicBezTo>
                  <a:cubicBezTo>
                    <a:pt x="2881" y="8453"/>
                    <a:pt x="3214" y="9451"/>
                    <a:pt x="3838" y="10156"/>
                  </a:cubicBezTo>
                  <a:cubicBezTo>
                    <a:pt x="3933" y="10263"/>
                    <a:pt x="4258" y="10453"/>
                    <a:pt x="4305" y="10738"/>
                  </a:cubicBezTo>
                  <a:cubicBezTo>
                    <a:pt x="4403" y="11316"/>
                    <a:pt x="3968" y="11940"/>
                    <a:pt x="3570" y="12371"/>
                  </a:cubicBezTo>
                  <a:cubicBezTo>
                    <a:pt x="1354" y="11867"/>
                    <a:pt x="210" y="10298"/>
                    <a:pt x="26" y="8311"/>
                  </a:cubicBezTo>
                  <a:cubicBezTo>
                    <a:pt x="-390" y="3790"/>
                    <a:pt x="4313" y="350"/>
                    <a:pt x="9854" y="29"/>
                  </a:cubicBezTo>
                  <a:cubicBezTo>
                    <a:pt x="15764" y="-313"/>
                    <a:pt x="20453" y="2380"/>
                    <a:pt x="20886" y="6306"/>
                  </a:cubicBezTo>
                  <a:cubicBezTo>
                    <a:pt x="21210" y="9225"/>
                    <a:pt x="19897" y="12163"/>
                    <a:pt x="17812" y="13743"/>
                  </a:cubicBezTo>
                  <a:cubicBezTo>
                    <a:pt x="16244" y="14931"/>
                    <a:pt x="12913" y="16092"/>
                    <a:pt x="10190" y="14957"/>
                  </a:cubicBezTo>
                  <a:cubicBezTo>
                    <a:pt x="9585" y="14704"/>
                    <a:pt x="9318" y="14397"/>
                    <a:pt x="8719" y="13902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84" name="Shape 34251">
              <a:extLst>
                <a:ext uri="{FF2B5EF4-FFF2-40B4-BE49-F238E27FC236}">
                  <a16:creationId xmlns:a16="http://schemas.microsoft.com/office/drawing/2014/main" id="{D9B75CBB-A660-45E9-A6E9-E7F886743FB7}"/>
                </a:ext>
              </a:extLst>
            </p:cNvPr>
            <p:cNvSpPr/>
            <p:nvPr/>
          </p:nvSpPr>
          <p:spPr>
            <a:xfrm>
              <a:off x="11001064" y="12147982"/>
              <a:ext cx="241994" cy="27962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1307" y="15970"/>
                  </a:lnTo>
                  <a:lnTo>
                    <a:pt x="6112" y="19464"/>
                  </a:lnTo>
                  <a:cubicBezTo>
                    <a:pt x="6112" y="19464"/>
                    <a:pt x="0" y="21600"/>
                    <a:pt x="0" y="21600"/>
                  </a:cubicBezTo>
                  <a:close/>
                  <a:moveTo>
                    <a:pt x="6773" y="18782"/>
                  </a:moveTo>
                  <a:lnTo>
                    <a:pt x="1968" y="15288"/>
                  </a:lnTo>
                  <a:lnTo>
                    <a:pt x="13737" y="3150"/>
                  </a:lnTo>
                  <a:lnTo>
                    <a:pt x="18545" y="6642"/>
                  </a:lnTo>
                  <a:cubicBezTo>
                    <a:pt x="18545" y="6642"/>
                    <a:pt x="6773" y="18782"/>
                    <a:pt x="6773" y="18782"/>
                  </a:cubicBezTo>
                  <a:close/>
                  <a:moveTo>
                    <a:pt x="19218" y="5946"/>
                  </a:moveTo>
                  <a:lnTo>
                    <a:pt x="14411" y="2455"/>
                  </a:lnTo>
                  <a:lnTo>
                    <a:pt x="16792" y="0"/>
                  </a:lnTo>
                  <a:lnTo>
                    <a:pt x="21600" y="3492"/>
                  </a:lnTo>
                  <a:cubicBezTo>
                    <a:pt x="21600" y="3492"/>
                    <a:pt x="19218" y="5946"/>
                    <a:pt x="19218" y="5946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85" name="Shape 34252">
              <a:extLst>
                <a:ext uri="{FF2B5EF4-FFF2-40B4-BE49-F238E27FC236}">
                  <a16:creationId xmlns:a16="http://schemas.microsoft.com/office/drawing/2014/main" id="{EB3225E0-6AFE-461C-ABA8-9D4F5329F9F4}"/>
                </a:ext>
              </a:extLst>
            </p:cNvPr>
            <p:cNvSpPr/>
            <p:nvPr/>
          </p:nvSpPr>
          <p:spPr>
            <a:xfrm>
              <a:off x="11499317" y="12714275"/>
              <a:ext cx="353634" cy="24312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829" y="10800"/>
                  </a:moveTo>
                  <a:lnTo>
                    <a:pt x="14850" y="5891"/>
                  </a:lnTo>
                  <a:lnTo>
                    <a:pt x="18865" y="5891"/>
                  </a:lnTo>
                  <a:lnTo>
                    <a:pt x="20250" y="10800"/>
                  </a:lnTo>
                  <a:lnTo>
                    <a:pt x="14829" y="10800"/>
                  </a:lnTo>
                  <a:close/>
                  <a:moveTo>
                    <a:pt x="20250" y="5564"/>
                  </a:moveTo>
                  <a:cubicBezTo>
                    <a:pt x="19879" y="3856"/>
                    <a:pt x="18900" y="3919"/>
                    <a:pt x="18900" y="3919"/>
                  </a:cubicBezTo>
                  <a:lnTo>
                    <a:pt x="13495" y="3919"/>
                  </a:lnTo>
                  <a:lnTo>
                    <a:pt x="13495" y="18655"/>
                  </a:lnTo>
                  <a:lnTo>
                    <a:pt x="15525" y="18655"/>
                  </a:lnTo>
                  <a:cubicBezTo>
                    <a:pt x="15527" y="14736"/>
                    <a:pt x="16734" y="14727"/>
                    <a:pt x="18225" y="14728"/>
                  </a:cubicBezTo>
                  <a:cubicBezTo>
                    <a:pt x="19716" y="14728"/>
                    <a:pt x="20918" y="14757"/>
                    <a:pt x="20924" y="18655"/>
                  </a:cubicBezTo>
                  <a:lnTo>
                    <a:pt x="21600" y="18655"/>
                  </a:lnTo>
                  <a:lnTo>
                    <a:pt x="21600" y="10817"/>
                  </a:lnTo>
                  <a:cubicBezTo>
                    <a:pt x="21600" y="10817"/>
                    <a:pt x="20621" y="7272"/>
                    <a:pt x="20250" y="5564"/>
                  </a:cubicBezTo>
                  <a:close/>
                  <a:moveTo>
                    <a:pt x="12690" y="1964"/>
                  </a:moveTo>
                  <a:lnTo>
                    <a:pt x="12690" y="18655"/>
                  </a:lnTo>
                  <a:lnTo>
                    <a:pt x="6750" y="18655"/>
                  </a:lnTo>
                  <a:cubicBezTo>
                    <a:pt x="6750" y="14728"/>
                    <a:pt x="5541" y="14728"/>
                    <a:pt x="4050" y="14728"/>
                  </a:cubicBezTo>
                  <a:cubicBezTo>
                    <a:pt x="2559" y="14728"/>
                    <a:pt x="1350" y="14728"/>
                    <a:pt x="1350" y="18655"/>
                  </a:cubicBezTo>
                  <a:lnTo>
                    <a:pt x="0" y="18655"/>
                  </a:lnTo>
                  <a:lnTo>
                    <a:pt x="0" y="1964"/>
                  </a:lnTo>
                  <a:cubicBezTo>
                    <a:pt x="0" y="1421"/>
                    <a:pt x="151" y="931"/>
                    <a:pt x="395" y="575"/>
                  </a:cubicBezTo>
                  <a:cubicBezTo>
                    <a:pt x="640" y="220"/>
                    <a:pt x="977" y="0"/>
                    <a:pt x="1350" y="0"/>
                  </a:cubicBezTo>
                  <a:lnTo>
                    <a:pt x="11340" y="0"/>
                  </a:lnTo>
                  <a:cubicBezTo>
                    <a:pt x="11713" y="0"/>
                    <a:pt x="12050" y="220"/>
                    <a:pt x="12295" y="575"/>
                  </a:cubicBezTo>
                  <a:cubicBezTo>
                    <a:pt x="12539" y="931"/>
                    <a:pt x="12690" y="1421"/>
                    <a:pt x="12690" y="1964"/>
                  </a:cubicBezTo>
                  <a:close/>
                  <a:moveTo>
                    <a:pt x="4050" y="19636"/>
                  </a:moveTo>
                  <a:cubicBezTo>
                    <a:pt x="3677" y="19636"/>
                    <a:pt x="3375" y="19197"/>
                    <a:pt x="3375" y="18655"/>
                  </a:cubicBezTo>
                  <a:cubicBezTo>
                    <a:pt x="3375" y="18112"/>
                    <a:pt x="3677" y="17673"/>
                    <a:pt x="4050" y="17673"/>
                  </a:cubicBezTo>
                  <a:cubicBezTo>
                    <a:pt x="4423" y="17673"/>
                    <a:pt x="4725" y="18112"/>
                    <a:pt x="4725" y="18655"/>
                  </a:cubicBezTo>
                  <a:cubicBezTo>
                    <a:pt x="4725" y="19197"/>
                    <a:pt x="4423" y="19636"/>
                    <a:pt x="4050" y="19636"/>
                  </a:cubicBezTo>
                  <a:close/>
                  <a:moveTo>
                    <a:pt x="4050" y="15709"/>
                  </a:moveTo>
                  <a:cubicBezTo>
                    <a:pt x="2932" y="15709"/>
                    <a:pt x="2025" y="17028"/>
                    <a:pt x="2025" y="18655"/>
                  </a:cubicBezTo>
                  <a:cubicBezTo>
                    <a:pt x="2025" y="20281"/>
                    <a:pt x="2932" y="21600"/>
                    <a:pt x="4050" y="21600"/>
                  </a:cubicBezTo>
                  <a:cubicBezTo>
                    <a:pt x="5168" y="21600"/>
                    <a:pt x="6075" y="20281"/>
                    <a:pt x="6075" y="18655"/>
                  </a:cubicBezTo>
                  <a:cubicBezTo>
                    <a:pt x="6075" y="17028"/>
                    <a:pt x="5168" y="15709"/>
                    <a:pt x="4050" y="15709"/>
                  </a:cubicBezTo>
                  <a:close/>
                  <a:moveTo>
                    <a:pt x="18225" y="19636"/>
                  </a:moveTo>
                  <a:cubicBezTo>
                    <a:pt x="17852" y="19636"/>
                    <a:pt x="17550" y="19197"/>
                    <a:pt x="17550" y="18655"/>
                  </a:cubicBezTo>
                  <a:cubicBezTo>
                    <a:pt x="17550" y="18112"/>
                    <a:pt x="17852" y="17673"/>
                    <a:pt x="18225" y="17673"/>
                  </a:cubicBezTo>
                  <a:cubicBezTo>
                    <a:pt x="18598" y="17673"/>
                    <a:pt x="18900" y="18112"/>
                    <a:pt x="18900" y="18655"/>
                  </a:cubicBezTo>
                  <a:cubicBezTo>
                    <a:pt x="18900" y="19197"/>
                    <a:pt x="18598" y="19636"/>
                    <a:pt x="18225" y="19636"/>
                  </a:cubicBezTo>
                  <a:close/>
                  <a:moveTo>
                    <a:pt x="18225" y="15709"/>
                  </a:moveTo>
                  <a:cubicBezTo>
                    <a:pt x="17107" y="15709"/>
                    <a:pt x="16200" y="17028"/>
                    <a:pt x="16200" y="18655"/>
                  </a:cubicBezTo>
                  <a:cubicBezTo>
                    <a:pt x="16200" y="20281"/>
                    <a:pt x="17107" y="21600"/>
                    <a:pt x="18225" y="21600"/>
                  </a:cubicBezTo>
                  <a:cubicBezTo>
                    <a:pt x="19343" y="21600"/>
                    <a:pt x="20250" y="20281"/>
                    <a:pt x="20250" y="18655"/>
                  </a:cubicBezTo>
                  <a:cubicBezTo>
                    <a:pt x="20250" y="17028"/>
                    <a:pt x="19343" y="15709"/>
                    <a:pt x="18225" y="15709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15073" tIns="15073" rIns="15073" bIns="15073" numCol="1" anchor="b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86" name="Shape 34253">
              <a:extLst>
                <a:ext uri="{FF2B5EF4-FFF2-40B4-BE49-F238E27FC236}">
                  <a16:creationId xmlns:a16="http://schemas.microsoft.com/office/drawing/2014/main" id="{A48F55E1-9CD4-4666-931D-DFEE4D6DD513}"/>
                </a:ext>
              </a:extLst>
            </p:cNvPr>
            <p:cNvSpPr/>
            <p:nvPr/>
          </p:nvSpPr>
          <p:spPr>
            <a:xfrm rot="1920000">
              <a:off x="12259440" y="12552699"/>
              <a:ext cx="459460" cy="12760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4936"/>
                  </a:moveTo>
                  <a:lnTo>
                    <a:pt x="17631" y="5428"/>
                  </a:lnTo>
                  <a:lnTo>
                    <a:pt x="17241" y="21600"/>
                  </a:lnTo>
                  <a:cubicBezTo>
                    <a:pt x="17241" y="21600"/>
                    <a:pt x="21600" y="14936"/>
                    <a:pt x="21600" y="14936"/>
                  </a:cubicBezTo>
                  <a:close/>
                  <a:moveTo>
                    <a:pt x="16506" y="21368"/>
                  </a:moveTo>
                  <a:lnTo>
                    <a:pt x="16896" y="5196"/>
                  </a:lnTo>
                  <a:lnTo>
                    <a:pt x="3794" y="1071"/>
                  </a:lnTo>
                  <a:lnTo>
                    <a:pt x="3401" y="17243"/>
                  </a:lnTo>
                  <a:cubicBezTo>
                    <a:pt x="3401" y="17243"/>
                    <a:pt x="16506" y="21368"/>
                    <a:pt x="16506" y="21368"/>
                  </a:cubicBezTo>
                  <a:close/>
                  <a:moveTo>
                    <a:pt x="2651" y="17004"/>
                  </a:moveTo>
                  <a:lnTo>
                    <a:pt x="3043" y="832"/>
                  </a:lnTo>
                  <a:lnTo>
                    <a:pt x="393" y="0"/>
                  </a:lnTo>
                  <a:lnTo>
                    <a:pt x="0" y="16172"/>
                  </a:lnTo>
                  <a:cubicBezTo>
                    <a:pt x="0" y="16172"/>
                    <a:pt x="2651" y="17004"/>
                    <a:pt x="2651" y="17004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87" name="Shape 34254">
              <a:extLst>
                <a:ext uri="{FF2B5EF4-FFF2-40B4-BE49-F238E27FC236}">
                  <a16:creationId xmlns:a16="http://schemas.microsoft.com/office/drawing/2014/main" id="{9FF1B98D-EBFA-4074-9BEB-EC0303F621DF}"/>
                </a:ext>
              </a:extLst>
            </p:cNvPr>
            <p:cNvSpPr/>
            <p:nvPr/>
          </p:nvSpPr>
          <p:spPr>
            <a:xfrm>
              <a:off x="10340903" y="5125500"/>
              <a:ext cx="609452" cy="5447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484" extrusionOk="0">
                  <a:moveTo>
                    <a:pt x="19415" y="16649"/>
                  </a:moveTo>
                  <a:cubicBezTo>
                    <a:pt x="20161" y="16995"/>
                    <a:pt x="20794" y="17015"/>
                    <a:pt x="20797" y="18016"/>
                  </a:cubicBezTo>
                  <a:lnTo>
                    <a:pt x="21600" y="21484"/>
                  </a:lnTo>
                  <a:lnTo>
                    <a:pt x="0" y="21484"/>
                  </a:lnTo>
                  <a:cubicBezTo>
                    <a:pt x="91" y="20771"/>
                    <a:pt x="349" y="19060"/>
                    <a:pt x="573" y="18136"/>
                  </a:cubicBezTo>
                  <a:cubicBezTo>
                    <a:pt x="679" y="17700"/>
                    <a:pt x="1212" y="16975"/>
                    <a:pt x="2036" y="16624"/>
                  </a:cubicBezTo>
                  <a:cubicBezTo>
                    <a:pt x="4050" y="15766"/>
                    <a:pt x="6877" y="14370"/>
                    <a:pt x="7251" y="13724"/>
                  </a:cubicBezTo>
                  <a:cubicBezTo>
                    <a:pt x="7484" y="13323"/>
                    <a:pt x="7579" y="13743"/>
                    <a:pt x="7681" y="13421"/>
                  </a:cubicBezTo>
                  <a:cubicBezTo>
                    <a:pt x="7916" y="12679"/>
                    <a:pt x="7968" y="11587"/>
                    <a:pt x="7968" y="11587"/>
                  </a:cubicBezTo>
                  <a:cubicBezTo>
                    <a:pt x="7848" y="11494"/>
                    <a:pt x="7572" y="10786"/>
                    <a:pt x="7434" y="10117"/>
                  </a:cubicBezTo>
                  <a:cubicBezTo>
                    <a:pt x="7387" y="9891"/>
                    <a:pt x="7082" y="9884"/>
                    <a:pt x="6846" y="8995"/>
                  </a:cubicBezTo>
                  <a:cubicBezTo>
                    <a:pt x="6653" y="8263"/>
                    <a:pt x="6425" y="7272"/>
                    <a:pt x="6518" y="6932"/>
                  </a:cubicBezTo>
                  <a:cubicBezTo>
                    <a:pt x="6566" y="6758"/>
                    <a:pt x="6695" y="6822"/>
                    <a:pt x="6716" y="6831"/>
                  </a:cubicBezTo>
                  <a:cubicBezTo>
                    <a:pt x="6697" y="6706"/>
                    <a:pt x="6673" y="6705"/>
                    <a:pt x="6649" y="6531"/>
                  </a:cubicBezTo>
                  <a:cubicBezTo>
                    <a:pt x="6603" y="6199"/>
                    <a:pt x="6428" y="5653"/>
                    <a:pt x="6414" y="5330"/>
                  </a:cubicBezTo>
                  <a:cubicBezTo>
                    <a:pt x="6302" y="2941"/>
                    <a:pt x="6814" y="1517"/>
                    <a:pt x="7802" y="834"/>
                  </a:cubicBezTo>
                  <a:cubicBezTo>
                    <a:pt x="8064" y="653"/>
                    <a:pt x="9136" y="145"/>
                    <a:pt x="9462" y="64"/>
                  </a:cubicBezTo>
                  <a:cubicBezTo>
                    <a:pt x="10187" y="-116"/>
                    <a:pt x="11659" y="109"/>
                    <a:pt x="12338" y="443"/>
                  </a:cubicBezTo>
                  <a:cubicBezTo>
                    <a:pt x="14203" y="1346"/>
                    <a:pt x="14766" y="2285"/>
                    <a:pt x="14624" y="5330"/>
                  </a:cubicBezTo>
                  <a:cubicBezTo>
                    <a:pt x="14599" y="5877"/>
                    <a:pt x="14486" y="6618"/>
                    <a:pt x="14433" y="6945"/>
                  </a:cubicBezTo>
                  <a:cubicBezTo>
                    <a:pt x="14521" y="6860"/>
                    <a:pt x="14606" y="6807"/>
                    <a:pt x="14679" y="6813"/>
                  </a:cubicBezTo>
                  <a:cubicBezTo>
                    <a:pt x="14982" y="6833"/>
                    <a:pt x="14696" y="8105"/>
                    <a:pt x="14460" y="8995"/>
                  </a:cubicBezTo>
                  <a:cubicBezTo>
                    <a:pt x="14225" y="9884"/>
                    <a:pt x="13904" y="9888"/>
                    <a:pt x="13872" y="10117"/>
                  </a:cubicBezTo>
                  <a:cubicBezTo>
                    <a:pt x="13761" y="10901"/>
                    <a:pt x="13490" y="11361"/>
                    <a:pt x="13347" y="11576"/>
                  </a:cubicBezTo>
                  <a:cubicBezTo>
                    <a:pt x="13347" y="11576"/>
                    <a:pt x="13436" y="12775"/>
                    <a:pt x="13704" y="13449"/>
                  </a:cubicBezTo>
                  <a:cubicBezTo>
                    <a:pt x="13812" y="13730"/>
                    <a:pt x="13931" y="13430"/>
                    <a:pt x="14102" y="13742"/>
                  </a:cubicBezTo>
                  <a:cubicBezTo>
                    <a:pt x="14018" y="13588"/>
                    <a:pt x="14272" y="14339"/>
                    <a:pt x="15405" y="14858"/>
                  </a:cubicBezTo>
                  <a:cubicBezTo>
                    <a:pt x="17512" y="15825"/>
                    <a:pt x="18500" y="16226"/>
                    <a:pt x="19415" y="16649"/>
                  </a:cubicBezTo>
                  <a:close/>
                </a:path>
              </a:pathLst>
            </a:custGeom>
            <a:solidFill>
              <a:srgbClr val="00B0F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88" name="Shape 34255">
              <a:extLst>
                <a:ext uri="{FF2B5EF4-FFF2-40B4-BE49-F238E27FC236}">
                  <a16:creationId xmlns:a16="http://schemas.microsoft.com/office/drawing/2014/main" id="{D773A29D-861D-43FE-8FE4-BBB5F5905674}"/>
                </a:ext>
              </a:extLst>
            </p:cNvPr>
            <p:cNvSpPr/>
            <p:nvPr/>
          </p:nvSpPr>
          <p:spPr>
            <a:xfrm>
              <a:off x="9854702" y="4803941"/>
              <a:ext cx="502982" cy="45964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409" h="20716" extrusionOk="0">
                  <a:moveTo>
                    <a:pt x="19071" y="18146"/>
                  </a:moveTo>
                  <a:cubicBezTo>
                    <a:pt x="20183" y="16314"/>
                    <a:pt x="19749" y="13820"/>
                    <a:pt x="18102" y="12586"/>
                  </a:cubicBezTo>
                  <a:cubicBezTo>
                    <a:pt x="17662" y="12256"/>
                    <a:pt x="17178" y="12053"/>
                    <a:pt x="16685" y="11962"/>
                  </a:cubicBezTo>
                  <a:lnTo>
                    <a:pt x="16672" y="15889"/>
                  </a:lnTo>
                  <a:cubicBezTo>
                    <a:pt x="16671" y="16166"/>
                    <a:pt x="16469" y="16390"/>
                    <a:pt x="16220" y="16389"/>
                  </a:cubicBezTo>
                  <a:cubicBezTo>
                    <a:pt x="15971" y="16388"/>
                    <a:pt x="15770" y="16164"/>
                    <a:pt x="15771" y="15887"/>
                  </a:cubicBezTo>
                  <a:lnTo>
                    <a:pt x="15784" y="11921"/>
                  </a:lnTo>
                  <a:cubicBezTo>
                    <a:pt x="14735" y="12022"/>
                    <a:pt x="13732" y="12627"/>
                    <a:pt x="13098" y="13672"/>
                  </a:cubicBezTo>
                  <a:cubicBezTo>
                    <a:pt x="11985" y="15504"/>
                    <a:pt x="12420" y="17998"/>
                    <a:pt x="14067" y="19232"/>
                  </a:cubicBezTo>
                  <a:cubicBezTo>
                    <a:pt x="15713" y="20465"/>
                    <a:pt x="17958" y="19979"/>
                    <a:pt x="19071" y="18146"/>
                  </a:cubicBezTo>
                  <a:close/>
                  <a:moveTo>
                    <a:pt x="16740" y="7857"/>
                  </a:moveTo>
                  <a:lnTo>
                    <a:pt x="15291" y="6772"/>
                  </a:lnTo>
                  <a:cubicBezTo>
                    <a:pt x="15127" y="6649"/>
                    <a:pt x="15015" y="6369"/>
                    <a:pt x="15043" y="6151"/>
                  </a:cubicBezTo>
                  <a:lnTo>
                    <a:pt x="15275" y="4322"/>
                  </a:lnTo>
                  <a:lnTo>
                    <a:pt x="11975" y="5321"/>
                  </a:lnTo>
                  <a:cubicBezTo>
                    <a:pt x="11975" y="5321"/>
                    <a:pt x="12203" y="5706"/>
                    <a:pt x="12483" y="6179"/>
                  </a:cubicBezTo>
                  <a:lnTo>
                    <a:pt x="16109" y="8895"/>
                  </a:lnTo>
                  <a:cubicBezTo>
                    <a:pt x="16109" y="8895"/>
                    <a:pt x="16740" y="7857"/>
                    <a:pt x="16740" y="7857"/>
                  </a:cubicBezTo>
                  <a:close/>
                  <a:moveTo>
                    <a:pt x="15093" y="9342"/>
                  </a:moveTo>
                  <a:lnTo>
                    <a:pt x="13604" y="8227"/>
                  </a:lnTo>
                  <a:cubicBezTo>
                    <a:pt x="13647" y="8494"/>
                    <a:pt x="13599" y="8776"/>
                    <a:pt x="13458" y="9008"/>
                  </a:cubicBezTo>
                  <a:lnTo>
                    <a:pt x="13459" y="9008"/>
                  </a:lnTo>
                  <a:cubicBezTo>
                    <a:pt x="13459" y="9008"/>
                    <a:pt x="13042" y="9692"/>
                    <a:pt x="12523" y="10542"/>
                  </a:cubicBezTo>
                  <a:cubicBezTo>
                    <a:pt x="12523" y="10542"/>
                    <a:pt x="15093" y="9342"/>
                    <a:pt x="15093" y="9342"/>
                  </a:cubicBezTo>
                  <a:close/>
                  <a:moveTo>
                    <a:pt x="11619" y="8259"/>
                  </a:moveTo>
                  <a:cubicBezTo>
                    <a:pt x="11619" y="8259"/>
                    <a:pt x="10321" y="6315"/>
                    <a:pt x="9704" y="5383"/>
                  </a:cubicBezTo>
                  <a:lnTo>
                    <a:pt x="8507" y="5869"/>
                  </a:lnTo>
                  <a:cubicBezTo>
                    <a:pt x="8769" y="6978"/>
                    <a:pt x="8675" y="8186"/>
                    <a:pt x="8184" y="9262"/>
                  </a:cubicBezTo>
                  <a:lnTo>
                    <a:pt x="10126" y="10718"/>
                  </a:lnTo>
                  <a:cubicBezTo>
                    <a:pt x="10126" y="10718"/>
                    <a:pt x="11619" y="8259"/>
                    <a:pt x="11619" y="8259"/>
                  </a:cubicBezTo>
                  <a:close/>
                  <a:moveTo>
                    <a:pt x="7096" y="9656"/>
                  </a:moveTo>
                  <a:lnTo>
                    <a:pt x="4125" y="7430"/>
                  </a:lnTo>
                  <a:cubicBezTo>
                    <a:pt x="3919" y="7275"/>
                    <a:pt x="3865" y="6964"/>
                    <a:pt x="4004" y="6735"/>
                  </a:cubicBezTo>
                  <a:cubicBezTo>
                    <a:pt x="4067" y="6631"/>
                    <a:pt x="4159" y="6564"/>
                    <a:pt x="4260" y="6533"/>
                  </a:cubicBezTo>
                  <a:lnTo>
                    <a:pt x="4259" y="6531"/>
                  </a:lnTo>
                  <a:lnTo>
                    <a:pt x="7505" y="5212"/>
                  </a:lnTo>
                  <a:cubicBezTo>
                    <a:pt x="7238" y="4652"/>
                    <a:pt x="6848" y="4155"/>
                    <a:pt x="6343" y="3777"/>
                  </a:cubicBezTo>
                  <a:cubicBezTo>
                    <a:pt x="4697" y="2543"/>
                    <a:pt x="2452" y="3030"/>
                    <a:pt x="1339" y="4862"/>
                  </a:cubicBezTo>
                  <a:cubicBezTo>
                    <a:pt x="227" y="6694"/>
                    <a:pt x="661" y="9188"/>
                    <a:pt x="2308" y="10422"/>
                  </a:cubicBezTo>
                  <a:cubicBezTo>
                    <a:pt x="3854" y="11580"/>
                    <a:pt x="5928" y="11221"/>
                    <a:pt x="7096" y="9656"/>
                  </a:cubicBezTo>
                  <a:close/>
                  <a:moveTo>
                    <a:pt x="5362" y="7148"/>
                  </a:moveTo>
                  <a:lnTo>
                    <a:pt x="7578" y="8808"/>
                  </a:lnTo>
                  <a:cubicBezTo>
                    <a:pt x="7940" y="7960"/>
                    <a:pt x="8013" y="7021"/>
                    <a:pt x="7822" y="6148"/>
                  </a:cubicBezTo>
                  <a:cubicBezTo>
                    <a:pt x="7822" y="6148"/>
                    <a:pt x="5362" y="7148"/>
                    <a:pt x="5362" y="7148"/>
                  </a:cubicBezTo>
                  <a:close/>
                  <a:moveTo>
                    <a:pt x="19668" y="18594"/>
                  </a:moveTo>
                  <a:cubicBezTo>
                    <a:pt x="18331" y="20796"/>
                    <a:pt x="15642" y="21379"/>
                    <a:pt x="13663" y="19896"/>
                  </a:cubicBezTo>
                  <a:cubicBezTo>
                    <a:pt x="11684" y="18413"/>
                    <a:pt x="11164" y="15426"/>
                    <a:pt x="12501" y="13224"/>
                  </a:cubicBezTo>
                  <a:cubicBezTo>
                    <a:pt x="13276" y="11948"/>
                    <a:pt x="14505" y="11216"/>
                    <a:pt x="15787" y="11115"/>
                  </a:cubicBezTo>
                  <a:lnTo>
                    <a:pt x="15791" y="10101"/>
                  </a:lnTo>
                  <a:lnTo>
                    <a:pt x="11595" y="12059"/>
                  </a:lnTo>
                  <a:cubicBezTo>
                    <a:pt x="11028" y="12983"/>
                    <a:pt x="10547" y="13764"/>
                    <a:pt x="10524" y="13787"/>
                  </a:cubicBezTo>
                  <a:cubicBezTo>
                    <a:pt x="10135" y="14180"/>
                    <a:pt x="9533" y="14149"/>
                    <a:pt x="9180" y="13717"/>
                  </a:cubicBezTo>
                  <a:cubicBezTo>
                    <a:pt x="8879" y="13349"/>
                    <a:pt x="8857" y="12810"/>
                    <a:pt x="9097" y="12415"/>
                  </a:cubicBezTo>
                  <a:lnTo>
                    <a:pt x="9096" y="12414"/>
                  </a:lnTo>
                  <a:lnTo>
                    <a:pt x="9622" y="11548"/>
                  </a:lnTo>
                  <a:lnTo>
                    <a:pt x="7695" y="10105"/>
                  </a:lnTo>
                  <a:cubicBezTo>
                    <a:pt x="6301" y="12039"/>
                    <a:pt x="3783" y="12494"/>
                    <a:pt x="1904" y="11086"/>
                  </a:cubicBezTo>
                  <a:cubicBezTo>
                    <a:pt x="-75" y="9603"/>
                    <a:pt x="-595" y="6616"/>
                    <a:pt x="742" y="4414"/>
                  </a:cubicBezTo>
                  <a:cubicBezTo>
                    <a:pt x="2079" y="2212"/>
                    <a:pt x="4768" y="1629"/>
                    <a:pt x="6747" y="3112"/>
                  </a:cubicBezTo>
                  <a:cubicBezTo>
                    <a:pt x="7383" y="3589"/>
                    <a:pt x="7868" y="4222"/>
                    <a:pt x="8189" y="4933"/>
                  </a:cubicBezTo>
                  <a:lnTo>
                    <a:pt x="9242" y="4506"/>
                  </a:lnTo>
                  <a:cubicBezTo>
                    <a:pt x="9107" y="3945"/>
                    <a:pt x="9252" y="3323"/>
                    <a:pt x="9665" y="2905"/>
                  </a:cubicBezTo>
                  <a:cubicBezTo>
                    <a:pt x="9859" y="2709"/>
                    <a:pt x="10089" y="2584"/>
                    <a:pt x="10328" y="2526"/>
                  </a:cubicBezTo>
                  <a:lnTo>
                    <a:pt x="10328" y="2525"/>
                  </a:lnTo>
                  <a:lnTo>
                    <a:pt x="15055" y="1211"/>
                  </a:lnTo>
                  <a:lnTo>
                    <a:pt x="15055" y="1211"/>
                  </a:lnTo>
                  <a:cubicBezTo>
                    <a:pt x="15587" y="1000"/>
                    <a:pt x="16204" y="1148"/>
                    <a:pt x="16607" y="1641"/>
                  </a:cubicBezTo>
                  <a:cubicBezTo>
                    <a:pt x="16925" y="2031"/>
                    <a:pt x="17037" y="2548"/>
                    <a:pt x="16952" y="3028"/>
                  </a:cubicBezTo>
                  <a:lnTo>
                    <a:pt x="16953" y="3029"/>
                  </a:lnTo>
                  <a:lnTo>
                    <a:pt x="16496" y="5740"/>
                  </a:lnTo>
                  <a:lnTo>
                    <a:pt x="18231" y="7041"/>
                  </a:lnTo>
                  <a:cubicBezTo>
                    <a:pt x="18561" y="7288"/>
                    <a:pt x="18648" y="7786"/>
                    <a:pt x="18425" y="8153"/>
                  </a:cubicBezTo>
                  <a:cubicBezTo>
                    <a:pt x="18217" y="8496"/>
                    <a:pt x="17812" y="8599"/>
                    <a:pt x="17491" y="8409"/>
                  </a:cubicBezTo>
                  <a:lnTo>
                    <a:pt x="16693" y="9723"/>
                  </a:lnTo>
                  <a:lnTo>
                    <a:pt x="16688" y="11148"/>
                  </a:lnTo>
                  <a:cubicBezTo>
                    <a:pt x="17320" y="11245"/>
                    <a:pt x="17941" y="11499"/>
                    <a:pt x="18505" y="11922"/>
                  </a:cubicBezTo>
                  <a:cubicBezTo>
                    <a:pt x="20485" y="13405"/>
                    <a:pt x="21005" y="16392"/>
                    <a:pt x="19668" y="18594"/>
                  </a:cubicBezTo>
                  <a:close/>
                  <a:moveTo>
                    <a:pt x="17732" y="707"/>
                  </a:moveTo>
                  <a:cubicBezTo>
                    <a:pt x="18178" y="-27"/>
                    <a:pt x="19074" y="-221"/>
                    <a:pt x="19734" y="273"/>
                  </a:cubicBezTo>
                  <a:cubicBezTo>
                    <a:pt x="20394" y="767"/>
                    <a:pt x="20567" y="1763"/>
                    <a:pt x="20121" y="2497"/>
                  </a:cubicBezTo>
                  <a:cubicBezTo>
                    <a:pt x="19676" y="3231"/>
                    <a:pt x="18780" y="3426"/>
                    <a:pt x="18120" y="2931"/>
                  </a:cubicBezTo>
                  <a:cubicBezTo>
                    <a:pt x="17460" y="2437"/>
                    <a:pt x="17287" y="1441"/>
                    <a:pt x="17732" y="70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89" name="Shape 34256">
              <a:extLst>
                <a:ext uri="{FF2B5EF4-FFF2-40B4-BE49-F238E27FC236}">
                  <a16:creationId xmlns:a16="http://schemas.microsoft.com/office/drawing/2014/main" id="{D76959AE-132F-4981-BD16-EE589C36875C}"/>
                </a:ext>
              </a:extLst>
            </p:cNvPr>
            <p:cNvSpPr/>
            <p:nvPr/>
          </p:nvSpPr>
          <p:spPr>
            <a:xfrm>
              <a:off x="10882778" y="5040627"/>
              <a:ext cx="347554" cy="3023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57" h="21600" extrusionOk="0">
                  <a:moveTo>
                    <a:pt x="0" y="307"/>
                  </a:moveTo>
                  <a:lnTo>
                    <a:pt x="120" y="8229"/>
                  </a:lnTo>
                  <a:cubicBezTo>
                    <a:pt x="120" y="8229"/>
                    <a:pt x="1074" y="9367"/>
                    <a:pt x="2052" y="8590"/>
                  </a:cubicBezTo>
                  <a:cubicBezTo>
                    <a:pt x="3133" y="7728"/>
                    <a:pt x="5865" y="7659"/>
                    <a:pt x="5855" y="10716"/>
                  </a:cubicBezTo>
                  <a:cubicBezTo>
                    <a:pt x="5845" y="13772"/>
                    <a:pt x="3624" y="13944"/>
                    <a:pt x="2389" y="13251"/>
                  </a:cubicBezTo>
                  <a:cubicBezTo>
                    <a:pt x="1272" y="12623"/>
                    <a:pt x="199" y="13432"/>
                    <a:pt x="199" y="13432"/>
                  </a:cubicBezTo>
                  <a:lnTo>
                    <a:pt x="323" y="21600"/>
                  </a:lnTo>
                  <a:lnTo>
                    <a:pt x="6451" y="21477"/>
                  </a:lnTo>
                  <a:cubicBezTo>
                    <a:pt x="6451" y="21477"/>
                    <a:pt x="6986" y="20514"/>
                    <a:pt x="6421" y="19495"/>
                  </a:cubicBezTo>
                  <a:cubicBezTo>
                    <a:pt x="5733" y="18260"/>
                    <a:pt x="5615" y="15424"/>
                    <a:pt x="8509" y="15365"/>
                  </a:cubicBezTo>
                  <a:cubicBezTo>
                    <a:pt x="11403" y="15307"/>
                    <a:pt x="11419" y="18067"/>
                    <a:pt x="10615" y="19535"/>
                  </a:cubicBezTo>
                  <a:cubicBezTo>
                    <a:pt x="10013" y="20636"/>
                    <a:pt x="10643" y="21392"/>
                    <a:pt x="10643" y="21392"/>
                  </a:cubicBezTo>
                  <a:lnTo>
                    <a:pt x="15804" y="21289"/>
                  </a:lnTo>
                  <a:cubicBezTo>
                    <a:pt x="15804" y="21289"/>
                    <a:pt x="15557" y="15444"/>
                    <a:pt x="15758" y="13903"/>
                  </a:cubicBezTo>
                  <a:cubicBezTo>
                    <a:pt x="15974" y="12251"/>
                    <a:pt x="17639" y="13349"/>
                    <a:pt x="17948" y="13520"/>
                  </a:cubicBezTo>
                  <a:cubicBezTo>
                    <a:pt x="19729" y="14509"/>
                    <a:pt x="21600" y="13423"/>
                    <a:pt x="21556" y="10521"/>
                  </a:cubicBezTo>
                  <a:cubicBezTo>
                    <a:pt x="21512" y="7619"/>
                    <a:pt x="18822" y="6942"/>
                    <a:pt x="17537" y="8101"/>
                  </a:cubicBezTo>
                  <a:cubicBezTo>
                    <a:pt x="16582" y="8962"/>
                    <a:pt x="15790" y="9114"/>
                    <a:pt x="15630" y="8309"/>
                  </a:cubicBezTo>
                  <a:cubicBezTo>
                    <a:pt x="15257" y="6427"/>
                    <a:pt x="15266" y="0"/>
                    <a:pt x="15266" y="0"/>
                  </a:cubicBezTo>
                  <a:lnTo>
                    <a:pt x="10428" y="97"/>
                  </a:lnTo>
                  <a:cubicBezTo>
                    <a:pt x="10428" y="97"/>
                    <a:pt x="9511" y="1388"/>
                    <a:pt x="10249" y="2454"/>
                  </a:cubicBezTo>
                  <a:cubicBezTo>
                    <a:pt x="11360" y="4059"/>
                    <a:pt x="10780" y="6532"/>
                    <a:pt x="8483" y="6578"/>
                  </a:cubicBezTo>
                  <a:cubicBezTo>
                    <a:pt x="6187" y="6624"/>
                    <a:pt x="5468" y="4417"/>
                    <a:pt x="6490" y="2673"/>
                  </a:cubicBezTo>
                  <a:cubicBezTo>
                    <a:pt x="7062" y="1695"/>
                    <a:pt x="6320" y="191"/>
                    <a:pt x="6320" y="191"/>
                  </a:cubicBezTo>
                  <a:cubicBezTo>
                    <a:pt x="6320" y="191"/>
                    <a:pt x="0" y="307"/>
                    <a:pt x="0" y="307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90" name="Shape 34257">
              <a:extLst>
                <a:ext uri="{FF2B5EF4-FFF2-40B4-BE49-F238E27FC236}">
                  <a16:creationId xmlns:a16="http://schemas.microsoft.com/office/drawing/2014/main" id="{1914A737-B8BC-436C-9A54-50BADCB330BF}"/>
                </a:ext>
              </a:extLst>
            </p:cNvPr>
            <p:cNvSpPr/>
            <p:nvPr/>
          </p:nvSpPr>
          <p:spPr>
            <a:xfrm>
              <a:off x="10466323" y="4715507"/>
              <a:ext cx="342888" cy="3023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65" h="21448" extrusionOk="0">
                  <a:moveTo>
                    <a:pt x="1162" y="1839"/>
                  </a:moveTo>
                  <a:cubicBezTo>
                    <a:pt x="454" y="1924"/>
                    <a:pt x="-67" y="2640"/>
                    <a:pt x="7" y="3442"/>
                  </a:cubicBezTo>
                  <a:lnTo>
                    <a:pt x="1557" y="20144"/>
                  </a:lnTo>
                  <a:cubicBezTo>
                    <a:pt x="1631" y="20947"/>
                    <a:pt x="2272" y="21524"/>
                    <a:pt x="2980" y="21440"/>
                  </a:cubicBezTo>
                  <a:lnTo>
                    <a:pt x="19632" y="19456"/>
                  </a:lnTo>
                  <a:cubicBezTo>
                    <a:pt x="20339" y="19372"/>
                    <a:pt x="20850" y="18657"/>
                    <a:pt x="20776" y="17855"/>
                  </a:cubicBezTo>
                  <a:lnTo>
                    <a:pt x="20372" y="13497"/>
                  </a:lnTo>
                  <a:lnTo>
                    <a:pt x="15892" y="14031"/>
                  </a:lnTo>
                  <a:cubicBezTo>
                    <a:pt x="15184" y="14115"/>
                    <a:pt x="14553" y="13536"/>
                    <a:pt x="14479" y="12734"/>
                  </a:cubicBezTo>
                  <a:lnTo>
                    <a:pt x="14209" y="9825"/>
                  </a:lnTo>
                  <a:cubicBezTo>
                    <a:pt x="14135" y="9023"/>
                    <a:pt x="14646" y="8308"/>
                    <a:pt x="15353" y="8224"/>
                  </a:cubicBezTo>
                  <a:lnTo>
                    <a:pt x="19833" y="7690"/>
                  </a:lnTo>
                  <a:lnTo>
                    <a:pt x="19497" y="4062"/>
                  </a:lnTo>
                  <a:cubicBezTo>
                    <a:pt x="19422" y="3260"/>
                    <a:pt x="18790" y="2669"/>
                    <a:pt x="18083" y="2754"/>
                  </a:cubicBezTo>
                  <a:lnTo>
                    <a:pt x="17948" y="1305"/>
                  </a:lnTo>
                  <a:cubicBezTo>
                    <a:pt x="17874" y="503"/>
                    <a:pt x="17243" y="-76"/>
                    <a:pt x="16535" y="8"/>
                  </a:cubicBezTo>
                  <a:lnTo>
                    <a:pt x="1162" y="1839"/>
                  </a:lnTo>
                  <a:close/>
                  <a:moveTo>
                    <a:pt x="1930" y="3213"/>
                  </a:moveTo>
                  <a:lnTo>
                    <a:pt x="15381" y="1611"/>
                  </a:lnTo>
                  <a:cubicBezTo>
                    <a:pt x="15381" y="1611"/>
                    <a:pt x="16670" y="1454"/>
                    <a:pt x="16804" y="2906"/>
                  </a:cubicBezTo>
                  <a:lnTo>
                    <a:pt x="2065" y="4661"/>
                  </a:lnTo>
                  <a:cubicBezTo>
                    <a:pt x="1711" y="4704"/>
                    <a:pt x="1401" y="4420"/>
                    <a:pt x="1364" y="4018"/>
                  </a:cubicBezTo>
                  <a:cubicBezTo>
                    <a:pt x="1327" y="3618"/>
                    <a:pt x="1577" y="3255"/>
                    <a:pt x="1930" y="3213"/>
                  </a:cubicBezTo>
                  <a:close/>
                  <a:moveTo>
                    <a:pt x="16055" y="8878"/>
                  </a:moveTo>
                  <a:cubicBezTo>
                    <a:pt x="15347" y="8963"/>
                    <a:pt x="14836" y="9677"/>
                    <a:pt x="14911" y="10479"/>
                  </a:cubicBezTo>
                  <a:lnTo>
                    <a:pt x="15045" y="11928"/>
                  </a:lnTo>
                  <a:cubicBezTo>
                    <a:pt x="15120" y="12730"/>
                    <a:pt x="15751" y="13309"/>
                    <a:pt x="16458" y="13225"/>
                  </a:cubicBezTo>
                  <a:lnTo>
                    <a:pt x="20304" y="12767"/>
                  </a:lnTo>
                  <a:cubicBezTo>
                    <a:pt x="21012" y="12682"/>
                    <a:pt x="21533" y="11966"/>
                    <a:pt x="21459" y="11164"/>
                  </a:cubicBezTo>
                  <a:lnTo>
                    <a:pt x="21324" y="9716"/>
                  </a:lnTo>
                  <a:cubicBezTo>
                    <a:pt x="21250" y="8913"/>
                    <a:pt x="20608" y="8336"/>
                    <a:pt x="19901" y="8420"/>
                  </a:cubicBezTo>
                  <a:lnTo>
                    <a:pt x="16055" y="8878"/>
                  </a:lnTo>
                  <a:close/>
                  <a:moveTo>
                    <a:pt x="16834" y="10250"/>
                  </a:moveTo>
                  <a:cubicBezTo>
                    <a:pt x="17188" y="10208"/>
                    <a:pt x="17508" y="10491"/>
                    <a:pt x="17545" y="10892"/>
                  </a:cubicBezTo>
                  <a:cubicBezTo>
                    <a:pt x="17582" y="11293"/>
                    <a:pt x="17322" y="11657"/>
                    <a:pt x="16968" y="11699"/>
                  </a:cubicBezTo>
                  <a:cubicBezTo>
                    <a:pt x="16614" y="11741"/>
                    <a:pt x="16293" y="11447"/>
                    <a:pt x="16256" y="11046"/>
                  </a:cubicBezTo>
                  <a:cubicBezTo>
                    <a:pt x="16219" y="10644"/>
                    <a:pt x="16480" y="10293"/>
                    <a:pt x="16834" y="1025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91" name="Shape 34258">
              <a:extLst>
                <a:ext uri="{FF2B5EF4-FFF2-40B4-BE49-F238E27FC236}">
                  <a16:creationId xmlns:a16="http://schemas.microsoft.com/office/drawing/2014/main" id="{15904CCB-F416-4933-9199-2F070BEA3087}"/>
                </a:ext>
              </a:extLst>
            </p:cNvPr>
            <p:cNvSpPr/>
            <p:nvPr/>
          </p:nvSpPr>
          <p:spPr>
            <a:xfrm>
              <a:off x="13456598" y="7929263"/>
              <a:ext cx="368866" cy="3296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484" extrusionOk="0">
                  <a:moveTo>
                    <a:pt x="19415" y="16649"/>
                  </a:moveTo>
                  <a:cubicBezTo>
                    <a:pt x="20161" y="16995"/>
                    <a:pt x="20794" y="17015"/>
                    <a:pt x="20797" y="18016"/>
                  </a:cubicBezTo>
                  <a:lnTo>
                    <a:pt x="21600" y="21484"/>
                  </a:lnTo>
                  <a:lnTo>
                    <a:pt x="0" y="21484"/>
                  </a:lnTo>
                  <a:cubicBezTo>
                    <a:pt x="91" y="20771"/>
                    <a:pt x="349" y="19060"/>
                    <a:pt x="573" y="18136"/>
                  </a:cubicBezTo>
                  <a:cubicBezTo>
                    <a:pt x="679" y="17700"/>
                    <a:pt x="1212" y="16975"/>
                    <a:pt x="2036" y="16624"/>
                  </a:cubicBezTo>
                  <a:cubicBezTo>
                    <a:pt x="4050" y="15766"/>
                    <a:pt x="6877" y="14370"/>
                    <a:pt x="7251" y="13724"/>
                  </a:cubicBezTo>
                  <a:cubicBezTo>
                    <a:pt x="7484" y="13323"/>
                    <a:pt x="7579" y="13743"/>
                    <a:pt x="7681" y="13421"/>
                  </a:cubicBezTo>
                  <a:cubicBezTo>
                    <a:pt x="7916" y="12679"/>
                    <a:pt x="7968" y="11587"/>
                    <a:pt x="7968" y="11587"/>
                  </a:cubicBezTo>
                  <a:cubicBezTo>
                    <a:pt x="7848" y="11494"/>
                    <a:pt x="7572" y="10786"/>
                    <a:pt x="7434" y="10117"/>
                  </a:cubicBezTo>
                  <a:cubicBezTo>
                    <a:pt x="7387" y="9891"/>
                    <a:pt x="7082" y="9884"/>
                    <a:pt x="6846" y="8995"/>
                  </a:cubicBezTo>
                  <a:cubicBezTo>
                    <a:pt x="6653" y="8263"/>
                    <a:pt x="6425" y="7272"/>
                    <a:pt x="6518" y="6932"/>
                  </a:cubicBezTo>
                  <a:cubicBezTo>
                    <a:pt x="6566" y="6758"/>
                    <a:pt x="6695" y="6822"/>
                    <a:pt x="6716" y="6831"/>
                  </a:cubicBezTo>
                  <a:cubicBezTo>
                    <a:pt x="6697" y="6706"/>
                    <a:pt x="6673" y="6705"/>
                    <a:pt x="6649" y="6531"/>
                  </a:cubicBezTo>
                  <a:cubicBezTo>
                    <a:pt x="6603" y="6199"/>
                    <a:pt x="6428" y="5653"/>
                    <a:pt x="6414" y="5330"/>
                  </a:cubicBezTo>
                  <a:cubicBezTo>
                    <a:pt x="6302" y="2941"/>
                    <a:pt x="6814" y="1517"/>
                    <a:pt x="7802" y="834"/>
                  </a:cubicBezTo>
                  <a:cubicBezTo>
                    <a:pt x="8064" y="653"/>
                    <a:pt x="9136" y="145"/>
                    <a:pt x="9462" y="64"/>
                  </a:cubicBezTo>
                  <a:cubicBezTo>
                    <a:pt x="10187" y="-116"/>
                    <a:pt x="11659" y="109"/>
                    <a:pt x="12338" y="443"/>
                  </a:cubicBezTo>
                  <a:cubicBezTo>
                    <a:pt x="14203" y="1346"/>
                    <a:pt x="14766" y="2285"/>
                    <a:pt x="14624" y="5330"/>
                  </a:cubicBezTo>
                  <a:cubicBezTo>
                    <a:pt x="14599" y="5877"/>
                    <a:pt x="14486" y="6618"/>
                    <a:pt x="14433" y="6945"/>
                  </a:cubicBezTo>
                  <a:cubicBezTo>
                    <a:pt x="14521" y="6860"/>
                    <a:pt x="14606" y="6807"/>
                    <a:pt x="14679" y="6813"/>
                  </a:cubicBezTo>
                  <a:cubicBezTo>
                    <a:pt x="14982" y="6833"/>
                    <a:pt x="14696" y="8105"/>
                    <a:pt x="14460" y="8995"/>
                  </a:cubicBezTo>
                  <a:cubicBezTo>
                    <a:pt x="14225" y="9884"/>
                    <a:pt x="13904" y="9888"/>
                    <a:pt x="13872" y="10117"/>
                  </a:cubicBezTo>
                  <a:cubicBezTo>
                    <a:pt x="13761" y="10901"/>
                    <a:pt x="13490" y="11361"/>
                    <a:pt x="13347" y="11576"/>
                  </a:cubicBezTo>
                  <a:cubicBezTo>
                    <a:pt x="13347" y="11576"/>
                    <a:pt x="13436" y="12775"/>
                    <a:pt x="13704" y="13449"/>
                  </a:cubicBezTo>
                  <a:cubicBezTo>
                    <a:pt x="13812" y="13730"/>
                    <a:pt x="13931" y="13430"/>
                    <a:pt x="14102" y="13742"/>
                  </a:cubicBezTo>
                  <a:cubicBezTo>
                    <a:pt x="14018" y="13588"/>
                    <a:pt x="14272" y="14339"/>
                    <a:pt x="15405" y="14858"/>
                  </a:cubicBezTo>
                  <a:cubicBezTo>
                    <a:pt x="17512" y="15825"/>
                    <a:pt x="18500" y="16226"/>
                    <a:pt x="19415" y="16649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92" name="Shape 34259">
              <a:extLst>
                <a:ext uri="{FF2B5EF4-FFF2-40B4-BE49-F238E27FC236}">
                  <a16:creationId xmlns:a16="http://schemas.microsoft.com/office/drawing/2014/main" id="{499C2926-2CC8-41B2-9F52-BC1725F5A17B}"/>
                </a:ext>
              </a:extLst>
            </p:cNvPr>
            <p:cNvSpPr/>
            <p:nvPr/>
          </p:nvSpPr>
          <p:spPr>
            <a:xfrm>
              <a:off x="12160172" y="6699066"/>
              <a:ext cx="392924" cy="35117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484" extrusionOk="0">
                  <a:moveTo>
                    <a:pt x="19415" y="16649"/>
                  </a:moveTo>
                  <a:cubicBezTo>
                    <a:pt x="20161" y="16995"/>
                    <a:pt x="20794" y="17015"/>
                    <a:pt x="20797" y="18016"/>
                  </a:cubicBezTo>
                  <a:lnTo>
                    <a:pt x="21600" y="21484"/>
                  </a:lnTo>
                  <a:lnTo>
                    <a:pt x="0" y="21484"/>
                  </a:lnTo>
                  <a:cubicBezTo>
                    <a:pt x="91" y="20771"/>
                    <a:pt x="349" y="19060"/>
                    <a:pt x="573" y="18136"/>
                  </a:cubicBezTo>
                  <a:cubicBezTo>
                    <a:pt x="679" y="17700"/>
                    <a:pt x="1212" y="16975"/>
                    <a:pt x="2036" y="16624"/>
                  </a:cubicBezTo>
                  <a:cubicBezTo>
                    <a:pt x="4050" y="15766"/>
                    <a:pt x="6877" y="14370"/>
                    <a:pt x="7251" y="13724"/>
                  </a:cubicBezTo>
                  <a:cubicBezTo>
                    <a:pt x="7484" y="13323"/>
                    <a:pt x="7579" y="13743"/>
                    <a:pt x="7681" y="13421"/>
                  </a:cubicBezTo>
                  <a:cubicBezTo>
                    <a:pt x="7916" y="12679"/>
                    <a:pt x="7968" y="11587"/>
                    <a:pt x="7968" y="11587"/>
                  </a:cubicBezTo>
                  <a:cubicBezTo>
                    <a:pt x="7848" y="11494"/>
                    <a:pt x="7572" y="10786"/>
                    <a:pt x="7434" y="10117"/>
                  </a:cubicBezTo>
                  <a:cubicBezTo>
                    <a:pt x="7387" y="9891"/>
                    <a:pt x="7082" y="9884"/>
                    <a:pt x="6846" y="8995"/>
                  </a:cubicBezTo>
                  <a:cubicBezTo>
                    <a:pt x="6653" y="8263"/>
                    <a:pt x="6425" y="7272"/>
                    <a:pt x="6518" y="6932"/>
                  </a:cubicBezTo>
                  <a:cubicBezTo>
                    <a:pt x="6566" y="6758"/>
                    <a:pt x="6695" y="6822"/>
                    <a:pt x="6716" y="6831"/>
                  </a:cubicBezTo>
                  <a:cubicBezTo>
                    <a:pt x="6697" y="6706"/>
                    <a:pt x="6673" y="6705"/>
                    <a:pt x="6649" y="6531"/>
                  </a:cubicBezTo>
                  <a:cubicBezTo>
                    <a:pt x="6603" y="6199"/>
                    <a:pt x="6428" y="5653"/>
                    <a:pt x="6414" y="5330"/>
                  </a:cubicBezTo>
                  <a:cubicBezTo>
                    <a:pt x="6302" y="2941"/>
                    <a:pt x="6814" y="1517"/>
                    <a:pt x="7802" y="834"/>
                  </a:cubicBezTo>
                  <a:cubicBezTo>
                    <a:pt x="8064" y="653"/>
                    <a:pt x="9136" y="145"/>
                    <a:pt x="9462" y="64"/>
                  </a:cubicBezTo>
                  <a:cubicBezTo>
                    <a:pt x="10187" y="-116"/>
                    <a:pt x="11659" y="109"/>
                    <a:pt x="12338" y="443"/>
                  </a:cubicBezTo>
                  <a:cubicBezTo>
                    <a:pt x="14203" y="1346"/>
                    <a:pt x="14766" y="2285"/>
                    <a:pt x="14624" y="5330"/>
                  </a:cubicBezTo>
                  <a:cubicBezTo>
                    <a:pt x="14599" y="5877"/>
                    <a:pt x="14486" y="6618"/>
                    <a:pt x="14433" y="6945"/>
                  </a:cubicBezTo>
                  <a:cubicBezTo>
                    <a:pt x="14521" y="6860"/>
                    <a:pt x="14606" y="6807"/>
                    <a:pt x="14679" y="6813"/>
                  </a:cubicBezTo>
                  <a:cubicBezTo>
                    <a:pt x="14982" y="6833"/>
                    <a:pt x="14696" y="8105"/>
                    <a:pt x="14460" y="8995"/>
                  </a:cubicBezTo>
                  <a:cubicBezTo>
                    <a:pt x="14225" y="9884"/>
                    <a:pt x="13904" y="9888"/>
                    <a:pt x="13872" y="10117"/>
                  </a:cubicBezTo>
                  <a:cubicBezTo>
                    <a:pt x="13761" y="10901"/>
                    <a:pt x="13490" y="11361"/>
                    <a:pt x="13347" y="11576"/>
                  </a:cubicBezTo>
                  <a:cubicBezTo>
                    <a:pt x="13347" y="11576"/>
                    <a:pt x="13436" y="12775"/>
                    <a:pt x="13704" y="13449"/>
                  </a:cubicBezTo>
                  <a:cubicBezTo>
                    <a:pt x="13812" y="13730"/>
                    <a:pt x="13931" y="13430"/>
                    <a:pt x="14102" y="13742"/>
                  </a:cubicBezTo>
                  <a:cubicBezTo>
                    <a:pt x="14018" y="13588"/>
                    <a:pt x="14272" y="14339"/>
                    <a:pt x="15405" y="14858"/>
                  </a:cubicBezTo>
                  <a:cubicBezTo>
                    <a:pt x="17512" y="15825"/>
                    <a:pt x="18500" y="16226"/>
                    <a:pt x="19415" y="16649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93" name="Shape 34260">
              <a:extLst>
                <a:ext uri="{FF2B5EF4-FFF2-40B4-BE49-F238E27FC236}">
                  <a16:creationId xmlns:a16="http://schemas.microsoft.com/office/drawing/2014/main" id="{AF681DAF-BC28-42F0-9D15-B39D1F3255CB}"/>
                </a:ext>
              </a:extLst>
            </p:cNvPr>
            <p:cNvSpPr/>
            <p:nvPr/>
          </p:nvSpPr>
          <p:spPr>
            <a:xfrm>
              <a:off x="10867845" y="10886425"/>
              <a:ext cx="279004" cy="2493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484" extrusionOk="0">
                  <a:moveTo>
                    <a:pt x="19415" y="16649"/>
                  </a:moveTo>
                  <a:cubicBezTo>
                    <a:pt x="20161" y="16995"/>
                    <a:pt x="20794" y="17015"/>
                    <a:pt x="20797" y="18016"/>
                  </a:cubicBezTo>
                  <a:lnTo>
                    <a:pt x="21600" y="21484"/>
                  </a:lnTo>
                  <a:lnTo>
                    <a:pt x="0" y="21484"/>
                  </a:lnTo>
                  <a:cubicBezTo>
                    <a:pt x="91" y="20771"/>
                    <a:pt x="349" y="19060"/>
                    <a:pt x="573" y="18136"/>
                  </a:cubicBezTo>
                  <a:cubicBezTo>
                    <a:pt x="679" y="17700"/>
                    <a:pt x="1212" y="16975"/>
                    <a:pt x="2036" y="16624"/>
                  </a:cubicBezTo>
                  <a:cubicBezTo>
                    <a:pt x="4050" y="15766"/>
                    <a:pt x="6877" y="14370"/>
                    <a:pt x="7251" y="13724"/>
                  </a:cubicBezTo>
                  <a:cubicBezTo>
                    <a:pt x="7484" y="13323"/>
                    <a:pt x="7579" y="13743"/>
                    <a:pt x="7681" y="13421"/>
                  </a:cubicBezTo>
                  <a:cubicBezTo>
                    <a:pt x="7916" y="12679"/>
                    <a:pt x="7968" y="11587"/>
                    <a:pt x="7968" y="11587"/>
                  </a:cubicBezTo>
                  <a:cubicBezTo>
                    <a:pt x="7848" y="11494"/>
                    <a:pt x="7572" y="10786"/>
                    <a:pt x="7434" y="10117"/>
                  </a:cubicBezTo>
                  <a:cubicBezTo>
                    <a:pt x="7387" y="9891"/>
                    <a:pt x="7082" y="9884"/>
                    <a:pt x="6846" y="8995"/>
                  </a:cubicBezTo>
                  <a:cubicBezTo>
                    <a:pt x="6653" y="8263"/>
                    <a:pt x="6425" y="7272"/>
                    <a:pt x="6518" y="6932"/>
                  </a:cubicBezTo>
                  <a:cubicBezTo>
                    <a:pt x="6566" y="6758"/>
                    <a:pt x="6695" y="6822"/>
                    <a:pt x="6716" y="6831"/>
                  </a:cubicBezTo>
                  <a:cubicBezTo>
                    <a:pt x="6697" y="6706"/>
                    <a:pt x="6673" y="6705"/>
                    <a:pt x="6649" y="6531"/>
                  </a:cubicBezTo>
                  <a:cubicBezTo>
                    <a:pt x="6603" y="6199"/>
                    <a:pt x="6428" y="5653"/>
                    <a:pt x="6414" y="5330"/>
                  </a:cubicBezTo>
                  <a:cubicBezTo>
                    <a:pt x="6302" y="2941"/>
                    <a:pt x="6814" y="1517"/>
                    <a:pt x="7802" y="834"/>
                  </a:cubicBezTo>
                  <a:cubicBezTo>
                    <a:pt x="8064" y="653"/>
                    <a:pt x="9136" y="145"/>
                    <a:pt x="9462" y="64"/>
                  </a:cubicBezTo>
                  <a:cubicBezTo>
                    <a:pt x="10187" y="-116"/>
                    <a:pt x="11659" y="109"/>
                    <a:pt x="12338" y="443"/>
                  </a:cubicBezTo>
                  <a:cubicBezTo>
                    <a:pt x="14203" y="1346"/>
                    <a:pt x="14766" y="2285"/>
                    <a:pt x="14624" y="5330"/>
                  </a:cubicBezTo>
                  <a:cubicBezTo>
                    <a:pt x="14599" y="5877"/>
                    <a:pt x="14486" y="6618"/>
                    <a:pt x="14433" y="6945"/>
                  </a:cubicBezTo>
                  <a:cubicBezTo>
                    <a:pt x="14521" y="6860"/>
                    <a:pt x="14606" y="6807"/>
                    <a:pt x="14679" y="6813"/>
                  </a:cubicBezTo>
                  <a:cubicBezTo>
                    <a:pt x="14982" y="6833"/>
                    <a:pt x="14696" y="8105"/>
                    <a:pt x="14460" y="8995"/>
                  </a:cubicBezTo>
                  <a:cubicBezTo>
                    <a:pt x="14225" y="9884"/>
                    <a:pt x="13904" y="9888"/>
                    <a:pt x="13872" y="10117"/>
                  </a:cubicBezTo>
                  <a:cubicBezTo>
                    <a:pt x="13761" y="10901"/>
                    <a:pt x="13490" y="11361"/>
                    <a:pt x="13347" y="11576"/>
                  </a:cubicBezTo>
                  <a:cubicBezTo>
                    <a:pt x="13347" y="11576"/>
                    <a:pt x="13436" y="12775"/>
                    <a:pt x="13704" y="13449"/>
                  </a:cubicBezTo>
                  <a:cubicBezTo>
                    <a:pt x="13812" y="13730"/>
                    <a:pt x="13931" y="13430"/>
                    <a:pt x="14102" y="13742"/>
                  </a:cubicBezTo>
                  <a:cubicBezTo>
                    <a:pt x="14018" y="13588"/>
                    <a:pt x="14272" y="14339"/>
                    <a:pt x="15405" y="14858"/>
                  </a:cubicBezTo>
                  <a:cubicBezTo>
                    <a:pt x="17512" y="15825"/>
                    <a:pt x="18500" y="16226"/>
                    <a:pt x="19415" y="16649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94" name="Shape 34261">
              <a:extLst>
                <a:ext uri="{FF2B5EF4-FFF2-40B4-BE49-F238E27FC236}">
                  <a16:creationId xmlns:a16="http://schemas.microsoft.com/office/drawing/2014/main" id="{0D4667A9-0E1F-4CF9-BF13-2339E272571F}"/>
                </a:ext>
              </a:extLst>
            </p:cNvPr>
            <p:cNvSpPr/>
            <p:nvPr/>
          </p:nvSpPr>
          <p:spPr>
            <a:xfrm>
              <a:off x="12725585" y="12289966"/>
              <a:ext cx="373054" cy="3031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559"/>
                  </a:moveTo>
                  <a:cubicBezTo>
                    <a:pt x="20805" y="2994"/>
                    <a:pt x="19949" y="3285"/>
                    <a:pt x="19055" y="3417"/>
                  </a:cubicBezTo>
                  <a:cubicBezTo>
                    <a:pt x="19968" y="2742"/>
                    <a:pt x="20672" y="1676"/>
                    <a:pt x="21003" y="401"/>
                  </a:cubicBezTo>
                  <a:cubicBezTo>
                    <a:pt x="20147" y="1026"/>
                    <a:pt x="19198" y="1478"/>
                    <a:pt x="18187" y="1722"/>
                  </a:cubicBezTo>
                  <a:cubicBezTo>
                    <a:pt x="17379" y="665"/>
                    <a:pt x="16228" y="0"/>
                    <a:pt x="14953" y="0"/>
                  </a:cubicBezTo>
                  <a:cubicBezTo>
                    <a:pt x="12506" y="0"/>
                    <a:pt x="10524" y="2441"/>
                    <a:pt x="10524" y="5454"/>
                  </a:cubicBezTo>
                  <a:cubicBezTo>
                    <a:pt x="10524" y="5881"/>
                    <a:pt x="10561" y="6298"/>
                    <a:pt x="10637" y="6694"/>
                  </a:cubicBezTo>
                  <a:cubicBezTo>
                    <a:pt x="6954" y="6468"/>
                    <a:pt x="3689" y="4296"/>
                    <a:pt x="1504" y="998"/>
                  </a:cubicBezTo>
                  <a:cubicBezTo>
                    <a:pt x="1122" y="1806"/>
                    <a:pt x="903" y="2742"/>
                    <a:pt x="903" y="3739"/>
                  </a:cubicBezTo>
                  <a:cubicBezTo>
                    <a:pt x="903" y="5631"/>
                    <a:pt x="1686" y="7302"/>
                    <a:pt x="2875" y="8279"/>
                  </a:cubicBezTo>
                  <a:cubicBezTo>
                    <a:pt x="2149" y="8248"/>
                    <a:pt x="1466" y="8005"/>
                    <a:pt x="868" y="7599"/>
                  </a:cubicBezTo>
                  <a:cubicBezTo>
                    <a:pt x="868" y="7618"/>
                    <a:pt x="868" y="7641"/>
                    <a:pt x="868" y="7666"/>
                  </a:cubicBezTo>
                  <a:cubicBezTo>
                    <a:pt x="868" y="10307"/>
                    <a:pt x="2395" y="12512"/>
                    <a:pt x="4423" y="13011"/>
                  </a:cubicBezTo>
                  <a:cubicBezTo>
                    <a:pt x="4051" y="13134"/>
                    <a:pt x="3658" y="13201"/>
                    <a:pt x="3255" y="13201"/>
                  </a:cubicBezTo>
                  <a:cubicBezTo>
                    <a:pt x="2970" y="13201"/>
                    <a:pt x="2691" y="13168"/>
                    <a:pt x="2420" y="13106"/>
                  </a:cubicBezTo>
                  <a:cubicBezTo>
                    <a:pt x="2983" y="15270"/>
                    <a:pt x="4621" y="16846"/>
                    <a:pt x="6561" y="16890"/>
                  </a:cubicBezTo>
                  <a:cubicBezTo>
                    <a:pt x="5042" y="18353"/>
                    <a:pt x="3134" y="19225"/>
                    <a:pt x="1056" y="19225"/>
                  </a:cubicBezTo>
                  <a:cubicBezTo>
                    <a:pt x="700" y="19225"/>
                    <a:pt x="347" y="19197"/>
                    <a:pt x="0" y="19149"/>
                  </a:cubicBezTo>
                  <a:cubicBezTo>
                    <a:pt x="1963" y="20695"/>
                    <a:pt x="4290" y="21600"/>
                    <a:pt x="6791" y="21600"/>
                  </a:cubicBezTo>
                  <a:cubicBezTo>
                    <a:pt x="14943" y="21600"/>
                    <a:pt x="19401" y="13291"/>
                    <a:pt x="19401" y="6084"/>
                  </a:cubicBezTo>
                  <a:cubicBezTo>
                    <a:pt x="19401" y="5851"/>
                    <a:pt x="19396" y="5613"/>
                    <a:pt x="19388" y="5380"/>
                  </a:cubicBezTo>
                  <a:cubicBezTo>
                    <a:pt x="20253" y="4614"/>
                    <a:pt x="21005" y="3652"/>
                    <a:pt x="21600" y="2559"/>
                  </a:cubicBezTo>
                  <a:cubicBezTo>
                    <a:pt x="21600" y="2559"/>
                    <a:pt x="21600" y="2559"/>
                    <a:pt x="21600" y="2559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95" name="Shape 34262">
              <a:extLst>
                <a:ext uri="{FF2B5EF4-FFF2-40B4-BE49-F238E27FC236}">
                  <a16:creationId xmlns:a16="http://schemas.microsoft.com/office/drawing/2014/main" id="{A7D50D99-4E6F-46B6-8F2A-EE8715A11793}"/>
                </a:ext>
              </a:extLst>
            </p:cNvPr>
            <p:cNvSpPr/>
            <p:nvPr/>
          </p:nvSpPr>
          <p:spPr>
            <a:xfrm>
              <a:off x="13639147" y="5652275"/>
              <a:ext cx="728794" cy="54107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085" y="8532"/>
                  </a:moveTo>
                  <a:lnTo>
                    <a:pt x="17798" y="8532"/>
                  </a:lnTo>
                  <a:lnTo>
                    <a:pt x="17798" y="12676"/>
                  </a:lnTo>
                  <a:cubicBezTo>
                    <a:pt x="17798" y="14711"/>
                    <a:pt x="16603" y="16373"/>
                    <a:pt x="15079" y="16373"/>
                  </a:cubicBezTo>
                  <a:lnTo>
                    <a:pt x="9158" y="16373"/>
                  </a:lnTo>
                  <a:lnTo>
                    <a:pt x="9158" y="17810"/>
                  </a:lnTo>
                  <a:cubicBezTo>
                    <a:pt x="9158" y="18927"/>
                    <a:pt x="9837" y="19832"/>
                    <a:pt x="10673" y="19832"/>
                  </a:cubicBezTo>
                  <a:lnTo>
                    <a:pt x="16728" y="19832"/>
                  </a:lnTo>
                  <a:lnTo>
                    <a:pt x="19181" y="21600"/>
                  </a:lnTo>
                  <a:lnTo>
                    <a:pt x="19181" y="19832"/>
                  </a:lnTo>
                  <a:lnTo>
                    <a:pt x="20085" y="19832"/>
                  </a:lnTo>
                  <a:cubicBezTo>
                    <a:pt x="20922" y="19832"/>
                    <a:pt x="21600" y="18927"/>
                    <a:pt x="21600" y="17810"/>
                  </a:cubicBezTo>
                  <a:lnTo>
                    <a:pt x="21600" y="10554"/>
                  </a:lnTo>
                  <a:cubicBezTo>
                    <a:pt x="21600" y="9438"/>
                    <a:pt x="20922" y="8532"/>
                    <a:pt x="20085" y="8532"/>
                  </a:cubicBezTo>
                  <a:close/>
                  <a:moveTo>
                    <a:pt x="6912" y="15450"/>
                  </a:moveTo>
                  <a:lnTo>
                    <a:pt x="6689" y="15450"/>
                  </a:lnTo>
                  <a:lnTo>
                    <a:pt x="2592" y="18372"/>
                  </a:lnTo>
                  <a:lnTo>
                    <a:pt x="2592" y="15450"/>
                  </a:lnTo>
                  <a:lnTo>
                    <a:pt x="2074" y="15450"/>
                  </a:lnTo>
                  <a:cubicBezTo>
                    <a:pt x="928" y="15450"/>
                    <a:pt x="0" y="14211"/>
                    <a:pt x="0" y="12683"/>
                  </a:cubicBezTo>
                  <a:lnTo>
                    <a:pt x="0" y="2767"/>
                  </a:lnTo>
                  <a:cubicBezTo>
                    <a:pt x="0" y="1239"/>
                    <a:pt x="928" y="0"/>
                    <a:pt x="2074" y="0"/>
                  </a:cubicBezTo>
                  <a:lnTo>
                    <a:pt x="15034" y="0"/>
                  </a:lnTo>
                  <a:cubicBezTo>
                    <a:pt x="16179" y="0"/>
                    <a:pt x="17107" y="1239"/>
                    <a:pt x="17107" y="2767"/>
                  </a:cubicBezTo>
                  <a:lnTo>
                    <a:pt x="17107" y="4381"/>
                  </a:lnTo>
                  <a:lnTo>
                    <a:pt x="17107" y="8532"/>
                  </a:lnTo>
                  <a:lnTo>
                    <a:pt x="17107" y="12676"/>
                  </a:lnTo>
                  <a:cubicBezTo>
                    <a:pt x="17107" y="14205"/>
                    <a:pt x="16224" y="15450"/>
                    <a:pt x="15079" y="15450"/>
                  </a:cubicBezTo>
                  <a:lnTo>
                    <a:pt x="9158" y="15450"/>
                  </a:lnTo>
                  <a:cubicBezTo>
                    <a:pt x="9158" y="15450"/>
                    <a:pt x="6912" y="15450"/>
                    <a:pt x="6912" y="1545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96" name="Shape 34263">
              <a:extLst>
                <a:ext uri="{FF2B5EF4-FFF2-40B4-BE49-F238E27FC236}">
                  <a16:creationId xmlns:a16="http://schemas.microsoft.com/office/drawing/2014/main" id="{CC6CBBC0-A0AD-4F61-A966-5DCAE30ADA62}"/>
                </a:ext>
              </a:extLst>
            </p:cNvPr>
            <p:cNvSpPr/>
            <p:nvPr/>
          </p:nvSpPr>
          <p:spPr>
            <a:xfrm>
              <a:off x="14075163" y="6302567"/>
              <a:ext cx="163854" cy="3511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362" y="21600"/>
                  </a:moveTo>
                  <a:lnTo>
                    <a:pt x="4786" y="21600"/>
                  </a:lnTo>
                  <a:lnTo>
                    <a:pt x="4786" y="10800"/>
                  </a:lnTo>
                  <a:lnTo>
                    <a:pt x="0" y="10800"/>
                  </a:lnTo>
                  <a:lnTo>
                    <a:pt x="0" y="7077"/>
                  </a:lnTo>
                  <a:lnTo>
                    <a:pt x="4786" y="7077"/>
                  </a:lnTo>
                  <a:lnTo>
                    <a:pt x="4786" y="4842"/>
                  </a:lnTo>
                  <a:cubicBezTo>
                    <a:pt x="4786" y="1806"/>
                    <a:pt x="7489" y="0"/>
                    <a:pt x="15162" y="0"/>
                  </a:cubicBezTo>
                  <a:lnTo>
                    <a:pt x="21552" y="0"/>
                  </a:lnTo>
                  <a:lnTo>
                    <a:pt x="21552" y="3723"/>
                  </a:lnTo>
                  <a:lnTo>
                    <a:pt x="17560" y="3723"/>
                  </a:lnTo>
                  <a:cubicBezTo>
                    <a:pt x="14572" y="3723"/>
                    <a:pt x="14372" y="4243"/>
                    <a:pt x="14372" y="5214"/>
                  </a:cubicBezTo>
                  <a:lnTo>
                    <a:pt x="14362" y="7077"/>
                  </a:lnTo>
                  <a:lnTo>
                    <a:pt x="21600" y="7077"/>
                  </a:lnTo>
                  <a:lnTo>
                    <a:pt x="20752" y="10800"/>
                  </a:lnTo>
                  <a:lnTo>
                    <a:pt x="14362" y="10800"/>
                  </a:lnTo>
                  <a:cubicBezTo>
                    <a:pt x="14362" y="10800"/>
                    <a:pt x="14362" y="21600"/>
                    <a:pt x="14362" y="2160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97" name="Shape 34264">
              <a:extLst>
                <a:ext uri="{FF2B5EF4-FFF2-40B4-BE49-F238E27FC236}">
                  <a16:creationId xmlns:a16="http://schemas.microsoft.com/office/drawing/2014/main" id="{108A8CEB-6669-4CA1-B5E8-CD388E3D8CB7}"/>
                </a:ext>
              </a:extLst>
            </p:cNvPr>
            <p:cNvSpPr/>
            <p:nvPr/>
          </p:nvSpPr>
          <p:spPr>
            <a:xfrm>
              <a:off x="11378351" y="9431234"/>
              <a:ext cx="527920" cy="39194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085" y="8532"/>
                  </a:moveTo>
                  <a:lnTo>
                    <a:pt x="17798" y="8532"/>
                  </a:lnTo>
                  <a:lnTo>
                    <a:pt x="17798" y="12676"/>
                  </a:lnTo>
                  <a:cubicBezTo>
                    <a:pt x="17798" y="14711"/>
                    <a:pt x="16603" y="16373"/>
                    <a:pt x="15079" y="16373"/>
                  </a:cubicBezTo>
                  <a:lnTo>
                    <a:pt x="9158" y="16373"/>
                  </a:lnTo>
                  <a:lnTo>
                    <a:pt x="9158" y="17810"/>
                  </a:lnTo>
                  <a:cubicBezTo>
                    <a:pt x="9158" y="18927"/>
                    <a:pt x="9837" y="19832"/>
                    <a:pt x="10673" y="19832"/>
                  </a:cubicBezTo>
                  <a:lnTo>
                    <a:pt x="16728" y="19832"/>
                  </a:lnTo>
                  <a:lnTo>
                    <a:pt x="19181" y="21600"/>
                  </a:lnTo>
                  <a:lnTo>
                    <a:pt x="19181" y="19832"/>
                  </a:lnTo>
                  <a:lnTo>
                    <a:pt x="20085" y="19832"/>
                  </a:lnTo>
                  <a:cubicBezTo>
                    <a:pt x="20922" y="19832"/>
                    <a:pt x="21600" y="18927"/>
                    <a:pt x="21600" y="17810"/>
                  </a:cubicBezTo>
                  <a:lnTo>
                    <a:pt x="21600" y="10554"/>
                  </a:lnTo>
                  <a:cubicBezTo>
                    <a:pt x="21600" y="9438"/>
                    <a:pt x="20922" y="8532"/>
                    <a:pt x="20085" y="8532"/>
                  </a:cubicBezTo>
                  <a:close/>
                  <a:moveTo>
                    <a:pt x="6912" y="15450"/>
                  </a:moveTo>
                  <a:lnTo>
                    <a:pt x="6689" y="15450"/>
                  </a:lnTo>
                  <a:lnTo>
                    <a:pt x="2592" y="18372"/>
                  </a:lnTo>
                  <a:lnTo>
                    <a:pt x="2592" y="15450"/>
                  </a:lnTo>
                  <a:lnTo>
                    <a:pt x="2074" y="15450"/>
                  </a:lnTo>
                  <a:cubicBezTo>
                    <a:pt x="928" y="15450"/>
                    <a:pt x="0" y="14211"/>
                    <a:pt x="0" y="12683"/>
                  </a:cubicBezTo>
                  <a:lnTo>
                    <a:pt x="0" y="2767"/>
                  </a:lnTo>
                  <a:cubicBezTo>
                    <a:pt x="0" y="1239"/>
                    <a:pt x="928" y="0"/>
                    <a:pt x="2074" y="0"/>
                  </a:cubicBezTo>
                  <a:lnTo>
                    <a:pt x="15034" y="0"/>
                  </a:lnTo>
                  <a:cubicBezTo>
                    <a:pt x="16179" y="0"/>
                    <a:pt x="17107" y="1239"/>
                    <a:pt x="17107" y="2767"/>
                  </a:cubicBezTo>
                  <a:lnTo>
                    <a:pt x="17107" y="4381"/>
                  </a:lnTo>
                  <a:lnTo>
                    <a:pt x="17107" y="8532"/>
                  </a:lnTo>
                  <a:lnTo>
                    <a:pt x="17107" y="12676"/>
                  </a:lnTo>
                  <a:cubicBezTo>
                    <a:pt x="17107" y="14205"/>
                    <a:pt x="16224" y="15450"/>
                    <a:pt x="15079" y="15450"/>
                  </a:cubicBezTo>
                  <a:lnTo>
                    <a:pt x="9158" y="15450"/>
                  </a:lnTo>
                  <a:cubicBezTo>
                    <a:pt x="9158" y="15450"/>
                    <a:pt x="6912" y="15450"/>
                    <a:pt x="6912" y="1545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  <p:sp>
          <p:nvSpPr>
            <p:cNvPr id="98" name="Shape 34265">
              <a:extLst>
                <a:ext uri="{FF2B5EF4-FFF2-40B4-BE49-F238E27FC236}">
                  <a16:creationId xmlns:a16="http://schemas.microsoft.com/office/drawing/2014/main" id="{4050123F-E21A-418F-A53F-07F524E8194C}"/>
                </a:ext>
              </a:extLst>
            </p:cNvPr>
            <p:cNvSpPr/>
            <p:nvPr/>
          </p:nvSpPr>
          <p:spPr>
            <a:xfrm>
              <a:off x="13182794" y="4769147"/>
              <a:ext cx="316260" cy="2348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085" y="8532"/>
                  </a:moveTo>
                  <a:lnTo>
                    <a:pt x="17798" y="8532"/>
                  </a:lnTo>
                  <a:lnTo>
                    <a:pt x="17798" y="12676"/>
                  </a:lnTo>
                  <a:cubicBezTo>
                    <a:pt x="17798" y="14711"/>
                    <a:pt x="16603" y="16373"/>
                    <a:pt x="15079" y="16373"/>
                  </a:cubicBezTo>
                  <a:lnTo>
                    <a:pt x="9158" y="16373"/>
                  </a:lnTo>
                  <a:lnTo>
                    <a:pt x="9158" y="17810"/>
                  </a:lnTo>
                  <a:cubicBezTo>
                    <a:pt x="9158" y="18927"/>
                    <a:pt x="9837" y="19832"/>
                    <a:pt x="10673" y="19832"/>
                  </a:cubicBezTo>
                  <a:lnTo>
                    <a:pt x="16728" y="19832"/>
                  </a:lnTo>
                  <a:lnTo>
                    <a:pt x="19181" y="21600"/>
                  </a:lnTo>
                  <a:lnTo>
                    <a:pt x="19181" y="19832"/>
                  </a:lnTo>
                  <a:lnTo>
                    <a:pt x="20085" y="19832"/>
                  </a:lnTo>
                  <a:cubicBezTo>
                    <a:pt x="20922" y="19832"/>
                    <a:pt x="21600" y="18927"/>
                    <a:pt x="21600" y="17810"/>
                  </a:cubicBezTo>
                  <a:lnTo>
                    <a:pt x="21600" y="10554"/>
                  </a:lnTo>
                  <a:cubicBezTo>
                    <a:pt x="21600" y="9438"/>
                    <a:pt x="20922" y="8532"/>
                    <a:pt x="20085" y="8532"/>
                  </a:cubicBezTo>
                  <a:close/>
                  <a:moveTo>
                    <a:pt x="6912" y="15450"/>
                  </a:moveTo>
                  <a:lnTo>
                    <a:pt x="6689" y="15450"/>
                  </a:lnTo>
                  <a:lnTo>
                    <a:pt x="2592" y="18372"/>
                  </a:lnTo>
                  <a:lnTo>
                    <a:pt x="2592" y="15450"/>
                  </a:lnTo>
                  <a:lnTo>
                    <a:pt x="2074" y="15450"/>
                  </a:lnTo>
                  <a:cubicBezTo>
                    <a:pt x="928" y="15450"/>
                    <a:pt x="0" y="14211"/>
                    <a:pt x="0" y="12683"/>
                  </a:cubicBezTo>
                  <a:lnTo>
                    <a:pt x="0" y="2767"/>
                  </a:lnTo>
                  <a:cubicBezTo>
                    <a:pt x="0" y="1239"/>
                    <a:pt x="928" y="0"/>
                    <a:pt x="2074" y="0"/>
                  </a:cubicBezTo>
                  <a:lnTo>
                    <a:pt x="15034" y="0"/>
                  </a:lnTo>
                  <a:cubicBezTo>
                    <a:pt x="16179" y="0"/>
                    <a:pt x="17107" y="1239"/>
                    <a:pt x="17107" y="2767"/>
                  </a:cubicBezTo>
                  <a:lnTo>
                    <a:pt x="17107" y="4381"/>
                  </a:lnTo>
                  <a:lnTo>
                    <a:pt x="17107" y="8532"/>
                  </a:lnTo>
                  <a:lnTo>
                    <a:pt x="17107" y="12676"/>
                  </a:lnTo>
                  <a:cubicBezTo>
                    <a:pt x="17107" y="14205"/>
                    <a:pt x="16224" y="15450"/>
                    <a:pt x="15079" y="15450"/>
                  </a:cubicBezTo>
                  <a:lnTo>
                    <a:pt x="9158" y="15450"/>
                  </a:lnTo>
                  <a:cubicBezTo>
                    <a:pt x="9158" y="15450"/>
                    <a:pt x="6912" y="15450"/>
                    <a:pt x="6912" y="1545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1424" dirty="0">
                <a:latin typeface="Lato Light" panose="020F050202020403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3322573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HEC">
  <a:themeElements>
    <a:clrScheme name="HEC2">
      <a:dk1>
        <a:srgbClr val="000000"/>
      </a:dk1>
      <a:lt1>
        <a:srgbClr val="FFFFFF"/>
      </a:lt1>
      <a:dk2>
        <a:srgbClr val="97999B"/>
      </a:dk2>
      <a:lt2>
        <a:srgbClr val="EFF0F0"/>
      </a:lt2>
      <a:accent1>
        <a:srgbClr val="009FDF"/>
      </a:accent1>
      <a:accent2>
        <a:srgbClr val="003C71"/>
      </a:accent2>
      <a:accent3>
        <a:srgbClr val="D40F7D"/>
      </a:accent3>
      <a:accent4>
        <a:srgbClr val="FE5000"/>
      </a:accent4>
      <a:accent5>
        <a:srgbClr val="00C1D5"/>
      </a:accent5>
      <a:accent6>
        <a:srgbClr val="005EB8"/>
      </a:accent6>
      <a:hlink>
        <a:srgbClr val="003C71"/>
      </a:hlink>
      <a:folHlink>
        <a:srgbClr val="9678D3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vert="horz" wrap="square" lIns="91440" tIns="45720" rIns="91440" bIns="45720" rtlCol="0">
        <a:normAutofit/>
      </a:bodyPr>
      <a:lstStyle>
        <a:defPPr marL="154800" indent="-154800">
          <a:buClr>
            <a:schemeClr val="accent2"/>
          </a:buClr>
          <a:buSzPct val="125000"/>
          <a:buFont typeface="Arial" panose="020B0604020202020204" pitchFamily="34" charset="0"/>
          <a:buChar char="•"/>
          <a:defRPr sz="167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5" id="{674E6988-9F81-9C4F-A395-617E099076A1}" vid="{7BA8343F-A308-F34A-AE1C-33F4B935B6F1}"/>
    </a:ext>
  </a:extLst>
</a:theme>
</file>

<file path=ppt/theme/theme2.xml><?xml version="1.0" encoding="utf-8"?>
<a:theme xmlns:a="http://schemas.openxmlformats.org/drawingml/2006/main" name="2_Thème HEC">
  <a:themeElements>
    <a:clrScheme name="HEC2">
      <a:dk1>
        <a:srgbClr val="000000"/>
      </a:dk1>
      <a:lt1>
        <a:srgbClr val="FFFFFF"/>
      </a:lt1>
      <a:dk2>
        <a:srgbClr val="97999B"/>
      </a:dk2>
      <a:lt2>
        <a:srgbClr val="EFF0F0"/>
      </a:lt2>
      <a:accent1>
        <a:srgbClr val="009FDF"/>
      </a:accent1>
      <a:accent2>
        <a:srgbClr val="003C71"/>
      </a:accent2>
      <a:accent3>
        <a:srgbClr val="D40F7D"/>
      </a:accent3>
      <a:accent4>
        <a:srgbClr val="FE5000"/>
      </a:accent4>
      <a:accent5>
        <a:srgbClr val="00C1D5"/>
      </a:accent5>
      <a:accent6>
        <a:srgbClr val="005EB8"/>
      </a:accent6>
      <a:hlink>
        <a:srgbClr val="003C71"/>
      </a:hlink>
      <a:folHlink>
        <a:srgbClr val="9678D3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vert="horz" wrap="square" lIns="91440" tIns="45720" rIns="91440" bIns="45720" rtlCol="0">
        <a:normAutofit/>
      </a:bodyPr>
      <a:lstStyle>
        <a:defPPr marL="154800" indent="-154800">
          <a:buClr>
            <a:schemeClr val="accent2"/>
          </a:buClr>
          <a:buSzPct val="125000"/>
          <a:buFont typeface="Arial" panose="020B0604020202020204" pitchFamily="34" charset="0"/>
          <a:buChar char="•"/>
          <a:defRPr sz="167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Session 02 - DEMAND FORECASTING fall 2020_v1.pptx" id="{60D02B01-F386-4759-9BAF-0B34A3F58702}" vid="{1E69AC4B-D3C9-4658-A4DE-6081A6BE2219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CBA47EBC066B745A5CD7C315910EB78" ma:contentTypeVersion="3" ma:contentTypeDescription="Crée un document." ma:contentTypeScope="" ma:versionID="6e3b9220517dcaf1d8eec4429aa315e5">
  <xsd:schema xmlns:xsd="http://www.w3.org/2001/XMLSchema" xmlns:xs="http://www.w3.org/2001/XMLSchema" xmlns:p="http://schemas.microsoft.com/office/2006/metadata/properties" xmlns:ns2="abcda3d6-2d03-49e1-9293-8daf0cc773fd" targetNamespace="http://schemas.microsoft.com/office/2006/metadata/properties" ma:root="true" ma:fieldsID="04f755d7862b698eb92a092f9f54fed2" ns2:_="">
    <xsd:import namespace="abcda3d6-2d03-49e1-9293-8daf0cc773f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bcda3d6-2d03-49e1-9293-8daf0cc773f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6F3D751-0932-42BA-9826-A599A3778EDD}">
  <ds:schemaRefs>
    <ds:schemaRef ds:uri="http://schemas.microsoft.com/office/2006/metadata/properties"/>
    <ds:schemaRef ds:uri="http://schemas.microsoft.com/office/infopath/2007/PartnerControls"/>
    <ds:schemaRef ds:uri="5b446652-b7a6-491a-a629-08742e0ae113"/>
  </ds:schemaRefs>
</ds:datastoreItem>
</file>

<file path=customXml/itemProps2.xml><?xml version="1.0" encoding="utf-8"?>
<ds:datastoreItem xmlns:ds="http://schemas.openxmlformats.org/officeDocument/2006/customXml" ds:itemID="{833582AF-3B48-43BB-B0E7-C06F0E04D2F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EC8E87B-67A8-4A93-8C7C-937AA0430F91}"/>
</file>

<file path=docProps/app.xml><?xml version="1.0" encoding="utf-8"?>
<Properties xmlns="http://schemas.openxmlformats.org/officeDocument/2006/extended-properties" xmlns:vt="http://schemas.openxmlformats.org/officeDocument/2006/docPropsVTypes">
  <TotalTime>1484</TotalTime>
  <Words>604</Words>
  <Application>Microsoft Office PowerPoint</Application>
  <PresentationFormat>Personnalisé</PresentationFormat>
  <Paragraphs>126</Paragraphs>
  <Slides>14</Slides>
  <Notes>8</Notes>
  <HiddenSlides>0</HiddenSlides>
  <MMClips>0</MMClips>
  <ScaleCrop>false</ScaleCrop>
  <HeadingPairs>
    <vt:vector size="8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2</vt:i4>
      </vt:variant>
      <vt:variant>
        <vt:lpstr>Serveurs OLE incorporés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20" baseType="lpstr">
      <vt:lpstr>Arial</vt:lpstr>
      <vt:lpstr>Calibri</vt:lpstr>
      <vt:lpstr>Lato Light</vt:lpstr>
      <vt:lpstr>Thème HEC</vt:lpstr>
      <vt:lpstr>2_Thème HEC</vt:lpstr>
      <vt:lpstr>Worksheet</vt:lpstr>
      <vt:lpstr>OPER10500 Gestion des opérations</vt:lpstr>
      <vt:lpstr>Carte conceptuelle</vt:lpstr>
      <vt:lpstr>Carte conceptuelle</vt:lpstr>
      <vt:lpstr>Planification des besoins matières : Structure de l’information et intrants</vt:lpstr>
      <vt:lpstr>La nomenclature – Structure de produit</vt:lpstr>
      <vt:lpstr>Élaboration d’un PBM :  La nomenclature</vt:lpstr>
      <vt:lpstr>Exercice Comprendre la nomenclature</vt:lpstr>
      <vt:lpstr>Élaboration d’un PBM :  Règles à suivre</vt:lpstr>
      <vt:lpstr>Synchronisation des besoins : Horizon minimum de planification</vt:lpstr>
      <vt:lpstr>Horizon minimum de planification</vt:lpstr>
      <vt:lpstr>Différentes techniques de lotissement</vt:lpstr>
      <vt:lpstr>Exercice Modules électriques Turner, page 207</vt:lpstr>
      <vt:lpstr>Fichier maître des stocks</vt:lpstr>
      <vt:lpstr>Questions…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OPER10500 Gestion des opérations</dc:title>
  <dc:creator>veronique poirier</dc:creator>
  <cp:lastModifiedBy>Claire Poitras</cp:lastModifiedBy>
  <cp:revision>34</cp:revision>
  <dcterms:created xsi:type="dcterms:W3CDTF">2020-07-21T19:41:54Z</dcterms:created>
  <dcterms:modified xsi:type="dcterms:W3CDTF">2026-02-16T17:46:56Z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0x0101001CBA47EBC066B745A5CD7C315910EB78</vt:lpwstr>
  </property>
</Properties>
</file>