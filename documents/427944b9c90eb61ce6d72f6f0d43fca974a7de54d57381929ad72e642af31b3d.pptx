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7"/>
  </p:notesMasterIdLst>
  <p:sldIdLst>
    <p:sldId id="257" r:id="rId5"/>
    <p:sldId id="348" r:id="rId6"/>
    <p:sldId id="421" r:id="rId7"/>
    <p:sldId id="524" r:id="rId8"/>
    <p:sldId id="356" r:id="rId9"/>
    <p:sldId id="359" r:id="rId10"/>
    <p:sldId id="360" r:id="rId11"/>
    <p:sldId id="358" r:id="rId12"/>
    <p:sldId id="361" r:id="rId13"/>
    <p:sldId id="362" r:id="rId14"/>
    <p:sldId id="374" r:id="rId15"/>
    <p:sldId id="525" r:id="rId16"/>
    <p:sldId id="393" r:id="rId17"/>
    <p:sldId id="373" r:id="rId18"/>
    <p:sldId id="394" r:id="rId19"/>
    <p:sldId id="423" r:id="rId20"/>
    <p:sldId id="365" r:id="rId21"/>
    <p:sldId id="366" r:id="rId22"/>
    <p:sldId id="367" r:id="rId23"/>
    <p:sldId id="415" r:id="rId24"/>
    <p:sldId id="384" r:id="rId25"/>
    <p:sldId id="432" r:id="rId26"/>
    <p:sldId id="385" r:id="rId27"/>
    <p:sldId id="396" r:id="rId28"/>
    <p:sldId id="416" r:id="rId29"/>
    <p:sldId id="386" r:id="rId30"/>
    <p:sldId id="387" r:id="rId31"/>
    <p:sldId id="397" r:id="rId32"/>
    <p:sldId id="417" r:id="rId33"/>
    <p:sldId id="383" r:id="rId34"/>
    <p:sldId id="409" r:id="rId35"/>
    <p:sldId id="395" r:id="rId36"/>
  </p:sldIdLst>
  <p:sldSz cx="10160000" cy="5715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74" autoAdjust="0"/>
  </p:normalViewPr>
  <p:slideViewPr>
    <p:cSldViewPr snapToGrid="0" snapToObjects="1" showGuides="1">
      <p:cViewPr varScale="1">
        <p:scale>
          <a:sx n="120" d="100"/>
          <a:sy n="120" d="100"/>
        </p:scale>
        <p:origin x="858" y="108"/>
      </p:cViewPr>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8442"/>
    </p:cViewPr>
  </p:sorterViewPr>
  <p:notesViewPr>
    <p:cSldViewPr snapToGrid="0" snapToObjects="1">
      <p:cViewPr varScale="1">
        <p:scale>
          <a:sx n="87" d="100"/>
          <a:sy n="87" d="100"/>
        </p:scale>
        <p:origin x="3840" y="6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éronique Poirier" userId="f47eddeb-fe18-424a-aaf6-a2a397d1abf5" providerId="ADAL" clId="{0572368F-0385-4CB3-8215-CD863FFEE4C6}"/>
    <pc:docChg chg="modSld">
      <pc:chgData name="Véronique Poirier" userId="f47eddeb-fe18-424a-aaf6-a2a397d1abf5" providerId="ADAL" clId="{0572368F-0385-4CB3-8215-CD863FFEE4C6}" dt="2026-06-01T15:40:23.598" v="31" actId="20577"/>
      <pc:docMkLst>
        <pc:docMk/>
      </pc:docMkLst>
      <pc:sldChg chg="modSp mod">
        <pc:chgData name="Véronique Poirier" userId="f47eddeb-fe18-424a-aaf6-a2a397d1abf5" providerId="ADAL" clId="{0572368F-0385-4CB3-8215-CD863FFEE4C6}" dt="2026-06-01T15:39:59.975" v="10" actId="20577"/>
        <pc:sldMkLst>
          <pc:docMk/>
          <pc:sldMk cId="0" sldId="373"/>
        </pc:sldMkLst>
        <pc:spChg chg="mod">
          <ac:chgData name="Véronique Poirier" userId="f47eddeb-fe18-424a-aaf6-a2a397d1abf5" providerId="ADAL" clId="{0572368F-0385-4CB3-8215-CD863FFEE4C6}" dt="2026-06-01T15:39:59.975" v="10" actId="20577"/>
          <ac:spMkLst>
            <pc:docMk/>
            <pc:sldMk cId="0" sldId="373"/>
            <ac:spMk id="45058" creationId="{00000000-0000-0000-0000-000000000000}"/>
          </ac:spMkLst>
        </pc:spChg>
      </pc:sldChg>
      <pc:sldChg chg="modSp mod">
        <pc:chgData name="Véronique Poirier" userId="f47eddeb-fe18-424a-aaf6-a2a397d1abf5" providerId="ADAL" clId="{0572368F-0385-4CB3-8215-CD863FFEE4C6}" dt="2026-06-01T15:40:23.598" v="31" actId="20577"/>
        <pc:sldMkLst>
          <pc:docMk/>
          <pc:sldMk cId="1473622718" sldId="387"/>
        </pc:sldMkLst>
        <pc:spChg chg="mod">
          <ac:chgData name="Véronique Poirier" userId="f47eddeb-fe18-424a-aaf6-a2a397d1abf5" providerId="ADAL" clId="{0572368F-0385-4CB3-8215-CD863FFEE4C6}" dt="2026-06-01T15:40:23.598" v="31" actId="20577"/>
          <ac:spMkLst>
            <pc:docMk/>
            <pc:sldMk cId="1473622718" sldId="387"/>
            <ac:spMk id="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CA"/>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B44E640-7D2A-42EF-BA39-2B32D5A16C68}" type="datetimeFigureOut">
              <a:rPr lang="fr-CA" smtClean="0"/>
              <a:pPr/>
              <a:t>2026-06-01</a:t>
            </a:fld>
            <a:endParaRPr lang="fr-CA"/>
          </a:p>
        </p:txBody>
      </p:sp>
      <p:sp>
        <p:nvSpPr>
          <p:cNvPr id="4" name="Espace réservé de l'image des diapositives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fr-CA"/>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CA"/>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C8BC42A-5C03-431D-B855-CCCF13E3B37E}" type="slidenum">
              <a:rPr lang="fr-CA" smtClean="0"/>
              <a:pPr/>
              <a:t>‹N°›</a:t>
            </a:fld>
            <a:endParaRPr lang="fr-CA"/>
          </a:p>
        </p:txBody>
      </p:sp>
    </p:spTree>
    <p:extLst>
      <p:ext uri="{BB962C8B-B14F-4D97-AF65-F5344CB8AC3E}">
        <p14:creationId xmlns:p14="http://schemas.microsoft.com/office/powerpoint/2010/main" val="4265114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CA"/>
          </a:p>
        </p:txBody>
      </p:sp>
      <p:sp>
        <p:nvSpPr>
          <p:cNvPr id="4" name="Espace réservé du numéro de diapositive 3"/>
          <p:cNvSpPr>
            <a:spLocks noGrp="1"/>
          </p:cNvSpPr>
          <p:nvPr>
            <p:ph type="sldNum" sz="quarter" idx="5"/>
          </p:nvPr>
        </p:nvSpPr>
        <p:spPr/>
        <p:txBody>
          <a:bodyPr/>
          <a:lstStyle/>
          <a:p>
            <a:fld id="{7C8BC42A-5C03-431D-B855-CCCF13E3B37E}" type="slidenum">
              <a:rPr lang="fr-CA" smtClean="0"/>
              <a:pPr/>
              <a:t>1</a:t>
            </a:fld>
            <a:endParaRPr lang="fr-CA"/>
          </a:p>
        </p:txBody>
      </p:sp>
    </p:spTree>
    <p:extLst>
      <p:ext uri="{BB962C8B-B14F-4D97-AF65-F5344CB8AC3E}">
        <p14:creationId xmlns:p14="http://schemas.microsoft.com/office/powerpoint/2010/main" val="41375051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419100" y="703263"/>
            <a:ext cx="6172200" cy="3473450"/>
          </a:xfrm>
        </p:spPr>
      </p:sp>
      <p:sp>
        <p:nvSpPr>
          <p:cNvPr id="3" name="Espace réservé des notes 2"/>
          <p:cNvSpPr>
            <a:spLocks noGrp="1"/>
          </p:cNvSpPr>
          <p:nvPr>
            <p:ph type="body" idx="1"/>
          </p:nvPr>
        </p:nvSpPr>
        <p:spPr/>
        <p:txBody>
          <a:bodyPr/>
          <a:lstStyle/>
          <a:p>
            <a:endParaRPr lang="fr-CA" sz="1600" dirty="0">
              <a:latin typeface="Arial" panose="020B0604020202020204" pitchFamily="34" charset="0"/>
              <a:cs typeface="Arial" panose="020B0604020202020204" pitchFamily="34" charset="0"/>
            </a:endParaRPr>
          </a:p>
        </p:txBody>
      </p:sp>
      <p:sp>
        <p:nvSpPr>
          <p:cNvPr id="4" name="Espace réservé du numéro de diapositive 3"/>
          <p:cNvSpPr>
            <a:spLocks noGrp="1"/>
          </p:cNvSpPr>
          <p:nvPr>
            <p:ph type="sldNum" sz="quarter" idx="5"/>
          </p:nvPr>
        </p:nvSpPr>
        <p:spPr/>
        <p:txBody>
          <a:bodyPr/>
          <a:lstStyle/>
          <a:p>
            <a:fld id="{30356955-E7F5-4C62-9A91-B450AF802881}" type="slidenum">
              <a:rPr lang="fr-CA" smtClean="0"/>
              <a:pPr/>
              <a:t>2</a:t>
            </a:fld>
            <a:endParaRPr lang="fr-CA"/>
          </a:p>
        </p:txBody>
      </p:sp>
    </p:spTree>
    <p:extLst>
      <p:ext uri="{BB962C8B-B14F-4D97-AF65-F5344CB8AC3E}">
        <p14:creationId xmlns:p14="http://schemas.microsoft.com/office/powerpoint/2010/main" val="9009668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CA"/>
          </a:p>
        </p:txBody>
      </p:sp>
      <p:sp>
        <p:nvSpPr>
          <p:cNvPr id="4" name="Espace réservé du numéro de diapositive 3"/>
          <p:cNvSpPr>
            <a:spLocks noGrp="1"/>
          </p:cNvSpPr>
          <p:nvPr>
            <p:ph type="sldNum" sz="quarter" idx="5"/>
          </p:nvPr>
        </p:nvSpPr>
        <p:spPr/>
        <p:txBody>
          <a:bodyPr/>
          <a:lstStyle/>
          <a:p>
            <a:fld id="{7C8BC42A-5C03-431D-B855-CCCF13E3B37E}" type="slidenum">
              <a:rPr lang="fr-CA" smtClean="0"/>
              <a:pPr/>
              <a:t>3</a:t>
            </a:fld>
            <a:endParaRPr lang="fr-CA"/>
          </a:p>
        </p:txBody>
      </p:sp>
    </p:spTree>
    <p:extLst>
      <p:ext uri="{BB962C8B-B14F-4D97-AF65-F5344CB8AC3E}">
        <p14:creationId xmlns:p14="http://schemas.microsoft.com/office/powerpoint/2010/main" val="1144219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CA" sz="1600" dirty="0">
              <a:latin typeface="Arial" panose="020B0604020202020204" pitchFamily="34" charset="0"/>
              <a:cs typeface="Arial" panose="020B0604020202020204" pitchFamily="34" charset="0"/>
            </a:endParaRPr>
          </a:p>
        </p:txBody>
      </p:sp>
      <p:sp>
        <p:nvSpPr>
          <p:cNvPr id="4" name="Espace réservé du numéro de diapositive 3"/>
          <p:cNvSpPr>
            <a:spLocks noGrp="1"/>
          </p:cNvSpPr>
          <p:nvPr>
            <p:ph type="sldNum" sz="quarter" idx="5"/>
          </p:nvPr>
        </p:nvSpPr>
        <p:spPr/>
        <p:txBody>
          <a:bodyPr/>
          <a:lstStyle/>
          <a:p>
            <a:fld id="{7C8BC42A-5C03-431D-B855-CCCF13E3B37E}" type="slidenum">
              <a:rPr lang="fr-CA" smtClean="0"/>
              <a:pPr/>
              <a:t>4</a:t>
            </a:fld>
            <a:endParaRPr lang="fr-CA"/>
          </a:p>
        </p:txBody>
      </p:sp>
    </p:spTree>
    <p:extLst>
      <p:ext uri="{BB962C8B-B14F-4D97-AF65-F5344CB8AC3E}">
        <p14:creationId xmlns:p14="http://schemas.microsoft.com/office/powerpoint/2010/main" val="2719331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419100" y="703263"/>
            <a:ext cx="6172200" cy="3473450"/>
          </a:xfrm>
        </p:spPr>
      </p:sp>
      <p:sp>
        <p:nvSpPr>
          <p:cNvPr id="3" name="Espace réservé des commentaires 2"/>
          <p:cNvSpPr>
            <a:spLocks noGrp="1"/>
          </p:cNvSpPr>
          <p:nvPr>
            <p:ph type="body" idx="1"/>
          </p:nvPr>
        </p:nvSpPr>
        <p:spPr/>
        <p:txBody>
          <a:bodyPr>
            <a:normAutofit/>
          </a:bodyPr>
          <a:lstStyle/>
          <a:p>
            <a:endParaRPr lang="fr-CA"/>
          </a:p>
        </p:txBody>
      </p:sp>
      <p:sp>
        <p:nvSpPr>
          <p:cNvPr id="4" name="Espace réservé du numéro de diapositive 3"/>
          <p:cNvSpPr>
            <a:spLocks noGrp="1"/>
          </p:cNvSpPr>
          <p:nvPr>
            <p:ph type="sldNum" sz="quarter" idx="10"/>
          </p:nvPr>
        </p:nvSpPr>
        <p:spPr/>
        <p:txBody>
          <a:bodyPr/>
          <a:lstStyle/>
          <a:p>
            <a:pPr>
              <a:defRPr/>
            </a:pPr>
            <a:fld id="{DC790826-D90E-4A37-A94F-5762D5AE026D}" type="slidenum">
              <a:rPr lang="fr-CA" smtClean="0"/>
              <a:pPr>
                <a:defRPr/>
              </a:pPr>
              <a:t>5</a:t>
            </a:fld>
            <a:endParaRPr lang="fr-CA"/>
          </a:p>
        </p:txBody>
      </p:sp>
    </p:spTree>
    <p:extLst>
      <p:ext uri="{BB962C8B-B14F-4D97-AF65-F5344CB8AC3E}">
        <p14:creationId xmlns:p14="http://schemas.microsoft.com/office/powerpoint/2010/main" val="7364303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Espace réservé de l'image des diapositives 1"/>
          <p:cNvSpPr>
            <a:spLocks noGrp="1" noRot="1" noChangeAspect="1" noTextEdit="1"/>
          </p:cNvSpPr>
          <p:nvPr>
            <p:ph type="sldImg"/>
          </p:nvPr>
        </p:nvSpPr>
        <p:spPr>
          <a:xfrm>
            <a:off x="381000" y="685800"/>
            <a:ext cx="6096000" cy="3429000"/>
          </a:xfrm>
          <a:ln/>
        </p:spPr>
      </p:sp>
      <p:sp>
        <p:nvSpPr>
          <p:cNvPr id="67587" name="Espace réservé des commentaires 2"/>
          <p:cNvSpPr>
            <a:spLocks noGrp="1"/>
          </p:cNvSpPr>
          <p:nvPr>
            <p:ph type="body" idx="1"/>
          </p:nvPr>
        </p:nvSpPr>
        <p:spPr>
          <a:noFill/>
          <a:ln/>
        </p:spPr>
        <p:txBody>
          <a:bodyPr/>
          <a:lstStyle/>
          <a:p>
            <a:pPr>
              <a:buSzPct val="90000"/>
              <a:buFontTx/>
              <a:buChar char="•"/>
            </a:pPr>
            <a:endParaRPr lang="fr-CA" sz="1400" dirty="0">
              <a:latin typeface="Arial" pitchFamily="34" charset="0"/>
              <a:cs typeface="Arial" pitchFamily="34" charset="0"/>
            </a:endParaRPr>
          </a:p>
          <a:p>
            <a:pPr eaLnBrk="1" hangingPunct="1"/>
            <a:endParaRPr lang="fr-CA" sz="1400" dirty="0">
              <a:latin typeface="Arial" pitchFamily="34" charset="0"/>
              <a:cs typeface="Arial" pitchFamily="34" charset="0"/>
            </a:endParaRPr>
          </a:p>
        </p:txBody>
      </p:sp>
      <p:sp>
        <p:nvSpPr>
          <p:cNvPr id="67588" name="Espace réservé du numéro de diapositive 3"/>
          <p:cNvSpPr>
            <a:spLocks noGrp="1"/>
          </p:cNvSpPr>
          <p:nvPr>
            <p:ph type="sldNum" sz="quarter" idx="5"/>
          </p:nvPr>
        </p:nvSpPr>
        <p:spPr>
          <a:noFill/>
        </p:spPr>
        <p:txBody>
          <a:bodyPr/>
          <a:lstStyle/>
          <a:p>
            <a:fld id="{9CA0ED53-601F-4F75-9748-1BED9D2405AB}" type="slidenum">
              <a:rPr lang="fr-CA" smtClean="0"/>
              <a:pPr/>
              <a:t>6</a:t>
            </a:fld>
            <a:endParaRPr lang="fr-CA"/>
          </a:p>
        </p:txBody>
      </p:sp>
    </p:spTree>
    <p:extLst>
      <p:ext uri="{BB962C8B-B14F-4D97-AF65-F5344CB8AC3E}">
        <p14:creationId xmlns:p14="http://schemas.microsoft.com/office/powerpoint/2010/main" val="5406217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commentaires 2"/>
          <p:cNvSpPr>
            <a:spLocks noGrp="1"/>
          </p:cNvSpPr>
          <p:nvPr>
            <p:ph type="body" idx="1"/>
          </p:nvPr>
        </p:nvSpPr>
        <p:spPr/>
        <p:txBody>
          <a:bodyPr>
            <a:normAutofit/>
          </a:bodyPr>
          <a:lstStyle/>
          <a:p>
            <a:endParaRPr lang="fr-CA" sz="1600" dirty="0">
              <a:latin typeface="Arial" pitchFamily="34" charset="0"/>
              <a:cs typeface="Arial" pitchFamily="34" charset="0"/>
            </a:endParaRPr>
          </a:p>
          <a:p>
            <a:endParaRPr lang="fr-CA" sz="1600" dirty="0">
              <a:latin typeface="Arial" pitchFamily="34" charset="0"/>
              <a:cs typeface="Arial" pitchFamily="34" charset="0"/>
            </a:endParaRPr>
          </a:p>
        </p:txBody>
      </p:sp>
      <p:sp>
        <p:nvSpPr>
          <p:cNvPr id="4" name="Espace réservé du numéro de diapositive 3"/>
          <p:cNvSpPr>
            <a:spLocks noGrp="1"/>
          </p:cNvSpPr>
          <p:nvPr>
            <p:ph type="sldNum" sz="quarter" idx="10"/>
          </p:nvPr>
        </p:nvSpPr>
        <p:spPr/>
        <p:txBody>
          <a:bodyPr/>
          <a:lstStyle/>
          <a:p>
            <a:pPr>
              <a:defRPr/>
            </a:pPr>
            <a:fld id="{DC790826-D90E-4A37-A94F-5762D5AE026D}" type="slidenum">
              <a:rPr lang="fr-CA" smtClean="0"/>
              <a:pPr>
                <a:defRPr/>
              </a:pPr>
              <a:t>7</a:t>
            </a:fld>
            <a:endParaRPr lang="fr-CA"/>
          </a:p>
        </p:txBody>
      </p:sp>
    </p:spTree>
    <p:extLst>
      <p:ext uri="{BB962C8B-B14F-4D97-AF65-F5344CB8AC3E}">
        <p14:creationId xmlns:p14="http://schemas.microsoft.com/office/powerpoint/2010/main" val="26106697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419100" y="703263"/>
            <a:ext cx="6172200" cy="3473450"/>
          </a:xfrm>
        </p:spPr>
      </p:sp>
      <p:sp>
        <p:nvSpPr>
          <p:cNvPr id="3" name="Espace réservé des commentaires 2"/>
          <p:cNvSpPr>
            <a:spLocks noGrp="1"/>
          </p:cNvSpPr>
          <p:nvPr>
            <p:ph type="body" idx="1"/>
          </p:nvPr>
        </p:nvSpPr>
        <p:spPr/>
        <p:txBody>
          <a:bodyPr>
            <a:normAutofit/>
          </a:bodyPr>
          <a:lstStyle/>
          <a:p>
            <a:endParaRPr lang="fr-CA" sz="1600" dirty="0"/>
          </a:p>
        </p:txBody>
      </p:sp>
      <p:sp>
        <p:nvSpPr>
          <p:cNvPr id="4" name="Espace réservé du numéro de diapositive 3"/>
          <p:cNvSpPr>
            <a:spLocks noGrp="1"/>
          </p:cNvSpPr>
          <p:nvPr>
            <p:ph type="sldNum" sz="quarter" idx="10"/>
          </p:nvPr>
        </p:nvSpPr>
        <p:spPr/>
        <p:txBody>
          <a:bodyPr/>
          <a:lstStyle/>
          <a:p>
            <a:pPr>
              <a:defRPr/>
            </a:pPr>
            <a:fld id="{DC790826-D90E-4A37-A94F-5762D5AE026D}" type="slidenum">
              <a:rPr lang="fr-CA" smtClean="0"/>
              <a:pPr>
                <a:defRPr/>
              </a:pPr>
              <a:t>8</a:t>
            </a:fld>
            <a:endParaRPr lang="fr-CA"/>
          </a:p>
        </p:txBody>
      </p:sp>
    </p:spTree>
    <p:extLst>
      <p:ext uri="{BB962C8B-B14F-4D97-AF65-F5344CB8AC3E}">
        <p14:creationId xmlns:p14="http://schemas.microsoft.com/office/powerpoint/2010/main" val="34653844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Espace réservé de l'image des diapositives 1"/>
          <p:cNvSpPr>
            <a:spLocks noGrp="1" noRot="1" noChangeAspect="1" noTextEdit="1"/>
          </p:cNvSpPr>
          <p:nvPr>
            <p:ph type="sldImg"/>
          </p:nvPr>
        </p:nvSpPr>
        <p:spPr>
          <a:xfrm>
            <a:off x="381000" y="685800"/>
            <a:ext cx="6096000" cy="3429000"/>
          </a:xfrm>
          <a:ln/>
        </p:spPr>
      </p:sp>
      <p:sp>
        <p:nvSpPr>
          <p:cNvPr id="68611" name="Espace réservé des commentaires 2"/>
          <p:cNvSpPr>
            <a:spLocks noGrp="1"/>
          </p:cNvSpPr>
          <p:nvPr>
            <p:ph type="body" idx="1"/>
          </p:nvPr>
        </p:nvSpPr>
        <p:spPr>
          <a:noFill/>
          <a:ln/>
        </p:spPr>
        <p:txBody>
          <a:bodyPr/>
          <a:lstStyle/>
          <a:p>
            <a:endParaRPr lang="fr-CA" sz="1600" dirty="0">
              <a:latin typeface="Arial" pitchFamily="34" charset="0"/>
              <a:cs typeface="Arial" pitchFamily="34" charset="0"/>
            </a:endParaRPr>
          </a:p>
        </p:txBody>
      </p:sp>
      <p:sp>
        <p:nvSpPr>
          <p:cNvPr id="68612" name="Espace réservé du numéro de diapositive 3"/>
          <p:cNvSpPr>
            <a:spLocks noGrp="1"/>
          </p:cNvSpPr>
          <p:nvPr>
            <p:ph type="sldNum" sz="quarter" idx="5"/>
          </p:nvPr>
        </p:nvSpPr>
        <p:spPr>
          <a:noFill/>
        </p:spPr>
        <p:txBody>
          <a:bodyPr/>
          <a:lstStyle/>
          <a:p>
            <a:fld id="{08E7A6B2-B006-4B98-B295-C20366DCFF3C}" type="slidenum">
              <a:rPr lang="fr-CA" smtClean="0"/>
              <a:pPr/>
              <a:t>9</a:t>
            </a:fld>
            <a:endParaRPr lang="fr-CA"/>
          </a:p>
        </p:txBody>
      </p:sp>
    </p:spTree>
    <p:extLst>
      <p:ext uri="{BB962C8B-B14F-4D97-AF65-F5344CB8AC3E}">
        <p14:creationId xmlns:p14="http://schemas.microsoft.com/office/powerpoint/2010/main" val="38412369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419100" y="703263"/>
            <a:ext cx="6172200" cy="3473450"/>
          </a:xfrm>
        </p:spPr>
      </p:sp>
      <p:sp>
        <p:nvSpPr>
          <p:cNvPr id="3" name="Espace réservé des commentaires 2"/>
          <p:cNvSpPr>
            <a:spLocks noGrp="1"/>
          </p:cNvSpPr>
          <p:nvPr>
            <p:ph type="body" idx="1"/>
          </p:nvPr>
        </p:nvSpPr>
        <p:spPr/>
        <p:txBody>
          <a:bodyPr>
            <a:normAutofit/>
          </a:bodyPr>
          <a:lstStyle/>
          <a:p>
            <a:endParaRPr lang="fr-CA" sz="1400" dirty="0"/>
          </a:p>
        </p:txBody>
      </p:sp>
      <p:sp>
        <p:nvSpPr>
          <p:cNvPr id="4" name="Espace réservé du numéro de diapositive 3"/>
          <p:cNvSpPr>
            <a:spLocks noGrp="1"/>
          </p:cNvSpPr>
          <p:nvPr>
            <p:ph type="sldNum" sz="quarter" idx="10"/>
          </p:nvPr>
        </p:nvSpPr>
        <p:spPr/>
        <p:txBody>
          <a:bodyPr/>
          <a:lstStyle/>
          <a:p>
            <a:pPr>
              <a:defRPr/>
            </a:pPr>
            <a:fld id="{DC790826-D90E-4A37-A94F-5762D5AE026D}" type="slidenum">
              <a:rPr lang="fr-CA" smtClean="0"/>
              <a:pPr>
                <a:defRPr/>
              </a:pPr>
              <a:t>10</a:t>
            </a:fld>
            <a:endParaRPr lang="fr-CA"/>
          </a:p>
        </p:txBody>
      </p:sp>
    </p:spTree>
    <p:extLst>
      <p:ext uri="{BB962C8B-B14F-4D97-AF65-F5344CB8AC3E}">
        <p14:creationId xmlns:p14="http://schemas.microsoft.com/office/powerpoint/2010/main" val="13076797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Espace réservé de l'image des diapositives 1"/>
          <p:cNvSpPr>
            <a:spLocks noGrp="1" noRot="1" noChangeAspect="1" noTextEdit="1"/>
          </p:cNvSpPr>
          <p:nvPr>
            <p:ph type="sldImg"/>
          </p:nvPr>
        </p:nvSpPr>
        <p:spPr>
          <a:xfrm>
            <a:off x="419100" y="703263"/>
            <a:ext cx="6172200" cy="3473450"/>
          </a:xfrm>
          <a:ln/>
        </p:spPr>
      </p:sp>
      <p:sp>
        <p:nvSpPr>
          <p:cNvPr id="69635" name="Espace réservé des commentaires 2"/>
          <p:cNvSpPr>
            <a:spLocks noGrp="1"/>
          </p:cNvSpPr>
          <p:nvPr>
            <p:ph type="body" idx="1"/>
          </p:nvPr>
        </p:nvSpPr>
        <p:spPr>
          <a:noFill/>
          <a:ln/>
        </p:spPr>
        <p:txBody>
          <a:bodyPr/>
          <a:lstStyle/>
          <a:p>
            <a:pPr eaLnBrk="1" hangingPunct="1"/>
            <a:endParaRPr lang="fr-CA" sz="1600" dirty="0">
              <a:latin typeface="Arial" pitchFamily="34" charset="0"/>
              <a:cs typeface="Arial" pitchFamily="34" charset="0"/>
            </a:endParaRPr>
          </a:p>
        </p:txBody>
      </p:sp>
      <p:sp>
        <p:nvSpPr>
          <p:cNvPr id="69636" name="Espace réservé du numéro de diapositive 3"/>
          <p:cNvSpPr>
            <a:spLocks noGrp="1"/>
          </p:cNvSpPr>
          <p:nvPr>
            <p:ph type="sldNum" sz="quarter" idx="5"/>
          </p:nvPr>
        </p:nvSpPr>
        <p:spPr>
          <a:noFill/>
        </p:spPr>
        <p:txBody>
          <a:bodyPr/>
          <a:lstStyle/>
          <a:p>
            <a:fld id="{7BD44D78-BDEF-4385-86C4-28C87174876E}" type="slidenum">
              <a:rPr lang="fr-CA" smtClean="0"/>
              <a:pPr/>
              <a:t>11</a:t>
            </a:fld>
            <a:endParaRPr lang="fr-CA"/>
          </a:p>
        </p:txBody>
      </p:sp>
    </p:spTree>
    <p:extLst>
      <p:ext uri="{BB962C8B-B14F-4D97-AF65-F5344CB8AC3E}">
        <p14:creationId xmlns:p14="http://schemas.microsoft.com/office/powerpoint/2010/main" val="12952137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CA"/>
          </a:p>
        </p:txBody>
      </p:sp>
      <p:sp>
        <p:nvSpPr>
          <p:cNvPr id="4" name="Espace réservé du numéro de diapositive 3"/>
          <p:cNvSpPr>
            <a:spLocks noGrp="1"/>
          </p:cNvSpPr>
          <p:nvPr>
            <p:ph type="sldNum" sz="quarter" idx="5"/>
          </p:nvPr>
        </p:nvSpPr>
        <p:spPr/>
        <p:txBody>
          <a:bodyPr/>
          <a:lstStyle/>
          <a:p>
            <a:fld id="{7C8BC42A-5C03-431D-B855-CCCF13E3B37E}" type="slidenum">
              <a:rPr lang="fr-CA" smtClean="0"/>
              <a:pPr/>
              <a:t>12</a:t>
            </a:fld>
            <a:endParaRPr lang="fr-CA"/>
          </a:p>
        </p:txBody>
      </p:sp>
    </p:spTree>
    <p:extLst>
      <p:ext uri="{BB962C8B-B14F-4D97-AF65-F5344CB8AC3E}">
        <p14:creationId xmlns:p14="http://schemas.microsoft.com/office/powerpoint/2010/main" val="37941918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CA"/>
          </a:p>
        </p:txBody>
      </p:sp>
      <p:sp>
        <p:nvSpPr>
          <p:cNvPr id="4" name="Espace réservé du numéro de diapositive 3"/>
          <p:cNvSpPr>
            <a:spLocks noGrp="1"/>
          </p:cNvSpPr>
          <p:nvPr>
            <p:ph type="sldNum" sz="quarter" idx="5"/>
          </p:nvPr>
        </p:nvSpPr>
        <p:spPr/>
        <p:txBody>
          <a:bodyPr/>
          <a:lstStyle/>
          <a:p>
            <a:fld id="{7C8BC42A-5C03-431D-B855-CCCF13E3B37E}" type="slidenum">
              <a:rPr lang="fr-CA" smtClean="0"/>
              <a:pPr/>
              <a:t>13</a:t>
            </a:fld>
            <a:endParaRPr lang="fr-CA"/>
          </a:p>
        </p:txBody>
      </p:sp>
    </p:spTree>
    <p:extLst>
      <p:ext uri="{BB962C8B-B14F-4D97-AF65-F5344CB8AC3E}">
        <p14:creationId xmlns:p14="http://schemas.microsoft.com/office/powerpoint/2010/main" val="34287011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Espace réservé de l'image des diapositives 1"/>
          <p:cNvSpPr>
            <a:spLocks noGrp="1" noRot="1" noChangeAspect="1" noTextEdit="1"/>
          </p:cNvSpPr>
          <p:nvPr>
            <p:ph type="sldImg"/>
          </p:nvPr>
        </p:nvSpPr>
        <p:spPr>
          <a:xfrm>
            <a:off x="419100" y="703263"/>
            <a:ext cx="6172200" cy="3473450"/>
          </a:xfrm>
          <a:ln/>
        </p:spPr>
      </p:sp>
      <p:sp>
        <p:nvSpPr>
          <p:cNvPr id="70659" name="Espace réservé des commentaires 2"/>
          <p:cNvSpPr>
            <a:spLocks noGrp="1"/>
          </p:cNvSpPr>
          <p:nvPr>
            <p:ph type="body" idx="1"/>
          </p:nvPr>
        </p:nvSpPr>
        <p:spPr>
          <a:noFill/>
          <a:ln/>
        </p:spPr>
        <p:txBody>
          <a:bodyPr/>
          <a:lstStyle/>
          <a:p>
            <a:pPr marL="0" indent="0" eaLnBrk="1" hangingPunct="1">
              <a:buNone/>
            </a:pPr>
            <a:endParaRPr lang="fr-CA" sz="1400" dirty="0">
              <a:latin typeface="Arial" pitchFamily="34" charset="0"/>
              <a:cs typeface="Arial" pitchFamily="34" charset="0"/>
            </a:endParaRPr>
          </a:p>
        </p:txBody>
      </p:sp>
      <p:sp>
        <p:nvSpPr>
          <p:cNvPr id="70660" name="Espace réservé du numéro de diapositive 3"/>
          <p:cNvSpPr>
            <a:spLocks noGrp="1"/>
          </p:cNvSpPr>
          <p:nvPr>
            <p:ph type="sldNum" sz="quarter" idx="5"/>
          </p:nvPr>
        </p:nvSpPr>
        <p:spPr>
          <a:noFill/>
        </p:spPr>
        <p:txBody>
          <a:bodyPr/>
          <a:lstStyle/>
          <a:p>
            <a:fld id="{26790A6E-3C8A-47BB-BE54-0BC0ABEBF086}" type="slidenum">
              <a:rPr lang="fr-CA" smtClean="0"/>
              <a:pPr/>
              <a:t>14</a:t>
            </a:fld>
            <a:endParaRPr lang="fr-CA"/>
          </a:p>
        </p:txBody>
      </p:sp>
    </p:spTree>
    <p:extLst>
      <p:ext uri="{BB962C8B-B14F-4D97-AF65-F5344CB8AC3E}">
        <p14:creationId xmlns:p14="http://schemas.microsoft.com/office/powerpoint/2010/main" val="42355238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pPr>
              <a:defRPr/>
            </a:pPr>
            <a:fld id="{DC790826-D90E-4A37-A94F-5762D5AE026D}" type="slidenum">
              <a:rPr lang="fr-CA" smtClean="0"/>
              <a:pPr>
                <a:defRPr/>
              </a:pPr>
              <a:t>15</a:t>
            </a:fld>
            <a:endParaRPr lang="fr-CA"/>
          </a:p>
        </p:txBody>
      </p:sp>
    </p:spTree>
    <p:extLst>
      <p:ext uri="{BB962C8B-B14F-4D97-AF65-F5344CB8AC3E}">
        <p14:creationId xmlns:p14="http://schemas.microsoft.com/office/powerpoint/2010/main" val="10191076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CA"/>
          </a:p>
        </p:txBody>
      </p:sp>
      <p:sp>
        <p:nvSpPr>
          <p:cNvPr id="4" name="Espace réservé du numéro de diapositive 3"/>
          <p:cNvSpPr>
            <a:spLocks noGrp="1"/>
          </p:cNvSpPr>
          <p:nvPr>
            <p:ph type="sldNum" sz="quarter" idx="5"/>
          </p:nvPr>
        </p:nvSpPr>
        <p:spPr/>
        <p:txBody>
          <a:bodyPr/>
          <a:lstStyle/>
          <a:p>
            <a:fld id="{7C8BC42A-5C03-431D-B855-CCCF13E3B37E}" type="slidenum">
              <a:rPr lang="fr-CA" smtClean="0"/>
              <a:pPr/>
              <a:t>16</a:t>
            </a:fld>
            <a:endParaRPr lang="fr-CA"/>
          </a:p>
        </p:txBody>
      </p:sp>
    </p:spTree>
    <p:extLst>
      <p:ext uri="{BB962C8B-B14F-4D97-AF65-F5344CB8AC3E}">
        <p14:creationId xmlns:p14="http://schemas.microsoft.com/office/powerpoint/2010/main" val="38696871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commentaires 2"/>
          <p:cNvSpPr>
            <a:spLocks noGrp="1"/>
          </p:cNvSpPr>
          <p:nvPr>
            <p:ph type="body" idx="1"/>
          </p:nvPr>
        </p:nvSpPr>
        <p:spPr/>
        <p:txBody>
          <a:bodyPr>
            <a:normAutofit/>
          </a:bodyPr>
          <a:lstStyle/>
          <a:p>
            <a:endParaRPr lang="fr-CA" sz="1600" dirty="0">
              <a:latin typeface="Arial" pitchFamily="34" charset="0"/>
              <a:cs typeface="Arial" pitchFamily="34" charset="0"/>
            </a:endParaRPr>
          </a:p>
        </p:txBody>
      </p:sp>
      <p:sp>
        <p:nvSpPr>
          <p:cNvPr id="4" name="Espace réservé du numéro de diapositive 3"/>
          <p:cNvSpPr>
            <a:spLocks noGrp="1"/>
          </p:cNvSpPr>
          <p:nvPr>
            <p:ph type="sldNum" sz="quarter" idx="10"/>
          </p:nvPr>
        </p:nvSpPr>
        <p:spPr/>
        <p:txBody>
          <a:bodyPr/>
          <a:lstStyle/>
          <a:p>
            <a:pPr>
              <a:defRPr/>
            </a:pPr>
            <a:fld id="{DC790826-D90E-4A37-A94F-5762D5AE026D}" type="slidenum">
              <a:rPr lang="fr-CA" smtClean="0"/>
              <a:pPr>
                <a:defRPr/>
              </a:pPr>
              <a:t>17</a:t>
            </a:fld>
            <a:endParaRPr lang="fr-CA"/>
          </a:p>
        </p:txBody>
      </p:sp>
    </p:spTree>
    <p:extLst>
      <p:ext uri="{BB962C8B-B14F-4D97-AF65-F5344CB8AC3E}">
        <p14:creationId xmlns:p14="http://schemas.microsoft.com/office/powerpoint/2010/main" val="22137003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419100" y="703263"/>
            <a:ext cx="6172200" cy="3473450"/>
          </a:xfrm>
        </p:spPr>
      </p:sp>
      <p:sp>
        <p:nvSpPr>
          <p:cNvPr id="3" name="Espace réservé des commentaires 2"/>
          <p:cNvSpPr>
            <a:spLocks noGrp="1"/>
          </p:cNvSpPr>
          <p:nvPr>
            <p:ph type="body" idx="1"/>
          </p:nvPr>
        </p:nvSpPr>
        <p:spPr/>
        <p:txBody>
          <a:bodyPr>
            <a:normAutofit/>
          </a:bodyPr>
          <a:lstStyle/>
          <a:p>
            <a:endParaRPr lang="fr-CA" sz="1600" dirty="0">
              <a:latin typeface="Arial" charset="0"/>
            </a:endParaRPr>
          </a:p>
        </p:txBody>
      </p:sp>
      <p:sp>
        <p:nvSpPr>
          <p:cNvPr id="4" name="Espace réservé du numéro de diapositive 3"/>
          <p:cNvSpPr>
            <a:spLocks noGrp="1"/>
          </p:cNvSpPr>
          <p:nvPr>
            <p:ph type="sldNum" sz="quarter" idx="10"/>
          </p:nvPr>
        </p:nvSpPr>
        <p:spPr/>
        <p:txBody>
          <a:bodyPr/>
          <a:lstStyle/>
          <a:p>
            <a:pPr>
              <a:defRPr/>
            </a:pPr>
            <a:fld id="{DC790826-D90E-4A37-A94F-5762D5AE026D}" type="slidenum">
              <a:rPr lang="fr-CA" smtClean="0"/>
              <a:pPr>
                <a:defRPr/>
              </a:pPr>
              <a:t>18</a:t>
            </a:fld>
            <a:endParaRPr lang="fr-CA"/>
          </a:p>
        </p:txBody>
      </p:sp>
    </p:spTree>
    <p:extLst>
      <p:ext uri="{BB962C8B-B14F-4D97-AF65-F5344CB8AC3E}">
        <p14:creationId xmlns:p14="http://schemas.microsoft.com/office/powerpoint/2010/main" val="33231471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pPr>
              <a:lnSpc>
                <a:spcPct val="90000"/>
              </a:lnSpc>
            </a:pPr>
            <a:endParaRPr lang="fr-CA" sz="1400" dirty="0"/>
          </a:p>
        </p:txBody>
      </p:sp>
      <p:sp>
        <p:nvSpPr>
          <p:cNvPr id="4" name="Espace réservé du numéro de diapositive 3"/>
          <p:cNvSpPr>
            <a:spLocks noGrp="1"/>
          </p:cNvSpPr>
          <p:nvPr>
            <p:ph type="sldNum" sz="quarter" idx="10"/>
          </p:nvPr>
        </p:nvSpPr>
        <p:spPr/>
        <p:txBody>
          <a:bodyPr/>
          <a:lstStyle/>
          <a:p>
            <a:pPr>
              <a:defRPr/>
            </a:pPr>
            <a:fld id="{DC790826-D90E-4A37-A94F-5762D5AE026D}" type="slidenum">
              <a:rPr lang="fr-CA" smtClean="0"/>
              <a:pPr>
                <a:defRPr/>
              </a:pPr>
              <a:t>19</a:t>
            </a:fld>
            <a:endParaRPr lang="fr-CA"/>
          </a:p>
        </p:txBody>
      </p:sp>
    </p:spTree>
    <p:extLst>
      <p:ext uri="{BB962C8B-B14F-4D97-AF65-F5344CB8AC3E}">
        <p14:creationId xmlns:p14="http://schemas.microsoft.com/office/powerpoint/2010/main" val="28355706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CA" sz="1400" dirty="0">
              <a:latin typeface="Arial" pitchFamily="34" charset="0"/>
              <a:cs typeface="Arial" pitchFamily="34" charset="0"/>
            </a:endParaRPr>
          </a:p>
        </p:txBody>
      </p:sp>
      <p:sp>
        <p:nvSpPr>
          <p:cNvPr id="4" name="Espace réservé du numéro de diapositive 3"/>
          <p:cNvSpPr>
            <a:spLocks noGrp="1"/>
          </p:cNvSpPr>
          <p:nvPr>
            <p:ph type="sldNum" sz="quarter" idx="10"/>
          </p:nvPr>
        </p:nvSpPr>
        <p:spPr/>
        <p:txBody>
          <a:bodyPr/>
          <a:lstStyle/>
          <a:p>
            <a:pPr>
              <a:defRPr/>
            </a:pPr>
            <a:fld id="{DC790826-D90E-4A37-A94F-5762D5AE026D}" type="slidenum">
              <a:rPr lang="fr-CA" smtClean="0"/>
              <a:pPr>
                <a:defRPr/>
              </a:pPr>
              <a:t>20</a:t>
            </a:fld>
            <a:endParaRPr lang="fr-CA"/>
          </a:p>
        </p:txBody>
      </p:sp>
    </p:spTree>
    <p:extLst>
      <p:ext uri="{BB962C8B-B14F-4D97-AF65-F5344CB8AC3E}">
        <p14:creationId xmlns:p14="http://schemas.microsoft.com/office/powerpoint/2010/main" val="20511191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Espace réservé de l'image des diapositives 1"/>
          <p:cNvSpPr>
            <a:spLocks noGrp="1" noRot="1" noChangeAspect="1" noTextEdit="1"/>
          </p:cNvSpPr>
          <p:nvPr>
            <p:ph type="sldImg"/>
          </p:nvPr>
        </p:nvSpPr>
        <p:spPr>
          <a:xfrm>
            <a:off x="419100" y="703263"/>
            <a:ext cx="6172200" cy="3473450"/>
          </a:xfrm>
          <a:ln/>
        </p:spPr>
      </p:sp>
      <p:sp>
        <p:nvSpPr>
          <p:cNvPr id="3" name="Espace réservé des commentaires 2"/>
          <p:cNvSpPr>
            <a:spLocks noGrp="1"/>
          </p:cNvSpPr>
          <p:nvPr>
            <p:ph type="body" idx="1"/>
          </p:nvPr>
        </p:nvSpPr>
        <p:spPr/>
        <p:txBody>
          <a:bodyPr>
            <a:normAutofit/>
          </a:bodyPr>
          <a:lstStyle/>
          <a:p>
            <a:pPr marL="0" indent="0" eaLnBrk="1" hangingPunct="1">
              <a:buFontTx/>
              <a:buNone/>
              <a:defRPr/>
            </a:pPr>
            <a:endParaRPr lang="fr-CA" sz="1400" dirty="0">
              <a:latin typeface="Arial" pitchFamily="34" charset="0"/>
              <a:cs typeface="Arial" pitchFamily="34" charset="0"/>
            </a:endParaRPr>
          </a:p>
        </p:txBody>
      </p:sp>
      <p:sp>
        <p:nvSpPr>
          <p:cNvPr id="71684" name="Espace réservé du numéro de diapositive 3"/>
          <p:cNvSpPr>
            <a:spLocks noGrp="1"/>
          </p:cNvSpPr>
          <p:nvPr>
            <p:ph type="sldNum" sz="quarter" idx="5"/>
          </p:nvPr>
        </p:nvSpPr>
        <p:spPr>
          <a:noFill/>
        </p:spPr>
        <p:txBody>
          <a:bodyPr/>
          <a:lstStyle/>
          <a:p>
            <a:fld id="{6D28B472-4CB4-4844-B347-15DCBF7AFECA}" type="slidenum">
              <a:rPr lang="fr-CA" smtClean="0"/>
              <a:pPr/>
              <a:t>21</a:t>
            </a:fld>
            <a:endParaRPr lang="fr-CA"/>
          </a:p>
        </p:txBody>
      </p:sp>
    </p:spTree>
    <p:extLst>
      <p:ext uri="{BB962C8B-B14F-4D97-AF65-F5344CB8AC3E}">
        <p14:creationId xmlns:p14="http://schemas.microsoft.com/office/powerpoint/2010/main" val="34312831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CA"/>
          </a:p>
        </p:txBody>
      </p:sp>
      <p:sp>
        <p:nvSpPr>
          <p:cNvPr id="4" name="Espace réservé du numéro de diapositive 3"/>
          <p:cNvSpPr>
            <a:spLocks noGrp="1"/>
          </p:cNvSpPr>
          <p:nvPr>
            <p:ph type="sldNum" sz="quarter" idx="5"/>
          </p:nvPr>
        </p:nvSpPr>
        <p:spPr/>
        <p:txBody>
          <a:bodyPr/>
          <a:lstStyle/>
          <a:p>
            <a:fld id="{7C8BC42A-5C03-431D-B855-CCCF13E3B37E}" type="slidenum">
              <a:rPr lang="fr-CA" smtClean="0"/>
              <a:pPr/>
              <a:t>22</a:t>
            </a:fld>
            <a:endParaRPr lang="fr-CA"/>
          </a:p>
        </p:txBody>
      </p:sp>
    </p:spTree>
    <p:extLst>
      <p:ext uri="{BB962C8B-B14F-4D97-AF65-F5344CB8AC3E}">
        <p14:creationId xmlns:p14="http://schemas.microsoft.com/office/powerpoint/2010/main" val="327846246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Espace réservé de l'image des diapositives 1"/>
          <p:cNvSpPr>
            <a:spLocks noGrp="1" noRot="1" noChangeAspect="1" noTextEdit="1"/>
          </p:cNvSpPr>
          <p:nvPr>
            <p:ph type="sldImg"/>
          </p:nvPr>
        </p:nvSpPr>
        <p:spPr>
          <a:xfrm>
            <a:off x="606425" y="703263"/>
            <a:ext cx="4546600" cy="2557462"/>
          </a:xfrm>
          <a:ln/>
        </p:spPr>
      </p:sp>
      <p:sp>
        <p:nvSpPr>
          <p:cNvPr id="3" name="Espace réservé des commentaires 2"/>
          <p:cNvSpPr>
            <a:spLocks noGrp="1"/>
          </p:cNvSpPr>
          <p:nvPr>
            <p:ph type="body" idx="1"/>
          </p:nvPr>
        </p:nvSpPr>
        <p:spPr>
          <a:xfrm>
            <a:off x="934722" y="3336760"/>
            <a:ext cx="5140960" cy="5262730"/>
          </a:xfrm>
        </p:spPr>
        <p:txBody>
          <a:bodyPr>
            <a:noAutofit/>
          </a:bodyPr>
          <a:lstStyle/>
          <a:p>
            <a:pPr marL="0" indent="0" eaLnBrk="1" hangingPunct="1">
              <a:buFontTx/>
              <a:buNone/>
              <a:defRPr/>
            </a:pPr>
            <a:endParaRPr lang="fr-CA" dirty="0">
              <a:latin typeface="Arial" pitchFamily="34" charset="0"/>
              <a:cs typeface="Arial" pitchFamily="34" charset="0"/>
            </a:endParaRPr>
          </a:p>
        </p:txBody>
      </p:sp>
      <p:sp>
        <p:nvSpPr>
          <p:cNvPr id="72708" name="Espace réservé du numéro de diapositive 3"/>
          <p:cNvSpPr>
            <a:spLocks noGrp="1"/>
          </p:cNvSpPr>
          <p:nvPr>
            <p:ph type="sldNum" sz="quarter" idx="5"/>
          </p:nvPr>
        </p:nvSpPr>
        <p:spPr>
          <a:noFill/>
        </p:spPr>
        <p:txBody>
          <a:bodyPr/>
          <a:lstStyle/>
          <a:p>
            <a:fld id="{9D8626B5-9266-402A-BC2D-06119BBEFC74}" type="slidenum">
              <a:rPr lang="fr-CA" smtClean="0"/>
              <a:pPr/>
              <a:t>23</a:t>
            </a:fld>
            <a:endParaRPr lang="fr-CA"/>
          </a:p>
        </p:txBody>
      </p:sp>
    </p:spTree>
    <p:extLst>
      <p:ext uri="{BB962C8B-B14F-4D97-AF65-F5344CB8AC3E}">
        <p14:creationId xmlns:p14="http://schemas.microsoft.com/office/powerpoint/2010/main" val="186070272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CA"/>
          </a:p>
        </p:txBody>
      </p:sp>
      <p:sp>
        <p:nvSpPr>
          <p:cNvPr id="4" name="Espace réservé du numéro de diapositive 3"/>
          <p:cNvSpPr>
            <a:spLocks noGrp="1"/>
          </p:cNvSpPr>
          <p:nvPr>
            <p:ph type="sldNum" sz="quarter" idx="5"/>
          </p:nvPr>
        </p:nvSpPr>
        <p:spPr/>
        <p:txBody>
          <a:bodyPr/>
          <a:lstStyle/>
          <a:p>
            <a:fld id="{7C8BC42A-5C03-431D-B855-CCCF13E3B37E}" type="slidenum">
              <a:rPr lang="fr-CA" smtClean="0"/>
              <a:pPr/>
              <a:t>24</a:t>
            </a:fld>
            <a:endParaRPr lang="fr-CA"/>
          </a:p>
        </p:txBody>
      </p:sp>
    </p:spTree>
    <p:extLst>
      <p:ext uri="{BB962C8B-B14F-4D97-AF65-F5344CB8AC3E}">
        <p14:creationId xmlns:p14="http://schemas.microsoft.com/office/powerpoint/2010/main" val="23587506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CA"/>
          </a:p>
        </p:txBody>
      </p:sp>
      <p:sp>
        <p:nvSpPr>
          <p:cNvPr id="4" name="Espace réservé du numéro de diapositive 3"/>
          <p:cNvSpPr>
            <a:spLocks noGrp="1"/>
          </p:cNvSpPr>
          <p:nvPr>
            <p:ph type="sldNum" sz="quarter" idx="5"/>
          </p:nvPr>
        </p:nvSpPr>
        <p:spPr/>
        <p:txBody>
          <a:bodyPr/>
          <a:lstStyle/>
          <a:p>
            <a:fld id="{7C8BC42A-5C03-431D-B855-CCCF13E3B37E}" type="slidenum">
              <a:rPr lang="fr-CA" smtClean="0"/>
              <a:pPr/>
              <a:t>25</a:t>
            </a:fld>
            <a:endParaRPr lang="fr-CA"/>
          </a:p>
        </p:txBody>
      </p:sp>
    </p:spTree>
    <p:extLst>
      <p:ext uri="{BB962C8B-B14F-4D97-AF65-F5344CB8AC3E}">
        <p14:creationId xmlns:p14="http://schemas.microsoft.com/office/powerpoint/2010/main" val="273283361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419100" y="703263"/>
            <a:ext cx="6172200" cy="3473450"/>
          </a:xfrm>
        </p:spPr>
      </p:sp>
      <p:sp>
        <p:nvSpPr>
          <p:cNvPr id="3" name="Espace réservé des commentaires 2"/>
          <p:cNvSpPr>
            <a:spLocks noGrp="1"/>
          </p:cNvSpPr>
          <p:nvPr>
            <p:ph type="body" idx="1"/>
          </p:nvPr>
        </p:nvSpPr>
        <p:spPr/>
        <p:txBody>
          <a:bodyPr>
            <a:normAutofit/>
          </a:bodyPr>
          <a:lstStyle/>
          <a:p>
            <a:endParaRPr lang="fr-CA" sz="1600" noProof="0" dirty="0">
              <a:latin typeface="Arial" panose="020B0604020202020204" pitchFamily="34" charset="0"/>
              <a:cs typeface="Arial" panose="020B0604020202020204" pitchFamily="34" charset="0"/>
            </a:endParaRPr>
          </a:p>
        </p:txBody>
      </p:sp>
      <p:sp>
        <p:nvSpPr>
          <p:cNvPr id="4" name="Espace réservé du numéro de diapositive 3"/>
          <p:cNvSpPr>
            <a:spLocks noGrp="1"/>
          </p:cNvSpPr>
          <p:nvPr>
            <p:ph type="sldNum" sz="quarter" idx="10"/>
          </p:nvPr>
        </p:nvSpPr>
        <p:spPr/>
        <p:txBody>
          <a:bodyPr/>
          <a:lstStyle/>
          <a:p>
            <a:pPr>
              <a:defRPr/>
            </a:pPr>
            <a:fld id="{DC790826-D90E-4A37-A94F-5762D5AE026D}" type="slidenum">
              <a:rPr lang="fr-CA" smtClean="0"/>
              <a:pPr>
                <a:defRPr/>
              </a:pPr>
              <a:t>26</a:t>
            </a:fld>
            <a:endParaRPr lang="fr-CA"/>
          </a:p>
        </p:txBody>
      </p:sp>
    </p:spTree>
    <p:extLst>
      <p:ext uri="{BB962C8B-B14F-4D97-AF65-F5344CB8AC3E}">
        <p14:creationId xmlns:p14="http://schemas.microsoft.com/office/powerpoint/2010/main" val="424795599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0E364CCF-1E2B-4CE6-9935-AC6A8D2B1120}" type="slidenum">
              <a:rPr lang="fr-CA"/>
              <a:pPr/>
              <a:t>27</a:t>
            </a:fld>
            <a:endParaRPr lang="fr-CA"/>
          </a:p>
        </p:txBody>
      </p:sp>
      <p:sp>
        <p:nvSpPr>
          <p:cNvPr id="400386" name="Rectangle 2"/>
          <p:cNvSpPr>
            <a:spLocks noGrp="1" noRot="1" noChangeAspect="1" noChangeArrowheads="1" noTextEdit="1"/>
          </p:cNvSpPr>
          <p:nvPr>
            <p:ph type="sldImg"/>
          </p:nvPr>
        </p:nvSpPr>
        <p:spPr>
          <a:xfrm>
            <a:off x="419100" y="703263"/>
            <a:ext cx="6173788" cy="3473450"/>
          </a:xfrm>
          <a:ln/>
        </p:spPr>
      </p:sp>
      <p:sp>
        <p:nvSpPr>
          <p:cNvPr id="400387" name="Rectangle 3"/>
          <p:cNvSpPr>
            <a:spLocks noGrp="1" noChangeArrowheads="1"/>
          </p:cNvSpPr>
          <p:nvPr>
            <p:ph type="body" idx="1"/>
          </p:nvPr>
        </p:nvSpPr>
        <p:spPr/>
        <p:txBody>
          <a:bodyPr/>
          <a:lstStyle/>
          <a:p>
            <a:endParaRPr lang="fr-CA" sz="1600" baseline="0" dirty="0"/>
          </a:p>
        </p:txBody>
      </p:sp>
    </p:spTree>
    <p:extLst>
      <p:ext uri="{BB962C8B-B14F-4D97-AF65-F5344CB8AC3E}">
        <p14:creationId xmlns:p14="http://schemas.microsoft.com/office/powerpoint/2010/main" val="4802588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pPr>
              <a:defRPr/>
            </a:pPr>
            <a:fld id="{DC790826-D90E-4A37-A94F-5762D5AE026D}" type="slidenum">
              <a:rPr lang="fr-CA" smtClean="0"/>
              <a:pPr>
                <a:defRPr/>
              </a:pPr>
              <a:t>28</a:t>
            </a:fld>
            <a:endParaRPr lang="fr-CA"/>
          </a:p>
        </p:txBody>
      </p:sp>
    </p:spTree>
    <p:extLst>
      <p:ext uri="{BB962C8B-B14F-4D97-AF65-F5344CB8AC3E}">
        <p14:creationId xmlns:p14="http://schemas.microsoft.com/office/powerpoint/2010/main" val="158934754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pPr>
              <a:defRPr/>
            </a:pPr>
            <a:fld id="{DC790826-D90E-4A37-A94F-5762D5AE026D}" type="slidenum">
              <a:rPr lang="fr-CA" smtClean="0"/>
              <a:pPr>
                <a:defRPr/>
              </a:pPr>
              <a:t>29</a:t>
            </a:fld>
            <a:endParaRPr lang="fr-CA"/>
          </a:p>
        </p:txBody>
      </p:sp>
    </p:spTree>
    <p:extLst>
      <p:ext uri="{BB962C8B-B14F-4D97-AF65-F5344CB8AC3E}">
        <p14:creationId xmlns:p14="http://schemas.microsoft.com/office/powerpoint/2010/main" val="404480440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419100" y="703263"/>
            <a:ext cx="6172200" cy="3473450"/>
          </a:xfrm>
        </p:spPr>
      </p:sp>
      <p:sp>
        <p:nvSpPr>
          <p:cNvPr id="3" name="Espace réservé des commentaires 2"/>
          <p:cNvSpPr>
            <a:spLocks noGrp="1"/>
          </p:cNvSpPr>
          <p:nvPr>
            <p:ph type="body" idx="1"/>
          </p:nvPr>
        </p:nvSpPr>
        <p:spPr/>
        <p:txBody>
          <a:bodyPr>
            <a:normAutofit/>
          </a:bodyPr>
          <a:lstStyle/>
          <a:p>
            <a:endParaRPr lang="fr-CA"/>
          </a:p>
        </p:txBody>
      </p:sp>
      <p:sp>
        <p:nvSpPr>
          <p:cNvPr id="4" name="Espace réservé du numéro de diapositive 3"/>
          <p:cNvSpPr>
            <a:spLocks noGrp="1"/>
          </p:cNvSpPr>
          <p:nvPr>
            <p:ph type="sldNum" sz="quarter" idx="10"/>
          </p:nvPr>
        </p:nvSpPr>
        <p:spPr/>
        <p:txBody>
          <a:bodyPr/>
          <a:lstStyle/>
          <a:p>
            <a:fld id="{D81A4479-F6F0-41D6-820A-57A10007F44B}" type="slidenum">
              <a:rPr lang="fr-CA" smtClean="0">
                <a:solidFill>
                  <a:prstClr val="black"/>
                </a:solidFill>
              </a:rPr>
              <a:pPr/>
              <a:t>30</a:t>
            </a:fld>
            <a:endParaRPr lang="fr-CA">
              <a:solidFill>
                <a:prstClr val="black"/>
              </a:solidFill>
            </a:endParaRPr>
          </a:p>
        </p:txBody>
      </p:sp>
    </p:spTree>
    <p:extLst>
      <p:ext uri="{BB962C8B-B14F-4D97-AF65-F5344CB8AC3E}">
        <p14:creationId xmlns:p14="http://schemas.microsoft.com/office/powerpoint/2010/main" val="207744614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CA"/>
          </a:p>
        </p:txBody>
      </p:sp>
      <p:sp>
        <p:nvSpPr>
          <p:cNvPr id="4" name="Espace réservé du numéro de diapositive 3"/>
          <p:cNvSpPr>
            <a:spLocks noGrp="1"/>
          </p:cNvSpPr>
          <p:nvPr>
            <p:ph type="sldNum" sz="quarter" idx="10"/>
          </p:nvPr>
        </p:nvSpPr>
        <p:spPr/>
        <p:txBody>
          <a:bodyPr/>
          <a:lstStyle/>
          <a:p>
            <a:fld id="{D81A4479-F6F0-41D6-820A-57A10007F44B}" type="slidenum">
              <a:rPr lang="fr-CA" smtClean="0">
                <a:solidFill>
                  <a:prstClr val="black"/>
                </a:solidFill>
              </a:rPr>
              <a:pPr/>
              <a:t>31</a:t>
            </a:fld>
            <a:endParaRPr lang="fr-CA">
              <a:solidFill>
                <a:prstClr val="black"/>
              </a:solidFill>
            </a:endParaRPr>
          </a:p>
        </p:txBody>
      </p:sp>
    </p:spTree>
    <p:extLst>
      <p:ext uri="{BB962C8B-B14F-4D97-AF65-F5344CB8AC3E}">
        <p14:creationId xmlns:p14="http://schemas.microsoft.com/office/powerpoint/2010/main" val="207744614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CA"/>
          </a:p>
        </p:txBody>
      </p:sp>
      <p:sp>
        <p:nvSpPr>
          <p:cNvPr id="4" name="Espace réservé du numéro de diapositive 3"/>
          <p:cNvSpPr>
            <a:spLocks noGrp="1"/>
          </p:cNvSpPr>
          <p:nvPr>
            <p:ph type="sldNum" sz="quarter" idx="5"/>
          </p:nvPr>
        </p:nvSpPr>
        <p:spPr/>
        <p:txBody>
          <a:bodyPr/>
          <a:lstStyle/>
          <a:p>
            <a:fld id="{7C8BC42A-5C03-431D-B855-CCCF13E3B37E}" type="slidenum">
              <a:rPr lang="fr-CA" smtClean="0"/>
              <a:pPr/>
              <a:t>32</a:t>
            </a:fld>
            <a:endParaRPr lang="fr-CA"/>
          </a:p>
        </p:txBody>
      </p:sp>
    </p:spTree>
    <p:extLst>
      <p:ext uri="{BB962C8B-B14F-4D97-AF65-F5344CB8AC3E}">
        <p14:creationId xmlns:p14="http://schemas.microsoft.com/office/powerpoint/2010/main" val="273463705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pic>
        <p:nvPicPr>
          <p:cNvPr id="9" name="Imag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31615" y="1432838"/>
            <a:ext cx="9096771" cy="3795257"/>
          </a:xfrm>
          <a:prstGeom prst="rect">
            <a:avLst/>
          </a:prstGeom>
        </p:spPr>
      </p:pic>
      <p:sp>
        <p:nvSpPr>
          <p:cNvPr id="2" name="Titre 1"/>
          <p:cNvSpPr>
            <a:spLocks noGrp="1"/>
          </p:cNvSpPr>
          <p:nvPr>
            <p:ph type="ctrTitle"/>
          </p:nvPr>
        </p:nvSpPr>
        <p:spPr>
          <a:xfrm>
            <a:off x="532000" y="1429200"/>
            <a:ext cx="5860000" cy="1458000"/>
          </a:xfrm>
          <a:solidFill>
            <a:schemeClr val="accent5">
              <a:alpha val="80000"/>
            </a:schemeClr>
          </a:solidFill>
        </p:spPr>
        <p:txBody>
          <a:bodyPr bIns="72000">
            <a:normAutofit/>
          </a:bodyPr>
          <a:lstStyle>
            <a:lvl1pPr>
              <a:defRPr sz="3600">
                <a:solidFill>
                  <a:schemeClr val="accent2"/>
                </a:solidFill>
              </a:defRPr>
            </a:lvl1pPr>
          </a:lstStyle>
          <a:p>
            <a:r>
              <a:rPr lang="fr-FR" noProof="0"/>
              <a:t>Modifiez le style du titre</a:t>
            </a:r>
            <a:endParaRPr lang="fr-CA" noProof="0" dirty="0"/>
          </a:p>
        </p:txBody>
      </p:sp>
      <p:sp>
        <p:nvSpPr>
          <p:cNvPr id="3" name="Sous-titre 2"/>
          <p:cNvSpPr>
            <a:spLocks noGrp="1"/>
          </p:cNvSpPr>
          <p:nvPr>
            <p:ph type="subTitle" idx="1"/>
          </p:nvPr>
        </p:nvSpPr>
        <p:spPr>
          <a:xfrm>
            <a:off x="532000" y="2962656"/>
            <a:ext cx="5852000" cy="402336"/>
          </a:xfrm>
          <a:solidFill>
            <a:schemeClr val="accent5">
              <a:alpha val="80000"/>
            </a:schemeClr>
          </a:solidFill>
        </p:spPr>
        <p:txBody>
          <a:bodyPr anchor="ctr" anchorCtr="0">
            <a:normAutofit/>
          </a:bodyPr>
          <a:lstStyle>
            <a:lvl1pPr marL="0" indent="0" algn="l">
              <a:buNone/>
              <a:defRPr sz="2000">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noProof="0"/>
              <a:t>Modifiez le style des sous-titres du masque</a:t>
            </a:r>
            <a:endParaRPr lang="fr-CA" noProof="0" dirty="0"/>
          </a:p>
        </p:txBody>
      </p:sp>
      <p:sp>
        <p:nvSpPr>
          <p:cNvPr id="6" name="Espace réservé du numéro de diapositive 5"/>
          <p:cNvSpPr>
            <a:spLocks noGrp="1"/>
          </p:cNvSpPr>
          <p:nvPr>
            <p:ph type="sldNum" sz="quarter" idx="12"/>
          </p:nvPr>
        </p:nvSpPr>
        <p:spPr>
          <a:xfrm>
            <a:off x="9112000" y="5385600"/>
            <a:ext cx="516000" cy="136800"/>
          </a:xfrm>
        </p:spPr>
        <p:txBody>
          <a:bodyPr vert="horz" lIns="91440" tIns="45720" rIns="91440" bIns="45720" rtlCol="0" anchor="ctr"/>
          <a:lstStyle>
            <a:lvl1pPr marL="0" algn="r" defTabSz="914400" rtl="0" eaLnBrk="1" latinLnBrk="0" hangingPunct="1">
              <a:defRPr lang="fr-CA" sz="670" kern="1200" smtClean="0">
                <a:solidFill>
                  <a:schemeClr val="accent2"/>
                </a:solidFill>
                <a:latin typeface="+mn-lt"/>
                <a:ea typeface="+mn-ea"/>
                <a:cs typeface="+mn-cs"/>
              </a:defRPr>
            </a:lvl1pPr>
          </a:lstStyle>
          <a:p>
            <a:fld id="{77B8E65F-5E3F-4E73-B056-4D0181456FB2}" type="slidenum">
              <a:rPr lang="fr-CA" noProof="0" smtClean="0"/>
              <a:pPr/>
              <a:t>‹N°›</a:t>
            </a:fld>
            <a:endParaRPr lang="fr-CA" noProof="0" dirty="0"/>
          </a:p>
        </p:txBody>
      </p:sp>
      <p:pic>
        <p:nvPicPr>
          <p:cNvPr id="7" name="Imag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49909" y="234063"/>
            <a:ext cx="5869748" cy="815723"/>
          </a:xfrm>
          <a:prstGeom prst="rect">
            <a:avLst/>
          </a:prstGeom>
        </p:spPr>
      </p:pic>
      <p:sp>
        <p:nvSpPr>
          <p:cNvPr id="11" name="Espace réservé du pied de page 10"/>
          <p:cNvSpPr>
            <a:spLocks noGrp="1"/>
          </p:cNvSpPr>
          <p:nvPr>
            <p:ph type="ftr" sz="quarter" idx="14"/>
          </p:nvPr>
        </p:nvSpPr>
        <p:spPr>
          <a:xfrm>
            <a:off x="531615" y="5028295"/>
            <a:ext cx="2387999" cy="200055"/>
          </a:xfrm>
          <a:solidFill>
            <a:schemeClr val="accent5"/>
          </a:solidFill>
        </p:spPr>
        <p:txBody>
          <a:bodyPr/>
          <a:lstStyle>
            <a:lvl1pPr algn="l">
              <a:defRPr sz="1300" cap="all" baseline="0">
                <a:solidFill>
                  <a:schemeClr val="bg1"/>
                </a:solidFill>
              </a:defRPr>
            </a:lvl1pPr>
          </a:lstStyle>
          <a:p>
            <a:endParaRPr lang="fr-CA" noProof="0" dirty="0"/>
          </a:p>
        </p:txBody>
      </p:sp>
      <p:sp>
        <p:nvSpPr>
          <p:cNvPr id="13" name="Espace réservé de la date 12"/>
          <p:cNvSpPr>
            <a:spLocks noGrp="1"/>
          </p:cNvSpPr>
          <p:nvPr>
            <p:ph type="dt" sz="half" idx="15"/>
          </p:nvPr>
        </p:nvSpPr>
        <p:spPr/>
        <p:txBody>
          <a:bodyPr/>
          <a:lstStyle/>
          <a:p>
            <a:fld id="{98FD3BE9-B61A-496B-9E53-6BE29CAA7F7D}" type="datetime3">
              <a:rPr lang="fr-CA" noProof="0" smtClean="0"/>
              <a:pPr/>
              <a:t>26/06/01</a:t>
            </a:fld>
            <a:endParaRPr lang="fr-CA" noProof="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532000" y="479686"/>
            <a:ext cx="9096000" cy="822960"/>
          </a:xfrm>
        </p:spPr>
        <p:txBody>
          <a:bodyPr/>
          <a:lstStyle/>
          <a:p>
            <a:r>
              <a:rPr lang="fr-CA" noProof="0" dirty="0"/>
              <a:t>Click to </a:t>
            </a:r>
            <a:r>
              <a:rPr lang="fr-CA" noProof="0" dirty="0" err="1"/>
              <a:t>edit</a:t>
            </a:r>
            <a:r>
              <a:rPr lang="fr-CA" noProof="0" dirty="0"/>
              <a:t> </a:t>
            </a:r>
            <a:r>
              <a:rPr lang="fr-CA" noProof="0" dirty="0" err="1"/>
              <a:t>title</a:t>
            </a:r>
            <a:r>
              <a:rPr lang="fr-CA" noProof="0" dirty="0"/>
              <a:t> style</a:t>
            </a:r>
          </a:p>
        </p:txBody>
      </p:sp>
      <p:sp>
        <p:nvSpPr>
          <p:cNvPr id="3" name="Espace réservé du contenu 2"/>
          <p:cNvSpPr>
            <a:spLocks noGrp="1"/>
          </p:cNvSpPr>
          <p:nvPr>
            <p:ph idx="1"/>
          </p:nvPr>
        </p:nvSpPr>
        <p:spPr>
          <a:xfrm>
            <a:off x="532000" y="1577687"/>
            <a:ext cx="9096000" cy="3187989"/>
          </a:xfrm>
        </p:spPr>
        <p:txBody>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dirty="0"/>
          </a:p>
        </p:txBody>
      </p:sp>
      <p:sp>
        <p:nvSpPr>
          <p:cNvPr id="4" name="Espace réservé de la date 3"/>
          <p:cNvSpPr>
            <a:spLocks noGrp="1"/>
          </p:cNvSpPr>
          <p:nvPr>
            <p:ph type="dt" sz="half" idx="10"/>
          </p:nvPr>
        </p:nvSpPr>
        <p:spPr/>
        <p:txBody>
          <a:bodyPr/>
          <a:lstStyle/>
          <a:p>
            <a:fld id="{B8AEE98D-278E-4B48-81DC-1D1D6F61A9AE}" type="datetime3">
              <a:rPr lang="fr-CA" noProof="0" smtClean="0"/>
              <a:pPr/>
              <a:t>26/06/01</a:t>
            </a:fld>
            <a:endParaRPr lang="fr-CA" noProof="0" dirty="0"/>
          </a:p>
        </p:txBody>
      </p:sp>
      <p:sp>
        <p:nvSpPr>
          <p:cNvPr id="5" name="Espace réservé du pied de page 4"/>
          <p:cNvSpPr>
            <a:spLocks noGrp="1"/>
          </p:cNvSpPr>
          <p:nvPr>
            <p:ph type="ftr" sz="quarter" idx="11"/>
          </p:nvPr>
        </p:nvSpPr>
        <p:spPr/>
        <p:txBody>
          <a:bodyPr/>
          <a:lstStyle/>
          <a:p>
            <a:endParaRPr lang="fr-CA" noProof="0" dirty="0"/>
          </a:p>
        </p:txBody>
      </p:sp>
      <p:sp>
        <p:nvSpPr>
          <p:cNvPr id="6" name="Espace réservé du numéro de diapositive 5"/>
          <p:cNvSpPr>
            <a:spLocks noGrp="1"/>
          </p:cNvSpPr>
          <p:nvPr>
            <p:ph type="sldNum" sz="quarter" idx="12"/>
          </p:nvPr>
        </p:nvSpPr>
        <p:spPr/>
        <p:txBody>
          <a:bodyPr/>
          <a:lstStyle/>
          <a:p>
            <a:fld id="{77B8E65F-5E3F-4E73-B056-4D0181456FB2}" type="slidenum">
              <a:rPr lang="fr-CA" noProof="0" smtClean="0"/>
              <a:pPr/>
              <a:t>‹N°›</a:t>
            </a:fld>
            <a:endParaRPr lang="fr-CA" noProof="0" dirty="0"/>
          </a:p>
        </p:txBody>
      </p:sp>
      <p:sp>
        <p:nvSpPr>
          <p:cNvPr id="7" name="TextBox 6"/>
          <p:cNvSpPr txBox="1"/>
          <p:nvPr userDrawn="1"/>
        </p:nvSpPr>
        <p:spPr>
          <a:xfrm>
            <a:off x="384528" y="4765675"/>
            <a:ext cx="1016000" cy="914400"/>
          </a:xfrm>
          <a:prstGeom prst="rect">
            <a:avLst/>
          </a:prstGeom>
        </p:spPr>
        <p:txBody>
          <a:bodyPr vert="horz" wrap="none" lIns="91440" tIns="45720" rIns="91440" bIns="45720" rtlCol="0">
            <a:normAutofit/>
          </a:bodyPr>
          <a:lstStyle/>
          <a:p>
            <a:pPr marL="154800" indent="-154800">
              <a:buClr>
                <a:schemeClr val="accent2"/>
              </a:buClr>
              <a:buSzPct val="125000"/>
              <a:buFont typeface="Arial" panose="020B0604020202020204" pitchFamily="34" charset="0"/>
              <a:buChar char="•"/>
            </a:pPr>
            <a:endParaRPr lang="fr-CA" sz="1670" noProof="0" dirty="0"/>
          </a:p>
        </p:txBody>
      </p:sp>
    </p:spTree>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sp>
        <p:nvSpPr>
          <p:cNvPr id="4" name="Rectangle 3"/>
          <p:cNvSpPr/>
          <p:nvPr userDrawn="1"/>
        </p:nvSpPr>
        <p:spPr>
          <a:xfrm>
            <a:off x="2291183" y="3453140"/>
            <a:ext cx="7336817" cy="144475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800" noProof="0" dirty="0"/>
          </a:p>
        </p:txBody>
      </p:sp>
      <p:pic>
        <p:nvPicPr>
          <p:cNvPr id="8" name="Image 7"/>
          <p:cNvPicPr>
            <a:picLocks noChangeAspect="1"/>
          </p:cNvPicPr>
          <p:nvPr userDrawn="1"/>
        </p:nvPicPr>
        <p:blipFill rotWithShape="1">
          <a:blip r:embed="rId2" cstate="print">
            <a:extLst>
              <a:ext uri="{28A0092B-C50C-407E-A947-70E740481C1C}">
                <a14:useLocalDpi xmlns:a14="http://schemas.microsoft.com/office/drawing/2010/main" val="0"/>
              </a:ext>
            </a:extLst>
          </a:blip>
          <a:srcRect l="33863" t="-901" b="1413"/>
          <a:stretch/>
        </p:blipFill>
        <p:spPr>
          <a:xfrm>
            <a:off x="6489959" y="1404500"/>
            <a:ext cx="3138424" cy="1973183"/>
          </a:xfrm>
          <a:prstGeom prst="rect">
            <a:avLst/>
          </a:prstGeom>
        </p:spPr>
      </p:pic>
      <p:sp>
        <p:nvSpPr>
          <p:cNvPr id="2" name="Titre 1"/>
          <p:cNvSpPr>
            <a:spLocks noGrp="1"/>
          </p:cNvSpPr>
          <p:nvPr>
            <p:ph type="title"/>
          </p:nvPr>
        </p:nvSpPr>
        <p:spPr>
          <a:xfrm>
            <a:off x="532000" y="1429199"/>
            <a:ext cx="5860000" cy="1458000"/>
          </a:xfrm>
          <a:solidFill>
            <a:schemeClr val="accent5"/>
          </a:solidFill>
        </p:spPr>
        <p:txBody>
          <a:bodyPr vert="horz" lIns="91440" tIns="45720" rIns="91440" bIns="72000" rtlCol="0" anchor="ctr">
            <a:normAutofit/>
          </a:bodyPr>
          <a:lstStyle>
            <a:lvl1pPr algn="l" defTabSz="914400" rtl="0" eaLnBrk="1" latinLnBrk="0" hangingPunct="1">
              <a:spcBef>
                <a:spcPct val="0"/>
              </a:spcBef>
              <a:buNone/>
              <a:defRPr lang="fr-CA" sz="3600" b="1" kern="1200" dirty="0">
                <a:solidFill>
                  <a:schemeClr val="accent2"/>
                </a:solidFill>
                <a:latin typeface="+mj-lt"/>
                <a:ea typeface="+mj-ea"/>
                <a:cs typeface="+mj-cs"/>
              </a:defRPr>
            </a:lvl1pPr>
          </a:lstStyle>
          <a:p>
            <a:r>
              <a:rPr lang="fr-FR" noProof="0"/>
              <a:t>Modifiez le style du titre</a:t>
            </a:r>
            <a:endParaRPr lang="fr-CA" noProof="0" dirty="0"/>
          </a:p>
        </p:txBody>
      </p:sp>
      <p:sp>
        <p:nvSpPr>
          <p:cNvPr id="3" name="Espace réservé du texte 2"/>
          <p:cNvSpPr>
            <a:spLocks noGrp="1"/>
          </p:cNvSpPr>
          <p:nvPr>
            <p:ph type="body" idx="1"/>
          </p:nvPr>
        </p:nvSpPr>
        <p:spPr>
          <a:xfrm>
            <a:off x="532000" y="2962656"/>
            <a:ext cx="5852000" cy="402336"/>
          </a:xfrm>
          <a:solidFill>
            <a:schemeClr val="accent5"/>
          </a:solidFill>
        </p:spPr>
        <p:txBody>
          <a:bodyPr vert="horz" lIns="91440" tIns="45720" rIns="91440" bIns="45720" rtlCol="0" anchor="ctr" anchorCtr="0">
            <a:normAutofit/>
          </a:bodyPr>
          <a:lstStyle>
            <a:lvl1pPr marL="0" indent="0" algn="l" defTabSz="914400" rtl="0" eaLnBrk="1" latinLnBrk="0" hangingPunct="1">
              <a:spcBef>
                <a:spcPct val="20000"/>
              </a:spcBef>
              <a:buClr>
                <a:schemeClr val="accent2"/>
              </a:buClr>
              <a:buSzPct val="125000"/>
              <a:buFont typeface="Arial" pitchFamily="34" charset="0"/>
              <a:buNone/>
              <a:defRPr lang="fr-FR" sz="2000" kern="1200" smtClean="0">
                <a:solidFill>
                  <a:schemeClr val="accent2"/>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noProof="0"/>
              <a:t>Cliquez pour modifier les styles du texte du masque</a:t>
            </a:r>
          </a:p>
        </p:txBody>
      </p:sp>
      <p:sp>
        <p:nvSpPr>
          <p:cNvPr id="6" name="Espace réservé du numéro de diapositive 5"/>
          <p:cNvSpPr>
            <a:spLocks noGrp="1"/>
          </p:cNvSpPr>
          <p:nvPr>
            <p:ph type="sldNum" sz="quarter" idx="12"/>
          </p:nvPr>
        </p:nvSpPr>
        <p:spPr/>
        <p:txBody>
          <a:bodyPr/>
          <a:lstStyle/>
          <a:p>
            <a:fld id="{77B8E65F-5E3F-4E73-B056-4D0181456FB2}" type="slidenum">
              <a:rPr lang="fr-CA" noProof="0" smtClean="0"/>
              <a:pPr/>
              <a:t>‹N°›</a:t>
            </a:fld>
            <a:endParaRPr lang="fr-CA" noProof="0" dirty="0"/>
          </a:p>
        </p:txBody>
      </p:sp>
      <p:sp>
        <p:nvSpPr>
          <p:cNvPr id="10" name="Espace réservé de la date 9"/>
          <p:cNvSpPr>
            <a:spLocks noGrp="1"/>
          </p:cNvSpPr>
          <p:nvPr>
            <p:ph type="dt" sz="half" idx="13"/>
          </p:nvPr>
        </p:nvSpPr>
        <p:spPr/>
        <p:txBody>
          <a:bodyPr/>
          <a:lstStyle/>
          <a:p>
            <a:fld id="{77279209-565D-4FE5-A4C8-60294C4337D1}" type="datetime3">
              <a:rPr lang="fr-CA" noProof="0" smtClean="0"/>
              <a:pPr/>
              <a:t>26/06/01</a:t>
            </a:fld>
            <a:endParaRPr lang="fr-CA" noProof="0" dirty="0"/>
          </a:p>
        </p:txBody>
      </p:sp>
      <p:sp>
        <p:nvSpPr>
          <p:cNvPr id="11" name="Espace réservé du pied de page 10"/>
          <p:cNvSpPr>
            <a:spLocks noGrp="1"/>
          </p:cNvSpPr>
          <p:nvPr>
            <p:ph type="ftr" sz="quarter" idx="14"/>
          </p:nvPr>
        </p:nvSpPr>
        <p:spPr/>
        <p:txBody>
          <a:bodyPr/>
          <a:lstStyle/>
          <a:p>
            <a:endParaRPr lang="fr-CA" noProof="0" dirty="0"/>
          </a:p>
        </p:txBody>
      </p:sp>
      <p:pic>
        <p:nvPicPr>
          <p:cNvPr id="13" name="Image 7"/>
          <p:cNvPicPr>
            <a:picLocks noChangeAspect="1"/>
          </p:cNvPicPr>
          <p:nvPr userDrawn="1"/>
        </p:nvPicPr>
        <p:blipFill rotWithShape="1">
          <a:blip r:embed="rId3">
            <a:extLst>
              <a:ext uri="{28A0092B-C50C-407E-A947-70E740481C1C}">
                <a14:useLocalDpi xmlns:a14="http://schemas.microsoft.com/office/drawing/2010/main" val="0"/>
              </a:ext>
            </a:extLst>
          </a:blip>
          <a:srcRect l="32451" r="1"/>
          <a:stretch/>
        </p:blipFill>
        <p:spPr>
          <a:xfrm>
            <a:off x="6479592" y="1432838"/>
            <a:ext cx="3148793" cy="1944845"/>
          </a:xfrm>
          <a:prstGeom prst="rect">
            <a:avLst/>
          </a:prstGeom>
        </p:spPr>
      </p:pic>
      <p:sp>
        <p:nvSpPr>
          <p:cNvPr id="5" name="Rectangle 4"/>
          <p:cNvSpPr/>
          <p:nvPr userDrawn="1"/>
        </p:nvSpPr>
        <p:spPr>
          <a:xfrm>
            <a:off x="532000" y="3453139"/>
            <a:ext cx="1686613" cy="145406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800" noProof="0" dirty="0"/>
          </a:p>
        </p:txBody>
      </p:sp>
      <p:pic>
        <p:nvPicPr>
          <p:cNvPr id="12" name="Image 6"/>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991504" y="5032161"/>
            <a:ext cx="1711219" cy="212859"/>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a:xfrm>
            <a:off x="532000" y="481014"/>
            <a:ext cx="9096000" cy="823361"/>
          </a:xfrm>
        </p:spPr>
        <p:txBody>
          <a:bodyPr/>
          <a:lstStyle/>
          <a:p>
            <a:r>
              <a:rPr lang="fr-FR" noProof="0"/>
              <a:t>Modifiez le style du titre</a:t>
            </a:r>
            <a:endParaRPr lang="fr-CA" noProof="0" dirty="0"/>
          </a:p>
        </p:txBody>
      </p:sp>
      <p:sp>
        <p:nvSpPr>
          <p:cNvPr id="3" name="Espace réservé du contenu 2"/>
          <p:cNvSpPr>
            <a:spLocks noGrp="1"/>
          </p:cNvSpPr>
          <p:nvPr>
            <p:ph sz="half" idx="1"/>
          </p:nvPr>
        </p:nvSpPr>
        <p:spPr>
          <a:xfrm>
            <a:off x="508000" y="1517735"/>
            <a:ext cx="4487333" cy="3247941"/>
          </a:xfrm>
        </p:spPr>
        <p:txBody>
          <a:bodyPr>
            <a:normAutofit/>
          </a:bodyPr>
          <a:lstStyle>
            <a:lvl1pPr>
              <a:defRPr sz="1670"/>
            </a:lvl1pPr>
            <a:lvl2pPr>
              <a:defRPr sz="1670"/>
            </a:lvl2pPr>
            <a:lvl3pPr>
              <a:defRPr sz="1670"/>
            </a:lvl3pPr>
            <a:lvl4pPr>
              <a:defRPr sz="1670"/>
            </a:lvl4pPr>
            <a:lvl5pPr>
              <a:defRPr sz="1670"/>
            </a:lvl5pPr>
            <a:lvl6pPr>
              <a:defRPr sz="1800"/>
            </a:lvl6pPr>
            <a:lvl7pPr>
              <a:defRPr sz="1800"/>
            </a:lvl7pPr>
            <a:lvl8pPr>
              <a:defRPr sz="1800"/>
            </a:lvl8pPr>
            <a:lvl9pPr>
              <a:defRPr sz="180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dirty="0"/>
          </a:p>
        </p:txBody>
      </p:sp>
      <p:sp>
        <p:nvSpPr>
          <p:cNvPr id="4" name="Espace réservé du contenu 3"/>
          <p:cNvSpPr>
            <a:spLocks noGrp="1"/>
          </p:cNvSpPr>
          <p:nvPr>
            <p:ph sz="half" idx="2"/>
          </p:nvPr>
        </p:nvSpPr>
        <p:spPr>
          <a:xfrm>
            <a:off x="5164667" y="1517735"/>
            <a:ext cx="4487333" cy="3247941"/>
          </a:xfrm>
        </p:spPr>
        <p:txBody>
          <a:bodyPr>
            <a:normAutofit/>
          </a:bodyPr>
          <a:lstStyle>
            <a:lvl1pPr>
              <a:defRPr sz="1670"/>
            </a:lvl1pPr>
            <a:lvl2pPr>
              <a:defRPr sz="1670"/>
            </a:lvl2pPr>
            <a:lvl3pPr>
              <a:defRPr sz="1670"/>
            </a:lvl3pPr>
            <a:lvl4pPr>
              <a:defRPr sz="1670"/>
            </a:lvl4pPr>
            <a:lvl5pPr>
              <a:defRPr sz="1670"/>
            </a:lvl5pPr>
            <a:lvl6pPr>
              <a:defRPr sz="1800"/>
            </a:lvl6pPr>
            <a:lvl7pPr>
              <a:defRPr sz="1800"/>
            </a:lvl7pPr>
            <a:lvl8pPr>
              <a:defRPr sz="1800"/>
            </a:lvl8pPr>
            <a:lvl9pPr>
              <a:defRPr sz="180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dirty="0"/>
          </a:p>
        </p:txBody>
      </p:sp>
      <p:sp>
        <p:nvSpPr>
          <p:cNvPr id="5" name="Espace réservé de la date 4"/>
          <p:cNvSpPr>
            <a:spLocks noGrp="1"/>
          </p:cNvSpPr>
          <p:nvPr>
            <p:ph type="dt" sz="half" idx="10"/>
          </p:nvPr>
        </p:nvSpPr>
        <p:spPr/>
        <p:txBody>
          <a:bodyPr/>
          <a:lstStyle/>
          <a:p>
            <a:fld id="{F21CA514-E663-440D-A703-C1929B51DE22}" type="datetime3">
              <a:rPr lang="fr-CA" noProof="0" smtClean="0"/>
              <a:pPr/>
              <a:t>26/06/01</a:t>
            </a:fld>
            <a:endParaRPr lang="fr-CA" noProof="0" dirty="0"/>
          </a:p>
        </p:txBody>
      </p:sp>
      <p:sp>
        <p:nvSpPr>
          <p:cNvPr id="6" name="Espace réservé du pied de page 5"/>
          <p:cNvSpPr>
            <a:spLocks noGrp="1"/>
          </p:cNvSpPr>
          <p:nvPr>
            <p:ph type="ftr" sz="quarter" idx="11"/>
          </p:nvPr>
        </p:nvSpPr>
        <p:spPr/>
        <p:txBody>
          <a:bodyPr/>
          <a:lstStyle/>
          <a:p>
            <a:endParaRPr lang="fr-CA" noProof="0" dirty="0"/>
          </a:p>
        </p:txBody>
      </p:sp>
      <p:sp>
        <p:nvSpPr>
          <p:cNvPr id="7" name="Espace réservé du numéro de diapositive 6"/>
          <p:cNvSpPr>
            <a:spLocks noGrp="1"/>
          </p:cNvSpPr>
          <p:nvPr>
            <p:ph type="sldNum" sz="quarter" idx="12"/>
          </p:nvPr>
        </p:nvSpPr>
        <p:spPr/>
        <p:txBody>
          <a:bodyPr/>
          <a:lstStyle/>
          <a:p>
            <a:fld id="{77B8E65F-5E3F-4E73-B056-4D0181456FB2}" type="slidenum">
              <a:rPr lang="fr-CA" noProof="0" smtClean="0"/>
              <a:pPr/>
              <a:t>‹N°›</a:t>
            </a:fld>
            <a:endParaRPr lang="fr-CA" noProof="0" dirty="0"/>
          </a:p>
        </p:txBody>
      </p:sp>
    </p:spTree>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532000" y="478701"/>
            <a:ext cx="9096000" cy="820499"/>
          </a:xfrm>
        </p:spPr>
        <p:txBody>
          <a:bodyPr/>
          <a:lstStyle>
            <a:lvl1pPr>
              <a:defRPr/>
            </a:lvl1pPr>
          </a:lstStyle>
          <a:p>
            <a:r>
              <a:rPr lang="fr-FR" noProof="0"/>
              <a:t>Modifiez le style du titre</a:t>
            </a:r>
            <a:endParaRPr lang="fr-CA" noProof="0" dirty="0"/>
          </a:p>
        </p:txBody>
      </p:sp>
      <p:sp>
        <p:nvSpPr>
          <p:cNvPr id="3" name="Espace réservé du texte 2"/>
          <p:cNvSpPr>
            <a:spLocks noGrp="1"/>
          </p:cNvSpPr>
          <p:nvPr>
            <p:ph type="body" idx="1"/>
          </p:nvPr>
        </p:nvSpPr>
        <p:spPr>
          <a:xfrm>
            <a:off x="508000" y="1511301"/>
            <a:ext cx="4489098" cy="533135"/>
          </a:xfrm>
        </p:spPr>
        <p:txBody>
          <a:bodyPr anchor="b">
            <a:noAutofit/>
          </a:bodyPr>
          <a:lstStyle>
            <a:lvl1pPr marL="0" indent="0">
              <a:buNone/>
              <a:defRPr sz="15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noProof="0"/>
              <a:t>Cliquez pour modifier les styles du texte du masque</a:t>
            </a:r>
          </a:p>
        </p:txBody>
      </p:sp>
      <p:sp>
        <p:nvSpPr>
          <p:cNvPr id="4" name="Espace réservé du contenu 3"/>
          <p:cNvSpPr>
            <a:spLocks noGrp="1"/>
          </p:cNvSpPr>
          <p:nvPr>
            <p:ph sz="half" idx="2"/>
          </p:nvPr>
        </p:nvSpPr>
        <p:spPr>
          <a:xfrm>
            <a:off x="508000" y="2044436"/>
            <a:ext cx="4489098" cy="2721240"/>
          </a:xfrm>
        </p:spPr>
        <p:txBody>
          <a:bodyPr>
            <a:normAutofit/>
          </a:bodyPr>
          <a:lstStyle>
            <a:lvl1pPr>
              <a:defRPr sz="1670"/>
            </a:lvl1pPr>
            <a:lvl2pPr>
              <a:defRPr sz="1670"/>
            </a:lvl2pPr>
            <a:lvl3pPr>
              <a:defRPr sz="1670"/>
            </a:lvl3pPr>
            <a:lvl4pPr>
              <a:defRPr sz="1670"/>
            </a:lvl4pPr>
            <a:lvl5pPr>
              <a:defRPr sz="1670"/>
            </a:lvl5pPr>
            <a:lvl6pPr>
              <a:defRPr sz="1600"/>
            </a:lvl6pPr>
            <a:lvl7pPr>
              <a:defRPr sz="1600"/>
            </a:lvl7pPr>
            <a:lvl8pPr>
              <a:defRPr sz="1600"/>
            </a:lvl8pPr>
            <a:lvl9pPr>
              <a:defRPr sz="160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dirty="0"/>
          </a:p>
        </p:txBody>
      </p:sp>
      <p:sp>
        <p:nvSpPr>
          <p:cNvPr id="5" name="Espace réservé du texte 4"/>
          <p:cNvSpPr>
            <a:spLocks noGrp="1"/>
          </p:cNvSpPr>
          <p:nvPr>
            <p:ph type="body" sz="quarter" idx="3"/>
          </p:nvPr>
        </p:nvSpPr>
        <p:spPr>
          <a:xfrm>
            <a:off x="5161141" y="1511301"/>
            <a:ext cx="4490861" cy="533135"/>
          </a:xfrm>
        </p:spPr>
        <p:txBody>
          <a:bodyPr anchor="b">
            <a:noAutofit/>
          </a:bodyPr>
          <a:lstStyle>
            <a:lvl1pPr marL="0" indent="0">
              <a:buNone/>
              <a:defRPr sz="15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noProof="0"/>
              <a:t>Cliquez pour modifier les styles du texte du masque</a:t>
            </a:r>
          </a:p>
        </p:txBody>
      </p:sp>
      <p:sp>
        <p:nvSpPr>
          <p:cNvPr id="6" name="Espace réservé du contenu 5"/>
          <p:cNvSpPr>
            <a:spLocks noGrp="1"/>
          </p:cNvSpPr>
          <p:nvPr>
            <p:ph sz="quarter" idx="4"/>
          </p:nvPr>
        </p:nvSpPr>
        <p:spPr>
          <a:xfrm>
            <a:off x="5161141" y="2044436"/>
            <a:ext cx="4490861" cy="2721240"/>
          </a:xfrm>
        </p:spPr>
        <p:txBody>
          <a:bodyPr>
            <a:normAutofit/>
          </a:bodyPr>
          <a:lstStyle>
            <a:lvl1pPr>
              <a:defRPr sz="1670"/>
            </a:lvl1pPr>
            <a:lvl2pPr>
              <a:defRPr sz="1670"/>
            </a:lvl2pPr>
            <a:lvl3pPr>
              <a:defRPr sz="1670"/>
            </a:lvl3pPr>
            <a:lvl4pPr>
              <a:defRPr sz="1670"/>
            </a:lvl4pPr>
            <a:lvl5pPr>
              <a:defRPr sz="1670"/>
            </a:lvl5pPr>
            <a:lvl6pPr>
              <a:defRPr sz="1600"/>
            </a:lvl6pPr>
            <a:lvl7pPr>
              <a:defRPr sz="1600"/>
            </a:lvl7pPr>
            <a:lvl8pPr>
              <a:defRPr sz="1600"/>
            </a:lvl8pPr>
            <a:lvl9pPr>
              <a:defRPr sz="160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dirty="0"/>
          </a:p>
        </p:txBody>
      </p:sp>
      <p:sp>
        <p:nvSpPr>
          <p:cNvPr id="7" name="Espace réservé de la date 6"/>
          <p:cNvSpPr>
            <a:spLocks noGrp="1"/>
          </p:cNvSpPr>
          <p:nvPr>
            <p:ph type="dt" sz="half" idx="10"/>
          </p:nvPr>
        </p:nvSpPr>
        <p:spPr/>
        <p:txBody>
          <a:bodyPr/>
          <a:lstStyle/>
          <a:p>
            <a:fld id="{225616E7-490B-4714-8F6A-CB8983A282D6}" type="datetime3">
              <a:rPr lang="fr-CA" noProof="0" smtClean="0"/>
              <a:pPr/>
              <a:t>26/06/01</a:t>
            </a:fld>
            <a:endParaRPr lang="fr-CA" noProof="0" dirty="0"/>
          </a:p>
        </p:txBody>
      </p:sp>
      <p:sp>
        <p:nvSpPr>
          <p:cNvPr id="8" name="Espace réservé du pied de page 7"/>
          <p:cNvSpPr>
            <a:spLocks noGrp="1"/>
          </p:cNvSpPr>
          <p:nvPr>
            <p:ph type="ftr" sz="quarter" idx="11"/>
          </p:nvPr>
        </p:nvSpPr>
        <p:spPr/>
        <p:txBody>
          <a:bodyPr/>
          <a:lstStyle/>
          <a:p>
            <a:endParaRPr lang="fr-CA" noProof="0" dirty="0"/>
          </a:p>
        </p:txBody>
      </p:sp>
      <p:sp>
        <p:nvSpPr>
          <p:cNvPr id="9" name="Espace réservé du numéro de diapositive 8"/>
          <p:cNvSpPr>
            <a:spLocks noGrp="1"/>
          </p:cNvSpPr>
          <p:nvPr>
            <p:ph type="sldNum" sz="quarter" idx="12"/>
          </p:nvPr>
        </p:nvSpPr>
        <p:spPr/>
        <p:txBody>
          <a:bodyPr/>
          <a:lstStyle/>
          <a:p>
            <a:fld id="{77B8E65F-5E3F-4E73-B056-4D0181456FB2}" type="slidenum">
              <a:rPr lang="fr-CA" noProof="0" smtClean="0"/>
              <a:pPr/>
              <a:t>‹N°›</a:t>
            </a:fld>
            <a:endParaRPr lang="fr-CA" noProof="0" dirty="0"/>
          </a:p>
        </p:txBody>
      </p:sp>
    </p:spTree>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a:xfrm>
            <a:off x="532000" y="481014"/>
            <a:ext cx="9096000" cy="819775"/>
          </a:xfrm>
        </p:spPr>
        <p:txBody>
          <a:bodyPr/>
          <a:lstStyle/>
          <a:p>
            <a:r>
              <a:rPr lang="fr-FR" noProof="0"/>
              <a:t>Modifiez le style du titre</a:t>
            </a:r>
            <a:endParaRPr lang="fr-CA" noProof="0" dirty="0"/>
          </a:p>
        </p:txBody>
      </p:sp>
      <p:sp>
        <p:nvSpPr>
          <p:cNvPr id="3" name="Espace réservé de la date 2"/>
          <p:cNvSpPr>
            <a:spLocks noGrp="1"/>
          </p:cNvSpPr>
          <p:nvPr>
            <p:ph type="dt" sz="half" idx="10"/>
          </p:nvPr>
        </p:nvSpPr>
        <p:spPr/>
        <p:txBody>
          <a:bodyPr/>
          <a:lstStyle/>
          <a:p>
            <a:fld id="{0009B762-E697-4018-87D8-E18EB218C2D2}" type="datetime3">
              <a:rPr lang="fr-CA" noProof="0" smtClean="0"/>
              <a:pPr/>
              <a:t>26/06/01</a:t>
            </a:fld>
            <a:endParaRPr lang="fr-CA" noProof="0" dirty="0"/>
          </a:p>
        </p:txBody>
      </p:sp>
      <p:sp>
        <p:nvSpPr>
          <p:cNvPr id="4" name="Espace réservé du pied de page 3"/>
          <p:cNvSpPr>
            <a:spLocks noGrp="1"/>
          </p:cNvSpPr>
          <p:nvPr>
            <p:ph type="ftr" sz="quarter" idx="11"/>
          </p:nvPr>
        </p:nvSpPr>
        <p:spPr/>
        <p:txBody>
          <a:bodyPr/>
          <a:lstStyle/>
          <a:p>
            <a:endParaRPr lang="fr-CA" noProof="0" dirty="0"/>
          </a:p>
        </p:txBody>
      </p:sp>
      <p:sp>
        <p:nvSpPr>
          <p:cNvPr id="5" name="Espace réservé du numéro de diapositive 4"/>
          <p:cNvSpPr>
            <a:spLocks noGrp="1"/>
          </p:cNvSpPr>
          <p:nvPr>
            <p:ph type="sldNum" sz="quarter" idx="12"/>
          </p:nvPr>
        </p:nvSpPr>
        <p:spPr/>
        <p:txBody>
          <a:bodyPr/>
          <a:lstStyle/>
          <a:p>
            <a:fld id="{77B8E65F-5E3F-4E73-B056-4D0181456FB2}" type="slidenum">
              <a:rPr lang="fr-CA" noProof="0" smtClean="0"/>
              <a:pPr/>
              <a:t>‹N°›</a:t>
            </a:fld>
            <a:endParaRPr lang="fr-CA" noProof="0" dirty="0"/>
          </a:p>
        </p:txBody>
      </p:sp>
    </p:spTree>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99190E55-1E82-4F9D-9A31-87D72CF5D459}" type="datetime3">
              <a:rPr lang="fr-CA" noProof="0" smtClean="0"/>
              <a:pPr/>
              <a:t>26/06/01</a:t>
            </a:fld>
            <a:endParaRPr lang="fr-CA" noProof="0" dirty="0"/>
          </a:p>
        </p:txBody>
      </p:sp>
      <p:sp>
        <p:nvSpPr>
          <p:cNvPr id="3" name="Espace réservé du pied de page 2"/>
          <p:cNvSpPr>
            <a:spLocks noGrp="1"/>
          </p:cNvSpPr>
          <p:nvPr>
            <p:ph type="ftr" sz="quarter" idx="11"/>
          </p:nvPr>
        </p:nvSpPr>
        <p:spPr/>
        <p:txBody>
          <a:bodyPr/>
          <a:lstStyle/>
          <a:p>
            <a:endParaRPr lang="fr-CA" noProof="0" dirty="0"/>
          </a:p>
        </p:txBody>
      </p:sp>
      <p:sp>
        <p:nvSpPr>
          <p:cNvPr id="4" name="Espace réservé du numéro de diapositive 3"/>
          <p:cNvSpPr>
            <a:spLocks noGrp="1"/>
          </p:cNvSpPr>
          <p:nvPr>
            <p:ph type="sldNum" sz="quarter" idx="12"/>
          </p:nvPr>
        </p:nvSpPr>
        <p:spPr/>
        <p:txBody>
          <a:bodyPr/>
          <a:lstStyle/>
          <a:p>
            <a:fld id="{77B8E65F-5E3F-4E73-B056-4D0181456FB2}" type="slidenum">
              <a:rPr lang="fr-CA" noProof="0" smtClean="0"/>
              <a:pPr/>
              <a:t>‹N°›</a:t>
            </a:fld>
            <a:endParaRPr lang="fr-CA" noProof="0"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532000" y="477193"/>
            <a:ext cx="9096000" cy="822008"/>
          </a:xfrm>
        </p:spPr>
        <p:txBody>
          <a:bodyPr anchor="ctr" anchorCtr="0"/>
          <a:lstStyle>
            <a:lvl1pPr algn="l">
              <a:defRPr sz="2600" b="1"/>
            </a:lvl1pPr>
          </a:lstStyle>
          <a:p>
            <a:r>
              <a:rPr lang="fr-FR" noProof="0"/>
              <a:t>Modifiez le style du titre</a:t>
            </a:r>
            <a:endParaRPr lang="fr-CA" noProof="0" dirty="0"/>
          </a:p>
        </p:txBody>
      </p:sp>
      <p:sp>
        <p:nvSpPr>
          <p:cNvPr id="3" name="Espace réservé du contenu 2"/>
          <p:cNvSpPr>
            <a:spLocks noGrp="1"/>
          </p:cNvSpPr>
          <p:nvPr>
            <p:ph idx="1"/>
          </p:nvPr>
        </p:nvSpPr>
        <p:spPr>
          <a:xfrm>
            <a:off x="3956000" y="1504401"/>
            <a:ext cx="5664000" cy="3261275"/>
          </a:xfrm>
        </p:spPr>
        <p:txBody>
          <a:bodyPr>
            <a:normAutofit/>
          </a:bodyPr>
          <a:lstStyle>
            <a:lvl1pPr>
              <a:defRPr sz="1670"/>
            </a:lvl1pPr>
            <a:lvl2pPr>
              <a:defRPr sz="1670"/>
            </a:lvl2pPr>
            <a:lvl3pPr>
              <a:defRPr sz="1670"/>
            </a:lvl3pPr>
            <a:lvl4pPr>
              <a:defRPr sz="1670"/>
            </a:lvl4pPr>
            <a:lvl5pPr>
              <a:defRPr sz="1670"/>
            </a:lvl5pPr>
            <a:lvl6pPr>
              <a:defRPr sz="2000"/>
            </a:lvl6pPr>
            <a:lvl7pPr>
              <a:defRPr sz="2000"/>
            </a:lvl7pPr>
            <a:lvl8pPr>
              <a:defRPr sz="2000"/>
            </a:lvl8pPr>
            <a:lvl9pPr>
              <a:defRPr sz="200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dirty="0"/>
          </a:p>
        </p:txBody>
      </p:sp>
      <p:sp>
        <p:nvSpPr>
          <p:cNvPr id="4" name="Espace réservé du texte 3"/>
          <p:cNvSpPr>
            <a:spLocks noGrp="1"/>
          </p:cNvSpPr>
          <p:nvPr>
            <p:ph type="body" sz="half" idx="2"/>
          </p:nvPr>
        </p:nvSpPr>
        <p:spPr>
          <a:xfrm>
            <a:off x="532000" y="1504401"/>
            <a:ext cx="3320000" cy="3261275"/>
          </a:xfrm>
        </p:spPr>
        <p:txBody>
          <a:bodyPr>
            <a:normAutofit/>
          </a:bodyPr>
          <a:lstStyle>
            <a:lvl1pPr marL="0" indent="0">
              <a:buNone/>
              <a:defRPr sz="1500" b="1" cap="all" baseline="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noProof="0"/>
              <a:t>Cliquez pour modifier les styles du texte du masque</a:t>
            </a:r>
          </a:p>
        </p:txBody>
      </p:sp>
      <p:sp>
        <p:nvSpPr>
          <p:cNvPr id="5" name="Espace réservé de la date 4"/>
          <p:cNvSpPr>
            <a:spLocks noGrp="1"/>
          </p:cNvSpPr>
          <p:nvPr>
            <p:ph type="dt" sz="half" idx="10"/>
          </p:nvPr>
        </p:nvSpPr>
        <p:spPr/>
        <p:txBody>
          <a:bodyPr/>
          <a:lstStyle/>
          <a:p>
            <a:fld id="{B84D5D3E-5FA6-4B80-B8ED-591F9019CE46}" type="datetime3">
              <a:rPr lang="fr-CA" noProof="0" smtClean="0"/>
              <a:pPr/>
              <a:t>26/06/01</a:t>
            </a:fld>
            <a:endParaRPr lang="fr-CA" noProof="0" dirty="0"/>
          </a:p>
        </p:txBody>
      </p:sp>
      <p:sp>
        <p:nvSpPr>
          <p:cNvPr id="6" name="Espace réservé du pied de page 5"/>
          <p:cNvSpPr>
            <a:spLocks noGrp="1"/>
          </p:cNvSpPr>
          <p:nvPr>
            <p:ph type="ftr" sz="quarter" idx="11"/>
          </p:nvPr>
        </p:nvSpPr>
        <p:spPr/>
        <p:txBody>
          <a:bodyPr/>
          <a:lstStyle/>
          <a:p>
            <a:endParaRPr lang="fr-CA" noProof="0" dirty="0"/>
          </a:p>
        </p:txBody>
      </p:sp>
      <p:sp>
        <p:nvSpPr>
          <p:cNvPr id="7" name="Espace réservé du numéro de diapositive 6"/>
          <p:cNvSpPr>
            <a:spLocks noGrp="1"/>
          </p:cNvSpPr>
          <p:nvPr>
            <p:ph type="sldNum" sz="quarter" idx="12"/>
          </p:nvPr>
        </p:nvSpPr>
        <p:spPr/>
        <p:txBody>
          <a:bodyPr/>
          <a:lstStyle/>
          <a:p>
            <a:fld id="{77B8E65F-5E3F-4E73-B056-4D0181456FB2}" type="slidenum">
              <a:rPr lang="fr-CA" noProof="0" smtClean="0"/>
              <a:pPr/>
              <a:t>‹N°›</a:t>
            </a:fld>
            <a:endParaRPr lang="fr-CA" noProof="0" dirty="0"/>
          </a:p>
        </p:txBody>
      </p:sp>
    </p:spTree>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sous-titre">
    <p:spTree>
      <p:nvGrpSpPr>
        <p:cNvPr id="1" name=""/>
        <p:cNvGrpSpPr/>
        <p:nvPr/>
      </p:nvGrpSpPr>
      <p:grpSpPr>
        <a:xfrm>
          <a:off x="0" y="0"/>
          <a:ext cx="0" cy="0"/>
          <a:chOff x="0" y="0"/>
          <a:chExt cx="0" cy="0"/>
        </a:xfrm>
      </p:grpSpPr>
      <p:sp>
        <p:nvSpPr>
          <p:cNvPr id="2" name="Titre 1"/>
          <p:cNvSpPr>
            <a:spLocks noGrp="1"/>
          </p:cNvSpPr>
          <p:nvPr>
            <p:ph type="title"/>
          </p:nvPr>
        </p:nvSpPr>
        <p:spPr>
          <a:xfrm>
            <a:off x="532000" y="489727"/>
            <a:ext cx="9096000" cy="822950"/>
          </a:xfrm>
        </p:spPr>
        <p:txBody>
          <a:bodyPr anchor="ctr" anchorCtr="0"/>
          <a:lstStyle>
            <a:lvl1pPr algn="l">
              <a:defRPr sz="2600" b="1"/>
            </a:lvl1pPr>
          </a:lstStyle>
          <a:p>
            <a:r>
              <a:rPr lang="fr-FR" noProof="0"/>
              <a:t>Modifiez le style du titre</a:t>
            </a:r>
            <a:endParaRPr lang="fr-CA" noProof="0" dirty="0"/>
          </a:p>
        </p:txBody>
      </p:sp>
      <p:sp>
        <p:nvSpPr>
          <p:cNvPr id="3" name="Espace réservé pour une image  2"/>
          <p:cNvSpPr>
            <a:spLocks noGrp="1"/>
          </p:cNvSpPr>
          <p:nvPr>
            <p:ph type="pic" idx="1"/>
          </p:nvPr>
        </p:nvSpPr>
        <p:spPr>
          <a:xfrm>
            <a:off x="532000" y="2065077"/>
            <a:ext cx="9088000" cy="2700598"/>
          </a:xfrm>
        </p:spPr>
        <p:txBody>
          <a:bodyPr>
            <a:normAutofit/>
          </a:bodyPr>
          <a:lstStyle>
            <a:lvl1pPr marL="0" indent="0">
              <a:buNone/>
              <a:defRPr sz="167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noProof="0"/>
              <a:t>Cliquez sur l'icône pour ajouter une image</a:t>
            </a:r>
            <a:endParaRPr lang="fr-CA" noProof="0" dirty="0"/>
          </a:p>
        </p:txBody>
      </p:sp>
      <p:sp>
        <p:nvSpPr>
          <p:cNvPr id="4" name="Espace réservé du texte 3"/>
          <p:cNvSpPr>
            <a:spLocks noGrp="1"/>
          </p:cNvSpPr>
          <p:nvPr>
            <p:ph type="body" sz="half" idx="2"/>
          </p:nvPr>
        </p:nvSpPr>
        <p:spPr>
          <a:xfrm>
            <a:off x="532000" y="1517877"/>
            <a:ext cx="9088000" cy="522000"/>
          </a:xfrm>
        </p:spPr>
        <p:txBody>
          <a:bodyPr>
            <a:normAutofit/>
          </a:bodyPr>
          <a:lstStyle>
            <a:lvl1pPr marL="0" indent="0">
              <a:buNone/>
              <a:defRPr sz="1500" b="1" cap="all" baseline="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noProof="0"/>
              <a:t>Cliquez pour modifier les styles du texte du masque</a:t>
            </a:r>
          </a:p>
        </p:txBody>
      </p:sp>
      <p:sp>
        <p:nvSpPr>
          <p:cNvPr id="5" name="Espace réservé de la date 4"/>
          <p:cNvSpPr>
            <a:spLocks noGrp="1"/>
          </p:cNvSpPr>
          <p:nvPr>
            <p:ph type="dt" sz="half" idx="10"/>
          </p:nvPr>
        </p:nvSpPr>
        <p:spPr/>
        <p:txBody>
          <a:bodyPr/>
          <a:lstStyle/>
          <a:p>
            <a:fld id="{0845B85D-2B3C-4B71-8CBC-BB628A84F8F8}" type="datetime3">
              <a:rPr lang="fr-CA" noProof="0" smtClean="0"/>
              <a:pPr/>
              <a:t>26/06/01</a:t>
            </a:fld>
            <a:endParaRPr lang="fr-CA" noProof="0" dirty="0"/>
          </a:p>
        </p:txBody>
      </p:sp>
      <p:sp>
        <p:nvSpPr>
          <p:cNvPr id="6" name="Espace réservé du pied de page 5"/>
          <p:cNvSpPr>
            <a:spLocks noGrp="1"/>
          </p:cNvSpPr>
          <p:nvPr>
            <p:ph type="ftr" sz="quarter" idx="11"/>
          </p:nvPr>
        </p:nvSpPr>
        <p:spPr/>
        <p:txBody>
          <a:bodyPr/>
          <a:lstStyle/>
          <a:p>
            <a:endParaRPr lang="fr-CA" noProof="0" dirty="0"/>
          </a:p>
        </p:txBody>
      </p:sp>
      <p:sp>
        <p:nvSpPr>
          <p:cNvPr id="7" name="Espace réservé du numéro de diapositive 6"/>
          <p:cNvSpPr>
            <a:spLocks noGrp="1"/>
          </p:cNvSpPr>
          <p:nvPr>
            <p:ph type="sldNum" sz="quarter" idx="12"/>
          </p:nvPr>
        </p:nvSpPr>
        <p:spPr/>
        <p:txBody>
          <a:bodyPr/>
          <a:lstStyle/>
          <a:p>
            <a:fld id="{77B8E65F-5E3F-4E73-B056-4D0181456FB2}" type="slidenum">
              <a:rPr lang="fr-CA" noProof="0" smtClean="0"/>
              <a:pPr/>
              <a:t>‹N°›</a:t>
            </a:fld>
            <a:endParaRPr lang="fr-CA" noProof="0" dirty="0"/>
          </a:p>
        </p:txBody>
      </p:sp>
    </p:spTree>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xAndObj">
  <p:cSld name="Titre. Text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756710" y="1"/>
            <a:ext cx="7888111" cy="875771"/>
          </a:xfrm>
        </p:spPr>
        <p:txBody>
          <a:bodyPr/>
          <a:lstStyle/>
          <a:p>
            <a:r>
              <a:rPr lang="fr-FR"/>
              <a:t>Cliquez pour modifier le style du titre</a:t>
            </a:r>
            <a:endParaRPr lang="fr-CA"/>
          </a:p>
        </p:txBody>
      </p:sp>
      <p:sp>
        <p:nvSpPr>
          <p:cNvPr id="3" name="Espace réservé du texte 2"/>
          <p:cNvSpPr>
            <a:spLocks noGrp="1"/>
          </p:cNvSpPr>
          <p:nvPr>
            <p:ph type="body" sz="half" idx="1"/>
          </p:nvPr>
        </p:nvSpPr>
        <p:spPr>
          <a:xfrm>
            <a:off x="1091848" y="1207823"/>
            <a:ext cx="4268611" cy="411030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contenu 3"/>
          <p:cNvSpPr>
            <a:spLocks noGrp="1"/>
          </p:cNvSpPr>
          <p:nvPr>
            <p:ph sz="half" idx="2"/>
          </p:nvPr>
        </p:nvSpPr>
        <p:spPr>
          <a:xfrm>
            <a:off x="5529794" y="1207823"/>
            <a:ext cx="4270374" cy="411030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Tree>
    <p:extLst>
      <p:ext uri="{BB962C8B-B14F-4D97-AF65-F5344CB8AC3E}">
        <p14:creationId xmlns:p14="http://schemas.microsoft.com/office/powerpoint/2010/main" val="18433233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90F50AF-7441-4134-B26A-ECC8A96B607C}"/>
              </a:ext>
            </a:extLst>
          </p:cNvPr>
          <p:cNvSpPr>
            <a:spLocks noGrp="1"/>
          </p:cNvSpPr>
          <p:nvPr>
            <p:ph type="title"/>
          </p:nvPr>
        </p:nvSpPr>
        <p:spPr>
          <a:xfrm>
            <a:off x="531999" y="485192"/>
            <a:ext cx="8058197" cy="827486"/>
          </a:xfrm>
          <a:solidFill>
            <a:schemeClr val="accent6"/>
          </a:solidFill>
        </p:spPr>
        <p:txBody>
          <a:bodyPr/>
          <a:lstStyle/>
          <a:p>
            <a:r>
              <a:rPr lang="fr-FR"/>
              <a:t>Modifiez le style du titre</a:t>
            </a:r>
            <a:endParaRPr lang="fr-CA"/>
          </a:p>
        </p:txBody>
      </p:sp>
      <p:sp>
        <p:nvSpPr>
          <p:cNvPr id="3" name="Espace réservé de la date 2">
            <a:extLst>
              <a:ext uri="{FF2B5EF4-FFF2-40B4-BE49-F238E27FC236}">
                <a16:creationId xmlns:a16="http://schemas.microsoft.com/office/drawing/2014/main" id="{9644377D-FC82-4902-BD97-53EC40396BDF}"/>
              </a:ext>
            </a:extLst>
          </p:cNvPr>
          <p:cNvSpPr>
            <a:spLocks noGrp="1"/>
          </p:cNvSpPr>
          <p:nvPr>
            <p:ph type="dt" sz="half" idx="10"/>
          </p:nvPr>
        </p:nvSpPr>
        <p:spPr/>
        <p:txBody>
          <a:bodyPr/>
          <a:lstStyle/>
          <a:p>
            <a:fld id="{98FD3BE9-B61A-496B-9E53-6BE29CAA7F7D}" type="datetime3">
              <a:rPr lang="fr-CA" noProof="0" smtClean="0"/>
              <a:pPr/>
              <a:t>26/06/01</a:t>
            </a:fld>
            <a:endParaRPr lang="fr-CA" noProof="0" dirty="0"/>
          </a:p>
        </p:txBody>
      </p:sp>
      <p:sp>
        <p:nvSpPr>
          <p:cNvPr id="4" name="Espace réservé du pied de page 3">
            <a:extLst>
              <a:ext uri="{FF2B5EF4-FFF2-40B4-BE49-F238E27FC236}">
                <a16:creationId xmlns:a16="http://schemas.microsoft.com/office/drawing/2014/main" id="{D63FF39F-B286-4C16-8269-F7A81DA1463E}"/>
              </a:ext>
            </a:extLst>
          </p:cNvPr>
          <p:cNvSpPr>
            <a:spLocks noGrp="1"/>
          </p:cNvSpPr>
          <p:nvPr>
            <p:ph type="ftr" sz="quarter" idx="11"/>
          </p:nvPr>
        </p:nvSpPr>
        <p:spPr/>
        <p:txBody>
          <a:bodyPr/>
          <a:lstStyle/>
          <a:p>
            <a:endParaRPr lang="fr-CA" noProof="0" dirty="0"/>
          </a:p>
        </p:txBody>
      </p:sp>
      <p:sp>
        <p:nvSpPr>
          <p:cNvPr id="5" name="Espace réservé du numéro de diapositive 4">
            <a:extLst>
              <a:ext uri="{FF2B5EF4-FFF2-40B4-BE49-F238E27FC236}">
                <a16:creationId xmlns:a16="http://schemas.microsoft.com/office/drawing/2014/main" id="{CF187C17-F2E3-4902-9E3A-65B783B49BE1}"/>
              </a:ext>
            </a:extLst>
          </p:cNvPr>
          <p:cNvSpPr>
            <a:spLocks noGrp="1"/>
          </p:cNvSpPr>
          <p:nvPr>
            <p:ph type="sldNum" sz="quarter" idx="12"/>
          </p:nvPr>
        </p:nvSpPr>
        <p:spPr/>
        <p:txBody>
          <a:bodyPr/>
          <a:lstStyle/>
          <a:p>
            <a:fld id="{77B8E65F-5E3F-4E73-B056-4D0181456FB2}" type="slidenum">
              <a:rPr lang="fr-CA" noProof="0" smtClean="0"/>
              <a:pPr/>
              <a:t>‹N°›</a:t>
            </a:fld>
            <a:endParaRPr lang="fr-CA" noProof="0" dirty="0"/>
          </a:p>
        </p:txBody>
      </p:sp>
      <p:grpSp>
        <p:nvGrpSpPr>
          <p:cNvPr id="6" name="Groupe 5">
            <a:extLst>
              <a:ext uri="{FF2B5EF4-FFF2-40B4-BE49-F238E27FC236}">
                <a16:creationId xmlns:a16="http://schemas.microsoft.com/office/drawing/2014/main" id="{0D1CDB22-3B0B-4322-9BBB-9F2293122B4E}"/>
              </a:ext>
            </a:extLst>
          </p:cNvPr>
          <p:cNvGrpSpPr/>
          <p:nvPr userDrawn="1"/>
        </p:nvGrpSpPr>
        <p:grpSpPr>
          <a:xfrm>
            <a:off x="8688000" y="495353"/>
            <a:ext cx="940000" cy="847331"/>
            <a:chOff x="9122160" y="387054"/>
            <a:chExt cx="846000" cy="847331"/>
          </a:xfrm>
        </p:grpSpPr>
        <p:pic>
          <p:nvPicPr>
            <p:cNvPr id="7" name="Graphique 6" descr="Crayon">
              <a:extLst>
                <a:ext uri="{FF2B5EF4-FFF2-40B4-BE49-F238E27FC236}">
                  <a16:creationId xmlns:a16="http://schemas.microsoft.com/office/drawing/2014/main" id="{DDBF18FB-FE66-423A-A7D4-B79FBBBC429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271578" y="527500"/>
              <a:ext cx="566438" cy="566438"/>
            </a:xfrm>
            <a:prstGeom prst="rect">
              <a:avLst/>
            </a:prstGeom>
          </p:spPr>
        </p:pic>
        <p:sp>
          <p:nvSpPr>
            <p:cNvPr id="8" name="Ellipse 7">
              <a:extLst>
                <a:ext uri="{FF2B5EF4-FFF2-40B4-BE49-F238E27FC236}">
                  <a16:creationId xmlns:a16="http://schemas.microsoft.com/office/drawing/2014/main" id="{B57AEEEB-351B-4025-8578-96B183CF9D99}"/>
                </a:ext>
              </a:extLst>
            </p:cNvPr>
            <p:cNvSpPr/>
            <p:nvPr/>
          </p:nvSpPr>
          <p:spPr>
            <a:xfrm>
              <a:off x="9122160" y="387054"/>
              <a:ext cx="846000" cy="847331"/>
            </a:xfrm>
            <a:prstGeom prst="ellipse">
              <a:avLst/>
            </a:prstGeom>
            <a:noFill/>
            <a:ln w="571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a:p>
          </p:txBody>
        </p:sp>
      </p:grpSp>
    </p:spTree>
    <p:extLst>
      <p:ext uri="{BB962C8B-B14F-4D97-AF65-F5344CB8AC3E}">
        <p14:creationId xmlns:p14="http://schemas.microsoft.com/office/powerpoint/2010/main" val="3584652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Disposition personnalisé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ED5027F-A0D3-4AB9-84F3-FB2D41690CCB}"/>
              </a:ext>
            </a:extLst>
          </p:cNvPr>
          <p:cNvSpPr>
            <a:spLocks noGrp="1"/>
          </p:cNvSpPr>
          <p:nvPr>
            <p:ph type="title"/>
          </p:nvPr>
        </p:nvSpPr>
        <p:spPr>
          <a:xfrm>
            <a:off x="532000" y="485192"/>
            <a:ext cx="8067000" cy="827486"/>
          </a:xfrm>
          <a:solidFill>
            <a:schemeClr val="accent3"/>
          </a:solidFill>
        </p:spPr>
        <p:txBody>
          <a:bodyPr/>
          <a:lstStyle/>
          <a:p>
            <a:r>
              <a:rPr lang="fr-FR"/>
              <a:t>Modifiez le style du titre</a:t>
            </a:r>
            <a:endParaRPr lang="fr-CA"/>
          </a:p>
        </p:txBody>
      </p:sp>
      <p:sp>
        <p:nvSpPr>
          <p:cNvPr id="3" name="Espace réservé de la date 2">
            <a:extLst>
              <a:ext uri="{FF2B5EF4-FFF2-40B4-BE49-F238E27FC236}">
                <a16:creationId xmlns:a16="http://schemas.microsoft.com/office/drawing/2014/main" id="{1B9717D0-6BE4-4CEC-B56A-8B457758BF8D}"/>
              </a:ext>
            </a:extLst>
          </p:cNvPr>
          <p:cNvSpPr>
            <a:spLocks noGrp="1"/>
          </p:cNvSpPr>
          <p:nvPr>
            <p:ph type="dt" sz="half" idx="10"/>
          </p:nvPr>
        </p:nvSpPr>
        <p:spPr/>
        <p:txBody>
          <a:bodyPr/>
          <a:lstStyle/>
          <a:p>
            <a:fld id="{98FD3BE9-B61A-496B-9E53-6BE29CAA7F7D}" type="datetime3">
              <a:rPr lang="fr-CA" noProof="0" smtClean="0"/>
              <a:pPr/>
              <a:t>26/06/01</a:t>
            </a:fld>
            <a:endParaRPr lang="fr-CA" noProof="0" dirty="0"/>
          </a:p>
        </p:txBody>
      </p:sp>
      <p:sp>
        <p:nvSpPr>
          <p:cNvPr id="4" name="Espace réservé du pied de page 3">
            <a:extLst>
              <a:ext uri="{FF2B5EF4-FFF2-40B4-BE49-F238E27FC236}">
                <a16:creationId xmlns:a16="http://schemas.microsoft.com/office/drawing/2014/main" id="{D2524FFF-475C-4BFE-954F-C687108D0532}"/>
              </a:ext>
            </a:extLst>
          </p:cNvPr>
          <p:cNvSpPr>
            <a:spLocks noGrp="1"/>
          </p:cNvSpPr>
          <p:nvPr>
            <p:ph type="ftr" sz="quarter" idx="11"/>
          </p:nvPr>
        </p:nvSpPr>
        <p:spPr/>
        <p:txBody>
          <a:bodyPr/>
          <a:lstStyle/>
          <a:p>
            <a:endParaRPr lang="fr-CA" noProof="0" dirty="0"/>
          </a:p>
        </p:txBody>
      </p:sp>
      <p:sp>
        <p:nvSpPr>
          <p:cNvPr id="5" name="Espace réservé du numéro de diapositive 4">
            <a:extLst>
              <a:ext uri="{FF2B5EF4-FFF2-40B4-BE49-F238E27FC236}">
                <a16:creationId xmlns:a16="http://schemas.microsoft.com/office/drawing/2014/main" id="{DE87481D-310A-4B06-B0A3-60770912D531}"/>
              </a:ext>
            </a:extLst>
          </p:cNvPr>
          <p:cNvSpPr>
            <a:spLocks noGrp="1"/>
          </p:cNvSpPr>
          <p:nvPr>
            <p:ph type="sldNum" sz="quarter" idx="12"/>
          </p:nvPr>
        </p:nvSpPr>
        <p:spPr/>
        <p:txBody>
          <a:bodyPr/>
          <a:lstStyle/>
          <a:p>
            <a:fld id="{77B8E65F-5E3F-4E73-B056-4D0181456FB2}" type="slidenum">
              <a:rPr lang="fr-CA" noProof="0" smtClean="0"/>
              <a:pPr/>
              <a:t>‹N°›</a:t>
            </a:fld>
            <a:endParaRPr lang="fr-CA" noProof="0" dirty="0"/>
          </a:p>
        </p:txBody>
      </p:sp>
      <p:grpSp>
        <p:nvGrpSpPr>
          <p:cNvPr id="6" name="Groupe 5">
            <a:extLst>
              <a:ext uri="{FF2B5EF4-FFF2-40B4-BE49-F238E27FC236}">
                <a16:creationId xmlns:a16="http://schemas.microsoft.com/office/drawing/2014/main" id="{C38B7538-B649-4420-B53D-0893556BF313}"/>
              </a:ext>
            </a:extLst>
          </p:cNvPr>
          <p:cNvGrpSpPr/>
          <p:nvPr userDrawn="1"/>
        </p:nvGrpSpPr>
        <p:grpSpPr>
          <a:xfrm>
            <a:off x="8688000" y="503817"/>
            <a:ext cx="940000" cy="847331"/>
            <a:chOff x="7604369" y="476463"/>
            <a:chExt cx="846000" cy="847331"/>
          </a:xfrm>
        </p:grpSpPr>
        <p:pic>
          <p:nvPicPr>
            <p:cNvPr id="7" name="Graphique 6" descr="Brainstorming de groupe">
              <a:extLst>
                <a:ext uri="{FF2B5EF4-FFF2-40B4-BE49-F238E27FC236}">
                  <a16:creationId xmlns:a16="http://schemas.microsoft.com/office/drawing/2014/main" id="{7339A3EF-4528-46A0-8103-1D4A72CB115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684469" y="514932"/>
              <a:ext cx="685800" cy="685800"/>
            </a:xfrm>
            <a:prstGeom prst="rect">
              <a:avLst/>
            </a:prstGeom>
          </p:spPr>
        </p:pic>
        <p:sp>
          <p:nvSpPr>
            <p:cNvPr id="8" name="Ellipse 7">
              <a:extLst>
                <a:ext uri="{FF2B5EF4-FFF2-40B4-BE49-F238E27FC236}">
                  <a16:creationId xmlns:a16="http://schemas.microsoft.com/office/drawing/2014/main" id="{28460B3C-4E63-4A6E-B367-A95CD1A637BD}"/>
                </a:ext>
              </a:extLst>
            </p:cNvPr>
            <p:cNvSpPr/>
            <p:nvPr/>
          </p:nvSpPr>
          <p:spPr>
            <a:xfrm>
              <a:off x="7604369" y="476463"/>
              <a:ext cx="846000" cy="847331"/>
            </a:xfrm>
            <a:prstGeom prst="ellipse">
              <a:avLst/>
            </a:prstGeom>
            <a:noFill/>
            <a:ln w="57150">
              <a:solidFill>
                <a:schemeClr val="accent3"/>
              </a:solidFill>
              <a:extLst>
                <a:ext uri="{C807C97D-BFC1-408E-A445-0C87EB9F89A2}">
                  <ask:lineSketchStyleProps xmlns:ask="http://schemas.microsoft.com/office/drawing/2018/sketchyshapes" sd="1219033472">
                    <a:custGeom>
                      <a:avLst/>
                      <a:gdLst>
                        <a:gd name="connsiteX0" fmla="*/ 0 w 947013"/>
                        <a:gd name="connsiteY0" fmla="*/ 468788 h 937575"/>
                        <a:gd name="connsiteX1" fmla="*/ 473507 w 947013"/>
                        <a:gd name="connsiteY1" fmla="*/ 0 h 937575"/>
                        <a:gd name="connsiteX2" fmla="*/ 947014 w 947013"/>
                        <a:gd name="connsiteY2" fmla="*/ 468788 h 937575"/>
                        <a:gd name="connsiteX3" fmla="*/ 473507 w 947013"/>
                        <a:gd name="connsiteY3" fmla="*/ 937576 h 937575"/>
                        <a:gd name="connsiteX4" fmla="*/ 0 w 947013"/>
                        <a:gd name="connsiteY4" fmla="*/ 468788 h 937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013" h="937575" extrusionOk="0">
                          <a:moveTo>
                            <a:pt x="0" y="468788"/>
                          </a:moveTo>
                          <a:cubicBezTo>
                            <a:pt x="-23500" y="195388"/>
                            <a:pt x="145758" y="24860"/>
                            <a:pt x="473507" y="0"/>
                          </a:cubicBezTo>
                          <a:cubicBezTo>
                            <a:pt x="763972" y="6096"/>
                            <a:pt x="889617" y="211709"/>
                            <a:pt x="947014" y="468788"/>
                          </a:cubicBezTo>
                          <a:cubicBezTo>
                            <a:pt x="897572" y="775975"/>
                            <a:pt x="731309" y="958078"/>
                            <a:pt x="473507" y="937576"/>
                          </a:cubicBezTo>
                          <a:cubicBezTo>
                            <a:pt x="198915" y="930419"/>
                            <a:pt x="13934" y="734350"/>
                            <a:pt x="0" y="468788"/>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800"/>
            </a:p>
          </p:txBody>
        </p:sp>
      </p:grpSp>
    </p:spTree>
    <p:extLst>
      <p:ext uri="{BB962C8B-B14F-4D97-AF65-F5344CB8AC3E}">
        <p14:creationId xmlns:p14="http://schemas.microsoft.com/office/powerpoint/2010/main" val="17401700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Disposition personnalisé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F94F1F0-0C83-423A-9627-7F4F21B4D532}"/>
              </a:ext>
            </a:extLst>
          </p:cNvPr>
          <p:cNvSpPr>
            <a:spLocks noGrp="1"/>
          </p:cNvSpPr>
          <p:nvPr>
            <p:ph type="title"/>
          </p:nvPr>
        </p:nvSpPr>
        <p:spPr>
          <a:xfrm>
            <a:off x="532000" y="485192"/>
            <a:ext cx="8067000" cy="827486"/>
          </a:xfrm>
          <a:solidFill>
            <a:schemeClr val="accent4"/>
          </a:solidFill>
        </p:spPr>
        <p:txBody>
          <a:bodyPr/>
          <a:lstStyle/>
          <a:p>
            <a:r>
              <a:rPr lang="fr-FR"/>
              <a:t>Modifiez le style du titre</a:t>
            </a:r>
            <a:endParaRPr lang="fr-CA"/>
          </a:p>
        </p:txBody>
      </p:sp>
      <p:sp>
        <p:nvSpPr>
          <p:cNvPr id="3" name="Espace réservé de la date 2">
            <a:extLst>
              <a:ext uri="{FF2B5EF4-FFF2-40B4-BE49-F238E27FC236}">
                <a16:creationId xmlns:a16="http://schemas.microsoft.com/office/drawing/2014/main" id="{46605483-8545-43AB-9D82-BECBE68AC0CA}"/>
              </a:ext>
            </a:extLst>
          </p:cNvPr>
          <p:cNvSpPr>
            <a:spLocks noGrp="1"/>
          </p:cNvSpPr>
          <p:nvPr>
            <p:ph type="dt" sz="half" idx="10"/>
          </p:nvPr>
        </p:nvSpPr>
        <p:spPr/>
        <p:txBody>
          <a:bodyPr/>
          <a:lstStyle/>
          <a:p>
            <a:fld id="{98FD3BE9-B61A-496B-9E53-6BE29CAA7F7D}" type="datetime3">
              <a:rPr lang="fr-CA" noProof="0" smtClean="0"/>
              <a:pPr/>
              <a:t>26/06/01</a:t>
            </a:fld>
            <a:endParaRPr lang="fr-CA" noProof="0" dirty="0"/>
          </a:p>
        </p:txBody>
      </p:sp>
      <p:sp>
        <p:nvSpPr>
          <p:cNvPr id="4" name="Espace réservé du pied de page 3">
            <a:extLst>
              <a:ext uri="{FF2B5EF4-FFF2-40B4-BE49-F238E27FC236}">
                <a16:creationId xmlns:a16="http://schemas.microsoft.com/office/drawing/2014/main" id="{669B70E9-B1BE-4B33-BD97-A586440461AE}"/>
              </a:ext>
            </a:extLst>
          </p:cNvPr>
          <p:cNvSpPr>
            <a:spLocks noGrp="1"/>
          </p:cNvSpPr>
          <p:nvPr>
            <p:ph type="ftr" sz="quarter" idx="11"/>
          </p:nvPr>
        </p:nvSpPr>
        <p:spPr/>
        <p:txBody>
          <a:bodyPr/>
          <a:lstStyle/>
          <a:p>
            <a:endParaRPr lang="fr-CA" noProof="0" dirty="0"/>
          </a:p>
        </p:txBody>
      </p:sp>
      <p:sp>
        <p:nvSpPr>
          <p:cNvPr id="5" name="Espace réservé du numéro de diapositive 4">
            <a:extLst>
              <a:ext uri="{FF2B5EF4-FFF2-40B4-BE49-F238E27FC236}">
                <a16:creationId xmlns:a16="http://schemas.microsoft.com/office/drawing/2014/main" id="{F3A96B83-5363-4969-8925-62B9E6BDCA5E}"/>
              </a:ext>
            </a:extLst>
          </p:cNvPr>
          <p:cNvSpPr>
            <a:spLocks noGrp="1"/>
          </p:cNvSpPr>
          <p:nvPr>
            <p:ph type="sldNum" sz="quarter" idx="12"/>
          </p:nvPr>
        </p:nvSpPr>
        <p:spPr/>
        <p:txBody>
          <a:bodyPr/>
          <a:lstStyle/>
          <a:p>
            <a:fld id="{77B8E65F-5E3F-4E73-B056-4D0181456FB2}" type="slidenum">
              <a:rPr lang="fr-CA" noProof="0" smtClean="0"/>
              <a:pPr/>
              <a:t>‹N°›</a:t>
            </a:fld>
            <a:endParaRPr lang="fr-CA" noProof="0" dirty="0"/>
          </a:p>
        </p:txBody>
      </p:sp>
      <p:grpSp>
        <p:nvGrpSpPr>
          <p:cNvPr id="6" name="Groupe 5">
            <a:extLst>
              <a:ext uri="{FF2B5EF4-FFF2-40B4-BE49-F238E27FC236}">
                <a16:creationId xmlns:a16="http://schemas.microsoft.com/office/drawing/2014/main" id="{9152BD61-BE8A-45EF-9990-8B54915CF287}"/>
              </a:ext>
            </a:extLst>
          </p:cNvPr>
          <p:cNvGrpSpPr/>
          <p:nvPr userDrawn="1"/>
        </p:nvGrpSpPr>
        <p:grpSpPr>
          <a:xfrm>
            <a:off x="8688000" y="503817"/>
            <a:ext cx="940000" cy="847331"/>
            <a:chOff x="7604369" y="476463"/>
            <a:chExt cx="846000" cy="847331"/>
          </a:xfrm>
        </p:grpSpPr>
        <p:pic>
          <p:nvPicPr>
            <p:cNvPr id="7" name="Graphique 6" descr="Brainstorming de groupe">
              <a:extLst>
                <a:ext uri="{FF2B5EF4-FFF2-40B4-BE49-F238E27FC236}">
                  <a16:creationId xmlns:a16="http://schemas.microsoft.com/office/drawing/2014/main" id="{EB97E7FB-98CD-4166-9B66-C5C7DFC94FD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684469" y="514932"/>
              <a:ext cx="685800" cy="685800"/>
            </a:xfrm>
            <a:prstGeom prst="rect">
              <a:avLst/>
            </a:prstGeom>
          </p:spPr>
        </p:pic>
        <p:sp>
          <p:nvSpPr>
            <p:cNvPr id="8" name="Ellipse 7">
              <a:extLst>
                <a:ext uri="{FF2B5EF4-FFF2-40B4-BE49-F238E27FC236}">
                  <a16:creationId xmlns:a16="http://schemas.microsoft.com/office/drawing/2014/main" id="{704B6938-F664-404B-A6FB-3ED61F28D7B0}"/>
                </a:ext>
              </a:extLst>
            </p:cNvPr>
            <p:cNvSpPr/>
            <p:nvPr/>
          </p:nvSpPr>
          <p:spPr>
            <a:xfrm>
              <a:off x="7604369" y="476463"/>
              <a:ext cx="846000" cy="847331"/>
            </a:xfrm>
            <a:prstGeom prst="ellipse">
              <a:avLst/>
            </a:prstGeom>
            <a:noFill/>
            <a:ln w="57150">
              <a:solidFill>
                <a:schemeClr val="accent4"/>
              </a:solidFill>
              <a:extLst>
                <a:ext uri="{C807C97D-BFC1-408E-A445-0C87EB9F89A2}">
                  <ask:lineSketchStyleProps xmlns:ask="http://schemas.microsoft.com/office/drawing/2018/sketchyshapes" sd="1219033472">
                    <a:custGeom>
                      <a:avLst/>
                      <a:gdLst>
                        <a:gd name="connsiteX0" fmla="*/ 0 w 947013"/>
                        <a:gd name="connsiteY0" fmla="*/ 468788 h 937575"/>
                        <a:gd name="connsiteX1" fmla="*/ 473507 w 947013"/>
                        <a:gd name="connsiteY1" fmla="*/ 0 h 937575"/>
                        <a:gd name="connsiteX2" fmla="*/ 947014 w 947013"/>
                        <a:gd name="connsiteY2" fmla="*/ 468788 h 937575"/>
                        <a:gd name="connsiteX3" fmla="*/ 473507 w 947013"/>
                        <a:gd name="connsiteY3" fmla="*/ 937576 h 937575"/>
                        <a:gd name="connsiteX4" fmla="*/ 0 w 947013"/>
                        <a:gd name="connsiteY4" fmla="*/ 468788 h 937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013" h="937575" extrusionOk="0">
                          <a:moveTo>
                            <a:pt x="0" y="468788"/>
                          </a:moveTo>
                          <a:cubicBezTo>
                            <a:pt x="-23500" y="195388"/>
                            <a:pt x="145758" y="24860"/>
                            <a:pt x="473507" y="0"/>
                          </a:cubicBezTo>
                          <a:cubicBezTo>
                            <a:pt x="763972" y="6096"/>
                            <a:pt x="889617" y="211709"/>
                            <a:pt x="947014" y="468788"/>
                          </a:cubicBezTo>
                          <a:cubicBezTo>
                            <a:pt x="897572" y="775975"/>
                            <a:pt x="731309" y="958078"/>
                            <a:pt x="473507" y="937576"/>
                          </a:cubicBezTo>
                          <a:cubicBezTo>
                            <a:pt x="198915" y="930419"/>
                            <a:pt x="13934" y="734350"/>
                            <a:pt x="0" y="468788"/>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800"/>
            </a:p>
          </p:txBody>
        </p:sp>
      </p:grpSp>
    </p:spTree>
    <p:extLst>
      <p:ext uri="{BB962C8B-B14F-4D97-AF65-F5344CB8AC3E}">
        <p14:creationId xmlns:p14="http://schemas.microsoft.com/office/powerpoint/2010/main" val="2944570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cSld name="Titre. Texte et 2 contenus">
    <p:spTree>
      <p:nvGrpSpPr>
        <p:cNvPr id="1" name=""/>
        <p:cNvGrpSpPr/>
        <p:nvPr/>
      </p:nvGrpSpPr>
      <p:grpSpPr>
        <a:xfrm>
          <a:off x="0" y="0"/>
          <a:ext cx="0" cy="0"/>
          <a:chOff x="0" y="0"/>
          <a:chExt cx="0" cy="0"/>
        </a:xfrm>
      </p:grpSpPr>
      <p:sp>
        <p:nvSpPr>
          <p:cNvPr id="2" name="Titre 1"/>
          <p:cNvSpPr>
            <a:spLocks noGrp="1"/>
          </p:cNvSpPr>
          <p:nvPr>
            <p:ph type="title"/>
          </p:nvPr>
        </p:nvSpPr>
        <p:spPr>
          <a:xfrm>
            <a:off x="797278" y="1"/>
            <a:ext cx="7847542" cy="887678"/>
          </a:xfrm>
        </p:spPr>
        <p:txBody>
          <a:bodyPr/>
          <a:lstStyle/>
          <a:p>
            <a:r>
              <a:rPr lang="fr-FR"/>
              <a:t>Cliquez pour modifier le style du titre</a:t>
            </a:r>
            <a:endParaRPr lang="fr-CA"/>
          </a:p>
        </p:txBody>
      </p:sp>
      <p:sp>
        <p:nvSpPr>
          <p:cNvPr id="3" name="Espace réservé du texte 2"/>
          <p:cNvSpPr>
            <a:spLocks noGrp="1"/>
          </p:cNvSpPr>
          <p:nvPr>
            <p:ph type="body" sz="half" idx="1"/>
          </p:nvPr>
        </p:nvSpPr>
        <p:spPr>
          <a:xfrm>
            <a:off x="1097139" y="1205179"/>
            <a:ext cx="4266848" cy="411294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contenu 3"/>
          <p:cNvSpPr>
            <a:spLocks noGrp="1"/>
          </p:cNvSpPr>
          <p:nvPr>
            <p:ph sz="quarter" idx="2"/>
          </p:nvPr>
        </p:nvSpPr>
        <p:spPr>
          <a:xfrm>
            <a:off x="5533320" y="1205180"/>
            <a:ext cx="4266847" cy="1992313"/>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u contenu 4"/>
          <p:cNvSpPr>
            <a:spLocks noGrp="1"/>
          </p:cNvSpPr>
          <p:nvPr>
            <p:ph sz="quarter" idx="3"/>
          </p:nvPr>
        </p:nvSpPr>
        <p:spPr>
          <a:xfrm>
            <a:off x="5533320" y="3324491"/>
            <a:ext cx="4266847" cy="1993635"/>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Tree>
    <p:extLst>
      <p:ext uri="{BB962C8B-B14F-4D97-AF65-F5344CB8AC3E}">
        <p14:creationId xmlns:p14="http://schemas.microsoft.com/office/powerpoint/2010/main" val="17678265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532000" y="485192"/>
            <a:ext cx="9096000" cy="827486"/>
          </a:xfrm>
          <a:prstGeom prst="rect">
            <a:avLst/>
          </a:prstGeom>
          <a:solidFill>
            <a:schemeClr val="accent1"/>
          </a:solidFill>
        </p:spPr>
        <p:txBody>
          <a:bodyPr vert="horz" lIns="91440" tIns="45720" rIns="91440" bIns="45720" rtlCol="0" anchor="ctr">
            <a:noAutofit/>
          </a:bodyPr>
          <a:lstStyle/>
          <a:p>
            <a:r>
              <a:rPr lang="fr-CA" noProof="0" dirty="0"/>
              <a:t>Cliquez pour modifier le style du titre</a:t>
            </a:r>
          </a:p>
        </p:txBody>
      </p:sp>
      <p:sp>
        <p:nvSpPr>
          <p:cNvPr id="3" name="Espace réservé du texte 2"/>
          <p:cNvSpPr>
            <a:spLocks noGrp="1"/>
          </p:cNvSpPr>
          <p:nvPr>
            <p:ph type="body" idx="1"/>
          </p:nvPr>
        </p:nvSpPr>
        <p:spPr>
          <a:xfrm>
            <a:off x="532000" y="1517877"/>
            <a:ext cx="9096000" cy="3247798"/>
          </a:xfrm>
          <a:prstGeom prst="rect">
            <a:avLst/>
          </a:prstGeom>
        </p:spPr>
        <p:txBody>
          <a:bodyPr vert="horz" lIns="91440" tIns="45720" rIns="91440" bIns="45720" rtlCol="0">
            <a:normAutofit/>
          </a:bodyPr>
          <a:lstStyle/>
          <a:p>
            <a:pPr lvl="0"/>
            <a:r>
              <a:rPr lang="fr-CA" noProof="0" dirty="0"/>
              <a:t>Cliquez pour modifier les styles du texte du masque</a:t>
            </a:r>
          </a:p>
          <a:p>
            <a:pPr lvl="1"/>
            <a:r>
              <a:rPr lang="fr-CA" noProof="0" dirty="0"/>
              <a:t>Deuxième niveau</a:t>
            </a:r>
          </a:p>
          <a:p>
            <a:pPr lvl="2"/>
            <a:r>
              <a:rPr lang="fr-CA" noProof="0" dirty="0"/>
              <a:t>Troisième niveau</a:t>
            </a:r>
          </a:p>
          <a:p>
            <a:pPr lvl="3"/>
            <a:r>
              <a:rPr lang="fr-CA" noProof="0" dirty="0"/>
              <a:t>Quatrième niveau</a:t>
            </a:r>
          </a:p>
          <a:p>
            <a:pPr lvl="4"/>
            <a:r>
              <a:rPr lang="fr-CA" noProof="0" dirty="0"/>
              <a:t>Cinquième niveau</a:t>
            </a:r>
          </a:p>
        </p:txBody>
      </p:sp>
      <p:sp>
        <p:nvSpPr>
          <p:cNvPr id="4" name="Espace réservé de la date 3"/>
          <p:cNvSpPr>
            <a:spLocks noGrp="1"/>
          </p:cNvSpPr>
          <p:nvPr>
            <p:ph type="dt" sz="half" idx="2"/>
          </p:nvPr>
        </p:nvSpPr>
        <p:spPr>
          <a:xfrm>
            <a:off x="544000" y="5384996"/>
            <a:ext cx="2370667" cy="136800"/>
          </a:xfrm>
          <a:prstGeom prst="rect">
            <a:avLst/>
          </a:prstGeom>
        </p:spPr>
        <p:txBody>
          <a:bodyPr vert="horz" lIns="91440" tIns="45720" rIns="91440" bIns="45720" rtlCol="0" anchor="ctr"/>
          <a:lstStyle>
            <a:lvl1pPr algn="l">
              <a:defRPr sz="670">
                <a:solidFill>
                  <a:schemeClr val="accent2"/>
                </a:solidFill>
              </a:defRPr>
            </a:lvl1pPr>
          </a:lstStyle>
          <a:p>
            <a:fld id="{98FD3BE9-B61A-496B-9E53-6BE29CAA7F7D}" type="datetime3">
              <a:rPr lang="fr-CA" noProof="0" smtClean="0"/>
              <a:pPr/>
              <a:t>26/06/01</a:t>
            </a:fld>
            <a:endParaRPr lang="fr-CA" noProof="0" dirty="0"/>
          </a:p>
        </p:txBody>
      </p:sp>
      <p:sp>
        <p:nvSpPr>
          <p:cNvPr id="5" name="Espace réservé du pied de page 4"/>
          <p:cNvSpPr>
            <a:spLocks noGrp="1"/>
          </p:cNvSpPr>
          <p:nvPr>
            <p:ph type="ftr" sz="quarter" idx="3"/>
          </p:nvPr>
        </p:nvSpPr>
        <p:spPr>
          <a:xfrm>
            <a:off x="3471334" y="5384996"/>
            <a:ext cx="3217333" cy="136800"/>
          </a:xfrm>
          <a:prstGeom prst="rect">
            <a:avLst/>
          </a:prstGeom>
        </p:spPr>
        <p:txBody>
          <a:bodyPr vert="horz" lIns="91440" tIns="45720" rIns="91440" bIns="45720" rtlCol="0" anchor="ctr"/>
          <a:lstStyle>
            <a:lvl1pPr algn="ctr">
              <a:defRPr sz="670">
                <a:solidFill>
                  <a:schemeClr val="accent2"/>
                </a:solidFill>
              </a:defRPr>
            </a:lvl1pPr>
          </a:lstStyle>
          <a:p>
            <a:endParaRPr lang="fr-CA" noProof="0" dirty="0"/>
          </a:p>
        </p:txBody>
      </p:sp>
      <p:sp>
        <p:nvSpPr>
          <p:cNvPr id="6" name="Espace réservé du numéro de diapositive 5"/>
          <p:cNvSpPr>
            <a:spLocks noGrp="1"/>
          </p:cNvSpPr>
          <p:nvPr>
            <p:ph type="sldNum" sz="quarter" idx="4"/>
          </p:nvPr>
        </p:nvSpPr>
        <p:spPr>
          <a:xfrm>
            <a:off x="9112000" y="5384996"/>
            <a:ext cx="516000" cy="136800"/>
          </a:xfrm>
          <a:prstGeom prst="rect">
            <a:avLst/>
          </a:prstGeom>
        </p:spPr>
        <p:txBody>
          <a:bodyPr vert="horz" lIns="91440" tIns="45720" rIns="91440" bIns="45720" rtlCol="0" anchor="ctr"/>
          <a:lstStyle>
            <a:lvl1pPr algn="r">
              <a:defRPr sz="670">
                <a:solidFill>
                  <a:schemeClr val="accent2"/>
                </a:solidFill>
              </a:defRPr>
            </a:lvl1pPr>
          </a:lstStyle>
          <a:p>
            <a:fld id="{77B8E65F-5E3F-4E73-B056-4D0181456FB2}" type="slidenum">
              <a:rPr lang="fr-CA" noProof="0" smtClean="0"/>
              <a:pPr/>
              <a:t>‹N°›</a:t>
            </a:fld>
            <a:endParaRPr lang="fr-CA" noProof="0" dirty="0"/>
          </a:p>
        </p:txBody>
      </p:sp>
      <p:pic>
        <p:nvPicPr>
          <p:cNvPr id="7" name="Image 6"/>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7991504" y="5032161"/>
            <a:ext cx="1711219" cy="212859"/>
          </a:xfrm>
          <a:prstGeom prst="rect">
            <a:avLst/>
          </a:prstGeom>
        </p:spPr>
      </p:pic>
    </p:spTree>
  </p:cSld>
  <p:clrMap bg1="lt1" tx1="dk1" bg2="lt2" tx2="dk2" accent1="accent1" accent2="accent2" accent3="accent3" accent4="accent4" accent5="accent5" accent6="accent6" hlink="hlink" folHlink="folHlink"/>
  <p:sldLayoutIdLst>
    <p:sldLayoutId id="2147483664"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6" r:id="rId10"/>
    <p:sldLayoutId id="2147483667" r:id="rId11"/>
    <p:sldLayoutId id="2147483668" r:id="rId12"/>
    <p:sldLayoutId id="2147483669" r:id="rId13"/>
    <p:sldLayoutId id="2147483670" r:id="rId14"/>
  </p:sldLayoutIdLst>
  <p:hf hdr="0"/>
  <p:txStyles>
    <p:titleStyle>
      <a:lvl1pPr algn="l" defTabSz="914400" rtl="0" eaLnBrk="1" latinLnBrk="0" hangingPunct="1">
        <a:spcBef>
          <a:spcPct val="0"/>
        </a:spcBef>
        <a:buNone/>
        <a:defRPr sz="2600" b="1" kern="1200">
          <a:solidFill>
            <a:schemeClr val="bg1"/>
          </a:solidFill>
          <a:latin typeface="+mj-lt"/>
          <a:ea typeface="+mj-ea"/>
          <a:cs typeface="+mj-cs"/>
        </a:defRPr>
      </a:lvl1pPr>
    </p:titleStyle>
    <p:bodyStyle>
      <a:lvl1pPr marL="154800" indent="-154800" algn="l" defTabSz="914400" rtl="0" eaLnBrk="1" latinLnBrk="0" hangingPunct="1">
        <a:spcBef>
          <a:spcPct val="20000"/>
        </a:spcBef>
        <a:buClr>
          <a:schemeClr val="accent2"/>
        </a:buClr>
        <a:buSzPct val="125000"/>
        <a:buFont typeface="Arial" pitchFamily="34" charset="0"/>
        <a:buChar char="•"/>
        <a:defRPr sz="1670" kern="1200">
          <a:solidFill>
            <a:schemeClr val="tx1"/>
          </a:solidFill>
          <a:latin typeface="+mn-lt"/>
          <a:ea typeface="+mn-ea"/>
          <a:cs typeface="+mn-cs"/>
        </a:defRPr>
      </a:lvl1pPr>
      <a:lvl2pPr marL="453600" indent="-154800" algn="l" defTabSz="914400" rtl="0" eaLnBrk="1" latinLnBrk="0" hangingPunct="1">
        <a:spcBef>
          <a:spcPct val="20000"/>
        </a:spcBef>
        <a:buClr>
          <a:schemeClr val="accent2"/>
        </a:buClr>
        <a:buSzPct val="125000"/>
        <a:buFont typeface="Arial" pitchFamily="34" charset="0"/>
        <a:buChar char="•"/>
        <a:defRPr sz="1670" kern="1200">
          <a:solidFill>
            <a:schemeClr val="tx1"/>
          </a:solidFill>
          <a:latin typeface="+mn-lt"/>
          <a:ea typeface="+mn-ea"/>
          <a:cs typeface="+mn-cs"/>
        </a:defRPr>
      </a:lvl2pPr>
      <a:lvl3pPr marL="752400" indent="-154800" algn="l" defTabSz="914400" rtl="0" eaLnBrk="1" latinLnBrk="0" hangingPunct="1">
        <a:spcBef>
          <a:spcPct val="20000"/>
        </a:spcBef>
        <a:buClr>
          <a:schemeClr val="accent2"/>
        </a:buClr>
        <a:buSzPct val="125000"/>
        <a:buFont typeface="Arial" pitchFamily="34" charset="0"/>
        <a:buChar char="•"/>
        <a:defRPr sz="1670" kern="1200">
          <a:solidFill>
            <a:schemeClr val="tx1"/>
          </a:solidFill>
          <a:latin typeface="+mn-lt"/>
          <a:ea typeface="+mn-ea"/>
          <a:cs typeface="+mn-cs"/>
        </a:defRPr>
      </a:lvl3pPr>
      <a:lvl4pPr marL="1047600" indent="-154800" algn="l" defTabSz="914400" rtl="0" eaLnBrk="1" latinLnBrk="0" hangingPunct="1">
        <a:spcBef>
          <a:spcPct val="20000"/>
        </a:spcBef>
        <a:buClr>
          <a:schemeClr val="accent2"/>
        </a:buClr>
        <a:buSzPct val="125000"/>
        <a:buFont typeface="Arial" pitchFamily="34" charset="0"/>
        <a:buChar char="•"/>
        <a:defRPr sz="1670" kern="1200">
          <a:solidFill>
            <a:schemeClr val="tx1"/>
          </a:solidFill>
          <a:latin typeface="+mn-lt"/>
          <a:ea typeface="+mn-ea"/>
          <a:cs typeface="+mn-cs"/>
        </a:defRPr>
      </a:lvl4pPr>
      <a:lvl5pPr marL="1346400" indent="-154800" algn="l" defTabSz="914400" rtl="0" eaLnBrk="1" latinLnBrk="0" hangingPunct="1">
        <a:spcBef>
          <a:spcPct val="20000"/>
        </a:spcBef>
        <a:buClr>
          <a:schemeClr val="accent2"/>
        </a:buClr>
        <a:buSzPct val="125000"/>
        <a:buFont typeface="Arial" pitchFamily="34" charset="0"/>
        <a:buChar char="•"/>
        <a:defRPr sz="167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120.png"/><Relationship Id="rId5" Type="http://schemas.openxmlformats.org/officeDocument/2006/relationships/slide" Target="slide3.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NULL"/><Relationship Id="rId4" Type="http://schemas.openxmlformats.org/officeDocument/2006/relationships/image" Target="../media/image12.wmf"/></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17.emf"/><Relationship Id="rId13" Type="http://schemas.openxmlformats.org/officeDocument/2006/relationships/oleObject" Target="../embeddings/oleObject7.bin"/><Relationship Id="rId3" Type="http://schemas.openxmlformats.org/officeDocument/2006/relationships/oleObject" Target="../embeddings/oleObject2.bin"/><Relationship Id="rId7" Type="http://schemas.openxmlformats.org/officeDocument/2006/relationships/oleObject" Target="../embeddings/oleObject4.bin"/><Relationship Id="rId12" Type="http://schemas.openxmlformats.org/officeDocument/2006/relationships/image" Target="../media/image19.emf"/><Relationship Id="rId2" Type="http://schemas.openxmlformats.org/officeDocument/2006/relationships/notesSlide" Target="../notesSlides/notesSlide10.xml"/><Relationship Id="rId16" Type="http://schemas.openxmlformats.org/officeDocument/2006/relationships/image" Target="../media/image21.emf"/><Relationship Id="rId1" Type="http://schemas.openxmlformats.org/officeDocument/2006/relationships/slideLayout" Target="../slideLayouts/slideLayout9.xml"/><Relationship Id="rId6" Type="http://schemas.openxmlformats.org/officeDocument/2006/relationships/image" Target="../media/image16.wmf"/><Relationship Id="rId11" Type="http://schemas.openxmlformats.org/officeDocument/2006/relationships/oleObject" Target="../embeddings/oleObject6.bin"/><Relationship Id="rId5" Type="http://schemas.openxmlformats.org/officeDocument/2006/relationships/oleObject" Target="../embeddings/oleObject3.bin"/><Relationship Id="rId15" Type="http://schemas.openxmlformats.org/officeDocument/2006/relationships/oleObject" Target="../embeddings/oleObject8.bin"/><Relationship Id="rId10" Type="http://schemas.openxmlformats.org/officeDocument/2006/relationships/image" Target="../media/image18.emf"/><Relationship Id="rId4" Type="http://schemas.openxmlformats.org/officeDocument/2006/relationships/image" Target="../media/image15.wmf"/><Relationship Id="rId9" Type="http://schemas.openxmlformats.org/officeDocument/2006/relationships/oleObject" Target="../embeddings/oleObject5.bin"/><Relationship Id="rId14" Type="http://schemas.openxmlformats.org/officeDocument/2006/relationships/image" Target="../media/image20.emf"/></Relationships>
</file>

<file path=ppt/slides/_rels/slide1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20.xml"/><Relationship Id="rId1" Type="http://schemas.openxmlformats.org/officeDocument/2006/relationships/slideLayout" Target="../slideLayouts/slideLayout14.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 Id="rId9" Type="http://schemas.openxmlformats.org/officeDocument/2006/relationships/image" Target="../media/image36.png"/></Relationships>
</file>

<file path=ppt/slides/_rels/slide21.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image" Target="../media/image29.wmf"/><Relationship Id="rId3" Type="http://schemas.openxmlformats.org/officeDocument/2006/relationships/oleObject" Target="../embeddings/oleObject9.bin"/><Relationship Id="rId7" Type="http://schemas.openxmlformats.org/officeDocument/2006/relationships/oleObject" Target="../embeddings/oleObject11.bin"/><Relationship Id="rId2" Type="http://schemas.openxmlformats.org/officeDocument/2006/relationships/notesSlide" Target="../notesSlides/notesSlide26.xml"/><Relationship Id="rId1" Type="http://schemas.openxmlformats.org/officeDocument/2006/relationships/slideLayout" Target="../slideLayouts/slideLayout10.xml"/><Relationship Id="rId6" Type="http://schemas.openxmlformats.org/officeDocument/2006/relationships/image" Target="../media/image28.wmf"/><Relationship Id="rId5" Type="http://schemas.openxmlformats.org/officeDocument/2006/relationships/oleObject" Target="../embeddings/oleObject10.bin"/><Relationship Id="rId10" Type="http://schemas.openxmlformats.org/officeDocument/2006/relationships/image" Target="../media/image30.wmf"/><Relationship Id="rId4" Type="http://schemas.openxmlformats.org/officeDocument/2006/relationships/image" Target="../media/image27.wmf"/><Relationship Id="rId9" Type="http://schemas.openxmlformats.org/officeDocument/2006/relationships/oleObject" Target="../embeddings/oleObject12.bin"/></Relationships>
</file>

<file path=ppt/slides/_rels/slide27.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fr-CA" dirty="0"/>
              <a:t>OPER10500</a:t>
            </a:r>
            <a:br>
              <a:rPr lang="fr-CA" dirty="0"/>
            </a:br>
            <a:r>
              <a:rPr lang="fr-CA" dirty="0"/>
              <a:t>Gestion des opérations</a:t>
            </a:r>
          </a:p>
        </p:txBody>
      </p:sp>
      <p:sp>
        <p:nvSpPr>
          <p:cNvPr id="3" name="Subtitle 2"/>
          <p:cNvSpPr>
            <a:spLocks noGrp="1"/>
          </p:cNvSpPr>
          <p:nvPr>
            <p:ph type="subTitle" idx="1"/>
          </p:nvPr>
        </p:nvSpPr>
        <p:spPr/>
        <p:txBody>
          <a:bodyPr/>
          <a:lstStyle/>
          <a:p>
            <a:r>
              <a:rPr lang="fr-CA" dirty="0"/>
              <a:t>Gestion des stocks (suite)</a:t>
            </a:r>
          </a:p>
        </p:txBody>
      </p:sp>
      <p:sp>
        <p:nvSpPr>
          <p:cNvPr id="5" name="Footer Placeholder 4"/>
          <p:cNvSpPr>
            <a:spLocks noGrp="1"/>
          </p:cNvSpPr>
          <p:nvPr>
            <p:ph type="ftr" sz="quarter" idx="14"/>
          </p:nvPr>
        </p:nvSpPr>
        <p:spPr>
          <a:xfrm>
            <a:off x="532000" y="5038916"/>
            <a:ext cx="5353729" cy="200055"/>
          </a:xfrm>
        </p:spPr>
        <p:txBody>
          <a:bodyPr/>
          <a:lstStyle/>
          <a:p>
            <a:r>
              <a:rPr lang="fr-CA" sz="1050" dirty="0"/>
              <a:t>© 2025 Département de gestion des opérations et de la logistique</a:t>
            </a:r>
          </a:p>
        </p:txBody>
      </p:sp>
    </p:spTree>
    <p:extLst>
      <p:ext uri="{BB962C8B-B14F-4D97-AF65-F5344CB8AC3E}">
        <p14:creationId xmlns:p14="http://schemas.microsoft.com/office/powerpoint/2010/main" val="18577569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Carte conceptuelle</a:t>
            </a:r>
          </a:p>
        </p:txBody>
      </p:sp>
      <p:pic>
        <p:nvPicPr>
          <p:cNvPr id="9" name="Image 8" descr="Une image contenant capture d’écran&#10;&#10;Description générée automatiquement">
            <a:extLst>
              <a:ext uri="{FF2B5EF4-FFF2-40B4-BE49-F238E27FC236}">
                <a16:creationId xmlns:a16="http://schemas.microsoft.com/office/drawing/2014/main" id="{8906C563-E5F2-4CC7-9AC3-305B64E401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13623" y="1395839"/>
            <a:ext cx="6404372" cy="3961223"/>
          </a:xfrm>
          <a:prstGeom prst="rect">
            <a:avLst/>
          </a:prstGeom>
        </p:spPr>
      </p:pic>
      <mc:AlternateContent xmlns:mc="http://schemas.openxmlformats.org/markup-compatibility/2006" xmlns:pslz="http://schemas.microsoft.com/office/powerpoint/2016/slidezoom">
        <mc:Choice Requires="pslz">
          <p:graphicFrame>
            <p:nvGraphicFramePr>
              <p:cNvPr id="6" name="Zoom de diapositive 5">
                <a:extLst>
                  <a:ext uri="{FF2B5EF4-FFF2-40B4-BE49-F238E27FC236}">
                    <a16:creationId xmlns:a16="http://schemas.microsoft.com/office/drawing/2014/main" id="{E0C0351C-600D-475F-83C4-ED4D75BA1588}"/>
                  </a:ext>
                </a:extLst>
              </p:cNvPr>
              <p:cNvGraphicFramePr>
                <a:graphicFrameLocks noChangeAspect="1"/>
              </p:cNvGraphicFramePr>
              <p:nvPr>
                <p:extLst>
                  <p:ext uri="{D42A27DB-BD31-4B8C-83A1-F6EECF244321}">
                    <p14:modId xmlns:p14="http://schemas.microsoft.com/office/powerpoint/2010/main" val="2132462204"/>
                  </p:ext>
                </p:extLst>
              </p:nvPr>
            </p:nvGraphicFramePr>
            <p:xfrm>
              <a:off x="7145677" y="3598215"/>
              <a:ext cx="1311640" cy="819775"/>
            </p:xfrm>
            <a:graphic>
              <a:graphicData uri="http://schemas.microsoft.com/office/powerpoint/2016/slidezoom">
                <pslz:sldZm>
                  <pslz:sldZmObj sldId="421" cId="1068254016">
                    <pslz:zmPr id="{9C882433-3B4C-4298-B4E6-C983871462D1}" returnToParent="0" transitionDur="1000">
                      <p166:blipFill xmlns:p166="http://schemas.microsoft.com/office/powerpoint/2016/6/main">
                        <a:blip r:embed="rId4"/>
                        <a:stretch>
                          <a:fillRect/>
                        </a:stretch>
                      </p166:blipFill>
                      <p166:spPr xmlns:p166="http://schemas.microsoft.com/office/powerpoint/2016/6/main">
                        <a:xfrm>
                          <a:off x="0" y="0"/>
                          <a:ext cx="1311640" cy="819775"/>
                        </a:xfrm>
                        <a:prstGeom prst="rect">
                          <a:avLst/>
                        </a:prstGeom>
                        <a:ln w="3175">
                          <a:solidFill>
                            <a:prstClr val="ltGray"/>
                          </a:solidFill>
                        </a:ln>
                      </p166:spPr>
                    </pslz:zmPr>
                  </pslz:sldZmObj>
                </pslz:sldZm>
              </a:graphicData>
            </a:graphic>
          </p:graphicFrame>
        </mc:Choice>
        <mc:Fallback xmlns="">
          <p:pic>
            <p:nvPicPr>
              <p:cNvPr id="6" name="Zoom de diapositive 5">
                <a:hlinkClick r:id="rId5" action="ppaction://hlinksldjump"/>
                <a:extLst>
                  <a:ext uri="{FF2B5EF4-FFF2-40B4-BE49-F238E27FC236}">
                    <a16:creationId xmlns:a16="http://schemas.microsoft.com/office/drawing/2014/main" id="{E0C0351C-600D-475F-83C4-ED4D75BA1588}"/>
                  </a:ext>
                </a:extLst>
              </p:cNvPr>
              <p:cNvPicPr>
                <a:picLocks noGrp="1" noRot="1" noChangeAspect="1" noMove="1" noResize="1" noEditPoints="1" noAdjustHandles="1" noChangeArrowheads="1" noChangeShapeType="1"/>
              </p:cNvPicPr>
              <p:nvPr/>
            </p:nvPicPr>
            <p:blipFill>
              <a:blip r:embed="rId6"/>
              <a:stretch>
                <a:fillRect/>
              </a:stretch>
            </p:blipFill>
            <p:spPr>
              <a:xfrm>
                <a:off x="7145677" y="3598215"/>
                <a:ext cx="1311640" cy="819775"/>
              </a:xfrm>
              <a:prstGeom prst="rect">
                <a:avLst/>
              </a:prstGeom>
              <a:ln w="3175">
                <a:solidFill>
                  <a:prstClr val="ltGray"/>
                </a:solidFill>
              </a:ln>
            </p:spPr>
          </p:pic>
        </mc:Fallback>
      </mc:AlternateContent>
    </p:spTree>
    <p:extLst>
      <p:ext uri="{BB962C8B-B14F-4D97-AF65-F5344CB8AC3E}">
        <p14:creationId xmlns:p14="http://schemas.microsoft.com/office/powerpoint/2010/main" val="22692157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p:cNvPicPr>
            <a:picLocks noChangeAspect="1"/>
          </p:cNvPicPr>
          <p:nvPr/>
        </p:nvPicPr>
        <p:blipFill rotWithShape="1">
          <a:blip r:embed="rId3" cstate="print">
            <a:extLst>
              <a:ext uri="{28A0092B-C50C-407E-A947-70E740481C1C}">
                <a14:useLocalDpi xmlns:a14="http://schemas.microsoft.com/office/drawing/2010/main" val="0"/>
              </a:ext>
            </a:extLst>
          </a:blip>
          <a:srcRect l="2905" t="32011" r="2741" b="32011"/>
          <a:stretch/>
        </p:blipFill>
        <p:spPr>
          <a:xfrm>
            <a:off x="861070" y="1976148"/>
            <a:ext cx="8437861" cy="2486025"/>
          </a:xfrm>
          <a:prstGeom prst="rect">
            <a:avLst/>
          </a:prstGeom>
        </p:spPr>
      </p:pic>
      <p:sp>
        <p:nvSpPr>
          <p:cNvPr id="2" name="Titre 1"/>
          <p:cNvSpPr>
            <a:spLocks noGrp="1"/>
          </p:cNvSpPr>
          <p:nvPr>
            <p:ph type="title"/>
          </p:nvPr>
        </p:nvSpPr>
        <p:spPr/>
        <p:txBody>
          <a:bodyPr/>
          <a:lstStyle/>
          <a:p>
            <a:r>
              <a:rPr lang="fr-CA" dirty="0"/>
              <a:t>Carte conceptuelle</a:t>
            </a:r>
          </a:p>
        </p:txBody>
      </p:sp>
      <p:sp>
        <p:nvSpPr>
          <p:cNvPr id="6" name="Ellipse 5">
            <a:extLst>
              <a:ext uri="{FF2B5EF4-FFF2-40B4-BE49-F238E27FC236}">
                <a16:creationId xmlns:a16="http://schemas.microsoft.com/office/drawing/2014/main" id="{8334413B-ABE6-4A00-89D1-2509C92D9774}"/>
              </a:ext>
            </a:extLst>
          </p:cNvPr>
          <p:cNvSpPr/>
          <p:nvPr/>
        </p:nvSpPr>
        <p:spPr>
          <a:xfrm>
            <a:off x="986800" y="1890272"/>
            <a:ext cx="4336553" cy="1716176"/>
          </a:xfrm>
          <a:prstGeom prst="ellipse">
            <a:avLst/>
          </a:prstGeom>
          <a:noFill/>
          <a:ln w="28575">
            <a:solidFill>
              <a:schemeClr val="accent4"/>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7" name="Image 6">
            <a:extLst>
              <a:ext uri="{FF2B5EF4-FFF2-40B4-BE49-F238E27FC236}">
                <a16:creationId xmlns:a16="http://schemas.microsoft.com/office/drawing/2014/main" id="{6EB97E0E-1097-4A57-8A0E-C5307A3DB99C}"/>
              </a:ext>
            </a:extLst>
          </p:cNvPr>
          <p:cNvPicPr>
            <a:picLocks noChangeAspect="1"/>
          </p:cNvPicPr>
          <p:nvPr/>
        </p:nvPicPr>
        <p:blipFill>
          <a:blip r:embed="rId4"/>
          <a:stretch>
            <a:fillRect/>
          </a:stretch>
        </p:blipFill>
        <p:spPr>
          <a:xfrm>
            <a:off x="6113822" y="1890272"/>
            <a:ext cx="577030" cy="488256"/>
          </a:xfrm>
          <a:prstGeom prst="rect">
            <a:avLst/>
          </a:prstGeom>
        </p:spPr>
      </p:pic>
      <p:pic>
        <p:nvPicPr>
          <p:cNvPr id="8" name="Image 7">
            <a:extLst>
              <a:ext uri="{FF2B5EF4-FFF2-40B4-BE49-F238E27FC236}">
                <a16:creationId xmlns:a16="http://schemas.microsoft.com/office/drawing/2014/main" id="{2514A7D1-E415-4142-BC07-EB14AD02FC20}"/>
              </a:ext>
            </a:extLst>
          </p:cNvPr>
          <p:cNvPicPr>
            <a:picLocks noChangeAspect="1"/>
          </p:cNvPicPr>
          <p:nvPr/>
        </p:nvPicPr>
        <p:blipFill>
          <a:blip r:embed="rId4"/>
          <a:stretch>
            <a:fillRect/>
          </a:stretch>
        </p:blipFill>
        <p:spPr>
          <a:xfrm>
            <a:off x="6266222" y="2911113"/>
            <a:ext cx="577030" cy="488256"/>
          </a:xfrm>
          <a:prstGeom prst="rect">
            <a:avLst/>
          </a:prstGeom>
        </p:spPr>
      </p:pic>
      <p:pic>
        <p:nvPicPr>
          <p:cNvPr id="9" name="Image 8">
            <a:extLst>
              <a:ext uri="{FF2B5EF4-FFF2-40B4-BE49-F238E27FC236}">
                <a16:creationId xmlns:a16="http://schemas.microsoft.com/office/drawing/2014/main" id="{A7FF6176-7D1F-4E44-AB17-E3C4BE1DA249}"/>
              </a:ext>
            </a:extLst>
          </p:cNvPr>
          <p:cNvPicPr>
            <a:picLocks noChangeAspect="1"/>
          </p:cNvPicPr>
          <p:nvPr/>
        </p:nvPicPr>
        <p:blipFill>
          <a:blip r:embed="rId4"/>
          <a:stretch>
            <a:fillRect/>
          </a:stretch>
        </p:blipFill>
        <p:spPr>
          <a:xfrm>
            <a:off x="6950101" y="3871472"/>
            <a:ext cx="577030" cy="488256"/>
          </a:xfrm>
          <a:prstGeom prst="rect">
            <a:avLst/>
          </a:prstGeom>
        </p:spPr>
      </p:pic>
      <p:pic>
        <p:nvPicPr>
          <p:cNvPr id="10" name="Image 9">
            <a:extLst>
              <a:ext uri="{FF2B5EF4-FFF2-40B4-BE49-F238E27FC236}">
                <a16:creationId xmlns:a16="http://schemas.microsoft.com/office/drawing/2014/main" id="{F18C26A9-9657-45AD-B1BA-9F4B8337B2C9}"/>
              </a:ext>
            </a:extLst>
          </p:cNvPr>
          <p:cNvPicPr>
            <a:picLocks noChangeAspect="1"/>
          </p:cNvPicPr>
          <p:nvPr/>
        </p:nvPicPr>
        <p:blipFill>
          <a:blip r:embed="rId4"/>
          <a:stretch>
            <a:fillRect/>
          </a:stretch>
        </p:blipFill>
        <p:spPr>
          <a:xfrm>
            <a:off x="1110235" y="4321446"/>
            <a:ext cx="577030" cy="488256"/>
          </a:xfrm>
          <a:prstGeom prst="rect">
            <a:avLst/>
          </a:prstGeom>
        </p:spPr>
      </p:pic>
      <p:pic>
        <p:nvPicPr>
          <p:cNvPr id="11" name="Image 10">
            <a:extLst>
              <a:ext uri="{FF2B5EF4-FFF2-40B4-BE49-F238E27FC236}">
                <a16:creationId xmlns:a16="http://schemas.microsoft.com/office/drawing/2014/main" id="{E5B2FA1A-9EAA-4901-B1F9-7F9CDF60FFDE}"/>
              </a:ext>
            </a:extLst>
          </p:cNvPr>
          <p:cNvPicPr>
            <a:picLocks noChangeAspect="1"/>
          </p:cNvPicPr>
          <p:nvPr/>
        </p:nvPicPr>
        <p:blipFill>
          <a:blip r:embed="rId4"/>
          <a:stretch>
            <a:fillRect/>
          </a:stretch>
        </p:blipFill>
        <p:spPr>
          <a:xfrm>
            <a:off x="986800" y="3448195"/>
            <a:ext cx="577030" cy="488256"/>
          </a:xfrm>
          <a:prstGeom prst="rect">
            <a:avLst/>
          </a:prstGeom>
        </p:spPr>
      </p:pic>
    </p:spTree>
    <p:extLst>
      <p:ext uri="{BB962C8B-B14F-4D97-AF65-F5344CB8AC3E}">
        <p14:creationId xmlns:p14="http://schemas.microsoft.com/office/powerpoint/2010/main" val="10682540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BA949CC-38BE-4ED0-AE60-3EB89548295E}"/>
              </a:ext>
            </a:extLst>
          </p:cNvPr>
          <p:cNvSpPr>
            <a:spLocks noGrp="1"/>
          </p:cNvSpPr>
          <p:nvPr>
            <p:ph type="title"/>
          </p:nvPr>
        </p:nvSpPr>
        <p:spPr/>
        <p:txBody>
          <a:bodyPr/>
          <a:lstStyle/>
          <a:p>
            <a:r>
              <a:rPr lang="fr-CA"/>
              <a:t>Rappel – 1ère partie</a:t>
            </a:r>
          </a:p>
        </p:txBody>
      </p:sp>
      <p:graphicFrame>
        <p:nvGraphicFramePr>
          <p:cNvPr id="6" name="Object 3">
            <a:extLst>
              <a:ext uri="{FF2B5EF4-FFF2-40B4-BE49-F238E27FC236}">
                <a16:creationId xmlns:a16="http://schemas.microsoft.com/office/drawing/2014/main" id="{57C20CBB-FB36-430F-9F6E-D1D3C89F337C}"/>
              </a:ext>
            </a:extLst>
          </p:cNvPr>
          <p:cNvGraphicFramePr>
            <a:graphicFrameLocks/>
          </p:cNvGraphicFramePr>
          <p:nvPr/>
        </p:nvGraphicFramePr>
        <p:xfrm>
          <a:off x="2661840" y="1556300"/>
          <a:ext cx="4836319" cy="966788"/>
        </p:xfrm>
        <a:graphic>
          <a:graphicData uri="http://schemas.openxmlformats.org/presentationml/2006/ole">
            <mc:AlternateContent xmlns:mc="http://schemas.openxmlformats.org/markup-compatibility/2006">
              <mc:Choice xmlns:v="urn:schemas-microsoft-com:vml" Requires="v">
                <p:oleObj name="Equation" r:id="rId3" imgW="1968480" imgH="419040" progId="Equation.3">
                  <p:embed/>
                </p:oleObj>
              </mc:Choice>
              <mc:Fallback>
                <p:oleObj name="Equation" r:id="rId3" imgW="1968480" imgH="419040" progId="Equation.3">
                  <p:embed/>
                  <p:pic>
                    <p:nvPicPr>
                      <p:cNvPr id="6" name="Object 3">
                        <a:extLst>
                          <a:ext uri="{FF2B5EF4-FFF2-40B4-BE49-F238E27FC236}">
                            <a16:creationId xmlns:a16="http://schemas.microsoft.com/office/drawing/2014/main" id="{57C20CBB-FB36-430F-9F6E-D1D3C89F337C}"/>
                          </a:ext>
                        </a:extLst>
                      </p:cNvPr>
                      <p:cNvPicPr>
                        <a:picLocks noChangeArrowheads="1"/>
                      </p:cNvPicPr>
                      <p:nvPr/>
                    </p:nvPicPr>
                    <p:blipFill>
                      <a:blip r:embed="rId4"/>
                      <a:srcRect/>
                      <a:stretch>
                        <a:fillRect/>
                      </a:stretch>
                    </p:blipFill>
                    <p:spPr bwMode="auto">
                      <a:xfrm>
                        <a:off x="2661840" y="1556300"/>
                        <a:ext cx="4836319" cy="966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7" name="Object 4">
                <a:extLst>
                  <a:ext uri="{FF2B5EF4-FFF2-40B4-BE49-F238E27FC236}">
                    <a16:creationId xmlns:a16="http://schemas.microsoft.com/office/drawing/2014/main" id="{33DCD805-B656-4BF9-B790-ECAC69D4BCE7}"/>
                  </a:ext>
                </a:extLst>
              </p:cNvPr>
              <p:cNvSpPr txBox="1"/>
              <p:nvPr/>
            </p:nvSpPr>
            <p:spPr bwMode="auto">
              <a:xfrm>
                <a:off x="2894696" y="3338552"/>
                <a:ext cx="4370606" cy="1022747"/>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fr-CA" sz="2700" i="1">
                          <a:solidFill>
                            <a:srgbClr val="000000"/>
                          </a:solidFill>
                          <a:latin typeface="Cambria Math" panose="02040503050406030204" pitchFamily="18" charset="0"/>
                        </a:rPr>
                        <m:t>𝑄𝐸𝐶</m:t>
                      </m:r>
                      <m:r>
                        <a:rPr lang="fr-CA" sz="2700" i="1">
                          <a:solidFill>
                            <a:srgbClr val="000000"/>
                          </a:solidFill>
                          <a:latin typeface="Cambria Math" panose="02040503050406030204" pitchFamily="18" charset="0"/>
                        </a:rPr>
                        <m:t>=</m:t>
                      </m:r>
                      <m:rad>
                        <m:radPr>
                          <m:degHide m:val="on"/>
                          <m:ctrlPr>
                            <a:rPr lang="fr-CA" sz="2700" i="1">
                              <a:solidFill>
                                <a:srgbClr val="000000"/>
                              </a:solidFill>
                              <a:latin typeface="Cambria Math" panose="02040503050406030204" pitchFamily="18" charset="0"/>
                            </a:rPr>
                          </m:ctrlPr>
                        </m:radPr>
                        <m:deg/>
                        <m:e>
                          <m:f>
                            <m:fPr>
                              <m:ctrlPr>
                                <a:rPr lang="fr-CA" sz="2700" i="1">
                                  <a:solidFill>
                                    <a:srgbClr val="000000"/>
                                  </a:solidFill>
                                  <a:latin typeface="Cambria Math" panose="02040503050406030204" pitchFamily="18" charset="0"/>
                                </a:rPr>
                              </m:ctrlPr>
                            </m:fPr>
                            <m:num>
                              <m:r>
                                <a:rPr lang="fr-CA" sz="2700" i="1">
                                  <a:solidFill>
                                    <a:srgbClr val="000000"/>
                                  </a:solidFill>
                                  <a:latin typeface="Cambria Math" panose="02040503050406030204" pitchFamily="18" charset="0"/>
                                </a:rPr>
                                <m:t>2×</m:t>
                              </m:r>
                              <m:r>
                                <a:rPr lang="fr-CA" sz="2700" i="1">
                                  <a:solidFill>
                                    <a:srgbClr val="000000"/>
                                  </a:solidFill>
                                  <a:latin typeface="Cambria Math" panose="02040503050406030204" pitchFamily="18" charset="0"/>
                                </a:rPr>
                                <m:t>𝐷𝑇</m:t>
                              </m:r>
                              <m:r>
                                <a:rPr lang="fr-CA" sz="2700" i="1">
                                  <a:solidFill>
                                    <a:srgbClr val="000000"/>
                                  </a:solidFill>
                                  <a:latin typeface="Cambria Math" panose="02040503050406030204" pitchFamily="18" charset="0"/>
                                </a:rPr>
                                <m:t>×</m:t>
                              </m:r>
                              <m:sSub>
                                <m:sSubPr>
                                  <m:ctrlPr>
                                    <a:rPr lang="fr-CA" sz="2700" i="1">
                                      <a:solidFill>
                                        <a:srgbClr val="000000"/>
                                      </a:solidFill>
                                      <a:latin typeface="Cambria Math" panose="02040503050406030204" pitchFamily="18" charset="0"/>
                                    </a:rPr>
                                  </m:ctrlPr>
                                </m:sSubPr>
                                <m:e>
                                  <m:r>
                                    <a:rPr lang="fr-CA" sz="2700" i="1">
                                      <a:solidFill>
                                        <a:srgbClr val="000000"/>
                                      </a:solidFill>
                                      <a:latin typeface="Cambria Math" panose="02040503050406030204" pitchFamily="18" charset="0"/>
                                    </a:rPr>
                                    <m:t>𝐶</m:t>
                                  </m:r>
                                </m:e>
                                <m:sub>
                                  <m:r>
                                    <a:rPr lang="fr-CA" sz="2700" i="1">
                                      <a:solidFill>
                                        <a:srgbClr val="000000"/>
                                      </a:solidFill>
                                      <a:latin typeface="Cambria Math" panose="02040503050406030204" pitchFamily="18" charset="0"/>
                                    </a:rPr>
                                    <m:t>𝑐</m:t>
                                  </m:r>
                                </m:sub>
                              </m:sSub>
                            </m:num>
                            <m:den>
                              <m:r>
                                <a:rPr lang="fr-CA" sz="2700" i="1">
                                  <a:solidFill>
                                    <a:srgbClr val="000000"/>
                                  </a:solidFill>
                                  <a:latin typeface="Cambria Math" panose="02040503050406030204" pitchFamily="18" charset="0"/>
                                </a:rPr>
                                <m:t>𝐶𝑒</m:t>
                              </m:r>
                            </m:den>
                          </m:f>
                        </m:e>
                      </m:rad>
                    </m:oMath>
                  </m:oMathPara>
                </a14:m>
                <a:endParaRPr lang="fr-CA" sz="2700" dirty="0"/>
              </a:p>
            </p:txBody>
          </p:sp>
        </mc:Choice>
        <mc:Fallback xmlns="">
          <p:sp>
            <p:nvSpPr>
              <p:cNvPr id="7" name="Object 4">
                <a:extLst>
                  <a:ext uri="{FF2B5EF4-FFF2-40B4-BE49-F238E27FC236}">
                    <a16:creationId xmlns:a16="http://schemas.microsoft.com/office/drawing/2014/main" id="{33DCD805-B656-4BF9-B790-ECAC69D4BCE7}"/>
                  </a:ext>
                </a:extLst>
              </p:cNvPr>
              <p:cNvSpPr txBox="1">
                <a:spLocks noRot="1" noChangeAspect="1" noMove="1" noResize="1" noEditPoints="1" noAdjustHandles="1" noChangeArrowheads="1" noChangeShapeType="1" noTextEdit="1"/>
              </p:cNvSpPr>
              <p:nvPr/>
            </p:nvSpPr>
            <p:spPr bwMode="auto">
              <a:xfrm>
                <a:off x="2894696" y="3338552"/>
                <a:ext cx="4370606" cy="1022747"/>
              </a:xfrm>
              <a:prstGeom prst="rect">
                <a:avLst/>
              </a:prstGeom>
              <a:blipFill>
                <a:blip r:embed="rId6"/>
                <a:stretch>
                  <a:fillRect b="-23952"/>
                </a:stretch>
              </a:blipFill>
              <a:ln>
                <a:noFill/>
              </a:ln>
              <a:effectLst/>
            </p:spPr>
            <p:txBody>
              <a:bodyPr/>
              <a:lstStyle/>
              <a:p>
                <a:r>
                  <a:rPr lang="en-CA">
                    <a:noFill/>
                  </a:rPr>
                  <a:t> </a:t>
                </a:r>
              </a:p>
            </p:txBody>
          </p:sp>
        </mc:Fallback>
      </mc:AlternateContent>
    </p:spTree>
    <p:extLst>
      <p:ext uri="{BB962C8B-B14F-4D97-AF65-F5344CB8AC3E}">
        <p14:creationId xmlns:p14="http://schemas.microsoft.com/office/powerpoint/2010/main" val="40280342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7891" name="Rectangle 5"/>
          <p:cNvSpPr>
            <a:spLocks noGrp="1" noChangeArrowheads="1"/>
          </p:cNvSpPr>
          <p:nvPr>
            <p:ph type="title"/>
          </p:nvPr>
        </p:nvSpPr>
        <p:spPr/>
        <p:txBody>
          <a:bodyPr/>
          <a:lstStyle/>
          <a:p>
            <a:r>
              <a:rPr lang="fr-CA" dirty="0"/>
              <a:t>Gérer l’incertitude de la demande</a:t>
            </a:r>
          </a:p>
        </p:txBody>
      </p:sp>
      <p:sp>
        <p:nvSpPr>
          <p:cNvPr id="237571" name="Rectangle 3"/>
          <p:cNvSpPr>
            <a:spLocks noGrp="1" noChangeArrowheads="1"/>
          </p:cNvSpPr>
          <p:nvPr>
            <p:ph type="body" idx="1"/>
          </p:nvPr>
        </p:nvSpPr>
        <p:spPr/>
        <p:txBody>
          <a:bodyPr/>
          <a:lstStyle/>
          <a:p>
            <a:pPr marL="0" indent="0">
              <a:buNone/>
            </a:pPr>
            <a:r>
              <a:rPr lang="fr-CA" dirty="0"/>
              <a:t>Éléments nouveaux qui découlent du caractère aléatoire des demandes ou des livraisons : </a:t>
            </a:r>
          </a:p>
          <a:p>
            <a:pPr marL="452438" lvl="1" indent="-276225"/>
            <a:r>
              <a:rPr lang="fr-CA" b="1" u="sng" dirty="0"/>
              <a:t>Les pénuries </a:t>
            </a:r>
            <a:r>
              <a:rPr lang="fr-CA" dirty="0"/>
              <a:t>sont possibles;</a:t>
            </a:r>
          </a:p>
          <a:p>
            <a:pPr marL="452438" lvl="1" indent="-276225"/>
            <a:r>
              <a:rPr lang="fr-CA" dirty="0"/>
              <a:t>L'entreprise doit choisir le </a:t>
            </a:r>
            <a:r>
              <a:rPr lang="fr-CA" b="1" u="sng" dirty="0"/>
              <a:t>niveau de service </a:t>
            </a:r>
            <a:r>
              <a:rPr lang="fr-CA" dirty="0"/>
              <a:t>qu'elle veut offrir;</a:t>
            </a:r>
          </a:p>
          <a:p>
            <a:pPr marL="452438" lvl="1" indent="-276225"/>
            <a:r>
              <a:rPr lang="fr-CA" dirty="0"/>
              <a:t>L'entreprise doit établir les </a:t>
            </a:r>
            <a:r>
              <a:rPr lang="fr-CA" b="1" u="sng" dirty="0"/>
              <a:t>stocks de sécurité </a:t>
            </a:r>
            <a:r>
              <a:rPr lang="fr-CA" dirty="0"/>
              <a:t>selon le niveau de service qu'elle veut offrir et en fonction de la variabilité de la demande et des délais de livraisons;</a:t>
            </a:r>
          </a:p>
          <a:p>
            <a:pPr marL="452438" lvl="1" indent="-276225"/>
            <a:r>
              <a:rPr lang="fr-CA" dirty="0"/>
              <a:t>L'entreprise doit choisir quel </a:t>
            </a:r>
            <a:r>
              <a:rPr lang="fr-CA" b="1" u="sng" dirty="0"/>
              <a:t>modèle de réapprovisionnement </a:t>
            </a:r>
            <a:r>
              <a:rPr lang="fr-CA" dirty="0"/>
              <a:t>utiliser</a:t>
            </a:r>
          </a:p>
        </p:txBody>
      </p:sp>
      <p:sp>
        <p:nvSpPr>
          <p:cNvPr id="7" name="Rectangle 6">
            <a:extLst>
              <a:ext uri="{FF2B5EF4-FFF2-40B4-BE49-F238E27FC236}">
                <a16:creationId xmlns:a16="http://schemas.microsoft.com/office/drawing/2014/main" id="{B0F230F5-25E9-4BA5-8770-F3A6B2EDD401}"/>
              </a:ext>
            </a:extLst>
          </p:cNvPr>
          <p:cNvSpPr/>
          <p:nvPr/>
        </p:nvSpPr>
        <p:spPr>
          <a:xfrm>
            <a:off x="1002012" y="3901915"/>
            <a:ext cx="3665232" cy="1333399"/>
          </a:xfrm>
          <a:prstGeom prst="rect">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t"/>
          <a:lstStyle/>
          <a:p>
            <a:pPr marL="457200" indent="-457200" algn="ctr" defTabSz="1097280">
              <a:buAutoNum type="arabicParenBoth"/>
            </a:pPr>
            <a:r>
              <a:rPr lang="fr-CA" sz="2000" b="1" dirty="0">
                <a:solidFill>
                  <a:srgbClr val="FFFFFF"/>
                </a:solidFill>
                <a:latin typeface="Arial" panose="020B0604020202020204"/>
              </a:rPr>
              <a:t>Point de commande</a:t>
            </a:r>
          </a:p>
          <a:p>
            <a:pPr algn="ctr" defTabSz="1097280"/>
            <a:r>
              <a:rPr lang="fr-CA" sz="2160" dirty="0">
                <a:solidFill>
                  <a:srgbClr val="FFFFFF"/>
                </a:solidFill>
                <a:latin typeface="Arial" panose="020B0604020202020204"/>
              </a:rPr>
              <a:t>(quantité fixe – </a:t>
            </a:r>
          </a:p>
          <a:p>
            <a:pPr algn="ctr" defTabSz="1097280"/>
            <a:r>
              <a:rPr lang="fr-CA" sz="2160" dirty="0">
                <a:solidFill>
                  <a:srgbClr val="FFFFFF"/>
                </a:solidFill>
                <a:latin typeface="Arial" panose="020B0604020202020204"/>
              </a:rPr>
              <a:t>intervalle variable)</a:t>
            </a:r>
          </a:p>
        </p:txBody>
      </p:sp>
      <p:sp>
        <p:nvSpPr>
          <p:cNvPr id="8" name="Rectangle 7">
            <a:extLst>
              <a:ext uri="{FF2B5EF4-FFF2-40B4-BE49-F238E27FC236}">
                <a16:creationId xmlns:a16="http://schemas.microsoft.com/office/drawing/2014/main" id="{58F7EF22-9493-4D99-820F-79562AD4ED68}"/>
              </a:ext>
            </a:extLst>
          </p:cNvPr>
          <p:cNvSpPr/>
          <p:nvPr/>
        </p:nvSpPr>
        <p:spPr>
          <a:xfrm>
            <a:off x="5191528" y="3901914"/>
            <a:ext cx="3665232" cy="1333399"/>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t"/>
          <a:lstStyle/>
          <a:p>
            <a:pPr algn="ctr" defTabSz="1097280"/>
            <a:r>
              <a:rPr lang="fr-CA" sz="2000" b="1" dirty="0">
                <a:solidFill>
                  <a:srgbClr val="FFFFFF"/>
                </a:solidFill>
                <a:latin typeface="Arial" panose="020B0604020202020204"/>
              </a:rPr>
              <a:t>(2) Réapprovisionnement périodique</a:t>
            </a:r>
          </a:p>
          <a:p>
            <a:pPr algn="ctr" defTabSz="1097280"/>
            <a:r>
              <a:rPr lang="fr-CA" sz="2160" dirty="0">
                <a:solidFill>
                  <a:srgbClr val="FFFFFF"/>
                </a:solidFill>
                <a:latin typeface="Arial" panose="020B0604020202020204"/>
              </a:rPr>
              <a:t>(intervalle fixe – </a:t>
            </a:r>
          </a:p>
          <a:p>
            <a:pPr algn="ctr" defTabSz="1097280"/>
            <a:r>
              <a:rPr lang="fr-CA" sz="2160" dirty="0">
                <a:solidFill>
                  <a:srgbClr val="FFFFFF"/>
                </a:solidFill>
                <a:latin typeface="Arial" panose="020B0604020202020204"/>
              </a:rPr>
              <a:t>quantité variable)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237571">
                                            <p:txEl>
                                              <p:pRg st="1" end="1"/>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237571">
                                            <p:txEl>
                                              <p:pRg st="2" end="2"/>
                                            </p:txEl>
                                          </p:spTgt>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nodeType="afterEffect">
                                  <p:stCondLst>
                                    <p:cond delay="0"/>
                                  </p:stCondLst>
                                  <p:childTnLst>
                                    <p:set>
                                      <p:cBhvr>
                                        <p:cTn id="12" dur="1" fill="hold">
                                          <p:stCondLst>
                                            <p:cond delay="0"/>
                                          </p:stCondLst>
                                        </p:cTn>
                                        <p:tgtEl>
                                          <p:spTgt spid="237571">
                                            <p:txEl>
                                              <p:pRg st="3" end="3"/>
                                            </p:txEl>
                                          </p:spTgt>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nodeType="afterEffect">
                                  <p:stCondLst>
                                    <p:cond delay="0"/>
                                  </p:stCondLst>
                                  <p:childTnLst>
                                    <p:set>
                                      <p:cBhvr>
                                        <p:cTn id="15" dur="1" fill="hold">
                                          <p:stCondLst>
                                            <p:cond delay="0"/>
                                          </p:stCondLst>
                                        </p:cTn>
                                        <p:tgtEl>
                                          <p:spTgt spid="23757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r>
              <a:rPr lang="fr-CA" dirty="0"/>
              <a:t>Introduction au stock de sécurité</a:t>
            </a:r>
            <a:br>
              <a:rPr lang="fr-CA" dirty="0"/>
            </a:br>
            <a:r>
              <a:rPr lang="fr-CA" dirty="0"/>
              <a:t>Variation de la demande</a:t>
            </a:r>
          </a:p>
        </p:txBody>
      </p:sp>
      <p:sp>
        <p:nvSpPr>
          <p:cNvPr id="40963" name="Freeform 3"/>
          <p:cNvSpPr>
            <a:spLocks/>
          </p:cNvSpPr>
          <p:nvPr/>
        </p:nvSpPr>
        <p:spPr bwMode="auto">
          <a:xfrm>
            <a:off x="2350919" y="1698683"/>
            <a:ext cx="3504009" cy="1759744"/>
          </a:xfrm>
          <a:custGeom>
            <a:avLst/>
            <a:gdLst>
              <a:gd name="T0" fmla="*/ 0 w 2943"/>
              <a:gd name="T1" fmla="*/ 2147483647 h 1478"/>
              <a:gd name="T2" fmla="*/ 0 w 2943"/>
              <a:gd name="T3" fmla="*/ 0 h 1478"/>
              <a:gd name="T4" fmla="*/ 2147483647 w 2943"/>
              <a:gd name="T5" fmla="*/ 2147483647 h 1478"/>
              <a:gd name="T6" fmla="*/ 2147483647 w 2943"/>
              <a:gd name="T7" fmla="*/ 2147483647 h 1478"/>
              <a:gd name="T8" fmla="*/ 2147483647 w 2943"/>
              <a:gd name="T9" fmla="*/ 2147483647 h 1478"/>
              <a:gd name="T10" fmla="*/ 0 60000 65536"/>
              <a:gd name="T11" fmla="*/ 0 60000 65536"/>
              <a:gd name="T12" fmla="*/ 0 60000 65536"/>
              <a:gd name="T13" fmla="*/ 0 60000 65536"/>
              <a:gd name="T14" fmla="*/ 0 60000 65536"/>
              <a:gd name="T15" fmla="*/ 0 w 2943"/>
              <a:gd name="T16" fmla="*/ 0 h 1478"/>
              <a:gd name="T17" fmla="*/ 2943 w 2943"/>
              <a:gd name="T18" fmla="*/ 1478 h 1478"/>
            </a:gdLst>
            <a:ahLst/>
            <a:cxnLst>
              <a:cxn ang="T10">
                <a:pos x="T0" y="T1"/>
              </a:cxn>
              <a:cxn ang="T11">
                <a:pos x="T2" y="T3"/>
              </a:cxn>
              <a:cxn ang="T12">
                <a:pos x="T4" y="T5"/>
              </a:cxn>
              <a:cxn ang="T13">
                <a:pos x="T6" y="T7"/>
              </a:cxn>
              <a:cxn ang="T14">
                <a:pos x="T8" y="T9"/>
              </a:cxn>
            </a:cxnLst>
            <a:rect l="T15" t="T16" r="T17" b="T18"/>
            <a:pathLst>
              <a:path w="2943" h="1478">
                <a:moveTo>
                  <a:pt x="0" y="1477"/>
                </a:moveTo>
                <a:lnTo>
                  <a:pt x="0" y="0"/>
                </a:lnTo>
                <a:lnTo>
                  <a:pt x="1477" y="1477"/>
                </a:lnTo>
                <a:lnTo>
                  <a:pt x="1477" y="12"/>
                </a:lnTo>
                <a:lnTo>
                  <a:pt x="2942" y="1477"/>
                </a:lnTo>
              </a:path>
            </a:pathLst>
          </a:custGeom>
          <a:noFill/>
          <a:ln w="19050">
            <a:solidFill>
              <a:schemeClr val="tx1"/>
            </a:solidFill>
            <a:round/>
            <a:headEnd/>
            <a:tailEnd/>
          </a:ln>
        </p:spPr>
        <p:txBody>
          <a:bodyPr/>
          <a:lstStyle/>
          <a:p>
            <a:endParaRPr lang="fr-FR" sz="1350"/>
          </a:p>
        </p:txBody>
      </p:sp>
      <p:sp>
        <p:nvSpPr>
          <p:cNvPr id="40964" name="Line 4"/>
          <p:cNvSpPr>
            <a:spLocks noChangeShapeType="1"/>
          </p:cNvSpPr>
          <p:nvPr/>
        </p:nvSpPr>
        <p:spPr bwMode="auto">
          <a:xfrm flipH="1">
            <a:off x="5845587" y="1822095"/>
            <a:ext cx="5953" cy="2758265"/>
          </a:xfrm>
          <a:prstGeom prst="line">
            <a:avLst/>
          </a:prstGeom>
          <a:noFill/>
          <a:ln w="0">
            <a:solidFill>
              <a:schemeClr val="tx1"/>
            </a:solidFill>
            <a:prstDash val="dash"/>
            <a:round/>
            <a:headEnd/>
            <a:tailEnd/>
          </a:ln>
        </p:spPr>
        <p:txBody>
          <a:bodyPr/>
          <a:lstStyle/>
          <a:p>
            <a:endParaRPr lang="fr-CA" sz="1350"/>
          </a:p>
        </p:txBody>
      </p:sp>
      <p:sp>
        <p:nvSpPr>
          <p:cNvPr id="40965" name="Text Box 5"/>
          <p:cNvSpPr txBox="1">
            <a:spLocks noChangeArrowheads="1"/>
          </p:cNvSpPr>
          <p:nvPr/>
        </p:nvSpPr>
        <p:spPr bwMode="auto">
          <a:xfrm>
            <a:off x="2540227" y="3490573"/>
            <a:ext cx="767954" cy="300082"/>
          </a:xfrm>
          <a:prstGeom prst="rect">
            <a:avLst/>
          </a:prstGeom>
          <a:noFill/>
          <a:ln w="28575" algn="ctr">
            <a:noFill/>
            <a:miter lim="800000"/>
            <a:headEnd type="none" w="sm" len="sm"/>
            <a:tailEnd type="none" w="sm" len="sm"/>
          </a:ln>
        </p:spPr>
        <p:txBody>
          <a:bodyPr>
            <a:spAutoFit/>
          </a:bodyPr>
          <a:lstStyle/>
          <a:p>
            <a:pPr algn="ctr">
              <a:spcBef>
                <a:spcPct val="50000"/>
              </a:spcBef>
            </a:pPr>
            <a:r>
              <a:rPr lang="fr-CA" sz="1350" b="1"/>
              <a:t>Temps</a:t>
            </a:r>
            <a:endParaRPr lang="fr-FR" sz="1350" b="1"/>
          </a:p>
        </p:txBody>
      </p:sp>
      <p:sp>
        <p:nvSpPr>
          <p:cNvPr id="40966" name="Text Box 6"/>
          <p:cNvSpPr txBox="1">
            <a:spLocks noChangeArrowheads="1"/>
          </p:cNvSpPr>
          <p:nvPr/>
        </p:nvSpPr>
        <p:spPr bwMode="auto">
          <a:xfrm rot="-5400000">
            <a:off x="882879" y="2448159"/>
            <a:ext cx="1782365" cy="300082"/>
          </a:xfrm>
          <a:prstGeom prst="rect">
            <a:avLst/>
          </a:prstGeom>
          <a:noFill/>
          <a:ln w="28575" algn="ctr">
            <a:noFill/>
            <a:miter lim="800000"/>
            <a:headEnd type="none" w="sm" len="sm"/>
            <a:tailEnd type="none" w="sm" len="sm"/>
          </a:ln>
        </p:spPr>
        <p:txBody>
          <a:bodyPr>
            <a:spAutoFit/>
          </a:bodyPr>
          <a:lstStyle/>
          <a:p>
            <a:pPr algn="ctr">
              <a:spcBef>
                <a:spcPct val="50000"/>
              </a:spcBef>
            </a:pPr>
            <a:r>
              <a:rPr lang="fr-CA" sz="1350" b="1" dirty="0"/>
              <a:t>Stock disponible</a:t>
            </a:r>
            <a:endParaRPr lang="fr-FR" sz="1350" b="1" dirty="0"/>
          </a:p>
        </p:txBody>
      </p:sp>
      <p:grpSp>
        <p:nvGrpSpPr>
          <p:cNvPr id="2" name="Group 7"/>
          <p:cNvGrpSpPr>
            <a:grpSpLocks/>
          </p:cNvGrpSpPr>
          <p:nvPr/>
        </p:nvGrpSpPr>
        <p:grpSpPr bwMode="auto">
          <a:xfrm>
            <a:off x="5868024" y="2923836"/>
            <a:ext cx="2490788" cy="507206"/>
            <a:chOff x="3572" y="2010"/>
            <a:chExt cx="2051" cy="426"/>
          </a:xfrm>
        </p:grpSpPr>
        <p:sp>
          <p:nvSpPr>
            <p:cNvPr id="40986" name="Text Box 8"/>
            <p:cNvSpPr txBox="1">
              <a:spLocks noChangeArrowheads="1"/>
            </p:cNvSpPr>
            <p:nvPr/>
          </p:nvSpPr>
          <p:spPr bwMode="auto">
            <a:xfrm>
              <a:off x="3917" y="2020"/>
              <a:ext cx="1682" cy="388"/>
            </a:xfrm>
            <a:prstGeom prst="rect">
              <a:avLst/>
            </a:prstGeom>
            <a:noFill/>
            <a:ln w="28575" algn="ctr">
              <a:noFill/>
              <a:miter lim="800000"/>
              <a:headEnd type="none" w="sm" len="sm"/>
              <a:tailEnd type="none" w="sm" len="sm"/>
            </a:ln>
          </p:spPr>
          <p:txBody>
            <a:bodyPr>
              <a:spAutoFit/>
            </a:bodyPr>
            <a:lstStyle/>
            <a:p>
              <a:pPr algn="r">
                <a:spcBef>
                  <a:spcPct val="50000"/>
                </a:spcBef>
              </a:pPr>
              <a:r>
                <a:rPr lang="fr-CA" sz="1200" b="1">
                  <a:solidFill>
                    <a:srgbClr val="00FF00"/>
                  </a:solidFill>
                </a:rPr>
                <a:t>Demande </a:t>
              </a:r>
              <a:r>
                <a:rPr lang="fr-CA" sz="1200" b="1" u="sng">
                  <a:solidFill>
                    <a:srgbClr val="00FF00"/>
                  </a:solidFill>
                </a:rPr>
                <a:t>inférieure</a:t>
              </a:r>
              <a:r>
                <a:rPr lang="fr-CA" sz="1200" b="1">
                  <a:solidFill>
                    <a:srgbClr val="00FF00"/>
                  </a:solidFill>
                </a:rPr>
                <a:t> </a:t>
              </a:r>
              <a:br>
                <a:rPr lang="fr-CA" sz="1200" b="1">
                  <a:solidFill>
                    <a:srgbClr val="00FF00"/>
                  </a:solidFill>
                </a:rPr>
              </a:br>
              <a:r>
                <a:rPr lang="fr-CA" sz="1200" b="1">
                  <a:solidFill>
                    <a:srgbClr val="00FF00"/>
                  </a:solidFill>
                </a:rPr>
                <a:t>à la moyenne</a:t>
              </a:r>
              <a:endParaRPr lang="fr-FR" sz="1200" b="1">
                <a:solidFill>
                  <a:srgbClr val="00FF00"/>
                </a:solidFill>
              </a:endParaRPr>
            </a:p>
          </p:txBody>
        </p:sp>
        <p:sp>
          <p:nvSpPr>
            <p:cNvPr id="40987" name="Rectangle 9"/>
            <p:cNvSpPr>
              <a:spLocks noChangeArrowheads="1"/>
            </p:cNvSpPr>
            <p:nvPr/>
          </p:nvSpPr>
          <p:spPr bwMode="auto">
            <a:xfrm>
              <a:off x="3572" y="2010"/>
              <a:ext cx="2051" cy="426"/>
            </a:xfrm>
            <a:prstGeom prst="rect">
              <a:avLst/>
            </a:prstGeom>
            <a:noFill/>
            <a:ln w="28575" algn="ctr">
              <a:solidFill>
                <a:srgbClr val="00FF00"/>
              </a:solidFill>
              <a:miter lim="800000"/>
              <a:headEnd type="none" w="sm" len="sm"/>
              <a:tailEnd type="none" w="sm" len="sm"/>
            </a:ln>
          </p:spPr>
          <p:txBody>
            <a:bodyPr wrap="none" anchor="ctr"/>
            <a:lstStyle/>
            <a:p>
              <a:endParaRPr lang="fr-FR" sz="1350"/>
            </a:p>
          </p:txBody>
        </p:sp>
      </p:grpSp>
      <p:sp>
        <p:nvSpPr>
          <p:cNvPr id="334858" name="Text Box 10"/>
          <p:cNvSpPr txBox="1">
            <a:spLocks noChangeArrowheads="1"/>
          </p:cNvSpPr>
          <p:nvPr/>
        </p:nvSpPr>
        <p:spPr bwMode="auto">
          <a:xfrm>
            <a:off x="4016604" y="3975158"/>
            <a:ext cx="1079897" cy="507831"/>
          </a:xfrm>
          <a:prstGeom prst="rect">
            <a:avLst/>
          </a:prstGeom>
          <a:noFill/>
          <a:ln w="28575" algn="ctr">
            <a:noFill/>
            <a:miter lim="800000"/>
            <a:headEnd type="none" w="sm" len="sm"/>
            <a:tailEnd type="none" w="sm" len="sm"/>
          </a:ln>
        </p:spPr>
        <p:txBody>
          <a:bodyPr>
            <a:spAutoFit/>
          </a:bodyPr>
          <a:lstStyle/>
          <a:p>
            <a:pPr algn="ctr">
              <a:spcBef>
                <a:spcPct val="50000"/>
              </a:spcBef>
            </a:pPr>
            <a:r>
              <a:rPr lang="fr-CA" sz="1350"/>
              <a:t>Rupture de stock </a:t>
            </a:r>
            <a:endParaRPr lang="fr-FR" sz="1350"/>
          </a:p>
        </p:txBody>
      </p:sp>
      <p:sp>
        <p:nvSpPr>
          <p:cNvPr id="40969" name="Line 11"/>
          <p:cNvSpPr>
            <a:spLocks noChangeShapeType="1"/>
          </p:cNvSpPr>
          <p:nvPr/>
        </p:nvSpPr>
        <p:spPr bwMode="auto">
          <a:xfrm>
            <a:off x="2342583" y="2914310"/>
            <a:ext cx="3515916" cy="0"/>
          </a:xfrm>
          <a:prstGeom prst="line">
            <a:avLst/>
          </a:prstGeom>
          <a:noFill/>
          <a:ln w="28575">
            <a:solidFill>
              <a:srgbClr val="000099"/>
            </a:solidFill>
            <a:prstDash val="dashDot"/>
            <a:round/>
            <a:headEnd type="none" w="sm" len="sm"/>
            <a:tailEnd type="none" w="sm" len="sm"/>
          </a:ln>
        </p:spPr>
        <p:txBody>
          <a:bodyPr/>
          <a:lstStyle/>
          <a:p>
            <a:endParaRPr lang="fr-CA" sz="1350"/>
          </a:p>
        </p:txBody>
      </p:sp>
      <p:sp>
        <p:nvSpPr>
          <p:cNvPr id="40970" name="Text Box 12"/>
          <p:cNvSpPr txBox="1">
            <a:spLocks noChangeArrowheads="1"/>
          </p:cNvSpPr>
          <p:nvPr/>
        </p:nvSpPr>
        <p:spPr bwMode="auto">
          <a:xfrm>
            <a:off x="1979443" y="2767863"/>
            <a:ext cx="425116" cy="300082"/>
          </a:xfrm>
          <a:prstGeom prst="rect">
            <a:avLst/>
          </a:prstGeom>
          <a:noFill/>
          <a:ln w="28575" algn="ctr">
            <a:noFill/>
            <a:miter lim="800000"/>
            <a:headEnd type="none" w="sm" len="sm"/>
            <a:tailEnd type="none" w="sm" len="sm"/>
          </a:ln>
        </p:spPr>
        <p:txBody>
          <a:bodyPr wrap="none">
            <a:spAutoFit/>
          </a:bodyPr>
          <a:lstStyle/>
          <a:p>
            <a:r>
              <a:rPr lang="fr-CA" sz="1350" b="1">
                <a:solidFill>
                  <a:srgbClr val="000099"/>
                </a:solidFill>
              </a:rPr>
              <a:t>PC</a:t>
            </a:r>
          </a:p>
        </p:txBody>
      </p:sp>
      <p:grpSp>
        <p:nvGrpSpPr>
          <p:cNvPr id="3" name="Group 13"/>
          <p:cNvGrpSpPr>
            <a:grpSpLocks/>
          </p:cNvGrpSpPr>
          <p:nvPr/>
        </p:nvGrpSpPr>
        <p:grpSpPr bwMode="auto">
          <a:xfrm>
            <a:off x="5868026" y="3452473"/>
            <a:ext cx="2482453" cy="513160"/>
            <a:chOff x="3576" y="2454"/>
            <a:chExt cx="2043" cy="431"/>
          </a:xfrm>
        </p:grpSpPr>
        <p:sp>
          <p:nvSpPr>
            <p:cNvPr id="40984" name="Rectangle 14"/>
            <p:cNvSpPr>
              <a:spLocks noChangeArrowheads="1"/>
            </p:cNvSpPr>
            <p:nvPr/>
          </p:nvSpPr>
          <p:spPr bwMode="auto">
            <a:xfrm>
              <a:off x="3576" y="2454"/>
              <a:ext cx="2043" cy="431"/>
            </a:xfrm>
            <a:prstGeom prst="rect">
              <a:avLst/>
            </a:prstGeom>
            <a:noFill/>
            <a:ln w="28575" algn="ctr">
              <a:solidFill>
                <a:srgbClr val="FF0000"/>
              </a:solidFill>
              <a:miter lim="800000"/>
              <a:headEnd type="none" w="sm" len="sm"/>
              <a:tailEnd type="none" w="sm" len="sm"/>
            </a:ln>
          </p:spPr>
          <p:txBody>
            <a:bodyPr wrap="none" anchor="ctr"/>
            <a:lstStyle/>
            <a:p>
              <a:endParaRPr lang="fr-FR" sz="1350"/>
            </a:p>
          </p:txBody>
        </p:sp>
        <p:sp>
          <p:nvSpPr>
            <p:cNvPr id="40985" name="Text Box 15"/>
            <p:cNvSpPr txBox="1">
              <a:spLocks noChangeArrowheads="1"/>
            </p:cNvSpPr>
            <p:nvPr/>
          </p:nvSpPr>
          <p:spPr bwMode="auto">
            <a:xfrm>
              <a:off x="3913" y="2485"/>
              <a:ext cx="1662" cy="388"/>
            </a:xfrm>
            <a:prstGeom prst="rect">
              <a:avLst/>
            </a:prstGeom>
            <a:noFill/>
            <a:ln w="28575" algn="ctr">
              <a:noFill/>
              <a:miter lim="800000"/>
              <a:headEnd type="none" w="sm" len="sm"/>
              <a:tailEnd type="none" w="sm" len="sm"/>
            </a:ln>
          </p:spPr>
          <p:txBody>
            <a:bodyPr>
              <a:spAutoFit/>
            </a:bodyPr>
            <a:lstStyle/>
            <a:p>
              <a:pPr algn="r">
                <a:spcBef>
                  <a:spcPct val="50000"/>
                </a:spcBef>
              </a:pPr>
              <a:r>
                <a:rPr lang="fr-CA" sz="1200" b="1">
                  <a:solidFill>
                    <a:srgbClr val="FF0000"/>
                  </a:solidFill>
                </a:rPr>
                <a:t>Demande </a:t>
              </a:r>
              <a:r>
                <a:rPr lang="fr-CA" sz="1200" b="1" u="sng">
                  <a:solidFill>
                    <a:srgbClr val="FF0000"/>
                  </a:solidFill>
                </a:rPr>
                <a:t>supérieure</a:t>
              </a:r>
              <a:r>
                <a:rPr lang="fr-CA" sz="1200" b="1">
                  <a:solidFill>
                    <a:srgbClr val="FF0000"/>
                  </a:solidFill>
                </a:rPr>
                <a:t> </a:t>
              </a:r>
              <a:br>
                <a:rPr lang="fr-CA" sz="1200" b="1">
                  <a:solidFill>
                    <a:srgbClr val="FF0000"/>
                  </a:solidFill>
                </a:rPr>
              </a:br>
              <a:r>
                <a:rPr lang="fr-CA" sz="1200" b="1">
                  <a:solidFill>
                    <a:srgbClr val="FF0000"/>
                  </a:solidFill>
                </a:rPr>
                <a:t>à la moyenne</a:t>
              </a:r>
              <a:endParaRPr lang="fr-FR" sz="1200" b="1">
                <a:solidFill>
                  <a:srgbClr val="FF0000"/>
                </a:solidFill>
              </a:endParaRPr>
            </a:p>
          </p:txBody>
        </p:sp>
      </p:grpSp>
      <p:sp>
        <p:nvSpPr>
          <p:cNvPr id="334864" name="Line 16"/>
          <p:cNvSpPr>
            <a:spLocks noChangeShapeType="1"/>
          </p:cNvSpPr>
          <p:nvPr/>
        </p:nvSpPr>
        <p:spPr bwMode="auto">
          <a:xfrm flipV="1">
            <a:off x="4998868" y="3461998"/>
            <a:ext cx="547688" cy="758429"/>
          </a:xfrm>
          <a:prstGeom prst="line">
            <a:avLst/>
          </a:prstGeom>
          <a:noFill/>
          <a:ln w="57150" cap="rnd">
            <a:solidFill>
              <a:schemeClr val="tx1"/>
            </a:solidFill>
            <a:prstDash val="sysDot"/>
            <a:round/>
            <a:headEnd type="none" w="sm" len="sm"/>
            <a:tailEnd type="triangle" w="med" len="med"/>
          </a:ln>
        </p:spPr>
        <p:txBody>
          <a:bodyPr/>
          <a:lstStyle/>
          <a:p>
            <a:endParaRPr lang="fr-CA" sz="1350"/>
          </a:p>
        </p:txBody>
      </p:sp>
      <p:sp>
        <p:nvSpPr>
          <p:cNvPr id="334865" name="Freeform 17"/>
          <p:cNvSpPr>
            <a:spLocks/>
          </p:cNvSpPr>
          <p:nvPr/>
        </p:nvSpPr>
        <p:spPr bwMode="auto">
          <a:xfrm>
            <a:off x="5866836" y="2795247"/>
            <a:ext cx="717947" cy="1263254"/>
          </a:xfrm>
          <a:custGeom>
            <a:avLst/>
            <a:gdLst>
              <a:gd name="T0" fmla="*/ 2147483647 w 1063"/>
              <a:gd name="T1" fmla="*/ 2147483647 h 2241"/>
              <a:gd name="T2" fmla="*/ 2147483647 w 1063"/>
              <a:gd name="T3" fmla="*/ 2147483647 h 2241"/>
              <a:gd name="T4" fmla="*/ 2147483647 w 1063"/>
              <a:gd name="T5" fmla="*/ 2147483647 h 2241"/>
              <a:gd name="T6" fmla="*/ 2147483647 w 1063"/>
              <a:gd name="T7" fmla="*/ 2147483647 h 2241"/>
              <a:gd name="T8" fmla="*/ 2147483647 w 1063"/>
              <a:gd name="T9" fmla="*/ 2147483647 h 2241"/>
              <a:gd name="T10" fmla="*/ 2147483647 w 1063"/>
              <a:gd name="T11" fmla="*/ 2147483647 h 2241"/>
              <a:gd name="T12" fmla="*/ 2147483647 w 1063"/>
              <a:gd name="T13" fmla="*/ 2147483647 h 2241"/>
              <a:gd name="T14" fmla="*/ 2147483647 w 1063"/>
              <a:gd name="T15" fmla="*/ 2147483647 h 2241"/>
              <a:gd name="T16" fmla="*/ 2147483647 w 1063"/>
              <a:gd name="T17" fmla="*/ 2147483647 h 2241"/>
              <a:gd name="T18" fmla="*/ 2147483647 w 1063"/>
              <a:gd name="T19" fmla="*/ 2147483647 h 2241"/>
              <a:gd name="T20" fmla="*/ 2147483647 w 1063"/>
              <a:gd name="T21" fmla="*/ 2147483647 h 2241"/>
              <a:gd name="T22" fmla="*/ 2147483647 w 1063"/>
              <a:gd name="T23" fmla="*/ 2147483647 h 2241"/>
              <a:gd name="T24" fmla="*/ 2147483647 w 1063"/>
              <a:gd name="T25" fmla="*/ 2147483647 h 2241"/>
              <a:gd name="T26" fmla="*/ 2147483647 w 1063"/>
              <a:gd name="T27" fmla="*/ 2147483647 h 2241"/>
              <a:gd name="T28" fmla="*/ 2147483647 w 1063"/>
              <a:gd name="T29" fmla="*/ 2147483647 h 2241"/>
              <a:gd name="T30" fmla="*/ 2147483647 w 1063"/>
              <a:gd name="T31" fmla="*/ 2147483647 h 2241"/>
              <a:gd name="T32" fmla="*/ 2147483647 w 1063"/>
              <a:gd name="T33" fmla="*/ 2147483647 h 2241"/>
              <a:gd name="T34" fmla="*/ 2147483647 w 1063"/>
              <a:gd name="T35" fmla="*/ 2147483647 h 2241"/>
              <a:gd name="T36" fmla="*/ 2147483647 w 1063"/>
              <a:gd name="T37" fmla="*/ 2147483647 h 2241"/>
              <a:gd name="T38" fmla="*/ 2147483647 w 1063"/>
              <a:gd name="T39" fmla="*/ 2147483647 h 2241"/>
              <a:gd name="T40" fmla="*/ 2147483647 w 1063"/>
              <a:gd name="T41" fmla="*/ 2147483647 h 2241"/>
              <a:gd name="T42" fmla="*/ 2147483647 w 1063"/>
              <a:gd name="T43" fmla="*/ 2147483647 h 2241"/>
              <a:gd name="T44" fmla="*/ 2147483647 w 1063"/>
              <a:gd name="T45" fmla="*/ 2147483647 h 2241"/>
              <a:gd name="T46" fmla="*/ 2147483647 w 1063"/>
              <a:gd name="T47" fmla="*/ 2147483647 h 2241"/>
              <a:gd name="T48" fmla="*/ 2147483647 w 1063"/>
              <a:gd name="T49" fmla="*/ 2147483647 h 2241"/>
              <a:gd name="T50" fmla="*/ 2147483647 w 1063"/>
              <a:gd name="T51" fmla="*/ 2147483647 h 2241"/>
              <a:gd name="T52" fmla="*/ 2147483647 w 1063"/>
              <a:gd name="T53" fmla="*/ 2147483647 h 2241"/>
              <a:gd name="T54" fmla="*/ 2147483647 w 1063"/>
              <a:gd name="T55" fmla="*/ 2147483647 h 2241"/>
              <a:gd name="T56" fmla="*/ 2147483647 w 1063"/>
              <a:gd name="T57" fmla="*/ 2147483647 h 2241"/>
              <a:gd name="T58" fmla="*/ 2147483647 w 1063"/>
              <a:gd name="T59" fmla="*/ 2147483647 h 2241"/>
              <a:gd name="T60" fmla="*/ 2147483647 w 1063"/>
              <a:gd name="T61" fmla="*/ 2147483647 h 2241"/>
              <a:gd name="T62" fmla="*/ 2147483647 w 1063"/>
              <a:gd name="T63" fmla="*/ 2147483647 h 2241"/>
              <a:gd name="T64" fmla="*/ 2147483647 w 1063"/>
              <a:gd name="T65" fmla="*/ 2147483647 h 2241"/>
              <a:gd name="T66" fmla="*/ 2147483647 w 1063"/>
              <a:gd name="T67" fmla="*/ 2147483647 h 2241"/>
              <a:gd name="T68" fmla="*/ 2147483647 w 1063"/>
              <a:gd name="T69" fmla="*/ 2147483647 h 2241"/>
              <a:gd name="T70" fmla="*/ 2147483647 w 1063"/>
              <a:gd name="T71" fmla="*/ 2147483647 h 2241"/>
              <a:gd name="T72" fmla="*/ 2147483647 w 1063"/>
              <a:gd name="T73" fmla="*/ 2147483647 h 2241"/>
              <a:gd name="T74" fmla="*/ 2147483647 w 1063"/>
              <a:gd name="T75" fmla="*/ 2147483647 h 2241"/>
              <a:gd name="T76" fmla="*/ 2147483647 w 1063"/>
              <a:gd name="T77" fmla="*/ 2147483647 h 224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063"/>
              <a:gd name="T118" fmla="*/ 0 h 2241"/>
              <a:gd name="T119" fmla="*/ 1063 w 1063"/>
              <a:gd name="T120" fmla="*/ 2241 h 2241"/>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063" h="2241">
                <a:moveTo>
                  <a:pt x="0" y="0"/>
                </a:moveTo>
                <a:lnTo>
                  <a:pt x="1" y="32"/>
                </a:lnTo>
                <a:lnTo>
                  <a:pt x="2" y="64"/>
                </a:lnTo>
                <a:lnTo>
                  <a:pt x="4" y="96"/>
                </a:lnTo>
                <a:lnTo>
                  <a:pt x="6" y="128"/>
                </a:lnTo>
                <a:lnTo>
                  <a:pt x="9" y="160"/>
                </a:lnTo>
                <a:lnTo>
                  <a:pt x="14" y="192"/>
                </a:lnTo>
                <a:lnTo>
                  <a:pt x="19" y="224"/>
                </a:lnTo>
                <a:lnTo>
                  <a:pt x="25" y="256"/>
                </a:lnTo>
                <a:lnTo>
                  <a:pt x="34" y="288"/>
                </a:lnTo>
                <a:lnTo>
                  <a:pt x="44" y="320"/>
                </a:lnTo>
                <a:lnTo>
                  <a:pt x="57" y="352"/>
                </a:lnTo>
                <a:lnTo>
                  <a:pt x="73" y="384"/>
                </a:lnTo>
                <a:lnTo>
                  <a:pt x="92" y="416"/>
                </a:lnTo>
                <a:lnTo>
                  <a:pt x="115" y="448"/>
                </a:lnTo>
                <a:lnTo>
                  <a:pt x="142" y="480"/>
                </a:lnTo>
                <a:lnTo>
                  <a:pt x="173" y="512"/>
                </a:lnTo>
                <a:lnTo>
                  <a:pt x="208" y="544"/>
                </a:lnTo>
                <a:lnTo>
                  <a:pt x="248" y="576"/>
                </a:lnTo>
                <a:lnTo>
                  <a:pt x="294" y="608"/>
                </a:lnTo>
                <a:lnTo>
                  <a:pt x="343" y="640"/>
                </a:lnTo>
                <a:lnTo>
                  <a:pt x="397" y="672"/>
                </a:lnTo>
                <a:lnTo>
                  <a:pt x="455" y="704"/>
                </a:lnTo>
                <a:lnTo>
                  <a:pt x="516" y="736"/>
                </a:lnTo>
                <a:lnTo>
                  <a:pt x="578" y="768"/>
                </a:lnTo>
                <a:lnTo>
                  <a:pt x="643" y="800"/>
                </a:lnTo>
                <a:lnTo>
                  <a:pt x="708" y="832"/>
                </a:lnTo>
                <a:lnTo>
                  <a:pt x="770" y="864"/>
                </a:lnTo>
                <a:lnTo>
                  <a:pt x="830" y="896"/>
                </a:lnTo>
                <a:lnTo>
                  <a:pt x="886" y="928"/>
                </a:lnTo>
                <a:lnTo>
                  <a:pt x="936" y="960"/>
                </a:lnTo>
                <a:lnTo>
                  <a:pt x="980" y="992"/>
                </a:lnTo>
                <a:lnTo>
                  <a:pt x="998" y="1008"/>
                </a:lnTo>
                <a:lnTo>
                  <a:pt x="1015" y="1024"/>
                </a:lnTo>
                <a:lnTo>
                  <a:pt x="1029" y="1040"/>
                </a:lnTo>
                <a:lnTo>
                  <a:pt x="1041" y="1056"/>
                </a:lnTo>
                <a:lnTo>
                  <a:pt x="1050" y="1072"/>
                </a:lnTo>
                <a:lnTo>
                  <a:pt x="1056" y="1088"/>
                </a:lnTo>
                <a:lnTo>
                  <a:pt x="1061" y="1104"/>
                </a:lnTo>
                <a:lnTo>
                  <a:pt x="1062" y="1120"/>
                </a:lnTo>
                <a:lnTo>
                  <a:pt x="1061" y="1136"/>
                </a:lnTo>
                <a:lnTo>
                  <a:pt x="1056" y="1152"/>
                </a:lnTo>
                <a:lnTo>
                  <a:pt x="1050" y="1169"/>
                </a:lnTo>
                <a:lnTo>
                  <a:pt x="1041" y="1184"/>
                </a:lnTo>
                <a:lnTo>
                  <a:pt x="1029" y="1201"/>
                </a:lnTo>
                <a:lnTo>
                  <a:pt x="1015" y="1216"/>
                </a:lnTo>
                <a:lnTo>
                  <a:pt x="998" y="1233"/>
                </a:lnTo>
                <a:lnTo>
                  <a:pt x="980" y="1248"/>
                </a:lnTo>
                <a:lnTo>
                  <a:pt x="936" y="1280"/>
                </a:lnTo>
                <a:lnTo>
                  <a:pt x="886" y="1312"/>
                </a:lnTo>
                <a:lnTo>
                  <a:pt x="830" y="1344"/>
                </a:lnTo>
                <a:lnTo>
                  <a:pt x="770" y="1376"/>
                </a:lnTo>
                <a:lnTo>
                  <a:pt x="708" y="1408"/>
                </a:lnTo>
                <a:lnTo>
                  <a:pt x="643" y="1440"/>
                </a:lnTo>
                <a:lnTo>
                  <a:pt x="578" y="1472"/>
                </a:lnTo>
                <a:lnTo>
                  <a:pt x="516" y="1504"/>
                </a:lnTo>
                <a:lnTo>
                  <a:pt x="455" y="1536"/>
                </a:lnTo>
                <a:lnTo>
                  <a:pt x="397" y="1568"/>
                </a:lnTo>
                <a:lnTo>
                  <a:pt x="343" y="1600"/>
                </a:lnTo>
                <a:lnTo>
                  <a:pt x="294" y="1632"/>
                </a:lnTo>
                <a:lnTo>
                  <a:pt x="248" y="1664"/>
                </a:lnTo>
                <a:lnTo>
                  <a:pt x="208" y="1696"/>
                </a:lnTo>
                <a:lnTo>
                  <a:pt x="173" y="1728"/>
                </a:lnTo>
                <a:lnTo>
                  <a:pt x="142" y="1760"/>
                </a:lnTo>
                <a:lnTo>
                  <a:pt x="115" y="1792"/>
                </a:lnTo>
                <a:lnTo>
                  <a:pt x="92" y="1824"/>
                </a:lnTo>
                <a:lnTo>
                  <a:pt x="73" y="1856"/>
                </a:lnTo>
                <a:lnTo>
                  <a:pt x="57" y="1888"/>
                </a:lnTo>
                <a:lnTo>
                  <a:pt x="44" y="1920"/>
                </a:lnTo>
                <a:lnTo>
                  <a:pt x="34" y="1952"/>
                </a:lnTo>
                <a:lnTo>
                  <a:pt x="25" y="1984"/>
                </a:lnTo>
                <a:lnTo>
                  <a:pt x="19" y="2016"/>
                </a:lnTo>
                <a:lnTo>
                  <a:pt x="14" y="2048"/>
                </a:lnTo>
                <a:lnTo>
                  <a:pt x="9" y="2080"/>
                </a:lnTo>
                <a:lnTo>
                  <a:pt x="6" y="2112"/>
                </a:lnTo>
                <a:lnTo>
                  <a:pt x="4" y="2144"/>
                </a:lnTo>
                <a:lnTo>
                  <a:pt x="2" y="2176"/>
                </a:lnTo>
                <a:lnTo>
                  <a:pt x="1" y="2208"/>
                </a:lnTo>
                <a:lnTo>
                  <a:pt x="0" y="2240"/>
                </a:lnTo>
              </a:path>
            </a:pathLst>
          </a:custGeom>
          <a:noFill/>
          <a:ln w="57150">
            <a:solidFill>
              <a:srgbClr val="000099"/>
            </a:solidFill>
            <a:round/>
            <a:headEnd/>
            <a:tailEnd/>
          </a:ln>
        </p:spPr>
        <p:txBody>
          <a:bodyPr/>
          <a:lstStyle/>
          <a:p>
            <a:endParaRPr lang="fr-FR" sz="1350"/>
          </a:p>
        </p:txBody>
      </p:sp>
      <p:sp>
        <p:nvSpPr>
          <p:cNvPr id="40974" name="Freeform 18"/>
          <p:cNvSpPr>
            <a:spLocks/>
          </p:cNvSpPr>
          <p:nvPr/>
        </p:nvSpPr>
        <p:spPr bwMode="auto">
          <a:xfrm>
            <a:off x="2374733" y="1717733"/>
            <a:ext cx="1697831" cy="1719263"/>
          </a:xfrm>
          <a:custGeom>
            <a:avLst/>
            <a:gdLst>
              <a:gd name="T0" fmla="*/ 0 w 1426"/>
              <a:gd name="T1" fmla="*/ 0 h 1444"/>
              <a:gd name="T2" fmla="*/ 2147483647 w 1426"/>
              <a:gd name="T3" fmla="*/ 2147483647 h 1444"/>
              <a:gd name="T4" fmla="*/ 2147483647 w 1426"/>
              <a:gd name="T5" fmla="*/ 2147483647 h 1444"/>
              <a:gd name="T6" fmla="*/ 2147483647 w 1426"/>
              <a:gd name="T7" fmla="*/ 2147483647 h 1444"/>
              <a:gd name="T8" fmla="*/ 2147483647 w 1426"/>
              <a:gd name="T9" fmla="*/ 2147483647 h 1444"/>
              <a:gd name="T10" fmla="*/ 2147483647 w 1426"/>
              <a:gd name="T11" fmla="*/ 2147483647 h 1444"/>
              <a:gd name="T12" fmla="*/ 2147483647 w 1426"/>
              <a:gd name="T13" fmla="*/ 2147483647 h 1444"/>
              <a:gd name="T14" fmla="*/ 2147483647 w 1426"/>
              <a:gd name="T15" fmla="*/ 2147483647 h 1444"/>
              <a:gd name="T16" fmla="*/ 2147483647 w 1426"/>
              <a:gd name="T17" fmla="*/ 2147483647 h 1444"/>
              <a:gd name="T18" fmla="*/ 2147483647 w 1426"/>
              <a:gd name="T19" fmla="*/ 2147483647 h 1444"/>
              <a:gd name="T20" fmla="*/ 2147483647 w 1426"/>
              <a:gd name="T21" fmla="*/ 2147483647 h 1444"/>
              <a:gd name="T22" fmla="*/ 2147483647 w 1426"/>
              <a:gd name="T23" fmla="*/ 2147483647 h 1444"/>
              <a:gd name="T24" fmla="*/ 2147483647 w 1426"/>
              <a:gd name="T25" fmla="*/ 2147483647 h 1444"/>
              <a:gd name="T26" fmla="*/ 2147483647 w 1426"/>
              <a:gd name="T27" fmla="*/ 2147483647 h 1444"/>
              <a:gd name="T28" fmla="*/ 2147483647 w 1426"/>
              <a:gd name="T29" fmla="*/ 2147483647 h 1444"/>
              <a:gd name="T30" fmla="*/ 2147483647 w 1426"/>
              <a:gd name="T31" fmla="*/ 2147483647 h 1444"/>
              <a:gd name="T32" fmla="*/ 2147483647 w 1426"/>
              <a:gd name="T33" fmla="*/ 2147483647 h 1444"/>
              <a:gd name="T34" fmla="*/ 2147483647 w 1426"/>
              <a:gd name="T35" fmla="*/ 2147483647 h 1444"/>
              <a:gd name="T36" fmla="*/ 2147483647 w 1426"/>
              <a:gd name="T37" fmla="*/ 2147483647 h 1444"/>
              <a:gd name="T38" fmla="*/ 2147483647 w 1426"/>
              <a:gd name="T39" fmla="*/ 2147483647 h 1444"/>
              <a:gd name="T40" fmla="*/ 2147483647 w 1426"/>
              <a:gd name="T41" fmla="*/ 2147483647 h 1444"/>
              <a:gd name="T42" fmla="*/ 2147483647 w 1426"/>
              <a:gd name="T43" fmla="*/ 2147483647 h 1444"/>
              <a:gd name="T44" fmla="*/ 2147483647 w 1426"/>
              <a:gd name="T45" fmla="*/ 2147483647 h 1444"/>
              <a:gd name="T46" fmla="*/ 2147483647 w 1426"/>
              <a:gd name="T47" fmla="*/ 2147483647 h 1444"/>
              <a:gd name="T48" fmla="*/ 2147483647 w 1426"/>
              <a:gd name="T49" fmla="*/ 2147483647 h 144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26"/>
              <a:gd name="T76" fmla="*/ 0 h 1444"/>
              <a:gd name="T77" fmla="*/ 1426 w 1426"/>
              <a:gd name="T78" fmla="*/ 1444 h 144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26" h="1444">
                <a:moveTo>
                  <a:pt x="0" y="0"/>
                </a:moveTo>
                <a:cubicBezTo>
                  <a:pt x="12" y="37"/>
                  <a:pt x="28" y="42"/>
                  <a:pt x="64" y="54"/>
                </a:cubicBezTo>
                <a:cubicBezTo>
                  <a:pt x="85" y="76"/>
                  <a:pt x="128" y="118"/>
                  <a:pt x="128" y="118"/>
                </a:cubicBezTo>
                <a:cubicBezTo>
                  <a:pt x="134" y="136"/>
                  <a:pt x="144" y="154"/>
                  <a:pt x="146" y="173"/>
                </a:cubicBezTo>
                <a:cubicBezTo>
                  <a:pt x="149" y="201"/>
                  <a:pt x="143" y="231"/>
                  <a:pt x="156" y="256"/>
                </a:cubicBezTo>
                <a:cubicBezTo>
                  <a:pt x="176" y="293"/>
                  <a:pt x="240" y="299"/>
                  <a:pt x="274" y="310"/>
                </a:cubicBezTo>
                <a:cubicBezTo>
                  <a:pt x="288" y="324"/>
                  <a:pt x="306" y="333"/>
                  <a:pt x="320" y="347"/>
                </a:cubicBezTo>
                <a:cubicBezTo>
                  <a:pt x="328" y="355"/>
                  <a:pt x="329" y="368"/>
                  <a:pt x="338" y="374"/>
                </a:cubicBezTo>
                <a:cubicBezTo>
                  <a:pt x="354" y="384"/>
                  <a:pt x="375" y="387"/>
                  <a:pt x="393" y="393"/>
                </a:cubicBezTo>
                <a:cubicBezTo>
                  <a:pt x="411" y="399"/>
                  <a:pt x="430" y="405"/>
                  <a:pt x="448" y="411"/>
                </a:cubicBezTo>
                <a:cubicBezTo>
                  <a:pt x="457" y="414"/>
                  <a:pt x="476" y="420"/>
                  <a:pt x="476" y="420"/>
                </a:cubicBezTo>
                <a:cubicBezTo>
                  <a:pt x="497" y="485"/>
                  <a:pt x="483" y="459"/>
                  <a:pt x="512" y="502"/>
                </a:cubicBezTo>
                <a:cubicBezTo>
                  <a:pt x="531" y="561"/>
                  <a:pt x="533" y="625"/>
                  <a:pt x="604" y="640"/>
                </a:cubicBezTo>
                <a:cubicBezTo>
                  <a:pt x="625" y="644"/>
                  <a:pt x="647" y="646"/>
                  <a:pt x="668" y="649"/>
                </a:cubicBezTo>
                <a:cubicBezTo>
                  <a:pt x="700" y="670"/>
                  <a:pt x="720" y="691"/>
                  <a:pt x="741" y="722"/>
                </a:cubicBezTo>
                <a:cubicBezTo>
                  <a:pt x="769" y="806"/>
                  <a:pt x="766" y="813"/>
                  <a:pt x="832" y="877"/>
                </a:cubicBezTo>
                <a:cubicBezTo>
                  <a:pt x="852" y="897"/>
                  <a:pt x="886" y="891"/>
                  <a:pt x="914" y="896"/>
                </a:cubicBezTo>
                <a:cubicBezTo>
                  <a:pt x="935" y="916"/>
                  <a:pt x="949" y="939"/>
                  <a:pt x="969" y="960"/>
                </a:cubicBezTo>
                <a:cubicBezTo>
                  <a:pt x="991" y="1022"/>
                  <a:pt x="975" y="1000"/>
                  <a:pt x="1006" y="1033"/>
                </a:cubicBezTo>
                <a:cubicBezTo>
                  <a:pt x="1016" y="1065"/>
                  <a:pt x="1040" y="1139"/>
                  <a:pt x="1079" y="1152"/>
                </a:cubicBezTo>
                <a:cubicBezTo>
                  <a:pt x="1095" y="1158"/>
                  <a:pt x="1232" y="1170"/>
                  <a:pt x="1234" y="1170"/>
                </a:cubicBezTo>
                <a:cubicBezTo>
                  <a:pt x="1265" y="1253"/>
                  <a:pt x="1221" y="1147"/>
                  <a:pt x="1262" y="1216"/>
                </a:cubicBezTo>
                <a:cubicBezTo>
                  <a:pt x="1278" y="1244"/>
                  <a:pt x="1284" y="1265"/>
                  <a:pt x="1308" y="1289"/>
                </a:cubicBezTo>
                <a:cubicBezTo>
                  <a:pt x="1323" y="1334"/>
                  <a:pt x="1336" y="1366"/>
                  <a:pt x="1381" y="1380"/>
                </a:cubicBezTo>
                <a:cubicBezTo>
                  <a:pt x="1419" y="1439"/>
                  <a:pt x="1402" y="1420"/>
                  <a:pt x="1426" y="1444"/>
                </a:cubicBezTo>
              </a:path>
            </a:pathLst>
          </a:custGeom>
          <a:noFill/>
          <a:ln w="28575">
            <a:solidFill>
              <a:schemeClr val="tx1"/>
            </a:solidFill>
            <a:round/>
            <a:headEnd type="none" w="sm" len="sm"/>
            <a:tailEnd type="triangle" w="sm" len="sm"/>
          </a:ln>
        </p:spPr>
        <p:txBody>
          <a:bodyPr/>
          <a:lstStyle/>
          <a:p>
            <a:endParaRPr lang="fr-FR" sz="1350"/>
          </a:p>
        </p:txBody>
      </p:sp>
      <p:sp>
        <p:nvSpPr>
          <p:cNvPr id="40975" name="Freeform 19"/>
          <p:cNvSpPr>
            <a:spLocks/>
          </p:cNvSpPr>
          <p:nvPr/>
        </p:nvSpPr>
        <p:spPr bwMode="auto">
          <a:xfrm>
            <a:off x="4116617" y="1728448"/>
            <a:ext cx="1731169" cy="1719263"/>
          </a:xfrm>
          <a:custGeom>
            <a:avLst/>
            <a:gdLst>
              <a:gd name="T0" fmla="*/ 0 w 1454"/>
              <a:gd name="T1" fmla="*/ 0 h 1444"/>
              <a:gd name="T2" fmla="*/ 2147483647 w 1454"/>
              <a:gd name="T3" fmla="*/ 2147483647 h 1444"/>
              <a:gd name="T4" fmla="*/ 2147483647 w 1454"/>
              <a:gd name="T5" fmla="*/ 2147483647 h 1444"/>
              <a:gd name="T6" fmla="*/ 2147483647 w 1454"/>
              <a:gd name="T7" fmla="*/ 2147483647 h 1444"/>
              <a:gd name="T8" fmla="*/ 2147483647 w 1454"/>
              <a:gd name="T9" fmla="*/ 2147483647 h 1444"/>
              <a:gd name="T10" fmla="*/ 2147483647 w 1454"/>
              <a:gd name="T11" fmla="*/ 2147483647 h 1444"/>
              <a:gd name="T12" fmla="*/ 2147483647 w 1454"/>
              <a:gd name="T13" fmla="*/ 2147483647 h 1444"/>
              <a:gd name="T14" fmla="*/ 2147483647 w 1454"/>
              <a:gd name="T15" fmla="*/ 2147483647 h 1444"/>
              <a:gd name="T16" fmla="*/ 2147483647 w 1454"/>
              <a:gd name="T17" fmla="*/ 2147483647 h 1444"/>
              <a:gd name="T18" fmla="*/ 2147483647 w 1454"/>
              <a:gd name="T19" fmla="*/ 2147483647 h 1444"/>
              <a:gd name="T20" fmla="*/ 2147483647 w 1454"/>
              <a:gd name="T21" fmla="*/ 2147483647 h 1444"/>
              <a:gd name="T22" fmla="*/ 2147483647 w 1454"/>
              <a:gd name="T23" fmla="*/ 2147483647 h 1444"/>
              <a:gd name="T24" fmla="*/ 2147483647 w 1454"/>
              <a:gd name="T25" fmla="*/ 2147483647 h 1444"/>
              <a:gd name="T26" fmla="*/ 2147483647 w 1454"/>
              <a:gd name="T27" fmla="*/ 2147483647 h 1444"/>
              <a:gd name="T28" fmla="*/ 2147483647 w 1454"/>
              <a:gd name="T29" fmla="*/ 2147483647 h 1444"/>
              <a:gd name="T30" fmla="*/ 2147483647 w 1454"/>
              <a:gd name="T31" fmla="*/ 2147483647 h 1444"/>
              <a:gd name="T32" fmla="*/ 2147483647 w 1454"/>
              <a:gd name="T33" fmla="*/ 2147483647 h 1444"/>
              <a:gd name="T34" fmla="*/ 2147483647 w 1454"/>
              <a:gd name="T35" fmla="*/ 2147483647 h 1444"/>
              <a:gd name="T36" fmla="*/ 2147483647 w 1454"/>
              <a:gd name="T37" fmla="*/ 2147483647 h 1444"/>
              <a:gd name="T38" fmla="*/ 2147483647 w 1454"/>
              <a:gd name="T39" fmla="*/ 2147483647 h 1444"/>
              <a:gd name="T40" fmla="*/ 2147483647 w 1454"/>
              <a:gd name="T41" fmla="*/ 2147483647 h 1444"/>
              <a:gd name="T42" fmla="*/ 2147483647 w 1454"/>
              <a:gd name="T43" fmla="*/ 2147483647 h 1444"/>
              <a:gd name="T44" fmla="*/ 2147483647 w 1454"/>
              <a:gd name="T45" fmla="*/ 2147483647 h 1444"/>
              <a:gd name="T46" fmla="*/ 2147483647 w 1454"/>
              <a:gd name="T47" fmla="*/ 2147483647 h 1444"/>
              <a:gd name="T48" fmla="*/ 2147483647 w 1454"/>
              <a:gd name="T49" fmla="*/ 2147483647 h 144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54"/>
              <a:gd name="T76" fmla="*/ 0 h 1444"/>
              <a:gd name="T77" fmla="*/ 1454 w 1454"/>
              <a:gd name="T78" fmla="*/ 1444 h 144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54" h="1444">
                <a:moveTo>
                  <a:pt x="0" y="0"/>
                </a:moveTo>
                <a:cubicBezTo>
                  <a:pt x="35" y="8"/>
                  <a:pt x="58" y="25"/>
                  <a:pt x="91" y="36"/>
                </a:cubicBezTo>
                <a:cubicBezTo>
                  <a:pt x="126" y="71"/>
                  <a:pt x="104" y="47"/>
                  <a:pt x="146" y="109"/>
                </a:cubicBezTo>
                <a:cubicBezTo>
                  <a:pt x="152" y="118"/>
                  <a:pt x="165" y="137"/>
                  <a:pt x="165" y="137"/>
                </a:cubicBezTo>
                <a:cubicBezTo>
                  <a:pt x="186" y="201"/>
                  <a:pt x="177" y="174"/>
                  <a:pt x="192" y="219"/>
                </a:cubicBezTo>
                <a:cubicBezTo>
                  <a:pt x="195" y="229"/>
                  <a:pt x="211" y="230"/>
                  <a:pt x="219" y="237"/>
                </a:cubicBezTo>
                <a:cubicBezTo>
                  <a:pt x="249" y="261"/>
                  <a:pt x="288" y="279"/>
                  <a:pt x="311" y="311"/>
                </a:cubicBezTo>
                <a:cubicBezTo>
                  <a:pt x="331" y="338"/>
                  <a:pt x="370" y="428"/>
                  <a:pt x="402" y="439"/>
                </a:cubicBezTo>
                <a:cubicBezTo>
                  <a:pt x="469" y="461"/>
                  <a:pt x="438" y="452"/>
                  <a:pt x="494" y="466"/>
                </a:cubicBezTo>
                <a:cubicBezTo>
                  <a:pt x="524" y="486"/>
                  <a:pt x="537" y="496"/>
                  <a:pt x="549" y="530"/>
                </a:cubicBezTo>
                <a:cubicBezTo>
                  <a:pt x="556" y="551"/>
                  <a:pt x="565" y="616"/>
                  <a:pt x="594" y="631"/>
                </a:cubicBezTo>
                <a:cubicBezTo>
                  <a:pt x="634" y="651"/>
                  <a:pt x="680" y="653"/>
                  <a:pt x="722" y="667"/>
                </a:cubicBezTo>
                <a:cubicBezTo>
                  <a:pt x="734" y="685"/>
                  <a:pt x="752" y="701"/>
                  <a:pt x="759" y="722"/>
                </a:cubicBezTo>
                <a:cubicBezTo>
                  <a:pt x="762" y="731"/>
                  <a:pt x="763" y="741"/>
                  <a:pt x="768" y="749"/>
                </a:cubicBezTo>
                <a:cubicBezTo>
                  <a:pt x="778" y="766"/>
                  <a:pt x="794" y="779"/>
                  <a:pt x="805" y="795"/>
                </a:cubicBezTo>
                <a:cubicBezTo>
                  <a:pt x="812" y="818"/>
                  <a:pt x="838" y="883"/>
                  <a:pt x="859" y="896"/>
                </a:cubicBezTo>
                <a:cubicBezTo>
                  <a:pt x="872" y="904"/>
                  <a:pt x="925" y="912"/>
                  <a:pt x="933" y="914"/>
                </a:cubicBezTo>
                <a:cubicBezTo>
                  <a:pt x="966" y="963"/>
                  <a:pt x="991" y="1008"/>
                  <a:pt x="1042" y="1042"/>
                </a:cubicBezTo>
                <a:cubicBezTo>
                  <a:pt x="1047" y="1049"/>
                  <a:pt x="1069" y="1083"/>
                  <a:pt x="1079" y="1088"/>
                </a:cubicBezTo>
                <a:cubicBezTo>
                  <a:pt x="1096" y="1097"/>
                  <a:pt x="1134" y="1106"/>
                  <a:pt x="1134" y="1106"/>
                </a:cubicBezTo>
                <a:cubicBezTo>
                  <a:pt x="1183" y="1139"/>
                  <a:pt x="1172" y="1171"/>
                  <a:pt x="1207" y="1207"/>
                </a:cubicBezTo>
                <a:cubicBezTo>
                  <a:pt x="1228" y="1228"/>
                  <a:pt x="1289" y="1243"/>
                  <a:pt x="1289" y="1243"/>
                </a:cubicBezTo>
                <a:cubicBezTo>
                  <a:pt x="1306" y="1270"/>
                  <a:pt x="1325" y="1350"/>
                  <a:pt x="1344" y="1362"/>
                </a:cubicBezTo>
                <a:cubicBezTo>
                  <a:pt x="1360" y="1372"/>
                  <a:pt x="1399" y="1380"/>
                  <a:pt x="1399" y="1380"/>
                </a:cubicBezTo>
                <a:cubicBezTo>
                  <a:pt x="1414" y="1426"/>
                  <a:pt x="1405" y="1444"/>
                  <a:pt x="1454" y="1444"/>
                </a:cubicBezTo>
              </a:path>
            </a:pathLst>
          </a:custGeom>
          <a:noFill/>
          <a:ln w="28575">
            <a:solidFill>
              <a:schemeClr val="tx1"/>
            </a:solidFill>
            <a:round/>
            <a:headEnd type="none" w="sm" len="sm"/>
            <a:tailEnd type="none" w="sm" len="sm"/>
          </a:ln>
        </p:spPr>
        <p:txBody>
          <a:bodyPr/>
          <a:lstStyle/>
          <a:p>
            <a:endParaRPr lang="fr-FR" sz="1350"/>
          </a:p>
        </p:txBody>
      </p:sp>
      <p:sp>
        <p:nvSpPr>
          <p:cNvPr id="40976" name="Freeform 20"/>
          <p:cNvSpPr>
            <a:spLocks/>
          </p:cNvSpPr>
          <p:nvPr/>
        </p:nvSpPr>
        <p:spPr bwMode="auto">
          <a:xfrm>
            <a:off x="5327482" y="2921453"/>
            <a:ext cx="510778" cy="223838"/>
          </a:xfrm>
          <a:custGeom>
            <a:avLst/>
            <a:gdLst>
              <a:gd name="T0" fmla="*/ 0 w 429"/>
              <a:gd name="T1" fmla="*/ 2147483647 h 188"/>
              <a:gd name="T2" fmla="*/ 2147483647 w 429"/>
              <a:gd name="T3" fmla="*/ 2147483647 h 188"/>
              <a:gd name="T4" fmla="*/ 2147483647 w 429"/>
              <a:gd name="T5" fmla="*/ 2147483647 h 188"/>
              <a:gd name="T6" fmla="*/ 2147483647 w 429"/>
              <a:gd name="T7" fmla="*/ 2147483647 h 188"/>
              <a:gd name="T8" fmla="*/ 2147483647 w 429"/>
              <a:gd name="T9" fmla="*/ 2147483647 h 188"/>
              <a:gd name="T10" fmla="*/ 2147483647 w 429"/>
              <a:gd name="T11" fmla="*/ 2147483647 h 188"/>
              <a:gd name="T12" fmla="*/ 2147483647 w 429"/>
              <a:gd name="T13" fmla="*/ 2147483647 h 188"/>
              <a:gd name="T14" fmla="*/ 2147483647 w 429"/>
              <a:gd name="T15" fmla="*/ 2147483647 h 188"/>
              <a:gd name="T16" fmla="*/ 2147483647 w 429"/>
              <a:gd name="T17" fmla="*/ 2147483647 h 1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29"/>
              <a:gd name="T28" fmla="*/ 0 h 188"/>
              <a:gd name="T29" fmla="*/ 429 w 429"/>
              <a:gd name="T30" fmla="*/ 188 h 18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29" h="188">
                <a:moveTo>
                  <a:pt x="0" y="5"/>
                </a:moveTo>
                <a:cubicBezTo>
                  <a:pt x="29" y="10"/>
                  <a:pt x="65" y="0"/>
                  <a:pt x="90" y="17"/>
                </a:cubicBezTo>
                <a:cubicBezTo>
                  <a:pt x="113" y="32"/>
                  <a:pt x="136" y="62"/>
                  <a:pt x="162" y="71"/>
                </a:cubicBezTo>
                <a:cubicBezTo>
                  <a:pt x="189" y="80"/>
                  <a:pt x="215" y="88"/>
                  <a:pt x="243" y="92"/>
                </a:cubicBezTo>
                <a:cubicBezTo>
                  <a:pt x="253" y="97"/>
                  <a:pt x="273" y="110"/>
                  <a:pt x="273" y="110"/>
                </a:cubicBezTo>
                <a:cubicBezTo>
                  <a:pt x="292" y="138"/>
                  <a:pt x="331" y="134"/>
                  <a:pt x="357" y="152"/>
                </a:cubicBezTo>
                <a:cubicBezTo>
                  <a:pt x="362" y="160"/>
                  <a:pt x="371" y="170"/>
                  <a:pt x="378" y="176"/>
                </a:cubicBezTo>
                <a:cubicBezTo>
                  <a:pt x="383" y="181"/>
                  <a:pt x="396" y="188"/>
                  <a:pt x="396" y="188"/>
                </a:cubicBezTo>
                <a:cubicBezTo>
                  <a:pt x="427" y="185"/>
                  <a:pt x="416" y="185"/>
                  <a:pt x="429" y="185"/>
                </a:cubicBezTo>
              </a:path>
            </a:pathLst>
          </a:custGeom>
          <a:noFill/>
          <a:ln w="28575">
            <a:solidFill>
              <a:srgbClr val="99FF33"/>
            </a:solidFill>
            <a:round/>
            <a:headEnd type="none" w="sm" len="sm"/>
            <a:tailEnd type="none" w="sm" len="sm"/>
          </a:ln>
        </p:spPr>
        <p:txBody>
          <a:bodyPr/>
          <a:lstStyle/>
          <a:p>
            <a:endParaRPr lang="fr-FR" sz="1350"/>
          </a:p>
        </p:txBody>
      </p:sp>
      <p:sp>
        <p:nvSpPr>
          <p:cNvPr id="40977" name="Freeform 21"/>
          <p:cNvSpPr>
            <a:spLocks/>
          </p:cNvSpPr>
          <p:nvPr/>
        </p:nvSpPr>
        <p:spPr bwMode="auto">
          <a:xfrm>
            <a:off x="5315576" y="2930980"/>
            <a:ext cx="515540" cy="803672"/>
          </a:xfrm>
          <a:custGeom>
            <a:avLst/>
            <a:gdLst>
              <a:gd name="T0" fmla="*/ 2147483647 w 433"/>
              <a:gd name="T1" fmla="*/ 0 h 675"/>
              <a:gd name="T2" fmla="*/ 2147483647 w 433"/>
              <a:gd name="T3" fmla="*/ 2147483647 h 675"/>
              <a:gd name="T4" fmla="*/ 2147483647 w 433"/>
              <a:gd name="T5" fmla="*/ 2147483647 h 675"/>
              <a:gd name="T6" fmla="*/ 2147483647 w 433"/>
              <a:gd name="T7" fmla="*/ 2147483647 h 675"/>
              <a:gd name="T8" fmla="*/ 2147483647 w 433"/>
              <a:gd name="T9" fmla="*/ 2147483647 h 675"/>
              <a:gd name="T10" fmla="*/ 2147483647 w 433"/>
              <a:gd name="T11" fmla="*/ 2147483647 h 675"/>
              <a:gd name="T12" fmla="*/ 2147483647 w 433"/>
              <a:gd name="T13" fmla="*/ 2147483647 h 675"/>
              <a:gd name="T14" fmla="*/ 2147483647 w 433"/>
              <a:gd name="T15" fmla="*/ 2147483647 h 675"/>
              <a:gd name="T16" fmla="*/ 2147483647 w 433"/>
              <a:gd name="T17" fmla="*/ 2147483647 h 675"/>
              <a:gd name="T18" fmla="*/ 2147483647 w 433"/>
              <a:gd name="T19" fmla="*/ 2147483647 h 675"/>
              <a:gd name="T20" fmla="*/ 2147483647 w 433"/>
              <a:gd name="T21" fmla="*/ 2147483647 h 675"/>
              <a:gd name="T22" fmla="*/ 2147483647 w 433"/>
              <a:gd name="T23" fmla="*/ 2147483647 h 675"/>
              <a:gd name="T24" fmla="*/ 2147483647 w 433"/>
              <a:gd name="T25" fmla="*/ 2147483647 h 675"/>
              <a:gd name="T26" fmla="*/ 2147483647 w 433"/>
              <a:gd name="T27" fmla="*/ 2147483647 h 675"/>
              <a:gd name="T28" fmla="*/ 2147483647 w 433"/>
              <a:gd name="T29" fmla="*/ 2147483647 h 675"/>
              <a:gd name="T30" fmla="*/ 2147483647 w 433"/>
              <a:gd name="T31" fmla="*/ 2147483647 h 675"/>
              <a:gd name="T32" fmla="*/ 2147483647 w 433"/>
              <a:gd name="T33" fmla="*/ 2147483647 h 67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33"/>
              <a:gd name="T52" fmla="*/ 0 h 675"/>
              <a:gd name="T53" fmla="*/ 433 w 433"/>
              <a:gd name="T54" fmla="*/ 675 h 67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33" h="675">
                <a:moveTo>
                  <a:pt x="10" y="0"/>
                </a:moveTo>
                <a:cubicBezTo>
                  <a:pt x="0" y="30"/>
                  <a:pt x="15" y="67"/>
                  <a:pt x="25" y="96"/>
                </a:cubicBezTo>
                <a:cubicBezTo>
                  <a:pt x="43" y="151"/>
                  <a:pt x="39" y="203"/>
                  <a:pt x="82" y="246"/>
                </a:cubicBezTo>
                <a:cubicBezTo>
                  <a:pt x="87" y="260"/>
                  <a:pt x="91" y="289"/>
                  <a:pt x="103" y="300"/>
                </a:cubicBezTo>
                <a:cubicBezTo>
                  <a:pt x="115" y="311"/>
                  <a:pt x="128" y="316"/>
                  <a:pt x="139" y="327"/>
                </a:cubicBezTo>
                <a:cubicBezTo>
                  <a:pt x="145" y="345"/>
                  <a:pt x="153" y="360"/>
                  <a:pt x="163" y="375"/>
                </a:cubicBezTo>
                <a:cubicBezTo>
                  <a:pt x="170" y="385"/>
                  <a:pt x="193" y="396"/>
                  <a:pt x="193" y="396"/>
                </a:cubicBezTo>
                <a:cubicBezTo>
                  <a:pt x="202" y="410"/>
                  <a:pt x="202" y="425"/>
                  <a:pt x="211" y="438"/>
                </a:cubicBezTo>
                <a:cubicBezTo>
                  <a:pt x="211" y="440"/>
                  <a:pt x="216" y="474"/>
                  <a:pt x="217" y="477"/>
                </a:cubicBezTo>
                <a:cubicBezTo>
                  <a:pt x="224" y="498"/>
                  <a:pt x="254" y="502"/>
                  <a:pt x="271" y="513"/>
                </a:cubicBezTo>
                <a:cubicBezTo>
                  <a:pt x="282" y="530"/>
                  <a:pt x="300" y="535"/>
                  <a:pt x="319" y="540"/>
                </a:cubicBezTo>
                <a:cubicBezTo>
                  <a:pt x="330" y="551"/>
                  <a:pt x="333" y="566"/>
                  <a:pt x="343" y="576"/>
                </a:cubicBezTo>
                <a:cubicBezTo>
                  <a:pt x="360" y="593"/>
                  <a:pt x="344" y="569"/>
                  <a:pt x="361" y="591"/>
                </a:cubicBezTo>
                <a:cubicBezTo>
                  <a:pt x="365" y="597"/>
                  <a:pt x="368" y="604"/>
                  <a:pt x="373" y="609"/>
                </a:cubicBezTo>
                <a:cubicBezTo>
                  <a:pt x="379" y="615"/>
                  <a:pt x="383" y="624"/>
                  <a:pt x="391" y="627"/>
                </a:cubicBezTo>
                <a:cubicBezTo>
                  <a:pt x="397" y="629"/>
                  <a:pt x="409" y="633"/>
                  <a:pt x="409" y="633"/>
                </a:cubicBezTo>
                <a:cubicBezTo>
                  <a:pt x="422" y="646"/>
                  <a:pt x="425" y="659"/>
                  <a:pt x="433" y="675"/>
                </a:cubicBezTo>
              </a:path>
            </a:pathLst>
          </a:custGeom>
          <a:noFill/>
          <a:ln w="28575">
            <a:solidFill>
              <a:srgbClr val="FF0000"/>
            </a:solidFill>
            <a:round/>
            <a:headEnd type="none" w="sm" len="sm"/>
            <a:tailEnd type="none" w="sm" len="sm"/>
          </a:ln>
        </p:spPr>
        <p:txBody>
          <a:bodyPr/>
          <a:lstStyle/>
          <a:p>
            <a:endParaRPr lang="fr-FR" sz="1350"/>
          </a:p>
        </p:txBody>
      </p:sp>
      <p:sp>
        <p:nvSpPr>
          <p:cNvPr id="40978" name="Line 22"/>
          <p:cNvSpPr>
            <a:spLocks noChangeShapeType="1"/>
          </p:cNvSpPr>
          <p:nvPr/>
        </p:nvSpPr>
        <p:spPr bwMode="auto">
          <a:xfrm>
            <a:off x="5300096" y="2894070"/>
            <a:ext cx="0" cy="1666875"/>
          </a:xfrm>
          <a:prstGeom prst="line">
            <a:avLst/>
          </a:prstGeom>
          <a:noFill/>
          <a:ln w="12700">
            <a:solidFill>
              <a:schemeClr val="tx1"/>
            </a:solidFill>
            <a:prstDash val="sysDot"/>
            <a:round/>
            <a:headEnd type="none" w="sm" len="sm"/>
            <a:tailEnd type="none" w="sm" len="sm"/>
          </a:ln>
        </p:spPr>
        <p:txBody>
          <a:bodyPr/>
          <a:lstStyle/>
          <a:p>
            <a:endParaRPr lang="fr-CA" sz="1350"/>
          </a:p>
        </p:txBody>
      </p:sp>
      <p:sp>
        <p:nvSpPr>
          <p:cNvPr id="40979" name="Line 23"/>
          <p:cNvSpPr>
            <a:spLocks noChangeShapeType="1"/>
          </p:cNvSpPr>
          <p:nvPr/>
        </p:nvSpPr>
        <p:spPr bwMode="auto">
          <a:xfrm>
            <a:off x="5288190" y="4449026"/>
            <a:ext cx="563166" cy="0"/>
          </a:xfrm>
          <a:prstGeom prst="line">
            <a:avLst/>
          </a:prstGeom>
          <a:noFill/>
          <a:ln w="12700">
            <a:solidFill>
              <a:schemeClr val="tx1"/>
            </a:solidFill>
            <a:round/>
            <a:headEnd type="triangle" w="med" len="med"/>
            <a:tailEnd type="triangle" w="med" len="med"/>
          </a:ln>
        </p:spPr>
        <p:txBody>
          <a:bodyPr/>
          <a:lstStyle/>
          <a:p>
            <a:endParaRPr lang="fr-CA" sz="1350"/>
          </a:p>
        </p:txBody>
      </p:sp>
      <p:sp>
        <p:nvSpPr>
          <p:cNvPr id="40980" name="Text Box 24"/>
          <p:cNvSpPr txBox="1">
            <a:spLocks noChangeArrowheads="1"/>
          </p:cNvSpPr>
          <p:nvPr/>
        </p:nvSpPr>
        <p:spPr bwMode="auto">
          <a:xfrm>
            <a:off x="5314385" y="4168038"/>
            <a:ext cx="550151" cy="300082"/>
          </a:xfrm>
          <a:prstGeom prst="rect">
            <a:avLst/>
          </a:prstGeom>
          <a:noFill/>
          <a:ln w="12700">
            <a:noFill/>
            <a:miter lim="800000"/>
            <a:headEnd type="none" w="sm" len="sm"/>
            <a:tailEnd type="none" w="sm" len="sm"/>
          </a:ln>
        </p:spPr>
        <p:txBody>
          <a:bodyPr wrap="none">
            <a:spAutoFit/>
          </a:bodyPr>
          <a:lstStyle/>
          <a:p>
            <a:r>
              <a:rPr lang="fr-CA" sz="1350"/>
              <a:t>délai</a:t>
            </a:r>
          </a:p>
        </p:txBody>
      </p:sp>
      <p:sp>
        <p:nvSpPr>
          <p:cNvPr id="40981" name="Line 25"/>
          <p:cNvSpPr>
            <a:spLocks noChangeShapeType="1"/>
          </p:cNvSpPr>
          <p:nvPr/>
        </p:nvSpPr>
        <p:spPr bwMode="auto">
          <a:xfrm>
            <a:off x="2168752" y="3426280"/>
            <a:ext cx="3671888" cy="11906"/>
          </a:xfrm>
          <a:prstGeom prst="line">
            <a:avLst/>
          </a:prstGeom>
          <a:noFill/>
          <a:ln w="0">
            <a:solidFill>
              <a:schemeClr val="tx1"/>
            </a:solidFill>
            <a:prstDash val="dash"/>
            <a:round/>
            <a:headEnd/>
            <a:tailEnd type="triangle" w="med" len="med"/>
          </a:ln>
        </p:spPr>
        <p:txBody>
          <a:bodyPr/>
          <a:lstStyle/>
          <a:p>
            <a:endParaRPr lang="fr-CA" sz="135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334858"/>
                                        </p:tgtEl>
                                        <p:attrNameLst>
                                          <p:attrName>style.visibility</p:attrName>
                                        </p:attrNameLst>
                                      </p:cBhvr>
                                      <p:to>
                                        <p:strVal val="visible"/>
                                      </p:to>
                                    </p:set>
                                    <p:animEffect transition="in" filter="dissolve">
                                      <p:cBhvr>
                                        <p:cTn id="15" dur="500"/>
                                        <p:tgtEl>
                                          <p:spTgt spid="334858"/>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334864"/>
                                        </p:tgtEl>
                                        <p:attrNameLst>
                                          <p:attrName>style.visibility</p:attrName>
                                        </p:attrNameLst>
                                      </p:cBhvr>
                                      <p:to>
                                        <p:strVal val="visible"/>
                                      </p:to>
                                    </p:set>
                                    <p:animEffect transition="in" filter="dissolve">
                                      <p:cBhvr>
                                        <p:cTn id="18" dur="500"/>
                                        <p:tgtEl>
                                          <p:spTgt spid="334864"/>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334865"/>
                                        </p:tgtEl>
                                        <p:attrNameLst>
                                          <p:attrName>style.visibility</p:attrName>
                                        </p:attrNameLst>
                                      </p:cBhvr>
                                      <p:to>
                                        <p:strVal val="visible"/>
                                      </p:to>
                                    </p:set>
                                    <p:animEffect transition="in" filter="wipe(left)">
                                      <p:cBhvr>
                                        <p:cTn id="23" dur="500"/>
                                        <p:tgtEl>
                                          <p:spTgt spid="3348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4858" grpId="0"/>
      <p:bldP spid="334864" grpId="0" animBg="1"/>
      <p:bldP spid="33486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fr-CA" dirty="0"/>
              <a:t>Propriétés statistiques de la courbe de distribution normale</a:t>
            </a:r>
          </a:p>
        </p:txBody>
      </p:sp>
      <p:sp>
        <p:nvSpPr>
          <p:cNvPr id="41987" name="Freeform 3"/>
          <p:cNvSpPr>
            <a:spLocks/>
          </p:cNvSpPr>
          <p:nvPr/>
        </p:nvSpPr>
        <p:spPr bwMode="auto">
          <a:xfrm rot="-5400000">
            <a:off x="3171616" y="748513"/>
            <a:ext cx="2591990" cy="4591050"/>
          </a:xfrm>
          <a:custGeom>
            <a:avLst/>
            <a:gdLst>
              <a:gd name="T0" fmla="*/ 2147483647 w 1063"/>
              <a:gd name="T1" fmla="*/ 2147483647 h 2241"/>
              <a:gd name="T2" fmla="*/ 2147483647 w 1063"/>
              <a:gd name="T3" fmla="*/ 2147483647 h 2241"/>
              <a:gd name="T4" fmla="*/ 2147483647 w 1063"/>
              <a:gd name="T5" fmla="*/ 2147483647 h 2241"/>
              <a:gd name="T6" fmla="*/ 2147483647 w 1063"/>
              <a:gd name="T7" fmla="*/ 2147483647 h 2241"/>
              <a:gd name="T8" fmla="*/ 2147483647 w 1063"/>
              <a:gd name="T9" fmla="*/ 2147483647 h 2241"/>
              <a:gd name="T10" fmla="*/ 2147483647 w 1063"/>
              <a:gd name="T11" fmla="*/ 2147483647 h 2241"/>
              <a:gd name="T12" fmla="*/ 2147483647 w 1063"/>
              <a:gd name="T13" fmla="*/ 2147483647 h 2241"/>
              <a:gd name="T14" fmla="*/ 2147483647 w 1063"/>
              <a:gd name="T15" fmla="*/ 2147483647 h 2241"/>
              <a:gd name="T16" fmla="*/ 2147483647 w 1063"/>
              <a:gd name="T17" fmla="*/ 2147483647 h 2241"/>
              <a:gd name="T18" fmla="*/ 2147483647 w 1063"/>
              <a:gd name="T19" fmla="*/ 2147483647 h 2241"/>
              <a:gd name="T20" fmla="*/ 2147483647 w 1063"/>
              <a:gd name="T21" fmla="*/ 2147483647 h 2241"/>
              <a:gd name="T22" fmla="*/ 2147483647 w 1063"/>
              <a:gd name="T23" fmla="*/ 2147483647 h 2241"/>
              <a:gd name="T24" fmla="*/ 2147483647 w 1063"/>
              <a:gd name="T25" fmla="*/ 2147483647 h 2241"/>
              <a:gd name="T26" fmla="*/ 2147483647 w 1063"/>
              <a:gd name="T27" fmla="*/ 2147483647 h 2241"/>
              <a:gd name="T28" fmla="*/ 2147483647 w 1063"/>
              <a:gd name="T29" fmla="*/ 2147483647 h 2241"/>
              <a:gd name="T30" fmla="*/ 2147483647 w 1063"/>
              <a:gd name="T31" fmla="*/ 2147483647 h 2241"/>
              <a:gd name="T32" fmla="*/ 2147483647 w 1063"/>
              <a:gd name="T33" fmla="*/ 2147483647 h 2241"/>
              <a:gd name="T34" fmla="*/ 2147483647 w 1063"/>
              <a:gd name="T35" fmla="*/ 2147483647 h 2241"/>
              <a:gd name="T36" fmla="*/ 2147483647 w 1063"/>
              <a:gd name="T37" fmla="*/ 2147483647 h 2241"/>
              <a:gd name="T38" fmla="*/ 2147483647 w 1063"/>
              <a:gd name="T39" fmla="*/ 2147483647 h 2241"/>
              <a:gd name="T40" fmla="*/ 2147483647 w 1063"/>
              <a:gd name="T41" fmla="*/ 2147483647 h 2241"/>
              <a:gd name="T42" fmla="*/ 2147483647 w 1063"/>
              <a:gd name="T43" fmla="*/ 2147483647 h 2241"/>
              <a:gd name="T44" fmla="*/ 2147483647 w 1063"/>
              <a:gd name="T45" fmla="*/ 2147483647 h 2241"/>
              <a:gd name="T46" fmla="*/ 2147483647 w 1063"/>
              <a:gd name="T47" fmla="*/ 2147483647 h 2241"/>
              <a:gd name="T48" fmla="*/ 2147483647 w 1063"/>
              <a:gd name="T49" fmla="*/ 2147483647 h 2241"/>
              <a:gd name="T50" fmla="*/ 2147483647 w 1063"/>
              <a:gd name="T51" fmla="*/ 2147483647 h 2241"/>
              <a:gd name="T52" fmla="*/ 2147483647 w 1063"/>
              <a:gd name="T53" fmla="*/ 2147483647 h 2241"/>
              <a:gd name="T54" fmla="*/ 2147483647 w 1063"/>
              <a:gd name="T55" fmla="*/ 2147483647 h 2241"/>
              <a:gd name="T56" fmla="*/ 2147483647 w 1063"/>
              <a:gd name="T57" fmla="*/ 2147483647 h 2241"/>
              <a:gd name="T58" fmla="*/ 2147483647 w 1063"/>
              <a:gd name="T59" fmla="*/ 2147483647 h 2241"/>
              <a:gd name="T60" fmla="*/ 2147483647 w 1063"/>
              <a:gd name="T61" fmla="*/ 2147483647 h 2241"/>
              <a:gd name="T62" fmla="*/ 2147483647 w 1063"/>
              <a:gd name="T63" fmla="*/ 2147483647 h 2241"/>
              <a:gd name="T64" fmla="*/ 2147483647 w 1063"/>
              <a:gd name="T65" fmla="*/ 2147483647 h 2241"/>
              <a:gd name="T66" fmla="*/ 2147483647 w 1063"/>
              <a:gd name="T67" fmla="*/ 2147483647 h 2241"/>
              <a:gd name="T68" fmla="*/ 2147483647 w 1063"/>
              <a:gd name="T69" fmla="*/ 2147483647 h 2241"/>
              <a:gd name="T70" fmla="*/ 2147483647 w 1063"/>
              <a:gd name="T71" fmla="*/ 2147483647 h 2241"/>
              <a:gd name="T72" fmla="*/ 2147483647 w 1063"/>
              <a:gd name="T73" fmla="*/ 2147483647 h 2241"/>
              <a:gd name="T74" fmla="*/ 2147483647 w 1063"/>
              <a:gd name="T75" fmla="*/ 2147483647 h 2241"/>
              <a:gd name="T76" fmla="*/ 2147483647 w 1063"/>
              <a:gd name="T77" fmla="*/ 2147483647 h 224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063"/>
              <a:gd name="T118" fmla="*/ 0 h 2241"/>
              <a:gd name="T119" fmla="*/ 1063 w 1063"/>
              <a:gd name="T120" fmla="*/ 2241 h 2241"/>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063" h="2241">
                <a:moveTo>
                  <a:pt x="0" y="0"/>
                </a:moveTo>
                <a:lnTo>
                  <a:pt x="1" y="32"/>
                </a:lnTo>
                <a:lnTo>
                  <a:pt x="2" y="64"/>
                </a:lnTo>
                <a:lnTo>
                  <a:pt x="4" y="96"/>
                </a:lnTo>
                <a:lnTo>
                  <a:pt x="6" y="128"/>
                </a:lnTo>
                <a:lnTo>
                  <a:pt x="9" y="160"/>
                </a:lnTo>
                <a:lnTo>
                  <a:pt x="14" y="192"/>
                </a:lnTo>
                <a:lnTo>
                  <a:pt x="19" y="224"/>
                </a:lnTo>
                <a:lnTo>
                  <a:pt x="25" y="256"/>
                </a:lnTo>
                <a:lnTo>
                  <a:pt x="34" y="288"/>
                </a:lnTo>
                <a:lnTo>
                  <a:pt x="44" y="320"/>
                </a:lnTo>
                <a:lnTo>
                  <a:pt x="57" y="352"/>
                </a:lnTo>
                <a:lnTo>
                  <a:pt x="73" y="384"/>
                </a:lnTo>
                <a:lnTo>
                  <a:pt x="92" y="416"/>
                </a:lnTo>
                <a:lnTo>
                  <a:pt x="115" y="448"/>
                </a:lnTo>
                <a:lnTo>
                  <a:pt x="142" y="480"/>
                </a:lnTo>
                <a:lnTo>
                  <a:pt x="173" y="512"/>
                </a:lnTo>
                <a:lnTo>
                  <a:pt x="208" y="544"/>
                </a:lnTo>
                <a:lnTo>
                  <a:pt x="248" y="576"/>
                </a:lnTo>
                <a:lnTo>
                  <a:pt x="294" y="608"/>
                </a:lnTo>
                <a:lnTo>
                  <a:pt x="343" y="640"/>
                </a:lnTo>
                <a:lnTo>
                  <a:pt x="397" y="672"/>
                </a:lnTo>
                <a:lnTo>
                  <a:pt x="455" y="704"/>
                </a:lnTo>
                <a:lnTo>
                  <a:pt x="516" y="736"/>
                </a:lnTo>
                <a:lnTo>
                  <a:pt x="578" y="768"/>
                </a:lnTo>
                <a:lnTo>
                  <a:pt x="643" y="800"/>
                </a:lnTo>
                <a:lnTo>
                  <a:pt x="708" y="832"/>
                </a:lnTo>
                <a:lnTo>
                  <a:pt x="770" y="864"/>
                </a:lnTo>
                <a:lnTo>
                  <a:pt x="830" y="896"/>
                </a:lnTo>
                <a:lnTo>
                  <a:pt x="886" y="928"/>
                </a:lnTo>
                <a:lnTo>
                  <a:pt x="936" y="960"/>
                </a:lnTo>
                <a:lnTo>
                  <a:pt x="980" y="992"/>
                </a:lnTo>
                <a:lnTo>
                  <a:pt x="998" y="1008"/>
                </a:lnTo>
                <a:lnTo>
                  <a:pt x="1015" y="1024"/>
                </a:lnTo>
                <a:lnTo>
                  <a:pt x="1029" y="1040"/>
                </a:lnTo>
                <a:lnTo>
                  <a:pt x="1041" y="1056"/>
                </a:lnTo>
                <a:lnTo>
                  <a:pt x="1050" y="1072"/>
                </a:lnTo>
                <a:lnTo>
                  <a:pt x="1056" y="1088"/>
                </a:lnTo>
                <a:lnTo>
                  <a:pt x="1061" y="1104"/>
                </a:lnTo>
                <a:lnTo>
                  <a:pt x="1062" y="1120"/>
                </a:lnTo>
                <a:lnTo>
                  <a:pt x="1061" y="1136"/>
                </a:lnTo>
                <a:lnTo>
                  <a:pt x="1056" y="1152"/>
                </a:lnTo>
                <a:lnTo>
                  <a:pt x="1050" y="1169"/>
                </a:lnTo>
                <a:lnTo>
                  <a:pt x="1041" y="1184"/>
                </a:lnTo>
                <a:lnTo>
                  <a:pt x="1029" y="1201"/>
                </a:lnTo>
                <a:lnTo>
                  <a:pt x="1015" y="1216"/>
                </a:lnTo>
                <a:lnTo>
                  <a:pt x="998" y="1233"/>
                </a:lnTo>
                <a:lnTo>
                  <a:pt x="980" y="1248"/>
                </a:lnTo>
                <a:lnTo>
                  <a:pt x="936" y="1280"/>
                </a:lnTo>
                <a:lnTo>
                  <a:pt x="886" y="1312"/>
                </a:lnTo>
                <a:lnTo>
                  <a:pt x="830" y="1344"/>
                </a:lnTo>
                <a:lnTo>
                  <a:pt x="770" y="1376"/>
                </a:lnTo>
                <a:lnTo>
                  <a:pt x="708" y="1408"/>
                </a:lnTo>
                <a:lnTo>
                  <a:pt x="643" y="1440"/>
                </a:lnTo>
                <a:lnTo>
                  <a:pt x="578" y="1472"/>
                </a:lnTo>
                <a:lnTo>
                  <a:pt x="516" y="1504"/>
                </a:lnTo>
                <a:lnTo>
                  <a:pt x="455" y="1536"/>
                </a:lnTo>
                <a:lnTo>
                  <a:pt x="397" y="1568"/>
                </a:lnTo>
                <a:lnTo>
                  <a:pt x="343" y="1600"/>
                </a:lnTo>
                <a:lnTo>
                  <a:pt x="294" y="1632"/>
                </a:lnTo>
                <a:lnTo>
                  <a:pt x="248" y="1664"/>
                </a:lnTo>
                <a:lnTo>
                  <a:pt x="208" y="1696"/>
                </a:lnTo>
                <a:lnTo>
                  <a:pt x="173" y="1728"/>
                </a:lnTo>
                <a:lnTo>
                  <a:pt x="142" y="1760"/>
                </a:lnTo>
                <a:lnTo>
                  <a:pt x="115" y="1792"/>
                </a:lnTo>
                <a:lnTo>
                  <a:pt x="92" y="1824"/>
                </a:lnTo>
                <a:lnTo>
                  <a:pt x="73" y="1856"/>
                </a:lnTo>
                <a:lnTo>
                  <a:pt x="57" y="1888"/>
                </a:lnTo>
                <a:lnTo>
                  <a:pt x="44" y="1920"/>
                </a:lnTo>
                <a:lnTo>
                  <a:pt x="34" y="1952"/>
                </a:lnTo>
                <a:lnTo>
                  <a:pt x="25" y="1984"/>
                </a:lnTo>
                <a:lnTo>
                  <a:pt x="19" y="2016"/>
                </a:lnTo>
                <a:lnTo>
                  <a:pt x="14" y="2048"/>
                </a:lnTo>
                <a:lnTo>
                  <a:pt x="9" y="2080"/>
                </a:lnTo>
                <a:lnTo>
                  <a:pt x="6" y="2112"/>
                </a:lnTo>
                <a:lnTo>
                  <a:pt x="4" y="2144"/>
                </a:lnTo>
                <a:lnTo>
                  <a:pt x="2" y="2176"/>
                </a:lnTo>
                <a:lnTo>
                  <a:pt x="1" y="2208"/>
                </a:lnTo>
                <a:lnTo>
                  <a:pt x="0" y="2240"/>
                </a:lnTo>
              </a:path>
            </a:pathLst>
          </a:custGeom>
          <a:noFill/>
          <a:ln w="38100">
            <a:solidFill>
              <a:srgbClr val="000099"/>
            </a:solidFill>
            <a:round/>
            <a:headEnd/>
            <a:tailEnd/>
          </a:ln>
        </p:spPr>
        <p:txBody>
          <a:bodyPr/>
          <a:lstStyle/>
          <a:p>
            <a:endParaRPr lang="fr-FR" sz="1350"/>
          </a:p>
        </p:txBody>
      </p:sp>
      <p:sp>
        <p:nvSpPr>
          <p:cNvPr id="41988" name="Line 4"/>
          <p:cNvSpPr>
            <a:spLocks noChangeShapeType="1"/>
          </p:cNvSpPr>
          <p:nvPr/>
        </p:nvSpPr>
        <p:spPr bwMode="auto">
          <a:xfrm>
            <a:off x="1362461" y="4448380"/>
            <a:ext cx="6372225" cy="0"/>
          </a:xfrm>
          <a:prstGeom prst="line">
            <a:avLst/>
          </a:prstGeom>
          <a:noFill/>
          <a:ln w="12700">
            <a:solidFill>
              <a:schemeClr val="tx1"/>
            </a:solidFill>
            <a:round/>
            <a:headEnd type="none" w="sm" len="sm"/>
            <a:tailEnd type="none" w="sm" len="sm"/>
          </a:ln>
        </p:spPr>
        <p:txBody>
          <a:bodyPr/>
          <a:lstStyle/>
          <a:p>
            <a:endParaRPr lang="fr-CA" sz="1350"/>
          </a:p>
        </p:txBody>
      </p:sp>
      <p:sp>
        <p:nvSpPr>
          <p:cNvPr id="41989" name="Line 5"/>
          <p:cNvSpPr>
            <a:spLocks noChangeShapeType="1"/>
          </p:cNvSpPr>
          <p:nvPr/>
        </p:nvSpPr>
        <p:spPr bwMode="auto">
          <a:xfrm>
            <a:off x="4467610" y="1790906"/>
            <a:ext cx="0" cy="2809875"/>
          </a:xfrm>
          <a:prstGeom prst="line">
            <a:avLst/>
          </a:prstGeom>
          <a:noFill/>
          <a:ln w="12700">
            <a:solidFill>
              <a:schemeClr val="tx1"/>
            </a:solidFill>
            <a:prstDash val="sysDot"/>
            <a:round/>
            <a:headEnd type="none" w="sm" len="sm"/>
            <a:tailEnd type="none" w="sm" len="sm"/>
          </a:ln>
        </p:spPr>
        <p:txBody>
          <a:bodyPr/>
          <a:lstStyle/>
          <a:p>
            <a:endParaRPr lang="fr-CA" sz="1350"/>
          </a:p>
        </p:txBody>
      </p:sp>
      <p:sp>
        <p:nvSpPr>
          <p:cNvPr id="41990" name="Text Box 6"/>
          <p:cNvSpPr txBox="1">
            <a:spLocks noChangeArrowheads="1"/>
          </p:cNvSpPr>
          <p:nvPr/>
        </p:nvSpPr>
        <p:spPr bwMode="auto">
          <a:xfrm>
            <a:off x="2247095" y="4610305"/>
            <a:ext cx="4597734" cy="300082"/>
          </a:xfrm>
          <a:prstGeom prst="rect">
            <a:avLst/>
          </a:prstGeom>
          <a:noFill/>
          <a:ln w="28575" algn="ctr">
            <a:noFill/>
            <a:miter lim="800000"/>
            <a:headEnd type="none" w="sm" len="sm"/>
            <a:tailEnd type="none" w="sm" len="sm"/>
          </a:ln>
        </p:spPr>
        <p:txBody>
          <a:bodyPr wrap="none">
            <a:spAutoFit/>
          </a:bodyPr>
          <a:lstStyle/>
          <a:p>
            <a:r>
              <a:rPr lang="el-GR" sz="1350">
                <a:cs typeface="Arial" charset="0"/>
              </a:rPr>
              <a:t>μ</a:t>
            </a:r>
            <a:r>
              <a:rPr lang="fr-CA" sz="1350">
                <a:cs typeface="Arial" charset="0"/>
              </a:rPr>
              <a:t> - 3</a:t>
            </a:r>
            <a:r>
              <a:rPr lang="el-GR" sz="1350">
                <a:cs typeface="Arial" charset="0"/>
              </a:rPr>
              <a:t>σ</a:t>
            </a:r>
            <a:r>
              <a:rPr lang="fr-CA" sz="1350">
                <a:cs typeface="Arial" charset="0"/>
              </a:rPr>
              <a:t>     </a:t>
            </a:r>
            <a:r>
              <a:rPr lang="el-GR" sz="1350">
                <a:cs typeface="Arial" charset="0"/>
              </a:rPr>
              <a:t>μ</a:t>
            </a:r>
            <a:r>
              <a:rPr lang="fr-CA" sz="1350">
                <a:cs typeface="Arial" charset="0"/>
              </a:rPr>
              <a:t> - 2</a:t>
            </a:r>
            <a:r>
              <a:rPr lang="el-GR" sz="1350">
                <a:cs typeface="Arial" charset="0"/>
              </a:rPr>
              <a:t>σ</a:t>
            </a:r>
            <a:r>
              <a:rPr lang="fr-CA" sz="1350">
                <a:cs typeface="Arial" charset="0"/>
              </a:rPr>
              <a:t>     </a:t>
            </a:r>
            <a:r>
              <a:rPr lang="el-GR" sz="1350">
                <a:cs typeface="Arial" charset="0"/>
              </a:rPr>
              <a:t>μ</a:t>
            </a:r>
            <a:r>
              <a:rPr lang="fr-CA" sz="1350">
                <a:cs typeface="Arial" charset="0"/>
              </a:rPr>
              <a:t> - </a:t>
            </a:r>
            <a:r>
              <a:rPr lang="el-GR" sz="1350">
                <a:cs typeface="Arial" charset="0"/>
              </a:rPr>
              <a:t>σ</a:t>
            </a:r>
            <a:r>
              <a:rPr lang="fr-CA" sz="1350">
                <a:cs typeface="Arial" charset="0"/>
              </a:rPr>
              <a:t>        </a:t>
            </a:r>
            <a:r>
              <a:rPr lang="el-GR" sz="1350">
                <a:cs typeface="Arial" charset="0"/>
              </a:rPr>
              <a:t>μ</a:t>
            </a:r>
            <a:r>
              <a:rPr lang="fr-CA" sz="1350">
                <a:cs typeface="Arial" charset="0"/>
              </a:rPr>
              <a:t>        </a:t>
            </a:r>
            <a:r>
              <a:rPr lang="el-GR" sz="1350">
                <a:cs typeface="Arial" charset="0"/>
              </a:rPr>
              <a:t>μ</a:t>
            </a:r>
            <a:r>
              <a:rPr lang="fr-CA" sz="1350">
                <a:cs typeface="Arial" charset="0"/>
              </a:rPr>
              <a:t> + </a:t>
            </a:r>
            <a:r>
              <a:rPr lang="el-GR" sz="1350">
                <a:cs typeface="Arial" charset="0"/>
              </a:rPr>
              <a:t>σ</a:t>
            </a:r>
            <a:r>
              <a:rPr lang="fr-CA" sz="1350">
                <a:cs typeface="Arial" charset="0"/>
              </a:rPr>
              <a:t>    </a:t>
            </a:r>
            <a:r>
              <a:rPr lang="el-GR" sz="1350">
                <a:cs typeface="Arial" charset="0"/>
              </a:rPr>
              <a:t>μ</a:t>
            </a:r>
            <a:r>
              <a:rPr lang="fr-CA" sz="1350">
                <a:cs typeface="Arial" charset="0"/>
              </a:rPr>
              <a:t> + 2</a:t>
            </a:r>
            <a:r>
              <a:rPr lang="el-GR" sz="1350">
                <a:cs typeface="Arial" charset="0"/>
              </a:rPr>
              <a:t>σ</a:t>
            </a:r>
            <a:r>
              <a:rPr lang="fr-CA" sz="1350">
                <a:cs typeface="Arial" charset="0"/>
              </a:rPr>
              <a:t>    </a:t>
            </a:r>
            <a:r>
              <a:rPr lang="el-GR" sz="1350">
                <a:cs typeface="Arial" charset="0"/>
              </a:rPr>
              <a:t>μ</a:t>
            </a:r>
            <a:r>
              <a:rPr lang="fr-CA" sz="1350">
                <a:cs typeface="Arial" charset="0"/>
              </a:rPr>
              <a:t> + 3</a:t>
            </a:r>
            <a:r>
              <a:rPr lang="el-GR" sz="1350">
                <a:cs typeface="Arial" charset="0"/>
              </a:rPr>
              <a:t>σ</a:t>
            </a:r>
          </a:p>
        </p:txBody>
      </p:sp>
      <p:sp>
        <p:nvSpPr>
          <p:cNvPr id="41991" name="Line 7"/>
          <p:cNvSpPr>
            <a:spLocks noChangeShapeType="1"/>
          </p:cNvSpPr>
          <p:nvPr/>
        </p:nvSpPr>
        <p:spPr bwMode="auto">
          <a:xfrm flipV="1">
            <a:off x="2604283" y="1855201"/>
            <a:ext cx="0" cy="2593181"/>
          </a:xfrm>
          <a:prstGeom prst="line">
            <a:avLst/>
          </a:prstGeom>
          <a:noFill/>
          <a:ln w="12700">
            <a:solidFill>
              <a:schemeClr val="tx1"/>
            </a:solidFill>
            <a:round/>
            <a:headEnd type="none" w="sm" len="sm"/>
            <a:tailEnd type="none" w="sm" len="sm"/>
          </a:ln>
        </p:spPr>
        <p:txBody>
          <a:bodyPr/>
          <a:lstStyle/>
          <a:p>
            <a:endParaRPr lang="fr-CA" sz="1350"/>
          </a:p>
        </p:txBody>
      </p:sp>
      <p:sp>
        <p:nvSpPr>
          <p:cNvPr id="41992" name="Line 8"/>
          <p:cNvSpPr>
            <a:spLocks noChangeShapeType="1"/>
          </p:cNvSpPr>
          <p:nvPr/>
        </p:nvSpPr>
        <p:spPr bwMode="auto">
          <a:xfrm flipV="1">
            <a:off x="3224598" y="1855201"/>
            <a:ext cx="0" cy="2593181"/>
          </a:xfrm>
          <a:prstGeom prst="line">
            <a:avLst/>
          </a:prstGeom>
          <a:noFill/>
          <a:ln w="12700">
            <a:solidFill>
              <a:schemeClr val="tx1"/>
            </a:solidFill>
            <a:round/>
            <a:headEnd type="none" w="sm" len="sm"/>
            <a:tailEnd type="none" w="sm" len="sm"/>
          </a:ln>
        </p:spPr>
        <p:txBody>
          <a:bodyPr/>
          <a:lstStyle/>
          <a:p>
            <a:endParaRPr lang="fr-CA" sz="1350"/>
          </a:p>
        </p:txBody>
      </p:sp>
      <p:sp>
        <p:nvSpPr>
          <p:cNvPr id="41993" name="Line 9"/>
          <p:cNvSpPr>
            <a:spLocks noChangeShapeType="1"/>
          </p:cNvSpPr>
          <p:nvPr/>
        </p:nvSpPr>
        <p:spPr bwMode="auto">
          <a:xfrm flipV="1">
            <a:off x="3846104" y="1855201"/>
            <a:ext cx="0" cy="2593181"/>
          </a:xfrm>
          <a:prstGeom prst="line">
            <a:avLst/>
          </a:prstGeom>
          <a:noFill/>
          <a:ln w="12700">
            <a:solidFill>
              <a:schemeClr val="tx1"/>
            </a:solidFill>
            <a:round/>
            <a:headEnd type="none" w="sm" len="sm"/>
            <a:tailEnd type="none" w="sm" len="sm"/>
          </a:ln>
        </p:spPr>
        <p:txBody>
          <a:bodyPr/>
          <a:lstStyle/>
          <a:p>
            <a:endParaRPr lang="fr-CA" sz="1350"/>
          </a:p>
        </p:txBody>
      </p:sp>
      <p:sp>
        <p:nvSpPr>
          <p:cNvPr id="41994" name="Line 10"/>
          <p:cNvSpPr>
            <a:spLocks noChangeShapeType="1"/>
          </p:cNvSpPr>
          <p:nvPr/>
        </p:nvSpPr>
        <p:spPr bwMode="auto">
          <a:xfrm flipV="1">
            <a:off x="5087926" y="1855201"/>
            <a:ext cx="0" cy="2593181"/>
          </a:xfrm>
          <a:prstGeom prst="line">
            <a:avLst/>
          </a:prstGeom>
          <a:noFill/>
          <a:ln w="12700">
            <a:solidFill>
              <a:schemeClr val="tx1"/>
            </a:solidFill>
            <a:round/>
            <a:headEnd type="none" w="sm" len="sm"/>
            <a:tailEnd type="none" w="sm" len="sm"/>
          </a:ln>
        </p:spPr>
        <p:txBody>
          <a:bodyPr/>
          <a:lstStyle/>
          <a:p>
            <a:endParaRPr lang="fr-CA" sz="1350"/>
          </a:p>
        </p:txBody>
      </p:sp>
      <p:sp>
        <p:nvSpPr>
          <p:cNvPr id="41995" name="Line 11"/>
          <p:cNvSpPr>
            <a:spLocks noChangeShapeType="1"/>
          </p:cNvSpPr>
          <p:nvPr/>
        </p:nvSpPr>
        <p:spPr bwMode="auto">
          <a:xfrm flipV="1">
            <a:off x="5709433" y="1855201"/>
            <a:ext cx="0" cy="2593181"/>
          </a:xfrm>
          <a:prstGeom prst="line">
            <a:avLst/>
          </a:prstGeom>
          <a:noFill/>
          <a:ln w="12700">
            <a:solidFill>
              <a:schemeClr val="tx1"/>
            </a:solidFill>
            <a:round/>
            <a:headEnd type="none" w="sm" len="sm"/>
            <a:tailEnd type="none" w="sm" len="sm"/>
          </a:ln>
        </p:spPr>
        <p:txBody>
          <a:bodyPr/>
          <a:lstStyle/>
          <a:p>
            <a:endParaRPr lang="fr-CA" sz="1350"/>
          </a:p>
        </p:txBody>
      </p:sp>
      <p:sp>
        <p:nvSpPr>
          <p:cNvPr id="41996" name="Line 12"/>
          <p:cNvSpPr>
            <a:spLocks noChangeShapeType="1"/>
          </p:cNvSpPr>
          <p:nvPr/>
        </p:nvSpPr>
        <p:spPr bwMode="auto">
          <a:xfrm flipV="1">
            <a:off x="6330939" y="1855201"/>
            <a:ext cx="0" cy="2593181"/>
          </a:xfrm>
          <a:prstGeom prst="line">
            <a:avLst/>
          </a:prstGeom>
          <a:noFill/>
          <a:ln w="12700">
            <a:solidFill>
              <a:schemeClr val="tx1"/>
            </a:solidFill>
            <a:round/>
            <a:headEnd type="none" w="sm" len="sm"/>
            <a:tailEnd type="none" w="sm" len="sm"/>
          </a:ln>
        </p:spPr>
        <p:txBody>
          <a:bodyPr/>
          <a:lstStyle/>
          <a:p>
            <a:endParaRPr lang="fr-CA" sz="1350"/>
          </a:p>
        </p:txBody>
      </p:sp>
      <p:sp>
        <p:nvSpPr>
          <p:cNvPr id="41997" name="Line 13"/>
          <p:cNvSpPr>
            <a:spLocks noChangeShapeType="1"/>
          </p:cNvSpPr>
          <p:nvPr/>
        </p:nvSpPr>
        <p:spPr bwMode="auto">
          <a:xfrm>
            <a:off x="3846105" y="3536362"/>
            <a:ext cx="1243013" cy="0"/>
          </a:xfrm>
          <a:prstGeom prst="line">
            <a:avLst/>
          </a:prstGeom>
          <a:noFill/>
          <a:ln w="57150">
            <a:solidFill>
              <a:srgbClr val="FF3300"/>
            </a:solidFill>
            <a:round/>
            <a:headEnd type="triangle" w="med" len="med"/>
            <a:tailEnd type="triangle" w="med" len="med"/>
          </a:ln>
        </p:spPr>
        <p:txBody>
          <a:bodyPr/>
          <a:lstStyle/>
          <a:p>
            <a:endParaRPr lang="fr-CA" sz="1350"/>
          </a:p>
        </p:txBody>
      </p:sp>
      <p:sp>
        <p:nvSpPr>
          <p:cNvPr id="41998" name="Text Box 14"/>
          <p:cNvSpPr txBox="1">
            <a:spLocks noChangeArrowheads="1"/>
          </p:cNvSpPr>
          <p:nvPr/>
        </p:nvSpPr>
        <p:spPr bwMode="auto">
          <a:xfrm>
            <a:off x="3984144" y="3151789"/>
            <a:ext cx="966932" cy="369332"/>
          </a:xfrm>
          <a:prstGeom prst="rect">
            <a:avLst/>
          </a:prstGeom>
          <a:noFill/>
          <a:ln w="28575" algn="ctr">
            <a:noFill/>
            <a:miter lim="800000"/>
            <a:headEnd type="none" w="sm" len="sm"/>
            <a:tailEnd type="none" w="sm" len="sm"/>
          </a:ln>
        </p:spPr>
        <p:txBody>
          <a:bodyPr wrap="none">
            <a:spAutoFit/>
          </a:bodyPr>
          <a:lstStyle/>
          <a:p>
            <a:pPr algn="ctr"/>
            <a:r>
              <a:rPr lang="fr-CA" b="1">
                <a:solidFill>
                  <a:srgbClr val="FF0000"/>
                </a:solidFill>
              </a:rPr>
              <a:t>68.27</a:t>
            </a:r>
            <a:r>
              <a:rPr lang="fr-CA" b="1" dirty="0">
                <a:solidFill>
                  <a:srgbClr val="FF0000"/>
                </a:solidFill>
              </a:rPr>
              <a:t>%</a:t>
            </a:r>
          </a:p>
        </p:txBody>
      </p:sp>
      <p:sp>
        <p:nvSpPr>
          <p:cNvPr id="41999" name="Line 15"/>
          <p:cNvSpPr>
            <a:spLocks noChangeShapeType="1"/>
          </p:cNvSpPr>
          <p:nvPr/>
        </p:nvSpPr>
        <p:spPr bwMode="auto">
          <a:xfrm>
            <a:off x="3224600" y="3964987"/>
            <a:ext cx="2484835" cy="0"/>
          </a:xfrm>
          <a:prstGeom prst="line">
            <a:avLst/>
          </a:prstGeom>
          <a:noFill/>
          <a:ln w="57150">
            <a:solidFill>
              <a:srgbClr val="00FF00"/>
            </a:solidFill>
            <a:round/>
            <a:headEnd type="triangle" w="med" len="med"/>
            <a:tailEnd type="triangle" w="med" len="med"/>
          </a:ln>
        </p:spPr>
        <p:txBody>
          <a:bodyPr/>
          <a:lstStyle/>
          <a:p>
            <a:endParaRPr lang="fr-CA" sz="1350"/>
          </a:p>
        </p:txBody>
      </p:sp>
      <p:sp>
        <p:nvSpPr>
          <p:cNvPr id="42000" name="Text Box 16"/>
          <p:cNvSpPr txBox="1">
            <a:spLocks noChangeArrowheads="1"/>
          </p:cNvSpPr>
          <p:nvPr/>
        </p:nvSpPr>
        <p:spPr bwMode="auto">
          <a:xfrm>
            <a:off x="3984144" y="3579224"/>
            <a:ext cx="966932" cy="369332"/>
          </a:xfrm>
          <a:prstGeom prst="rect">
            <a:avLst/>
          </a:prstGeom>
          <a:noFill/>
          <a:ln w="28575" algn="ctr">
            <a:noFill/>
            <a:miter lim="800000"/>
            <a:headEnd type="none" w="sm" len="sm"/>
            <a:tailEnd type="none" w="sm" len="sm"/>
          </a:ln>
        </p:spPr>
        <p:txBody>
          <a:bodyPr wrap="none">
            <a:spAutoFit/>
          </a:bodyPr>
          <a:lstStyle/>
          <a:p>
            <a:pPr algn="ctr"/>
            <a:r>
              <a:rPr lang="fr-CA" b="1">
                <a:solidFill>
                  <a:srgbClr val="00FF00"/>
                </a:solidFill>
              </a:rPr>
              <a:t>95.45</a:t>
            </a:r>
            <a:r>
              <a:rPr lang="fr-CA" b="1" dirty="0">
                <a:solidFill>
                  <a:srgbClr val="00FF00"/>
                </a:solidFill>
              </a:rPr>
              <a:t>%</a:t>
            </a:r>
          </a:p>
        </p:txBody>
      </p:sp>
      <p:sp>
        <p:nvSpPr>
          <p:cNvPr id="42001" name="Line 17"/>
          <p:cNvSpPr>
            <a:spLocks noChangeShapeType="1"/>
          </p:cNvSpPr>
          <p:nvPr/>
        </p:nvSpPr>
        <p:spPr bwMode="auto">
          <a:xfrm>
            <a:off x="2604284" y="4393612"/>
            <a:ext cx="3726656" cy="0"/>
          </a:xfrm>
          <a:prstGeom prst="line">
            <a:avLst/>
          </a:prstGeom>
          <a:noFill/>
          <a:ln w="57150">
            <a:solidFill>
              <a:srgbClr val="FF9900"/>
            </a:solidFill>
            <a:round/>
            <a:headEnd type="triangle" w="med" len="med"/>
            <a:tailEnd type="triangle" w="med" len="med"/>
          </a:ln>
        </p:spPr>
        <p:txBody>
          <a:bodyPr/>
          <a:lstStyle/>
          <a:p>
            <a:endParaRPr lang="fr-CA" sz="1350"/>
          </a:p>
        </p:txBody>
      </p:sp>
      <p:sp>
        <p:nvSpPr>
          <p:cNvPr id="42002" name="Text Box 18"/>
          <p:cNvSpPr txBox="1">
            <a:spLocks noChangeArrowheads="1"/>
          </p:cNvSpPr>
          <p:nvPr/>
        </p:nvSpPr>
        <p:spPr bwMode="auto">
          <a:xfrm>
            <a:off x="3984144" y="4007849"/>
            <a:ext cx="966932" cy="369332"/>
          </a:xfrm>
          <a:prstGeom prst="rect">
            <a:avLst/>
          </a:prstGeom>
          <a:noFill/>
          <a:ln w="28575" algn="ctr">
            <a:noFill/>
            <a:miter lim="800000"/>
            <a:headEnd type="none" w="sm" len="sm"/>
            <a:tailEnd type="none" w="sm" len="sm"/>
          </a:ln>
        </p:spPr>
        <p:txBody>
          <a:bodyPr wrap="none">
            <a:spAutoFit/>
          </a:bodyPr>
          <a:lstStyle/>
          <a:p>
            <a:pPr algn="ctr"/>
            <a:r>
              <a:rPr lang="fr-CA" b="1">
                <a:solidFill>
                  <a:srgbClr val="FF9900"/>
                </a:solidFill>
              </a:rPr>
              <a:t>99.73</a:t>
            </a:r>
            <a:r>
              <a:rPr lang="fr-CA" b="1" dirty="0">
                <a:solidFill>
                  <a:srgbClr val="FF9900"/>
                </a:solidFill>
              </a:rPr>
              <a:t>%</a:t>
            </a:r>
          </a:p>
        </p:txBody>
      </p:sp>
      <p:grpSp>
        <p:nvGrpSpPr>
          <p:cNvPr id="2" name="Group 19"/>
          <p:cNvGrpSpPr>
            <a:grpSpLocks/>
          </p:cNvGrpSpPr>
          <p:nvPr/>
        </p:nvGrpSpPr>
        <p:grpSpPr bwMode="auto">
          <a:xfrm>
            <a:off x="1217204" y="1568259"/>
            <a:ext cx="3244454" cy="583406"/>
            <a:chOff x="82" y="966"/>
            <a:chExt cx="2725" cy="490"/>
          </a:xfrm>
        </p:grpSpPr>
        <p:sp>
          <p:nvSpPr>
            <p:cNvPr id="42010" name="Freeform 20"/>
            <p:cNvSpPr>
              <a:spLocks/>
            </p:cNvSpPr>
            <p:nvPr/>
          </p:nvSpPr>
          <p:spPr bwMode="auto">
            <a:xfrm>
              <a:off x="759" y="1127"/>
              <a:ext cx="2048" cy="329"/>
            </a:xfrm>
            <a:custGeom>
              <a:avLst/>
              <a:gdLst>
                <a:gd name="T0" fmla="*/ 2048 w 2048"/>
                <a:gd name="T1" fmla="*/ 329 h 329"/>
                <a:gd name="T2" fmla="*/ 2048 w 2048"/>
                <a:gd name="T3" fmla="*/ 0 h 329"/>
                <a:gd name="T4" fmla="*/ 0 w 2048"/>
                <a:gd name="T5" fmla="*/ 0 h 329"/>
                <a:gd name="T6" fmla="*/ 0 60000 65536"/>
                <a:gd name="T7" fmla="*/ 0 60000 65536"/>
                <a:gd name="T8" fmla="*/ 0 60000 65536"/>
                <a:gd name="T9" fmla="*/ 0 w 2048"/>
                <a:gd name="T10" fmla="*/ 0 h 329"/>
                <a:gd name="T11" fmla="*/ 2048 w 2048"/>
                <a:gd name="T12" fmla="*/ 329 h 329"/>
              </a:gdLst>
              <a:ahLst/>
              <a:cxnLst>
                <a:cxn ang="T6">
                  <a:pos x="T0" y="T1"/>
                </a:cxn>
                <a:cxn ang="T7">
                  <a:pos x="T2" y="T3"/>
                </a:cxn>
                <a:cxn ang="T8">
                  <a:pos x="T4" y="T5"/>
                </a:cxn>
              </a:cxnLst>
              <a:rect l="T9" t="T10" r="T11" b="T12"/>
              <a:pathLst>
                <a:path w="2048" h="329">
                  <a:moveTo>
                    <a:pt x="2048" y="329"/>
                  </a:moveTo>
                  <a:lnTo>
                    <a:pt x="2048" y="0"/>
                  </a:lnTo>
                  <a:lnTo>
                    <a:pt x="0" y="0"/>
                  </a:lnTo>
                </a:path>
              </a:pathLst>
            </a:custGeom>
            <a:noFill/>
            <a:ln w="57150">
              <a:solidFill>
                <a:schemeClr val="tx1"/>
              </a:solidFill>
              <a:round/>
              <a:headEnd/>
              <a:tailEnd type="triangle" w="med" len="med"/>
            </a:ln>
          </p:spPr>
          <p:txBody>
            <a:bodyPr/>
            <a:lstStyle/>
            <a:p>
              <a:endParaRPr lang="fr-FR" sz="1350"/>
            </a:p>
          </p:txBody>
        </p:sp>
        <p:sp>
          <p:nvSpPr>
            <p:cNvPr id="42011" name="Text Box 21"/>
            <p:cNvSpPr txBox="1">
              <a:spLocks noChangeArrowheads="1"/>
            </p:cNvSpPr>
            <p:nvPr/>
          </p:nvSpPr>
          <p:spPr bwMode="auto">
            <a:xfrm>
              <a:off x="82" y="966"/>
              <a:ext cx="704" cy="310"/>
            </a:xfrm>
            <a:prstGeom prst="rect">
              <a:avLst/>
            </a:prstGeom>
            <a:noFill/>
            <a:ln w="28575" algn="ctr">
              <a:solidFill>
                <a:schemeClr val="tx1"/>
              </a:solidFill>
              <a:miter lim="800000"/>
              <a:headEnd type="none" w="sm" len="sm"/>
              <a:tailEnd type="none" w="sm" len="sm"/>
            </a:ln>
          </p:spPr>
          <p:txBody>
            <a:bodyPr wrap="none">
              <a:spAutoFit/>
            </a:bodyPr>
            <a:lstStyle/>
            <a:p>
              <a:r>
                <a:rPr lang="fr-CA" b="1"/>
                <a:t>50.0</a:t>
              </a:r>
              <a:r>
                <a:rPr lang="fr-CA" b="1" dirty="0"/>
                <a:t>%</a:t>
              </a:r>
            </a:p>
          </p:txBody>
        </p:sp>
      </p:grpSp>
      <p:grpSp>
        <p:nvGrpSpPr>
          <p:cNvPr id="3" name="Group 22"/>
          <p:cNvGrpSpPr>
            <a:grpSpLocks/>
          </p:cNvGrpSpPr>
          <p:nvPr/>
        </p:nvGrpSpPr>
        <p:grpSpPr bwMode="auto">
          <a:xfrm>
            <a:off x="1216014" y="2144521"/>
            <a:ext cx="3875484" cy="571500"/>
            <a:chOff x="81" y="1450"/>
            <a:chExt cx="3255" cy="480"/>
          </a:xfrm>
        </p:grpSpPr>
        <p:sp>
          <p:nvSpPr>
            <p:cNvPr id="42008" name="Freeform 23"/>
            <p:cNvSpPr>
              <a:spLocks/>
            </p:cNvSpPr>
            <p:nvPr/>
          </p:nvSpPr>
          <p:spPr bwMode="auto">
            <a:xfrm>
              <a:off x="749" y="1601"/>
              <a:ext cx="2587" cy="329"/>
            </a:xfrm>
            <a:custGeom>
              <a:avLst/>
              <a:gdLst>
                <a:gd name="T0" fmla="*/ 13274 w 2048"/>
                <a:gd name="T1" fmla="*/ 329 h 329"/>
                <a:gd name="T2" fmla="*/ 13274 w 2048"/>
                <a:gd name="T3" fmla="*/ 0 h 329"/>
                <a:gd name="T4" fmla="*/ 0 w 2048"/>
                <a:gd name="T5" fmla="*/ 0 h 329"/>
                <a:gd name="T6" fmla="*/ 0 60000 65536"/>
                <a:gd name="T7" fmla="*/ 0 60000 65536"/>
                <a:gd name="T8" fmla="*/ 0 60000 65536"/>
                <a:gd name="T9" fmla="*/ 0 w 2048"/>
                <a:gd name="T10" fmla="*/ 0 h 329"/>
                <a:gd name="T11" fmla="*/ 2048 w 2048"/>
                <a:gd name="T12" fmla="*/ 329 h 329"/>
              </a:gdLst>
              <a:ahLst/>
              <a:cxnLst>
                <a:cxn ang="T6">
                  <a:pos x="T0" y="T1"/>
                </a:cxn>
                <a:cxn ang="T7">
                  <a:pos x="T2" y="T3"/>
                </a:cxn>
                <a:cxn ang="T8">
                  <a:pos x="T4" y="T5"/>
                </a:cxn>
              </a:cxnLst>
              <a:rect l="T9" t="T10" r="T11" b="T12"/>
              <a:pathLst>
                <a:path w="2048" h="329">
                  <a:moveTo>
                    <a:pt x="2048" y="329"/>
                  </a:moveTo>
                  <a:lnTo>
                    <a:pt x="2048" y="0"/>
                  </a:lnTo>
                  <a:lnTo>
                    <a:pt x="0" y="0"/>
                  </a:lnTo>
                </a:path>
              </a:pathLst>
            </a:custGeom>
            <a:noFill/>
            <a:ln w="57150">
              <a:solidFill>
                <a:srgbClr val="990033"/>
              </a:solidFill>
              <a:round/>
              <a:headEnd/>
              <a:tailEnd type="triangle" w="med" len="med"/>
            </a:ln>
          </p:spPr>
          <p:txBody>
            <a:bodyPr/>
            <a:lstStyle/>
            <a:p>
              <a:endParaRPr lang="fr-FR" sz="1350"/>
            </a:p>
          </p:txBody>
        </p:sp>
        <p:sp>
          <p:nvSpPr>
            <p:cNvPr id="42009" name="Text Box 24"/>
            <p:cNvSpPr txBox="1">
              <a:spLocks noChangeArrowheads="1"/>
            </p:cNvSpPr>
            <p:nvPr/>
          </p:nvSpPr>
          <p:spPr bwMode="auto">
            <a:xfrm>
              <a:off x="81" y="1450"/>
              <a:ext cx="704" cy="310"/>
            </a:xfrm>
            <a:prstGeom prst="rect">
              <a:avLst/>
            </a:prstGeom>
            <a:noFill/>
            <a:ln w="28575" algn="ctr">
              <a:solidFill>
                <a:srgbClr val="990033"/>
              </a:solidFill>
              <a:miter lim="800000"/>
              <a:headEnd type="none" w="sm" len="sm"/>
              <a:tailEnd type="none" w="sm" len="sm"/>
            </a:ln>
          </p:spPr>
          <p:txBody>
            <a:bodyPr wrap="none">
              <a:spAutoFit/>
            </a:bodyPr>
            <a:lstStyle/>
            <a:p>
              <a:r>
                <a:rPr lang="fr-CA" b="1">
                  <a:solidFill>
                    <a:srgbClr val="990033"/>
                  </a:solidFill>
                </a:rPr>
                <a:t>84.1</a:t>
              </a:r>
              <a:r>
                <a:rPr lang="fr-CA" b="1" dirty="0">
                  <a:solidFill>
                    <a:srgbClr val="990033"/>
                  </a:solidFill>
                </a:rPr>
                <a:t>%</a:t>
              </a:r>
            </a:p>
          </p:txBody>
        </p:sp>
      </p:grpSp>
      <p:grpSp>
        <p:nvGrpSpPr>
          <p:cNvPr id="4" name="Group 25"/>
          <p:cNvGrpSpPr>
            <a:grpSpLocks/>
          </p:cNvGrpSpPr>
          <p:nvPr/>
        </p:nvGrpSpPr>
        <p:grpSpPr bwMode="auto">
          <a:xfrm>
            <a:off x="1248160" y="2771981"/>
            <a:ext cx="4463654" cy="919163"/>
            <a:chOff x="108" y="1977"/>
            <a:chExt cx="3749" cy="772"/>
          </a:xfrm>
        </p:grpSpPr>
        <p:sp>
          <p:nvSpPr>
            <p:cNvPr id="42006" name="Freeform 26"/>
            <p:cNvSpPr>
              <a:spLocks/>
            </p:cNvSpPr>
            <p:nvPr/>
          </p:nvSpPr>
          <p:spPr bwMode="auto">
            <a:xfrm>
              <a:off x="795" y="2118"/>
              <a:ext cx="3062" cy="631"/>
            </a:xfrm>
            <a:custGeom>
              <a:avLst/>
              <a:gdLst>
                <a:gd name="T0" fmla="*/ 51139 w 2048"/>
                <a:gd name="T1" fmla="*/ 60242 h 329"/>
                <a:gd name="T2" fmla="*/ 51139 w 2048"/>
                <a:gd name="T3" fmla="*/ 0 h 329"/>
                <a:gd name="T4" fmla="*/ 0 w 2048"/>
                <a:gd name="T5" fmla="*/ 0 h 329"/>
                <a:gd name="T6" fmla="*/ 0 60000 65536"/>
                <a:gd name="T7" fmla="*/ 0 60000 65536"/>
                <a:gd name="T8" fmla="*/ 0 60000 65536"/>
                <a:gd name="T9" fmla="*/ 0 w 2048"/>
                <a:gd name="T10" fmla="*/ 0 h 329"/>
                <a:gd name="T11" fmla="*/ 2048 w 2048"/>
                <a:gd name="T12" fmla="*/ 329 h 329"/>
              </a:gdLst>
              <a:ahLst/>
              <a:cxnLst>
                <a:cxn ang="T6">
                  <a:pos x="T0" y="T1"/>
                </a:cxn>
                <a:cxn ang="T7">
                  <a:pos x="T2" y="T3"/>
                </a:cxn>
                <a:cxn ang="T8">
                  <a:pos x="T4" y="T5"/>
                </a:cxn>
              </a:cxnLst>
              <a:rect l="T9" t="T10" r="T11" b="T12"/>
              <a:pathLst>
                <a:path w="2048" h="329">
                  <a:moveTo>
                    <a:pt x="2048" y="329"/>
                  </a:moveTo>
                  <a:lnTo>
                    <a:pt x="2048" y="0"/>
                  </a:lnTo>
                  <a:lnTo>
                    <a:pt x="0" y="0"/>
                  </a:lnTo>
                </a:path>
              </a:pathLst>
            </a:custGeom>
            <a:noFill/>
            <a:ln w="57150">
              <a:solidFill>
                <a:srgbClr val="9966FF"/>
              </a:solidFill>
              <a:round/>
              <a:headEnd/>
              <a:tailEnd type="triangle" w="med" len="med"/>
            </a:ln>
          </p:spPr>
          <p:txBody>
            <a:bodyPr/>
            <a:lstStyle/>
            <a:p>
              <a:endParaRPr lang="fr-FR" sz="1350"/>
            </a:p>
          </p:txBody>
        </p:sp>
        <p:sp>
          <p:nvSpPr>
            <p:cNvPr id="42007" name="Text Box 27"/>
            <p:cNvSpPr txBox="1">
              <a:spLocks noChangeArrowheads="1"/>
            </p:cNvSpPr>
            <p:nvPr/>
          </p:nvSpPr>
          <p:spPr bwMode="auto">
            <a:xfrm>
              <a:off x="108" y="1977"/>
              <a:ext cx="704" cy="310"/>
            </a:xfrm>
            <a:prstGeom prst="rect">
              <a:avLst/>
            </a:prstGeom>
            <a:noFill/>
            <a:ln w="28575" algn="ctr">
              <a:solidFill>
                <a:srgbClr val="9966FF"/>
              </a:solidFill>
              <a:miter lim="800000"/>
              <a:headEnd type="none" w="sm" len="sm"/>
              <a:tailEnd type="none" w="sm" len="sm"/>
            </a:ln>
          </p:spPr>
          <p:txBody>
            <a:bodyPr wrap="none">
              <a:spAutoFit/>
            </a:bodyPr>
            <a:lstStyle/>
            <a:p>
              <a:r>
                <a:rPr lang="fr-CA" b="1">
                  <a:solidFill>
                    <a:srgbClr val="9966FF"/>
                  </a:solidFill>
                </a:rPr>
                <a:t>97.7</a:t>
              </a:r>
              <a:r>
                <a:rPr lang="fr-CA" b="1" dirty="0">
                  <a:solidFill>
                    <a:srgbClr val="9966FF"/>
                  </a:solidFill>
                </a:rPr>
                <a:t>%</a:t>
              </a:r>
            </a:p>
          </p:txBody>
        </p:sp>
      </p:grpSp>
      <p:pic>
        <p:nvPicPr>
          <p:cNvPr id="6" name="Image 5">
            <a:extLst>
              <a:ext uri="{FF2B5EF4-FFF2-40B4-BE49-F238E27FC236}">
                <a16:creationId xmlns:a16="http://schemas.microsoft.com/office/drawing/2014/main" id="{CE0F2CAD-55F8-4E4F-9478-2C846A11343F}"/>
              </a:ext>
            </a:extLst>
          </p:cNvPr>
          <p:cNvPicPr>
            <a:picLocks noChangeAspect="1"/>
          </p:cNvPicPr>
          <p:nvPr/>
        </p:nvPicPr>
        <p:blipFill>
          <a:blip r:embed="rId3"/>
          <a:stretch>
            <a:fillRect/>
          </a:stretch>
        </p:blipFill>
        <p:spPr>
          <a:xfrm>
            <a:off x="7895419" y="1480197"/>
            <a:ext cx="1272632" cy="334318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9"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dissolve">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dissolve">
                                      <p:cBhvr>
                                        <p:cTn id="16" dur="500"/>
                                        <p:tgtEl>
                                          <p:spTgt spid="3"/>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dissolve">
                                      <p:cBhvr>
                                        <p:cTn id="2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5"/>
          <p:cNvSpPr>
            <a:spLocks noGrp="1" noChangeArrowheads="1"/>
          </p:cNvSpPr>
          <p:nvPr>
            <p:ph type="title"/>
          </p:nvPr>
        </p:nvSpPr>
        <p:spPr/>
        <p:txBody>
          <a:bodyPr/>
          <a:lstStyle/>
          <a:p>
            <a:r>
              <a:rPr lang="fr-CA" dirty="0"/>
              <a:t>Point de commande :</a:t>
            </a:r>
            <a:br>
              <a:rPr lang="fr-CA" dirty="0"/>
            </a:br>
            <a:r>
              <a:rPr lang="fr-CA" dirty="0"/>
              <a:t>Quantité fixe – Période variable</a:t>
            </a:r>
          </a:p>
        </p:txBody>
      </p:sp>
      <p:sp>
        <p:nvSpPr>
          <p:cNvPr id="39938" name="Rectangle 3"/>
          <p:cNvSpPr>
            <a:spLocks noGrp="1" noChangeArrowheads="1"/>
          </p:cNvSpPr>
          <p:nvPr>
            <p:ph type="body" idx="1"/>
          </p:nvPr>
        </p:nvSpPr>
        <p:spPr/>
        <p:txBody>
          <a:bodyPr/>
          <a:lstStyle/>
          <a:p>
            <a:pPr marL="0" indent="0">
              <a:buNone/>
            </a:pPr>
            <a:r>
              <a:rPr lang="fr-CA" dirty="0"/>
              <a:t>Combien commander?</a:t>
            </a:r>
          </a:p>
          <a:p>
            <a:pPr lvl="1"/>
            <a:r>
              <a:rPr lang="fr-CA" dirty="0"/>
              <a:t>On commande toujours la même quantité (QEC)</a:t>
            </a:r>
          </a:p>
          <a:p>
            <a:pPr lvl="1"/>
            <a:endParaRPr lang="fr-CA" dirty="0"/>
          </a:p>
          <a:p>
            <a:pPr marL="0" indent="0">
              <a:buNone/>
            </a:pPr>
            <a:r>
              <a:rPr lang="fr-CA" dirty="0"/>
              <a:t>Quand commander?</a:t>
            </a:r>
          </a:p>
          <a:p>
            <a:pPr lvl="1"/>
            <a:r>
              <a:rPr lang="fr-CA" dirty="0"/>
              <a:t>Lorsque le niveau des stocks atteint le point de commande (PC)</a:t>
            </a:r>
          </a:p>
          <a:p>
            <a:pPr lvl="1"/>
            <a:endParaRPr lang="fr-CA" dirty="0"/>
          </a:p>
        </p:txBody>
      </p:sp>
      <p:pic>
        <p:nvPicPr>
          <p:cNvPr id="4" name="Image 3">
            <a:extLst>
              <a:ext uri="{FF2B5EF4-FFF2-40B4-BE49-F238E27FC236}">
                <a16:creationId xmlns:a16="http://schemas.microsoft.com/office/drawing/2014/main" id="{9E1B133D-2C26-4005-941E-87239E38CB00}"/>
              </a:ext>
            </a:extLst>
          </p:cNvPr>
          <p:cNvPicPr>
            <a:picLocks noChangeAspect="1"/>
          </p:cNvPicPr>
          <p:nvPr/>
        </p:nvPicPr>
        <p:blipFill>
          <a:blip r:embed="rId3"/>
          <a:stretch>
            <a:fillRect/>
          </a:stretch>
        </p:blipFill>
        <p:spPr>
          <a:xfrm>
            <a:off x="1600406" y="3285003"/>
            <a:ext cx="3614738" cy="218598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Freeform 5"/>
          <p:cNvSpPr>
            <a:spLocks/>
          </p:cNvSpPr>
          <p:nvPr/>
        </p:nvSpPr>
        <p:spPr bwMode="auto">
          <a:xfrm>
            <a:off x="2102563" y="1800820"/>
            <a:ext cx="5862638" cy="2388394"/>
          </a:xfrm>
          <a:custGeom>
            <a:avLst/>
            <a:gdLst>
              <a:gd name="T0" fmla="*/ 0 w 4924"/>
              <a:gd name="T1" fmla="*/ 0 h 1889"/>
              <a:gd name="T2" fmla="*/ 0 w 4924"/>
              <a:gd name="T3" fmla="*/ 2147483647 h 1889"/>
              <a:gd name="T4" fmla="*/ 2147483647 w 4924"/>
              <a:gd name="T5" fmla="*/ 2147483647 h 1889"/>
              <a:gd name="T6" fmla="*/ 0 60000 65536"/>
              <a:gd name="T7" fmla="*/ 0 60000 65536"/>
              <a:gd name="T8" fmla="*/ 0 60000 65536"/>
              <a:gd name="T9" fmla="*/ 0 w 4924"/>
              <a:gd name="T10" fmla="*/ 0 h 1889"/>
              <a:gd name="T11" fmla="*/ 4924 w 4924"/>
              <a:gd name="T12" fmla="*/ 1889 h 1889"/>
            </a:gdLst>
            <a:ahLst/>
            <a:cxnLst>
              <a:cxn ang="T6">
                <a:pos x="T0" y="T1"/>
              </a:cxn>
              <a:cxn ang="T7">
                <a:pos x="T2" y="T3"/>
              </a:cxn>
              <a:cxn ang="T8">
                <a:pos x="T4" y="T5"/>
              </a:cxn>
            </a:cxnLst>
            <a:rect l="T9" t="T10" r="T11" b="T12"/>
            <a:pathLst>
              <a:path w="4924" h="1889">
                <a:moveTo>
                  <a:pt x="0" y="0"/>
                </a:moveTo>
                <a:lnTo>
                  <a:pt x="0" y="1887"/>
                </a:lnTo>
                <a:lnTo>
                  <a:pt x="4923" y="1888"/>
                </a:lnTo>
              </a:path>
            </a:pathLst>
          </a:custGeom>
          <a:noFill/>
          <a:ln w="53975">
            <a:solidFill>
              <a:srgbClr val="0033CC"/>
            </a:solidFill>
            <a:round/>
            <a:headEnd/>
            <a:tailEnd/>
          </a:ln>
        </p:spPr>
        <p:txBody>
          <a:bodyPr/>
          <a:lstStyle/>
          <a:p>
            <a:endParaRPr lang="fr-FR" sz="1350"/>
          </a:p>
        </p:txBody>
      </p:sp>
      <p:sp>
        <p:nvSpPr>
          <p:cNvPr id="43011" name="Freeform 6"/>
          <p:cNvSpPr>
            <a:spLocks/>
          </p:cNvSpPr>
          <p:nvPr/>
        </p:nvSpPr>
        <p:spPr bwMode="auto">
          <a:xfrm>
            <a:off x="2412126" y="2062759"/>
            <a:ext cx="1629966" cy="1589485"/>
          </a:xfrm>
          <a:custGeom>
            <a:avLst/>
            <a:gdLst>
              <a:gd name="T0" fmla="*/ 0 w 1369"/>
              <a:gd name="T1" fmla="*/ 0 h 1335"/>
              <a:gd name="T2" fmla="*/ 2147483647 w 1369"/>
              <a:gd name="T3" fmla="*/ 2147483647 h 1335"/>
              <a:gd name="T4" fmla="*/ 2147483647 w 1369"/>
              <a:gd name="T5" fmla="*/ 0 h 1335"/>
              <a:gd name="T6" fmla="*/ 0 60000 65536"/>
              <a:gd name="T7" fmla="*/ 0 60000 65536"/>
              <a:gd name="T8" fmla="*/ 0 60000 65536"/>
              <a:gd name="T9" fmla="*/ 0 w 1369"/>
              <a:gd name="T10" fmla="*/ 0 h 1335"/>
              <a:gd name="T11" fmla="*/ 1369 w 1369"/>
              <a:gd name="T12" fmla="*/ 1335 h 1335"/>
            </a:gdLst>
            <a:ahLst/>
            <a:cxnLst>
              <a:cxn ang="T6">
                <a:pos x="T0" y="T1"/>
              </a:cxn>
              <a:cxn ang="T7">
                <a:pos x="T2" y="T3"/>
              </a:cxn>
              <a:cxn ang="T8">
                <a:pos x="T4" y="T5"/>
              </a:cxn>
            </a:cxnLst>
            <a:rect l="T9" t="T10" r="T11" b="T12"/>
            <a:pathLst>
              <a:path w="1369" h="1335">
                <a:moveTo>
                  <a:pt x="0" y="0"/>
                </a:moveTo>
                <a:lnTo>
                  <a:pt x="1368" y="1334"/>
                </a:lnTo>
                <a:lnTo>
                  <a:pt x="1368" y="0"/>
                </a:lnTo>
              </a:path>
            </a:pathLst>
          </a:custGeom>
          <a:noFill/>
          <a:ln w="53975">
            <a:solidFill>
              <a:srgbClr val="0033CC"/>
            </a:solidFill>
            <a:round/>
            <a:headEnd/>
            <a:tailEnd/>
          </a:ln>
        </p:spPr>
        <p:txBody>
          <a:bodyPr/>
          <a:lstStyle/>
          <a:p>
            <a:endParaRPr lang="fr-FR" sz="1350"/>
          </a:p>
        </p:txBody>
      </p:sp>
      <p:sp>
        <p:nvSpPr>
          <p:cNvPr id="43012" name="Freeform 7"/>
          <p:cNvSpPr>
            <a:spLocks/>
          </p:cNvSpPr>
          <p:nvPr/>
        </p:nvSpPr>
        <p:spPr bwMode="auto">
          <a:xfrm>
            <a:off x="4040901" y="2062759"/>
            <a:ext cx="1629966" cy="1589485"/>
          </a:xfrm>
          <a:custGeom>
            <a:avLst/>
            <a:gdLst>
              <a:gd name="T0" fmla="*/ 0 w 1369"/>
              <a:gd name="T1" fmla="*/ 0 h 1335"/>
              <a:gd name="T2" fmla="*/ 2147483647 w 1369"/>
              <a:gd name="T3" fmla="*/ 2147483647 h 1335"/>
              <a:gd name="T4" fmla="*/ 2147483647 w 1369"/>
              <a:gd name="T5" fmla="*/ 0 h 1335"/>
              <a:gd name="T6" fmla="*/ 0 60000 65536"/>
              <a:gd name="T7" fmla="*/ 0 60000 65536"/>
              <a:gd name="T8" fmla="*/ 0 60000 65536"/>
              <a:gd name="T9" fmla="*/ 0 w 1369"/>
              <a:gd name="T10" fmla="*/ 0 h 1335"/>
              <a:gd name="T11" fmla="*/ 1369 w 1369"/>
              <a:gd name="T12" fmla="*/ 1335 h 1335"/>
            </a:gdLst>
            <a:ahLst/>
            <a:cxnLst>
              <a:cxn ang="T6">
                <a:pos x="T0" y="T1"/>
              </a:cxn>
              <a:cxn ang="T7">
                <a:pos x="T2" y="T3"/>
              </a:cxn>
              <a:cxn ang="T8">
                <a:pos x="T4" y="T5"/>
              </a:cxn>
            </a:cxnLst>
            <a:rect l="T9" t="T10" r="T11" b="T12"/>
            <a:pathLst>
              <a:path w="1369" h="1335">
                <a:moveTo>
                  <a:pt x="0" y="0"/>
                </a:moveTo>
                <a:lnTo>
                  <a:pt x="1368" y="1334"/>
                </a:lnTo>
                <a:lnTo>
                  <a:pt x="1368" y="0"/>
                </a:lnTo>
              </a:path>
            </a:pathLst>
          </a:custGeom>
          <a:noFill/>
          <a:ln w="53975">
            <a:solidFill>
              <a:srgbClr val="0033CC"/>
            </a:solidFill>
            <a:round/>
            <a:headEnd/>
            <a:tailEnd/>
          </a:ln>
        </p:spPr>
        <p:txBody>
          <a:bodyPr/>
          <a:lstStyle/>
          <a:p>
            <a:endParaRPr lang="fr-FR" sz="1350"/>
          </a:p>
        </p:txBody>
      </p:sp>
      <p:sp>
        <p:nvSpPr>
          <p:cNvPr id="43013" name="Freeform 8"/>
          <p:cNvSpPr>
            <a:spLocks/>
          </p:cNvSpPr>
          <p:nvPr/>
        </p:nvSpPr>
        <p:spPr bwMode="auto">
          <a:xfrm>
            <a:off x="5669676" y="2062759"/>
            <a:ext cx="1629966" cy="1589485"/>
          </a:xfrm>
          <a:custGeom>
            <a:avLst/>
            <a:gdLst>
              <a:gd name="T0" fmla="*/ 0 w 1369"/>
              <a:gd name="T1" fmla="*/ 0 h 1335"/>
              <a:gd name="T2" fmla="*/ 2147483647 w 1369"/>
              <a:gd name="T3" fmla="*/ 2147483647 h 1335"/>
              <a:gd name="T4" fmla="*/ 2147483647 w 1369"/>
              <a:gd name="T5" fmla="*/ 0 h 1335"/>
              <a:gd name="T6" fmla="*/ 0 60000 65536"/>
              <a:gd name="T7" fmla="*/ 0 60000 65536"/>
              <a:gd name="T8" fmla="*/ 0 60000 65536"/>
              <a:gd name="T9" fmla="*/ 0 w 1369"/>
              <a:gd name="T10" fmla="*/ 0 h 1335"/>
              <a:gd name="T11" fmla="*/ 1369 w 1369"/>
              <a:gd name="T12" fmla="*/ 1335 h 1335"/>
            </a:gdLst>
            <a:ahLst/>
            <a:cxnLst>
              <a:cxn ang="T6">
                <a:pos x="T0" y="T1"/>
              </a:cxn>
              <a:cxn ang="T7">
                <a:pos x="T2" y="T3"/>
              </a:cxn>
              <a:cxn ang="T8">
                <a:pos x="T4" y="T5"/>
              </a:cxn>
            </a:cxnLst>
            <a:rect l="T9" t="T10" r="T11" b="T12"/>
            <a:pathLst>
              <a:path w="1369" h="1335">
                <a:moveTo>
                  <a:pt x="0" y="0"/>
                </a:moveTo>
                <a:lnTo>
                  <a:pt x="1368" y="1334"/>
                </a:lnTo>
                <a:lnTo>
                  <a:pt x="1368" y="0"/>
                </a:lnTo>
              </a:path>
            </a:pathLst>
          </a:custGeom>
          <a:noFill/>
          <a:ln w="53975">
            <a:solidFill>
              <a:srgbClr val="0033CC"/>
            </a:solidFill>
            <a:round/>
            <a:headEnd/>
            <a:tailEnd/>
          </a:ln>
        </p:spPr>
        <p:txBody>
          <a:bodyPr/>
          <a:lstStyle/>
          <a:p>
            <a:endParaRPr lang="fr-FR" sz="1350"/>
          </a:p>
        </p:txBody>
      </p:sp>
      <p:sp>
        <p:nvSpPr>
          <p:cNvPr id="43014" name="Line 9"/>
          <p:cNvSpPr>
            <a:spLocks noChangeShapeType="1"/>
          </p:cNvSpPr>
          <p:nvPr/>
        </p:nvSpPr>
        <p:spPr bwMode="auto">
          <a:xfrm>
            <a:off x="7315120" y="2062759"/>
            <a:ext cx="439341" cy="435769"/>
          </a:xfrm>
          <a:prstGeom prst="line">
            <a:avLst/>
          </a:prstGeom>
          <a:noFill/>
          <a:ln w="53975">
            <a:solidFill>
              <a:srgbClr val="0033CC"/>
            </a:solidFill>
            <a:round/>
            <a:headEnd/>
            <a:tailEnd/>
          </a:ln>
        </p:spPr>
        <p:txBody>
          <a:bodyPr/>
          <a:lstStyle/>
          <a:p>
            <a:endParaRPr lang="fr-CA" sz="1350"/>
          </a:p>
        </p:txBody>
      </p:sp>
      <p:sp>
        <p:nvSpPr>
          <p:cNvPr id="43015" name="Line 10"/>
          <p:cNvSpPr>
            <a:spLocks noChangeShapeType="1"/>
          </p:cNvSpPr>
          <p:nvPr/>
        </p:nvSpPr>
        <p:spPr bwMode="auto">
          <a:xfrm>
            <a:off x="2118042" y="3674863"/>
            <a:ext cx="5872163" cy="0"/>
          </a:xfrm>
          <a:prstGeom prst="line">
            <a:avLst/>
          </a:prstGeom>
          <a:noFill/>
          <a:ln w="0">
            <a:solidFill>
              <a:srgbClr val="FF3300"/>
            </a:solidFill>
            <a:prstDash val="lgDash"/>
            <a:round/>
            <a:headEnd/>
            <a:tailEnd/>
          </a:ln>
        </p:spPr>
        <p:txBody>
          <a:bodyPr/>
          <a:lstStyle/>
          <a:p>
            <a:endParaRPr lang="fr-CA" sz="1350"/>
          </a:p>
        </p:txBody>
      </p:sp>
      <p:sp>
        <p:nvSpPr>
          <p:cNvPr id="43016" name="Line 11"/>
          <p:cNvSpPr>
            <a:spLocks noChangeShapeType="1"/>
          </p:cNvSpPr>
          <p:nvPr/>
        </p:nvSpPr>
        <p:spPr bwMode="auto">
          <a:xfrm>
            <a:off x="3537267" y="3145036"/>
            <a:ext cx="0" cy="1283494"/>
          </a:xfrm>
          <a:prstGeom prst="line">
            <a:avLst/>
          </a:prstGeom>
          <a:noFill/>
          <a:ln w="0">
            <a:solidFill>
              <a:srgbClr val="0033CC"/>
            </a:solidFill>
            <a:prstDash val="lgDash"/>
            <a:round/>
            <a:headEnd/>
            <a:tailEnd/>
          </a:ln>
        </p:spPr>
        <p:txBody>
          <a:bodyPr/>
          <a:lstStyle/>
          <a:p>
            <a:endParaRPr lang="fr-CA" sz="1350"/>
          </a:p>
        </p:txBody>
      </p:sp>
      <p:sp>
        <p:nvSpPr>
          <p:cNvPr id="43017" name="Text Box 12"/>
          <p:cNvSpPr txBox="1">
            <a:spLocks noChangeArrowheads="1"/>
          </p:cNvSpPr>
          <p:nvPr/>
        </p:nvSpPr>
        <p:spPr bwMode="auto">
          <a:xfrm>
            <a:off x="7551799" y="4248507"/>
            <a:ext cx="911340" cy="369332"/>
          </a:xfrm>
          <a:prstGeom prst="rect">
            <a:avLst/>
          </a:prstGeom>
          <a:noFill/>
          <a:ln w="9525">
            <a:noFill/>
            <a:miter lim="800000"/>
            <a:headEnd/>
            <a:tailEnd/>
          </a:ln>
        </p:spPr>
        <p:txBody>
          <a:bodyPr wrap="none" anchor="b">
            <a:spAutoFit/>
          </a:bodyPr>
          <a:lstStyle/>
          <a:p>
            <a:pPr algn="just">
              <a:spcBef>
                <a:spcPct val="30000"/>
              </a:spcBef>
            </a:pPr>
            <a:r>
              <a:rPr lang="fr-CA" b="1" dirty="0">
                <a:solidFill>
                  <a:srgbClr val="185FAB"/>
                </a:solidFill>
              </a:rPr>
              <a:t>Temps</a:t>
            </a:r>
            <a:endParaRPr lang="fr-CA" sz="1350" dirty="0">
              <a:solidFill>
                <a:srgbClr val="185FAB"/>
              </a:solidFill>
            </a:endParaRPr>
          </a:p>
        </p:txBody>
      </p:sp>
      <p:sp>
        <p:nvSpPr>
          <p:cNvPr id="43018" name="Text Box 13"/>
          <p:cNvSpPr txBox="1">
            <a:spLocks noChangeArrowheads="1"/>
          </p:cNvSpPr>
          <p:nvPr/>
        </p:nvSpPr>
        <p:spPr bwMode="auto">
          <a:xfrm>
            <a:off x="3456305" y="4176366"/>
            <a:ext cx="911340" cy="369332"/>
          </a:xfrm>
          <a:prstGeom prst="rect">
            <a:avLst/>
          </a:prstGeom>
          <a:noFill/>
          <a:ln w="9525">
            <a:noFill/>
            <a:miter lim="800000"/>
            <a:headEnd/>
            <a:tailEnd/>
          </a:ln>
        </p:spPr>
        <p:txBody>
          <a:bodyPr wrap="square" anchor="b">
            <a:spAutoFit/>
          </a:bodyPr>
          <a:lstStyle/>
          <a:p>
            <a:pPr algn="just">
              <a:spcBef>
                <a:spcPct val="30000"/>
              </a:spcBef>
            </a:pPr>
            <a:r>
              <a:rPr lang="fr-CA" b="1" dirty="0">
                <a:solidFill>
                  <a:srgbClr val="185FAB"/>
                </a:solidFill>
              </a:rPr>
              <a:t>Délai</a:t>
            </a:r>
            <a:endParaRPr lang="fr-CA" sz="1350" dirty="0">
              <a:solidFill>
                <a:srgbClr val="185FAB"/>
              </a:solidFill>
            </a:endParaRPr>
          </a:p>
        </p:txBody>
      </p:sp>
      <p:sp>
        <p:nvSpPr>
          <p:cNvPr id="43019" name="Text Box 15"/>
          <p:cNvSpPr txBox="1">
            <a:spLocks noChangeArrowheads="1"/>
          </p:cNvSpPr>
          <p:nvPr/>
        </p:nvSpPr>
        <p:spPr bwMode="auto">
          <a:xfrm>
            <a:off x="5678877" y="1554680"/>
            <a:ext cx="1922321" cy="311624"/>
          </a:xfrm>
          <a:prstGeom prst="rect">
            <a:avLst/>
          </a:prstGeom>
          <a:noFill/>
          <a:ln w="9525">
            <a:noFill/>
            <a:miter lim="800000"/>
            <a:headEnd/>
            <a:tailEnd/>
          </a:ln>
        </p:spPr>
        <p:txBody>
          <a:bodyPr wrap="none" anchor="b">
            <a:spAutoFit/>
          </a:bodyPr>
          <a:lstStyle/>
          <a:p>
            <a:pPr algn="just">
              <a:spcBef>
                <a:spcPct val="30000"/>
              </a:spcBef>
            </a:pPr>
            <a:r>
              <a:rPr lang="fr-CA" sz="1425" b="1">
                <a:solidFill>
                  <a:srgbClr val="009C98"/>
                </a:solidFill>
              </a:rPr>
              <a:t>Point de commande</a:t>
            </a:r>
            <a:endParaRPr lang="fr-CA" sz="1350">
              <a:solidFill>
                <a:srgbClr val="009C98"/>
              </a:solidFill>
            </a:endParaRPr>
          </a:p>
        </p:txBody>
      </p:sp>
      <p:sp>
        <p:nvSpPr>
          <p:cNvPr id="43020" name="Line 17"/>
          <p:cNvSpPr>
            <a:spLocks noChangeShapeType="1"/>
          </p:cNvSpPr>
          <p:nvPr/>
        </p:nvSpPr>
        <p:spPr bwMode="auto">
          <a:xfrm>
            <a:off x="4056379" y="3667721"/>
            <a:ext cx="8334" cy="764381"/>
          </a:xfrm>
          <a:prstGeom prst="line">
            <a:avLst/>
          </a:prstGeom>
          <a:noFill/>
          <a:ln w="0">
            <a:solidFill>
              <a:srgbClr val="0033CC"/>
            </a:solidFill>
            <a:prstDash val="lgDash"/>
            <a:round/>
            <a:headEnd/>
            <a:tailEnd/>
          </a:ln>
        </p:spPr>
        <p:txBody>
          <a:bodyPr/>
          <a:lstStyle/>
          <a:p>
            <a:endParaRPr lang="fr-CA" sz="1350"/>
          </a:p>
        </p:txBody>
      </p:sp>
      <p:sp>
        <p:nvSpPr>
          <p:cNvPr id="43021" name="Freeform 18"/>
          <p:cNvSpPr>
            <a:spLocks/>
          </p:cNvSpPr>
          <p:nvPr/>
        </p:nvSpPr>
        <p:spPr bwMode="auto">
          <a:xfrm>
            <a:off x="2108518" y="3175993"/>
            <a:ext cx="5838825" cy="1190"/>
          </a:xfrm>
          <a:custGeom>
            <a:avLst/>
            <a:gdLst>
              <a:gd name="T0" fmla="*/ 0 w 4904"/>
              <a:gd name="T1" fmla="*/ 0 h 1"/>
              <a:gd name="T2" fmla="*/ 2147483647 w 4904"/>
              <a:gd name="T3" fmla="*/ 0 h 1"/>
              <a:gd name="T4" fmla="*/ 2147483647 w 4904"/>
              <a:gd name="T5" fmla="*/ 0 h 1"/>
              <a:gd name="T6" fmla="*/ 0 60000 65536"/>
              <a:gd name="T7" fmla="*/ 0 60000 65536"/>
              <a:gd name="T8" fmla="*/ 0 60000 65536"/>
              <a:gd name="T9" fmla="*/ 0 w 4904"/>
              <a:gd name="T10" fmla="*/ 0 h 1"/>
              <a:gd name="T11" fmla="*/ 4904 w 4904"/>
              <a:gd name="T12" fmla="*/ 1 h 1"/>
            </a:gdLst>
            <a:ahLst/>
            <a:cxnLst>
              <a:cxn ang="T6">
                <a:pos x="T0" y="T1"/>
              </a:cxn>
              <a:cxn ang="T7">
                <a:pos x="T2" y="T3"/>
              </a:cxn>
              <a:cxn ang="T8">
                <a:pos x="T4" y="T5"/>
              </a:cxn>
            </a:cxnLst>
            <a:rect l="T9" t="T10" r="T11" b="T12"/>
            <a:pathLst>
              <a:path w="4904" h="1">
                <a:moveTo>
                  <a:pt x="0" y="0"/>
                </a:moveTo>
                <a:lnTo>
                  <a:pt x="4903" y="0"/>
                </a:lnTo>
              </a:path>
            </a:pathLst>
          </a:custGeom>
          <a:noFill/>
          <a:ln w="38100">
            <a:solidFill>
              <a:srgbClr val="008000"/>
            </a:solidFill>
            <a:round/>
            <a:headEnd/>
            <a:tailEnd/>
          </a:ln>
        </p:spPr>
        <p:txBody>
          <a:bodyPr/>
          <a:lstStyle/>
          <a:p>
            <a:endParaRPr lang="fr-FR" sz="1350"/>
          </a:p>
        </p:txBody>
      </p:sp>
      <p:sp>
        <p:nvSpPr>
          <p:cNvPr id="43022" name="Text Box 19"/>
          <p:cNvSpPr txBox="1">
            <a:spLocks noChangeArrowheads="1"/>
          </p:cNvSpPr>
          <p:nvPr/>
        </p:nvSpPr>
        <p:spPr bwMode="auto">
          <a:xfrm>
            <a:off x="1089342" y="1407914"/>
            <a:ext cx="2645569" cy="369332"/>
          </a:xfrm>
          <a:prstGeom prst="rect">
            <a:avLst/>
          </a:prstGeom>
          <a:noFill/>
          <a:ln w="12700">
            <a:noFill/>
            <a:miter lim="800000"/>
            <a:headEnd type="none" w="sm" len="sm"/>
            <a:tailEnd type="none" w="sm" len="sm"/>
          </a:ln>
        </p:spPr>
        <p:txBody>
          <a:bodyPr>
            <a:spAutoFit/>
          </a:bodyPr>
          <a:lstStyle/>
          <a:p>
            <a:pPr>
              <a:spcBef>
                <a:spcPct val="50000"/>
              </a:spcBef>
            </a:pPr>
            <a:r>
              <a:rPr lang="fr-CA" b="1" dirty="0">
                <a:solidFill>
                  <a:srgbClr val="185FAB"/>
                </a:solidFill>
              </a:rPr>
              <a:t>Quantité en stock</a:t>
            </a:r>
          </a:p>
        </p:txBody>
      </p:sp>
      <p:sp>
        <p:nvSpPr>
          <p:cNvPr id="43023" name="Line 20"/>
          <p:cNvSpPr>
            <a:spLocks noChangeShapeType="1"/>
          </p:cNvSpPr>
          <p:nvPr/>
        </p:nvSpPr>
        <p:spPr bwMode="auto">
          <a:xfrm>
            <a:off x="3553935" y="4001358"/>
            <a:ext cx="502444" cy="0"/>
          </a:xfrm>
          <a:prstGeom prst="line">
            <a:avLst/>
          </a:prstGeom>
          <a:noFill/>
          <a:ln w="38100">
            <a:solidFill>
              <a:schemeClr val="tx1"/>
            </a:solidFill>
            <a:round/>
            <a:headEnd type="arrow" w="sm" len="sm"/>
            <a:tailEnd type="arrow" w="sm" len="sm"/>
          </a:ln>
        </p:spPr>
        <p:txBody>
          <a:bodyPr/>
          <a:lstStyle/>
          <a:p>
            <a:endParaRPr lang="fr-CA" sz="1350"/>
          </a:p>
        </p:txBody>
      </p:sp>
      <p:sp>
        <p:nvSpPr>
          <p:cNvPr id="43024" name="Text Box 21"/>
          <p:cNvSpPr txBox="1">
            <a:spLocks noChangeArrowheads="1"/>
          </p:cNvSpPr>
          <p:nvPr/>
        </p:nvSpPr>
        <p:spPr bwMode="auto">
          <a:xfrm>
            <a:off x="1558448" y="3003351"/>
            <a:ext cx="465534" cy="646331"/>
          </a:xfrm>
          <a:prstGeom prst="rect">
            <a:avLst/>
          </a:prstGeom>
          <a:noFill/>
          <a:ln w="12700">
            <a:noFill/>
            <a:miter lim="800000"/>
            <a:headEnd type="none" w="sm" len="sm"/>
            <a:tailEnd type="none" w="sm" len="sm"/>
          </a:ln>
        </p:spPr>
        <p:txBody>
          <a:bodyPr>
            <a:spAutoFit/>
          </a:bodyPr>
          <a:lstStyle/>
          <a:p>
            <a:pPr>
              <a:spcBef>
                <a:spcPct val="50000"/>
              </a:spcBef>
            </a:pPr>
            <a:r>
              <a:rPr lang="fr-CA" b="1">
                <a:solidFill>
                  <a:srgbClr val="009C98"/>
                </a:solidFill>
              </a:rPr>
              <a:t>PC</a:t>
            </a:r>
          </a:p>
        </p:txBody>
      </p:sp>
      <p:sp>
        <p:nvSpPr>
          <p:cNvPr id="43025" name="Line 25"/>
          <p:cNvSpPr>
            <a:spLocks noChangeShapeType="1"/>
          </p:cNvSpPr>
          <p:nvPr/>
        </p:nvSpPr>
        <p:spPr bwMode="auto">
          <a:xfrm flipH="1">
            <a:off x="6836489" y="1871069"/>
            <a:ext cx="445294" cy="1287065"/>
          </a:xfrm>
          <a:prstGeom prst="line">
            <a:avLst/>
          </a:prstGeom>
          <a:noFill/>
          <a:ln w="12700">
            <a:solidFill>
              <a:schemeClr val="tx1"/>
            </a:solidFill>
            <a:round/>
            <a:headEnd type="none" w="sm" len="sm"/>
            <a:tailEnd type="arrow" w="lg" len="lg"/>
          </a:ln>
        </p:spPr>
        <p:txBody>
          <a:bodyPr/>
          <a:lstStyle/>
          <a:p>
            <a:endParaRPr lang="fr-CA" sz="1350"/>
          </a:p>
        </p:txBody>
      </p:sp>
      <p:sp>
        <p:nvSpPr>
          <p:cNvPr id="43026" name="Text Box 26"/>
          <p:cNvSpPr txBox="1">
            <a:spLocks noChangeArrowheads="1"/>
          </p:cNvSpPr>
          <p:nvPr/>
        </p:nvSpPr>
        <p:spPr bwMode="auto">
          <a:xfrm>
            <a:off x="3564652" y="2322314"/>
            <a:ext cx="371475" cy="507831"/>
          </a:xfrm>
          <a:prstGeom prst="rect">
            <a:avLst/>
          </a:prstGeom>
          <a:noFill/>
          <a:ln w="12700">
            <a:noFill/>
            <a:miter lim="800000"/>
            <a:headEnd type="none" w="sm" len="sm"/>
            <a:tailEnd type="none" w="sm" len="sm"/>
          </a:ln>
        </p:spPr>
        <p:txBody>
          <a:bodyPr>
            <a:spAutoFit/>
          </a:bodyPr>
          <a:lstStyle/>
          <a:p>
            <a:pPr>
              <a:spcBef>
                <a:spcPct val="50000"/>
              </a:spcBef>
            </a:pPr>
            <a:r>
              <a:rPr lang="fr-CA" sz="1350" b="1">
                <a:solidFill>
                  <a:srgbClr val="DB0707"/>
                </a:solidFill>
              </a:rPr>
              <a:t>Q1</a:t>
            </a:r>
          </a:p>
        </p:txBody>
      </p:sp>
      <p:sp>
        <p:nvSpPr>
          <p:cNvPr id="43027" name="Text Box 27"/>
          <p:cNvSpPr txBox="1">
            <a:spLocks noChangeArrowheads="1"/>
          </p:cNvSpPr>
          <p:nvPr/>
        </p:nvSpPr>
        <p:spPr bwMode="auto">
          <a:xfrm>
            <a:off x="5198189" y="2327077"/>
            <a:ext cx="371475" cy="507831"/>
          </a:xfrm>
          <a:prstGeom prst="rect">
            <a:avLst/>
          </a:prstGeom>
          <a:noFill/>
          <a:ln w="12700">
            <a:noFill/>
            <a:miter lim="800000"/>
            <a:headEnd type="none" w="sm" len="sm"/>
            <a:tailEnd type="none" w="sm" len="sm"/>
          </a:ln>
        </p:spPr>
        <p:txBody>
          <a:bodyPr>
            <a:spAutoFit/>
          </a:bodyPr>
          <a:lstStyle/>
          <a:p>
            <a:pPr>
              <a:spcBef>
                <a:spcPct val="50000"/>
              </a:spcBef>
            </a:pPr>
            <a:r>
              <a:rPr lang="fr-CA" sz="1350" b="1">
                <a:solidFill>
                  <a:srgbClr val="DB0707"/>
                </a:solidFill>
              </a:rPr>
              <a:t>Q2</a:t>
            </a:r>
          </a:p>
        </p:txBody>
      </p:sp>
      <p:sp>
        <p:nvSpPr>
          <p:cNvPr id="43028" name="Text Box 28"/>
          <p:cNvSpPr txBox="1">
            <a:spLocks noChangeArrowheads="1"/>
          </p:cNvSpPr>
          <p:nvPr/>
        </p:nvSpPr>
        <p:spPr bwMode="auto">
          <a:xfrm>
            <a:off x="6885305" y="2293739"/>
            <a:ext cx="371475" cy="507831"/>
          </a:xfrm>
          <a:prstGeom prst="rect">
            <a:avLst/>
          </a:prstGeom>
          <a:noFill/>
          <a:ln w="12700">
            <a:noFill/>
            <a:miter lim="800000"/>
            <a:headEnd type="none" w="sm" len="sm"/>
            <a:tailEnd type="none" w="sm" len="sm"/>
          </a:ln>
        </p:spPr>
        <p:txBody>
          <a:bodyPr>
            <a:spAutoFit/>
          </a:bodyPr>
          <a:lstStyle/>
          <a:p>
            <a:pPr>
              <a:spcBef>
                <a:spcPct val="50000"/>
              </a:spcBef>
            </a:pPr>
            <a:r>
              <a:rPr lang="fr-CA" sz="1350" b="1">
                <a:solidFill>
                  <a:srgbClr val="DB0707"/>
                </a:solidFill>
              </a:rPr>
              <a:t>Q3</a:t>
            </a:r>
          </a:p>
        </p:txBody>
      </p:sp>
      <p:sp>
        <p:nvSpPr>
          <p:cNvPr id="43029" name="Text Box 29"/>
          <p:cNvSpPr txBox="1">
            <a:spLocks noChangeArrowheads="1"/>
          </p:cNvSpPr>
          <p:nvPr/>
        </p:nvSpPr>
        <p:spPr bwMode="auto">
          <a:xfrm>
            <a:off x="4486195" y="2333029"/>
            <a:ext cx="472679" cy="300082"/>
          </a:xfrm>
          <a:prstGeom prst="rect">
            <a:avLst/>
          </a:prstGeom>
          <a:noFill/>
          <a:ln w="12700">
            <a:noFill/>
            <a:miter lim="800000"/>
            <a:headEnd type="none" w="sm" len="sm"/>
            <a:tailEnd type="none" w="sm" len="sm"/>
          </a:ln>
        </p:spPr>
        <p:txBody>
          <a:bodyPr>
            <a:spAutoFit/>
          </a:bodyPr>
          <a:lstStyle/>
          <a:p>
            <a:pPr>
              <a:spcBef>
                <a:spcPct val="50000"/>
              </a:spcBef>
            </a:pPr>
            <a:r>
              <a:rPr lang="fr-CA" sz="1350" b="1">
                <a:solidFill>
                  <a:srgbClr val="DB0707"/>
                </a:solidFill>
              </a:rPr>
              <a:t>=</a:t>
            </a:r>
          </a:p>
        </p:txBody>
      </p:sp>
      <p:sp>
        <p:nvSpPr>
          <p:cNvPr id="43030" name="Text Box 30"/>
          <p:cNvSpPr txBox="1">
            <a:spLocks noChangeArrowheads="1"/>
          </p:cNvSpPr>
          <p:nvPr/>
        </p:nvSpPr>
        <p:spPr bwMode="auto">
          <a:xfrm>
            <a:off x="6198314" y="2325885"/>
            <a:ext cx="472679" cy="300082"/>
          </a:xfrm>
          <a:prstGeom prst="rect">
            <a:avLst/>
          </a:prstGeom>
          <a:noFill/>
          <a:ln w="12700">
            <a:noFill/>
            <a:miter lim="800000"/>
            <a:headEnd type="none" w="sm" len="sm"/>
            <a:tailEnd type="none" w="sm" len="sm"/>
          </a:ln>
        </p:spPr>
        <p:txBody>
          <a:bodyPr>
            <a:spAutoFit/>
          </a:bodyPr>
          <a:lstStyle/>
          <a:p>
            <a:pPr>
              <a:spcBef>
                <a:spcPct val="50000"/>
              </a:spcBef>
            </a:pPr>
            <a:r>
              <a:rPr lang="fr-CA" sz="1350" b="1">
                <a:solidFill>
                  <a:srgbClr val="DB0707"/>
                </a:solidFill>
              </a:rPr>
              <a:t>=</a:t>
            </a:r>
          </a:p>
        </p:txBody>
      </p:sp>
      <p:sp>
        <p:nvSpPr>
          <p:cNvPr id="43031" name="Rectangle 32"/>
          <p:cNvSpPr>
            <a:spLocks noGrp="1" noChangeArrowheads="1"/>
          </p:cNvSpPr>
          <p:nvPr>
            <p:ph type="title"/>
          </p:nvPr>
        </p:nvSpPr>
        <p:spPr/>
        <p:txBody>
          <a:bodyPr/>
          <a:lstStyle/>
          <a:p>
            <a:r>
              <a:rPr lang="fr-CA" dirty="0"/>
              <a:t>Point de commande :</a:t>
            </a:r>
            <a:br>
              <a:rPr lang="fr-CA" dirty="0"/>
            </a:br>
            <a:r>
              <a:rPr lang="fr-CA" dirty="0"/>
              <a:t>Quantité fixe – Période variable</a:t>
            </a:r>
          </a:p>
        </p:txBody>
      </p:sp>
      <p:sp>
        <p:nvSpPr>
          <p:cNvPr id="43032" name="AutoShape 33"/>
          <p:cNvSpPr>
            <a:spLocks noChangeArrowheads="1"/>
          </p:cNvSpPr>
          <p:nvPr/>
        </p:nvSpPr>
        <p:spPr bwMode="auto">
          <a:xfrm>
            <a:off x="4164727" y="3190279"/>
            <a:ext cx="2665810" cy="476250"/>
          </a:xfrm>
          <a:prstGeom prst="upDownArrowCallout">
            <a:avLst>
              <a:gd name="adj1" fmla="val 66755"/>
              <a:gd name="adj2" fmla="val 55379"/>
              <a:gd name="adj3" fmla="val 17231"/>
              <a:gd name="adj4" fmla="val 50000"/>
            </a:avLst>
          </a:prstGeom>
          <a:solidFill>
            <a:srgbClr val="CCFFCC"/>
          </a:solidFill>
          <a:ln w="9525" algn="ctr">
            <a:solidFill>
              <a:srgbClr val="006666"/>
            </a:solidFill>
            <a:miter lim="800000"/>
            <a:headEnd type="none" w="sm" len="sm"/>
            <a:tailEnd type="none" w="sm" len="sm"/>
          </a:ln>
        </p:spPr>
        <p:txBody>
          <a:bodyPr wrap="none" anchor="ctr"/>
          <a:lstStyle/>
          <a:p>
            <a:pPr algn="ctr"/>
            <a:r>
              <a:rPr lang="fr-CA"/>
              <a:t>Utilisation durant le délai</a:t>
            </a:r>
          </a:p>
        </p:txBody>
      </p:sp>
      <p:sp>
        <p:nvSpPr>
          <p:cNvPr id="43033" name="AutoShape 34"/>
          <p:cNvSpPr>
            <a:spLocks noChangeArrowheads="1"/>
          </p:cNvSpPr>
          <p:nvPr/>
        </p:nvSpPr>
        <p:spPr bwMode="auto">
          <a:xfrm>
            <a:off x="4146868" y="3684389"/>
            <a:ext cx="2665809" cy="498872"/>
          </a:xfrm>
          <a:prstGeom prst="upDownArrowCallout">
            <a:avLst>
              <a:gd name="adj1" fmla="val 63728"/>
              <a:gd name="adj2" fmla="val 52868"/>
              <a:gd name="adj3" fmla="val 17231"/>
              <a:gd name="adj4" fmla="val 50000"/>
            </a:avLst>
          </a:prstGeom>
          <a:solidFill>
            <a:srgbClr val="FF9900"/>
          </a:solidFill>
          <a:ln w="9525" algn="ctr">
            <a:solidFill>
              <a:srgbClr val="CC6600"/>
            </a:solidFill>
            <a:miter lim="800000"/>
            <a:headEnd type="none" w="sm" len="sm"/>
            <a:tailEnd type="none" w="sm" len="sm"/>
          </a:ln>
        </p:spPr>
        <p:txBody>
          <a:bodyPr wrap="none" anchor="ctr"/>
          <a:lstStyle/>
          <a:p>
            <a:pPr algn="ctr"/>
            <a:r>
              <a:rPr lang="fr-CA" sz="1500"/>
              <a:t>Stock de sécurité</a:t>
            </a:r>
          </a:p>
        </p:txBody>
      </p:sp>
      <p:sp>
        <p:nvSpPr>
          <p:cNvPr id="43034" name="Freeform 35"/>
          <p:cNvSpPr>
            <a:spLocks/>
          </p:cNvSpPr>
          <p:nvPr/>
        </p:nvSpPr>
        <p:spPr bwMode="auto">
          <a:xfrm>
            <a:off x="7361555" y="3162894"/>
            <a:ext cx="686990" cy="1053704"/>
          </a:xfrm>
          <a:custGeom>
            <a:avLst/>
            <a:gdLst>
              <a:gd name="T0" fmla="*/ 2147483647 w 1063"/>
              <a:gd name="T1" fmla="*/ 2147483647 h 2241"/>
              <a:gd name="T2" fmla="*/ 2147483647 w 1063"/>
              <a:gd name="T3" fmla="*/ 2147483647 h 2241"/>
              <a:gd name="T4" fmla="*/ 2147483647 w 1063"/>
              <a:gd name="T5" fmla="*/ 2147483647 h 2241"/>
              <a:gd name="T6" fmla="*/ 2147483647 w 1063"/>
              <a:gd name="T7" fmla="*/ 2147483647 h 2241"/>
              <a:gd name="T8" fmla="*/ 2147483647 w 1063"/>
              <a:gd name="T9" fmla="*/ 2147483647 h 2241"/>
              <a:gd name="T10" fmla="*/ 2147483647 w 1063"/>
              <a:gd name="T11" fmla="*/ 2147483647 h 2241"/>
              <a:gd name="T12" fmla="*/ 2147483647 w 1063"/>
              <a:gd name="T13" fmla="*/ 2147483647 h 2241"/>
              <a:gd name="T14" fmla="*/ 2147483647 w 1063"/>
              <a:gd name="T15" fmla="*/ 2147483647 h 2241"/>
              <a:gd name="T16" fmla="*/ 2147483647 w 1063"/>
              <a:gd name="T17" fmla="*/ 2147483647 h 2241"/>
              <a:gd name="T18" fmla="*/ 2147483647 w 1063"/>
              <a:gd name="T19" fmla="*/ 2147483647 h 2241"/>
              <a:gd name="T20" fmla="*/ 2147483647 w 1063"/>
              <a:gd name="T21" fmla="*/ 2147483647 h 2241"/>
              <a:gd name="T22" fmla="*/ 2147483647 w 1063"/>
              <a:gd name="T23" fmla="*/ 2147483647 h 2241"/>
              <a:gd name="T24" fmla="*/ 2147483647 w 1063"/>
              <a:gd name="T25" fmla="*/ 2147483647 h 2241"/>
              <a:gd name="T26" fmla="*/ 2147483647 w 1063"/>
              <a:gd name="T27" fmla="*/ 2147483647 h 2241"/>
              <a:gd name="T28" fmla="*/ 2147483647 w 1063"/>
              <a:gd name="T29" fmla="*/ 2147483647 h 2241"/>
              <a:gd name="T30" fmla="*/ 2147483647 w 1063"/>
              <a:gd name="T31" fmla="*/ 2147483647 h 2241"/>
              <a:gd name="T32" fmla="*/ 2147483647 w 1063"/>
              <a:gd name="T33" fmla="*/ 2147483647 h 2241"/>
              <a:gd name="T34" fmla="*/ 2147483647 w 1063"/>
              <a:gd name="T35" fmla="*/ 2147483647 h 2241"/>
              <a:gd name="T36" fmla="*/ 2147483647 w 1063"/>
              <a:gd name="T37" fmla="*/ 2147483647 h 2241"/>
              <a:gd name="T38" fmla="*/ 2147483647 w 1063"/>
              <a:gd name="T39" fmla="*/ 2147483647 h 2241"/>
              <a:gd name="T40" fmla="*/ 2147483647 w 1063"/>
              <a:gd name="T41" fmla="*/ 2147483647 h 2241"/>
              <a:gd name="T42" fmla="*/ 2147483647 w 1063"/>
              <a:gd name="T43" fmla="*/ 2147483647 h 2241"/>
              <a:gd name="T44" fmla="*/ 2147483647 w 1063"/>
              <a:gd name="T45" fmla="*/ 2147483647 h 2241"/>
              <a:gd name="T46" fmla="*/ 2147483647 w 1063"/>
              <a:gd name="T47" fmla="*/ 2147483647 h 2241"/>
              <a:gd name="T48" fmla="*/ 2147483647 w 1063"/>
              <a:gd name="T49" fmla="*/ 2147483647 h 2241"/>
              <a:gd name="T50" fmla="*/ 2147483647 w 1063"/>
              <a:gd name="T51" fmla="*/ 2147483647 h 2241"/>
              <a:gd name="T52" fmla="*/ 2147483647 w 1063"/>
              <a:gd name="T53" fmla="*/ 2147483647 h 2241"/>
              <a:gd name="T54" fmla="*/ 2147483647 w 1063"/>
              <a:gd name="T55" fmla="*/ 2147483647 h 2241"/>
              <a:gd name="T56" fmla="*/ 2147483647 w 1063"/>
              <a:gd name="T57" fmla="*/ 2147483647 h 2241"/>
              <a:gd name="T58" fmla="*/ 2147483647 w 1063"/>
              <a:gd name="T59" fmla="*/ 2147483647 h 2241"/>
              <a:gd name="T60" fmla="*/ 2147483647 w 1063"/>
              <a:gd name="T61" fmla="*/ 2147483647 h 2241"/>
              <a:gd name="T62" fmla="*/ 2147483647 w 1063"/>
              <a:gd name="T63" fmla="*/ 2147483647 h 2241"/>
              <a:gd name="T64" fmla="*/ 2147483647 w 1063"/>
              <a:gd name="T65" fmla="*/ 2147483647 h 2241"/>
              <a:gd name="T66" fmla="*/ 2147483647 w 1063"/>
              <a:gd name="T67" fmla="*/ 2147483647 h 2241"/>
              <a:gd name="T68" fmla="*/ 2147483647 w 1063"/>
              <a:gd name="T69" fmla="*/ 2147483647 h 2241"/>
              <a:gd name="T70" fmla="*/ 2147483647 w 1063"/>
              <a:gd name="T71" fmla="*/ 2147483647 h 2241"/>
              <a:gd name="T72" fmla="*/ 2147483647 w 1063"/>
              <a:gd name="T73" fmla="*/ 2147483647 h 2241"/>
              <a:gd name="T74" fmla="*/ 2147483647 w 1063"/>
              <a:gd name="T75" fmla="*/ 2147483647 h 2241"/>
              <a:gd name="T76" fmla="*/ 2147483647 w 1063"/>
              <a:gd name="T77" fmla="*/ 2147483647 h 224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063"/>
              <a:gd name="T118" fmla="*/ 0 h 2241"/>
              <a:gd name="T119" fmla="*/ 1063 w 1063"/>
              <a:gd name="T120" fmla="*/ 2241 h 2241"/>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063" h="2241">
                <a:moveTo>
                  <a:pt x="0" y="0"/>
                </a:moveTo>
                <a:lnTo>
                  <a:pt x="1" y="32"/>
                </a:lnTo>
                <a:lnTo>
                  <a:pt x="2" y="64"/>
                </a:lnTo>
                <a:lnTo>
                  <a:pt x="4" y="96"/>
                </a:lnTo>
                <a:lnTo>
                  <a:pt x="6" y="128"/>
                </a:lnTo>
                <a:lnTo>
                  <a:pt x="9" y="160"/>
                </a:lnTo>
                <a:lnTo>
                  <a:pt x="14" y="192"/>
                </a:lnTo>
                <a:lnTo>
                  <a:pt x="19" y="224"/>
                </a:lnTo>
                <a:lnTo>
                  <a:pt x="25" y="256"/>
                </a:lnTo>
                <a:lnTo>
                  <a:pt x="34" y="288"/>
                </a:lnTo>
                <a:lnTo>
                  <a:pt x="44" y="320"/>
                </a:lnTo>
                <a:lnTo>
                  <a:pt x="57" y="352"/>
                </a:lnTo>
                <a:lnTo>
                  <a:pt x="73" y="384"/>
                </a:lnTo>
                <a:lnTo>
                  <a:pt x="92" y="416"/>
                </a:lnTo>
                <a:lnTo>
                  <a:pt x="115" y="448"/>
                </a:lnTo>
                <a:lnTo>
                  <a:pt x="142" y="480"/>
                </a:lnTo>
                <a:lnTo>
                  <a:pt x="173" y="512"/>
                </a:lnTo>
                <a:lnTo>
                  <a:pt x="208" y="544"/>
                </a:lnTo>
                <a:lnTo>
                  <a:pt x="248" y="576"/>
                </a:lnTo>
                <a:lnTo>
                  <a:pt x="294" y="608"/>
                </a:lnTo>
                <a:lnTo>
                  <a:pt x="343" y="640"/>
                </a:lnTo>
                <a:lnTo>
                  <a:pt x="397" y="672"/>
                </a:lnTo>
                <a:lnTo>
                  <a:pt x="455" y="704"/>
                </a:lnTo>
                <a:lnTo>
                  <a:pt x="516" y="736"/>
                </a:lnTo>
                <a:lnTo>
                  <a:pt x="578" y="768"/>
                </a:lnTo>
                <a:lnTo>
                  <a:pt x="643" y="800"/>
                </a:lnTo>
                <a:lnTo>
                  <a:pt x="708" y="832"/>
                </a:lnTo>
                <a:lnTo>
                  <a:pt x="770" y="864"/>
                </a:lnTo>
                <a:lnTo>
                  <a:pt x="830" y="896"/>
                </a:lnTo>
                <a:lnTo>
                  <a:pt x="886" y="928"/>
                </a:lnTo>
                <a:lnTo>
                  <a:pt x="936" y="960"/>
                </a:lnTo>
                <a:lnTo>
                  <a:pt x="980" y="992"/>
                </a:lnTo>
                <a:lnTo>
                  <a:pt x="998" y="1008"/>
                </a:lnTo>
                <a:lnTo>
                  <a:pt x="1015" y="1024"/>
                </a:lnTo>
                <a:lnTo>
                  <a:pt x="1029" y="1040"/>
                </a:lnTo>
                <a:lnTo>
                  <a:pt x="1041" y="1056"/>
                </a:lnTo>
                <a:lnTo>
                  <a:pt x="1050" y="1072"/>
                </a:lnTo>
                <a:lnTo>
                  <a:pt x="1056" y="1088"/>
                </a:lnTo>
                <a:lnTo>
                  <a:pt x="1061" y="1104"/>
                </a:lnTo>
                <a:lnTo>
                  <a:pt x="1062" y="1120"/>
                </a:lnTo>
                <a:lnTo>
                  <a:pt x="1061" y="1136"/>
                </a:lnTo>
                <a:lnTo>
                  <a:pt x="1056" y="1152"/>
                </a:lnTo>
                <a:lnTo>
                  <a:pt x="1050" y="1169"/>
                </a:lnTo>
                <a:lnTo>
                  <a:pt x="1041" y="1184"/>
                </a:lnTo>
                <a:lnTo>
                  <a:pt x="1029" y="1201"/>
                </a:lnTo>
                <a:lnTo>
                  <a:pt x="1015" y="1216"/>
                </a:lnTo>
                <a:lnTo>
                  <a:pt x="998" y="1233"/>
                </a:lnTo>
                <a:lnTo>
                  <a:pt x="980" y="1248"/>
                </a:lnTo>
                <a:lnTo>
                  <a:pt x="936" y="1280"/>
                </a:lnTo>
                <a:lnTo>
                  <a:pt x="886" y="1312"/>
                </a:lnTo>
                <a:lnTo>
                  <a:pt x="830" y="1344"/>
                </a:lnTo>
                <a:lnTo>
                  <a:pt x="770" y="1376"/>
                </a:lnTo>
                <a:lnTo>
                  <a:pt x="708" y="1408"/>
                </a:lnTo>
                <a:lnTo>
                  <a:pt x="643" y="1440"/>
                </a:lnTo>
                <a:lnTo>
                  <a:pt x="578" y="1472"/>
                </a:lnTo>
                <a:lnTo>
                  <a:pt x="516" y="1504"/>
                </a:lnTo>
                <a:lnTo>
                  <a:pt x="455" y="1536"/>
                </a:lnTo>
                <a:lnTo>
                  <a:pt x="397" y="1568"/>
                </a:lnTo>
                <a:lnTo>
                  <a:pt x="343" y="1600"/>
                </a:lnTo>
                <a:lnTo>
                  <a:pt x="294" y="1632"/>
                </a:lnTo>
                <a:lnTo>
                  <a:pt x="248" y="1664"/>
                </a:lnTo>
                <a:lnTo>
                  <a:pt x="208" y="1696"/>
                </a:lnTo>
                <a:lnTo>
                  <a:pt x="173" y="1728"/>
                </a:lnTo>
                <a:lnTo>
                  <a:pt x="142" y="1760"/>
                </a:lnTo>
                <a:lnTo>
                  <a:pt x="115" y="1792"/>
                </a:lnTo>
                <a:lnTo>
                  <a:pt x="92" y="1824"/>
                </a:lnTo>
                <a:lnTo>
                  <a:pt x="73" y="1856"/>
                </a:lnTo>
                <a:lnTo>
                  <a:pt x="57" y="1888"/>
                </a:lnTo>
                <a:lnTo>
                  <a:pt x="44" y="1920"/>
                </a:lnTo>
                <a:lnTo>
                  <a:pt x="34" y="1952"/>
                </a:lnTo>
                <a:lnTo>
                  <a:pt x="25" y="1984"/>
                </a:lnTo>
                <a:lnTo>
                  <a:pt x="19" y="2016"/>
                </a:lnTo>
                <a:lnTo>
                  <a:pt x="14" y="2048"/>
                </a:lnTo>
                <a:lnTo>
                  <a:pt x="9" y="2080"/>
                </a:lnTo>
                <a:lnTo>
                  <a:pt x="6" y="2112"/>
                </a:lnTo>
                <a:lnTo>
                  <a:pt x="4" y="2144"/>
                </a:lnTo>
                <a:lnTo>
                  <a:pt x="2" y="2176"/>
                </a:lnTo>
                <a:lnTo>
                  <a:pt x="1" y="2208"/>
                </a:lnTo>
                <a:lnTo>
                  <a:pt x="0" y="2240"/>
                </a:lnTo>
              </a:path>
            </a:pathLst>
          </a:custGeom>
          <a:noFill/>
          <a:ln w="38100">
            <a:solidFill>
              <a:srgbClr val="FF3300"/>
            </a:solidFill>
            <a:round/>
            <a:headEnd/>
            <a:tailEnd/>
          </a:ln>
        </p:spPr>
        <p:txBody>
          <a:bodyPr/>
          <a:lstStyle/>
          <a:p>
            <a:endParaRPr lang="fr-FR" sz="135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22" name="Object 4"/>
          <p:cNvGraphicFramePr>
            <a:graphicFrameLocks/>
          </p:cNvGraphicFramePr>
          <p:nvPr>
            <p:extLst>
              <p:ext uri="{D42A27DB-BD31-4B8C-83A1-F6EECF244321}">
                <p14:modId xmlns:p14="http://schemas.microsoft.com/office/powerpoint/2010/main" val="848500814"/>
              </p:ext>
            </p:extLst>
          </p:nvPr>
        </p:nvGraphicFramePr>
        <p:xfrm>
          <a:off x="3544689" y="1788210"/>
          <a:ext cx="3070622" cy="1072754"/>
        </p:xfrm>
        <a:graphic>
          <a:graphicData uri="http://schemas.openxmlformats.org/presentationml/2006/ole">
            <mc:AlternateContent xmlns:mc="http://schemas.openxmlformats.org/markup-compatibility/2006">
              <mc:Choice xmlns:v="urn:schemas-microsoft-com:vml" Requires="v">
                <p:oleObj name="Equation" r:id="rId3" imgW="1117440" imgH="469800" progId="Equation.3">
                  <p:embed/>
                </p:oleObj>
              </mc:Choice>
              <mc:Fallback>
                <p:oleObj name="Equation" r:id="rId3" imgW="1117440" imgH="469800" progId="Equation.3">
                  <p:embed/>
                  <p:pic>
                    <p:nvPicPr>
                      <p:cNvPr id="5122" name="Object 4"/>
                      <p:cNvPicPr>
                        <a:picLocks noChangeArrowheads="1"/>
                      </p:cNvPicPr>
                      <p:nvPr/>
                    </p:nvPicPr>
                    <p:blipFill>
                      <a:blip r:embed="rId4"/>
                      <a:srcRect/>
                      <a:stretch>
                        <a:fillRect/>
                      </a:stretch>
                    </p:blipFill>
                    <p:spPr bwMode="auto">
                      <a:xfrm>
                        <a:off x="3544689" y="1788210"/>
                        <a:ext cx="3070622" cy="1072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23" name="Object 5"/>
          <p:cNvGraphicFramePr>
            <a:graphicFrameLocks/>
          </p:cNvGraphicFramePr>
          <p:nvPr/>
        </p:nvGraphicFramePr>
        <p:xfrm>
          <a:off x="2156993" y="3808251"/>
          <a:ext cx="667940" cy="273844"/>
        </p:xfrm>
        <a:graphic>
          <a:graphicData uri="http://schemas.openxmlformats.org/presentationml/2006/ole">
            <mc:AlternateContent xmlns:mc="http://schemas.openxmlformats.org/markup-compatibility/2006">
              <mc:Choice xmlns:v="urn:schemas-microsoft-com:vml" Requires="v">
                <p:oleObj name="Equation" r:id="rId5" imgW="279360" imgH="177480" progId="Equation.3">
                  <p:embed/>
                </p:oleObj>
              </mc:Choice>
              <mc:Fallback>
                <p:oleObj name="Equation" r:id="rId5" imgW="279360" imgH="177480" progId="Equation.3">
                  <p:embed/>
                  <p:pic>
                    <p:nvPicPr>
                      <p:cNvPr id="5123" name="Object 5"/>
                      <p:cNvPicPr>
                        <a:picLocks noChangeArrowheads="1"/>
                      </p:cNvPicPr>
                      <p:nvPr/>
                    </p:nvPicPr>
                    <p:blipFill>
                      <a:blip r:embed="rId6"/>
                      <a:srcRect/>
                      <a:stretch>
                        <a:fillRect/>
                      </a:stretch>
                    </p:blipFill>
                    <p:spPr bwMode="auto">
                      <a:xfrm>
                        <a:off x="2156993" y="3808251"/>
                        <a:ext cx="667940" cy="2738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24" name="Object 6"/>
          <p:cNvGraphicFramePr>
            <a:graphicFrameLocks/>
          </p:cNvGraphicFramePr>
          <p:nvPr/>
        </p:nvGraphicFramePr>
        <p:xfrm>
          <a:off x="2249860" y="4109479"/>
          <a:ext cx="482204" cy="275034"/>
        </p:xfrm>
        <a:graphic>
          <a:graphicData uri="http://schemas.openxmlformats.org/presentationml/2006/ole">
            <mc:AlternateContent xmlns:mc="http://schemas.openxmlformats.org/markup-compatibility/2006">
              <mc:Choice xmlns:v="urn:schemas-microsoft-com:vml" Requires="v">
                <p:oleObj name="Equation" r:id="rId7" imgW="203040" imgH="177480" progId="Equation.3">
                  <p:embed/>
                </p:oleObj>
              </mc:Choice>
              <mc:Fallback>
                <p:oleObj name="Equation" r:id="rId7" imgW="203040" imgH="177480" progId="Equation.3">
                  <p:embed/>
                  <p:pic>
                    <p:nvPicPr>
                      <p:cNvPr id="5124" name="Object 6"/>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49860" y="4109479"/>
                        <a:ext cx="482204" cy="2750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25" name="Object 7"/>
          <p:cNvGraphicFramePr>
            <a:graphicFrameLocks/>
          </p:cNvGraphicFramePr>
          <p:nvPr/>
        </p:nvGraphicFramePr>
        <p:xfrm>
          <a:off x="2336777" y="4596445"/>
          <a:ext cx="271463" cy="341710"/>
        </p:xfrm>
        <a:graphic>
          <a:graphicData uri="http://schemas.openxmlformats.org/presentationml/2006/ole">
            <mc:AlternateContent xmlns:mc="http://schemas.openxmlformats.org/markup-compatibility/2006">
              <mc:Choice xmlns:v="urn:schemas-microsoft-com:vml" Requires="v">
                <p:oleObj name="Equation" r:id="rId9" imgW="114120" imgH="215640" progId="Equation.3">
                  <p:embed/>
                </p:oleObj>
              </mc:Choice>
              <mc:Fallback>
                <p:oleObj name="Equation" r:id="rId9" imgW="114120" imgH="215640" progId="Equation.3">
                  <p:embed/>
                  <p:pic>
                    <p:nvPicPr>
                      <p:cNvPr id="5125" name="Object 7"/>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36777" y="4596445"/>
                        <a:ext cx="271463" cy="341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130" name="Rectangle 9"/>
          <p:cNvSpPr>
            <a:spLocks noChangeArrowheads="1"/>
          </p:cNvSpPr>
          <p:nvPr/>
        </p:nvSpPr>
        <p:spPr bwMode="auto">
          <a:xfrm>
            <a:off x="2885654" y="3743958"/>
            <a:ext cx="1716816" cy="346731"/>
          </a:xfrm>
          <a:prstGeom prst="rect">
            <a:avLst/>
          </a:prstGeom>
          <a:noFill/>
          <a:ln w="9525">
            <a:noFill/>
            <a:miter lim="800000"/>
            <a:headEnd/>
            <a:tailEnd/>
          </a:ln>
        </p:spPr>
        <p:txBody>
          <a:bodyPr wrap="none" lIns="69056" tIns="34529" rIns="69056" bIns="34529">
            <a:spAutoFit/>
          </a:bodyPr>
          <a:lstStyle/>
          <a:p>
            <a:pPr eaLnBrk="0" hangingPunct="0"/>
            <a:r>
              <a:rPr lang="fr-CA">
                <a:latin typeface="Times New Roman" pitchFamily="18" charset="0"/>
              </a:rPr>
              <a:t>Stock de sécurité</a:t>
            </a:r>
          </a:p>
        </p:txBody>
      </p:sp>
      <p:sp>
        <p:nvSpPr>
          <p:cNvPr id="5131" name="Rectangle 10"/>
          <p:cNvSpPr>
            <a:spLocks noChangeArrowheads="1"/>
          </p:cNvSpPr>
          <p:nvPr/>
        </p:nvSpPr>
        <p:spPr bwMode="auto">
          <a:xfrm>
            <a:off x="2895179" y="4067808"/>
            <a:ext cx="4942058" cy="346731"/>
          </a:xfrm>
          <a:prstGeom prst="rect">
            <a:avLst/>
          </a:prstGeom>
          <a:noFill/>
          <a:ln w="9525">
            <a:noFill/>
            <a:miter lim="800000"/>
            <a:headEnd/>
            <a:tailEnd/>
          </a:ln>
        </p:spPr>
        <p:txBody>
          <a:bodyPr wrap="none" lIns="69056" tIns="34529" rIns="69056" bIns="34529">
            <a:spAutoFit/>
          </a:bodyPr>
          <a:lstStyle/>
          <a:p>
            <a:pPr eaLnBrk="0" hangingPunct="0"/>
            <a:r>
              <a:rPr lang="fr-CA">
                <a:latin typeface="Times New Roman" pitchFamily="18" charset="0"/>
              </a:rPr>
              <a:t>Facteur Z correspondant au niveau de service désiré</a:t>
            </a:r>
          </a:p>
        </p:txBody>
      </p:sp>
      <p:sp>
        <p:nvSpPr>
          <p:cNvPr id="5132" name="Rectangle 11"/>
          <p:cNvSpPr>
            <a:spLocks noChangeArrowheads="1"/>
          </p:cNvSpPr>
          <p:nvPr/>
        </p:nvSpPr>
        <p:spPr bwMode="auto">
          <a:xfrm>
            <a:off x="2880892" y="4379752"/>
            <a:ext cx="4935646" cy="346731"/>
          </a:xfrm>
          <a:prstGeom prst="rect">
            <a:avLst/>
          </a:prstGeom>
          <a:noFill/>
          <a:ln w="9525">
            <a:noFill/>
            <a:miter lim="800000"/>
            <a:headEnd/>
            <a:tailEnd/>
          </a:ln>
        </p:spPr>
        <p:txBody>
          <a:bodyPr wrap="none" lIns="69056" tIns="34529" rIns="69056" bIns="34529">
            <a:spAutoFit/>
          </a:bodyPr>
          <a:lstStyle/>
          <a:p>
            <a:pPr eaLnBrk="0" hangingPunct="0"/>
            <a:r>
              <a:rPr lang="fr-CA">
                <a:latin typeface="Times New Roman" pitchFamily="18" charset="0"/>
              </a:rPr>
              <a:t>Écart-type de la demande durant une unité de temps</a:t>
            </a:r>
          </a:p>
        </p:txBody>
      </p:sp>
      <p:graphicFrame>
        <p:nvGraphicFramePr>
          <p:cNvPr id="5127" name="Object 13"/>
          <p:cNvGraphicFramePr>
            <a:graphicFrameLocks/>
          </p:cNvGraphicFramePr>
          <p:nvPr/>
        </p:nvGraphicFramePr>
        <p:xfrm>
          <a:off x="2337967" y="3246276"/>
          <a:ext cx="409575" cy="205979"/>
        </p:xfrm>
        <a:graphic>
          <a:graphicData uri="http://schemas.openxmlformats.org/presentationml/2006/ole">
            <mc:AlternateContent xmlns:mc="http://schemas.openxmlformats.org/markup-compatibility/2006">
              <mc:Choice xmlns:v="urn:schemas-microsoft-com:vml" Requires="v">
                <p:oleObj name="Equation" r:id="rId11" imgW="177480" imgH="139680" progId="Equation.3">
                  <p:embed/>
                </p:oleObj>
              </mc:Choice>
              <mc:Fallback>
                <p:oleObj name="Equation" r:id="rId11" imgW="177480" imgH="139680" progId="Equation.3">
                  <p:embed/>
                  <p:pic>
                    <p:nvPicPr>
                      <p:cNvPr id="5127" name="Object 13"/>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37967" y="3246276"/>
                        <a:ext cx="409575" cy="205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134" name="Rectangle 14"/>
          <p:cNvSpPr>
            <a:spLocks noChangeArrowheads="1"/>
          </p:cNvSpPr>
          <p:nvPr/>
        </p:nvSpPr>
        <p:spPr bwMode="auto">
          <a:xfrm>
            <a:off x="2868987" y="3124833"/>
            <a:ext cx="5241131" cy="346731"/>
          </a:xfrm>
          <a:prstGeom prst="rect">
            <a:avLst/>
          </a:prstGeom>
          <a:noFill/>
          <a:ln w="9525">
            <a:noFill/>
            <a:miter lim="800000"/>
            <a:headEnd/>
            <a:tailEnd/>
          </a:ln>
        </p:spPr>
        <p:txBody>
          <a:bodyPr lIns="69056" tIns="34529" rIns="69056" bIns="34529">
            <a:spAutoFit/>
          </a:bodyPr>
          <a:lstStyle/>
          <a:p>
            <a:pPr eaLnBrk="0" hangingPunct="0"/>
            <a:r>
              <a:rPr lang="fr-CA" dirty="0">
                <a:latin typeface="Times New Roman" pitchFamily="18" charset="0"/>
              </a:rPr>
              <a:t>Taux de consommation moyen (demande moyenne)</a:t>
            </a:r>
          </a:p>
        </p:txBody>
      </p:sp>
      <p:graphicFrame>
        <p:nvGraphicFramePr>
          <p:cNvPr id="5128" name="Object 15"/>
          <p:cNvGraphicFramePr>
            <a:graphicFrameLocks/>
          </p:cNvGraphicFramePr>
          <p:nvPr/>
        </p:nvGraphicFramePr>
        <p:xfrm>
          <a:off x="2301058" y="3520121"/>
          <a:ext cx="428625" cy="260747"/>
        </p:xfrm>
        <a:graphic>
          <a:graphicData uri="http://schemas.openxmlformats.org/presentationml/2006/ole">
            <mc:AlternateContent xmlns:mc="http://schemas.openxmlformats.org/markup-compatibility/2006">
              <mc:Choice xmlns:v="urn:schemas-microsoft-com:vml" Requires="v">
                <p:oleObj name="Equation" r:id="rId13" imgW="190440" imgH="177480" progId="Equation.3">
                  <p:embed/>
                </p:oleObj>
              </mc:Choice>
              <mc:Fallback>
                <p:oleObj name="Equation" r:id="rId13" imgW="190440" imgH="177480" progId="Equation.3">
                  <p:embed/>
                  <p:pic>
                    <p:nvPicPr>
                      <p:cNvPr id="5128" name="Object 15"/>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01058" y="3520121"/>
                        <a:ext cx="428625" cy="2607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135" name="Rectangle 16"/>
          <p:cNvSpPr>
            <a:spLocks noChangeArrowheads="1"/>
          </p:cNvSpPr>
          <p:nvPr/>
        </p:nvSpPr>
        <p:spPr bwMode="auto">
          <a:xfrm>
            <a:off x="2879701" y="3439158"/>
            <a:ext cx="5037534" cy="346731"/>
          </a:xfrm>
          <a:prstGeom prst="rect">
            <a:avLst/>
          </a:prstGeom>
          <a:noFill/>
          <a:ln w="9525">
            <a:noFill/>
            <a:miter lim="800000"/>
            <a:headEnd/>
            <a:tailEnd/>
          </a:ln>
        </p:spPr>
        <p:txBody>
          <a:bodyPr lIns="69056" tIns="34529" rIns="69056" bIns="34529">
            <a:spAutoFit/>
          </a:bodyPr>
          <a:lstStyle/>
          <a:p>
            <a:pPr eaLnBrk="0" hangingPunct="0"/>
            <a:r>
              <a:rPr lang="fr-CA">
                <a:latin typeface="Times New Roman" pitchFamily="18" charset="0"/>
              </a:rPr>
              <a:t>Délai de livraison moyen exprimé en unités de temps</a:t>
            </a:r>
          </a:p>
        </p:txBody>
      </p:sp>
      <p:sp>
        <p:nvSpPr>
          <p:cNvPr id="19" name="Rectangle 32">
            <a:extLst>
              <a:ext uri="{FF2B5EF4-FFF2-40B4-BE49-F238E27FC236}">
                <a16:creationId xmlns:a16="http://schemas.microsoft.com/office/drawing/2014/main" id="{656EDD45-B19F-4FC5-8D1E-EDC5094C8ACE}"/>
              </a:ext>
            </a:extLst>
          </p:cNvPr>
          <p:cNvSpPr>
            <a:spLocks noGrp="1" noChangeArrowheads="1"/>
          </p:cNvSpPr>
          <p:nvPr>
            <p:ph type="title"/>
          </p:nvPr>
        </p:nvSpPr>
        <p:spPr/>
        <p:txBody>
          <a:bodyPr/>
          <a:lstStyle/>
          <a:p>
            <a:r>
              <a:rPr lang="fr-CA" dirty="0"/>
              <a:t>Point de commande :</a:t>
            </a:r>
            <a:br>
              <a:rPr lang="fr-CA" dirty="0"/>
            </a:br>
            <a:r>
              <a:rPr lang="fr-CA" dirty="0"/>
              <a:t>Quantité fixe – Période variable</a:t>
            </a:r>
          </a:p>
        </p:txBody>
      </p:sp>
      <p:graphicFrame>
        <p:nvGraphicFramePr>
          <p:cNvPr id="5129" name="Object 17"/>
          <p:cNvGraphicFramePr>
            <a:graphicFrameLocks noGrp="1"/>
          </p:cNvGraphicFramePr>
          <p:nvPr>
            <p:ph type="pic" idx="1"/>
            <p:extLst>
              <p:ext uri="{D42A27DB-BD31-4B8C-83A1-F6EECF244321}">
                <p14:modId xmlns:p14="http://schemas.microsoft.com/office/powerpoint/2010/main" val="380151974"/>
              </p:ext>
            </p:extLst>
          </p:nvPr>
        </p:nvGraphicFramePr>
        <p:xfrm>
          <a:off x="2262413" y="4411897"/>
          <a:ext cx="420189" cy="341710"/>
        </p:xfrm>
        <a:graphic>
          <a:graphicData uri="http://schemas.openxmlformats.org/presentationml/2006/ole">
            <mc:AlternateContent xmlns:mc="http://schemas.openxmlformats.org/markup-compatibility/2006">
              <mc:Choice xmlns:v="urn:schemas-microsoft-com:vml" Requires="v">
                <p:oleObj name="Equation" r:id="rId15" imgW="266400" imgH="228600" progId="Equation.3">
                  <p:embed/>
                </p:oleObj>
              </mc:Choice>
              <mc:Fallback>
                <p:oleObj name="Equation" r:id="rId15" imgW="266400" imgH="228600" progId="Equation.3">
                  <p:embed/>
                  <p:pic>
                    <p:nvPicPr>
                      <p:cNvPr id="5129" name="Object 17"/>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262413" y="4411897"/>
                        <a:ext cx="420189" cy="341710"/>
                      </a:xfrm>
                      <a:prstGeom prst="rect">
                        <a:avLst/>
                      </a:prstGeom>
                      <a:noFill/>
                      <a:ln>
                        <a:noFill/>
                      </a:ln>
                      <a:effectLst/>
                    </p:spPr>
                  </p:pic>
                </p:oleObj>
              </mc:Fallback>
            </mc:AlternateContent>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5"/>
          <p:cNvSpPr>
            <a:spLocks noGrp="1" noChangeArrowheads="1"/>
          </p:cNvSpPr>
          <p:nvPr>
            <p:ph type="title"/>
          </p:nvPr>
        </p:nvSpPr>
        <p:spPr/>
        <p:txBody>
          <a:bodyPr/>
          <a:lstStyle/>
          <a:p>
            <a:r>
              <a:rPr lang="fr-CA" sz="1800" i="1" dirty="0"/>
              <a:t>Exercice</a:t>
            </a:r>
            <a:br>
              <a:rPr lang="fr-CA" dirty="0"/>
            </a:br>
            <a:r>
              <a:rPr lang="fr-CA" dirty="0"/>
              <a:t>Point de commande</a:t>
            </a:r>
          </a:p>
        </p:txBody>
      </p:sp>
      <p:sp>
        <p:nvSpPr>
          <p:cNvPr id="44034" name="Rectangle 3"/>
          <p:cNvSpPr>
            <a:spLocks noGrp="1" noChangeArrowheads="1"/>
          </p:cNvSpPr>
          <p:nvPr>
            <p:ph type="body" idx="4294967295"/>
          </p:nvPr>
        </p:nvSpPr>
        <p:spPr>
          <a:xfrm>
            <a:off x="532000" y="1577975"/>
            <a:ext cx="8067000" cy="3187700"/>
          </a:xfrm>
        </p:spPr>
        <p:txBody>
          <a:bodyPr/>
          <a:lstStyle/>
          <a:p>
            <a:pPr marL="0" indent="0" algn="just">
              <a:buNone/>
            </a:pPr>
            <a:r>
              <a:rPr lang="fr-CA" dirty="0"/>
              <a:t>Une imprimerie, ouverte 5 jours par semaine, 50 semaines par année, utilise en moyenne 100 paquets de feuilles (8½ par 11) par semaine. La distribution suit une normale avec un écart-type de 3 paquets par jour. L’entreprise qui livre les feuilles est en mesure de livrer en une semaine (5 jours ouvrables). La politique de l’imprimerie est de maintenir un risque de pénurie de 2 %. </a:t>
            </a:r>
          </a:p>
          <a:p>
            <a:pPr algn="just"/>
            <a:endParaRPr lang="fr-CA" dirty="0"/>
          </a:p>
          <a:p>
            <a:pPr marL="0" indent="0" algn="just">
              <a:buNone/>
            </a:pPr>
            <a:r>
              <a:rPr lang="fr-CA" dirty="0"/>
              <a:t>Déterminez :</a:t>
            </a:r>
          </a:p>
          <a:p>
            <a:pPr marL="641700" lvl="1" indent="-342900" algn="just">
              <a:buSzPct val="100000"/>
              <a:buFont typeface="+mj-lt"/>
              <a:buAutoNum type="arabicPeriod"/>
            </a:pPr>
            <a:r>
              <a:rPr lang="fr-CA" dirty="0"/>
              <a:t>Le stock de sécurité.</a:t>
            </a:r>
          </a:p>
          <a:p>
            <a:pPr marL="641700" lvl="1" indent="-342900" algn="just">
              <a:buSzPct val="100000"/>
              <a:buFont typeface="+mj-lt"/>
              <a:buAutoNum type="arabicPeriod"/>
            </a:pPr>
            <a:r>
              <a:rPr lang="fr-CA" dirty="0"/>
              <a:t>Le point de commande.</a:t>
            </a:r>
          </a:p>
        </p:txBody>
      </p:sp>
      <p:pic>
        <p:nvPicPr>
          <p:cNvPr id="14338" name="Picture 2">
            <a:extLst>
              <a:ext uri="{FF2B5EF4-FFF2-40B4-BE49-F238E27FC236}">
                <a16:creationId xmlns:a16="http://schemas.microsoft.com/office/drawing/2014/main" id="{15C8A255-2033-4FB9-9D07-1FFF6B1E7D1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45346" y="3099647"/>
            <a:ext cx="1932942" cy="153084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0F413C37-58A1-4E07-9732-CE76E36D536F}"/>
              </a:ext>
            </a:extLst>
          </p:cNvPr>
          <p:cNvPicPr>
            <a:picLocks noChangeAspect="1"/>
          </p:cNvPicPr>
          <p:nvPr/>
        </p:nvPicPr>
        <p:blipFill>
          <a:blip r:embed="rId3"/>
          <a:stretch>
            <a:fillRect/>
          </a:stretch>
        </p:blipFill>
        <p:spPr>
          <a:xfrm>
            <a:off x="2155284" y="285749"/>
            <a:ext cx="5737467" cy="5143500"/>
          </a:xfrm>
          <a:prstGeom prst="rect">
            <a:avLst/>
          </a:prstGeom>
        </p:spPr>
      </p:pic>
      <p:sp>
        <p:nvSpPr>
          <p:cNvPr id="2" name="ZoneTexte 1">
            <a:extLst>
              <a:ext uri="{FF2B5EF4-FFF2-40B4-BE49-F238E27FC236}">
                <a16:creationId xmlns:a16="http://schemas.microsoft.com/office/drawing/2014/main" id="{3467AC8B-66A4-953C-29DF-1208822B0F96}"/>
              </a:ext>
            </a:extLst>
          </p:cNvPr>
          <p:cNvSpPr txBox="1"/>
          <p:nvPr/>
        </p:nvSpPr>
        <p:spPr>
          <a:xfrm>
            <a:off x="195943" y="4261757"/>
            <a:ext cx="1824950" cy="1065617"/>
          </a:xfrm>
          <a:prstGeom prst="rect">
            <a:avLst/>
          </a:prstGeom>
          <a:ln>
            <a:solidFill>
              <a:schemeClr val="tx1"/>
            </a:solidFill>
          </a:ln>
        </p:spPr>
        <p:txBody>
          <a:bodyPr vert="horz" wrap="square" lIns="91440" tIns="45720" rIns="91440" bIns="45720" rtlCol="0">
            <a:normAutofit/>
          </a:bodyPr>
          <a:lstStyle/>
          <a:p>
            <a:pPr algn="ctr">
              <a:buClr>
                <a:schemeClr val="accent2"/>
              </a:buClr>
              <a:buSzPct val="125000"/>
            </a:pPr>
            <a:r>
              <a:rPr lang="fr-CA" sz="1670"/>
              <a:t>Livre, page 494 pour la table complète</a:t>
            </a:r>
          </a:p>
        </p:txBody>
      </p:sp>
    </p:spTree>
    <p:extLst>
      <p:ext uri="{BB962C8B-B14F-4D97-AF65-F5344CB8AC3E}">
        <p14:creationId xmlns:p14="http://schemas.microsoft.com/office/powerpoint/2010/main" val="32975006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69AF78D-19ED-49B4-A34F-0D201FAA532C}"/>
              </a:ext>
            </a:extLst>
          </p:cNvPr>
          <p:cNvSpPr>
            <a:spLocks noGrp="1"/>
          </p:cNvSpPr>
          <p:nvPr>
            <p:ph type="title"/>
          </p:nvPr>
        </p:nvSpPr>
        <p:spPr>
          <a:solidFill>
            <a:schemeClr val="accent3"/>
          </a:solidFill>
        </p:spPr>
        <p:txBody>
          <a:bodyPr/>
          <a:lstStyle/>
          <a:p>
            <a:r>
              <a:rPr lang="fr-CA" dirty="0"/>
              <a:t>Solution</a:t>
            </a:r>
          </a:p>
        </p:txBody>
      </p:sp>
    </p:spTree>
    <p:extLst>
      <p:ext uri="{BB962C8B-B14F-4D97-AF65-F5344CB8AC3E}">
        <p14:creationId xmlns:p14="http://schemas.microsoft.com/office/powerpoint/2010/main" val="19863711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5"/>
          <p:cNvSpPr>
            <a:spLocks noGrp="1" noChangeArrowheads="1"/>
          </p:cNvSpPr>
          <p:nvPr>
            <p:ph type="title"/>
          </p:nvPr>
        </p:nvSpPr>
        <p:spPr/>
        <p:txBody>
          <a:bodyPr/>
          <a:lstStyle/>
          <a:p>
            <a:r>
              <a:rPr lang="fr-CA" sz="1800" i="1" dirty="0"/>
              <a:t>Exercice</a:t>
            </a:r>
            <a:br>
              <a:rPr lang="fr-CA" dirty="0"/>
            </a:br>
            <a:r>
              <a:rPr lang="fr-CA" dirty="0"/>
              <a:t>Point de commande (suite)</a:t>
            </a:r>
          </a:p>
        </p:txBody>
      </p:sp>
      <p:sp>
        <p:nvSpPr>
          <p:cNvPr id="45058" name="Rectangle 3"/>
          <p:cNvSpPr>
            <a:spLocks noGrp="1" noChangeArrowheads="1"/>
          </p:cNvSpPr>
          <p:nvPr>
            <p:ph type="body" idx="4294967295"/>
          </p:nvPr>
        </p:nvSpPr>
        <p:spPr>
          <a:xfrm>
            <a:off x="532000" y="1577975"/>
            <a:ext cx="8067000" cy="3187700"/>
          </a:xfrm>
        </p:spPr>
        <p:txBody>
          <a:bodyPr>
            <a:normAutofit lnSpcReduction="10000"/>
          </a:bodyPr>
          <a:lstStyle/>
          <a:p>
            <a:pPr marL="0" indent="0" algn="just">
              <a:buNone/>
            </a:pPr>
            <a:r>
              <a:rPr lang="fr-CA" dirty="0"/>
              <a:t>Le coût d’acquisition des paquets de feuilles est évalué à 5 $ le paquet. Les coûts annuels d’entreposage représentent 10 % du coût d’acquisition et les coûts de commandes sont évalués à 20 $. Les paquets sont livrés en boîte de 10.</a:t>
            </a:r>
          </a:p>
          <a:p>
            <a:pPr algn="just"/>
            <a:endParaRPr lang="fr-CA" dirty="0"/>
          </a:p>
          <a:p>
            <a:pPr marL="0" indent="0" algn="just">
              <a:buNone/>
            </a:pPr>
            <a:r>
              <a:rPr lang="fr-CA" dirty="0"/>
              <a:t>Déterminez :</a:t>
            </a:r>
          </a:p>
          <a:p>
            <a:pPr marL="641700" lvl="1" indent="-342900" algn="just">
              <a:buSzPct val="100000"/>
              <a:buFont typeface="+mj-lt"/>
              <a:buAutoNum type="arabicPeriod"/>
            </a:pPr>
            <a:r>
              <a:rPr lang="fr-CA" dirty="0"/>
              <a:t>La quantité commandée à chacune des commandes.</a:t>
            </a:r>
          </a:p>
          <a:p>
            <a:pPr marL="641700" lvl="1" indent="-342900" algn="just">
              <a:buSzPct val="100000"/>
              <a:buFont typeface="+mj-lt"/>
              <a:buAutoNum type="arabicPeriod"/>
            </a:pPr>
            <a:r>
              <a:rPr lang="fr-CA" dirty="0"/>
              <a:t>Le nombre de commandes effectuées en moyenne par année.</a:t>
            </a:r>
          </a:p>
          <a:p>
            <a:pPr marL="641700" lvl="1" indent="-342900" algn="just">
              <a:buSzPct val="100000"/>
              <a:buFont typeface="+mj-lt"/>
              <a:buAutoNum type="arabicPeriod"/>
            </a:pPr>
            <a:r>
              <a:rPr lang="fr-CA" dirty="0"/>
              <a:t>Les coûts annuels de gestion des stocks de paquets de feuilles.</a:t>
            </a:r>
          </a:p>
          <a:p>
            <a:pPr algn="just"/>
            <a:endParaRPr lang="fr-CA" dirty="0"/>
          </a:p>
          <a:p>
            <a:pPr marL="0" indent="0" algn="just">
              <a:buNone/>
            </a:pPr>
            <a:r>
              <a:rPr lang="fr-CA" dirty="0"/>
              <a:t>Proposez une façon simple de suivre le niveau d’inventaire des paquets de feuilles. Comment savoir si le point de commande est atteint?</a:t>
            </a:r>
          </a:p>
          <a:p>
            <a:pPr lvl="1" algn="just"/>
            <a:endParaRPr lang="fr-CA"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69AF78D-19ED-49B4-A34F-0D201FAA532C}"/>
              </a:ext>
            </a:extLst>
          </p:cNvPr>
          <p:cNvSpPr>
            <a:spLocks noGrp="1"/>
          </p:cNvSpPr>
          <p:nvPr>
            <p:ph type="title"/>
          </p:nvPr>
        </p:nvSpPr>
        <p:spPr>
          <a:solidFill>
            <a:schemeClr val="accent3"/>
          </a:solidFill>
        </p:spPr>
        <p:txBody>
          <a:bodyPr/>
          <a:lstStyle/>
          <a:p>
            <a:r>
              <a:rPr lang="fr-CA" dirty="0"/>
              <a:t>Solution</a:t>
            </a:r>
          </a:p>
        </p:txBody>
      </p:sp>
    </p:spTree>
    <p:extLst>
      <p:ext uri="{BB962C8B-B14F-4D97-AF65-F5344CB8AC3E}">
        <p14:creationId xmlns:p14="http://schemas.microsoft.com/office/powerpoint/2010/main" val="11095274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69AF78D-19ED-49B4-A34F-0D201FAA532C}"/>
              </a:ext>
            </a:extLst>
          </p:cNvPr>
          <p:cNvSpPr>
            <a:spLocks noGrp="1"/>
          </p:cNvSpPr>
          <p:nvPr>
            <p:ph type="title"/>
          </p:nvPr>
        </p:nvSpPr>
        <p:spPr>
          <a:solidFill>
            <a:schemeClr val="accent3"/>
          </a:solidFill>
        </p:spPr>
        <p:txBody>
          <a:bodyPr/>
          <a:lstStyle/>
          <a:p>
            <a:r>
              <a:rPr lang="fr-CA" dirty="0"/>
              <a:t>Solution</a:t>
            </a:r>
          </a:p>
        </p:txBody>
      </p:sp>
    </p:spTree>
    <p:extLst>
      <p:ext uri="{BB962C8B-B14F-4D97-AF65-F5344CB8AC3E}">
        <p14:creationId xmlns:p14="http://schemas.microsoft.com/office/powerpoint/2010/main" val="19342428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ChangeArrowheads="1"/>
          </p:cNvSpPr>
          <p:nvPr/>
        </p:nvSpPr>
        <p:spPr bwMode="auto">
          <a:xfrm>
            <a:off x="3060864" y="3603313"/>
            <a:ext cx="5106590" cy="1012031"/>
          </a:xfrm>
          <a:prstGeom prst="rect">
            <a:avLst/>
          </a:prstGeom>
          <a:solidFill>
            <a:srgbClr val="FFFF99"/>
          </a:solidFill>
          <a:ln w="9525" algn="ctr">
            <a:noFill/>
            <a:miter lim="800000"/>
            <a:headEnd/>
            <a:tailEnd/>
          </a:ln>
        </p:spPr>
        <p:txBody>
          <a:bodyPr wrap="none" anchor="ctr"/>
          <a:lstStyle/>
          <a:p>
            <a:endParaRPr lang="fr-FR" sz="1350"/>
          </a:p>
        </p:txBody>
      </p:sp>
      <p:sp>
        <p:nvSpPr>
          <p:cNvPr id="46083" name="Line 3"/>
          <p:cNvSpPr>
            <a:spLocks noChangeShapeType="1"/>
          </p:cNvSpPr>
          <p:nvPr/>
        </p:nvSpPr>
        <p:spPr bwMode="auto">
          <a:xfrm>
            <a:off x="5311144" y="4087896"/>
            <a:ext cx="0" cy="1044179"/>
          </a:xfrm>
          <a:prstGeom prst="line">
            <a:avLst/>
          </a:prstGeom>
          <a:noFill/>
          <a:ln w="9525">
            <a:solidFill>
              <a:schemeClr val="accent1"/>
            </a:solidFill>
            <a:round/>
            <a:headEnd/>
            <a:tailEnd/>
          </a:ln>
        </p:spPr>
        <p:txBody>
          <a:bodyPr/>
          <a:lstStyle/>
          <a:p>
            <a:endParaRPr lang="fr-CA" sz="1350"/>
          </a:p>
        </p:txBody>
      </p:sp>
      <p:sp>
        <p:nvSpPr>
          <p:cNvPr id="46084" name="Rectangle 4"/>
          <p:cNvSpPr>
            <a:spLocks noGrp="1" noChangeArrowheads="1"/>
          </p:cNvSpPr>
          <p:nvPr>
            <p:ph type="title"/>
          </p:nvPr>
        </p:nvSpPr>
        <p:spPr/>
        <p:txBody>
          <a:bodyPr/>
          <a:lstStyle/>
          <a:p>
            <a:pPr eaLnBrk="1" hangingPunct="1"/>
            <a:r>
              <a:rPr lang="fr-CA"/>
              <a:t>Système à double casier</a:t>
            </a:r>
          </a:p>
        </p:txBody>
      </p:sp>
      <p:grpSp>
        <p:nvGrpSpPr>
          <p:cNvPr id="46085" name="Group 5"/>
          <p:cNvGrpSpPr>
            <a:grpSpLocks/>
          </p:cNvGrpSpPr>
          <p:nvPr/>
        </p:nvGrpSpPr>
        <p:grpSpPr bwMode="auto">
          <a:xfrm>
            <a:off x="1664260" y="3709276"/>
            <a:ext cx="628650" cy="748904"/>
            <a:chOff x="298" y="3117"/>
            <a:chExt cx="661" cy="788"/>
          </a:xfrm>
        </p:grpSpPr>
        <p:sp>
          <p:nvSpPr>
            <p:cNvPr id="46110" name="Freeform 6"/>
            <p:cNvSpPr>
              <a:spLocks/>
            </p:cNvSpPr>
            <p:nvPr/>
          </p:nvSpPr>
          <p:spPr bwMode="auto">
            <a:xfrm>
              <a:off x="322" y="3747"/>
              <a:ext cx="620" cy="150"/>
            </a:xfrm>
            <a:custGeom>
              <a:avLst/>
              <a:gdLst>
                <a:gd name="T0" fmla="*/ 10 w 620"/>
                <a:gd name="T1" fmla="*/ 140 h 150"/>
                <a:gd name="T2" fmla="*/ 19 w 620"/>
                <a:gd name="T3" fmla="*/ 149 h 150"/>
                <a:gd name="T4" fmla="*/ 490 w 620"/>
                <a:gd name="T5" fmla="*/ 149 h 150"/>
                <a:gd name="T6" fmla="*/ 607 w 620"/>
                <a:gd name="T7" fmla="*/ 33 h 150"/>
                <a:gd name="T8" fmla="*/ 614 w 620"/>
                <a:gd name="T9" fmla="*/ 17 h 150"/>
                <a:gd name="T10" fmla="*/ 616 w 620"/>
                <a:gd name="T11" fmla="*/ 15 h 150"/>
                <a:gd name="T12" fmla="*/ 617 w 620"/>
                <a:gd name="T13" fmla="*/ 14 h 150"/>
                <a:gd name="T14" fmla="*/ 618 w 620"/>
                <a:gd name="T15" fmla="*/ 10 h 150"/>
                <a:gd name="T16" fmla="*/ 619 w 620"/>
                <a:gd name="T17" fmla="*/ 0 h 150"/>
                <a:gd name="T18" fmla="*/ 0 w 620"/>
                <a:gd name="T19" fmla="*/ 127 h 150"/>
                <a:gd name="T20" fmla="*/ 0 w 620"/>
                <a:gd name="T21" fmla="*/ 127 h 150"/>
                <a:gd name="T22" fmla="*/ 1 w 620"/>
                <a:gd name="T23" fmla="*/ 129 h 150"/>
                <a:gd name="T24" fmla="*/ 3 w 620"/>
                <a:gd name="T25" fmla="*/ 132 h 150"/>
                <a:gd name="T26" fmla="*/ 5 w 620"/>
                <a:gd name="T27" fmla="*/ 137 h 150"/>
                <a:gd name="T28" fmla="*/ 6 w 620"/>
                <a:gd name="T29" fmla="*/ 138 h 150"/>
                <a:gd name="T30" fmla="*/ 7 w 620"/>
                <a:gd name="T31" fmla="*/ 140 h 150"/>
                <a:gd name="T32" fmla="*/ 10 w 620"/>
                <a:gd name="T33" fmla="*/ 140 h 15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620"/>
                <a:gd name="T52" fmla="*/ 0 h 150"/>
                <a:gd name="T53" fmla="*/ 620 w 620"/>
                <a:gd name="T54" fmla="*/ 150 h 15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620" h="150">
                  <a:moveTo>
                    <a:pt x="10" y="140"/>
                  </a:moveTo>
                  <a:lnTo>
                    <a:pt x="19" y="149"/>
                  </a:lnTo>
                  <a:lnTo>
                    <a:pt x="490" y="149"/>
                  </a:lnTo>
                  <a:lnTo>
                    <a:pt x="607" y="33"/>
                  </a:lnTo>
                  <a:lnTo>
                    <a:pt x="614" y="17"/>
                  </a:lnTo>
                  <a:lnTo>
                    <a:pt x="616" y="15"/>
                  </a:lnTo>
                  <a:lnTo>
                    <a:pt x="617" y="14"/>
                  </a:lnTo>
                  <a:lnTo>
                    <a:pt x="618" y="10"/>
                  </a:lnTo>
                  <a:lnTo>
                    <a:pt x="619" y="0"/>
                  </a:lnTo>
                  <a:lnTo>
                    <a:pt x="0" y="127"/>
                  </a:lnTo>
                  <a:lnTo>
                    <a:pt x="1" y="129"/>
                  </a:lnTo>
                  <a:lnTo>
                    <a:pt x="3" y="132"/>
                  </a:lnTo>
                  <a:lnTo>
                    <a:pt x="5" y="137"/>
                  </a:lnTo>
                  <a:lnTo>
                    <a:pt x="6" y="138"/>
                  </a:lnTo>
                  <a:lnTo>
                    <a:pt x="7" y="140"/>
                  </a:lnTo>
                  <a:lnTo>
                    <a:pt x="10" y="140"/>
                  </a:lnTo>
                </a:path>
              </a:pathLst>
            </a:custGeom>
            <a:solidFill>
              <a:srgbClr val="AAAAAA"/>
            </a:solidFill>
            <a:ln w="0">
              <a:solidFill>
                <a:srgbClr val="000000"/>
              </a:solidFill>
              <a:round/>
              <a:headEnd/>
              <a:tailEnd/>
            </a:ln>
          </p:spPr>
          <p:txBody>
            <a:bodyPr/>
            <a:lstStyle/>
            <a:p>
              <a:endParaRPr lang="fr-FR" sz="1350"/>
            </a:p>
          </p:txBody>
        </p:sp>
        <p:sp>
          <p:nvSpPr>
            <p:cNvPr id="46111" name="Freeform 7"/>
            <p:cNvSpPr>
              <a:spLocks/>
            </p:cNvSpPr>
            <p:nvPr/>
          </p:nvSpPr>
          <p:spPr bwMode="auto">
            <a:xfrm>
              <a:off x="319" y="3117"/>
              <a:ext cx="640" cy="748"/>
            </a:xfrm>
            <a:custGeom>
              <a:avLst/>
              <a:gdLst>
                <a:gd name="T0" fmla="*/ 0 w 640"/>
                <a:gd name="T1" fmla="*/ 68 h 748"/>
                <a:gd name="T2" fmla="*/ 505 w 640"/>
                <a:gd name="T3" fmla="*/ 747 h 748"/>
                <a:gd name="T4" fmla="*/ 636 w 640"/>
                <a:gd name="T5" fmla="*/ 616 h 748"/>
                <a:gd name="T6" fmla="*/ 639 w 640"/>
                <a:gd name="T7" fmla="*/ 613 h 748"/>
                <a:gd name="T8" fmla="*/ 639 w 640"/>
                <a:gd name="T9" fmla="*/ 612 h 748"/>
                <a:gd name="T10" fmla="*/ 639 w 640"/>
                <a:gd name="T11" fmla="*/ 610 h 748"/>
                <a:gd name="T12" fmla="*/ 639 w 640"/>
                <a:gd name="T13" fmla="*/ 27 h 748"/>
                <a:gd name="T14" fmla="*/ 639 w 640"/>
                <a:gd name="T15" fmla="*/ 24 h 748"/>
                <a:gd name="T16" fmla="*/ 638 w 640"/>
                <a:gd name="T17" fmla="*/ 23 h 748"/>
                <a:gd name="T18" fmla="*/ 638 w 640"/>
                <a:gd name="T19" fmla="*/ 21 h 748"/>
                <a:gd name="T20" fmla="*/ 636 w 640"/>
                <a:gd name="T21" fmla="*/ 18 h 748"/>
                <a:gd name="T22" fmla="*/ 635 w 640"/>
                <a:gd name="T23" fmla="*/ 16 h 748"/>
                <a:gd name="T24" fmla="*/ 633 w 640"/>
                <a:gd name="T25" fmla="*/ 13 h 748"/>
                <a:gd name="T26" fmla="*/ 631 w 640"/>
                <a:gd name="T27" fmla="*/ 11 h 748"/>
                <a:gd name="T28" fmla="*/ 630 w 640"/>
                <a:gd name="T29" fmla="*/ 10 h 748"/>
                <a:gd name="T30" fmla="*/ 628 w 640"/>
                <a:gd name="T31" fmla="*/ 8 h 748"/>
                <a:gd name="T32" fmla="*/ 625 w 640"/>
                <a:gd name="T33" fmla="*/ 6 h 748"/>
                <a:gd name="T34" fmla="*/ 622 w 640"/>
                <a:gd name="T35" fmla="*/ 4 h 748"/>
                <a:gd name="T36" fmla="*/ 619 w 640"/>
                <a:gd name="T37" fmla="*/ 3 h 748"/>
                <a:gd name="T38" fmla="*/ 617 w 640"/>
                <a:gd name="T39" fmla="*/ 2 h 748"/>
                <a:gd name="T40" fmla="*/ 615 w 640"/>
                <a:gd name="T41" fmla="*/ 1 h 748"/>
                <a:gd name="T42" fmla="*/ 610 w 640"/>
                <a:gd name="T43" fmla="*/ 0 h 748"/>
                <a:gd name="T44" fmla="*/ 606 w 640"/>
                <a:gd name="T45" fmla="*/ 0 h 748"/>
                <a:gd name="T46" fmla="*/ 214 w 640"/>
                <a:gd name="T47" fmla="*/ 0 h 748"/>
                <a:gd name="T48" fmla="*/ 214 w 640"/>
                <a:gd name="T49" fmla="*/ 0 h 748"/>
                <a:gd name="T50" fmla="*/ 0 w 640"/>
                <a:gd name="T51" fmla="*/ 68 h 748"/>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640"/>
                <a:gd name="T79" fmla="*/ 0 h 748"/>
                <a:gd name="T80" fmla="*/ 640 w 640"/>
                <a:gd name="T81" fmla="*/ 748 h 748"/>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640" h="748">
                  <a:moveTo>
                    <a:pt x="0" y="68"/>
                  </a:moveTo>
                  <a:lnTo>
                    <a:pt x="505" y="747"/>
                  </a:lnTo>
                  <a:lnTo>
                    <a:pt x="636" y="616"/>
                  </a:lnTo>
                  <a:lnTo>
                    <a:pt x="639" y="613"/>
                  </a:lnTo>
                  <a:lnTo>
                    <a:pt x="639" y="612"/>
                  </a:lnTo>
                  <a:lnTo>
                    <a:pt x="639" y="610"/>
                  </a:lnTo>
                  <a:lnTo>
                    <a:pt x="639" y="27"/>
                  </a:lnTo>
                  <a:lnTo>
                    <a:pt x="639" y="24"/>
                  </a:lnTo>
                  <a:lnTo>
                    <a:pt x="638" y="23"/>
                  </a:lnTo>
                  <a:lnTo>
                    <a:pt x="638" y="21"/>
                  </a:lnTo>
                  <a:lnTo>
                    <a:pt x="636" y="18"/>
                  </a:lnTo>
                  <a:lnTo>
                    <a:pt x="635" y="16"/>
                  </a:lnTo>
                  <a:lnTo>
                    <a:pt x="633" y="13"/>
                  </a:lnTo>
                  <a:lnTo>
                    <a:pt x="631" y="11"/>
                  </a:lnTo>
                  <a:lnTo>
                    <a:pt x="630" y="10"/>
                  </a:lnTo>
                  <a:lnTo>
                    <a:pt x="628" y="8"/>
                  </a:lnTo>
                  <a:lnTo>
                    <a:pt x="625" y="6"/>
                  </a:lnTo>
                  <a:lnTo>
                    <a:pt x="622" y="4"/>
                  </a:lnTo>
                  <a:lnTo>
                    <a:pt x="619" y="3"/>
                  </a:lnTo>
                  <a:lnTo>
                    <a:pt x="617" y="2"/>
                  </a:lnTo>
                  <a:lnTo>
                    <a:pt x="615" y="1"/>
                  </a:lnTo>
                  <a:lnTo>
                    <a:pt x="610" y="0"/>
                  </a:lnTo>
                  <a:lnTo>
                    <a:pt x="606" y="0"/>
                  </a:lnTo>
                  <a:lnTo>
                    <a:pt x="214" y="0"/>
                  </a:lnTo>
                  <a:lnTo>
                    <a:pt x="0" y="68"/>
                  </a:lnTo>
                </a:path>
              </a:pathLst>
            </a:custGeom>
            <a:solidFill>
              <a:srgbClr val="AAAAAA"/>
            </a:solidFill>
            <a:ln w="0">
              <a:solidFill>
                <a:srgbClr val="000000"/>
              </a:solidFill>
              <a:round/>
              <a:headEnd/>
              <a:tailEnd/>
            </a:ln>
          </p:spPr>
          <p:txBody>
            <a:bodyPr/>
            <a:lstStyle/>
            <a:p>
              <a:endParaRPr lang="fr-FR" sz="1350"/>
            </a:p>
          </p:txBody>
        </p:sp>
        <p:sp>
          <p:nvSpPr>
            <p:cNvPr id="46112" name="Line 8"/>
            <p:cNvSpPr>
              <a:spLocks noChangeShapeType="1"/>
            </p:cNvSpPr>
            <p:nvPr/>
          </p:nvSpPr>
          <p:spPr bwMode="auto">
            <a:xfrm flipV="1">
              <a:off x="846" y="3158"/>
              <a:ext cx="78" cy="43"/>
            </a:xfrm>
            <a:prstGeom prst="line">
              <a:avLst/>
            </a:prstGeom>
            <a:noFill/>
            <a:ln w="0">
              <a:solidFill>
                <a:srgbClr val="000000"/>
              </a:solidFill>
              <a:round/>
              <a:headEnd/>
              <a:tailEnd/>
            </a:ln>
          </p:spPr>
          <p:txBody>
            <a:bodyPr/>
            <a:lstStyle/>
            <a:p>
              <a:endParaRPr lang="fr-CA" sz="1350"/>
            </a:p>
          </p:txBody>
        </p:sp>
        <p:sp>
          <p:nvSpPr>
            <p:cNvPr id="46113" name="Line 9"/>
            <p:cNvSpPr>
              <a:spLocks noChangeShapeType="1"/>
            </p:cNvSpPr>
            <p:nvPr/>
          </p:nvSpPr>
          <p:spPr bwMode="auto">
            <a:xfrm flipV="1">
              <a:off x="852" y="3166"/>
              <a:ext cx="78" cy="42"/>
            </a:xfrm>
            <a:prstGeom prst="line">
              <a:avLst/>
            </a:prstGeom>
            <a:noFill/>
            <a:ln w="0">
              <a:solidFill>
                <a:srgbClr val="000000"/>
              </a:solidFill>
              <a:round/>
              <a:headEnd/>
              <a:tailEnd/>
            </a:ln>
          </p:spPr>
          <p:txBody>
            <a:bodyPr/>
            <a:lstStyle/>
            <a:p>
              <a:endParaRPr lang="fr-CA" sz="1350"/>
            </a:p>
          </p:txBody>
        </p:sp>
        <p:sp>
          <p:nvSpPr>
            <p:cNvPr id="46114" name="Freeform 10"/>
            <p:cNvSpPr>
              <a:spLocks/>
            </p:cNvSpPr>
            <p:nvPr/>
          </p:nvSpPr>
          <p:spPr bwMode="auto">
            <a:xfrm>
              <a:off x="298" y="3182"/>
              <a:ext cx="534" cy="695"/>
            </a:xfrm>
            <a:custGeom>
              <a:avLst/>
              <a:gdLst>
                <a:gd name="T0" fmla="*/ 533 w 534"/>
                <a:gd name="T1" fmla="*/ 666 h 695"/>
                <a:gd name="T2" fmla="*/ 533 w 534"/>
                <a:gd name="T3" fmla="*/ 670 h 695"/>
                <a:gd name="T4" fmla="*/ 532 w 534"/>
                <a:gd name="T5" fmla="*/ 673 h 695"/>
                <a:gd name="T6" fmla="*/ 529 w 534"/>
                <a:gd name="T7" fmla="*/ 678 h 695"/>
                <a:gd name="T8" fmla="*/ 525 w 534"/>
                <a:gd name="T9" fmla="*/ 682 h 695"/>
                <a:gd name="T10" fmla="*/ 522 w 534"/>
                <a:gd name="T11" fmla="*/ 686 h 695"/>
                <a:gd name="T12" fmla="*/ 516 w 534"/>
                <a:gd name="T13" fmla="*/ 690 h 695"/>
                <a:gd name="T14" fmla="*/ 511 w 534"/>
                <a:gd name="T15" fmla="*/ 692 h 695"/>
                <a:gd name="T16" fmla="*/ 504 w 534"/>
                <a:gd name="T17" fmla="*/ 694 h 695"/>
                <a:gd name="T18" fmla="*/ 34 w 534"/>
                <a:gd name="T19" fmla="*/ 694 h 695"/>
                <a:gd name="T20" fmla="*/ 30 w 534"/>
                <a:gd name="T21" fmla="*/ 693 h 695"/>
                <a:gd name="T22" fmla="*/ 22 w 534"/>
                <a:gd name="T23" fmla="*/ 692 h 695"/>
                <a:gd name="T24" fmla="*/ 18 w 534"/>
                <a:gd name="T25" fmla="*/ 689 h 695"/>
                <a:gd name="T26" fmla="*/ 12 w 534"/>
                <a:gd name="T27" fmla="*/ 686 h 695"/>
                <a:gd name="T28" fmla="*/ 8 w 534"/>
                <a:gd name="T29" fmla="*/ 682 h 695"/>
                <a:gd name="T30" fmla="*/ 5 w 534"/>
                <a:gd name="T31" fmla="*/ 678 h 695"/>
                <a:gd name="T32" fmla="*/ 2 w 534"/>
                <a:gd name="T33" fmla="*/ 672 h 695"/>
                <a:gd name="T34" fmla="*/ 1 w 534"/>
                <a:gd name="T35" fmla="*/ 669 h 695"/>
                <a:gd name="T36" fmla="*/ 0 w 534"/>
                <a:gd name="T37" fmla="*/ 666 h 695"/>
                <a:gd name="T38" fmla="*/ 1 w 534"/>
                <a:gd name="T39" fmla="*/ 25 h 695"/>
                <a:gd name="T40" fmla="*/ 2 w 534"/>
                <a:gd name="T41" fmla="*/ 22 h 695"/>
                <a:gd name="T42" fmla="*/ 5 w 534"/>
                <a:gd name="T43" fmla="*/ 16 h 695"/>
                <a:gd name="T44" fmla="*/ 9 w 534"/>
                <a:gd name="T45" fmla="*/ 12 h 695"/>
                <a:gd name="T46" fmla="*/ 12 w 534"/>
                <a:gd name="T47" fmla="*/ 8 h 695"/>
                <a:gd name="T48" fmla="*/ 18 w 534"/>
                <a:gd name="T49" fmla="*/ 4 h 695"/>
                <a:gd name="T50" fmla="*/ 23 w 534"/>
                <a:gd name="T51" fmla="*/ 2 h 695"/>
                <a:gd name="T52" fmla="*/ 30 w 534"/>
                <a:gd name="T53" fmla="*/ 1 h 695"/>
                <a:gd name="T54" fmla="*/ 34 w 534"/>
                <a:gd name="T55" fmla="*/ 0 h 695"/>
                <a:gd name="T56" fmla="*/ 504 w 534"/>
                <a:gd name="T57" fmla="*/ 0 h 695"/>
                <a:gd name="T58" fmla="*/ 511 w 534"/>
                <a:gd name="T59" fmla="*/ 2 h 695"/>
                <a:gd name="T60" fmla="*/ 516 w 534"/>
                <a:gd name="T61" fmla="*/ 4 h 695"/>
                <a:gd name="T62" fmla="*/ 522 w 534"/>
                <a:gd name="T63" fmla="*/ 8 h 695"/>
                <a:gd name="T64" fmla="*/ 525 w 534"/>
                <a:gd name="T65" fmla="*/ 11 h 695"/>
                <a:gd name="T66" fmla="*/ 529 w 534"/>
                <a:gd name="T67" fmla="*/ 16 h 695"/>
                <a:gd name="T68" fmla="*/ 532 w 534"/>
                <a:gd name="T69" fmla="*/ 21 h 695"/>
                <a:gd name="T70" fmla="*/ 533 w 534"/>
                <a:gd name="T71" fmla="*/ 25 h 695"/>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534"/>
                <a:gd name="T109" fmla="*/ 0 h 695"/>
                <a:gd name="T110" fmla="*/ 534 w 534"/>
                <a:gd name="T111" fmla="*/ 695 h 695"/>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534" h="695">
                  <a:moveTo>
                    <a:pt x="533" y="30"/>
                  </a:moveTo>
                  <a:lnTo>
                    <a:pt x="533" y="666"/>
                  </a:lnTo>
                  <a:lnTo>
                    <a:pt x="533" y="670"/>
                  </a:lnTo>
                  <a:lnTo>
                    <a:pt x="532" y="671"/>
                  </a:lnTo>
                  <a:lnTo>
                    <a:pt x="532" y="673"/>
                  </a:lnTo>
                  <a:lnTo>
                    <a:pt x="530" y="675"/>
                  </a:lnTo>
                  <a:lnTo>
                    <a:pt x="529" y="678"/>
                  </a:lnTo>
                  <a:lnTo>
                    <a:pt x="527" y="680"/>
                  </a:lnTo>
                  <a:lnTo>
                    <a:pt x="525" y="682"/>
                  </a:lnTo>
                  <a:lnTo>
                    <a:pt x="524" y="684"/>
                  </a:lnTo>
                  <a:lnTo>
                    <a:pt x="522" y="686"/>
                  </a:lnTo>
                  <a:lnTo>
                    <a:pt x="519" y="688"/>
                  </a:lnTo>
                  <a:lnTo>
                    <a:pt x="516" y="690"/>
                  </a:lnTo>
                  <a:lnTo>
                    <a:pt x="514" y="691"/>
                  </a:lnTo>
                  <a:lnTo>
                    <a:pt x="511" y="692"/>
                  </a:lnTo>
                  <a:lnTo>
                    <a:pt x="509" y="692"/>
                  </a:lnTo>
                  <a:lnTo>
                    <a:pt x="504" y="694"/>
                  </a:lnTo>
                  <a:lnTo>
                    <a:pt x="500" y="694"/>
                  </a:lnTo>
                  <a:lnTo>
                    <a:pt x="34" y="694"/>
                  </a:lnTo>
                  <a:lnTo>
                    <a:pt x="30" y="693"/>
                  </a:lnTo>
                  <a:lnTo>
                    <a:pt x="24" y="692"/>
                  </a:lnTo>
                  <a:lnTo>
                    <a:pt x="22" y="692"/>
                  </a:lnTo>
                  <a:lnTo>
                    <a:pt x="20" y="691"/>
                  </a:lnTo>
                  <a:lnTo>
                    <a:pt x="18" y="689"/>
                  </a:lnTo>
                  <a:lnTo>
                    <a:pt x="14" y="688"/>
                  </a:lnTo>
                  <a:lnTo>
                    <a:pt x="12" y="686"/>
                  </a:lnTo>
                  <a:lnTo>
                    <a:pt x="10" y="684"/>
                  </a:lnTo>
                  <a:lnTo>
                    <a:pt x="8" y="682"/>
                  </a:lnTo>
                  <a:lnTo>
                    <a:pt x="7" y="680"/>
                  </a:lnTo>
                  <a:lnTo>
                    <a:pt x="5" y="678"/>
                  </a:lnTo>
                  <a:lnTo>
                    <a:pt x="4" y="675"/>
                  </a:lnTo>
                  <a:lnTo>
                    <a:pt x="2" y="672"/>
                  </a:lnTo>
                  <a:lnTo>
                    <a:pt x="2" y="671"/>
                  </a:lnTo>
                  <a:lnTo>
                    <a:pt x="1" y="669"/>
                  </a:lnTo>
                  <a:lnTo>
                    <a:pt x="0" y="666"/>
                  </a:lnTo>
                  <a:lnTo>
                    <a:pt x="0" y="30"/>
                  </a:lnTo>
                  <a:lnTo>
                    <a:pt x="1" y="25"/>
                  </a:lnTo>
                  <a:lnTo>
                    <a:pt x="2" y="23"/>
                  </a:lnTo>
                  <a:lnTo>
                    <a:pt x="2" y="22"/>
                  </a:lnTo>
                  <a:lnTo>
                    <a:pt x="4" y="19"/>
                  </a:lnTo>
                  <a:lnTo>
                    <a:pt x="5" y="16"/>
                  </a:lnTo>
                  <a:lnTo>
                    <a:pt x="7" y="14"/>
                  </a:lnTo>
                  <a:lnTo>
                    <a:pt x="9" y="12"/>
                  </a:lnTo>
                  <a:lnTo>
                    <a:pt x="10" y="10"/>
                  </a:lnTo>
                  <a:lnTo>
                    <a:pt x="12" y="8"/>
                  </a:lnTo>
                  <a:lnTo>
                    <a:pt x="15" y="6"/>
                  </a:lnTo>
                  <a:lnTo>
                    <a:pt x="18" y="4"/>
                  </a:lnTo>
                  <a:lnTo>
                    <a:pt x="20" y="3"/>
                  </a:lnTo>
                  <a:lnTo>
                    <a:pt x="23" y="2"/>
                  </a:lnTo>
                  <a:lnTo>
                    <a:pt x="25" y="2"/>
                  </a:lnTo>
                  <a:lnTo>
                    <a:pt x="30" y="1"/>
                  </a:lnTo>
                  <a:lnTo>
                    <a:pt x="34" y="0"/>
                  </a:lnTo>
                  <a:lnTo>
                    <a:pt x="500" y="0"/>
                  </a:lnTo>
                  <a:lnTo>
                    <a:pt x="504" y="0"/>
                  </a:lnTo>
                  <a:lnTo>
                    <a:pt x="509" y="2"/>
                  </a:lnTo>
                  <a:lnTo>
                    <a:pt x="511" y="2"/>
                  </a:lnTo>
                  <a:lnTo>
                    <a:pt x="514" y="3"/>
                  </a:lnTo>
                  <a:lnTo>
                    <a:pt x="516" y="4"/>
                  </a:lnTo>
                  <a:lnTo>
                    <a:pt x="520" y="6"/>
                  </a:lnTo>
                  <a:lnTo>
                    <a:pt x="522" y="8"/>
                  </a:lnTo>
                  <a:lnTo>
                    <a:pt x="524" y="10"/>
                  </a:lnTo>
                  <a:lnTo>
                    <a:pt x="525" y="11"/>
                  </a:lnTo>
                  <a:lnTo>
                    <a:pt x="527" y="14"/>
                  </a:lnTo>
                  <a:lnTo>
                    <a:pt x="529" y="16"/>
                  </a:lnTo>
                  <a:lnTo>
                    <a:pt x="530" y="19"/>
                  </a:lnTo>
                  <a:lnTo>
                    <a:pt x="532" y="21"/>
                  </a:lnTo>
                  <a:lnTo>
                    <a:pt x="532" y="23"/>
                  </a:lnTo>
                  <a:lnTo>
                    <a:pt x="533" y="25"/>
                  </a:lnTo>
                  <a:lnTo>
                    <a:pt x="533" y="30"/>
                  </a:lnTo>
                </a:path>
              </a:pathLst>
            </a:custGeom>
            <a:solidFill>
              <a:srgbClr val="AAAAAA"/>
            </a:solidFill>
            <a:ln w="0">
              <a:solidFill>
                <a:srgbClr val="000000"/>
              </a:solidFill>
              <a:round/>
              <a:headEnd/>
              <a:tailEnd/>
            </a:ln>
          </p:spPr>
          <p:txBody>
            <a:bodyPr/>
            <a:lstStyle/>
            <a:p>
              <a:endParaRPr lang="fr-FR" sz="1350"/>
            </a:p>
          </p:txBody>
        </p:sp>
        <p:sp>
          <p:nvSpPr>
            <p:cNvPr id="46115" name="Freeform 11"/>
            <p:cNvSpPr>
              <a:spLocks/>
            </p:cNvSpPr>
            <p:nvPr/>
          </p:nvSpPr>
          <p:spPr bwMode="auto">
            <a:xfrm>
              <a:off x="332" y="3254"/>
              <a:ext cx="458" cy="545"/>
            </a:xfrm>
            <a:custGeom>
              <a:avLst/>
              <a:gdLst>
                <a:gd name="T0" fmla="*/ 25 w 458"/>
                <a:gd name="T1" fmla="*/ 544 h 545"/>
                <a:gd name="T2" fmla="*/ 457 w 458"/>
                <a:gd name="T3" fmla="*/ 544 h 545"/>
                <a:gd name="T4" fmla="*/ 457 w 458"/>
                <a:gd name="T5" fmla="*/ 0 h 545"/>
                <a:gd name="T6" fmla="*/ 32 w 458"/>
                <a:gd name="T7" fmla="*/ 0 h 545"/>
                <a:gd name="T8" fmla="*/ 29 w 458"/>
                <a:gd name="T9" fmla="*/ 0 h 545"/>
                <a:gd name="T10" fmla="*/ 28 w 458"/>
                <a:gd name="T11" fmla="*/ 0 h 545"/>
                <a:gd name="T12" fmla="*/ 25 w 458"/>
                <a:gd name="T13" fmla="*/ 0 h 545"/>
                <a:gd name="T14" fmla="*/ 22 w 458"/>
                <a:gd name="T15" fmla="*/ 0 h 545"/>
                <a:gd name="T16" fmla="*/ 20 w 458"/>
                <a:gd name="T17" fmla="*/ 1 h 545"/>
                <a:gd name="T18" fmla="*/ 18 w 458"/>
                <a:gd name="T19" fmla="*/ 2 h 545"/>
                <a:gd name="T20" fmla="*/ 15 w 458"/>
                <a:gd name="T21" fmla="*/ 3 h 545"/>
                <a:gd name="T22" fmla="*/ 13 w 458"/>
                <a:gd name="T23" fmla="*/ 4 h 545"/>
                <a:gd name="T24" fmla="*/ 11 w 458"/>
                <a:gd name="T25" fmla="*/ 6 h 545"/>
                <a:gd name="T26" fmla="*/ 9 w 458"/>
                <a:gd name="T27" fmla="*/ 8 h 545"/>
                <a:gd name="T28" fmla="*/ 8 w 458"/>
                <a:gd name="T29" fmla="*/ 9 h 545"/>
                <a:gd name="T30" fmla="*/ 6 w 458"/>
                <a:gd name="T31" fmla="*/ 11 h 545"/>
                <a:gd name="T32" fmla="*/ 4 w 458"/>
                <a:gd name="T33" fmla="*/ 13 h 545"/>
                <a:gd name="T34" fmla="*/ 3 w 458"/>
                <a:gd name="T35" fmla="*/ 15 h 545"/>
                <a:gd name="T36" fmla="*/ 2 w 458"/>
                <a:gd name="T37" fmla="*/ 18 h 545"/>
                <a:gd name="T38" fmla="*/ 2 w 458"/>
                <a:gd name="T39" fmla="*/ 20 h 545"/>
                <a:gd name="T40" fmla="*/ 1 w 458"/>
                <a:gd name="T41" fmla="*/ 22 h 545"/>
                <a:gd name="T42" fmla="*/ 0 w 458"/>
                <a:gd name="T43" fmla="*/ 26 h 545"/>
                <a:gd name="T44" fmla="*/ 0 w 458"/>
                <a:gd name="T45" fmla="*/ 29 h 545"/>
                <a:gd name="T46" fmla="*/ 0 w 458"/>
                <a:gd name="T47" fmla="*/ 516 h 545"/>
                <a:gd name="T48" fmla="*/ 0 w 458"/>
                <a:gd name="T49" fmla="*/ 516 h 545"/>
                <a:gd name="T50" fmla="*/ 1 w 458"/>
                <a:gd name="T51" fmla="*/ 521 h 545"/>
                <a:gd name="T52" fmla="*/ 1 w 458"/>
                <a:gd name="T53" fmla="*/ 523 h 545"/>
                <a:gd name="T54" fmla="*/ 2 w 458"/>
                <a:gd name="T55" fmla="*/ 526 h 545"/>
                <a:gd name="T56" fmla="*/ 3 w 458"/>
                <a:gd name="T57" fmla="*/ 528 h 545"/>
                <a:gd name="T58" fmla="*/ 4 w 458"/>
                <a:gd name="T59" fmla="*/ 530 h 545"/>
                <a:gd name="T60" fmla="*/ 5 w 458"/>
                <a:gd name="T61" fmla="*/ 532 h 545"/>
                <a:gd name="T62" fmla="*/ 6 w 458"/>
                <a:gd name="T63" fmla="*/ 534 h 545"/>
                <a:gd name="T64" fmla="*/ 8 w 458"/>
                <a:gd name="T65" fmla="*/ 536 h 545"/>
                <a:gd name="T66" fmla="*/ 9 w 458"/>
                <a:gd name="T67" fmla="*/ 537 h 545"/>
                <a:gd name="T68" fmla="*/ 11 w 458"/>
                <a:gd name="T69" fmla="*/ 539 h 545"/>
                <a:gd name="T70" fmla="*/ 13 w 458"/>
                <a:gd name="T71" fmla="*/ 540 h 545"/>
                <a:gd name="T72" fmla="*/ 15 w 458"/>
                <a:gd name="T73" fmla="*/ 541 h 545"/>
                <a:gd name="T74" fmla="*/ 17 w 458"/>
                <a:gd name="T75" fmla="*/ 542 h 545"/>
                <a:gd name="T76" fmla="*/ 19 w 458"/>
                <a:gd name="T77" fmla="*/ 543 h 545"/>
                <a:gd name="T78" fmla="*/ 21 w 458"/>
                <a:gd name="T79" fmla="*/ 543 h 545"/>
                <a:gd name="T80" fmla="*/ 23 w 458"/>
                <a:gd name="T81" fmla="*/ 544 h 545"/>
                <a:gd name="T82" fmla="*/ 25 w 458"/>
                <a:gd name="T83" fmla="*/ 544 h 545"/>
                <a:gd name="T84" fmla="*/ 25 w 458"/>
                <a:gd name="T85" fmla="*/ 544 h 545"/>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458"/>
                <a:gd name="T130" fmla="*/ 0 h 545"/>
                <a:gd name="T131" fmla="*/ 458 w 458"/>
                <a:gd name="T132" fmla="*/ 545 h 545"/>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458" h="545">
                  <a:moveTo>
                    <a:pt x="25" y="544"/>
                  </a:moveTo>
                  <a:lnTo>
                    <a:pt x="457" y="544"/>
                  </a:lnTo>
                  <a:lnTo>
                    <a:pt x="457" y="0"/>
                  </a:lnTo>
                  <a:lnTo>
                    <a:pt x="32" y="0"/>
                  </a:lnTo>
                  <a:lnTo>
                    <a:pt x="29" y="0"/>
                  </a:lnTo>
                  <a:lnTo>
                    <a:pt x="28" y="0"/>
                  </a:lnTo>
                  <a:lnTo>
                    <a:pt x="25" y="0"/>
                  </a:lnTo>
                  <a:lnTo>
                    <a:pt x="22" y="0"/>
                  </a:lnTo>
                  <a:lnTo>
                    <a:pt x="20" y="1"/>
                  </a:lnTo>
                  <a:lnTo>
                    <a:pt x="18" y="2"/>
                  </a:lnTo>
                  <a:lnTo>
                    <a:pt x="15" y="3"/>
                  </a:lnTo>
                  <a:lnTo>
                    <a:pt x="13" y="4"/>
                  </a:lnTo>
                  <a:lnTo>
                    <a:pt x="11" y="6"/>
                  </a:lnTo>
                  <a:lnTo>
                    <a:pt x="9" y="8"/>
                  </a:lnTo>
                  <a:lnTo>
                    <a:pt x="8" y="9"/>
                  </a:lnTo>
                  <a:lnTo>
                    <a:pt x="6" y="11"/>
                  </a:lnTo>
                  <a:lnTo>
                    <a:pt x="4" y="13"/>
                  </a:lnTo>
                  <a:lnTo>
                    <a:pt x="3" y="15"/>
                  </a:lnTo>
                  <a:lnTo>
                    <a:pt x="2" y="18"/>
                  </a:lnTo>
                  <a:lnTo>
                    <a:pt x="2" y="20"/>
                  </a:lnTo>
                  <a:lnTo>
                    <a:pt x="1" y="22"/>
                  </a:lnTo>
                  <a:lnTo>
                    <a:pt x="0" y="26"/>
                  </a:lnTo>
                  <a:lnTo>
                    <a:pt x="0" y="29"/>
                  </a:lnTo>
                  <a:lnTo>
                    <a:pt x="0" y="516"/>
                  </a:lnTo>
                  <a:lnTo>
                    <a:pt x="1" y="521"/>
                  </a:lnTo>
                  <a:lnTo>
                    <a:pt x="1" y="523"/>
                  </a:lnTo>
                  <a:lnTo>
                    <a:pt x="2" y="526"/>
                  </a:lnTo>
                  <a:lnTo>
                    <a:pt x="3" y="528"/>
                  </a:lnTo>
                  <a:lnTo>
                    <a:pt x="4" y="530"/>
                  </a:lnTo>
                  <a:lnTo>
                    <a:pt x="5" y="532"/>
                  </a:lnTo>
                  <a:lnTo>
                    <a:pt x="6" y="534"/>
                  </a:lnTo>
                  <a:lnTo>
                    <a:pt x="8" y="536"/>
                  </a:lnTo>
                  <a:lnTo>
                    <a:pt x="9" y="537"/>
                  </a:lnTo>
                  <a:lnTo>
                    <a:pt x="11" y="539"/>
                  </a:lnTo>
                  <a:lnTo>
                    <a:pt x="13" y="540"/>
                  </a:lnTo>
                  <a:lnTo>
                    <a:pt x="15" y="541"/>
                  </a:lnTo>
                  <a:lnTo>
                    <a:pt x="17" y="542"/>
                  </a:lnTo>
                  <a:lnTo>
                    <a:pt x="19" y="543"/>
                  </a:lnTo>
                  <a:lnTo>
                    <a:pt x="21" y="543"/>
                  </a:lnTo>
                  <a:lnTo>
                    <a:pt x="23" y="544"/>
                  </a:lnTo>
                  <a:lnTo>
                    <a:pt x="25" y="544"/>
                  </a:lnTo>
                </a:path>
              </a:pathLst>
            </a:custGeom>
            <a:solidFill>
              <a:srgbClr val="FFFFFF"/>
            </a:solidFill>
            <a:ln w="0">
              <a:solidFill>
                <a:srgbClr val="000000"/>
              </a:solidFill>
              <a:round/>
              <a:headEnd/>
              <a:tailEnd/>
            </a:ln>
          </p:spPr>
          <p:txBody>
            <a:bodyPr/>
            <a:lstStyle/>
            <a:p>
              <a:endParaRPr lang="fr-FR" sz="1350"/>
            </a:p>
          </p:txBody>
        </p:sp>
        <p:sp>
          <p:nvSpPr>
            <p:cNvPr id="46116" name="Freeform 12"/>
            <p:cNvSpPr>
              <a:spLocks/>
            </p:cNvSpPr>
            <p:nvPr/>
          </p:nvSpPr>
          <p:spPr bwMode="auto">
            <a:xfrm>
              <a:off x="779" y="3314"/>
              <a:ext cx="11" cy="147"/>
            </a:xfrm>
            <a:custGeom>
              <a:avLst/>
              <a:gdLst>
                <a:gd name="T0" fmla="*/ 10 w 11"/>
                <a:gd name="T1" fmla="*/ 146 h 147"/>
                <a:gd name="T2" fmla="*/ 5 w 11"/>
                <a:gd name="T3" fmla="*/ 138 h 147"/>
                <a:gd name="T4" fmla="*/ 3 w 11"/>
                <a:gd name="T5" fmla="*/ 133 h 147"/>
                <a:gd name="T6" fmla="*/ 2 w 11"/>
                <a:gd name="T7" fmla="*/ 128 h 147"/>
                <a:gd name="T8" fmla="*/ 1 w 11"/>
                <a:gd name="T9" fmla="*/ 122 h 147"/>
                <a:gd name="T10" fmla="*/ 1 w 11"/>
                <a:gd name="T11" fmla="*/ 113 h 147"/>
                <a:gd name="T12" fmla="*/ 2 w 11"/>
                <a:gd name="T13" fmla="*/ 103 h 147"/>
                <a:gd name="T14" fmla="*/ 3 w 11"/>
                <a:gd name="T15" fmla="*/ 96 h 147"/>
                <a:gd name="T16" fmla="*/ 3 w 11"/>
                <a:gd name="T17" fmla="*/ 91 h 147"/>
                <a:gd name="T18" fmla="*/ 3 w 11"/>
                <a:gd name="T19" fmla="*/ 82 h 147"/>
                <a:gd name="T20" fmla="*/ 2 w 11"/>
                <a:gd name="T21" fmla="*/ 79 h 147"/>
                <a:gd name="T22" fmla="*/ 1 w 11"/>
                <a:gd name="T23" fmla="*/ 76 h 147"/>
                <a:gd name="T24" fmla="*/ 1 w 11"/>
                <a:gd name="T25" fmla="*/ 75 h 147"/>
                <a:gd name="T26" fmla="*/ 0 w 11"/>
                <a:gd name="T27" fmla="*/ 74 h 147"/>
                <a:gd name="T28" fmla="*/ 0 w 11"/>
                <a:gd name="T29" fmla="*/ 74 h 147"/>
                <a:gd name="T30" fmla="*/ 0 w 11"/>
                <a:gd name="T31" fmla="*/ 73 h 147"/>
                <a:gd name="T32" fmla="*/ 1 w 11"/>
                <a:gd name="T33" fmla="*/ 72 h 147"/>
                <a:gd name="T34" fmla="*/ 1 w 11"/>
                <a:gd name="T35" fmla="*/ 70 h 147"/>
                <a:gd name="T36" fmla="*/ 2 w 11"/>
                <a:gd name="T37" fmla="*/ 68 h 147"/>
                <a:gd name="T38" fmla="*/ 3 w 11"/>
                <a:gd name="T39" fmla="*/ 65 h 147"/>
                <a:gd name="T40" fmla="*/ 3 w 11"/>
                <a:gd name="T41" fmla="*/ 56 h 147"/>
                <a:gd name="T42" fmla="*/ 3 w 11"/>
                <a:gd name="T43" fmla="*/ 51 h 147"/>
                <a:gd name="T44" fmla="*/ 2 w 11"/>
                <a:gd name="T45" fmla="*/ 44 h 147"/>
                <a:gd name="T46" fmla="*/ 1 w 11"/>
                <a:gd name="T47" fmla="*/ 34 h 147"/>
                <a:gd name="T48" fmla="*/ 1 w 11"/>
                <a:gd name="T49" fmla="*/ 26 h 147"/>
                <a:gd name="T50" fmla="*/ 2 w 11"/>
                <a:gd name="T51" fmla="*/ 19 h 147"/>
                <a:gd name="T52" fmla="*/ 3 w 11"/>
                <a:gd name="T53" fmla="*/ 14 h 147"/>
                <a:gd name="T54" fmla="*/ 5 w 11"/>
                <a:gd name="T55" fmla="*/ 9 h 147"/>
                <a:gd name="T56" fmla="*/ 10 w 11"/>
                <a:gd name="T57" fmla="*/ 0 h 147"/>
                <a:gd name="T58" fmla="*/ 10 w 11"/>
                <a:gd name="T59" fmla="*/ 146 h 147"/>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1"/>
                <a:gd name="T91" fmla="*/ 0 h 147"/>
                <a:gd name="T92" fmla="*/ 11 w 11"/>
                <a:gd name="T93" fmla="*/ 147 h 147"/>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1" h="147">
                  <a:moveTo>
                    <a:pt x="10" y="146"/>
                  </a:moveTo>
                  <a:lnTo>
                    <a:pt x="5" y="138"/>
                  </a:lnTo>
                  <a:lnTo>
                    <a:pt x="3" y="133"/>
                  </a:lnTo>
                  <a:lnTo>
                    <a:pt x="2" y="128"/>
                  </a:lnTo>
                  <a:lnTo>
                    <a:pt x="1" y="122"/>
                  </a:lnTo>
                  <a:lnTo>
                    <a:pt x="1" y="113"/>
                  </a:lnTo>
                  <a:lnTo>
                    <a:pt x="2" y="103"/>
                  </a:lnTo>
                  <a:lnTo>
                    <a:pt x="3" y="96"/>
                  </a:lnTo>
                  <a:lnTo>
                    <a:pt x="3" y="91"/>
                  </a:lnTo>
                  <a:lnTo>
                    <a:pt x="3" y="82"/>
                  </a:lnTo>
                  <a:lnTo>
                    <a:pt x="2" y="79"/>
                  </a:lnTo>
                  <a:lnTo>
                    <a:pt x="1" y="76"/>
                  </a:lnTo>
                  <a:lnTo>
                    <a:pt x="1" y="75"/>
                  </a:lnTo>
                  <a:lnTo>
                    <a:pt x="0" y="74"/>
                  </a:lnTo>
                  <a:lnTo>
                    <a:pt x="0" y="73"/>
                  </a:lnTo>
                  <a:lnTo>
                    <a:pt x="1" y="72"/>
                  </a:lnTo>
                  <a:lnTo>
                    <a:pt x="1" y="70"/>
                  </a:lnTo>
                  <a:lnTo>
                    <a:pt x="2" y="68"/>
                  </a:lnTo>
                  <a:lnTo>
                    <a:pt x="3" y="65"/>
                  </a:lnTo>
                  <a:lnTo>
                    <a:pt x="3" y="56"/>
                  </a:lnTo>
                  <a:lnTo>
                    <a:pt x="3" y="51"/>
                  </a:lnTo>
                  <a:lnTo>
                    <a:pt x="2" y="44"/>
                  </a:lnTo>
                  <a:lnTo>
                    <a:pt x="1" y="34"/>
                  </a:lnTo>
                  <a:lnTo>
                    <a:pt x="1" y="26"/>
                  </a:lnTo>
                  <a:lnTo>
                    <a:pt x="2" y="19"/>
                  </a:lnTo>
                  <a:lnTo>
                    <a:pt x="3" y="14"/>
                  </a:lnTo>
                  <a:lnTo>
                    <a:pt x="5" y="9"/>
                  </a:lnTo>
                  <a:lnTo>
                    <a:pt x="10" y="0"/>
                  </a:lnTo>
                  <a:lnTo>
                    <a:pt x="10" y="146"/>
                  </a:lnTo>
                </a:path>
              </a:pathLst>
            </a:custGeom>
            <a:solidFill>
              <a:srgbClr val="AAAAAA"/>
            </a:solidFill>
            <a:ln w="0">
              <a:solidFill>
                <a:srgbClr val="000000"/>
              </a:solidFill>
              <a:round/>
              <a:headEnd/>
              <a:tailEnd/>
            </a:ln>
          </p:spPr>
          <p:txBody>
            <a:bodyPr/>
            <a:lstStyle/>
            <a:p>
              <a:endParaRPr lang="fr-FR" sz="1350"/>
            </a:p>
          </p:txBody>
        </p:sp>
        <p:sp>
          <p:nvSpPr>
            <p:cNvPr id="46117" name="Freeform 13"/>
            <p:cNvSpPr>
              <a:spLocks/>
            </p:cNvSpPr>
            <p:nvPr/>
          </p:nvSpPr>
          <p:spPr bwMode="auto">
            <a:xfrm>
              <a:off x="778" y="3591"/>
              <a:ext cx="12" cy="148"/>
            </a:xfrm>
            <a:custGeom>
              <a:avLst/>
              <a:gdLst>
                <a:gd name="T0" fmla="*/ 11 w 12"/>
                <a:gd name="T1" fmla="*/ 147 h 148"/>
                <a:gd name="T2" fmla="*/ 6 w 12"/>
                <a:gd name="T3" fmla="*/ 139 h 148"/>
                <a:gd name="T4" fmla="*/ 4 w 12"/>
                <a:gd name="T5" fmla="*/ 133 h 148"/>
                <a:gd name="T6" fmla="*/ 3 w 12"/>
                <a:gd name="T7" fmla="*/ 128 h 148"/>
                <a:gd name="T8" fmla="*/ 2 w 12"/>
                <a:gd name="T9" fmla="*/ 122 h 148"/>
                <a:gd name="T10" fmla="*/ 2 w 12"/>
                <a:gd name="T11" fmla="*/ 113 h 148"/>
                <a:gd name="T12" fmla="*/ 2 w 12"/>
                <a:gd name="T13" fmla="*/ 104 h 148"/>
                <a:gd name="T14" fmla="*/ 3 w 12"/>
                <a:gd name="T15" fmla="*/ 97 h 148"/>
                <a:gd name="T16" fmla="*/ 4 w 12"/>
                <a:gd name="T17" fmla="*/ 91 h 148"/>
                <a:gd name="T18" fmla="*/ 3 w 12"/>
                <a:gd name="T19" fmla="*/ 83 h 148"/>
                <a:gd name="T20" fmla="*/ 3 w 12"/>
                <a:gd name="T21" fmla="*/ 80 h 148"/>
                <a:gd name="T22" fmla="*/ 2 w 12"/>
                <a:gd name="T23" fmla="*/ 77 h 148"/>
                <a:gd name="T24" fmla="*/ 1 w 12"/>
                <a:gd name="T25" fmla="*/ 76 h 148"/>
                <a:gd name="T26" fmla="*/ 0 w 12"/>
                <a:gd name="T27" fmla="*/ 74 h 148"/>
                <a:gd name="T28" fmla="*/ 0 w 12"/>
                <a:gd name="T29" fmla="*/ 74 h 148"/>
                <a:gd name="T30" fmla="*/ 0 w 12"/>
                <a:gd name="T31" fmla="*/ 73 h 148"/>
                <a:gd name="T32" fmla="*/ 1 w 12"/>
                <a:gd name="T33" fmla="*/ 72 h 148"/>
                <a:gd name="T34" fmla="*/ 2 w 12"/>
                <a:gd name="T35" fmla="*/ 71 h 148"/>
                <a:gd name="T36" fmla="*/ 2 w 12"/>
                <a:gd name="T37" fmla="*/ 69 h 148"/>
                <a:gd name="T38" fmla="*/ 3 w 12"/>
                <a:gd name="T39" fmla="*/ 65 h 148"/>
                <a:gd name="T40" fmla="*/ 4 w 12"/>
                <a:gd name="T41" fmla="*/ 57 h 148"/>
                <a:gd name="T42" fmla="*/ 3 w 12"/>
                <a:gd name="T43" fmla="*/ 52 h 148"/>
                <a:gd name="T44" fmla="*/ 2 w 12"/>
                <a:gd name="T45" fmla="*/ 45 h 148"/>
                <a:gd name="T46" fmla="*/ 2 w 12"/>
                <a:gd name="T47" fmla="*/ 35 h 148"/>
                <a:gd name="T48" fmla="*/ 2 w 12"/>
                <a:gd name="T49" fmla="*/ 26 h 148"/>
                <a:gd name="T50" fmla="*/ 3 w 12"/>
                <a:gd name="T51" fmla="*/ 20 h 148"/>
                <a:gd name="T52" fmla="*/ 4 w 12"/>
                <a:gd name="T53" fmla="*/ 15 h 148"/>
                <a:gd name="T54" fmla="*/ 6 w 12"/>
                <a:gd name="T55" fmla="*/ 9 h 148"/>
                <a:gd name="T56" fmla="*/ 11 w 12"/>
                <a:gd name="T57" fmla="*/ 0 h 148"/>
                <a:gd name="T58" fmla="*/ 11 w 12"/>
                <a:gd name="T59" fmla="*/ 147 h 14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2"/>
                <a:gd name="T91" fmla="*/ 0 h 148"/>
                <a:gd name="T92" fmla="*/ 12 w 12"/>
                <a:gd name="T93" fmla="*/ 148 h 14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2" h="148">
                  <a:moveTo>
                    <a:pt x="11" y="147"/>
                  </a:moveTo>
                  <a:lnTo>
                    <a:pt x="6" y="139"/>
                  </a:lnTo>
                  <a:lnTo>
                    <a:pt x="4" y="133"/>
                  </a:lnTo>
                  <a:lnTo>
                    <a:pt x="3" y="128"/>
                  </a:lnTo>
                  <a:lnTo>
                    <a:pt x="2" y="122"/>
                  </a:lnTo>
                  <a:lnTo>
                    <a:pt x="2" y="113"/>
                  </a:lnTo>
                  <a:lnTo>
                    <a:pt x="2" y="104"/>
                  </a:lnTo>
                  <a:lnTo>
                    <a:pt x="3" y="97"/>
                  </a:lnTo>
                  <a:lnTo>
                    <a:pt x="4" y="91"/>
                  </a:lnTo>
                  <a:lnTo>
                    <a:pt x="3" y="83"/>
                  </a:lnTo>
                  <a:lnTo>
                    <a:pt x="3" y="80"/>
                  </a:lnTo>
                  <a:lnTo>
                    <a:pt x="2" y="77"/>
                  </a:lnTo>
                  <a:lnTo>
                    <a:pt x="1" y="76"/>
                  </a:lnTo>
                  <a:lnTo>
                    <a:pt x="0" y="74"/>
                  </a:lnTo>
                  <a:lnTo>
                    <a:pt x="0" y="73"/>
                  </a:lnTo>
                  <a:lnTo>
                    <a:pt x="1" y="72"/>
                  </a:lnTo>
                  <a:lnTo>
                    <a:pt x="2" y="71"/>
                  </a:lnTo>
                  <a:lnTo>
                    <a:pt x="2" y="69"/>
                  </a:lnTo>
                  <a:lnTo>
                    <a:pt x="3" y="65"/>
                  </a:lnTo>
                  <a:lnTo>
                    <a:pt x="4" y="57"/>
                  </a:lnTo>
                  <a:lnTo>
                    <a:pt x="3" y="52"/>
                  </a:lnTo>
                  <a:lnTo>
                    <a:pt x="2" y="45"/>
                  </a:lnTo>
                  <a:lnTo>
                    <a:pt x="2" y="35"/>
                  </a:lnTo>
                  <a:lnTo>
                    <a:pt x="2" y="26"/>
                  </a:lnTo>
                  <a:lnTo>
                    <a:pt x="3" y="20"/>
                  </a:lnTo>
                  <a:lnTo>
                    <a:pt x="4" y="15"/>
                  </a:lnTo>
                  <a:lnTo>
                    <a:pt x="6" y="9"/>
                  </a:lnTo>
                  <a:lnTo>
                    <a:pt x="11" y="0"/>
                  </a:lnTo>
                  <a:lnTo>
                    <a:pt x="11" y="147"/>
                  </a:lnTo>
                </a:path>
              </a:pathLst>
            </a:custGeom>
            <a:solidFill>
              <a:srgbClr val="AAAAAA"/>
            </a:solidFill>
            <a:ln w="0">
              <a:solidFill>
                <a:srgbClr val="000000"/>
              </a:solidFill>
              <a:round/>
              <a:headEnd/>
              <a:tailEnd/>
            </a:ln>
          </p:spPr>
          <p:txBody>
            <a:bodyPr/>
            <a:lstStyle/>
            <a:p>
              <a:endParaRPr lang="fr-FR" sz="1350"/>
            </a:p>
          </p:txBody>
        </p:sp>
        <p:sp>
          <p:nvSpPr>
            <p:cNvPr id="46118" name="Freeform 14"/>
            <p:cNvSpPr>
              <a:spLocks/>
            </p:cNvSpPr>
            <p:nvPr/>
          </p:nvSpPr>
          <p:spPr bwMode="auto">
            <a:xfrm>
              <a:off x="352" y="3310"/>
              <a:ext cx="193" cy="391"/>
            </a:xfrm>
            <a:custGeom>
              <a:avLst/>
              <a:gdLst>
                <a:gd name="T0" fmla="*/ 192 w 193"/>
                <a:gd name="T1" fmla="*/ 360 h 391"/>
                <a:gd name="T2" fmla="*/ 190 w 193"/>
                <a:gd name="T3" fmla="*/ 369 h 391"/>
                <a:gd name="T4" fmla="*/ 186 w 193"/>
                <a:gd name="T5" fmla="*/ 376 h 391"/>
                <a:gd name="T6" fmla="*/ 182 w 193"/>
                <a:gd name="T7" fmla="*/ 380 h 391"/>
                <a:gd name="T8" fmla="*/ 178 w 193"/>
                <a:gd name="T9" fmla="*/ 384 h 391"/>
                <a:gd name="T10" fmla="*/ 172 w 193"/>
                <a:gd name="T11" fmla="*/ 386 h 391"/>
                <a:gd name="T12" fmla="*/ 167 w 193"/>
                <a:gd name="T13" fmla="*/ 388 h 391"/>
                <a:gd name="T14" fmla="*/ 159 w 193"/>
                <a:gd name="T15" fmla="*/ 389 h 391"/>
                <a:gd name="T16" fmla="*/ 151 w 193"/>
                <a:gd name="T17" fmla="*/ 390 h 391"/>
                <a:gd name="T18" fmla="*/ 37 w 193"/>
                <a:gd name="T19" fmla="*/ 390 h 391"/>
                <a:gd name="T20" fmla="*/ 29 w 193"/>
                <a:gd name="T21" fmla="*/ 388 h 391"/>
                <a:gd name="T22" fmla="*/ 22 w 193"/>
                <a:gd name="T23" fmla="*/ 387 h 391"/>
                <a:gd name="T24" fmla="*/ 17 w 193"/>
                <a:gd name="T25" fmla="*/ 385 h 391"/>
                <a:gd name="T26" fmla="*/ 12 w 193"/>
                <a:gd name="T27" fmla="*/ 382 h 391"/>
                <a:gd name="T28" fmla="*/ 9 w 193"/>
                <a:gd name="T29" fmla="*/ 379 h 391"/>
                <a:gd name="T30" fmla="*/ 5 w 193"/>
                <a:gd name="T31" fmla="*/ 373 h 391"/>
                <a:gd name="T32" fmla="*/ 1 w 193"/>
                <a:gd name="T33" fmla="*/ 366 h 391"/>
                <a:gd name="T34" fmla="*/ 0 w 193"/>
                <a:gd name="T35" fmla="*/ 34 h 391"/>
                <a:gd name="T36" fmla="*/ 1 w 193"/>
                <a:gd name="T37" fmla="*/ 27 h 391"/>
                <a:gd name="T38" fmla="*/ 5 w 193"/>
                <a:gd name="T39" fmla="*/ 19 h 391"/>
                <a:gd name="T40" fmla="*/ 9 w 193"/>
                <a:gd name="T41" fmla="*/ 13 h 391"/>
                <a:gd name="T42" fmla="*/ 12 w 193"/>
                <a:gd name="T43" fmla="*/ 9 h 391"/>
                <a:gd name="T44" fmla="*/ 17 w 193"/>
                <a:gd name="T45" fmla="*/ 6 h 391"/>
                <a:gd name="T46" fmla="*/ 22 w 193"/>
                <a:gd name="T47" fmla="*/ 4 h 391"/>
                <a:gd name="T48" fmla="*/ 29 w 193"/>
                <a:gd name="T49" fmla="*/ 2 h 391"/>
                <a:gd name="T50" fmla="*/ 39 w 193"/>
                <a:gd name="T51" fmla="*/ 0 h 391"/>
                <a:gd name="T52" fmla="*/ 159 w 193"/>
                <a:gd name="T53" fmla="*/ 1 h 391"/>
                <a:gd name="T54" fmla="*/ 167 w 193"/>
                <a:gd name="T55" fmla="*/ 3 h 391"/>
                <a:gd name="T56" fmla="*/ 172 w 193"/>
                <a:gd name="T57" fmla="*/ 5 h 391"/>
                <a:gd name="T58" fmla="*/ 178 w 193"/>
                <a:gd name="T59" fmla="*/ 8 h 391"/>
                <a:gd name="T60" fmla="*/ 182 w 193"/>
                <a:gd name="T61" fmla="*/ 11 h 391"/>
                <a:gd name="T62" fmla="*/ 186 w 193"/>
                <a:gd name="T63" fmla="*/ 15 h 391"/>
                <a:gd name="T64" fmla="*/ 190 w 193"/>
                <a:gd name="T65" fmla="*/ 24 h 391"/>
                <a:gd name="T66" fmla="*/ 192 w 193"/>
                <a:gd name="T67" fmla="*/ 33 h 39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93"/>
                <a:gd name="T103" fmla="*/ 0 h 391"/>
                <a:gd name="T104" fmla="*/ 193 w 193"/>
                <a:gd name="T105" fmla="*/ 391 h 39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93" h="391">
                  <a:moveTo>
                    <a:pt x="192" y="35"/>
                  </a:moveTo>
                  <a:lnTo>
                    <a:pt x="192" y="360"/>
                  </a:lnTo>
                  <a:lnTo>
                    <a:pt x="192" y="365"/>
                  </a:lnTo>
                  <a:lnTo>
                    <a:pt x="190" y="369"/>
                  </a:lnTo>
                  <a:lnTo>
                    <a:pt x="188" y="373"/>
                  </a:lnTo>
                  <a:lnTo>
                    <a:pt x="186" y="376"/>
                  </a:lnTo>
                  <a:lnTo>
                    <a:pt x="184" y="379"/>
                  </a:lnTo>
                  <a:lnTo>
                    <a:pt x="182" y="380"/>
                  </a:lnTo>
                  <a:lnTo>
                    <a:pt x="180" y="382"/>
                  </a:lnTo>
                  <a:lnTo>
                    <a:pt x="178" y="384"/>
                  </a:lnTo>
                  <a:lnTo>
                    <a:pt x="176" y="385"/>
                  </a:lnTo>
                  <a:lnTo>
                    <a:pt x="172" y="386"/>
                  </a:lnTo>
                  <a:lnTo>
                    <a:pt x="170" y="387"/>
                  </a:lnTo>
                  <a:lnTo>
                    <a:pt x="167" y="388"/>
                  </a:lnTo>
                  <a:lnTo>
                    <a:pt x="164" y="388"/>
                  </a:lnTo>
                  <a:lnTo>
                    <a:pt x="159" y="389"/>
                  </a:lnTo>
                  <a:lnTo>
                    <a:pt x="153" y="390"/>
                  </a:lnTo>
                  <a:lnTo>
                    <a:pt x="151" y="390"/>
                  </a:lnTo>
                  <a:lnTo>
                    <a:pt x="39" y="390"/>
                  </a:lnTo>
                  <a:lnTo>
                    <a:pt x="37" y="390"/>
                  </a:lnTo>
                  <a:lnTo>
                    <a:pt x="34" y="389"/>
                  </a:lnTo>
                  <a:lnTo>
                    <a:pt x="29" y="388"/>
                  </a:lnTo>
                  <a:lnTo>
                    <a:pt x="26" y="388"/>
                  </a:lnTo>
                  <a:lnTo>
                    <a:pt x="22" y="387"/>
                  </a:lnTo>
                  <a:lnTo>
                    <a:pt x="20" y="386"/>
                  </a:lnTo>
                  <a:lnTo>
                    <a:pt x="17" y="385"/>
                  </a:lnTo>
                  <a:lnTo>
                    <a:pt x="14" y="384"/>
                  </a:lnTo>
                  <a:lnTo>
                    <a:pt x="12" y="382"/>
                  </a:lnTo>
                  <a:lnTo>
                    <a:pt x="10" y="380"/>
                  </a:lnTo>
                  <a:lnTo>
                    <a:pt x="9" y="379"/>
                  </a:lnTo>
                  <a:lnTo>
                    <a:pt x="6" y="376"/>
                  </a:lnTo>
                  <a:lnTo>
                    <a:pt x="5" y="373"/>
                  </a:lnTo>
                  <a:lnTo>
                    <a:pt x="2" y="369"/>
                  </a:lnTo>
                  <a:lnTo>
                    <a:pt x="1" y="366"/>
                  </a:lnTo>
                  <a:lnTo>
                    <a:pt x="0" y="360"/>
                  </a:lnTo>
                  <a:lnTo>
                    <a:pt x="0" y="34"/>
                  </a:lnTo>
                  <a:lnTo>
                    <a:pt x="0" y="33"/>
                  </a:lnTo>
                  <a:lnTo>
                    <a:pt x="1" y="27"/>
                  </a:lnTo>
                  <a:lnTo>
                    <a:pt x="2" y="24"/>
                  </a:lnTo>
                  <a:lnTo>
                    <a:pt x="5" y="19"/>
                  </a:lnTo>
                  <a:lnTo>
                    <a:pt x="6" y="15"/>
                  </a:lnTo>
                  <a:lnTo>
                    <a:pt x="9" y="13"/>
                  </a:lnTo>
                  <a:lnTo>
                    <a:pt x="10" y="11"/>
                  </a:lnTo>
                  <a:lnTo>
                    <a:pt x="12" y="9"/>
                  </a:lnTo>
                  <a:lnTo>
                    <a:pt x="14" y="8"/>
                  </a:lnTo>
                  <a:lnTo>
                    <a:pt x="17" y="6"/>
                  </a:lnTo>
                  <a:lnTo>
                    <a:pt x="20" y="5"/>
                  </a:lnTo>
                  <a:lnTo>
                    <a:pt x="22" y="4"/>
                  </a:lnTo>
                  <a:lnTo>
                    <a:pt x="26" y="3"/>
                  </a:lnTo>
                  <a:lnTo>
                    <a:pt x="29" y="2"/>
                  </a:lnTo>
                  <a:lnTo>
                    <a:pt x="34" y="1"/>
                  </a:lnTo>
                  <a:lnTo>
                    <a:pt x="39" y="0"/>
                  </a:lnTo>
                  <a:lnTo>
                    <a:pt x="151" y="0"/>
                  </a:lnTo>
                  <a:lnTo>
                    <a:pt x="159" y="1"/>
                  </a:lnTo>
                  <a:lnTo>
                    <a:pt x="164" y="2"/>
                  </a:lnTo>
                  <a:lnTo>
                    <a:pt x="167" y="3"/>
                  </a:lnTo>
                  <a:lnTo>
                    <a:pt x="170" y="4"/>
                  </a:lnTo>
                  <a:lnTo>
                    <a:pt x="172" y="5"/>
                  </a:lnTo>
                  <a:lnTo>
                    <a:pt x="175" y="6"/>
                  </a:lnTo>
                  <a:lnTo>
                    <a:pt x="178" y="8"/>
                  </a:lnTo>
                  <a:lnTo>
                    <a:pt x="180" y="9"/>
                  </a:lnTo>
                  <a:lnTo>
                    <a:pt x="182" y="11"/>
                  </a:lnTo>
                  <a:lnTo>
                    <a:pt x="184" y="13"/>
                  </a:lnTo>
                  <a:lnTo>
                    <a:pt x="186" y="15"/>
                  </a:lnTo>
                  <a:lnTo>
                    <a:pt x="188" y="19"/>
                  </a:lnTo>
                  <a:lnTo>
                    <a:pt x="190" y="24"/>
                  </a:lnTo>
                  <a:lnTo>
                    <a:pt x="191" y="27"/>
                  </a:lnTo>
                  <a:lnTo>
                    <a:pt x="192" y="33"/>
                  </a:lnTo>
                  <a:lnTo>
                    <a:pt x="192" y="35"/>
                  </a:lnTo>
                </a:path>
              </a:pathLst>
            </a:custGeom>
            <a:solidFill>
              <a:srgbClr val="AAAAAA"/>
            </a:solidFill>
            <a:ln w="0">
              <a:solidFill>
                <a:srgbClr val="000000"/>
              </a:solidFill>
              <a:round/>
              <a:headEnd/>
              <a:tailEnd/>
            </a:ln>
          </p:spPr>
          <p:txBody>
            <a:bodyPr/>
            <a:lstStyle/>
            <a:p>
              <a:endParaRPr lang="fr-FR" sz="1350"/>
            </a:p>
          </p:txBody>
        </p:sp>
        <p:sp>
          <p:nvSpPr>
            <p:cNvPr id="46119" name="Freeform 15"/>
            <p:cNvSpPr>
              <a:spLocks/>
            </p:cNvSpPr>
            <p:nvPr/>
          </p:nvSpPr>
          <p:spPr bwMode="auto">
            <a:xfrm>
              <a:off x="329" y="3764"/>
              <a:ext cx="608" cy="141"/>
            </a:xfrm>
            <a:custGeom>
              <a:avLst/>
              <a:gdLst>
                <a:gd name="T0" fmla="*/ 2 w 608"/>
                <a:gd name="T1" fmla="*/ 122 h 141"/>
                <a:gd name="T2" fmla="*/ 0 w 608"/>
                <a:gd name="T3" fmla="*/ 122 h 141"/>
                <a:gd name="T4" fmla="*/ 4 w 608"/>
                <a:gd name="T5" fmla="*/ 137 h 141"/>
                <a:gd name="T6" fmla="*/ 5 w 608"/>
                <a:gd name="T7" fmla="*/ 138 h 141"/>
                <a:gd name="T8" fmla="*/ 5 w 608"/>
                <a:gd name="T9" fmla="*/ 139 h 141"/>
                <a:gd name="T10" fmla="*/ 9 w 608"/>
                <a:gd name="T11" fmla="*/ 140 h 141"/>
                <a:gd name="T12" fmla="*/ 12 w 608"/>
                <a:gd name="T13" fmla="*/ 140 h 141"/>
                <a:gd name="T14" fmla="*/ 12 w 608"/>
                <a:gd name="T15" fmla="*/ 140 h 141"/>
                <a:gd name="T16" fmla="*/ 479 w 608"/>
                <a:gd name="T17" fmla="*/ 140 h 141"/>
                <a:gd name="T18" fmla="*/ 482 w 608"/>
                <a:gd name="T19" fmla="*/ 140 h 141"/>
                <a:gd name="T20" fmla="*/ 485 w 608"/>
                <a:gd name="T21" fmla="*/ 139 h 141"/>
                <a:gd name="T22" fmla="*/ 489 w 608"/>
                <a:gd name="T23" fmla="*/ 136 h 141"/>
                <a:gd name="T24" fmla="*/ 493 w 608"/>
                <a:gd name="T25" fmla="*/ 132 h 141"/>
                <a:gd name="T26" fmla="*/ 497 w 608"/>
                <a:gd name="T27" fmla="*/ 127 h 141"/>
                <a:gd name="T28" fmla="*/ 604 w 608"/>
                <a:gd name="T29" fmla="*/ 20 h 141"/>
                <a:gd name="T30" fmla="*/ 607 w 608"/>
                <a:gd name="T31" fmla="*/ 16 h 141"/>
                <a:gd name="T32" fmla="*/ 607 w 608"/>
                <a:gd name="T33" fmla="*/ 12 h 141"/>
                <a:gd name="T34" fmla="*/ 607 w 608"/>
                <a:gd name="T35" fmla="*/ 0 h 141"/>
                <a:gd name="T36" fmla="*/ 489 w 608"/>
                <a:gd name="T37" fmla="*/ 119 h 141"/>
                <a:gd name="T38" fmla="*/ 485 w 608"/>
                <a:gd name="T39" fmla="*/ 121 h 141"/>
                <a:gd name="T40" fmla="*/ 479 w 608"/>
                <a:gd name="T41" fmla="*/ 122 h 141"/>
                <a:gd name="T42" fmla="*/ 2 w 608"/>
                <a:gd name="T43" fmla="*/ 122 h 14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608"/>
                <a:gd name="T67" fmla="*/ 0 h 141"/>
                <a:gd name="T68" fmla="*/ 608 w 608"/>
                <a:gd name="T69" fmla="*/ 141 h 141"/>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608" h="141">
                  <a:moveTo>
                    <a:pt x="2" y="122"/>
                  </a:moveTo>
                  <a:lnTo>
                    <a:pt x="0" y="122"/>
                  </a:lnTo>
                  <a:lnTo>
                    <a:pt x="4" y="137"/>
                  </a:lnTo>
                  <a:lnTo>
                    <a:pt x="5" y="138"/>
                  </a:lnTo>
                  <a:lnTo>
                    <a:pt x="5" y="139"/>
                  </a:lnTo>
                  <a:lnTo>
                    <a:pt x="9" y="140"/>
                  </a:lnTo>
                  <a:lnTo>
                    <a:pt x="12" y="140"/>
                  </a:lnTo>
                  <a:lnTo>
                    <a:pt x="479" y="140"/>
                  </a:lnTo>
                  <a:lnTo>
                    <a:pt x="482" y="140"/>
                  </a:lnTo>
                  <a:lnTo>
                    <a:pt x="485" y="139"/>
                  </a:lnTo>
                  <a:lnTo>
                    <a:pt x="489" y="136"/>
                  </a:lnTo>
                  <a:lnTo>
                    <a:pt x="493" y="132"/>
                  </a:lnTo>
                  <a:lnTo>
                    <a:pt x="497" y="127"/>
                  </a:lnTo>
                  <a:lnTo>
                    <a:pt x="604" y="20"/>
                  </a:lnTo>
                  <a:lnTo>
                    <a:pt x="607" y="16"/>
                  </a:lnTo>
                  <a:lnTo>
                    <a:pt x="607" y="12"/>
                  </a:lnTo>
                  <a:lnTo>
                    <a:pt x="607" y="0"/>
                  </a:lnTo>
                  <a:lnTo>
                    <a:pt x="489" y="119"/>
                  </a:lnTo>
                  <a:lnTo>
                    <a:pt x="485" y="121"/>
                  </a:lnTo>
                  <a:lnTo>
                    <a:pt x="479" y="122"/>
                  </a:lnTo>
                  <a:lnTo>
                    <a:pt x="2" y="122"/>
                  </a:lnTo>
                </a:path>
              </a:pathLst>
            </a:custGeom>
            <a:solidFill>
              <a:srgbClr val="AAAAAA"/>
            </a:solidFill>
            <a:ln w="0">
              <a:solidFill>
                <a:srgbClr val="000000"/>
              </a:solidFill>
              <a:round/>
              <a:headEnd/>
              <a:tailEnd/>
            </a:ln>
          </p:spPr>
          <p:txBody>
            <a:bodyPr/>
            <a:lstStyle/>
            <a:p>
              <a:endParaRPr lang="fr-FR" sz="1350"/>
            </a:p>
          </p:txBody>
        </p:sp>
        <p:sp>
          <p:nvSpPr>
            <p:cNvPr id="46120" name="Freeform 16"/>
            <p:cNvSpPr>
              <a:spLocks/>
            </p:cNvSpPr>
            <p:nvPr/>
          </p:nvSpPr>
          <p:spPr bwMode="auto">
            <a:xfrm>
              <a:off x="380" y="3366"/>
              <a:ext cx="114" cy="115"/>
            </a:xfrm>
            <a:custGeom>
              <a:avLst/>
              <a:gdLst>
                <a:gd name="T0" fmla="*/ 113 w 114"/>
                <a:gd name="T1" fmla="*/ 52 h 115"/>
                <a:gd name="T2" fmla="*/ 111 w 114"/>
                <a:gd name="T3" fmla="*/ 42 h 115"/>
                <a:gd name="T4" fmla="*/ 108 w 114"/>
                <a:gd name="T5" fmla="*/ 33 h 115"/>
                <a:gd name="T6" fmla="*/ 103 w 114"/>
                <a:gd name="T7" fmla="*/ 24 h 115"/>
                <a:gd name="T8" fmla="*/ 97 w 114"/>
                <a:gd name="T9" fmla="*/ 17 h 115"/>
                <a:gd name="T10" fmla="*/ 90 w 114"/>
                <a:gd name="T11" fmla="*/ 10 h 115"/>
                <a:gd name="T12" fmla="*/ 81 w 114"/>
                <a:gd name="T13" fmla="*/ 6 h 115"/>
                <a:gd name="T14" fmla="*/ 71 w 114"/>
                <a:gd name="T15" fmla="*/ 2 h 115"/>
                <a:gd name="T16" fmla="*/ 62 w 114"/>
                <a:gd name="T17" fmla="*/ 0 h 115"/>
                <a:gd name="T18" fmla="*/ 52 w 114"/>
                <a:gd name="T19" fmla="*/ 0 h 115"/>
                <a:gd name="T20" fmla="*/ 42 w 114"/>
                <a:gd name="T21" fmla="*/ 2 h 115"/>
                <a:gd name="T22" fmla="*/ 33 w 114"/>
                <a:gd name="T23" fmla="*/ 6 h 115"/>
                <a:gd name="T24" fmla="*/ 24 w 114"/>
                <a:gd name="T25" fmla="*/ 10 h 115"/>
                <a:gd name="T26" fmla="*/ 17 w 114"/>
                <a:gd name="T27" fmla="*/ 17 h 115"/>
                <a:gd name="T28" fmla="*/ 10 w 114"/>
                <a:gd name="T29" fmla="*/ 24 h 115"/>
                <a:gd name="T30" fmla="*/ 6 w 114"/>
                <a:gd name="T31" fmla="*/ 33 h 115"/>
                <a:gd name="T32" fmla="*/ 2 w 114"/>
                <a:gd name="T33" fmla="*/ 42 h 115"/>
                <a:gd name="T34" fmla="*/ 0 w 114"/>
                <a:gd name="T35" fmla="*/ 52 h 115"/>
                <a:gd name="T36" fmla="*/ 0 w 114"/>
                <a:gd name="T37" fmla="*/ 62 h 115"/>
                <a:gd name="T38" fmla="*/ 2 w 114"/>
                <a:gd name="T39" fmla="*/ 72 h 115"/>
                <a:gd name="T40" fmla="*/ 6 w 114"/>
                <a:gd name="T41" fmla="*/ 81 h 115"/>
                <a:gd name="T42" fmla="*/ 10 w 114"/>
                <a:gd name="T43" fmla="*/ 90 h 115"/>
                <a:gd name="T44" fmla="*/ 17 w 114"/>
                <a:gd name="T45" fmla="*/ 98 h 115"/>
                <a:gd name="T46" fmla="*/ 24 w 114"/>
                <a:gd name="T47" fmla="*/ 104 h 115"/>
                <a:gd name="T48" fmla="*/ 33 w 114"/>
                <a:gd name="T49" fmla="*/ 109 h 115"/>
                <a:gd name="T50" fmla="*/ 42 w 114"/>
                <a:gd name="T51" fmla="*/ 112 h 115"/>
                <a:gd name="T52" fmla="*/ 52 w 114"/>
                <a:gd name="T53" fmla="*/ 114 h 115"/>
                <a:gd name="T54" fmla="*/ 62 w 114"/>
                <a:gd name="T55" fmla="*/ 114 h 115"/>
                <a:gd name="T56" fmla="*/ 71 w 114"/>
                <a:gd name="T57" fmla="*/ 112 h 115"/>
                <a:gd name="T58" fmla="*/ 81 w 114"/>
                <a:gd name="T59" fmla="*/ 109 h 115"/>
                <a:gd name="T60" fmla="*/ 90 w 114"/>
                <a:gd name="T61" fmla="*/ 104 h 115"/>
                <a:gd name="T62" fmla="*/ 97 w 114"/>
                <a:gd name="T63" fmla="*/ 98 h 115"/>
                <a:gd name="T64" fmla="*/ 103 w 114"/>
                <a:gd name="T65" fmla="*/ 90 h 115"/>
                <a:gd name="T66" fmla="*/ 108 w 114"/>
                <a:gd name="T67" fmla="*/ 81 h 115"/>
                <a:gd name="T68" fmla="*/ 111 w 114"/>
                <a:gd name="T69" fmla="*/ 72 h 115"/>
                <a:gd name="T70" fmla="*/ 113 w 114"/>
                <a:gd name="T71" fmla="*/ 62 h 115"/>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14"/>
                <a:gd name="T109" fmla="*/ 0 h 115"/>
                <a:gd name="T110" fmla="*/ 114 w 114"/>
                <a:gd name="T111" fmla="*/ 115 h 115"/>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14" h="115">
                  <a:moveTo>
                    <a:pt x="113" y="57"/>
                  </a:moveTo>
                  <a:lnTo>
                    <a:pt x="113" y="52"/>
                  </a:lnTo>
                  <a:lnTo>
                    <a:pt x="112" y="48"/>
                  </a:lnTo>
                  <a:lnTo>
                    <a:pt x="111" y="42"/>
                  </a:lnTo>
                  <a:lnTo>
                    <a:pt x="110" y="38"/>
                  </a:lnTo>
                  <a:lnTo>
                    <a:pt x="108" y="33"/>
                  </a:lnTo>
                  <a:lnTo>
                    <a:pt x="106" y="29"/>
                  </a:lnTo>
                  <a:lnTo>
                    <a:pt x="103" y="24"/>
                  </a:lnTo>
                  <a:lnTo>
                    <a:pt x="100" y="21"/>
                  </a:lnTo>
                  <a:lnTo>
                    <a:pt x="97" y="17"/>
                  </a:lnTo>
                  <a:lnTo>
                    <a:pt x="93" y="14"/>
                  </a:lnTo>
                  <a:lnTo>
                    <a:pt x="90" y="10"/>
                  </a:lnTo>
                  <a:lnTo>
                    <a:pt x="85" y="8"/>
                  </a:lnTo>
                  <a:lnTo>
                    <a:pt x="81" y="6"/>
                  </a:lnTo>
                  <a:lnTo>
                    <a:pt x="76" y="4"/>
                  </a:lnTo>
                  <a:lnTo>
                    <a:pt x="71" y="2"/>
                  </a:lnTo>
                  <a:lnTo>
                    <a:pt x="67" y="1"/>
                  </a:lnTo>
                  <a:lnTo>
                    <a:pt x="62" y="0"/>
                  </a:lnTo>
                  <a:lnTo>
                    <a:pt x="57" y="0"/>
                  </a:lnTo>
                  <a:lnTo>
                    <a:pt x="52" y="0"/>
                  </a:lnTo>
                  <a:lnTo>
                    <a:pt x="47" y="1"/>
                  </a:lnTo>
                  <a:lnTo>
                    <a:pt x="42" y="2"/>
                  </a:lnTo>
                  <a:lnTo>
                    <a:pt x="38" y="4"/>
                  </a:lnTo>
                  <a:lnTo>
                    <a:pt x="33" y="6"/>
                  </a:lnTo>
                  <a:lnTo>
                    <a:pt x="28" y="8"/>
                  </a:lnTo>
                  <a:lnTo>
                    <a:pt x="24" y="10"/>
                  </a:lnTo>
                  <a:lnTo>
                    <a:pt x="20" y="14"/>
                  </a:lnTo>
                  <a:lnTo>
                    <a:pt x="17" y="17"/>
                  </a:lnTo>
                  <a:lnTo>
                    <a:pt x="14" y="21"/>
                  </a:lnTo>
                  <a:lnTo>
                    <a:pt x="10" y="24"/>
                  </a:lnTo>
                  <a:lnTo>
                    <a:pt x="8" y="29"/>
                  </a:lnTo>
                  <a:lnTo>
                    <a:pt x="6" y="33"/>
                  </a:lnTo>
                  <a:lnTo>
                    <a:pt x="4" y="38"/>
                  </a:lnTo>
                  <a:lnTo>
                    <a:pt x="2" y="42"/>
                  </a:lnTo>
                  <a:lnTo>
                    <a:pt x="1" y="48"/>
                  </a:lnTo>
                  <a:lnTo>
                    <a:pt x="0" y="52"/>
                  </a:lnTo>
                  <a:lnTo>
                    <a:pt x="0" y="57"/>
                  </a:lnTo>
                  <a:lnTo>
                    <a:pt x="0" y="62"/>
                  </a:lnTo>
                  <a:lnTo>
                    <a:pt x="1" y="67"/>
                  </a:lnTo>
                  <a:lnTo>
                    <a:pt x="2" y="72"/>
                  </a:lnTo>
                  <a:lnTo>
                    <a:pt x="4" y="77"/>
                  </a:lnTo>
                  <a:lnTo>
                    <a:pt x="6" y="81"/>
                  </a:lnTo>
                  <a:lnTo>
                    <a:pt x="8" y="86"/>
                  </a:lnTo>
                  <a:lnTo>
                    <a:pt x="10" y="90"/>
                  </a:lnTo>
                  <a:lnTo>
                    <a:pt x="14" y="94"/>
                  </a:lnTo>
                  <a:lnTo>
                    <a:pt x="17" y="98"/>
                  </a:lnTo>
                  <a:lnTo>
                    <a:pt x="20" y="101"/>
                  </a:lnTo>
                  <a:lnTo>
                    <a:pt x="24" y="104"/>
                  </a:lnTo>
                  <a:lnTo>
                    <a:pt x="28" y="107"/>
                  </a:lnTo>
                  <a:lnTo>
                    <a:pt x="33" y="109"/>
                  </a:lnTo>
                  <a:lnTo>
                    <a:pt x="38" y="111"/>
                  </a:lnTo>
                  <a:lnTo>
                    <a:pt x="42" y="112"/>
                  </a:lnTo>
                  <a:lnTo>
                    <a:pt x="47" y="114"/>
                  </a:lnTo>
                  <a:lnTo>
                    <a:pt x="52" y="114"/>
                  </a:lnTo>
                  <a:lnTo>
                    <a:pt x="57" y="114"/>
                  </a:lnTo>
                  <a:lnTo>
                    <a:pt x="62" y="114"/>
                  </a:lnTo>
                  <a:lnTo>
                    <a:pt x="67" y="114"/>
                  </a:lnTo>
                  <a:lnTo>
                    <a:pt x="71" y="112"/>
                  </a:lnTo>
                  <a:lnTo>
                    <a:pt x="76" y="111"/>
                  </a:lnTo>
                  <a:lnTo>
                    <a:pt x="81" y="109"/>
                  </a:lnTo>
                  <a:lnTo>
                    <a:pt x="85" y="107"/>
                  </a:lnTo>
                  <a:lnTo>
                    <a:pt x="90" y="104"/>
                  </a:lnTo>
                  <a:lnTo>
                    <a:pt x="93" y="101"/>
                  </a:lnTo>
                  <a:lnTo>
                    <a:pt x="97" y="98"/>
                  </a:lnTo>
                  <a:lnTo>
                    <a:pt x="100" y="94"/>
                  </a:lnTo>
                  <a:lnTo>
                    <a:pt x="103" y="90"/>
                  </a:lnTo>
                  <a:lnTo>
                    <a:pt x="106" y="86"/>
                  </a:lnTo>
                  <a:lnTo>
                    <a:pt x="108" y="81"/>
                  </a:lnTo>
                  <a:lnTo>
                    <a:pt x="110" y="77"/>
                  </a:lnTo>
                  <a:lnTo>
                    <a:pt x="111" y="72"/>
                  </a:lnTo>
                  <a:lnTo>
                    <a:pt x="112" y="67"/>
                  </a:lnTo>
                  <a:lnTo>
                    <a:pt x="113" y="62"/>
                  </a:lnTo>
                  <a:lnTo>
                    <a:pt x="113" y="57"/>
                  </a:lnTo>
                </a:path>
              </a:pathLst>
            </a:custGeom>
            <a:solidFill>
              <a:srgbClr val="000000"/>
            </a:solidFill>
            <a:ln w="0">
              <a:solidFill>
                <a:srgbClr val="FFFFFF"/>
              </a:solidFill>
              <a:round/>
              <a:headEnd/>
              <a:tailEnd/>
            </a:ln>
          </p:spPr>
          <p:txBody>
            <a:bodyPr/>
            <a:lstStyle/>
            <a:p>
              <a:endParaRPr lang="fr-FR" sz="1350"/>
            </a:p>
          </p:txBody>
        </p:sp>
        <p:sp>
          <p:nvSpPr>
            <p:cNvPr id="46121" name="Oval 17"/>
            <p:cNvSpPr>
              <a:spLocks noChangeArrowheads="1"/>
            </p:cNvSpPr>
            <p:nvPr/>
          </p:nvSpPr>
          <p:spPr bwMode="auto">
            <a:xfrm flipV="1">
              <a:off x="414" y="3555"/>
              <a:ext cx="46" cy="46"/>
            </a:xfrm>
            <a:prstGeom prst="ellipse">
              <a:avLst/>
            </a:prstGeom>
            <a:solidFill>
              <a:srgbClr val="000000"/>
            </a:solidFill>
            <a:ln w="0">
              <a:solidFill>
                <a:srgbClr val="FFFFFF"/>
              </a:solidFill>
              <a:round/>
              <a:headEnd/>
              <a:tailEnd/>
            </a:ln>
          </p:spPr>
          <p:txBody>
            <a:bodyPr wrap="none" anchor="ctr"/>
            <a:lstStyle/>
            <a:p>
              <a:endParaRPr lang="fr-FR" sz="1350"/>
            </a:p>
          </p:txBody>
        </p:sp>
        <p:sp>
          <p:nvSpPr>
            <p:cNvPr id="46122" name="Freeform 18"/>
            <p:cNvSpPr>
              <a:spLocks/>
            </p:cNvSpPr>
            <p:nvPr/>
          </p:nvSpPr>
          <p:spPr bwMode="auto">
            <a:xfrm>
              <a:off x="432" y="3396"/>
              <a:ext cx="33" cy="60"/>
            </a:xfrm>
            <a:custGeom>
              <a:avLst/>
              <a:gdLst>
                <a:gd name="T0" fmla="*/ 0 w 33"/>
                <a:gd name="T1" fmla="*/ 1 h 60"/>
                <a:gd name="T2" fmla="*/ 4 w 33"/>
                <a:gd name="T3" fmla="*/ 1 h 60"/>
                <a:gd name="T4" fmla="*/ 6 w 33"/>
                <a:gd name="T5" fmla="*/ 0 h 60"/>
                <a:gd name="T6" fmla="*/ 8 w 33"/>
                <a:gd name="T7" fmla="*/ 1 h 60"/>
                <a:gd name="T8" fmla="*/ 10 w 33"/>
                <a:gd name="T9" fmla="*/ 1 h 60"/>
                <a:gd name="T10" fmla="*/ 12 w 33"/>
                <a:gd name="T11" fmla="*/ 2 h 60"/>
                <a:gd name="T12" fmla="*/ 15 w 33"/>
                <a:gd name="T13" fmla="*/ 2 h 60"/>
                <a:gd name="T14" fmla="*/ 16 w 33"/>
                <a:gd name="T15" fmla="*/ 3 h 60"/>
                <a:gd name="T16" fmla="*/ 18 w 33"/>
                <a:gd name="T17" fmla="*/ 4 h 60"/>
                <a:gd name="T18" fmla="*/ 20 w 33"/>
                <a:gd name="T19" fmla="*/ 6 h 60"/>
                <a:gd name="T20" fmla="*/ 22 w 33"/>
                <a:gd name="T21" fmla="*/ 7 h 60"/>
                <a:gd name="T22" fmla="*/ 24 w 33"/>
                <a:gd name="T23" fmla="*/ 9 h 60"/>
                <a:gd name="T24" fmla="*/ 26 w 33"/>
                <a:gd name="T25" fmla="*/ 11 h 60"/>
                <a:gd name="T26" fmla="*/ 27 w 33"/>
                <a:gd name="T27" fmla="*/ 13 h 60"/>
                <a:gd name="T28" fmla="*/ 28 w 33"/>
                <a:gd name="T29" fmla="*/ 15 h 60"/>
                <a:gd name="T30" fmla="*/ 29 w 33"/>
                <a:gd name="T31" fmla="*/ 18 h 60"/>
                <a:gd name="T32" fmla="*/ 30 w 33"/>
                <a:gd name="T33" fmla="*/ 20 h 60"/>
                <a:gd name="T34" fmla="*/ 31 w 33"/>
                <a:gd name="T35" fmla="*/ 22 h 60"/>
                <a:gd name="T36" fmla="*/ 31 w 33"/>
                <a:gd name="T37" fmla="*/ 25 h 60"/>
                <a:gd name="T38" fmla="*/ 32 w 33"/>
                <a:gd name="T39" fmla="*/ 27 h 60"/>
                <a:gd name="T40" fmla="*/ 32 w 33"/>
                <a:gd name="T41" fmla="*/ 30 h 60"/>
                <a:gd name="T42" fmla="*/ 32 w 33"/>
                <a:gd name="T43" fmla="*/ 32 h 60"/>
                <a:gd name="T44" fmla="*/ 31 w 33"/>
                <a:gd name="T45" fmla="*/ 35 h 60"/>
                <a:gd name="T46" fmla="*/ 31 w 33"/>
                <a:gd name="T47" fmla="*/ 37 h 60"/>
                <a:gd name="T48" fmla="*/ 30 w 33"/>
                <a:gd name="T49" fmla="*/ 40 h 60"/>
                <a:gd name="T50" fmla="*/ 30 w 33"/>
                <a:gd name="T51" fmla="*/ 42 h 60"/>
                <a:gd name="T52" fmla="*/ 28 w 33"/>
                <a:gd name="T53" fmla="*/ 44 h 60"/>
                <a:gd name="T54" fmla="*/ 27 w 33"/>
                <a:gd name="T55" fmla="*/ 46 h 60"/>
                <a:gd name="T56" fmla="*/ 26 w 33"/>
                <a:gd name="T57" fmla="*/ 48 h 60"/>
                <a:gd name="T58" fmla="*/ 24 w 33"/>
                <a:gd name="T59" fmla="*/ 50 h 60"/>
                <a:gd name="T60" fmla="*/ 22 w 33"/>
                <a:gd name="T61" fmla="*/ 52 h 60"/>
                <a:gd name="T62" fmla="*/ 20 w 33"/>
                <a:gd name="T63" fmla="*/ 53 h 60"/>
                <a:gd name="T64" fmla="*/ 19 w 33"/>
                <a:gd name="T65" fmla="*/ 54 h 60"/>
                <a:gd name="T66" fmla="*/ 17 w 33"/>
                <a:gd name="T67" fmla="*/ 56 h 60"/>
                <a:gd name="T68" fmla="*/ 15 w 33"/>
                <a:gd name="T69" fmla="*/ 56 h 60"/>
                <a:gd name="T70" fmla="*/ 12 w 33"/>
                <a:gd name="T71" fmla="*/ 58 h 60"/>
                <a:gd name="T72" fmla="*/ 10 w 33"/>
                <a:gd name="T73" fmla="*/ 58 h 60"/>
                <a:gd name="T74" fmla="*/ 8 w 33"/>
                <a:gd name="T75" fmla="*/ 59 h 60"/>
                <a:gd name="T76" fmla="*/ 0 w 33"/>
                <a:gd name="T77" fmla="*/ 1 h 60"/>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33"/>
                <a:gd name="T118" fmla="*/ 0 h 60"/>
                <a:gd name="T119" fmla="*/ 33 w 33"/>
                <a:gd name="T120" fmla="*/ 60 h 60"/>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33" h="60">
                  <a:moveTo>
                    <a:pt x="0" y="1"/>
                  </a:moveTo>
                  <a:lnTo>
                    <a:pt x="4" y="1"/>
                  </a:lnTo>
                  <a:lnTo>
                    <a:pt x="6" y="0"/>
                  </a:lnTo>
                  <a:lnTo>
                    <a:pt x="8" y="1"/>
                  </a:lnTo>
                  <a:lnTo>
                    <a:pt x="10" y="1"/>
                  </a:lnTo>
                  <a:lnTo>
                    <a:pt x="12" y="2"/>
                  </a:lnTo>
                  <a:lnTo>
                    <a:pt x="15" y="2"/>
                  </a:lnTo>
                  <a:lnTo>
                    <a:pt x="16" y="3"/>
                  </a:lnTo>
                  <a:lnTo>
                    <a:pt x="18" y="4"/>
                  </a:lnTo>
                  <a:lnTo>
                    <a:pt x="20" y="6"/>
                  </a:lnTo>
                  <a:lnTo>
                    <a:pt x="22" y="7"/>
                  </a:lnTo>
                  <a:lnTo>
                    <a:pt x="24" y="9"/>
                  </a:lnTo>
                  <a:lnTo>
                    <a:pt x="26" y="11"/>
                  </a:lnTo>
                  <a:lnTo>
                    <a:pt x="27" y="13"/>
                  </a:lnTo>
                  <a:lnTo>
                    <a:pt x="28" y="15"/>
                  </a:lnTo>
                  <a:lnTo>
                    <a:pt x="29" y="18"/>
                  </a:lnTo>
                  <a:lnTo>
                    <a:pt x="30" y="20"/>
                  </a:lnTo>
                  <a:lnTo>
                    <a:pt x="31" y="22"/>
                  </a:lnTo>
                  <a:lnTo>
                    <a:pt x="31" y="25"/>
                  </a:lnTo>
                  <a:lnTo>
                    <a:pt x="32" y="27"/>
                  </a:lnTo>
                  <a:lnTo>
                    <a:pt x="32" y="30"/>
                  </a:lnTo>
                  <a:lnTo>
                    <a:pt x="32" y="32"/>
                  </a:lnTo>
                  <a:lnTo>
                    <a:pt x="31" y="35"/>
                  </a:lnTo>
                  <a:lnTo>
                    <a:pt x="31" y="37"/>
                  </a:lnTo>
                  <a:lnTo>
                    <a:pt x="30" y="40"/>
                  </a:lnTo>
                  <a:lnTo>
                    <a:pt x="30" y="42"/>
                  </a:lnTo>
                  <a:lnTo>
                    <a:pt x="28" y="44"/>
                  </a:lnTo>
                  <a:lnTo>
                    <a:pt x="27" y="46"/>
                  </a:lnTo>
                  <a:lnTo>
                    <a:pt x="26" y="48"/>
                  </a:lnTo>
                  <a:lnTo>
                    <a:pt x="24" y="50"/>
                  </a:lnTo>
                  <a:lnTo>
                    <a:pt x="22" y="52"/>
                  </a:lnTo>
                  <a:lnTo>
                    <a:pt x="20" y="53"/>
                  </a:lnTo>
                  <a:lnTo>
                    <a:pt x="19" y="54"/>
                  </a:lnTo>
                  <a:lnTo>
                    <a:pt x="17" y="56"/>
                  </a:lnTo>
                  <a:lnTo>
                    <a:pt x="15" y="56"/>
                  </a:lnTo>
                  <a:lnTo>
                    <a:pt x="12" y="58"/>
                  </a:lnTo>
                  <a:lnTo>
                    <a:pt x="10" y="58"/>
                  </a:lnTo>
                  <a:lnTo>
                    <a:pt x="8" y="59"/>
                  </a:lnTo>
                  <a:lnTo>
                    <a:pt x="0" y="1"/>
                  </a:lnTo>
                </a:path>
              </a:pathLst>
            </a:custGeom>
            <a:solidFill>
              <a:srgbClr val="AAAAAA"/>
            </a:solidFill>
            <a:ln w="0">
              <a:solidFill>
                <a:srgbClr val="FFFFFF"/>
              </a:solidFill>
              <a:round/>
              <a:headEnd/>
              <a:tailEnd/>
            </a:ln>
          </p:spPr>
          <p:txBody>
            <a:bodyPr/>
            <a:lstStyle/>
            <a:p>
              <a:endParaRPr lang="fr-FR" sz="1350"/>
            </a:p>
          </p:txBody>
        </p:sp>
        <p:sp>
          <p:nvSpPr>
            <p:cNvPr id="46123" name="Freeform 19"/>
            <p:cNvSpPr>
              <a:spLocks/>
            </p:cNvSpPr>
            <p:nvPr/>
          </p:nvSpPr>
          <p:spPr bwMode="auto">
            <a:xfrm>
              <a:off x="400" y="3397"/>
              <a:ext cx="58" cy="62"/>
            </a:xfrm>
            <a:custGeom>
              <a:avLst/>
              <a:gdLst>
                <a:gd name="T0" fmla="*/ 57 w 58"/>
                <a:gd name="T1" fmla="*/ 28 h 62"/>
                <a:gd name="T2" fmla="*/ 56 w 58"/>
                <a:gd name="T3" fmla="*/ 23 h 62"/>
                <a:gd name="T4" fmla="*/ 54 w 58"/>
                <a:gd name="T5" fmla="*/ 18 h 62"/>
                <a:gd name="T6" fmla="*/ 52 w 58"/>
                <a:gd name="T7" fmla="*/ 13 h 62"/>
                <a:gd name="T8" fmla="*/ 48 w 58"/>
                <a:gd name="T9" fmla="*/ 9 h 62"/>
                <a:gd name="T10" fmla="*/ 45 w 58"/>
                <a:gd name="T11" fmla="*/ 6 h 62"/>
                <a:gd name="T12" fmla="*/ 40 w 58"/>
                <a:gd name="T13" fmla="*/ 3 h 62"/>
                <a:gd name="T14" fmla="*/ 36 w 58"/>
                <a:gd name="T15" fmla="*/ 1 h 62"/>
                <a:gd name="T16" fmla="*/ 31 w 58"/>
                <a:gd name="T17" fmla="*/ 1 h 62"/>
                <a:gd name="T18" fmla="*/ 26 w 58"/>
                <a:gd name="T19" fmla="*/ 1 h 62"/>
                <a:gd name="T20" fmla="*/ 21 w 58"/>
                <a:gd name="T21" fmla="*/ 1 h 62"/>
                <a:gd name="T22" fmla="*/ 16 w 58"/>
                <a:gd name="T23" fmla="*/ 3 h 62"/>
                <a:gd name="T24" fmla="*/ 12 w 58"/>
                <a:gd name="T25" fmla="*/ 6 h 62"/>
                <a:gd name="T26" fmla="*/ 8 w 58"/>
                <a:gd name="T27" fmla="*/ 9 h 62"/>
                <a:gd name="T28" fmla="*/ 5 w 58"/>
                <a:gd name="T29" fmla="*/ 13 h 62"/>
                <a:gd name="T30" fmla="*/ 3 w 58"/>
                <a:gd name="T31" fmla="*/ 18 h 62"/>
                <a:gd name="T32" fmla="*/ 1 w 58"/>
                <a:gd name="T33" fmla="*/ 23 h 62"/>
                <a:gd name="T34" fmla="*/ 0 w 58"/>
                <a:gd name="T35" fmla="*/ 28 h 62"/>
                <a:gd name="T36" fmla="*/ 0 w 58"/>
                <a:gd name="T37" fmla="*/ 33 h 62"/>
                <a:gd name="T38" fmla="*/ 1 w 58"/>
                <a:gd name="T39" fmla="*/ 38 h 62"/>
                <a:gd name="T40" fmla="*/ 3 w 58"/>
                <a:gd name="T41" fmla="*/ 43 h 62"/>
                <a:gd name="T42" fmla="*/ 5 w 58"/>
                <a:gd name="T43" fmla="*/ 48 h 62"/>
                <a:gd name="T44" fmla="*/ 8 w 58"/>
                <a:gd name="T45" fmla="*/ 52 h 62"/>
                <a:gd name="T46" fmla="*/ 12 w 58"/>
                <a:gd name="T47" fmla="*/ 55 h 62"/>
                <a:gd name="T48" fmla="*/ 16 w 58"/>
                <a:gd name="T49" fmla="*/ 58 h 62"/>
                <a:gd name="T50" fmla="*/ 21 w 58"/>
                <a:gd name="T51" fmla="*/ 59 h 62"/>
                <a:gd name="T52" fmla="*/ 26 w 58"/>
                <a:gd name="T53" fmla="*/ 61 h 62"/>
                <a:gd name="T54" fmla="*/ 31 w 58"/>
                <a:gd name="T55" fmla="*/ 61 h 62"/>
                <a:gd name="T56" fmla="*/ 36 w 58"/>
                <a:gd name="T57" fmla="*/ 59 h 62"/>
                <a:gd name="T58" fmla="*/ 40 w 58"/>
                <a:gd name="T59" fmla="*/ 58 h 62"/>
                <a:gd name="T60" fmla="*/ 45 w 58"/>
                <a:gd name="T61" fmla="*/ 55 h 62"/>
                <a:gd name="T62" fmla="*/ 48 w 58"/>
                <a:gd name="T63" fmla="*/ 52 h 62"/>
                <a:gd name="T64" fmla="*/ 52 w 58"/>
                <a:gd name="T65" fmla="*/ 48 h 62"/>
                <a:gd name="T66" fmla="*/ 54 w 58"/>
                <a:gd name="T67" fmla="*/ 43 h 62"/>
                <a:gd name="T68" fmla="*/ 56 w 58"/>
                <a:gd name="T69" fmla="*/ 38 h 62"/>
                <a:gd name="T70" fmla="*/ 57 w 58"/>
                <a:gd name="T71" fmla="*/ 33 h 6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58"/>
                <a:gd name="T109" fmla="*/ 0 h 62"/>
                <a:gd name="T110" fmla="*/ 58 w 58"/>
                <a:gd name="T111" fmla="*/ 62 h 62"/>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58" h="62">
                  <a:moveTo>
                    <a:pt x="57" y="31"/>
                  </a:moveTo>
                  <a:lnTo>
                    <a:pt x="57" y="28"/>
                  </a:lnTo>
                  <a:lnTo>
                    <a:pt x="56" y="25"/>
                  </a:lnTo>
                  <a:lnTo>
                    <a:pt x="56" y="23"/>
                  </a:lnTo>
                  <a:lnTo>
                    <a:pt x="55" y="20"/>
                  </a:lnTo>
                  <a:lnTo>
                    <a:pt x="54" y="18"/>
                  </a:lnTo>
                  <a:lnTo>
                    <a:pt x="53" y="15"/>
                  </a:lnTo>
                  <a:lnTo>
                    <a:pt x="52" y="13"/>
                  </a:lnTo>
                  <a:lnTo>
                    <a:pt x="50" y="11"/>
                  </a:lnTo>
                  <a:lnTo>
                    <a:pt x="48" y="9"/>
                  </a:lnTo>
                  <a:lnTo>
                    <a:pt x="47" y="7"/>
                  </a:lnTo>
                  <a:lnTo>
                    <a:pt x="45" y="6"/>
                  </a:lnTo>
                  <a:lnTo>
                    <a:pt x="43" y="5"/>
                  </a:lnTo>
                  <a:lnTo>
                    <a:pt x="40" y="3"/>
                  </a:lnTo>
                  <a:lnTo>
                    <a:pt x="38" y="2"/>
                  </a:lnTo>
                  <a:lnTo>
                    <a:pt x="36" y="1"/>
                  </a:lnTo>
                  <a:lnTo>
                    <a:pt x="33" y="1"/>
                  </a:lnTo>
                  <a:lnTo>
                    <a:pt x="31" y="1"/>
                  </a:lnTo>
                  <a:lnTo>
                    <a:pt x="28" y="0"/>
                  </a:lnTo>
                  <a:lnTo>
                    <a:pt x="26" y="1"/>
                  </a:lnTo>
                  <a:lnTo>
                    <a:pt x="24" y="1"/>
                  </a:lnTo>
                  <a:lnTo>
                    <a:pt x="21" y="1"/>
                  </a:lnTo>
                  <a:lnTo>
                    <a:pt x="19" y="2"/>
                  </a:lnTo>
                  <a:lnTo>
                    <a:pt x="16" y="3"/>
                  </a:lnTo>
                  <a:lnTo>
                    <a:pt x="14" y="5"/>
                  </a:lnTo>
                  <a:lnTo>
                    <a:pt x="12" y="6"/>
                  </a:lnTo>
                  <a:lnTo>
                    <a:pt x="10" y="7"/>
                  </a:lnTo>
                  <a:lnTo>
                    <a:pt x="8" y="9"/>
                  </a:lnTo>
                  <a:lnTo>
                    <a:pt x="7" y="11"/>
                  </a:lnTo>
                  <a:lnTo>
                    <a:pt x="5" y="13"/>
                  </a:lnTo>
                  <a:lnTo>
                    <a:pt x="4" y="15"/>
                  </a:lnTo>
                  <a:lnTo>
                    <a:pt x="3" y="18"/>
                  </a:lnTo>
                  <a:lnTo>
                    <a:pt x="2" y="20"/>
                  </a:lnTo>
                  <a:lnTo>
                    <a:pt x="1" y="23"/>
                  </a:lnTo>
                  <a:lnTo>
                    <a:pt x="0" y="25"/>
                  </a:lnTo>
                  <a:lnTo>
                    <a:pt x="0" y="28"/>
                  </a:lnTo>
                  <a:lnTo>
                    <a:pt x="0" y="31"/>
                  </a:lnTo>
                  <a:lnTo>
                    <a:pt x="0" y="33"/>
                  </a:lnTo>
                  <a:lnTo>
                    <a:pt x="0" y="36"/>
                  </a:lnTo>
                  <a:lnTo>
                    <a:pt x="1" y="38"/>
                  </a:lnTo>
                  <a:lnTo>
                    <a:pt x="2" y="41"/>
                  </a:lnTo>
                  <a:lnTo>
                    <a:pt x="3" y="43"/>
                  </a:lnTo>
                  <a:lnTo>
                    <a:pt x="4" y="45"/>
                  </a:lnTo>
                  <a:lnTo>
                    <a:pt x="5" y="48"/>
                  </a:lnTo>
                  <a:lnTo>
                    <a:pt x="7" y="50"/>
                  </a:lnTo>
                  <a:lnTo>
                    <a:pt x="8" y="52"/>
                  </a:lnTo>
                  <a:lnTo>
                    <a:pt x="10" y="53"/>
                  </a:lnTo>
                  <a:lnTo>
                    <a:pt x="12" y="55"/>
                  </a:lnTo>
                  <a:lnTo>
                    <a:pt x="14" y="57"/>
                  </a:lnTo>
                  <a:lnTo>
                    <a:pt x="16" y="58"/>
                  </a:lnTo>
                  <a:lnTo>
                    <a:pt x="19" y="59"/>
                  </a:lnTo>
                  <a:lnTo>
                    <a:pt x="21" y="59"/>
                  </a:lnTo>
                  <a:lnTo>
                    <a:pt x="24" y="60"/>
                  </a:lnTo>
                  <a:lnTo>
                    <a:pt x="26" y="61"/>
                  </a:lnTo>
                  <a:lnTo>
                    <a:pt x="28" y="61"/>
                  </a:lnTo>
                  <a:lnTo>
                    <a:pt x="31" y="61"/>
                  </a:lnTo>
                  <a:lnTo>
                    <a:pt x="33" y="60"/>
                  </a:lnTo>
                  <a:lnTo>
                    <a:pt x="36" y="59"/>
                  </a:lnTo>
                  <a:lnTo>
                    <a:pt x="38" y="59"/>
                  </a:lnTo>
                  <a:lnTo>
                    <a:pt x="40" y="58"/>
                  </a:lnTo>
                  <a:lnTo>
                    <a:pt x="43" y="57"/>
                  </a:lnTo>
                  <a:lnTo>
                    <a:pt x="45" y="55"/>
                  </a:lnTo>
                  <a:lnTo>
                    <a:pt x="47" y="53"/>
                  </a:lnTo>
                  <a:lnTo>
                    <a:pt x="48" y="52"/>
                  </a:lnTo>
                  <a:lnTo>
                    <a:pt x="50" y="50"/>
                  </a:lnTo>
                  <a:lnTo>
                    <a:pt x="52" y="48"/>
                  </a:lnTo>
                  <a:lnTo>
                    <a:pt x="53" y="45"/>
                  </a:lnTo>
                  <a:lnTo>
                    <a:pt x="54" y="43"/>
                  </a:lnTo>
                  <a:lnTo>
                    <a:pt x="55" y="41"/>
                  </a:lnTo>
                  <a:lnTo>
                    <a:pt x="56" y="38"/>
                  </a:lnTo>
                  <a:lnTo>
                    <a:pt x="56" y="36"/>
                  </a:lnTo>
                  <a:lnTo>
                    <a:pt x="57" y="33"/>
                  </a:lnTo>
                  <a:lnTo>
                    <a:pt x="57" y="31"/>
                  </a:lnTo>
                </a:path>
              </a:pathLst>
            </a:custGeom>
            <a:solidFill>
              <a:srgbClr val="000000"/>
            </a:solidFill>
            <a:ln w="0">
              <a:solidFill>
                <a:srgbClr val="FFFFFF"/>
              </a:solidFill>
              <a:round/>
              <a:headEnd/>
              <a:tailEnd/>
            </a:ln>
          </p:spPr>
          <p:txBody>
            <a:bodyPr/>
            <a:lstStyle/>
            <a:p>
              <a:endParaRPr lang="fr-FR" sz="1350"/>
            </a:p>
          </p:txBody>
        </p:sp>
        <p:sp>
          <p:nvSpPr>
            <p:cNvPr id="46124" name="Freeform 20"/>
            <p:cNvSpPr>
              <a:spLocks/>
            </p:cNvSpPr>
            <p:nvPr/>
          </p:nvSpPr>
          <p:spPr bwMode="auto">
            <a:xfrm>
              <a:off x="418" y="3417"/>
              <a:ext cx="23" cy="24"/>
            </a:xfrm>
            <a:custGeom>
              <a:avLst/>
              <a:gdLst>
                <a:gd name="T0" fmla="*/ 21 w 23"/>
                <a:gd name="T1" fmla="*/ 11 h 24"/>
                <a:gd name="T2" fmla="*/ 21 w 23"/>
                <a:gd name="T3" fmla="*/ 9 h 24"/>
                <a:gd name="T4" fmla="*/ 20 w 23"/>
                <a:gd name="T5" fmla="*/ 7 h 24"/>
                <a:gd name="T6" fmla="*/ 20 w 23"/>
                <a:gd name="T7" fmla="*/ 5 h 24"/>
                <a:gd name="T8" fmla="*/ 18 w 23"/>
                <a:gd name="T9" fmla="*/ 4 h 24"/>
                <a:gd name="T10" fmla="*/ 17 w 23"/>
                <a:gd name="T11" fmla="*/ 2 h 24"/>
                <a:gd name="T12" fmla="*/ 15 w 23"/>
                <a:gd name="T13" fmla="*/ 1 h 24"/>
                <a:gd name="T14" fmla="*/ 13 w 23"/>
                <a:gd name="T15" fmla="*/ 1 h 24"/>
                <a:gd name="T16" fmla="*/ 11 w 23"/>
                <a:gd name="T17" fmla="*/ 0 h 24"/>
                <a:gd name="T18" fmla="*/ 10 w 23"/>
                <a:gd name="T19" fmla="*/ 0 h 24"/>
                <a:gd name="T20" fmla="*/ 8 w 23"/>
                <a:gd name="T21" fmla="*/ 1 h 24"/>
                <a:gd name="T22" fmla="*/ 6 w 23"/>
                <a:gd name="T23" fmla="*/ 1 h 24"/>
                <a:gd name="T24" fmla="*/ 4 w 23"/>
                <a:gd name="T25" fmla="*/ 2 h 24"/>
                <a:gd name="T26" fmla="*/ 3 w 23"/>
                <a:gd name="T27" fmla="*/ 4 h 24"/>
                <a:gd name="T28" fmla="*/ 1 w 23"/>
                <a:gd name="T29" fmla="*/ 5 h 24"/>
                <a:gd name="T30" fmla="*/ 0 w 23"/>
                <a:gd name="T31" fmla="*/ 7 h 24"/>
                <a:gd name="T32" fmla="*/ 0 w 23"/>
                <a:gd name="T33" fmla="*/ 9 h 24"/>
                <a:gd name="T34" fmla="*/ 0 w 23"/>
                <a:gd name="T35" fmla="*/ 11 h 24"/>
                <a:gd name="T36" fmla="*/ 0 w 23"/>
                <a:gd name="T37" fmla="*/ 13 h 24"/>
                <a:gd name="T38" fmla="*/ 0 w 23"/>
                <a:gd name="T39" fmla="*/ 15 h 24"/>
                <a:gd name="T40" fmla="*/ 0 w 23"/>
                <a:gd name="T41" fmla="*/ 17 h 24"/>
                <a:gd name="T42" fmla="*/ 1 w 23"/>
                <a:gd name="T43" fmla="*/ 19 h 24"/>
                <a:gd name="T44" fmla="*/ 3 w 23"/>
                <a:gd name="T45" fmla="*/ 20 h 24"/>
                <a:gd name="T46" fmla="*/ 4 w 23"/>
                <a:gd name="T47" fmla="*/ 21 h 24"/>
                <a:gd name="T48" fmla="*/ 6 w 23"/>
                <a:gd name="T49" fmla="*/ 23 h 24"/>
                <a:gd name="T50" fmla="*/ 8 w 23"/>
                <a:gd name="T51" fmla="*/ 23 h 24"/>
                <a:gd name="T52" fmla="*/ 10 w 23"/>
                <a:gd name="T53" fmla="*/ 23 h 24"/>
                <a:gd name="T54" fmla="*/ 11 w 23"/>
                <a:gd name="T55" fmla="*/ 23 h 24"/>
                <a:gd name="T56" fmla="*/ 13 w 23"/>
                <a:gd name="T57" fmla="*/ 23 h 24"/>
                <a:gd name="T58" fmla="*/ 15 w 23"/>
                <a:gd name="T59" fmla="*/ 23 h 24"/>
                <a:gd name="T60" fmla="*/ 17 w 23"/>
                <a:gd name="T61" fmla="*/ 21 h 24"/>
                <a:gd name="T62" fmla="*/ 18 w 23"/>
                <a:gd name="T63" fmla="*/ 20 h 24"/>
                <a:gd name="T64" fmla="*/ 20 w 23"/>
                <a:gd name="T65" fmla="*/ 19 h 24"/>
                <a:gd name="T66" fmla="*/ 20 w 23"/>
                <a:gd name="T67" fmla="*/ 17 h 24"/>
                <a:gd name="T68" fmla="*/ 21 w 23"/>
                <a:gd name="T69" fmla="*/ 15 h 24"/>
                <a:gd name="T70" fmla="*/ 21 w 23"/>
                <a:gd name="T71" fmla="*/ 13 h 2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
                <a:gd name="T109" fmla="*/ 0 h 24"/>
                <a:gd name="T110" fmla="*/ 23 w 23"/>
                <a:gd name="T111" fmla="*/ 24 h 2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 h="24">
                  <a:moveTo>
                    <a:pt x="22" y="12"/>
                  </a:moveTo>
                  <a:lnTo>
                    <a:pt x="21" y="11"/>
                  </a:lnTo>
                  <a:lnTo>
                    <a:pt x="21" y="10"/>
                  </a:lnTo>
                  <a:lnTo>
                    <a:pt x="21" y="9"/>
                  </a:lnTo>
                  <a:lnTo>
                    <a:pt x="21" y="8"/>
                  </a:lnTo>
                  <a:lnTo>
                    <a:pt x="20" y="7"/>
                  </a:lnTo>
                  <a:lnTo>
                    <a:pt x="20" y="6"/>
                  </a:lnTo>
                  <a:lnTo>
                    <a:pt x="20" y="5"/>
                  </a:lnTo>
                  <a:lnTo>
                    <a:pt x="19" y="5"/>
                  </a:lnTo>
                  <a:lnTo>
                    <a:pt x="18" y="4"/>
                  </a:lnTo>
                  <a:lnTo>
                    <a:pt x="18" y="3"/>
                  </a:lnTo>
                  <a:lnTo>
                    <a:pt x="17" y="2"/>
                  </a:lnTo>
                  <a:lnTo>
                    <a:pt x="16" y="2"/>
                  </a:lnTo>
                  <a:lnTo>
                    <a:pt x="15" y="1"/>
                  </a:lnTo>
                  <a:lnTo>
                    <a:pt x="14" y="1"/>
                  </a:lnTo>
                  <a:lnTo>
                    <a:pt x="13" y="1"/>
                  </a:lnTo>
                  <a:lnTo>
                    <a:pt x="12" y="0"/>
                  </a:lnTo>
                  <a:lnTo>
                    <a:pt x="11" y="0"/>
                  </a:lnTo>
                  <a:lnTo>
                    <a:pt x="10" y="0"/>
                  </a:lnTo>
                  <a:lnTo>
                    <a:pt x="8" y="0"/>
                  </a:lnTo>
                  <a:lnTo>
                    <a:pt x="8" y="1"/>
                  </a:lnTo>
                  <a:lnTo>
                    <a:pt x="7" y="1"/>
                  </a:lnTo>
                  <a:lnTo>
                    <a:pt x="6" y="1"/>
                  </a:lnTo>
                  <a:lnTo>
                    <a:pt x="5" y="2"/>
                  </a:lnTo>
                  <a:lnTo>
                    <a:pt x="4" y="2"/>
                  </a:lnTo>
                  <a:lnTo>
                    <a:pt x="3" y="3"/>
                  </a:lnTo>
                  <a:lnTo>
                    <a:pt x="3" y="4"/>
                  </a:lnTo>
                  <a:lnTo>
                    <a:pt x="2" y="5"/>
                  </a:lnTo>
                  <a:lnTo>
                    <a:pt x="1" y="5"/>
                  </a:lnTo>
                  <a:lnTo>
                    <a:pt x="1" y="6"/>
                  </a:lnTo>
                  <a:lnTo>
                    <a:pt x="0" y="7"/>
                  </a:lnTo>
                  <a:lnTo>
                    <a:pt x="0" y="8"/>
                  </a:lnTo>
                  <a:lnTo>
                    <a:pt x="0" y="9"/>
                  </a:lnTo>
                  <a:lnTo>
                    <a:pt x="0" y="10"/>
                  </a:lnTo>
                  <a:lnTo>
                    <a:pt x="0" y="11"/>
                  </a:lnTo>
                  <a:lnTo>
                    <a:pt x="0" y="12"/>
                  </a:lnTo>
                  <a:lnTo>
                    <a:pt x="0" y="13"/>
                  </a:lnTo>
                  <a:lnTo>
                    <a:pt x="0" y="14"/>
                  </a:lnTo>
                  <a:lnTo>
                    <a:pt x="0" y="15"/>
                  </a:lnTo>
                  <a:lnTo>
                    <a:pt x="0" y="16"/>
                  </a:lnTo>
                  <a:lnTo>
                    <a:pt x="0" y="17"/>
                  </a:lnTo>
                  <a:lnTo>
                    <a:pt x="1" y="18"/>
                  </a:lnTo>
                  <a:lnTo>
                    <a:pt x="1" y="19"/>
                  </a:lnTo>
                  <a:lnTo>
                    <a:pt x="2" y="19"/>
                  </a:lnTo>
                  <a:lnTo>
                    <a:pt x="3" y="20"/>
                  </a:lnTo>
                  <a:lnTo>
                    <a:pt x="3" y="21"/>
                  </a:lnTo>
                  <a:lnTo>
                    <a:pt x="4" y="21"/>
                  </a:lnTo>
                  <a:lnTo>
                    <a:pt x="5" y="22"/>
                  </a:lnTo>
                  <a:lnTo>
                    <a:pt x="6" y="23"/>
                  </a:lnTo>
                  <a:lnTo>
                    <a:pt x="7" y="23"/>
                  </a:lnTo>
                  <a:lnTo>
                    <a:pt x="8" y="23"/>
                  </a:lnTo>
                  <a:lnTo>
                    <a:pt x="10" y="23"/>
                  </a:lnTo>
                  <a:lnTo>
                    <a:pt x="11" y="23"/>
                  </a:lnTo>
                  <a:lnTo>
                    <a:pt x="12" y="23"/>
                  </a:lnTo>
                  <a:lnTo>
                    <a:pt x="13" y="23"/>
                  </a:lnTo>
                  <a:lnTo>
                    <a:pt x="14" y="23"/>
                  </a:lnTo>
                  <a:lnTo>
                    <a:pt x="15" y="23"/>
                  </a:lnTo>
                  <a:lnTo>
                    <a:pt x="16" y="22"/>
                  </a:lnTo>
                  <a:lnTo>
                    <a:pt x="17" y="21"/>
                  </a:lnTo>
                  <a:lnTo>
                    <a:pt x="18" y="21"/>
                  </a:lnTo>
                  <a:lnTo>
                    <a:pt x="18" y="20"/>
                  </a:lnTo>
                  <a:lnTo>
                    <a:pt x="19" y="19"/>
                  </a:lnTo>
                  <a:lnTo>
                    <a:pt x="20" y="19"/>
                  </a:lnTo>
                  <a:lnTo>
                    <a:pt x="20" y="18"/>
                  </a:lnTo>
                  <a:lnTo>
                    <a:pt x="20" y="17"/>
                  </a:lnTo>
                  <a:lnTo>
                    <a:pt x="21" y="16"/>
                  </a:lnTo>
                  <a:lnTo>
                    <a:pt x="21" y="15"/>
                  </a:lnTo>
                  <a:lnTo>
                    <a:pt x="21" y="14"/>
                  </a:lnTo>
                  <a:lnTo>
                    <a:pt x="21" y="13"/>
                  </a:lnTo>
                  <a:lnTo>
                    <a:pt x="22" y="12"/>
                  </a:lnTo>
                </a:path>
              </a:pathLst>
            </a:custGeom>
            <a:solidFill>
              <a:srgbClr val="AAAAAA"/>
            </a:solidFill>
            <a:ln w="0">
              <a:solidFill>
                <a:srgbClr val="FFFFFF"/>
              </a:solidFill>
              <a:round/>
              <a:headEnd/>
              <a:tailEnd/>
            </a:ln>
          </p:spPr>
          <p:txBody>
            <a:bodyPr/>
            <a:lstStyle/>
            <a:p>
              <a:endParaRPr lang="fr-FR" sz="1350"/>
            </a:p>
          </p:txBody>
        </p:sp>
        <p:sp>
          <p:nvSpPr>
            <p:cNvPr id="46125" name="Line 21"/>
            <p:cNvSpPr>
              <a:spLocks noChangeShapeType="1"/>
            </p:cNvSpPr>
            <p:nvPr/>
          </p:nvSpPr>
          <p:spPr bwMode="auto">
            <a:xfrm flipH="1" flipV="1">
              <a:off x="405" y="3376"/>
              <a:ext cx="14" cy="23"/>
            </a:xfrm>
            <a:prstGeom prst="line">
              <a:avLst/>
            </a:prstGeom>
            <a:noFill/>
            <a:ln w="0">
              <a:solidFill>
                <a:srgbClr val="FFFFFF"/>
              </a:solidFill>
              <a:round/>
              <a:headEnd/>
              <a:tailEnd/>
            </a:ln>
          </p:spPr>
          <p:txBody>
            <a:bodyPr/>
            <a:lstStyle/>
            <a:p>
              <a:endParaRPr lang="fr-CA" sz="1350"/>
            </a:p>
          </p:txBody>
        </p:sp>
        <p:sp>
          <p:nvSpPr>
            <p:cNvPr id="46126" name="Line 22"/>
            <p:cNvSpPr>
              <a:spLocks noChangeShapeType="1"/>
            </p:cNvSpPr>
            <p:nvPr/>
          </p:nvSpPr>
          <p:spPr bwMode="auto">
            <a:xfrm flipH="1" flipV="1">
              <a:off x="392" y="3389"/>
              <a:ext cx="18" cy="16"/>
            </a:xfrm>
            <a:prstGeom prst="line">
              <a:avLst/>
            </a:prstGeom>
            <a:noFill/>
            <a:ln w="0">
              <a:solidFill>
                <a:srgbClr val="FFFFFF"/>
              </a:solidFill>
              <a:round/>
              <a:headEnd/>
              <a:tailEnd/>
            </a:ln>
          </p:spPr>
          <p:txBody>
            <a:bodyPr/>
            <a:lstStyle/>
            <a:p>
              <a:endParaRPr lang="fr-CA" sz="1350"/>
            </a:p>
          </p:txBody>
        </p:sp>
        <p:sp>
          <p:nvSpPr>
            <p:cNvPr id="46127" name="Line 23"/>
            <p:cNvSpPr>
              <a:spLocks noChangeShapeType="1"/>
            </p:cNvSpPr>
            <p:nvPr/>
          </p:nvSpPr>
          <p:spPr bwMode="auto">
            <a:xfrm flipH="1" flipV="1">
              <a:off x="384" y="3406"/>
              <a:ext cx="20" cy="6"/>
            </a:xfrm>
            <a:prstGeom prst="line">
              <a:avLst/>
            </a:prstGeom>
            <a:noFill/>
            <a:ln w="0">
              <a:solidFill>
                <a:srgbClr val="FFFFFF"/>
              </a:solidFill>
              <a:round/>
              <a:headEnd/>
              <a:tailEnd/>
            </a:ln>
          </p:spPr>
          <p:txBody>
            <a:bodyPr/>
            <a:lstStyle/>
            <a:p>
              <a:endParaRPr lang="fr-CA" sz="1350"/>
            </a:p>
          </p:txBody>
        </p:sp>
        <p:sp>
          <p:nvSpPr>
            <p:cNvPr id="46128" name="Line 24"/>
            <p:cNvSpPr>
              <a:spLocks noChangeShapeType="1"/>
            </p:cNvSpPr>
            <p:nvPr/>
          </p:nvSpPr>
          <p:spPr bwMode="auto">
            <a:xfrm flipH="1" flipV="1">
              <a:off x="426" y="3367"/>
              <a:ext cx="1" cy="30"/>
            </a:xfrm>
            <a:prstGeom prst="line">
              <a:avLst/>
            </a:prstGeom>
            <a:noFill/>
            <a:ln w="0">
              <a:solidFill>
                <a:srgbClr val="FFFFFF"/>
              </a:solidFill>
              <a:round/>
              <a:headEnd/>
              <a:tailEnd/>
            </a:ln>
          </p:spPr>
          <p:txBody>
            <a:bodyPr/>
            <a:lstStyle/>
            <a:p>
              <a:endParaRPr lang="fr-CA" sz="1350"/>
            </a:p>
          </p:txBody>
        </p:sp>
        <p:sp>
          <p:nvSpPr>
            <p:cNvPr id="46129" name="Line 25"/>
            <p:cNvSpPr>
              <a:spLocks noChangeShapeType="1"/>
            </p:cNvSpPr>
            <p:nvPr/>
          </p:nvSpPr>
          <p:spPr bwMode="auto">
            <a:xfrm>
              <a:off x="455" y="3448"/>
              <a:ext cx="22" cy="15"/>
            </a:xfrm>
            <a:prstGeom prst="line">
              <a:avLst/>
            </a:prstGeom>
            <a:noFill/>
            <a:ln w="0">
              <a:solidFill>
                <a:srgbClr val="FFFFFF"/>
              </a:solidFill>
              <a:round/>
              <a:headEnd/>
              <a:tailEnd/>
            </a:ln>
          </p:spPr>
          <p:txBody>
            <a:bodyPr/>
            <a:lstStyle/>
            <a:p>
              <a:endParaRPr lang="fr-CA" sz="1350"/>
            </a:p>
          </p:txBody>
        </p:sp>
        <p:sp>
          <p:nvSpPr>
            <p:cNvPr id="46130" name="Line 26"/>
            <p:cNvSpPr>
              <a:spLocks noChangeShapeType="1"/>
            </p:cNvSpPr>
            <p:nvPr/>
          </p:nvSpPr>
          <p:spPr bwMode="auto">
            <a:xfrm>
              <a:off x="447" y="3452"/>
              <a:ext cx="13" cy="23"/>
            </a:xfrm>
            <a:prstGeom prst="line">
              <a:avLst/>
            </a:prstGeom>
            <a:noFill/>
            <a:ln w="0">
              <a:solidFill>
                <a:srgbClr val="FFFFFF"/>
              </a:solidFill>
              <a:round/>
              <a:headEnd/>
              <a:tailEnd/>
            </a:ln>
          </p:spPr>
          <p:txBody>
            <a:bodyPr/>
            <a:lstStyle/>
            <a:p>
              <a:endParaRPr lang="fr-CA" sz="1350"/>
            </a:p>
          </p:txBody>
        </p:sp>
        <p:sp>
          <p:nvSpPr>
            <p:cNvPr id="46131" name="Line 27"/>
            <p:cNvSpPr>
              <a:spLocks noChangeShapeType="1"/>
            </p:cNvSpPr>
            <p:nvPr/>
          </p:nvSpPr>
          <p:spPr bwMode="auto">
            <a:xfrm>
              <a:off x="440" y="3455"/>
              <a:ext cx="4" cy="25"/>
            </a:xfrm>
            <a:prstGeom prst="line">
              <a:avLst/>
            </a:prstGeom>
            <a:noFill/>
            <a:ln w="0">
              <a:solidFill>
                <a:srgbClr val="FFFFFF"/>
              </a:solidFill>
              <a:round/>
              <a:headEnd/>
              <a:tailEnd/>
            </a:ln>
          </p:spPr>
          <p:txBody>
            <a:bodyPr/>
            <a:lstStyle/>
            <a:p>
              <a:endParaRPr lang="fr-CA" sz="1350"/>
            </a:p>
          </p:txBody>
        </p:sp>
        <p:sp>
          <p:nvSpPr>
            <p:cNvPr id="46132" name="Line 28"/>
            <p:cNvSpPr>
              <a:spLocks noChangeShapeType="1"/>
            </p:cNvSpPr>
            <p:nvPr/>
          </p:nvSpPr>
          <p:spPr bwMode="auto">
            <a:xfrm flipH="1">
              <a:off x="420" y="3661"/>
              <a:ext cx="0" cy="1"/>
            </a:xfrm>
            <a:prstGeom prst="line">
              <a:avLst/>
            </a:prstGeom>
            <a:noFill/>
            <a:ln w="0">
              <a:solidFill>
                <a:srgbClr val="800000"/>
              </a:solidFill>
              <a:round/>
              <a:headEnd/>
              <a:tailEnd/>
            </a:ln>
          </p:spPr>
          <p:txBody>
            <a:bodyPr/>
            <a:lstStyle/>
            <a:p>
              <a:endParaRPr lang="fr-CA" sz="1350"/>
            </a:p>
          </p:txBody>
        </p:sp>
        <p:sp>
          <p:nvSpPr>
            <p:cNvPr id="46133" name="Freeform 29"/>
            <p:cNvSpPr>
              <a:spLocks/>
            </p:cNvSpPr>
            <p:nvPr/>
          </p:nvSpPr>
          <p:spPr bwMode="auto">
            <a:xfrm>
              <a:off x="420" y="3567"/>
              <a:ext cx="31" cy="108"/>
            </a:xfrm>
            <a:custGeom>
              <a:avLst/>
              <a:gdLst>
                <a:gd name="T0" fmla="*/ 19 w 31"/>
                <a:gd name="T1" fmla="*/ 19 h 108"/>
                <a:gd name="T2" fmla="*/ 22 w 31"/>
                <a:gd name="T3" fmla="*/ 19 h 108"/>
                <a:gd name="T4" fmla="*/ 23 w 31"/>
                <a:gd name="T5" fmla="*/ 19 h 108"/>
                <a:gd name="T6" fmla="*/ 25 w 31"/>
                <a:gd name="T7" fmla="*/ 18 h 108"/>
                <a:gd name="T8" fmla="*/ 27 w 31"/>
                <a:gd name="T9" fmla="*/ 17 h 108"/>
                <a:gd name="T10" fmla="*/ 28 w 31"/>
                <a:gd name="T11" fmla="*/ 16 h 108"/>
                <a:gd name="T12" fmla="*/ 29 w 31"/>
                <a:gd name="T13" fmla="*/ 14 h 108"/>
                <a:gd name="T14" fmla="*/ 30 w 31"/>
                <a:gd name="T15" fmla="*/ 13 h 108"/>
                <a:gd name="T16" fmla="*/ 30 w 31"/>
                <a:gd name="T17" fmla="*/ 11 h 108"/>
                <a:gd name="T18" fmla="*/ 30 w 31"/>
                <a:gd name="T19" fmla="*/ 9 h 108"/>
                <a:gd name="T20" fmla="*/ 30 w 31"/>
                <a:gd name="T21" fmla="*/ 7 h 108"/>
                <a:gd name="T22" fmla="*/ 30 w 31"/>
                <a:gd name="T23" fmla="*/ 6 h 108"/>
                <a:gd name="T24" fmla="*/ 29 w 31"/>
                <a:gd name="T25" fmla="*/ 4 h 108"/>
                <a:gd name="T26" fmla="*/ 28 w 31"/>
                <a:gd name="T27" fmla="*/ 3 h 108"/>
                <a:gd name="T28" fmla="*/ 26 w 31"/>
                <a:gd name="T29" fmla="*/ 1 h 108"/>
                <a:gd name="T30" fmla="*/ 24 w 31"/>
                <a:gd name="T31" fmla="*/ 0 h 108"/>
                <a:gd name="T32" fmla="*/ 23 w 31"/>
                <a:gd name="T33" fmla="*/ 0 h 108"/>
                <a:gd name="T34" fmla="*/ 20 w 31"/>
                <a:gd name="T35" fmla="*/ 0 h 108"/>
                <a:gd name="T36" fmla="*/ 17 w 31"/>
                <a:gd name="T37" fmla="*/ 0 h 108"/>
                <a:gd name="T38" fmla="*/ 14 w 31"/>
                <a:gd name="T39" fmla="*/ 2 h 108"/>
                <a:gd name="T40" fmla="*/ 10 w 31"/>
                <a:gd name="T41" fmla="*/ 5 h 108"/>
                <a:gd name="T42" fmla="*/ 8 w 31"/>
                <a:gd name="T43" fmla="*/ 6 h 108"/>
                <a:gd name="T44" fmla="*/ 6 w 31"/>
                <a:gd name="T45" fmla="*/ 10 h 108"/>
                <a:gd name="T46" fmla="*/ 0 w 31"/>
                <a:gd name="T47" fmla="*/ 95 h 108"/>
                <a:gd name="T48" fmla="*/ 0 w 31"/>
                <a:gd name="T49" fmla="*/ 97 h 108"/>
                <a:gd name="T50" fmla="*/ 0 w 31"/>
                <a:gd name="T51" fmla="*/ 98 h 108"/>
                <a:gd name="T52" fmla="*/ 0 w 31"/>
                <a:gd name="T53" fmla="*/ 100 h 108"/>
                <a:gd name="T54" fmla="*/ 0 w 31"/>
                <a:gd name="T55" fmla="*/ 101 h 108"/>
                <a:gd name="T56" fmla="*/ 1 w 31"/>
                <a:gd name="T57" fmla="*/ 103 h 108"/>
                <a:gd name="T58" fmla="*/ 2 w 31"/>
                <a:gd name="T59" fmla="*/ 104 h 108"/>
                <a:gd name="T60" fmla="*/ 4 w 31"/>
                <a:gd name="T61" fmla="*/ 105 h 108"/>
                <a:gd name="T62" fmla="*/ 5 w 31"/>
                <a:gd name="T63" fmla="*/ 106 h 108"/>
                <a:gd name="T64" fmla="*/ 6 w 31"/>
                <a:gd name="T65" fmla="*/ 106 h 108"/>
                <a:gd name="T66" fmla="*/ 8 w 31"/>
                <a:gd name="T67" fmla="*/ 107 h 108"/>
                <a:gd name="T68" fmla="*/ 10 w 31"/>
                <a:gd name="T69" fmla="*/ 107 h 108"/>
                <a:gd name="T70" fmla="*/ 12 w 31"/>
                <a:gd name="T71" fmla="*/ 106 h 108"/>
                <a:gd name="T72" fmla="*/ 13 w 31"/>
                <a:gd name="T73" fmla="*/ 106 h 108"/>
                <a:gd name="T74" fmla="*/ 14 w 31"/>
                <a:gd name="T75" fmla="*/ 105 h 108"/>
                <a:gd name="T76" fmla="*/ 16 w 31"/>
                <a:gd name="T77" fmla="*/ 104 h 108"/>
                <a:gd name="T78" fmla="*/ 16 w 31"/>
                <a:gd name="T79" fmla="*/ 103 h 108"/>
                <a:gd name="T80" fmla="*/ 18 w 31"/>
                <a:gd name="T81" fmla="*/ 101 h 108"/>
                <a:gd name="T82" fmla="*/ 18 w 31"/>
                <a:gd name="T83" fmla="*/ 100 h 108"/>
                <a:gd name="T84" fmla="*/ 18 w 31"/>
                <a:gd name="T85" fmla="*/ 98 h 108"/>
                <a:gd name="T86" fmla="*/ 18 w 31"/>
                <a:gd name="T87" fmla="*/ 97 h 108"/>
                <a:gd name="T88" fmla="*/ 18 w 31"/>
                <a:gd name="T89" fmla="*/ 95 h 108"/>
                <a:gd name="T90" fmla="*/ 17 w 31"/>
                <a:gd name="T91" fmla="*/ 93 h 108"/>
                <a:gd name="T92" fmla="*/ 17 w 31"/>
                <a:gd name="T93" fmla="*/ 91 h 108"/>
                <a:gd name="T94" fmla="*/ 18 w 31"/>
                <a:gd name="T95" fmla="*/ 19 h 10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31"/>
                <a:gd name="T145" fmla="*/ 0 h 108"/>
                <a:gd name="T146" fmla="*/ 31 w 31"/>
                <a:gd name="T147" fmla="*/ 108 h 10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31" h="108">
                  <a:moveTo>
                    <a:pt x="18" y="19"/>
                  </a:moveTo>
                  <a:lnTo>
                    <a:pt x="19" y="19"/>
                  </a:lnTo>
                  <a:lnTo>
                    <a:pt x="21" y="19"/>
                  </a:lnTo>
                  <a:lnTo>
                    <a:pt x="22" y="19"/>
                  </a:lnTo>
                  <a:lnTo>
                    <a:pt x="23" y="19"/>
                  </a:lnTo>
                  <a:lnTo>
                    <a:pt x="24" y="19"/>
                  </a:lnTo>
                  <a:lnTo>
                    <a:pt x="25" y="18"/>
                  </a:lnTo>
                  <a:lnTo>
                    <a:pt x="26" y="17"/>
                  </a:lnTo>
                  <a:lnTo>
                    <a:pt x="27" y="17"/>
                  </a:lnTo>
                  <a:lnTo>
                    <a:pt x="27" y="16"/>
                  </a:lnTo>
                  <a:lnTo>
                    <a:pt x="28" y="16"/>
                  </a:lnTo>
                  <a:lnTo>
                    <a:pt x="28" y="15"/>
                  </a:lnTo>
                  <a:lnTo>
                    <a:pt x="29" y="14"/>
                  </a:lnTo>
                  <a:lnTo>
                    <a:pt x="29" y="13"/>
                  </a:lnTo>
                  <a:lnTo>
                    <a:pt x="30" y="13"/>
                  </a:lnTo>
                  <a:lnTo>
                    <a:pt x="30" y="12"/>
                  </a:lnTo>
                  <a:lnTo>
                    <a:pt x="30" y="11"/>
                  </a:lnTo>
                  <a:lnTo>
                    <a:pt x="30" y="10"/>
                  </a:lnTo>
                  <a:lnTo>
                    <a:pt x="30" y="9"/>
                  </a:lnTo>
                  <a:lnTo>
                    <a:pt x="30" y="7"/>
                  </a:lnTo>
                  <a:lnTo>
                    <a:pt x="30" y="6"/>
                  </a:lnTo>
                  <a:lnTo>
                    <a:pt x="29" y="5"/>
                  </a:lnTo>
                  <a:lnTo>
                    <a:pt x="29" y="4"/>
                  </a:lnTo>
                  <a:lnTo>
                    <a:pt x="28" y="3"/>
                  </a:lnTo>
                  <a:lnTo>
                    <a:pt x="27" y="2"/>
                  </a:lnTo>
                  <a:lnTo>
                    <a:pt x="26" y="1"/>
                  </a:lnTo>
                  <a:lnTo>
                    <a:pt x="25" y="1"/>
                  </a:lnTo>
                  <a:lnTo>
                    <a:pt x="24" y="0"/>
                  </a:lnTo>
                  <a:lnTo>
                    <a:pt x="23" y="0"/>
                  </a:lnTo>
                  <a:lnTo>
                    <a:pt x="22" y="0"/>
                  </a:lnTo>
                  <a:lnTo>
                    <a:pt x="20" y="0"/>
                  </a:lnTo>
                  <a:lnTo>
                    <a:pt x="18" y="0"/>
                  </a:lnTo>
                  <a:lnTo>
                    <a:pt x="17" y="0"/>
                  </a:lnTo>
                  <a:lnTo>
                    <a:pt x="16" y="1"/>
                  </a:lnTo>
                  <a:lnTo>
                    <a:pt x="14" y="2"/>
                  </a:lnTo>
                  <a:lnTo>
                    <a:pt x="13" y="5"/>
                  </a:lnTo>
                  <a:lnTo>
                    <a:pt x="10" y="5"/>
                  </a:lnTo>
                  <a:lnTo>
                    <a:pt x="9" y="5"/>
                  </a:lnTo>
                  <a:lnTo>
                    <a:pt x="8" y="6"/>
                  </a:lnTo>
                  <a:lnTo>
                    <a:pt x="7" y="7"/>
                  </a:lnTo>
                  <a:lnTo>
                    <a:pt x="6" y="10"/>
                  </a:lnTo>
                  <a:lnTo>
                    <a:pt x="6" y="14"/>
                  </a:lnTo>
                  <a:lnTo>
                    <a:pt x="0" y="95"/>
                  </a:lnTo>
                  <a:lnTo>
                    <a:pt x="0" y="96"/>
                  </a:lnTo>
                  <a:lnTo>
                    <a:pt x="0" y="97"/>
                  </a:lnTo>
                  <a:lnTo>
                    <a:pt x="0" y="98"/>
                  </a:lnTo>
                  <a:lnTo>
                    <a:pt x="0" y="99"/>
                  </a:lnTo>
                  <a:lnTo>
                    <a:pt x="0" y="100"/>
                  </a:lnTo>
                  <a:lnTo>
                    <a:pt x="0" y="101"/>
                  </a:lnTo>
                  <a:lnTo>
                    <a:pt x="1" y="102"/>
                  </a:lnTo>
                  <a:lnTo>
                    <a:pt x="1" y="103"/>
                  </a:lnTo>
                  <a:lnTo>
                    <a:pt x="2" y="103"/>
                  </a:lnTo>
                  <a:lnTo>
                    <a:pt x="2" y="104"/>
                  </a:lnTo>
                  <a:lnTo>
                    <a:pt x="3" y="104"/>
                  </a:lnTo>
                  <a:lnTo>
                    <a:pt x="4" y="105"/>
                  </a:lnTo>
                  <a:lnTo>
                    <a:pt x="5" y="106"/>
                  </a:lnTo>
                  <a:lnTo>
                    <a:pt x="6" y="106"/>
                  </a:lnTo>
                  <a:lnTo>
                    <a:pt x="7" y="106"/>
                  </a:lnTo>
                  <a:lnTo>
                    <a:pt x="8" y="107"/>
                  </a:lnTo>
                  <a:lnTo>
                    <a:pt x="9" y="107"/>
                  </a:lnTo>
                  <a:lnTo>
                    <a:pt x="10" y="107"/>
                  </a:lnTo>
                  <a:lnTo>
                    <a:pt x="10" y="106"/>
                  </a:lnTo>
                  <a:lnTo>
                    <a:pt x="12" y="106"/>
                  </a:lnTo>
                  <a:lnTo>
                    <a:pt x="13" y="106"/>
                  </a:lnTo>
                  <a:lnTo>
                    <a:pt x="14" y="105"/>
                  </a:lnTo>
                  <a:lnTo>
                    <a:pt x="15" y="104"/>
                  </a:lnTo>
                  <a:lnTo>
                    <a:pt x="16" y="104"/>
                  </a:lnTo>
                  <a:lnTo>
                    <a:pt x="16" y="103"/>
                  </a:lnTo>
                  <a:lnTo>
                    <a:pt x="17" y="102"/>
                  </a:lnTo>
                  <a:lnTo>
                    <a:pt x="18" y="101"/>
                  </a:lnTo>
                  <a:lnTo>
                    <a:pt x="18" y="100"/>
                  </a:lnTo>
                  <a:lnTo>
                    <a:pt x="18" y="99"/>
                  </a:lnTo>
                  <a:lnTo>
                    <a:pt x="18" y="98"/>
                  </a:lnTo>
                  <a:lnTo>
                    <a:pt x="18" y="97"/>
                  </a:lnTo>
                  <a:lnTo>
                    <a:pt x="18" y="95"/>
                  </a:lnTo>
                  <a:lnTo>
                    <a:pt x="18" y="94"/>
                  </a:lnTo>
                  <a:lnTo>
                    <a:pt x="17" y="93"/>
                  </a:lnTo>
                  <a:lnTo>
                    <a:pt x="17" y="91"/>
                  </a:lnTo>
                  <a:lnTo>
                    <a:pt x="18" y="19"/>
                  </a:lnTo>
                </a:path>
              </a:pathLst>
            </a:custGeom>
            <a:solidFill>
              <a:srgbClr val="000000"/>
            </a:solidFill>
            <a:ln w="0">
              <a:solidFill>
                <a:srgbClr val="FFFFFF"/>
              </a:solidFill>
              <a:round/>
              <a:headEnd/>
              <a:tailEnd/>
            </a:ln>
          </p:spPr>
          <p:txBody>
            <a:bodyPr/>
            <a:lstStyle/>
            <a:p>
              <a:endParaRPr lang="fr-FR" sz="1350"/>
            </a:p>
          </p:txBody>
        </p:sp>
        <p:sp>
          <p:nvSpPr>
            <p:cNvPr id="46134" name="Line 30"/>
            <p:cNvSpPr>
              <a:spLocks noChangeShapeType="1"/>
            </p:cNvSpPr>
            <p:nvPr/>
          </p:nvSpPr>
          <p:spPr bwMode="auto">
            <a:xfrm flipV="1">
              <a:off x="438" y="3583"/>
              <a:ext cx="0" cy="3"/>
            </a:xfrm>
            <a:prstGeom prst="line">
              <a:avLst/>
            </a:prstGeom>
            <a:noFill/>
            <a:ln w="0">
              <a:solidFill>
                <a:srgbClr val="FFFFFF"/>
              </a:solidFill>
              <a:round/>
              <a:headEnd/>
              <a:tailEnd/>
            </a:ln>
          </p:spPr>
          <p:txBody>
            <a:bodyPr/>
            <a:lstStyle/>
            <a:p>
              <a:endParaRPr lang="fr-CA" sz="1350"/>
            </a:p>
          </p:txBody>
        </p:sp>
        <p:sp>
          <p:nvSpPr>
            <p:cNvPr id="46135" name="Line 31"/>
            <p:cNvSpPr>
              <a:spLocks noChangeShapeType="1"/>
            </p:cNvSpPr>
            <p:nvPr/>
          </p:nvSpPr>
          <p:spPr bwMode="auto">
            <a:xfrm flipV="1">
              <a:off x="828" y="3128"/>
              <a:ext cx="68" cy="38"/>
            </a:xfrm>
            <a:prstGeom prst="line">
              <a:avLst/>
            </a:prstGeom>
            <a:noFill/>
            <a:ln w="0">
              <a:solidFill>
                <a:srgbClr val="000000"/>
              </a:solidFill>
              <a:round/>
              <a:headEnd/>
              <a:tailEnd/>
            </a:ln>
          </p:spPr>
          <p:txBody>
            <a:bodyPr/>
            <a:lstStyle/>
            <a:p>
              <a:endParaRPr lang="fr-CA" sz="1350"/>
            </a:p>
          </p:txBody>
        </p:sp>
      </p:grpSp>
      <p:grpSp>
        <p:nvGrpSpPr>
          <p:cNvPr id="46086" name="Group 32"/>
          <p:cNvGrpSpPr>
            <a:grpSpLocks/>
          </p:cNvGrpSpPr>
          <p:nvPr/>
        </p:nvGrpSpPr>
        <p:grpSpPr bwMode="auto">
          <a:xfrm>
            <a:off x="1828567" y="1534006"/>
            <a:ext cx="750094" cy="948928"/>
            <a:chOff x="250" y="840"/>
            <a:chExt cx="735" cy="930"/>
          </a:xfrm>
        </p:grpSpPr>
        <p:sp>
          <p:nvSpPr>
            <p:cNvPr id="46101" name="Oval 33"/>
            <p:cNvSpPr>
              <a:spLocks noChangeArrowheads="1"/>
            </p:cNvSpPr>
            <p:nvPr/>
          </p:nvSpPr>
          <p:spPr bwMode="auto">
            <a:xfrm flipV="1">
              <a:off x="256" y="840"/>
              <a:ext cx="723" cy="185"/>
            </a:xfrm>
            <a:prstGeom prst="ellipse">
              <a:avLst/>
            </a:prstGeom>
            <a:solidFill>
              <a:srgbClr val="777777"/>
            </a:solidFill>
            <a:ln w="0">
              <a:solidFill>
                <a:srgbClr val="FFFFFF"/>
              </a:solidFill>
              <a:round/>
              <a:headEnd/>
              <a:tailEnd/>
            </a:ln>
          </p:spPr>
          <p:txBody>
            <a:bodyPr wrap="none" anchor="ctr"/>
            <a:lstStyle/>
            <a:p>
              <a:endParaRPr lang="fr-FR" sz="1350"/>
            </a:p>
          </p:txBody>
        </p:sp>
        <p:sp>
          <p:nvSpPr>
            <p:cNvPr id="46102" name="Freeform 34"/>
            <p:cNvSpPr>
              <a:spLocks/>
            </p:cNvSpPr>
            <p:nvPr/>
          </p:nvSpPr>
          <p:spPr bwMode="auto">
            <a:xfrm>
              <a:off x="250" y="959"/>
              <a:ext cx="735" cy="781"/>
            </a:xfrm>
            <a:custGeom>
              <a:avLst/>
              <a:gdLst>
                <a:gd name="T0" fmla="*/ 403 w 735"/>
                <a:gd name="T1" fmla="*/ 780 h 781"/>
                <a:gd name="T2" fmla="*/ 461 w 735"/>
                <a:gd name="T3" fmla="*/ 777 h 781"/>
                <a:gd name="T4" fmla="*/ 516 w 735"/>
                <a:gd name="T5" fmla="*/ 771 h 781"/>
                <a:gd name="T6" fmla="*/ 568 w 735"/>
                <a:gd name="T7" fmla="*/ 762 h 781"/>
                <a:gd name="T8" fmla="*/ 613 w 735"/>
                <a:gd name="T9" fmla="*/ 751 h 781"/>
                <a:gd name="T10" fmla="*/ 651 w 735"/>
                <a:gd name="T11" fmla="*/ 738 h 781"/>
                <a:gd name="T12" fmla="*/ 680 w 735"/>
                <a:gd name="T13" fmla="*/ 724 h 781"/>
                <a:gd name="T14" fmla="*/ 701 w 735"/>
                <a:gd name="T15" fmla="*/ 708 h 781"/>
                <a:gd name="T16" fmla="*/ 710 w 735"/>
                <a:gd name="T17" fmla="*/ 693 h 781"/>
                <a:gd name="T18" fmla="*/ 713 w 735"/>
                <a:gd name="T19" fmla="*/ 684 h 781"/>
                <a:gd name="T20" fmla="*/ 713 w 735"/>
                <a:gd name="T21" fmla="*/ 389 h 781"/>
                <a:gd name="T22" fmla="*/ 728 w 735"/>
                <a:gd name="T23" fmla="*/ 373 h 781"/>
                <a:gd name="T24" fmla="*/ 734 w 735"/>
                <a:gd name="T25" fmla="*/ 359 h 781"/>
                <a:gd name="T26" fmla="*/ 731 w 735"/>
                <a:gd name="T27" fmla="*/ 347 h 781"/>
                <a:gd name="T28" fmla="*/ 722 w 735"/>
                <a:gd name="T29" fmla="*/ 339 h 781"/>
                <a:gd name="T30" fmla="*/ 714 w 735"/>
                <a:gd name="T31" fmla="*/ 333 h 781"/>
                <a:gd name="T32" fmla="*/ 713 w 735"/>
                <a:gd name="T33" fmla="*/ 311 h 781"/>
                <a:gd name="T34" fmla="*/ 721 w 735"/>
                <a:gd name="T35" fmla="*/ 71 h 781"/>
                <a:gd name="T36" fmla="*/ 732 w 735"/>
                <a:gd name="T37" fmla="*/ 54 h 781"/>
                <a:gd name="T38" fmla="*/ 733 w 735"/>
                <a:gd name="T39" fmla="*/ 43 h 781"/>
                <a:gd name="T40" fmla="*/ 728 w 735"/>
                <a:gd name="T41" fmla="*/ 33 h 781"/>
                <a:gd name="T42" fmla="*/ 716 w 735"/>
                <a:gd name="T43" fmla="*/ 25 h 781"/>
                <a:gd name="T44" fmla="*/ 713 w 735"/>
                <a:gd name="T45" fmla="*/ 18 h 781"/>
                <a:gd name="T46" fmla="*/ 713 w 735"/>
                <a:gd name="T47" fmla="*/ 0 h 781"/>
                <a:gd name="T48" fmla="*/ 685 w 735"/>
                <a:gd name="T49" fmla="*/ 17 h 781"/>
                <a:gd name="T50" fmla="*/ 648 w 735"/>
                <a:gd name="T51" fmla="*/ 31 h 781"/>
                <a:gd name="T52" fmla="*/ 603 w 735"/>
                <a:gd name="T53" fmla="*/ 43 h 781"/>
                <a:gd name="T54" fmla="*/ 550 w 735"/>
                <a:gd name="T55" fmla="*/ 52 h 781"/>
                <a:gd name="T56" fmla="*/ 492 w 735"/>
                <a:gd name="T57" fmla="*/ 60 h 781"/>
                <a:gd name="T58" fmla="*/ 431 w 735"/>
                <a:gd name="T59" fmla="*/ 64 h 781"/>
                <a:gd name="T60" fmla="*/ 367 w 735"/>
                <a:gd name="T61" fmla="*/ 66 h 781"/>
                <a:gd name="T62" fmla="*/ 304 w 735"/>
                <a:gd name="T63" fmla="*/ 64 h 781"/>
                <a:gd name="T64" fmla="*/ 242 w 735"/>
                <a:gd name="T65" fmla="*/ 60 h 781"/>
                <a:gd name="T66" fmla="*/ 184 w 735"/>
                <a:gd name="T67" fmla="*/ 52 h 781"/>
                <a:gd name="T68" fmla="*/ 132 w 735"/>
                <a:gd name="T69" fmla="*/ 43 h 781"/>
                <a:gd name="T70" fmla="*/ 86 w 735"/>
                <a:gd name="T71" fmla="*/ 31 h 781"/>
                <a:gd name="T72" fmla="*/ 49 w 735"/>
                <a:gd name="T73" fmla="*/ 17 h 781"/>
                <a:gd name="T74" fmla="*/ 22 w 735"/>
                <a:gd name="T75" fmla="*/ 0 h 781"/>
                <a:gd name="T76" fmla="*/ 22 w 735"/>
                <a:gd name="T77" fmla="*/ 18 h 781"/>
                <a:gd name="T78" fmla="*/ 18 w 735"/>
                <a:gd name="T79" fmla="*/ 25 h 781"/>
                <a:gd name="T80" fmla="*/ 6 w 735"/>
                <a:gd name="T81" fmla="*/ 33 h 781"/>
                <a:gd name="T82" fmla="*/ 1 w 735"/>
                <a:gd name="T83" fmla="*/ 43 h 781"/>
                <a:gd name="T84" fmla="*/ 2 w 735"/>
                <a:gd name="T85" fmla="*/ 54 h 781"/>
                <a:gd name="T86" fmla="*/ 13 w 735"/>
                <a:gd name="T87" fmla="*/ 71 h 781"/>
                <a:gd name="T88" fmla="*/ 22 w 735"/>
                <a:gd name="T89" fmla="*/ 311 h 781"/>
                <a:gd name="T90" fmla="*/ 21 w 735"/>
                <a:gd name="T91" fmla="*/ 333 h 781"/>
                <a:gd name="T92" fmla="*/ 12 w 735"/>
                <a:gd name="T93" fmla="*/ 339 h 781"/>
                <a:gd name="T94" fmla="*/ 3 w 735"/>
                <a:gd name="T95" fmla="*/ 347 h 781"/>
                <a:gd name="T96" fmla="*/ 0 w 735"/>
                <a:gd name="T97" fmla="*/ 359 h 781"/>
                <a:gd name="T98" fmla="*/ 6 w 735"/>
                <a:gd name="T99" fmla="*/ 373 h 781"/>
                <a:gd name="T100" fmla="*/ 22 w 735"/>
                <a:gd name="T101" fmla="*/ 389 h 781"/>
                <a:gd name="T102" fmla="*/ 22 w 735"/>
                <a:gd name="T103" fmla="*/ 684 h 781"/>
                <a:gd name="T104" fmla="*/ 24 w 735"/>
                <a:gd name="T105" fmla="*/ 693 h 781"/>
                <a:gd name="T106" fmla="*/ 34 w 735"/>
                <a:gd name="T107" fmla="*/ 708 h 781"/>
                <a:gd name="T108" fmla="*/ 54 w 735"/>
                <a:gd name="T109" fmla="*/ 724 h 781"/>
                <a:gd name="T110" fmla="*/ 84 w 735"/>
                <a:gd name="T111" fmla="*/ 738 h 781"/>
                <a:gd name="T112" fmla="*/ 122 w 735"/>
                <a:gd name="T113" fmla="*/ 751 h 781"/>
                <a:gd name="T114" fmla="*/ 166 w 735"/>
                <a:gd name="T115" fmla="*/ 762 h 781"/>
                <a:gd name="T116" fmla="*/ 218 w 735"/>
                <a:gd name="T117" fmla="*/ 771 h 781"/>
                <a:gd name="T118" fmla="*/ 274 w 735"/>
                <a:gd name="T119" fmla="*/ 777 h 781"/>
                <a:gd name="T120" fmla="*/ 332 w 735"/>
                <a:gd name="T121" fmla="*/ 780 h 781"/>
                <a:gd name="T122" fmla="*/ 373 w 735"/>
                <a:gd name="T123" fmla="*/ 780 h 781"/>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735"/>
                <a:gd name="T187" fmla="*/ 0 h 781"/>
                <a:gd name="T188" fmla="*/ 735 w 735"/>
                <a:gd name="T189" fmla="*/ 781 h 781"/>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735" h="781">
                  <a:moveTo>
                    <a:pt x="373" y="780"/>
                  </a:moveTo>
                  <a:lnTo>
                    <a:pt x="403" y="780"/>
                  </a:lnTo>
                  <a:lnTo>
                    <a:pt x="432" y="779"/>
                  </a:lnTo>
                  <a:lnTo>
                    <a:pt x="461" y="777"/>
                  </a:lnTo>
                  <a:lnTo>
                    <a:pt x="489" y="774"/>
                  </a:lnTo>
                  <a:lnTo>
                    <a:pt x="516" y="771"/>
                  </a:lnTo>
                  <a:lnTo>
                    <a:pt x="543" y="767"/>
                  </a:lnTo>
                  <a:lnTo>
                    <a:pt x="568" y="762"/>
                  </a:lnTo>
                  <a:lnTo>
                    <a:pt x="591" y="757"/>
                  </a:lnTo>
                  <a:lnTo>
                    <a:pt x="613" y="751"/>
                  </a:lnTo>
                  <a:lnTo>
                    <a:pt x="633" y="745"/>
                  </a:lnTo>
                  <a:lnTo>
                    <a:pt x="651" y="738"/>
                  </a:lnTo>
                  <a:lnTo>
                    <a:pt x="667" y="731"/>
                  </a:lnTo>
                  <a:lnTo>
                    <a:pt x="680" y="724"/>
                  </a:lnTo>
                  <a:lnTo>
                    <a:pt x="692" y="716"/>
                  </a:lnTo>
                  <a:lnTo>
                    <a:pt x="701" y="708"/>
                  </a:lnTo>
                  <a:lnTo>
                    <a:pt x="707" y="699"/>
                  </a:lnTo>
                  <a:lnTo>
                    <a:pt x="710" y="693"/>
                  </a:lnTo>
                  <a:lnTo>
                    <a:pt x="713" y="688"/>
                  </a:lnTo>
                  <a:lnTo>
                    <a:pt x="713" y="684"/>
                  </a:lnTo>
                  <a:lnTo>
                    <a:pt x="713" y="666"/>
                  </a:lnTo>
                  <a:lnTo>
                    <a:pt x="713" y="389"/>
                  </a:lnTo>
                  <a:lnTo>
                    <a:pt x="721" y="382"/>
                  </a:lnTo>
                  <a:lnTo>
                    <a:pt x="728" y="373"/>
                  </a:lnTo>
                  <a:lnTo>
                    <a:pt x="732" y="365"/>
                  </a:lnTo>
                  <a:lnTo>
                    <a:pt x="734" y="359"/>
                  </a:lnTo>
                  <a:lnTo>
                    <a:pt x="733" y="353"/>
                  </a:lnTo>
                  <a:lnTo>
                    <a:pt x="731" y="347"/>
                  </a:lnTo>
                  <a:lnTo>
                    <a:pt x="728" y="343"/>
                  </a:lnTo>
                  <a:lnTo>
                    <a:pt x="722" y="339"/>
                  </a:lnTo>
                  <a:lnTo>
                    <a:pt x="716" y="335"/>
                  </a:lnTo>
                  <a:lnTo>
                    <a:pt x="714" y="333"/>
                  </a:lnTo>
                  <a:lnTo>
                    <a:pt x="713" y="329"/>
                  </a:lnTo>
                  <a:lnTo>
                    <a:pt x="713" y="311"/>
                  </a:lnTo>
                  <a:lnTo>
                    <a:pt x="713" y="79"/>
                  </a:lnTo>
                  <a:lnTo>
                    <a:pt x="721" y="71"/>
                  </a:lnTo>
                  <a:lnTo>
                    <a:pt x="728" y="63"/>
                  </a:lnTo>
                  <a:lnTo>
                    <a:pt x="732" y="54"/>
                  </a:lnTo>
                  <a:lnTo>
                    <a:pt x="734" y="48"/>
                  </a:lnTo>
                  <a:lnTo>
                    <a:pt x="733" y="43"/>
                  </a:lnTo>
                  <a:lnTo>
                    <a:pt x="731" y="37"/>
                  </a:lnTo>
                  <a:lnTo>
                    <a:pt x="728" y="33"/>
                  </a:lnTo>
                  <a:lnTo>
                    <a:pt x="722" y="28"/>
                  </a:lnTo>
                  <a:lnTo>
                    <a:pt x="716" y="25"/>
                  </a:lnTo>
                  <a:lnTo>
                    <a:pt x="714" y="22"/>
                  </a:lnTo>
                  <a:lnTo>
                    <a:pt x="713" y="18"/>
                  </a:lnTo>
                  <a:lnTo>
                    <a:pt x="713" y="0"/>
                  </a:lnTo>
                  <a:lnTo>
                    <a:pt x="699" y="9"/>
                  </a:lnTo>
                  <a:lnTo>
                    <a:pt x="685" y="17"/>
                  </a:lnTo>
                  <a:lnTo>
                    <a:pt x="667" y="24"/>
                  </a:lnTo>
                  <a:lnTo>
                    <a:pt x="648" y="31"/>
                  </a:lnTo>
                  <a:lnTo>
                    <a:pt x="626" y="37"/>
                  </a:lnTo>
                  <a:lnTo>
                    <a:pt x="603" y="43"/>
                  </a:lnTo>
                  <a:lnTo>
                    <a:pt x="578" y="48"/>
                  </a:lnTo>
                  <a:lnTo>
                    <a:pt x="550" y="52"/>
                  </a:lnTo>
                  <a:lnTo>
                    <a:pt x="522" y="56"/>
                  </a:lnTo>
                  <a:lnTo>
                    <a:pt x="492" y="60"/>
                  </a:lnTo>
                  <a:lnTo>
                    <a:pt x="462" y="62"/>
                  </a:lnTo>
                  <a:lnTo>
                    <a:pt x="431" y="64"/>
                  </a:lnTo>
                  <a:lnTo>
                    <a:pt x="399" y="65"/>
                  </a:lnTo>
                  <a:lnTo>
                    <a:pt x="367" y="66"/>
                  </a:lnTo>
                  <a:lnTo>
                    <a:pt x="335" y="65"/>
                  </a:lnTo>
                  <a:lnTo>
                    <a:pt x="304" y="64"/>
                  </a:lnTo>
                  <a:lnTo>
                    <a:pt x="272" y="62"/>
                  </a:lnTo>
                  <a:lnTo>
                    <a:pt x="242" y="60"/>
                  </a:lnTo>
                  <a:lnTo>
                    <a:pt x="212" y="56"/>
                  </a:lnTo>
                  <a:lnTo>
                    <a:pt x="184" y="52"/>
                  </a:lnTo>
                  <a:lnTo>
                    <a:pt x="157" y="48"/>
                  </a:lnTo>
                  <a:lnTo>
                    <a:pt x="132" y="43"/>
                  </a:lnTo>
                  <a:lnTo>
                    <a:pt x="108" y="37"/>
                  </a:lnTo>
                  <a:lnTo>
                    <a:pt x="86" y="31"/>
                  </a:lnTo>
                  <a:lnTo>
                    <a:pt x="67" y="24"/>
                  </a:lnTo>
                  <a:lnTo>
                    <a:pt x="49" y="17"/>
                  </a:lnTo>
                  <a:lnTo>
                    <a:pt x="35" y="9"/>
                  </a:lnTo>
                  <a:lnTo>
                    <a:pt x="22" y="0"/>
                  </a:lnTo>
                  <a:lnTo>
                    <a:pt x="22" y="18"/>
                  </a:lnTo>
                  <a:lnTo>
                    <a:pt x="21" y="22"/>
                  </a:lnTo>
                  <a:lnTo>
                    <a:pt x="18" y="25"/>
                  </a:lnTo>
                  <a:lnTo>
                    <a:pt x="12" y="28"/>
                  </a:lnTo>
                  <a:lnTo>
                    <a:pt x="6" y="33"/>
                  </a:lnTo>
                  <a:lnTo>
                    <a:pt x="3" y="37"/>
                  </a:lnTo>
                  <a:lnTo>
                    <a:pt x="1" y="43"/>
                  </a:lnTo>
                  <a:lnTo>
                    <a:pt x="0" y="48"/>
                  </a:lnTo>
                  <a:lnTo>
                    <a:pt x="2" y="54"/>
                  </a:lnTo>
                  <a:lnTo>
                    <a:pt x="6" y="63"/>
                  </a:lnTo>
                  <a:lnTo>
                    <a:pt x="13" y="71"/>
                  </a:lnTo>
                  <a:lnTo>
                    <a:pt x="22" y="79"/>
                  </a:lnTo>
                  <a:lnTo>
                    <a:pt x="22" y="311"/>
                  </a:lnTo>
                  <a:lnTo>
                    <a:pt x="22" y="329"/>
                  </a:lnTo>
                  <a:lnTo>
                    <a:pt x="21" y="333"/>
                  </a:lnTo>
                  <a:lnTo>
                    <a:pt x="18" y="335"/>
                  </a:lnTo>
                  <a:lnTo>
                    <a:pt x="12" y="339"/>
                  </a:lnTo>
                  <a:lnTo>
                    <a:pt x="6" y="343"/>
                  </a:lnTo>
                  <a:lnTo>
                    <a:pt x="3" y="347"/>
                  </a:lnTo>
                  <a:lnTo>
                    <a:pt x="1" y="353"/>
                  </a:lnTo>
                  <a:lnTo>
                    <a:pt x="0" y="359"/>
                  </a:lnTo>
                  <a:lnTo>
                    <a:pt x="2" y="365"/>
                  </a:lnTo>
                  <a:lnTo>
                    <a:pt x="6" y="373"/>
                  </a:lnTo>
                  <a:lnTo>
                    <a:pt x="13" y="382"/>
                  </a:lnTo>
                  <a:lnTo>
                    <a:pt x="22" y="389"/>
                  </a:lnTo>
                  <a:lnTo>
                    <a:pt x="22" y="666"/>
                  </a:lnTo>
                  <a:lnTo>
                    <a:pt x="22" y="684"/>
                  </a:lnTo>
                  <a:lnTo>
                    <a:pt x="22" y="688"/>
                  </a:lnTo>
                  <a:lnTo>
                    <a:pt x="24" y="693"/>
                  </a:lnTo>
                  <a:lnTo>
                    <a:pt x="27" y="699"/>
                  </a:lnTo>
                  <a:lnTo>
                    <a:pt x="34" y="708"/>
                  </a:lnTo>
                  <a:lnTo>
                    <a:pt x="42" y="716"/>
                  </a:lnTo>
                  <a:lnTo>
                    <a:pt x="54" y="724"/>
                  </a:lnTo>
                  <a:lnTo>
                    <a:pt x="67" y="731"/>
                  </a:lnTo>
                  <a:lnTo>
                    <a:pt x="84" y="738"/>
                  </a:lnTo>
                  <a:lnTo>
                    <a:pt x="102" y="745"/>
                  </a:lnTo>
                  <a:lnTo>
                    <a:pt x="122" y="751"/>
                  </a:lnTo>
                  <a:lnTo>
                    <a:pt x="143" y="757"/>
                  </a:lnTo>
                  <a:lnTo>
                    <a:pt x="166" y="762"/>
                  </a:lnTo>
                  <a:lnTo>
                    <a:pt x="191" y="767"/>
                  </a:lnTo>
                  <a:lnTo>
                    <a:pt x="218" y="771"/>
                  </a:lnTo>
                  <a:lnTo>
                    <a:pt x="245" y="774"/>
                  </a:lnTo>
                  <a:lnTo>
                    <a:pt x="274" y="777"/>
                  </a:lnTo>
                  <a:lnTo>
                    <a:pt x="302" y="779"/>
                  </a:lnTo>
                  <a:lnTo>
                    <a:pt x="332" y="780"/>
                  </a:lnTo>
                  <a:lnTo>
                    <a:pt x="361" y="780"/>
                  </a:lnTo>
                  <a:lnTo>
                    <a:pt x="373" y="780"/>
                  </a:lnTo>
                </a:path>
              </a:pathLst>
            </a:custGeom>
            <a:solidFill>
              <a:srgbClr val="777777"/>
            </a:solidFill>
            <a:ln w="0">
              <a:solidFill>
                <a:srgbClr val="FFFFFF"/>
              </a:solidFill>
              <a:round/>
              <a:headEnd/>
              <a:tailEnd/>
            </a:ln>
          </p:spPr>
          <p:txBody>
            <a:bodyPr/>
            <a:lstStyle/>
            <a:p>
              <a:endParaRPr lang="fr-FR" sz="1350"/>
            </a:p>
          </p:txBody>
        </p:sp>
        <p:sp>
          <p:nvSpPr>
            <p:cNvPr id="46103" name="Freeform 35"/>
            <p:cNvSpPr>
              <a:spLocks/>
            </p:cNvSpPr>
            <p:nvPr/>
          </p:nvSpPr>
          <p:spPr bwMode="auto">
            <a:xfrm>
              <a:off x="299" y="1022"/>
              <a:ext cx="640" cy="57"/>
            </a:xfrm>
            <a:custGeom>
              <a:avLst/>
              <a:gdLst>
                <a:gd name="T0" fmla="*/ 639 w 640"/>
                <a:gd name="T1" fmla="*/ 0 h 57"/>
                <a:gd name="T2" fmla="*/ 638 w 640"/>
                <a:gd name="T3" fmla="*/ 1 h 57"/>
                <a:gd name="T4" fmla="*/ 630 w 640"/>
                <a:gd name="T5" fmla="*/ 8 h 57"/>
                <a:gd name="T6" fmla="*/ 619 w 640"/>
                <a:gd name="T7" fmla="*/ 13 h 57"/>
                <a:gd name="T8" fmla="*/ 605 w 640"/>
                <a:gd name="T9" fmla="*/ 19 h 57"/>
                <a:gd name="T10" fmla="*/ 590 w 640"/>
                <a:gd name="T11" fmla="*/ 24 h 57"/>
                <a:gd name="T12" fmla="*/ 573 w 640"/>
                <a:gd name="T13" fmla="*/ 29 h 57"/>
                <a:gd name="T14" fmla="*/ 553 w 640"/>
                <a:gd name="T15" fmla="*/ 34 h 57"/>
                <a:gd name="T16" fmla="*/ 532 w 640"/>
                <a:gd name="T17" fmla="*/ 39 h 57"/>
                <a:gd name="T18" fmla="*/ 509 w 640"/>
                <a:gd name="T19" fmla="*/ 42 h 57"/>
                <a:gd name="T20" fmla="*/ 485 w 640"/>
                <a:gd name="T21" fmla="*/ 46 h 57"/>
                <a:gd name="T22" fmla="*/ 459 w 640"/>
                <a:gd name="T23" fmla="*/ 49 h 57"/>
                <a:gd name="T24" fmla="*/ 432 w 640"/>
                <a:gd name="T25" fmla="*/ 52 h 57"/>
                <a:gd name="T26" fmla="*/ 405 w 640"/>
                <a:gd name="T27" fmla="*/ 53 h 57"/>
                <a:gd name="T28" fmla="*/ 377 w 640"/>
                <a:gd name="T29" fmla="*/ 55 h 57"/>
                <a:gd name="T30" fmla="*/ 348 w 640"/>
                <a:gd name="T31" fmla="*/ 55 h 57"/>
                <a:gd name="T32" fmla="*/ 320 w 640"/>
                <a:gd name="T33" fmla="*/ 56 h 57"/>
                <a:gd name="T34" fmla="*/ 319 w 640"/>
                <a:gd name="T35" fmla="*/ 56 h 57"/>
                <a:gd name="T36" fmla="*/ 291 w 640"/>
                <a:gd name="T37" fmla="*/ 55 h 57"/>
                <a:gd name="T38" fmla="*/ 262 w 640"/>
                <a:gd name="T39" fmla="*/ 55 h 57"/>
                <a:gd name="T40" fmla="*/ 234 w 640"/>
                <a:gd name="T41" fmla="*/ 53 h 57"/>
                <a:gd name="T42" fmla="*/ 207 w 640"/>
                <a:gd name="T43" fmla="*/ 52 h 57"/>
                <a:gd name="T44" fmla="*/ 179 w 640"/>
                <a:gd name="T45" fmla="*/ 49 h 57"/>
                <a:gd name="T46" fmla="*/ 154 w 640"/>
                <a:gd name="T47" fmla="*/ 46 h 57"/>
                <a:gd name="T48" fmla="*/ 130 w 640"/>
                <a:gd name="T49" fmla="*/ 42 h 57"/>
                <a:gd name="T50" fmla="*/ 107 w 640"/>
                <a:gd name="T51" fmla="*/ 39 h 57"/>
                <a:gd name="T52" fmla="*/ 86 w 640"/>
                <a:gd name="T53" fmla="*/ 34 h 57"/>
                <a:gd name="T54" fmla="*/ 67 w 640"/>
                <a:gd name="T55" fmla="*/ 29 h 57"/>
                <a:gd name="T56" fmla="*/ 49 w 640"/>
                <a:gd name="T57" fmla="*/ 24 h 57"/>
                <a:gd name="T58" fmla="*/ 34 w 640"/>
                <a:gd name="T59" fmla="*/ 19 h 57"/>
                <a:gd name="T60" fmla="*/ 21 w 640"/>
                <a:gd name="T61" fmla="*/ 13 h 57"/>
                <a:gd name="T62" fmla="*/ 9 w 640"/>
                <a:gd name="T63" fmla="*/ 8 h 57"/>
                <a:gd name="T64" fmla="*/ 1 w 640"/>
                <a:gd name="T65" fmla="*/ 1 h 57"/>
                <a:gd name="T66" fmla="*/ 0 w 640"/>
                <a:gd name="T67" fmla="*/ 0 h 5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40"/>
                <a:gd name="T103" fmla="*/ 0 h 57"/>
                <a:gd name="T104" fmla="*/ 640 w 640"/>
                <a:gd name="T105" fmla="*/ 57 h 5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40" h="57">
                  <a:moveTo>
                    <a:pt x="639" y="0"/>
                  </a:moveTo>
                  <a:lnTo>
                    <a:pt x="638" y="1"/>
                  </a:lnTo>
                  <a:lnTo>
                    <a:pt x="630" y="8"/>
                  </a:lnTo>
                  <a:lnTo>
                    <a:pt x="619" y="13"/>
                  </a:lnTo>
                  <a:lnTo>
                    <a:pt x="605" y="19"/>
                  </a:lnTo>
                  <a:lnTo>
                    <a:pt x="590" y="24"/>
                  </a:lnTo>
                  <a:lnTo>
                    <a:pt x="573" y="29"/>
                  </a:lnTo>
                  <a:lnTo>
                    <a:pt x="553" y="34"/>
                  </a:lnTo>
                  <a:lnTo>
                    <a:pt x="532" y="39"/>
                  </a:lnTo>
                  <a:lnTo>
                    <a:pt x="509" y="42"/>
                  </a:lnTo>
                  <a:lnTo>
                    <a:pt x="485" y="46"/>
                  </a:lnTo>
                  <a:lnTo>
                    <a:pt x="459" y="49"/>
                  </a:lnTo>
                  <a:lnTo>
                    <a:pt x="432" y="52"/>
                  </a:lnTo>
                  <a:lnTo>
                    <a:pt x="405" y="53"/>
                  </a:lnTo>
                  <a:lnTo>
                    <a:pt x="377" y="55"/>
                  </a:lnTo>
                  <a:lnTo>
                    <a:pt x="348" y="55"/>
                  </a:lnTo>
                  <a:lnTo>
                    <a:pt x="320" y="56"/>
                  </a:lnTo>
                  <a:lnTo>
                    <a:pt x="319" y="56"/>
                  </a:lnTo>
                  <a:lnTo>
                    <a:pt x="291" y="55"/>
                  </a:lnTo>
                  <a:lnTo>
                    <a:pt x="262" y="55"/>
                  </a:lnTo>
                  <a:lnTo>
                    <a:pt x="234" y="53"/>
                  </a:lnTo>
                  <a:lnTo>
                    <a:pt x="207" y="52"/>
                  </a:lnTo>
                  <a:lnTo>
                    <a:pt x="179" y="49"/>
                  </a:lnTo>
                  <a:lnTo>
                    <a:pt x="154" y="46"/>
                  </a:lnTo>
                  <a:lnTo>
                    <a:pt x="130" y="42"/>
                  </a:lnTo>
                  <a:lnTo>
                    <a:pt x="107" y="39"/>
                  </a:lnTo>
                  <a:lnTo>
                    <a:pt x="86" y="34"/>
                  </a:lnTo>
                  <a:lnTo>
                    <a:pt x="67" y="29"/>
                  </a:lnTo>
                  <a:lnTo>
                    <a:pt x="49" y="24"/>
                  </a:lnTo>
                  <a:lnTo>
                    <a:pt x="34" y="19"/>
                  </a:lnTo>
                  <a:lnTo>
                    <a:pt x="21" y="13"/>
                  </a:lnTo>
                  <a:lnTo>
                    <a:pt x="9" y="8"/>
                  </a:lnTo>
                  <a:lnTo>
                    <a:pt x="1" y="1"/>
                  </a:lnTo>
                  <a:lnTo>
                    <a:pt x="0" y="0"/>
                  </a:lnTo>
                </a:path>
              </a:pathLst>
            </a:custGeom>
            <a:solidFill>
              <a:srgbClr val="777777"/>
            </a:solidFill>
            <a:ln w="0">
              <a:solidFill>
                <a:srgbClr val="FFFFFF"/>
              </a:solidFill>
              <a:round/>
              <a:headEnd/>
              <a:tailEnd/>
            </a:ln>
          </p:spPr>
          <p:txBody>
            <a:bodyPr/>
            <a:lstStyle/>
            <a:p>
              <a:endParaRPr lang="fr-FR" sz="1350"/>
            </a:p>
          </p:txBody>
        </p:sp>
        <p:sp>
          <p:nvSpPr>
            <p:cNvPr id="46104" name="Freeform 36"/>
            <p:cNvSpPr>
              <a:spLocks/>
            </p:cNvSpPr>
            <p:nvPr/>
          </p:nvSpPr>
          <p:spPr bwMode="auto">
            <a:xfrm>
              <a:off x="823" y="912"/>
              <a:ext cx="71" cy="30"/>
            </a:xfrm>
            <a:custGeom>
              <a:avLst/>
              <a:gdLst>
                <a:gd name="T0" fmla="*/ 70 w 71"/>
                <a:gd name="T1" fmla="*/ 12 h 30"/>
                <a:gd name="T2" fmla="*/ 69 w 71"/>
                <a:gd name="T3" fmla="*/ 9 h 30"/>
                <a:gd name="T4" fmla="*/ 66 w 71"/>
                <a:gd name="T5" fmla="*/ 7 h 30"/>
                <a:gd name="T6" fmla="*/ 62 w 71"/>
                <a:gd name="T7" fmla="*/ 5 h 30"/>
                <a:gd name="T8" fmla="*/ 58 w 71"/>
                <a:gd name="T9" fmla="*/ 3 h 30"/>
                <a:gd name="T10" fmla="*/ 53 w 71"/>
                <a:gd name="T11" fmla="*/ 2 h 30"/>
                <a:gd name="T12" fmla="*/ 47 w 71"/>
                <a:gd name="T13" fmla="*/ 0 h 30"/>
                <a:gd name="T14" fmla="*/ 41 w 71"/>
                <a:gd name="T15" fmla="*/ 0 h 30"/>
                <a:gd name="T16" fmla="*/ 35 w 71"/>
                <a:gd name="T17" fmla="*/ 0 h 30"/>
                <a:gd name="T18" fmla="*/ 29 w 71"/>
                <a:gd name="T19" fmla="*/ 0 h 30"/>
                <a:gd name="T20" fmla="*/ 23 w 71"/>
                <a:gd name="T21" fmla="*/ 0 h 30"/>
                <a:gd name="T22" fmla="*/ 18 w 71"/>
                <a:gd name="T23" fmla="*/ 2 h 30"/>
                <a:gd name="T24" fmla="*/ 13 w 71"/>
                <a:gd name="T25" fmla="*/ 3 h 30"/>
                <a:gd name="T26" fmla="*/ 9 w 71"/>
                <a:gd name="T27" fmla="*/ 5 h 30"/>
                <a:gd name="T28" fmla="*/ 5 w 71"/>
                <a:gd name="T29" fmla="*/ 7 h 30"/>
                <a:gd name="T30" fmla="*/ 3 w 71"/>
                <a:gd name="T31" fmla="*/ 9 h 30"/>
                <a:gd name="T32" fmla="*/ 1 w 71"/>
                <a:gd name="T33" fmla="*/ 12 h 30"/>
                <a:gd name="T34" fmla="*/ 0 w 71"/>
                <a:gd name="T35" fmla="*/ 14 h 30"/>
                <a:gd name="T36" fmla="*/ 1 w 71"/>
                <a:gd name="T37" fmla="*/ 17 h 30"/>
                <a:gd name="T38" fmla="*/ 3 w 71"/>
                <a:gd name="T39" fmla="*/ 20 h 30"/>
                <a:gd name="T40" fmla="*/ 5 w 71"/>
                <a:gd name="T41" fmla="*/ 22 h 30"/>
                <a:gd name="T42" fmla="*/ 9 w 71"/>
                <a:gd name="T43" fmla="*/ 24 h 30"/>
                <a:gd name="T44" fmla="*/ 13 w 71"/>
                <a:gd name="T45" fmla="*/ 26 h 30"/>
                <a:gd name="T46" fmla="*/ 18 w 71"/>
                <a:gd name="T47" fmla="*/ 27 h 30"/>
                <a:gd name="T48" fmla="*/ 23 w 71"/>
                <a:gd name="T49" fmla="*/ 28 h 30"/>
                <a:gd name="T50" fmla="*/ 29 w 71"/>
                <a:gd name="T51" fmla="*/ 29 h 30"/>
                <a:gd name="T52" fmla="*/ 35 w 71"/>
                <a:gd name="T53" fmla="*/ 29 h 30"/>
                <a:gd name="T54" fmla="*/ 41 w 71"/>
                <a:gd name="T55" fmla="*/ 29 h 30"/>
                <a:gd name="T56" fmla="*/ 47 w 71"/>
                <a:gd name="T57" fmla="*/ 28 h 30"/>
                <a:gd name="T58" fmla="*/ 53 w 71"/>
                <a:gd name="T59" fmla="*/ 27 h 30"/>
                <a:gd name="T60" fmla="*/ 58 w 71"/>
                <a:gd name="T61" fmla="*/ 26 h 30"/>
                <a:gd name="T62" fmla="*/ 62 w 71"/>
                <a:gd name="T63" fmla="*/ 24 h 30"/>
                <a:gd name="T64" fmla="*/ 66 w 71"/>
                <a:gd name="T65" fmla="*/ 22 h 30"/>
                <a:gd name="T66" fmla="*/ 69 w 71"/>
                <a:gd name="T67" fmla="*/ 20 h 30"/>
                <a:gd name="T68" fmla="*/ 70 w 71"/>
                <a:gd name="T69" fmla="*/ 17 h 30"/>
                <a:gd name="T70" fmla="*/ 70 w 71"/>
                <a:gd name="T71" fmla="*/ 14 h 3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71"/>
                <a:gd name="T109" fmla="*/ 0 h 30"/>
                <a:gd name="T110" fmla="*/ 71 w 71"/>
                <a:gd name="T111" fmla="*/ 30 h 3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71" h="30">
                  <a:moveTo>
                    <a:pt x="70" y="13"/>
                  </a:moveTo>
                  <a:lnTo>
                    <a:pt x="70" y="12"/>
                  </a:lnTo>
                  <a:lnTo>
                    <a:pt x="69" y="10"/>
                  </a:lnTo>
                  <a:lnTo>
                    <a:pt x="69" y="9"/>
                  </a:lnTo>
                  <a:lnTo>
                    <a:pt x="67" y="8"/>
                  </a:lnTo>
                  <a:lnTo>
                    <a:pt x="66" y="7"/>
                  </a:lnTo>
                  <a:lnTo>
                    <a:pt x="64" y="6"/>
                  </a:lnTo>
                  <a:lnTo>
                    <a:pt x="62" y="5"/>
                  </a:lnTo>
                  <a:lnTo>
                    <a:pt x="60" y="4"/>
                  </a:lnTo>
                  <a:lnTo>
                    <a:pt x="58" y="3"/>
                  </a:lnTo>
                  <a:lnTo>
                    <a:pt x="55" y="2"/>
                  </a:lnTo>
                  <a:lnTo>
                    <a:pt x="53" y="2"/>
                  </a:lnTo>
                  <a:lnTo>
                    <a:pt x="50" y="1"/>
                  </a:lnTo>
                  <a:lnTo>
                    <a:pt x="47" y="0"/>
                  </a:lnTo>
                  <a:lnTo>
                    <a:pt x="44" y="0"/>
                  </a:lnTo>
                  <a:lnTo>
                    <a:pt x="41" y="0"/>
                  </a:lnTo>
                  <a:lnTo>
                    <a:pt x="39" y="0"/>
                  </a:lnTo>
                  <a:lnTo>
                    <a:pt x="35" y="0"/>
                  </a:lnTo>
                  <a:lnTo>
                    <a:pt x="33" y="0"/>
                  </a:lnTo>
                  <a:lnTo>
                    <a:pt x="29" y="0"/>
                  </a:lnTo>
                  <a:lnTo>
                    <a:pt x="26" y="0"/>
                  </a:lnTo>
                  <a:lnTo>
                    <a:pt x="23" y="0"/>
                  </a:lnTo>
                  <a:lnTo>
                    <a:pt x="21" y="1"/>
                  </a:lnTo>
                  <a:lnTo>
                    <a:pt x="18" y="2"/>
                  </a:lnTo>
                  <a:lnTo>
                    <a:pt x="15" y="2"/>
                  </a:lnTo>
                  <a:lnTo>
                    <a:pt x="13" y="3"/>
                  </a:lnTo>
                  <a:lnTo>
                    <a:pt x="11" y="4"/>
                  </a:lnTo>
                  <a:lnTo>
                    <a:pt x="9" y="5"/>
                  </a:lnTo>
                  <a:lnTo>
                    <a:pt x="7" y="6"/>
                  </a:lnTo>
                  <a:lnTo>
                    <a:pt x="5" y="7"/>
                  </a:lnTo>
                  <a:lnTo>
                    <a:pt x="4" y="8"/>
                  </a:lnTo>
                  <a:lnTo>
                    <a:pt x="3" y="9"/>
                  </a:lnTo>
                  <a:lnTo>
                    <a:pt x="1" y="10"/>
                  </a:lnTo>
                  <a:lnTo>
                    <a:pt x="1" y="12"/>
                  </a:lnTo>
                  <a:lnTo>
                    <a:pt x="1" y="13"/>
                  </a:lnTo>
                  <a:lnTo>
                    <a:pt x="0" y="14"/>
                  </a:lnTo>
                  <a:lnTo>
                    <a:pt x="1" y="16"/>
                  </a:lnTo>
                  <a:lnTo>
                    <a:pt x="1" y="17"/>
                  </a:lnTo>
                  <a:lnTo>
                    <a:pt x="1" y="18"/>
                  </a:lnTo>
                  <a:lnTo>
                    <a:pt x="3" y="20"/>
                  </a:lnTo>
                  <a:lnTo>
                    <a:pt x="4" y="21"/>
                  </a:lnTo>
                  <a:lnTo>
                    <a:pt x="5" y="22"/>
                  </a:lnTo>
                  <a:lnTo>
                    <a:pt x="7" y="23"/>
                  </a:lnTo>
                  <a:lnTo>
                    <a:pt x="9" y="24"/>
                  </a:lnTo>
                  <a:lnTo>
                    <a:pt x="11" y="25"/>
                  </a:lnTo>
                  <a:lnTo>
                    <a:pt x="13" y="26"/>
                  </a:lnTo>
                  <a:lnTo>
                    <a:pt x="15" y="26"/>
                  </a:lnTo>
                  <a:lnTo>
                    <a:pt x="18" y="27"/>
                  </a:lnTo>
                  <a:lnTo>
                    <a:pt x="21" y="28"/>
                  </a:lnTo>
                  <a:lnTo>
                    <a:pt x="23" y="28"/>
                  </a:lnTo>
                  <a:lnTo>
                    <a:pt x="26" y="29"/>
                  </a:lnTo>
                  <a:lnTo>
                    <a:pt x="29" y="29"/>
                  </a:lnTo>
                  <a:lnTo>
                    <a:pt x="33" y="29"/>
                  </a:lnTo>
                  <a:lnTo>
                    <a:pt x="35" y="29"/>
                  </a:lnTo>
                  <a:lnTo>
                    <a:pt x="39" y="29"/>
                  </a:lnTo>
                  <a:lnTo>
                    <a:pt x="41" y="29"/>
                  </a:lnTo>
                  <a:lnTo>
                    <a:pt x="44" y="29"/>
                  </a:lnTo>
                  <a:lnTo>
                    <a:pt x="47" y="28"/>
                  </a:lnTo>
                  <a:lnTo>
                    <a:pt x="50" y="28"/>
                  </a:lnTo>
                  <a:lnTo>
                    <a:pt x="53" y="27"/>
                  </a:lnTo>
                  <a:lnTo>
                    <a:pt x="55" y="26"/>
                  </a:lnTo>
                  <a:lnTo>
                    <a:pt x="58" y="26"/>
                  </a:lnTo>
                  <a:lnTo>
                    <a:pt x="60" y="25"/>
                  </a:lnTo>
                  <a:lnTo>
                    <a:pt x="62" y="24"/>
                  </a:lnTo>
                  <a:lnTo>
                    <a:pt x="64" y="23"/>
                  </a:lnTo>
                  <a:lnTo>
                    <a:pt x="66" y="22"/>
                  </a:lnTo>
                  <a:lnTo>
                    <a:pt x="67" y="21"/>
                  </a:lnTo>
                  <a:lnTo>
                    <a:pt x="69" y="20"/>
                  </a:lnTo>
                  <a:lnTo>
                    <a:pt x="69" y="18"/>
                  </a:lnTo>
                  <a:lnTo>
                    <a:pt x="70" y="17"/>
                  </a:lnTo>
                  <a:lnTo>
                    <a:pt x="70" y="16"/>
                  </a:lnTo>
                  <a:lnTo>
                    <a:pt x="70" y="14"/>
                  </a:lnTo>
                  <a:lnTo>
                    <a:pt x="70" y="13"/>
                  </a:lnTo>
                </a:path>
              </a:pathLst>
            </a:custGeom>
            <a:solidFill>
              <a:srgbClr val="777777"/>
            </a:solidFill>
            <a:ln w="0">
              <a:solidFill>
                <a:srgbClr val="FFFFFF"/>
              </a:solidFill>
              <a:round/>
              <a:headEnd/>
              <a:tailEnd/>
            </a:ln>
          </p:spPr>
          <p:txBody>
            <a:bodyPr/>
            <a:lstStyle/>
            <a:p>
              <a:endParaRPr lang="fr-FR" sz="1350"/>
            </a:p>
          </p:txBody>
        </p:sp>
        <p:sp>
          <p:nvSpPr>
            <p:cNvPr id="46105" name="Freeform 37"/>
            <p:cNvSpPr>
              <a:spLocks/>
            </p:cNvSpPr>
            <p:nvPr/>
          </p:nvSpPr>
          <p:spPr bwMode="auto">
            <a:xfrm>
              <a:off x="299" y="1333"/>
              <a:ext cx="640" cy="57"/>
            </a:xfrm>
            <a:custGeom>
              <a:avLst/>
              <a:gdLst>
                <a:gd name="T0" fmla="*/ 639 w 640"/>
                <a:gd name="T1" fmla="*/ 0 h 57"/>
                <a:gd name="T2" fmla="*/ 638 w 640"/>
                <a:gd name="T3" fmla="*/ 2 h 57"/>
                <a:gd name="T4" fmla="*/ 630 w 640"/>
                <a:gd name="T5" fmla="*/ 8 h 57"/>
                <a:gd name="T6" fmla="*/ 619 w 640"/>
                <a:gd name="T7" fmla="*/ 13 h 57"/>
                <a:gd name="T8" fmla="*/ 605 w 640"/>
                <a:gd name="T9" fmla="*/ 19 h 57"/>
                <a:gd name="T10" fmla="*/ 590 w 640"/>
                <a:gd name="T11" fmla="*/ 25 h 57"/>
                <a:gd name="T12" fmla="*/ 573 w 640"/>
                <a:gd name="T13" fmla="*/ 30 h 57"/>
                <a:gd name="T14" fmla="*/ 553 w 640"/>
                <a:gd name="T15" fmla="*/ 34 h 57"/>
                <a:gd name="T16" fmla="*/ 532 w 640"/>
                <a:gd name="T17" fmla="*/ 39 h 57"/>
                <a:gd name="T18" fmla="*/ 509 w 640"/>
                <a:gd name="T19" fmla="*/ 43 h 57"/>
                <a:gd name="T20" fmla="*/ 485 w 640"/>
                <a:gd name="T21" fmla="*/ 46 h 57"/>
                <a:gd name="T22" fmla="*/ 459 w 640"/>
                <a:gd name="T23" fmla="*/ 49 h 57"/>
                <a:gd name="T24" fmla="*/ 432 w 640"/>
                <a:gd name="T25" fmla="*/ 51 h 57"/>
                <a:gd name="T26" fmla="*/ 405 w 640"/>
                <a:gd name="T27" fmla="*/ 53 h 57"/>
                <a:gd name="T28" fmla="*/ 377 w 640"/>
                <a:gd name="T29" fmla="*/ 55 h 57"/>
                <a:gd name="T30" fmla="*/ 348 w 640"/>
                <a:gd name="T31" fmla="*/ 55 h 57"/>
                <a:gd name="T32" fmla="*/ 320 w 640"/>
                <a:gd name="T33" fmla="*/ 56 h 57"/>
                <a:gd name="T34" fmla="*/ 319 w 640"/>
                <a:gd name="T35" fmla="*/ 56 h 57"/>
                <a:gd name="T36" fmla="*/ 291 w 640"/>
                <a:gd name="T37" fmla="*/ 55 h 57"/>
                <a:gd name="T38" fmla="*/ 262 w 640"/>
                <a:gd name="T39" fmla="*/ 55 h 57"/>
                <a:gd name="T40" fmla="*/ 234 w 640"/>
                <a:gd name="T41" fmla="*/ 53 h 57"/>
                <a:gd name="T42" fmla="*/ 207 w 640"/>
                <a:gd name="T43" fmla="*/ 51 h 57"/>
                <a:gd name="T44" fmla="*/ 179 w 640"/>
                <a:gd name="T45" fmla="*/ 49 h 57"/>
                <a:gd name="T46" fmla="*/ 154 w 640"/>
                <a:gd name="T47" fmla="*/ 46 h 57"/>
                <a:gd name="T48" fmla="*/ 130 w 640"/>
                <a:gd name="T49" fmla="*/ 43 h 57"/>
                <a:gd name="T50" fmla="*/ 107 w 640"/>
                <a:gd name="T51" fmla="*/ 39 h 57"/>
                <a:gd name="T52" fmla="*/ 86 w 640"/>
                <a:gd name="T53" fmla="*/ 34 h 57"/>
                <a:gd name="T54" fmla="*/ 67 w 640"/>
                <a:gd name="T55" fmla="*/ 30 h 57"/>
                <a:gd name="T56" fmla="*/ 49 w 640"/>
                <a:gd name="T57" fmla="*/ 25 h 57"/>
                <a:gd name="T58" fmla="*/ 34 w 640"/>
                <a:gd name="T59" fmla="*/ 19 h 57"/>
                <a:gd name="T60" fmla="*/ 21 w 640"/>
                <a:gd name="T61" fmla="*/ 13 h 57"/>
                <a:gd name="T62" fmla="*/ 9 w 640"/>
                <a:gd name="T63" fmla="*/ 8 h 57"/>
                <a:gd name="T64" fmla="*/ 1 w 640"/>
                <a:gd name="T65" fmla="*/ 2 h 57"/>
                <a:gd name="T66" fmla="*/ 0 w 640"/>
                <a:gd name="T67" fmla="*/ 0 h 5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40"/>
                <a:gd name="T103" fmla="*/ 0 h 57"/>
                <a:gd name="T104" fmla="*/ 640 w 640"/>
                <a:gd name="T105" fmla="*/ 57 h 5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40" h="57">
                  <a:moveTo>
                    <a:pt x="639" y="0"/>
                  </a:moveTo>
                  <a:lnTo>
                    <a:pt x="638" y="2"/>
                  </a:lnTo>
                  <a:lnTo>
                    <a:pt x="630" y="8"/>
                  </a:lnTo>
                  <a:lnTo>
                    <a:pt x="619" y="13"/>
                  </a:lnTo>
                  <a:lnTo>
                    <a:pt x="605" y="19"/>
                  </a:lnTo>
                  <a:lnTo>
                    <a:pt x="590" y="25"/>
                  </a:lnTo>
                  <a:lnTo>
                    <a:pt x="573" y="30"/>
                  </a:lnTo>
                  <a:lnTo>
                    <a:pt x="553" y="34"/>
                  </a:lnTo>
                  <a:lnTo>
                    <a:pt x="532" y="39"/>
                  </a:lnTo>
                  <a:lnTo>
                    <a:pt x="509" y="43"/>
                  </a:lnTo>
                  <a:lnTo>
                    <a:pt x="485" y="46"/>
                  </a:lnTo>
                  <a:lnTo>
                    <a:pt x="459" y="49"/>
                  </a:lnTo>
                  <a:lnTo>
                    <a:pt x="432" y="51"/>
                  </a:lnTo>
                  <a:lnTo>
                    <a:pt x="405" y="53"/>
                  </a:lnTo>
                  <a:lnTo>
                    <a:pt x="377" y="55"/>
                  </a:lnTo>
                  <a:lnTo>
                    <a:pt x="348" y="55"/>
                  </a:lnTo>
                  <a:lnTo>
                    <a:pt x="320" y="56"/>
                  </a:lnTo>
                  <a:lnTo>
                    <a:pt x="319" y="56"/>
                  </a:lnTo>
                  <a:lnTo>
                    <a:pt x="291" y="55"/>
                  </a:lnTo>
                  <a:lnTo>
                    <a:pt x="262" y="55"/>
                  </a:lnTo>
                  <a:lnTo>
                    <a:pt x="234" y="53"/>
                  </a:lnTo>
                  <a:lnTo>
                    <a:pt x="207" y="51"/>
                  </a:lnTo>
                  <a:lnTo>
                    <a:pt x="179" y="49"/>
                  </a:lnTo>
                  <a:lnTo>
                    <a:pt x="154" y="46"/>
                  </a:lnTo>
                  <a:lnTo>
                    <a:pt x="130" y="43"/>
                  </a:lnTo>
                  <a:lnTo>
                    <a:pt x="107" y="39"/>
                  </a:lnTo>
                  <a:lnTo>
                    <a:pt x="86" y="34"/>
                  </a:lnTo>
                  <a:lnTo>
                    <a:pt x="67" y="30"/>
                  </a:lnTo>
                  <a:lnTo>
                    <a:pt x="49" y="25"/>
                  </a:lnTo>
                  <a:lnTo>
                    <a:pt x="34" y="19"/>
                  </a:lnTo>
                  <a:lnTo>
                    <a:pt x="21" y="13"/>
                  </a:lnTo>
                  <a:lnTo>
                    <a:pt x="9" y="8"/>
                  </a:lnTo>
                  <a:lnTo>
                    <a:pt x="1" y="2"/>
                  </a:lnTo>
                  <a:lnTo>
                    <a:pt x="0" y="0"/>
                  </a:lnTo>
                </a:path>
              </a:pathLst>
            </a:custGeom>
            <a:solidFill>
              <a:srgbClr val="777777"/>
            </a:solidFill>
            <a:ln w="0">
              <a:solidFill>
                <a:srgbClr val="FFFFFF"/>
              </a:solidFill>
              <a:round/>
              <a:headEnd/>
              <a:tailEnd/>
            </a:ln>
          </p:spPr>
          <p:txBody>
            <a:bodyPr/>
            <a:lstStyle/>
            <a:p>
              <a:endParaRPr lang="fr-FR" sz="1350"/>
            </a:p>
          </p:txBody>
        </p:sp>
        <p:sp>
          <p:nvSpPr>
            <p:cNvPr id="46106" name="Freeform 38"/>
            <p:cNvSpPr>
              <a:spLocks/>
            </p:cNvSpPr>
            <p:nvPr/>
          </p:nvSpPr>
          <p:spPr bwMode="auto">
            <a:xfrm>
              <a:off x="272" y="1038"/>
              <a:ext cx="692" cy="66"/>
            </a:xfrm>
            <a:custGeom>
              <a:avLst/>
              <a:gdLst>
                <a:gd name="T0" fmla="*/ 691 w 692"/>
                <a:gd name="T1" fmla="*/ 0 h 66"/>
                <a:gd name="T2" fmla="*/ 677 w 692"/>
                <a:gd name="T3" fmla="*/ 8 h 66"/>
                <a:gd name="T4" fmla="*/ 663 w 692"/>
                <a:gd name="T5" fmla="*/ 16 h 66"/>
                <a:gd name="T6" fmla="*/ 645 w 692"/>
                <a:gd name="T7" fmla="*/ 23 h 66"/>
                <a:gd name="T8" fmla="*/ 626 w 692"/>
                <a:gd name="T9" fmla="*/ 30 h 66"/>
                <a:gd name="T10" fmla="*/ 604 w 692"/>
                <a:gd name="T11" fmla="*/ 36 h 66"/>
                <a:gd name="T12" fmla="*/ 581 w 692"/>
                <a:gd name="T13" fmla="*/ 42 h 66"/>
                <a:gd name="T14" fmla="*/ 556 w 692"/>
                <a:gd name="T15" fmla="*/ 47 h 66"/>
                <a:gd name="T16" fmla="*/ 528 w 692"/>
                <a:gd name="T17" fmla="*/ 52 h 66"/>
                <a:gd name="T18" fmla="*/ 500 w 692"/>
                <a:gd name="T19" fmla="*/ 56 h 66"/>
                <a:gd name="T20" fmla="*/ 470 w 692"/>
                <a:gd name="T21" fmla="*/ 59 h 66"/>
                <a:gd name="T22" fmla="*/ 440 w 692"/>
                <a:gd name="T23" fmla="*/ 62 h 66"/>
                <a:gd name="T24" fmla="*/ 409 w 692"/>
                <a:gd name="T25" fmla="*/ 64 h 66"/>
                <a:gd name="T26" fmla="*/ 377 w 692"/>
                <a:gd name="T27" fmla="*/ 64 h 66"/>
                <a:gd name="T28" fmla="*/ 345 w 692"/>
                <a:gd name="T29" fmla="*/ 65 h 66"/>
                <a:gd name="T30" fmla="*/ 345 w 692"/>
                <a:gd name="T31" fmla="*/ 65 h 66"/>
                <a:gd name="T32" fmla="*/ 313 w 692"/>
                <a:gd name="T33" fmla="*/ 64 h 66"/>
                <a:gd name="T34" fmla="*/ 282 w 692"/>
                <a:gd name="T35" fmla="*/ 64 h 66"/>
                <a:gd name="T36" fmla="*/ 250 w 692"/>
                <a:gd name="T37" fmla="*/ 62 h 66"/>
                <a:gd name="T38" fmla="*/ 220 w 692"/>
                <a:gd name="T39" fmla="*/ 59 h 66"/>
                <a:gd name="T40" fmla="*/ 190 w 692"/>
                <a:gd name="T41" fmla="*/ 56 h 66"/>
                <a:gd name="T42" fmla="*/ 162 w 692"/>
                <a:gd name="T43" fmla="*/ 52 h 66"/>
                <a:gd name="T44" fmla="*/ 135 w 692"/>
                <a:gd name="T45" fmla="*/ 47 h 66"/>
                <a:gd name="T46" fmla="*/ 110 w 692"/>
                <a:gd name="T47" fmla="*/ 42 h 66"/>
                <a:gd name="T48" fmla="*/ 86 w 692"/>
                <a:gd name="T49" fmla="*/ 36 h 66"/>
                <a:gd name="T50" fmla="*/ 64 w 692"/>
                <a:gd name="T51" fmla="*/ 30 h 66"/>
                <a:gd name="T52" fmla="*/ 45 w 692"/>
                <a:gd name="T53" fmla="*/ 23 h 66"/>
                <a:gd name="T54" fmla="*/ 27 w 692"/>
                <a:gd name="T55" fmla="*/ 16 h 66"/>
                <a:gd name="T56" fmla="*/ 13 w 692"/>
                <a:gd name="T57" fmla="*/ 8 h 66"/>
                <a:gd name="T58" fmla="*/ 0 w 692"/>
                <a:gd name="T59" fmla="*/ 0 h 6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692"/>
                <a:gd name="T91" fmla="*/ 0 h 66"/>
                <a:gd name="T92" fmla="*/ 692 w 692"/>
                <a:gd name="T93" fmla="*/ 66 h 6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692" h="66">
                  <a:moveTo>
                    <a:pt x="691" y="0"/>
                  </a:moveTo>
                  <a:lnTo>
                    <a:pt x="677" y="8"/>
                  </a:lnTo>
                  <a:lnTo>
                    <a:pt x="663" y="16"/>
                  </a:lnTo>
                  <a:lnTo>
                    <a:pt x="645" y="23"/>
                  </a:lnTo>
                  <a:lnTo>
                    <a:pt x="626" y="30"/>
                  </a:lnTo>
                  <a:lnTo>
                    <a:pt x="604" y="36"/>
                  </a:lnTo>
                  <a:lnTo>
                    <a:pt x="581" y="42"/>
                  </a:lnTo>
                  <a:lnTo>
                    <a:pt x="556" y="47"/>
                  </a:lnTo>
                  <a:lnTo>
                    <a:pt x="528" y="52"/>
                  </a:lnTo>
                  <a:lnTo>
                    <a:pt x="500" y="56"/>
                  </a:lnTo>
                  <a:lnTo>
                    <a:pt x="470" y="59"/>
                  </a:lnTo>
                  <a:lnTo>
                    <a:pt x="440" y="62"/>
                  </a:lnTo>
                  <a:lnTo>
                    <a:pt x="409" y="64"/>
                  </a:lnTo>
                  <a:lnTo>
                    <a:pt x="377" y="64"/>
                  </a:lnTo>
                  <a:lnTo>
                    <a:pt x="345" y="65"/>
                  </a:lnTo>
                  <a:lnTo>
                    <a:pt x="313" y="64"/>
                  </a:lnTo>
                  <a:lnTo>
                    <a:pt x="282" y="64"/>
                  </a:lnTo>
                  <a:lnTo>
                    <a:pt x="250" y="62"/>
                  </a:lnTo>
                  <a:lnTo>
                    <a:pt x="220" y="59"/>
                  </a:lnTo>
                  <a:lnTo>
                    <a:pt x="190" y="56"/>
                  </a:lnTo>
                  <a:lnTo>
                    <a:pt x="162" y="52"/>
                  </a:lnTo>
                  <a:lnTo>
                    <a:pt x="135" y="47"/>
                  </a:lnTo>
                  <a:lnTo>
                    <a:pt x="110" y="42"/>
                  </a:lnTo>
                  <a:lnTo>
                    <a:pt x="86" y="36"/>
                  </a:lnTo>
                  <a:lnTo>
                    <a:pt x="64" y="30"/>
                  </a:lnTo>
                  <a:lnTo>
                    <a:pt x="45" y="23"/>
                  </a:lnTo>
                  <a:lnTo>
                    <a:pt x="27" y="16"/>
                  </a:lnTo>
                  <a:lnTo>
                    <a:pt x="13" y="8"/>
                  </a:lnTo>
                  <a:lnTo>
                    <a:pt x="0" y="0"/>
                  </a:lnTo>
                </a:path>
              </a:pathLst>
            </a:custGeom>
            <a:solidFill>
              <a:srgbClr val="777777"/>
            </a:solidFill>
            <a:ln w="0">
              <a:solidFill>
                <a:srgbClr val="FFFFFF"/>
              </a:solidFill>
              <a:round/>
              <a:headEnd/>
              <a:tailEnd/>
            </a:ln>
          </p:spPr>
          <p:txBody>
            <a:bodyPr/>
            <a:lstStyle/>
            <a:p>
              <a:endParaRPr lang="fr-FR" sz="1350"/>
            </a:p>
          </p:txBody>
        </p:sp>
        <p:sp>
          <p:nvSpPr>
            <p:cNvPr id="46107" name="Freeform 39"/>
            <p:cNvSpPr>
              <a:spLocks/>
            </p:cNvSpPr>
            <p:nvPr/>
          </p:nvSpPr>
          <p:spPr bwMode="auto">
            <a:xfrm>
              <a:off x="272" y="1348"/>
              <a:ext cx="692" cy="67"/>
            </a:xfrm>
            <a:custGeom>
              <a:avLst/>
              <a:gdLst>
                <a:gd name="T0" fmla="*/ 0 w 692"/>
                <a:gd name="T1" fmla="*/ 0 h 67"/>
                <a:gd name="T2" fmla="*/ 13 w 692"/>
                <a:gd name="T3" fmla="*/ 9 h 67"/>
                <a:gd name="T4" fmla="*/ 27 w 692"/>
                <a:gd name="T5" fmla="*/ 16 h 67"/>
                <a:gd name="T6" fmla="*/ 45 w 692"/>
                <a:gd name="T7" fmla="*/ 24 h 67"/>
                <a:gd name="T8" fmla="*/ 64 w 692"/>
                <a:gd name="T9" fmla="*/ 30 h 67"/>
                <a:gd name="T10" fmla="*/ 86 w 692"/>
                <a:gd name="T11" fmla="*/ 37 h 67"/>
                <a:gd name="T12" fmla="*/ 110 w 692"/>
                <a:gd name="T13" fmla="*/ 43 h 67"/>
                <a:gd name="T14" fmla="*/ 135 w 692"/>
                <a:gd name="T15" fmla="*/ 48 h 67"/>
                <a:gd name="T16" fmla="*/ 162 w 692"/>
                <a:gd name="T17" fmla="*/ 52 h 67"/>
                <a:gd name="T18" fmla="*/ 190 w 692"/>
                <a:gd name="T19" fmla="*/ 56 h 67"/>
                <a:gd name="T20" fmla="*/ 220 w 692"/>
                <a:gd name="T21" fmla="*/ 60 h 67"/>
                <a:gd name="T22" fmla="*/ 250 w 692"/>
                <a:gd name="T23" fmla="*/ 62 h 67"/>
                <a:gd name="T24" fmla="*/ 282 w 692"/>
                <a:gd name="T25" fmla="*/ 64 h 67"/>
                <a:gd name="T26" fmla="*/ 313 w 692"/>
                <a:gd name="T27" fmla="*/ 65 h 67"/>
                <a:gd name="T28" fmla="*/ 345 w 692"/>
                <a:gd name="T29" fmla="*/ 66 h 67"/>
                <a:gd name="T30" fmla="*/ 345 w 692"/>
                <a:gd name="T31" fmla="*/ 66 h 67"/>
                <a:gd name="T32" fmla="*/ 377 w 692"/>
                <a:gd name="T33" fmla="*/ 65 h 67"/>
                <a:gd name="T34" fmla="*/ 409 w 692"/>
                <a:gd name="T35" fmla="*/ 64 h 67"/>
                <a:gd name="T36" fmla="*/ 440 w 692"/>
                <a:gd name="T37" fmla="*/ 62 h 67"/>
                <a:gd name="T38" fmla="*/ 470 w 692"/>
                <a:gd name="T39" fmla="*/ 60 h 67"/>
                <a:gd name="T40" fmla="*/ 500 w 692"/>
                <a:gd name="T41" fmla="*/ 56 h 67"/>
                <a:gd name="T42" fmla="*/ 528 w 692"/>
                <a:gd name="T43" fmla="*/ 52 h 67"/>
                <a:gd name="T44" fmla="*/ 556 w 692"/>
                <a:gd name="T45" fmla="*/ 48 h 67"/>
                <a:gd name="T46" fmla="*/ 581 w 692"/>
                <a:gd name="T47" fmla="*/ 43 h 67"/>
                <a:gd name="T48" fmla="*/ 604 w 692"/>
                <a:gd name="T49" fmla="*/ 37 h 67"/>
                <a:gd name="T50" fmla="*/ 626 w 692"/>
                <a:gd name="T51" fmla="*/ 30 h 67"/>
                <a:gd name="T52" fmla="*/ 645 w 692"/>
                <a:gd name="T53" fmla="*/ 24 h 67"/>
                <a:gd name="T54" fmla="*/ 663 w 692"/>
                <a:gd name="T55" fmla="*/ 16 h 67"/>
                <a:gd name="T56" fmla="*/ 677 w 692"/>
                <a:gd name="T57" fmla="*/ 9 h 67"/>
                <a:gd name="T58" fmla="*/ 691 w 692"/>
                <a:gd name="T59" fmla="*/ 0 h 67"/>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692"/>
                <a:gd name="T91" fmla="*/ 0 h 67"/>
                <a:gd name="T92" fmla="*/ 692 w 692"/>
                <a:gd name="T93" fmla="*/ 67 h 67"/>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692" h="67">
                  <a:moveTo>
                    <a:pt x="0" y="0"/>
                  </a:moveTo>
                  <a:lnTo>
                    <a:pt x="13" y="9"/>
                  </a:lnTo>
                  <a:lnTo>
                    <a:pt x="27" y="16"/>
                  </a:lnTo>
                  <a:lnTo>
                    <a:pt x="45" y="24"/>
                  </a:lnTo>
                  <a:lnTo>
                    <a:pt x="64" y="30"/>
                  </a:lnTo>
                  <a:lnTo>
                    <a:pt x="86" y="37"/>
                  </a:lnTo>
                  <a:lnTo>
                    <a:pt x="110" y="43"/>
                  </a:lnTo>
                  <a:lnTo>
                    <a:pt x="135" y="48"/>
                  </a:lnTo>
                  <a:lnTo>
                    <a:pt x="162" y="52"/>
                  </a:lnTo>
                  <a:lnTo>
                    <a:pt x="190" y="56"/>
                  </a:lnTo>
                  <a:lnTo>
                    <a:pt x="220" y="60"/>
                  </a:lnTo>
                  <a:lnTo>
                    <a:pt x="250" y="62"/>
                  </a:lnTo>
                  <a:lnTo>
                    <a:pt x="282" y="64"/>
                  </a:lnTo>
                  <a:lnTo>
                    <a:pt x="313" y="65"/>
                  </a:lnTo>
                  <a:lnTo>
                    <a:pt x="345" y="66"/>
                  </a:lnTo>
                  <a:lnTo>
                    <a:pt x="377" y="65"/>
                  </a:lnTo>
                  <a:lnTo>
                    <a:pt x="409" y="64"/>
                  </a:lnTo>
                  <a:lnTo>
                    <a:pt x="440" y="62"/>
                  </a:lnTo>
                  <a:lnTo>
                    <a:pt x="470" y="60"/>
                  </a:lnTo>
                  <a:lnTo>
                    <a:pt x="500" y="56"/>
                  </a:lnTo>
                  <a:lnTo>
                    <a:pt x="528" y="52"/>
                  </a:lnTo>
                  <a:lnTo>
                    <a:pt x="556" y="48"/>
                  </a:lnTo>
                  <a:lnTo>
                    <a:pt x="581" y="43"/>
                  </a:lnTo>
                  <a:lnTo>
                    <a:pt x="604" y="37"/>
                  </a:lnTo>
                  <a:lnTo>
                    <a:pt x="626" y="30"/>
                  </a:lnTo>
                  <a:lnTo>
                    <a:pt x="645" y="24"/>
                  </a:lnTo>
                  <a:lnTo>
                    <a:pt x="663" y="16"/>
                  </a:lnTo>
                  <a:lnTo>
                    <a:pt x="677" y="9"/>
                  </a:lnTo>
                  <a:lnTo>
                    <a:pt x="691" y="0"/>
                  </a:lnTo>
                </a:path>
              </a:pathLst>
            </a:custGeom>
            <a:solidFill>
              <a:srgbClr val="777777"/>
            </a:solidFill>
            <a:ln w="0">
              <a:solidFill>
                <a:srgbClr val="FFFFFF"/>
              </a:solidFill>
              <a:round/>
              <a:headEnd/>
              <a:tailEnd/>
            </a:ln>
          </p:spPr>
          <p:txBody>
            <a:bodyPr/>
            <a:lstStyle/>
            <a:p>
              <a:endParaRPr lang="fr-FR" sz="1350"/>
            </a:p>
          </p:txBody>
        </p:sp>
        <p:sp>
          <p:nvSpPr>
            <p:cNvPr id="46108" name="Freeform 40"/>
            <p:cNvSpPr>
              <a:spLocks/>
            </p:cNvSpPr>
            <p:nvPr/>
          </p:nvSpPr>
          <p:spPr bwMode="auto">
            <a:xfrm>
              <a:off x="250" y="1647"/>
              <a:ext cx="735" cy="123"/>
            </a:xfrm>
            <a:custGeom>
              <a:avLst/>
              <a:gdLst>
                <a:gd name="T0" fmla="*/ 332 w 735"/>
                <a:gd name="T1" fmla="*/ 92 h 123"/>
                <a:gd name="T2" fmla="*/ 274 w 735"/>
                <a:gd name="T3" fmla="*/ 89 h 123"/>
                <a:gd name="T4" fmla="*/ 218 w 735"/>
                <a:gd name="T5" fmla="*/ 83 h 123"/>
                <a:gd name="T6" fmla="*/ 166 w 735"/>
                <a:gd name="T7" fmla="*/ 74 h 123"/>
                <a:gd name="T8" fmla="*/ 122 w 735"/>
                <a:gd name="T9" fmla="*/ 63 h 123"/>
                <a:gd name="T10" fmla="*/ 84 w 735"/>
                <a:gd name="T11" fmla="*/ 50 h 123"/>
                <a:gd name="T12" fmla="*/ 54 w 735"/>
                <a:gd name="T13" fmla="*/ 36 h 123"/>
                <a:gd name="T14" fmla="*/ 34 w 735"/>
                <a:gd name="T15" fmla="*/ 20 h 123"/>
                <a:gd name="T16" fmla="*/ 24 w 735"/>
                <a:gd name="T17" fmla="*/ 5 h 123"/>
                <a:gd name="T18" fmla="*/ 18 w 735"/>
                <a:gd name="T19" fmla="*/ 2 h 123"/>
                <a:gd name="T20" fmla="*/ 6 w 735"/>
                <a:gd name="T21" fmla="*/ 11 h 123"/>
                <a:gd name="T22" fmla="*/ 1 w 735"/>
                <a:gd name="T23" fmla="*/ 21 h 123"/>
                <a:gd name="T24" fmla="*/ 2 w 735"/>
                <a:gd name="T25" fmla="*/ 32 h 123"/>
                <a:gd name="T26" fmla="*/ 13 w 735"/>
                <a:gd name="T27" fmla="*/ 49 h 123"/>
                <a:gd name="T28" fmla="*/ 35 w 735"/>
                <a:gd name="T29" fmla="*/ 65 h 123"/>
                <a:gd name="T30" fmla="*/ 67 w 735"/>
                <a:gd name="T31" fmla="*/ 80 h 123"/>
                <a:gd name="T32" fmla="*/ 108 w 735"/>
                <a:gd name="T33" fmla="*/ 93 h 123"/>
                <a:gd name="T34" fmla="*/ 157 w 735"/>
                <a:gd name="T35" fmla="*/ 104 h 123"/>
                <a:gd name="T36" fmla="*/ 212 w 735"/>
                <a:gd name="T37" fmla="*/ 113 h 123"/>
                <a:gd name="T38" fmla="*/ 272 w 735"/>
                <a:gd name="T39" fmla="*/ 119 h 123"/>
                <a:gd name="T40" fmla="*/ 335 w 735"/>
                <a:gd name="T41" fmla="*/ 121 h 123"/>
                <a:gd name="T42" fmla="*/ 399 w 735"/>
                <a:gd name="T43" fmla="*/ 121 h 123"/>
                <a:gd name="T44" fmla="*/ 462 w 735"/>
                <a:gd name="T45" fmla="*/ 119 h 123"/>
                <a:gd name="T46" fmla="*/ 522 w 735"/>
                <a:gd name="T47" fmla="*/ 113 h 123"/>
                <a:gd name="T48" fmla="*/ 578 w 735"/>
                <a:gd name="T49" fmla="*/ 104 h 123"/>
                <a:gd name="T50" fmla="*/ 626 w 735"/>
                <a:gd name="T51" fmla="*/ 93 h 123"/>
                <a:gd name="T52" fmla="*/ 667 w 735"/>
                <a:gd name="T53" fmla="*/ 80 h 123"/>
                <a:gd name="T54" fmla="*/ 699 w 735"/>
                <a:gd name="T55" fmla="*/ 65 h 123"/>
                <a:gd name="T56" fmla="*/ 721 w 735"/>
                <a:gd name="T57" fmla="*/ 49 h 123"/>
                <a:gd name="T58" fmla="*/ 732 w 735"/>
                <a:gd name="T59" fmla="*/ 32 h 123"/>
                <a:gd name="T60" fmla="*/ 733 w 735"/>
                <a:gd name="T61" fmla="*/ 21 h 123"/>
                <a:gd name="T62" fmla="*/ 728 w 735"/>
                <a:gd name="T63" fmla="*/ 11 h 123"/>
                <a:gd name="T64" fmla="*/ 716 w 735"/>
                <a:gd name="T65" fmla="*/ 2 h 123"/>
                <a:gd name="T66" fmla="*/ 710 w 735"/>
                <a:gd name="T67" fmla="*/ 5 h 123"/>
                <a:gd name="T68" fmla="*/ 701 w 735"/>
                <a:gd name="T69" fmla="*/ 20 h 123"/>
                <a:gd name="T70" fmla="*/ 680 w 735"/>
                <a:gd name="T71" fmla="*/ 36 h 123"/>
                <a:gd name="T72" fmla="*/ 651 w 735"/>
                <a:gd name="T73" fmla="*/ 50 h 123"/>
                <a:gd name="T74" fmla="*/ 613 w 735"/>
                <a:gd name="T75" fmla="*/ 63 h 123"/>
                <a:gd name="T76" fmla="*/ 568 w 735"/>
                <a:gd name="T77" fmla="*/ 74 h 123"/>
                <a:gd name="T78" fmla="*/ 516 w 735"/>
                <a:gd name="T79" fmla="*/ 83 h 123"/>
                <a:gd name="T80" fmla="*/ 461 w 735"/>
                <a:gd name="T81" fmla="*/ 89 h 123"/>
                <a:gd name="T82" fmla="*/ 403 w 735"/>
                <a:gd name="T83" fmla="*/ 92 h 123"/>
                <a:gd name="T84" fmla="*/ 361 w 735"/>
                <a:gd name="T85" fmla="*/ 92 h 12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735"/>
                <a:gd name="T130" fmla="*/ 0 h 123"/>
                <a:gd name="T131" fmla="*/ 735 w 735"/>
                <a:gd name="T132" fmla="*/ 123 h 123"/>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735" h="123">
                  <a:moveTo>
                    <a:pt x="361" y="92"/>
                  </a:moveTo>
                  <a:lnTo>
                    <a:pt x="332" y="92"/>
                  </a:lnTo>
                  <a:lnTo>
                    <a:pt x="302" y="91"/>
                  </a:lnTo>
                  <a:lnTo>
                    <a:pt x="274" y="89"/>
                  </a:lnTo>
                  <a:lnTo>
                    <a:pt x="245" y="86"/>
                  </a:lnTo>
                  <a:lnTo>
                    <a:pt x="218" y="83"/>
                  </a:lnTo>
                  <a:lnTo>
                    <a:pt x="191" y="79"/>
                  </a:lnTo>
                  <a:lnTo>
                    <a:pt x="166" y="74"/>
                  </a:lnTo>
                  <a:lnTo>
                    <a:pt x="143" y="69"/>
                  </a:lnTo>
                  <a:lnTo>
                    <a:pt x="122" y="63"/>
                  </a:lnTo>
                  <a:lnTo>
                    <a:pt x="102" y="57"/>
                  </a:lnTo>
                  <a:lnTo>
                    <a:pt x="84" y="50"/>
                  </a:lnTo>
                  <a:lnTo>
                    <a:pt x="67" y="43"/>
                  </a:lnTo>
                  <a:lnTo>
                    <a:pt x="54" y="36"/>
                  </a:lnTo>
                  <a:lnTo>
                    <a:pt x="42" y="28"/>
                  </a:lnTo>
                  <a:lnTo>
                    <a:pt x="34" y="20"/>
                  </a:lnTo>
                  <a:lnTo>
                    <a:pt x="27" y="11"/>
                  </a:lnTo>
                  <a:lnTo>
                    <a:pt x="24" y="5"/>
                  </a:lnTo>
                  <a:lnTo>
                    <a:pt x="22" y="0"/>
                  </a:lnTo>
                  <a:lnTo>
                    <a:pt x="18" y="2"/>
                  </a:lnTo>
                  <a:lnTo>
                    <a:pt x="12" y="6"/>
                  </a:lnTo>
                  <a:lnTo>
                    <a:pt x="6" y="11"/>
                  </a:lnTo>
                  <a:lnTo>
                    <a:pt x="3" y="15"/>
                  </a:lnTo>
                  <a:lnTo>
                    <a:pt x="1" y="21"/>
                  </a:lnTo>
                  <a:lnTo>
                    <a:pt x="0" y="26"/>
                  </a:lnTo>
                  <a:lnTo>
                    <a:pt x="2" y="32"/>
                  </a:lnTo>
                  <a:lnTo>
                    <a:pt x="6" y="41"/>
                  </a:lnTo>
                  <a:lnTo>
                    <a:pt x="13" y="49"/>
                  </a:lnTo>
                  <a:lnTo>
                    <a:pt x="22" y="57"/>
                  </a:lnTo>
                  <a:lnTo>
                    <a:pt x="35" y="65"/>
                  </a:lnTo>
                  <a:lnTo>
                    <a:pt x="49" y="73"/>
                  </a:lnTo>
                  <a:lnTo>
                    <a:pt x="67" y="80"/>
                  </a:lnTo>
                  <a:lnTo>
                    <a:pt x="86" y="87"/>
                  </a:lnTo>
                  <a:lnTo>
                    <a:pt x="108" y="93"/>
                  </a:lnTo>
                  <a:lnTo>
                    <a:pt x="132" y="99"/>
                  </a:lnTo>
                  <a:lnTo>
                    <a:pt x="157" y="104"/>
                  </a:lnTo>
                  <a:lnTo>
                    <a:pt x="184" y="109"/>
                  </a:lnTo>
                  <a:lnTo>
                    <a:pt x="212" y="113"/>
                  </a:lnTo>
                  <a:lnTo>
                    <a:pt x="242" y="116"/>
                  </a:lnTo>
                  <a:lnTo>
                    <a:pt x="272" y="119"/>
                  </a:lnTo>
                  <a:lnTo>
                    <a:pt x="304" y="120"/>
                  </a:lnTo>
                  <a:lnTo>
                    <a:pt x="335" y="121"/>
                  </a:lnTo>
                  <a:lnTo>
                    <a:pt x="367" y="122"/>
                  </a:lnTo>
                  <a:lnTo>
                    <a:pt x="399" y="121"/>
                  </a:lnTo>
                  <a:lnTo>
                    <a:pt x="431" y="120"/>
                  </a:lnTo>
                  <a:lnTo>
                    <a:pt x="462" y="119"/>
                  </a:lnTo>
                  <a:lnTo>
                    <a:pt x="492" y="116"/>
                  </a:lnTo>
                  <a:lnTo>
                    <a:pt x="522" y="113"/>
                  </a:lnTo>
                  <a:lnTo>
                    <a:pt x="550" y="109"/>
                  </a:lnTo>
                  <a:lnTo>
                    <a:pt x="578" y="104"/>
                  </a:lnTo>
                  <a:lnTo>
                    <a:pt x="603" y="99"/>
                  </a:lnTo>
                  <a:lnTo>
                    <a:pt x="626" y="93"/>
                  </a:lnTo>
                  <a:lnTo>
                    <a:pt x="648" y="87"/>
                  </a:lnTo>
                  <a:lnTo>
                    <a:pt x="667" y="80"/>
                  </a:lnTo>
                  <a:lnTo>
                    <a:pt x="685" y="73"/>
                  </a:lnTo>
                  <a:lnTo>
                    <a:pt x="699" y="65"/>
                  </a:lnTo>
                  <a:lnTo>
                    <a:pt x="713" y="57"/>
                  </a:lnTo>
                  <a:lnTo>
                    <a:pt x="721" y="49"/>
                  </a:lnTo>
                  <a:lnTo>
                    <a:pt x="728" y="41"/>
                  </a:lnTo>
                  <a:lnTo>
                    <a:pt x="732" y="32"/>
                  </a:lnTo>
                  <a:lnTo>
                    <a:pt x="734" y="26"/>
                  </a:lnTo>
                  <a:lnTo>
                    <a:pt x="733" y="21"/>
                  </a:lnTo>
                  <a:lnTo>
                    <a:pt x="731" y="15"/>
                  </a:lnTo>
                  <a:lnTo>
                    <a:pt x="728" y="11"/>
                  </a:lnTo>
                  <a:lnTo>
                    <a:pt x="722" y="6"/>
                  </a:lnTo>
                  <a:lnTo>
                    <a:pt x="716" y="2"/>
                  </a:lnTo>
                  <a:lnTo>
                    <a:pt x="713" y="0"/>
                  </a:lnTo>
                  <a:lnTo>
                    <a:pt x="710" y="5"/>
                  </a:lnTo>
                  <a:lnTo>
                    <a:pt x="707" y="11"/>
                  </a:lnTo>
                  <a:lnTo>
                    <a:pt x="701" y="20"/>
                  </a:lnTo>
                  <a:lnTo>
                    <a:pt x="692" y="28"/>
                  </a:lnTo>
                  <a:lnTo>
                    <a:pt x="680" y="36"/>
                  </a:lnTo>
                  <a:lnTo>
                    <a:pt x="667" y="43"/>
                  </a:lnTo>
                  <a:lnTo>
                    <a:pt x="651" y="50"/>
                  </a:lnTo>
                  <a:lnTo>
                    <a:pt x="633" y="57"/>
                  </a:lnTo>
                  <a:lnTo>
                    <a:pt x="613" y="63"/>
                  </a:lnTo>
                  <a:lnTo>
                    <a:pt x="591" y="69"/>
                  </a:lnTo>
                  <a:lnTo>
                    <a:pt x="568" y="74"/>
                  </a:lnTo>
                  <a:lnTo>
                    <a:pt x="543" y="79"/>
                  </a:lnTo>
                  <a:lnTo>
                    <a:pt x="516" y="83"/>
                  </a:lnTo>
                  <a:lnTo>
                    <a:pt x="489" y="86"/>
                  </a:lnTo>
                  <a:lnTo>
                    <a:pt x="461" y="89"/>
                  </a:lnTo>
                  <a:lnTo>
                    <a:pt x="432" y="91"/>
                  </a:lnTo>
                  <a:lnTo>
                    <a:pt x="403" y="92"/>
                  </a:lnTo>
                  <a:lnTo>
                    <a:pt x="373" y="92"/>
                  </a:lnTo>
                  <a:lnTo>
                    <a:pt x="361" y="92"/>
                  </a:lnTo>
                </a:path>
              </a:pathLst>
            </a:custGeom>
            <a:solidFill>
              <a:srgbClr val="777777"/>
            </a:solidFill>
            <a:ln w="0">
              <a:solidFill>
                <a:srgbClr val="FFFFFF"/>
              </a:solidFill>
              <a:round/>
              <a:headEnd/>
              <a:tailEnd/>
            </a:ln>
          </p:spPr>
          <p:txBody>
            <a:bodyPr/>
            <a:lstStyle/>
            <a:p>
              <a:endParaRPr lang="fr-FR" sz="1350"/>
            </a:p>
          </p:txBody>
        </p:sp>
        <p:sp>
          <p:nvSpPr>
            <p:cNvPr id="46109" name="Freeform 41"/>
            <p:cNvSpPr>
              <a:spLocks/>
            </p:cNvSpPr>
            <p:nvPr/>
          </p:nvSpPr>
          <p:spPr bwMode="auto">
            <a:xfrm>
              <a:off x="287" y="856"/>
              <a:ext cx="662" cy="147"/>
            </a:xfrm>
            <a:custGeom>
              <a:avLst/>
              <a:gdLst>
                <a:gd name="T0" fmla="*/ 659 w 662"/>
                <a:gd name="T1" fmla="*/ 80 h 147"/>
                <a:gd name="T2" fmla="*/ 649 w 662"/>
                <a:gd name="T3" fmla="*/ 92 h 147"/>
                <a:gd name="T4" fmla="*/ 629 w 662"/>
                <a:gd name="T5" fmla="*/ 104 h 147"/>
                <a:gd name="T6" fmla="*/ 601 w 662"/>
                <a:gd name="T7" fmla="*/ 115 h 147"/>
                <a:gd name="T8" fmla="*/ 564 w 662"/>
                <a:gd name="T9" fmla="*/ 125 h 147"/>
                <a:gd name="T10" fmla="*/ 519 w 662"/>
                <a:gd name="T11" fmla="*/ 133 h 147"/>
                <a:gd name="T12" fmla="*/ 470 w 662"/>
                <a:gd name="T13" fmla="*/ 140 h 147"/>
                <a:gd name="T14" fmla="*/ 415 w 662"/>
                <a:gd name="T15" fmla="*/ 144 h 147"/>
                <a:gd name="T16" fmla="*/ 359 w 662"/>
                <a:gd name="T17" fmla="*/ 146 h 147"/>
                <a:gd name="T18" fmla="*/ 330 w 662"/>
                <a:gd name="T19" fmla="*/ 146 h 147"/>
                <a:gd name="T20" fmla="*/ 273 w 662"/>
                <a:gd name="T21" fmla="*/ 145 h 147"/>
                <a:gd name="T22" fmla="*/ 217 w 662"/>
                <a:gd name="T23" fmla="*/ 142 h 147"/>
                <a:gd name="T24" fmla="*/ 165 w 662"/>
                <a:gd name="T25" fmla="*/ 136 h 147"/>
                <a:gd name="T26" fmla="*/ 118 w 662"/>
                <a:gd name="T27" fmla="*/ 129 h 147"/>
                <a:gd name="T28" fmla="*/ 77 w 662"/>
                <a:gd name="T29" fmla="*/ 120 h 147"/>
                <a:gd name="T30" fmla="*/ 44 w 662"/>
                <a:gd name="T31" fmla="*/ 110 h 147"/>
                <a:gd name="T32" fmla="*/ 20 w 662"/>
                <a:gd name="T33" fmla="*/ 98 h 147"/>
                <a:gd name="T34" fmla="*/ 5 w 662"/>
                <a:gd name="T35" fmla="*/ 86 h 147"/>
                <a:gd name="T36" fmla="*/ 0 w 662"/>
                <a:gd name="T37" fmla="*/ 73 h 147"/>
                <a:gd name="T38" fmla="*/ 5 w 662"/>
                <a:gd name="T39" fmla="*/ 60 h 147"/>
                <a:gd name="T40" fmla="*/ 20 w 662"/>
                <a:gd name="T41" fmla="*/ 48 h 147"/>
                <a:gd name="T42" fmla="*/ 44 w 662"/>
                <a:gd name="T43" fmla="*/ 37 h 147"/>
                <a:gd name="T44" fmla="*/ 77 w 662"/>
                <a:gd name="T45" fmla="*/ 26 h 147"/>
                <a:gd name="T46" fmla="*/ 118 w 662"/>
                <a:gd name="T47" fmla="*/ 17 h 147"/>
                <a:gd name="T48" fmla="*/ 165 w 662"/>
                <a:gd name="T49" fmla="*/ 10 h 147"/>
                <a:gd name="T50" fmla="*/ 217 w 662"/>
                <a:gd name="T51" fmla="*/ 4 h 147"/>
                <a:gd name="T52" fmla="*/ 273 w 662"/>
                <a:gd name="T53" fmla="*/ 1 h 147"/>
                <a:gd name="T54" fmla="*/ 330 w 662"/>
                <a:gd name="T55" fmla="*/ 0 h 147"/>
                <a:gd name="T56" fmla="*/ 359 w 662"/>
                <a:gd name="T57" fmla="*/ 0 h 147"/>
                <a:gd name="T58" fmla="*/ 415 w 662"/>
                <a:gd name="T59" fmla="*/ 2 h 147"/>
                <a:gd name="T60" fmla="*/ 470 w 662"/>
                <a:gd name="T61" fmla="*/ 7 h 147"/>
                <a:gd name="T62" fmla="*/ 519 w 662"/>
                <a:gd name="T63" fmla="*/ 13 h 147"/>
                <a:gd name="T64" fmla="*/ 564 w 662"/>
                <a:gd name="T65" fmla="*/ 22 h 147"/>
                <a:gd name="T66" fmla="*/ 601 w 662"/>
                <a:gd name="T67" fmla="*/ 31 h 147"/>
                <a:gd name="T68" fmla="*/ 629 w 662"/>
                <a:gd name="T69" fmla="*/ 42 h 147"/>
                <a:gd name="T70" fmla="*/ 649 w 662"/>
                <a:gd name="T71" fmla="*/ 54 h 147"/>
                <a:gd name="T72" fmla="*/ 659 w 662"/>
                <a:gd name="T73" fmla="*/ 67 h 14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662"/>
                <a:gd name="T112" fmla="*/ 0 h 147"/>
                <a:gd name="T113" fmla="*/ 662 w 662"/>
                <a:gd name="T114" fmla="*/ 147 h 14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662" h="147">
                  <a:moveTo>
                    <a:pt x="661" y="73"/>
                  </a:moveTo>
                  <a:lnTo>
                    <a:pt x="659" y="80"/>
                  </a:lnTo>
                  <a:lnTo>
                    <a:pt x="655" y="86"/>
                  </a:lnTo>
                  <a:lnTo>
                    <a:pt x="649" y="92"/>
                  </a:lnTo>
                  <a:lnTo>
                    <a:pt x="641" y="98"/>
                  </a:lnTo>
                  <a:lnTo>
                    <a:pt x="629" y="104"/>
                  </a:lnTo>
                  <a:lnTo>
                    <a:pt x="616" y="110"/>
                  </a:lnTo>
                  <a:lnTo>
                    <a:pt x="601" y="115"/>
                  </a:lnTo>
                  <a:lnTo>
                    <a:pt x="583" y="120"/>
                  </a:lnTo>
                  <a:lnTo>
                    <a:pt x="564" y="125"/>
                  </a:lnTo>
                  <a:lnTo>
                    <a:pt x="543" y="129"/>
                  </a:lnTo>
                  <a:lnTo>
                    <a:pt x="519" y="133"/>
                  </a:lnTo>
                  <a:lnTo>
                    <a:pt x="495" y="136"/>
                  </a:lnTo>
                  <a:lnTo>
                    <a:pt x="470" y="140"/>
                  </a:lnTo>
                  <a:lnTo>
                    <a:pt x="443" y="142"/>
                  </a:lnTo>
                  <a:lnTo>
                    <a:pt x="415" y="144"/>
                  </a:lnTo>
                  <a:lnTo>
                    <a:pt x="387" y="145"/>
                  </a:lnTo>
                  <a:lnTo>
                    <a:pt x="359" y="146"/>
                  </a:lnTo>
                  <a:lnTo>
                    <a:pt x="331" y="146"/>
                  </a:lnTo>
                  <a:lnTo>
                    <a:pt x="330" y="146"/>
                  </a:lnTo>
                  <a:lnTo>
                    <a:pt x="301" y="146"/>
                  </a:lnTo>
                  <a:lnTo>
                    <a:pt x="273" y="145"/>
                  </a:lnTo>
                  <a:lnTo>
                    <a:pt x="245" y="144"/>
                  </a:lnTo>
                  <a:lnTo>
                    <a:pt x="217" y="142"/>
                  </a:lnTo>
                  <a:lnTo>
                    <a:pt x="190" y="140"/>
                  </a:lnTo>
                  <a:lnTo>
                    <a:pt x="165" y="136"/>
                  </a:lnTo>
                  <a:lnTo>
                    <a:pt x="141" y="133"/>
                  </a:lnTo>
                  <a:lnTo>
                    <a:pt x="118" y="129"/>
                  </a:lnTo>
                  <a:lnTo>
                    <a:pt x="97" y="125"/>
                  </a:lnTo>
                  <a:lnTo>
                    <a:pt x="77" y="120"/>
                  </a:lnTo>
                  <a:lnTo>
                    <a:pt x="60" y="115"/>
                  </a:lnTo>
                  <a:lnTo>
                    <a:pt x="44" y="110"/>
                  </a:lnTo>
                  <a:lnTo>
                    <a:pt x="31" y="104"/>
                  </a:lnTo>
                  <a:lnTo>
                    <a:pt x="20" y="98"/>
                  </a:lnTo>
                  <a:lnTo>
                    <a:pt x="11" y="92"/>
                  </a:lnTo>
                  <a:lnTo>
                    <a:pt x="5" y="86"/>
                  </a:lnTo>
                  <a:lnTo>
                    <a:pt x="1" y="80"/>
                  </a:lnTo>
                  <a:lnTo>
                    <a:pt x="0" y="73"/>
                  </a:lnTo>
                  <a:lnTo>
                    <a:pt x="1" y="67"/>
                  </a:lnTo>
                  <a:lnTo>
                    <a:pt x="5" y="60"/>
                  </a:lnTo>
                  <a:lnTo>
                    <a:pt x="11" y="54"/>
                  </a:lnTo>
                  <a:lnTo>
                    <a:pt x="20" y="48"/>
                  </a:lnTo>
                  <a:lnTo>
                    <a:pt x="31" y="42"/>
                  </a:lnTo>
                  <a:lnTo>
                    <a:pt x="44" y="37"/>
                  </a:lnTo>
                  <a:lnTo>
                    <a:pt x="60" y="31"/>
                  </a:lnTo>
                  <a:lnTo>
                    <a:pt x="77" y="26"/>
                  </a:lnTo>
                  <a:lnTo>
                    <a:pt x="97" y="22"/>
                  </a:lnTo>
                  <a:lnTo>
                    <a:pt x="118" y="17"/>
                  </a:lnTo>
                  <a:lnTo>
                    <a:pt x="141" y="13"/>
                  </a:lnTo>
                  <a:lnTo>
                    <a:pt x="165" y="10"/>
                  </a:lnTo>
                  <a:lnTo>
                    <a:pt x="190" y="7"/>
                  </a:lnTo>
                  <a:lnTo>
                    <a:pt x="217" y="4"/>
                  </a:lnTo>
                  <a:lnTo>
                    <a:pt x="245" y="2"/>
                  </a:lnTo>
                  <a:lnTo>
                    <a:pt x="273" y="1"/>
                  </a:lnTo>
                  <a:lnTo>
                    <a:pt x="301" y="0"/>
                  </a:lnTo>
                  <a:lnTo>
                    <a:pt x="330" y="0"/>
                  </a:lnTo>
                  <a:lnTo>
                    <a:pt x="331" y="0"/>
                  </a:lnTo>
                  <a:lnTo>
                    <a:pt x="359" y="0"/>
                  </a:lnTo>
                  <a:lnTo>
                    <a:pt x="387" y="1"/>
                  </a:lnTo>
                  <a:lnTo>
                    <a:pt x="415" y="2"/>
                  </a:lnTo>
                  <a:lnTo>
                    <a:pt x="443" y="4"/>
                  </a:lnTo>
                  <a:lnTo>
                    <a:pt x="470" y="7"/>
                  </a:lnTo>
                  <a:lnTo>
                    <a:pt x="495" y="10"/>
                  </a:lnTo>
                  <a:lnTo>
                    <a:pt x="519" y="13"/>
                  </a:lnTo>
                  <a:lnTo>
                    <a:pt x="543" y="17"/>
                  </a:lnTo>
                  <a:lnTo>
                    <a:pt x="564" y="22"/>
                  </a:lnTo>
                  <a:lnTo>
                    <a:pt x="583" y="26"/>
                  </a:lnTo>
                  <a:lnTo>
                    <a:pt x="601" y="31"/>
                  </a:lnTo>
                  <a:lnTo>
                    <a:pt x="616" y="37"/>
                  </a:lnTo>
                  <a:lnTo>
                    <a:pt x="629" y="42"/>
                  </a:lnTo>
                  <a:lnTo>
                    <a:pt x="641" y="48"/>
                  </a:lnTo>
                  <a:lnTo>
                    <a:pt x="649" y="54"/>
                  </a:lnTo>
                  <a:lnTo>
                    <a:pt x="655" y="60"/>
                  </a:lnTo>
                  <a:lnTo>
                    <a:pt x="659" y="67"/>
                  </a:lnTo>
                  <a:lnTo>
                    <a:pt x="661" y="73"/>
                  </a:lnTo>
                </a:path>
              </a:pathLst>
            </a:custGeom>
            <a:solidFill>
              <a:srgbClr val="777777"/>
            </a:solidFill>
            <a:ln w="0">
              <a:solidFill>
                <a:srgbClr val="FFFFFF"/>
              </a:solidFill>
              <a:round/>
              <a:headEnd/>
              <a:tailEnd/>
            </a:ln>
          </p:spPr>
          <p:txBody>
            <a:bodyPr/>
            <a:lstStyle/>
            <a:p>
              <a:endParaRPr lang="fr-FR" sz="1350"/>
            </a:p>
          </p:txBody>
        </p:sp>
      </p:grpSp>
      <p:sp>
        <p:nvSpPr>
          <p:cNvPr id="46087" name="Freeform 42"/>
          <p:cNvSpPr>
            <a:spLocks/>
          </p:cNvSpPr>
          <p:nvPr/>
        </p:nvSpPr>
        <p:spPr bwMode="auto">
          <a:xfrm>
            <a:off x="2186945" y="2501983"/>
            <a:ext cx="600075" cy="352425"/>
          </a:xfrm>
          <a:custGeom>
            <a:avLst/>
            <a:gdLst>
              <a:gd name="T0" fmla="*/ 0 w 504"/>
              <a:gd name="T1" fmla="*/ 0 h 296"/>
              <a:gd name="T2" fmla="*/ 0 w 504"/>
              <a:gd name="T3" fmla="*/ 2147483647 h 296"/>
              <a:gd name="T4" fmla="*/ 2147483647 w 504"/>
              <a:gd name="T5" fmla="*/ 2147483647 h 296"/>
              <a:gd name="T6" fmla="*/ 0 60000 65536"/>
              <a:gd name="T7" fmla="*/ 0 60000 65536"/>
              <a:gd name="T8" fmla="*/ 0 60000 65536"/>
              <a:gd name="T9" fmla="*/ 0 w 504"/>
              <a:gd name="T10" fmla="*/ 0 h 296"/>
              <a:gd name="T11" fmla="*/ 504 w 504"/>
              <a:gd name="T12" fmla="*/ 296 h 296"/>
            </a:gdLst>
            <a:ahLst/>
            <a:cxnLst>
              <a:cxn ang="T6">
                <a:pos x="T0" y="T1"/>
              </a:cxn>
              <a:cxn ang="T7">
                <a:pos x="T2" y="T3"/>
              </a:cxn>
              <a:cxn ang="T8">
                <a:pos x="T4" y="T5"/>
              </a:cxn>
            </a:cxnLst>
            <a:rect l="T9" t="T10" r="T11" b="T12"/>
            <a:pathLst>
              <a:path w="504" h="296">
                <a:moveTo>
                  <a:pt x="0" y="0"/>
                </a:moveTo>
                <a:lnTo>
                  <a:pt x="0" y="295"/>
                </a:lnTo>
                <a:lnTo>
                  <a:pt x="503" y="295"/>
                </a:lnTo>
              </a:path>
            </a:pathLst>
          </a:custGeom>
          <a:noFill/>
          <a:ln w="67945">
            <a:solidFill>
              <a:srgbClr val="000099"/>
            </a:solidFill>
            <a:round/>
            <a:headEnd/>
            <a:tailEnd type="triangle" w="med" len="med"/>
          </a:ln>
        </p:spPr>
        <p:txBody>
          <a:bodyPr/>
          <a:lstStyle/>
          <a:p>
            <a:endParaRPr lang="fr-FR" sz="1350"/>
          </a:p>
        </p:txBody>
      </p:sp>
      <p:sp>
        <p:nvSpPr>
          <p:cNvPr id="46088" name="Freeform 43"/>
          <p:cNvSpPr>
            <a:spLocks/>
          </p:cNvSpPr>
          <p:nvPr/>
        </p:nvSpPr>
        <p:spPr bwMode="auto">
          <a:xfrm>
            <a:off x="3060864" y="1785227"/>
            <a:ext cx="5125640" cy="2828925"/>
          </a:xfrm>
          <a:custGeom>
            <a:avLst/>
            <a:gdLst>
              <a:gd name="T0" fmla="*/ 0 w 3520"/>
              <a:gd name="T1" fmla="*/ 0 h 1613"/>
              <a:gd name="T2" fmla="*/ 0 w 3520"/>
              <a:gd name="T3" fmla="*/ 2147483647 h 1613"/>
              <a:gd name="T4" fmla="*/ 2147483647 w 3520"/>
              <a:gd name="T5" fmla="*/ 2147483647 h 1613"/>
              <a:gd name="T6" fmla="*/ 0 60000 65536"/>
              <a:gd name="T7" fmla="*/ 0 60000 65536"/>
              <a:gd name="T8" fmla="*/ 0 60000 65536"/>
              <a:gd name="T9" fmla="*/ 0 w 3520"/>
              <a:gd name="T10" fmla="*/ 0 h 1613"/>
              <a:gd name="T11" fmla="*/ 3520 w 3520"/>
              <a:gd name="T12" fmla="*/ 1613 h 1613"/>
            </a:gdLst>
            <a:ahLst/>
            <a:cxnLst>
              <a:cxn ang="T6">
                <a:pos x="T0" y="T1"/>
              </a:cxn>
              <a:cxn ang="T7">
                <a:pos x="T2" y="T3"/>
              </a:cxn>
              <a:cxn ang="T8">
                <a:pos x="T4" y="T5"/>
              </a:cxn>
            </a:cxnLst>
            <a:rect l="T9" t="T10" r="T11" b="T12"/>
            <a:pathLst>
              <a:path w="3520" h="1613">
                <a:moveTo>
                  <a:pt x="0" y="0"/>
                </a:moveTo>
                <a:lnTo>
                  <a:pt x="0" y="1612"/>
                </a:lnTo>
                <a:lnTo>
                  <a:pt x="3519" y="1612"/>
                </a:lnTo>
              </a:path>
            </a:pathLst>
          </a:custGeom>
          <a:noFill/>
          <a:ln w="28575">
            <a:solidFill>
              <a:srgbClr val="0033CC"/>
            </a:solidFill>
            <a:round/>
            <a:headEnd/>
            <a:tailEnd/>
          </a:ln>
        </p:spPr>
        <p:txBody>
          <a:bodyPr/>
          <a:lstStyle/>
          <a:p>
            <a:endParaRPr lang="fr-FR" sz="1350"/>
          </a:p>
        </p:txBody>
      </p:sp>
      <p:sp>
        <p:nvSpPr>
          <p:cNvPr id="46089" name="Freeform 44"/>
          <p:cNvSpPr>
            <a:spLocks/>
          </p:cNvSpPr>
          <p:nvPr/>
        </p:nvSpPr>
        <p:spPr bwMode="auto">
          <a:xfrm>
            <a:off x="3060865" y="2065023"/>
            <a:ext cx="4863703" cy="2033588"/>
          </a:xfrm>
          <a:custGeom>
            <a:avLst/>
            <a:gdLst>
              <a:gd name="T0" fmla="*/ 0 w 2889"/>
              <a:gd name="T1" fmla="*/ 2147483647 h 1708"/>
              <a:gd name="T2" fmla="*/ 2147483647 w 2889"/>
              <a:gd name="T3" fmla="*/ 2147483647 h 1708"/>
              <a:gd name="T4" fmla="*/ 2147483647 w 2889"/>
              <a:gd name="T5" fmla="*/ 2147483647 h 1708"/>
              <a:gd name="T6" fmla="*/ 2147483647 w 2889"/>
              <a:gd name="T7" fmla="*/ 2147483647 h 1708"/>
              <a:gd name="T8" fmla="*/ 2147483647 w 2889"/>
              <a:gd name="T9" fmla="*/ 0 h 1708"/>
              <a:gd name="T10" fmla="*/ 2147483647 w 2889"/>
              <a:gd name="T11" fmla="*/ 2147483647 h 1708"/>
              <a:gd name="T12" fmla="*/ 0 60000 65536"/>
              <a:gd name="T13" fmla="*/ 0 60000 65536"/>
              <a:gd name="T14" fmla="*/ 0 60000 65536"/>
              <a:gd name="T15" fmla="*/ 0 60000 65536"/>
              <a:gd name="T16" fmla="*/ 0 60000 65536"/>
              <a:gd name="T17" fmla="*/ 0 60000 65536"/>
              <a:gd name="T18" fmla="*/ 0 w 2889"/>
              <a:gd name="T19" fmla="*/ 0 h 1708"/>
              <a:gd name="T20" fmla="*/ 2889 w 2889"/>
              <a:gd name="T21" fmla="*/ 1708 h 1708"/>
            </a:gdLst>
            <a:ahLst/>
            <a:cxnLst>
              <a:cxn ang="T12">
                <a:pos x="T0" y="T1"/>
              </a:cxn>
              <a:cxn ang="T13">
                <a:pos x="T2" y="T3"/>
              </a:cxn>
              <a:cxn ang="T14">
                <a:pos x="T4" y="T5"/>
              </a:cxn>
              <a:cxn ang="T15">
                <a:pos x="T6" y="T7"/>
              </a:cxn>
              <a:cxn ang="T16">
                <a:pos x="T8" y="T9"/>
              </a:cxn>
              <a:cxn ang="T17">
                <a:pos x="T10" y="T11"/>
              </a:cxn>
            </a:cxnLst>
            <a:rect l="T18" t="T19" r="T20" b="T21"/>
            <a:pathLst>
              <a:path w="2889" h="1708">
                <a:moveTo>
                  <a:pt x="0" y="15"/>
                </a:moveTo>
                <a:lnTo>
                  <a:pt x="1339" y="1708"/>
                </a:lnTo>
                <a:lnTo>
                  <a:pt x="1339" y="15"/>
                </a:lnTo>
                <a:lnTo>
                  <a:pt x="2678" y="1708"/>
                </a:lnTo>
                <a:lnTo>
                  <a:pt x="2678" y="0"/>
                </a:lnTo>
                <a:lnTo>
                  <a:pt x="2889" y="202"/>
                </a:lnTo>
              </a:path>
            </a:pathLst>
          </a:custGeom>
          <a:noFill/>
          <a:ln w="38100">
            <a:solidFill>
              <a:srgbClr val="000099"/>
            </a:solidFill>
            <a:round/>
            <a:headEnd/>
            <a:tailEnd/>
          </a:ln>
        </p:spPr>
        <p:txBody>
          <a:bodyPr/>
          <a:lstStyle/>
          <a:p>
            <a:endParaRPr lang="fr-FR" sz="1350"/>
          </a:p>
        </p:txBody>
      </p:sp>
      <p:sp>
        <p:nvSpPr>
          <p:cNvPr id="46090" name="Line 45"/>
          <p:cNvSpPr>
            <a:spLocks noChangeShapeType="1"/>
          </p:cNvSpPr>
          <p:nvPr/>
        </p:nvSpPr>
        <p:spPr bwMode="auto">
          <a:xfrm>
            <a:off x="3046575" y="3604501"/>
            <a:ext cx="5204222" cy="0"/>
          </a:xfrm>
          <a:prstGeom prst="line">
            <a:avLst/>
          </a:prstGeom>
          <a:noFill/>
          <a:ln w="38100">
            <a:solidFill>
              <a:srgbClr val="0033CC"/>
            </a:solidFill>
            <a:prstDash val="dash"/>
            <a:round/>
            <a:headEnd/>
            <a:tailEnd/>
          </a:ln>
        </p:spPr>
        <p:txBody>
          <a:bodyPr/>
          <a:lstStyle/>
          <a:p>
            <a:endParaRPr lang="fr-CA" sz="1350"/>
          </a:p>
        </p:txBody>
      </p:sp>
      <p:sp>
        <p:nvSpPr>
          <p:cNvPr id="46091" name="Line 46"/>
          <p:cNvSpPr>
            <a:spLocks noChangeShapeType="1"/>
          </p:cNvSpPr>
          <p:nvPr/>
        </p:nvSpPr>
        <p:spPr bwMode="auto">
          <a:xfrm>
            <a:off x="3046575" y="4092657"/>
            <a:ext cx="5204222" cy="0"/>
          </a:xfrm>
          <a:prstGeom prst="line">
            <a:avLst/>
          </a:prstGeom>
          <a:noFill/>
          <a:ln w="6350">
            <a:solidFill>
              <a:srgbClr val="FF3300"/>
            </a:solidFill>
            <a:prstDash val="dash"/>
            <a:round/>
            <a:headEnd/>
            <a:tailEnd/>
          </a:ln>
        </p:spPr>
        <p:txBody>
          <a:bodyPr/>
          <a:lstStyle/>
          <a:p>
            <a:endParaRPr lang="fr-CA" sz="1350"/>
          </a:p>
        </p:txBody>
      </p:sp>
      <p:sp>
        <p:nvSpPr>
          <p:cNvPr id="46092" name="AutoShape 47"/>
          <p:cNvSpPr>
            <a:spLocks noChangeArrowheads="1"/>
          </p:cNvSpPr>
          <p:nvPr/>
        </p:nvSpPr>
        <p:spPr bwMode="auto">
          <a:xfrm>
            <a:off x="6522012" y="3381856"/>
            <a:ext cx="1635919" cy="453628"/>
          </a:xfrm>
          <a:prstGeom prst="leftArrowCallout">
            <a:avLst>
              <a:gd name="adj1" fmla="val 25000"/>
              <a:gd name="adj2" fmla="val 25000"/>
              <a:gd name="adj3" fmla="val 60105"/>
              <a:gd name="adj4" fmla="val 66667"/>
            </a:avLst>
          </a:prstGeom>
          <a:solidFill>
            <a:srgbClr val="CCCCFF"/>
          </a:solidFill>
          <a:ln w="9525" algn="ctr">
            <a:noFill/>
            <a:miter lim="800000"/>
            <a:headEnd/>
            <a:tailEnd/>
          </a:ln>
        </p:spPr>
        <p:txBody>
          <a:bodyPr anchor="ctr"/>
          <a:lstStyle/>
          <a:p>
            <a:pPr algn="ctr"/>
            <a:r>
              <a:rPr lang="fr-CA" sz="1350">
                <a:solidFill>
                  <a:srgbClr val="000099"/>
                </a:solidFill>
              </a:rPr>
              <a:t>Point de commande</a:t>
            </a:r>
          </a:p>
        </p:txBody>
      </p:sp>
      <p:sp>
        <p:nvSpPr>
          <p:cNvPr id="336944" name="AutoShape 48"/>
          <p:cNvSpPr>
            <a:spLocks noChangeArrowheads="1"/>
          </p:cNvSpPr>
          <p:nvPr/>
        </p:nvSpPr>
        <p:spPr bwMode="auto">
          <a:xfrm>
            <a:off x="5554033" y="4099801"/>
            <a:ext cx="2352675" cy="495300"/>
          </a:xfrm>
          <a:prstGeom prst="upDownArrowCallout">
            <a:avLst>
              <a:gd name="adj1" fmla="val 53613"/>
              <a:gd name="adj2" fmla="val 47434"/>
              <a:gd name="adj3" fmla="val 19773"/>
              <a:gd name="adj4" fmla="val 50000"/>
            </a:avLst>
          </a:prstGeom>
          <a:solidFill>
            <a:srgbClr val="FF9966"/>
          </a:solidFill>
          <a:ln w="9525" algn="ctr">
            <a:noFill/>
            <a:miter lim="800000"/>
            <a:headEnd/>
            <a:tailEnd/>
          </a:ln>
          <a:effectLst/>
        </p:spPr>
        <p:txBody>
          <a:bodyPr wrap="none" anchor="ctr"/>
          <a:lstStyle/>
          <a:p>
            <a:pPr algn="ctr">
              <a:defRPr/>
            </a:pPr>
            <a:r>
              <a:rPr lang="fr-CA" sz="1350" b="1">
                <a:solidFill>
                  <a:srgbClr val="000099"/>
                </a:solidFill>
                <a:effectLst>
                  <a:outerShdw blurRad="38100" dist="38100" dir="2700000" algn="tl">
                    <a:srgbClr val="000000"/>
                  </a:outerShdw>
                </a:effectLst>
              </a:rPr>
              <a:t>Stock de sécurité</a:t>
            </a:r>
          </a:p>
        </p:txBody>
      </p:sp>
      <p:sp>
        <p:nvSpPr>
          <p:cNvPr id="46094" name="Line 49"/>
          <p:cNvSpPr>
            <a:spLocks noChangeShapeType="1"/>
          </p:cNvSpPr>
          <p:nvPr/>
        </p:nvSpPr>
        <p:spPr bwMode="auto">
          <a:xfrm>
            <a:off x="4749169" y="3603311"/>
            <a:ext cx="0" cy="1508522"/>
          </a:xfrm>
          <a:prstGeom prst="line">
            <a:avLst/>
          </a:prstGeom>
          <a:noFill/>
          <a:ln w="9525">
            <a:solidFill>
              <a:schemeClr val="accent1"/>
            </a:solidFill>
            <a:round/>
            <a:headEnd/>
            <a:tailEnd/>
          </a:ln>
        </p:spPr>
        <p:txBody>
          <a:bodyPr/>
          <a:lstStyle/>
          <a:p>
            <a:endParaRPr lang="fr-CA" sz="1350"/>
          </a:p>
        </p:txBody>
      </p:sp>
      <p:sp>
        <p:nvSpPr>
          <p:cNvPr id="46095" name="Text Box 50"/>
          <p:cNvSpPr txBox="1">
            <a:spLocks noChangeArrowheads="1"/>
          </p:cNvSpPr>
          <p:nvPr/>
        </p:nvSpPr>
        <p:spPr bwMode="auto">
          <a:xfrm>
            <a:off x="4680115" y="4840370"/>
            <a:ext cx="767953" cy="242374"/>
          </a:xfrm>
          <a:prstGeom prst="rect">
            <a:avLst/>
          </a:prstGeom>
          <a:noFill/>
          <a:ln w="9525" algn="ctr">
            <a:noFill/>
            <a:miter lim="800000"/>
            <a:headEnd/>
            <a:tailEnd/>
          </a:ln>
        </p:spPr>
        <p:txBody>
          <a:bodyPr wrap="square">
            <a:spAutoFit/>
          </a:bodyPr>
          <a:lstStyle/>
          <a:p>
            <a:pPr algn="ctr"/>
            <a:r>
              <a:rPr lang="fr-CA" sz="975" b="1">
                <a:solidFill>
                  <a:srgbClr val="008080"/>
                </a:solidFill>
                <a:sym typeface="Wingdings" pitchFamily="2" charset="2"/>
              </a:rPr>
              <a:t></a:t>
            </a:r>
            <a:r>
              <a:rPr lang="fr-CA" sz="975" b="1">
                <a:solidFill>
                  <a:srgbClr val="008080"/>
                </a:solidFill>
              </a:rPr>
              <a:t>délai </a:t>
            </a:r>
            <a:r>
              <a:rPr lang="fr-CA" sz="975" b="1">
                <a:solidFill>
                  <a:srgbClr val="008080"/>
                </a:solidFill>
                <a:sym typeface="Wingdings" pitchFamily="2" charset="2"/>
              </a:rPr>
              <a:t></a:t>
            </a:r>
            <a:r>
              <a:rPr lang="fr-CA" sz="975" b="1">
                <a:solidFill>
                  <a:srgbClr val="008080"/>
                </a:solidFill>
              </a:rPr>
              <a:t>  </a:t>
            </a:r>
          </a:p>
        </p:txBody>
      </p:sp>
      <p:sp>
        <p:nvSpPr>
          <p:cNvPr id="46096" name="Line 51"/>
          <p:cNvSpPr>
            <a:spLocks noChangeShapeType="1"/>
          </p:cNvSpPr>
          <p:nvPr/>
        </p:nvSpPr>
        <p:spPr bwMode="auto">
          <a:xfrm>
            <a:off x="2847741" y="3603312"/>
            <a:ext cx="0" cy="1022747"/>
          </a:xfrm>
          <a:prstGeom prst="line">
            <a:avLst/>
          </a:prstGeom>
          <a:noFill/>
          <a:ln w="57150">
            <a:solidFill>
              <a:srgbClr val="FF3300"/>
            </a:solidFill>
            <a:round/>
            <a:headEnd type="triangle" w="med" len="med"/>
            <a:tailEnd type="triangle" w="med" len="med"/>
          </a:ln>
        </p:spPr>
        <p:txBody>
          <a:bodyPr/>
          <a:lstStyle/>
          <a:p>
            <a:endParaRPr lang="fr-CA" sz="1350"/>
          </a:p>
        </p:txBody>
      </p:sp>
      <p:sp>
        <p:nvSpPr>
          <p:cNvPr id="46097" name="Line 52"/>
          <p:cNvSpPr>
            <a:spLocks noChangeShapeType="1"/>
          </p:cNvSpPr>
          <p:nvPr/>
        </p:nvSpPr>
        <p:spPr bwMode="auto">
          <a:xfrm>
            <a:off x="2846551" y="2129319"/>
            <a:ext cx="0" cy="1445419"/>
          </a:xfrm>
          <a:prstGeom prst="line">
            <a:avLst/>
          </a:prstGeom>
          <a:noFill/>
          <a:ln w="57150">
            <a:solidFill>
              <a:srgbClr val="000099"/>
            </a:solidFill>
            <a:round/>
            <a:headEnd type="triangle" w="med" len="med"/>
            <a:tailEnd type="triangle" w="med" len="med"/>
          </a:ln>
        </p:spPr>
        <p:txBody>
          <a:bodyPr/>
          <a:lstStyle/>
          <a:p>
            <a:endParaRPr lang="fr-CA" sz="1350"/>
          </a:p>
        </p:txBody>
      </p:sp>
      <p:sp>
        <p:nvSpPr>
          <p:cNvPr id="46098" name="Line 53"/>
          <p:cNvSpPr>
            <a:spLocks noChangeShapeType="1"/>
          </p:cNvSpPr>
          <p:nvPr/>
        </p:nvSpPr>
        <p:spPr bwMode="auto">
          <a:xfrm>
            <a:off x="2375064" y="4077180"/>
            <a:ext cx="401240" cy="0"/>
          </a:xfrm>
          <a:prstGeom prst="line">
            <a:avLst/>
          </a:prstGeom>
          <a:noFill/>
          <a:ln w="57150">
            <a:solidFill>
              <a:srgbClr val="FF3300"/>
            </a:solidFill>
            <a:round/>
            <a:headEnd/>
            <a:tailEnd type="triangle" w="med" len="med"/>
          </a:ln>
        </p:spPr>
        <p:txBody>
          <a:bodyPr/>
          <a:lstStyle/>
          <a:p>
            <a:endParaRPr lang="fr-CA" sz="1350"/>
          </a:p>
        </p:txBody>
      </p:sp>
      <p:sp>
        <p:nvSpPr>
          <p:cNvPr id="46099" name="Text Box 54"/>
          <p:cNvSpPr txBox="1">
            <a:spLocks noChangeArrowheads="1"/>
          </p:cNvSpPr>
          <p:nvPr/>
        </p:nvSpPr>
        <p:spPr bwMode="auto">
          <a:xfrm>
            <a:off x="7513802" y="4657014"/>
            <a:ext cx="875109" cy="300082"/>
          </a:xfrm>
          <a:prstGeom prst="rect">
            <a:avLst/>
          </a:prstGeom>
          <a:noFill/>
          <a:ln w="12700" algn="ctr">
            <a:noFill/>
            <a:miter lim="800000"/>
            <a:headEnd/>
            <a:tailEnd/>
          </a:ln>
        </p:spPr>
        <p:txBody>
          <a:bodyPr wrap="square">
            <a:spAutoFit/>
          </a:bodyPr>
          <a:lstStyle/>
          <a:p>
            <a:r>
              <a:rPr lang="fr-CA" sz="1350" b="1">
                <a:solidFill>
                  <a:srgbClr val="185FAB"/>
                </a:solidFill>
              </a:rPr>
              <a:t>Temps</a:t>
            </a:r>
          </a:p>
        </p:txBody>
      </p:sp>
      <p:sp>
        <p:nvSpPr>
          <p:cNvPr id="46100" name="Text Box 55"/>
          <p:cNvSpPr txBox="1">
            <a:spLocks noChangeArrowheads="1"/>
          </p:cNvSpPr>
          <p:nvPr/>
        </p:nvSpPr>
        <p:spPr bwMode="auto">
          <a:xfrm>
            <a:off x="2665577" y="1356603"/>
            <a:ext cx="953690" cy="507831"/>
          </a:xfrm>
          <a:prstGeom prst="rect">
            <a:avLst/>
          </a:prstGeom>
          <a:noFill/>
          <a:ln w="12700">
            <a:noFill/>
            <a:miter lim="800000"/>
            <a:headEnd type="none" w="sm" len="sm"/>
            <a:tailEnd type="none" w="sm" len="sm"/>
          </a:ln>
        </p:spPr>
        <p:txBody>
          <a:bodyPr wrap="square">
            <a:spAutoFit/>
          </a:bodyPr>
          <a:lstStyle/>
          <a:p>
            <a:r>
              <a:rPr lang="fr-CA" sz="1350" b="1">
                <a:solidFill>
                  <a:srgbClr val="185FAB"/>
                </a:solidFill>
              </a:rPr>
              <a:t>Quantité </a:t>
            </a:r>
          </a:p>
          <a:p>
            <a:r>
              <a:rPr lang="fr-CA" sz="1350" b="1">
                <a:solidFill>
                  <a:srgbClr val="185FAB"/>
                </a:solidFill>
              </a:rPr>
              <a:t>en stock</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5"/>
          <p:cNvSpPr>
            <a:spLocks noGrp="1" noChangeArrowheads="1"/>
          </p:cNvSpPr>
          <p:nvPr>
            <p:ph type="title"/>
          </p:nvPr>
        </p:nvSpPr>
        <p:spPr/>
        <p:txBody>
          <a:bodyPr/>
          <a:lstStyle/>
          <a:p>
            <a:r>
              <a:rPr lang="fr-CA" dirty="0"/>
              <a:t>Réapprovisionnement périodique :</a:t>
            </a:r>
            <a:br>
              <a:rPr lang="fr-CA" dirty="0"/>
            </a:br>
            <a:r>
              <a:rPr lang="fr-CA" dirty="0"/>
              <a:t>Quantité variable – Période fixe</a:t>
            </a:r>
          </a:p>
        </p:txBody>
      </p:sp>
      <p:sp>
        <p:nvSpPr>
          <p:cNvPr id="47106" name="Rectangle 3"/>
          <p:cNvSpPr>
            <a:spLocks noGrp="1" noChangeArrowheads="1"/>
          </p:cNvSpPr>
          <p:nvPr>
            <p:ph type="body" idx="1"/>
          </p:nvPr>
        </p:nvSpPr>
        <p:spPr/>
        <p:txBody>
          <a:bodyPr/>
          <a:lstStyle/>
          <a:p>
            <a:pPr marL="0" indent="0">
              <a:buNone/>
            </a:pPr>
            <a:r>
              <a:rPr lang="fr-CA" dirty="0"/>
              <a:t>Combien commander?</a:t>
            </a:r>
          </a:p>
          <a:p>
            <a:pPr lvl="1"/>
            <a:r>
              <a:rPr lang="fr-CA" dirty="0"/>
              <a:t>On commande la quantité QC</a:t>
            </a:r>
          </a:p>
          <a:p>
            <a:pPr lvl="1"/>
            <a:endParaRPr lang="fr-CA" dirty="0"/>
          </a:p>
          <a:p>
            <a:pPr marL="0" indent="0">
              <a:buNone/>
            </a:pPr>
            <a:r>
              <a:rPr lang="fr-CA" dirty="0"/>
              <a:t>Quand commander?</a:t>
            </a:r>
          </a:p>
          <a:p>
            <a:pPr lvl="1"/>
            <a:r>
              <a:rPr lang="fr-CA" dirty="0"/>
              <a:t>À intervalles de temps (i0 ) égaux.</a:t>
            </a:r>
          </a:p>
          <a:p>
            <a:endParaRPr lang="fr-CA" dirty="0"/>
          </a:p>
        </p:txBody>
      </p:sp>
      <p:pic>
        <p:nvPicPr>
          <p:cNvPr id="2" name="Image 1">
            <a:extLst>
              <a:ext uri="{FF2B5EF4-FFF2-40B4-BE49-F238E27FC236}">
                <a16:creationId xmlns:a16="http://schemas.microsoft.com/office/drawing/2014/main" id="{F038558E-BACA-45AE-8682-FE3011309689}"/>
              </a:ext>
            </a:extLst>
          </p:cNvPr>
          <p:cNvPicPr>
            <a:picLocks noChangeAspect="1"/>
          </p:cNvPicPr>
          <p:nvPr/>
        </p:nvPicPr>
        <p:blipFill>
          <a:blip r:embed="rId3"/>
          <a:stretch>
            <a:fillRect/>
          </a:stretch>
        </p:blipFill>
        <p:spPr>
          <a:xfrm>
            <a:off x="4477364" y="1377317"/>
            <a:ext cx="5150636" cy="2960366"/>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8130" name="Group 4"/>
          <p:cNvGrpSpPr>
            <a:grpSpLocks/>
          </p:cNvGrpSpPr>
          <p:nvPr/>
        </p:nvGrpSpPr>
        <p:grpSpPr bwMode="auto">
          <a:xfrm>
            <a:off x="1995604" y="2167273"/>
            <a:ext cx="5224463" cy="2755107"/>
            <a:chOff x="772" y="1292"/>
            <a:chExt cx="4388" cy="2314"/>
          </a:xfrm>
        </p:grpSpPr>
        <p:sp>
          <p:nvSpPr>
            <p:cNvPr id="48163" name="Freeform 5"/>
            <p:cNvSpPr>
              <a:spLocks/>
            </p:cNvSpPr>
            <p:nvPr/>
          </p:nvSpPr>
          <p:spPr bwMode="auto">
            <a:xfrm>
              <a:off x="772" y="1535"/>
              <a:ext cx="4388" cy="1597"/>
            </a:xfrm>
            <a:custGeom>
              <a:avLst/>
              <a:gdLst>
                <a:gd name="T0" fmla="*/ 0 w 4388"/>
                <a:gd name="T1" fmla="*/ 0 h 1597"/>
                <a:gd name="T2" fmla="*/ 0 w 4388"/>
                <a:gd name="T3" fmla="*/ 1596 h 1597"/>
                <a:gd name="T4" fmla="*/ 4387 w 4388"/>
                <a:gd name="T5" fmla="*/ 1596 h 1597"/>
                <a:gd name="T6" fmla="*/ 4387 w 4388"/>
                <a:gd name="T7" fmla="*/ 1596 h 1597"/>
                <a:gd name="T8" fmla="*/ 0 60000 65536"/>
                <a:gd name="T9" fmla="*/ 0 60000 65536"/>
                <a:gd name="T10" fmla="*/ 0 60000 65536"/>
                <a:gd name="T11" fmla="*/ 0 60000 65536"/>
                <a:gd name="T12" fmla="*/ 0 w 4388"/>
                <a:gd name="T13" fmla="*/ 0 h 1597"/>
                <a:gd name="T14" fmla="*/ 4388 w 4388"/>
                <a:gd name="T15" fmla="*/ 1597 h 1597"/>
              </a:gdLst>
              <a:ahLst/>
              <a:cxnLst>
                <a:cxn ang="T8">
                  <a:pos x="T0" y="T1"/>
                </a:cxn>
                <a:cxn ang="T9">
                  <a:pos x="T2" y="T3"/>
                </a:cxn>
                <a:cxn ang="T10">
                  <a:pos x="T4" y="T5"/>
                </a:cxn>
                <a:cxn ang="T11">
                  <a:pos x="T6" y="T7"/>
                </a:cxn>
              </a:cxnLst>
              <a:rect l="T12" t="T13" r="T14" b="T15"/>
              <a:pathLst>
                <a:path w="4388" h="1597">
                  <a:moveTo>
                    <a:pt x="0" y="0"/>
                  </a:moveTo>
                  <a:lnTo>
                    <a:pt x="0" y="1596"/>
                  </a:lnTo>
                  <a:lnTo>
                    <a:pt x="4387" y="1596"/>
                  </a:lnTo>
                </a:path>
              </a:pathLst>
            </a:custGeom>
            <a:noFill/>
            <a:ln w="40640">
              <a:solidFill>
                <a:srgbClr val="0033CC"/>
              </a:solidFill>
              <a:round/>
              <a:headEnd/>
              <a:tailEnd/>
            </a:ln>
          </p:spPr>
          <p:txBody>
            <a:bodyPr/>
            <a:lstStyle/>
            <a:p>
              <a:endParaRPr lang="fr-FR" sz="1350"/>
            </a:p>
          </p:txBody>
        </p:sp>
        <p:sp>
          <p:nvSpPr>
            <p:cNvPr id="48164" name="Line 6"/>
            <p:cNvSpPr>
              <a:spLocks noChangeShapeType="1"/>
            </p:cNvSpPr>
            <p:nvPr/>
          </p:nvSpPr>
          <p:spPr bwMode="auto">
            <a:xfrm>
              <a:off x="1674" y="1316"/>
              <a:ext cx="0" cy="2290"/>
            </a:xfrm>
            <a:prstGeom prst="line">
              <a:avLst/>
            </a:prstGeom>
            <a:noFill/>
            <a:ln w="0">
              <a:solidFill>
                <a:srgbClr val="0033CC"/>
              </a:solidFill>
              <a:round/>
              <a:headEnd/>
              <a:tailEnd/>
            </a:ln>
          </p:spPr>
          <p:txBody>
            <a:bodyPr/>
            <a:lstStyle/>
            <a:p>
              <a:endParaRPr lang="fr-CA" sz="1350"/>
            </a:p>
          </p:txBody>
        </p:sp>
        <p:sp>
          <p:nvSpPr>
            <p:cNvPr id="48165" name="Freeform 7"/>
            <p:cNvSpPr>
              <a:spLocks/>
            </p:cNvSpPr>
            <p:nvPr/>
          </p:nvSpPr>
          <p:spPr bwMode="auto">
            <a:xfrm>
              <a:off x="2631" y="1292"/>
              <a:ext cx="1" cy="2291"/>
            </a:xfrm>
            <a:custGeom>
              <a:avLst/>
              <a:gdLst>
                <a:gd name="T0" fmla="*/ 0 w 1"/>
                <a:gd name="T1" fmla="*/ 0 h 2291"/>
                <a:gd name="T2" fmla="*/ 0 w 1"/>
                <a:gd name="T3" fmla="*/ 2290 h 2291"/>
                <a:gd name="T4" fmla="*/ 0 w 1"/>
                <a:gd name="T5" fmla="*/ 2290 h 2291"/>
                <a:gd name="T6" fmla="*/ 0 60000 65536"/>
                <a:gd name="T7" fmla="*/ 0 60000 65536"/>
                <a:gd name="T8" fmla="*/ 0 60000 65536"/>
                <a:gd name="T9" fmla="*/ 0 w 1"/>
                <a:gd name="T10" fmla="*/ 0 h 2291"/>
                <a:gd name="T11" fmla="*/ 1 w 1"/>
                <a:gd name="T12" fmla="*/ 2291 h 2291"/>
              </a:gdLst>
              <a:ahLst/>
              <a:cxnLst>
                <a:cxn ang="T6">
                  <a:pos x="T0" y="T1"/>
                </a:cxn>
                <a:cxn ang="T7">
                  <a:pos x="T2" y="T3"/>
                </a:cxn>
                <a:cxn ang="T8">
                  <a:pos x="T4" y="T5"/>
                </a:cxn>
              </a:cxnLst>
              <a:rect l="T9" t="T10" r="T11" b="T12"/>
              <a:pathLst>
                <a:path w="1" h="2291">
                  <a:moveTo>
                    <a:pt x="0" y="0"/>
                  </a:moveTo>
                  <a:lnTo>
                    <a:pt x="0" y="2290"/>
                  </a:lnTo>
                </a:path>
              </a:pathLst>
            </a:custGeom>
            <a:noFill/>
            <a:ln w="0">
              <a:solidFill>
                <a:srgbClr val="0033CC"/>
              </a:solidFill>
              <a:round/>
              <a:headEnd/>
              <a:tailEnd/>
            </a:ln>
          </p:spPr>
          <p:txBody>
            <a:bodyPr/>
            <a:lstStyle/>
            <a:p>
              <a:endParaRPr lang="fr-FR" sz="1350"/>
            </a:p>
          </p:txBody>
        </p:sp>
        <p:sp>
          <p:nvSpPr>
            <p:cNvPr id="48166" name="Freeform 8"/>
            <p:cNvSpPr>
              <a:spLocks/>
            </p:cNvSpPr>
            <p:nvPr/>
          </p:nvSpPr>
          <p:spPr bwMode="auto">
            <a:xfrm>
              <a:off x="3572" y="1292"/>
              <a:ext cx="1" cy="2291"/>
            </a:xfrm>
            <a:custGeom>
              <a:avLst/>
              <a:gdLst>
                <a:gd name="T0" fmla="*/ 0 w 1"/>
                <a:gd name="T1" fmla="*/ 0 h 2291"/>
                <a:gd name="T2" fmla="*/ 0 w 1"/>
                <a:gd name="T3" fmla="*/ 2290 h 2291"/>
                <a:gd name="T4" fmla="*/ 0 w 1"/>
                <a:gd name="T5" fmla="*/ 2290 h 2291"/>
                <a:gd name="T6" fmla="*/ 0 60000 65536"/>
                <a:gd name="T7" fmla="*/ 0 60000 65536"/>
                <a:gd name="T8" fmla="*/ 0 60000 65536"/>
                <a:gd name="T9" fmla="*/ 0 w 1"/>
                <a:gd name="T10" fmla="*/ 0 h 2291"/>
                <a:gd name="T11" fmla="*/ 1 w 1"/>
                <a:gd name="T12" fmla="*/ 2291 h 2291"/>
              </a:gdLst>
              <a:ahLst/>
              <a:cxnLst>
                <a:cxn ang="T6">
                  <a:pos x="T0" y="T1"/>
                </a:cxn>
                <a:cxn ang="T7">
                  <a:pos x="T2" y="T3"/>
                </a:cxn>
                <a:cxn ang="T8">
                  <a:pos x="T4" y="T5"/>
                </a:cxn>
              </a:cxnLst>
              <a:rect l="T9" t="T10" r="T11" b="T12"/>
              <a:pathLst>
                <a:path w="1" h="2291">
                  <a:moveTo>
                    <a:pt x="0" y="0"/>
                  </a:moveTo>
                  <a:lnTo>
                    <a:pt x="0" y="2290"/>
                  </a:lnTo>
                </a:path>
              </a:pathLst>
            </a:custGeom>
            <a:noFill/>
            <a:ln w="0">
              <a:solidFill>
                <a:srgbClr val="0033CC"/>
              </a:solidFill>
              <a:round/>
              <a:headEnd/>
              <a:tailEnd/>
            </a:ln>
          </p:spPr>
          <p:txBody>
            <a:bodyPr/>
            <a:lstStyle/>
            <a:p>
              <a:endParaRPr lang="fr-FR" sz="1350"/>
            </a:p>
          </p:txBody>
        </p:sp>
        <p:sp>
          <p:nvSpPr>
            <p:cNvPr id="48167" name="Freeform 9"/>
            <p:cNvSpPr>
              <a:spLocks/>
            </p:cNvSpPr>
            <p:nvPr/>
          </p:nvSpPr>
          <p:spPr bwMode="auto">
            <a:xfrm>
              <a:off x="4502" y="1292"/>
              <a:ext cx="1" cy="2303"/>
            </a:xfrm>
            <a:custGeom>
              <a:avLst/>
              <a:gdLst>
                <a:gd name="T0" fmla="*/ 0 w 1"/>
                <a:gd name="T1" fmla="*/ 0 h 2303"/>
                <a:gd name="T2" fmla="*/ 0 w 1"/>
                <a:gd name="T3" fmla="*/ 2302 h 2303"/>
                <a:gd name="T4" fmla="*/ 0 w 1"/>
                <a:gd name="T5" fmla="*/ 2302 h 2303"/>
                <a:gd name="T6" fmla="*/ 0 60000 65536"/>
                <a:gd name="T7" fmla="*/ 0 60000 65536"/>
                <a:gd name="T8" fmla="*/ 0 60000 65536"/>
                <a:gd name="T9" fmla="*/ 0 w 1"/>
                <a:gd name="T10" fmla="*/ 0 h 2303"/>
                <a:gd name="T11" fmla="*/ 1 w 1"/>
                <a:gd name="T12" fmla="*/ 2303 h 2303"/>
              </a:gdLst>
              <a:ahLst/>
              <a:cxnLst>
                <a:cxn ang="T6">
                  <a:pos x="T0" y="T1"/>
                </a:cxn>
                <a:cxn ang="T7">
                  <a:pos x="T2" y="T3"/>
                </a:cxn>
                <a:cxn ang="T8">
                  <a:pos x="T4" y="T5"/>
                </a:cxn>
              </a:cxnLst>
              <a:rect l="T9" t="T10" r="T11" b="T12"/>
              <a:pathLst>
                <a:path w="1" h="2303">
                  <a:moveTo>
                    <a:pt x="0" y="0"/>
                  </a:moveTo>
                  <a:lnTo>
                    <a:pt x="0" y="2302"/>
                  </a:lnTo>
                </a:path>
              </a:pathLst>
            </a:custGeom>
            <a:noFill/>
            <a:ln w="0">
              <a:solidFill>
                <a:srgbClr val="0033CC"/>
              </a:solidFill>
              <a:round/>
              <a:headEnd/>
              <a:tailEnd/>
            </a:ln>
          </p:spPr>
          <p:txBody>
            <a:bodyPr/>
            <a:lstStyle/>
            <a:p>
              <a:endParaRPr lang="fr-FR" sz="1350"/>
            </a:p>
          </p:txBody>
        </p:sp>
      </p:grpSp>
      <p:sp>
        <p:nvSpPr>
          <p:cNvPr id="48131" name="Text Box 10"/>
          <p:cNvSpPr txBox="1">
            <a:spLocks noChangeArrowheads="1"/>
          </p:cNvSpPr>
          <p:nvPr/>
        </p:nvSpPr>
        <p:spPr bwMode="auto">
          <a:xfrm>
            <a:off x="1213100" y="2408003"/>
            <a:ext cx="760144" cy="346249"/>
          </a:xfrm>
          <a:prstGeom prst="rect">
            <a:avLst/>
          </a:prstGeom>
          <a:noFill/>
          <a:ln w="9525">
            <a:noFill/>
            <a:miter lim="800000"/>
            <a:headEnd/>
            <a:tailEnd/>
          </a:ln>
        </p:spPr>
        <p:txBody>
          <a:bodyPr wrap="none" anchor="b">
            <a:spAutoFit/>
          </a:bodyPr>
          <a:lstStyle/>
          <a:p>
            <a:pPr algn="ctr">
              <a:spcBef>
                <a:spcPct val="30000"/>
              </a:spcBef>
            </a:pPr>
            <a:r>
              <a:rPr lang="fr-CA" sz="1650" b="1">
                <a:solidFill>
                  <a:srgbClr val="000099"/>
                </a:solidFill>
              </a:rPr>
              <a:t>Stock</a:t>
            </a:r>
            <a:endParaRPr lang="fr-CA" sz="1350">
              <a:solidFill>
                <a:srgbClr val="000099"/>
              </a:solidFill>
            </a:endParaRPr>
          </a:p>
        </p:txBody>
      </p:sp>
      <p:sp>
        <p:nvSpPr>
          <p:cNvPr id="48132" name="Text Box 11"/>
          <p:cNvSpPr txBox="1">
            <a:spLocks noChangeArrowheads="1"/>
          </p:cNvSpPr>
          <p:nvPr/>
        </p:nvSpPr>
        <p:spPr bwMode="auto">
          <a:xfrm>
            <a:off x="2886871" y="4922045"/>
            <a:ext cx="401072" cy="403957"/>
          </a:xfrm>
          <a:prstGeom prst="rect">
            <a:avLst/>
          </a:prstGeom>
          <a:noFill/>
          <a:ln w="9525">
            <a:noFill/>
            <a:miter lim="800000"/>
            <a:headEnd/>
            <a:tailEnd/>
          </a:ln>
        </p:spPr>
        <p:txBody>
          <a:bodyPr wrap="none" anchor="b">
            <a:spAutoFit/>
          </a:bodyPr>
          <a:lstStyle/>
          <a:p>
            <a:pPr algn="ctr">
              <a:spcBef>
                <a:spcPct val="30000"/>
              </a:spcBef>
            </a:pPr>
            <a:r>
              <a:rPr lang="fr-CA" sz="2025" b="1">
                <a:solidFill>
                  <a:srgbClr val="000099"/>
                </a:solidFill>
              </a:rPr>
              <a:t>i1</a:t>
            </a:r>
            <a:endParaRPr lang="fr-CA" sz="1350">
              <a:solidFill>
                <a:srgbClr val="000099"/>
              </a:solidFill>
            </a:endParaRPr>
          </a:p>
        </p:txBody>
      </p:sp>
      <p:sp>
        <p:nvSpPr>
          <p:cNvPr id="48133" name="Text Box 12"/>
          <p:cNvSpPr txBox="1">
            <a:spLocks noChangeArrowheads="1"/>
          </p:cNvSpPr>
          <p:nvPr/>
        </p:nvSpPr>
        <p:spPr bwMode="auto">
          <a:xfrm>
            <a:off x="3997724" y="4922045"/>
            <a:ext cx="401072" cy="403957"/>
          </a:xfrm>
          <a:prstGeom prst="rect">
            <a:avLst/>
          </a:prstGeom>
          <a:noFill/>
          <a:ln w="9525">
            <a:noFill/>
            <a:miter lim="800000"/>
            <a:headEnd/>
            <a:tailEnd/>
          </a:ln>
        </p:spPr>
        <p:txBody>
          <a:bodyPr wrap="none" anchor="b">
            <a:spAutoFit/>
          </a:bodyPr>
          <a:lstStyle/>
          <a:p>
            <a:pPr algn="ctr">
              <a:spcBef>
                <a:spcPct val="30000"/>
              </a:spcBef>
            </a:pPr>
            <a:r>
              <a:rPr lang="fr-CA" sz="2025" b="1">
                <a:solidFill>
                  <a:srgbClr val="000099"/>
                </a:solidFill>
              </a:rPr>
              <a:t>i2</a:t>
            </a:r>
            <a:endParaRPr lang="fr-CA" sz="1350">
              <a:solidFill>
                <a:srgbClr val="000099"/>
              </a:solidFill>
            </a:endParaRPr>
          </a:p>
        </p:txBody>
      </p:sp>
      <p:sp>
        <p:nvSpPr>
          <p:cNvPr id="48134" name="Text Box 13"/>
          <p:cNvSpPr txBox="1">
            <a:spLocks noChangeArrowheads="1"/>
          </p:cNvSpPr>
          <p:nvPr/>
        </p:nvSpPr>
        <p:spPr bwMode="auto">
          <a:xfrm>
            <a:off x="5181205" y="4922045"/>
            <a:ext cx="401072" cy="403957"/>
          </a:xfrm>
          <a:prstGeom prst="rect">
            <a:avLst/>
          </a:prstGeom>
          <a:noFill/>
          <a:ln w="9525">
            <a:noFill/>
            <a:miter lim="800000"/>
            <a:headEnd/>
            <a:tailEnd/>
          </a:ln>
        </p:spPr>
        <p:txBody>
          <a:bodyPr wrap="none" anchor="b">
            <a:spAutoFit/>
          </a:bodyPr>
          <a:lstStyle/>
          <a:p>
            <a:pPr algn="ctr">
              <a:spcBef>
                <a:spcPct val="30000"/>
              </a:spcBef>
            </a:pPr>
            <a:r>
              <a:rPr lang="fr-CA" sz="2025" b="1">
                <a:solidFill>
                  <a:srgbClr val="000099"/>
                </a:solidFill>
              </a:rPr>
              <a:t>i3</a:t>
            </a:r>
            <a:endParaRPr lang="fr-CA" sz="1350">
              <a:solidFill>
                <a:srgbClr val="000099"/>
              </a:solidFill>
            </a:endParaRPr>
          </a:p>
        </p:txBody>
      </p:sp>
      <p:sp>
        <p:nvSpPr>
          <p:cNvPr id="48135" name="Text Box 14"/>
          <p:cNvSpPr txBox="1">
            <a:spLocks noChangeArrowheads="1"/>
          </p:cNvSpPr>
          <p:nvPr/>
        </p:nvSpPr>
        <p:spPr bwMode="auto">
          <a:xfrm>
            <a:off x="6263484" y="4922045"/>
            <a:ext cx="401072" cy="403957"/>
          </a:xfrm>
          <a:prstGeom prst="rect">
            <a:avLst/>
          </a:prstGeom>
          <a:noFill/>
          <a:ln w="9525">
            <a:noFill/>
            <a:miter lim="800000"/>
            <a:headEnd/>
            <a:tailEnd/>
          </a:ln>
        </p:spPr>
        <p:txBody>
          <a:bodyPr wrap="none" anchor="b">
            <a:spAutoFit/>
          </a:bodyPr>
          <a:lstStyle/>
          <a:p>
            <a:pPr algn="ctr">
              <a:spcBef>
                <a:spcPct val="30000"/>
              </a:spcBef>
            </a:pPr>
            <a:r>
              <a:rPr lang="fr-CA" sz="2025" b="1">
                <a:solidFill>
                  <a:srgbClr val="000099"/>
                </a:solidFill>
              </a:rPr>
              <a:t>i4</a:t>
            </a:r>
            <a:endParaRPr lang="fr-CA" sz="1350">
              <a:solidFill>
                <a:srgbClr val="000099"/>
              </a:solidFill>
            </a:endParaRPr>
          </a:p>
        </p:txBody>
      </p:sp>
      <p:sp>
        <p:nvSpPr>
          <p:cNvPr id="48136" name="Line 16"/>
          <p:cNvSpPr>
            <a:spLocks noChangeShapeType="1"/>
          </p:cNvSpPr>
          <p:nvPr/>
        </p:nvSpPr>
        <p:spPr bwMode="auto">
          <a:xfrm>
            <a:off x="3090981" y="4804506"/>
            <a:ext cx="1126331" cy="0"/>
          </a:xfrm>
          <a:prstGeom prst="line">
            <a:avLst/>
          </a:prstGeom>
          <a:noFill/>
          <a:ln w="40640">
            <a:solidFill>
              <a:srgbClr val="0033CC"/>
            </a:solidFill>
            <a:prstDash val="lgDash"/>
            <a:round/>
            <a:headEnd type="triangle" w="med" len="med"/>
            <a:tailEnd type="triangle" w="med" len="med"/>
          </a:ln>
        </p:spPr>
        <p:txBody>
          <a:bodyPr/>
          <a:lstStyle/>
          <a:p>
            <a:endParaRPr lang="fr-CA" sz="1350"/>
          </a:p>
        </p:txBody>
      </p:sp>
      <p:sp>
        <p:nvSpPr>
          <p:cNvPr id="48137" name="Line 17"/>
          <p:cNvSpPr>
            <a:spLocks noChangeShapeType="1"/>
          </p:cNvSpPr>
          <p:nvPr/>
        </p:nvSpPr>
        <p:spPr bwMode="auto">
          <a:xfrm>
            <a:off x="4217312" y="4804506"/>
            <a:ext cx="1126331" cy="0"/>
          </a:xfrm>
          <a:prstGeom prst="line">
            <a:avLst/>
          </a:prstGeom>
          <a:noFill/>
          <a:ln w="40640">
            <a:solidFill>
              <a:srgbClr val="0033CC"/>
            </a:solidFill>
            <a:prstDash val="lgDash"/>
            <a:round/>
            <a:headEnd type="triangle" w="med" len="med"/>
            <a:tailEnd type="triangle" w="med" len="med"/>
          </a:ln>
        </p:spPr>
        <p:txBody>
          <a:bodyPr/>
          <a:lstStyle/>
          <a:p>
            <a:endParaRPr lang="fr-CA" sz="1350"/>
          </a:p>
        </p:txBody>
      </p:sp>
      <p:sp>
        <p:nvSpPr>
          <p:cNvPr id="48138" name="Line 18"/>
          <p:cNvSpPr>
            <a:spLocks noChangeShapeType="1"/>
          </p:cNvSpPr>
          <p:nvPr/>
        </p:nvSpPr>
        <p:spPr bwMode="auto">
          <a:xfrm>
            <a:off x="5343642" y="4804506"/>
            <a:ext cx="1097756" cy="0"/>
          </a:xfrm>
          <a:prstGeom prst="line">
            <a:avLst/>
          </a:prstGeom>
          <a:noFill/>
          <a:ln w="40640">
            <a:solidFill>
              <a:srgbClr val="0033CC"/>
            </a:solidFill>
            <a:prstDash val="lgDash"/>
            <a:round/>
            <a:headEnd type="triangle" w="med" len="med"/>
            <a:tailEnd type="triangle" w="med" len="med"/>
          </a:ln>
        </p:spPr>
        <p:txBody>
          <a:bodyPr/>
          <a:lstStyle/>
          <a:p>
            <a:endParaRPr lang="fr-CA" sz="1350"/>
          </a:p>
        </p:txBody>
      </p:sp>
      <p:sp>
        <p:nvSpPr>
          <p:cNvPr id="48139" name="Text Box 19"/>
          <p:cNvSpPr txBox="1">
            <a:spLocks noChangeArrowheads="1"/>
          </p:cNvSpPr>
          <p:nvPr/>
        </p:nvSpPr>
        <p:spPr bwMode="auto">
          <a:xfrm>
            <a:off x="3420252" y="4796590"/>
            <a:ext cx="364202" cy="276999"/>
          </a:xfrm>
          <a:prstGeom prst="rect">
            <a:avLst/>
          </a:prstGeom>
          <a:noFill/>
          <a:ln w="9525">
            <a:noFill/>
            <a:miter lim="800000"/>
            <a:headEnd/>
            <a:tailEnd/>
          </a:ln>
        </p:spPr>
        <p:txBody>
          <a:bodyPr wrap="none" anchor="b">
            <a:spAutoFit/>
          </a:bodyPr>
          <a:lstStyle/>
          <a:p>
            <a:pPr algn="ctr">
              <a:spcBef>
                <a:spcPct val="30000"/>
              </a:spcBef>
            </a:pPr>
            <a:r>
              <a:rPr lang="fr-CA" sz="1200" b="1">
                <a:solidFill>
                  <a:srgbClr val="000099"/>
                </a:solidFill>
              </a:rPr>
              <a:t>T1</a:t>
            </a:r>
            <a:endParaRPr lang="fr-CA" sz="1200">
              <a:solidFill>
                <a:srgbClr val="000099"/>
              </a:solidFill>
            </a:endParaRPr>
          </a:p>
        </p:txBody>
      </p:sp>
      <p:sp>
        <p:nvSpPr>
          <p:cNvPr id="48140" name="Text Box 20"/>
          <p:cNvSpPr txBox="1">
            <a:spLocks noChangeArrowheads="1"/>
          </p:cNvSpPr>
          <p:nvPr/>
        </p:nvSpPr>
        <p:spPr bwMode="auto">
          <a:xfrm>
            <a:off x="4546583" y="4826355"/>
            <a:ext cx="401773" cy="276999"/>
          </a:xfrm>
          <a:prstGeom prst="rect">
            <a:avLst/>
          </a:prstGeom>
          <a:noFill/>
          <a:ln w="9525">
            <a:noFill/>
            <a:miter lim="800000"/>
            <a:headEnd/>
            <a:tailEnd/>
          </a:ln>
        </p:spPr>
        <p:txBody>
          <a:bodyPr wrap="square" anchor="b">
            <a:spAutoFit/>
          </a:bodyPr>
          <a:lstStyle/>
          <a:p>
            <a:pPr algn="ctr">
              <a:spcBef>
                <a:spcPct val="30000"/>
              </a:spcBef>
            </a:pPr>
            <a:r>
              <a:rPr lang="fr-CA" sz="1200" b="1">
                <a:solidFill>
                  <a:srgbClr val="000099"/>
                </a:solidFill>
              </a:rPr>
              <a:t>T2</a:t>
            </a:r>
            <a:endParaRPr lang="fr-CA" sz="1200">
              <a:solidFill>
                <a:srgbClr val="000099"/>
              </a:solidFill>
            </a:endParaRPr>
          </a:p>
        </p:txBody>
      </p:sp>
      <p:sp>
        <p:nvSpPr>
          <p:cNvPr id="48141" name="Text Box 21"/>
          <p:cNvSpPr txBox="1">
            <a:spLocks noChangeArrowheads="1"/>
          </p:cNvSpPr>
          <p:nvPr/>
        </p:nvSpPr>
        <p:spPr bwMode="auto">
          <a:xfrm>
            <a:off x="5675295" y="4838261"/>
            <a:ext cx="364202" cy="276999"/>
          </a:xfrm>
          <a:prstGeom prst="rect">
            <a:avLst/>
          </a:prstGeom>
          <a:noFill/>
          <a:ln w="9525">
            <a:noFill/>
            <a:miter lim="800000"/>
            <a:headEnd/>
            <a:tailEnd/>
          </a:ln>
        </p:spPr>
        <p:txBody>
          <a:bodyPr wrap="none" anchor="b">
            <a:spAutoFit/>
          </a:bodyPr>
          <a:lstStyle/>
          <a:p>
            <a:pPr algn="ctr">
              <a:spcBef>
                <a:spcPct val="30000"/>
              </a:spcBef>
            </a:pPr>
            <a:r>
              <a:rPr lang="fr-CA" sz="1200" b="1">
                <a:solidFill>
                  <a:srgbClr val="000099"/>
                </a:solidFill>
              </a:rPr>
              <a:t>T3</a:t>
            </a:r>
            <a:endParaRPr lang="fr-CA" sz="1200">
              <a:solidFill>
                <a:srgbClr val="000099"/>
              </a:solidFill>
            </a:endParaRPr>
          </a:p>
        </p:txBody>
      </p:sp>
      <p:sp>
        <p:nvSpPr>
          <p:cNvPr id="48142" name="Line 22"/>
          <p:cNvSpPr>
            <a:spLocks noChangeShapeType="1"/>
          </p:cNvSpPr>
          <p:nvPr/>
        </p:nvSpPr>
        <p:spPr bwMode="auto">
          <a:xfrm>
            <a:off x="3077883" y="4517565"/>
            <a:ext cx="354806" cy="0"/>
          </a:xfrm>
          <a:prstGeom prst="line">
            <a:avLst/>
          </a:prstGeom>
          <a:noFill/>
          <a:ln w="0">
            <a:solidFill>
              <a:srgbClr val="0033CC"/>
            </a:solidFill>
            <a:round/>
            <a:headEnd type="triangle" w="med" len="med"/>
            <a:tailEnd type="triangle" w="med" len="med"/>
          </a:ln>
        </p:spPr>
        <p:txBody>
          <a:bodyPr/>
          <a:lstStyle/>
          <a:p>
            <a:endParaRPr lang="fr-CA" sz="1350"/>
          </a:p>
        </p:txBody>
      </p:sp>
      <p:sp>
        <p:nvSpPr>
          <p:cNvPr id="48143" name="Text Box 23"/>
          <p:cNvSpPr txBox="1">
            <a:spLocks noChangeArrowheads="1"/>
          </p:cNvSpPr>
          <p:nvPr/>
        </p:nvSpPr>
        <p:spPr bwMode="auto">
          <a:xfrm>
            <a:off x="1906097" y="4413015"/>
            <a:ext cx="667170" cy="346249"/>
          </a:xfrm>
          <a:prstGeom prst="rect">
            <a:avLst/>
          </a:prstGeom>
          <a:noFill/>
          <a:ln w="9525">
            <a:noFill/>
            <a:miter lim="800000"/>
            <a:headEnd/>
            <a:tailEnd/>
          </a:ln>
        </p:spPr>
        <p:txBody>
          <a:bodyPr wrap="none" anchor="b">
            <a:spAutoFit/>
          </a:bodyPr>
          <a:lstStyle/>
          <a:p>
            <a:pPr algn="ctr">
              <a:spcBef>
                <a:spcPct val="30000"/>
              </a:spcBef>
            </a:pPr>
            <a:r>
              <a:rPr lang="fr-CA" sz="1650" b="1">
                <a:solidFill>
                  <a:srgbClr val="000099"/>
                </a:solidFill>
              </a:rPr>
              <a:t>délai</a:t>
            </a:r>
            <a:endParaRPr lang="fr-CA" sz="1350">
              <a:solidFill>
                <a:srgbClr val="000099"/>
              </a:solidFill>
            </a:endParaRPr>
          </a:p>
        </p:txBody>
      </p:sp>
      <p:sp>
        <p:nvSpPr>
          <p:cNvPr id="48144" name="Freeform 24"/>
          <p:cNvSpPr>
            <a:spLocks/>
          </p:cNvSpPr>
          <p:nvPr/>
        </p:nvSpPr>
        <p:spPr bwMode="auto">
          <a:xfrm>
            <a:off x="2551627" y="4534235"/>
            <a:ext cx="763190" cy="79772"/>
          </a:xfrm>
          <a:custGeom>
            <a:avLst/>
            <a:gdLst>
              <a:gd name="T0" fmla="*/ 0 w 641"/>
              <a:gd name="T1" fmla="*/ 2147483647 h 67"/>
              <a:gd name="T2" fmla="*/ 2147483647 w 641"/>
              <a:gd name="T3" fmla="*/ 2147483647 h 67"/>
              <a:gd name="T4" fmla="*/ 2147483647 w 641"/>
              <a:gd name="T5" fmla="*/ 0 h 67"/>
              <a:gd name="T6" fmla="*/ 0 60000 65536"/>
              <a:gd name="T7" fmla="*/ 0 60000 65536"/>
              <a:gd name="T8" fmla="*/ 0 60000 65536"/>
              <a:gd name="T9" fmla="*/ 0 w 641"/>
              <a:gd name="T10" fmla="*/ 0 h 67"/>
              <a:gd name="T11" fmla="*/ 641 w 641"/>
              <a:gd name="T12" fmla="*/ 67 h 67"/>
            </a:gdLst>
            <a:ahLst/>
            <a:cxnLst>
              <a:cxn ang="T6">
                <a:pos x="T0" y="T1"/>
              </a:cxn>
              <a:cxn ang="T7">
                <a:pos x="T2" y="T3"/>
              </a:cxn>
              <a:cxn ang="T8">
                <a:pos x="T4" y="T5"/>
              </a:cxn>
            </a:cxnLst>
            <a:rect l="T9" t="T10" r="T11" b="T12"/>
            <a:pathLst>
              <a:path w="641" h="67">
                <a:moveTo>
                  <a:pt x="0" y="66"/>
                </a:moveTo>
                <a:lnTo>
                  <a:pt x="640" y="66"/>
                </a:lnTo>
                <a:lnTo>
                  <a:pt x="640" y="0"/>
                </a:lnTo>
              </a:path>
            </a:pathLst>
          </a:custGeom>
          <a:noFill/>
          <a:ln w="0">
            <a:solidFill>
              <a:srgbClr val="0033CC"/>
            </a:solidFill>
            <a:round/>
            <a:headEnd/>
            <a:tailEnd type="triangle" w="med" len="med"/>
          </a:ln>
        </p:spPr>
        <p:txBody>
          <a:bodyPr/>
          <a:lstStyle/>
          <a:p>
            <a:endParaRPr lang="fr-FR" sz="1350"/>
          </a:p>
        </p:txBody>
      </p:sp>
      <p:sp>
        <p:nvSpPr>
          <p:cNvPr id="48145" name="Line 25"/>
          <p:cNvSpPr>
            <a:spLocks noChangeShapeType="1"/>
          </p:cNvSpPr>
          <p:nvPr/>
        </p:nvSpPr>
        <p:spPr bwMode="auto">
          <a:xfrm>
            <a:off x="3432688" y="2449452"/>
            <a:ext cx="0" cy="1706165"/>
          </a:xfrm>
          <a:prstGeom prst="line">
            <a:avLst/>
          </a:prstGeom>
          <a:noFill/>
          <a:ln w="0">
            <a:solidFill>
              <a:srgbClr val="0033CC"/>
            </a:solidFill>
            <a:round/>
            <a:headEnd/>
            <a:tailEnd/>
          </a:ln>
        </p:spPr>
        <p:txBody>
          <a:bodyPr/>
          <a:lstStyle/>
          <a:p>
            <a:endParaRPr lang="fr-CA" sz="1350"/>
          </a:p>
        </p:txBody>
      </p:sp>
      <p:sp>
        <p:nvSpPr>
          <p:cNvPr id="48146" name="Line 26"/>
          <p:cNvSpPr>
            <a:spLocks noChangeShapeType="1"/>
          </p:cNvSpPr>
          <p:nvPr/>
        </p:nvSpPr>
        <p:spPr bwMode="auto">
          <a:xfrm>
            <a:off x="3432688" y="4293729"/>
            <a:ext cx="0" cy="354806"/>
          </a:xfrm>
          <a:prstGeom prst="line">
            <a:avLst/>
          </a:prstGeom>
          <a:noFill/>
          <a:ln w="0">
            <a:solidFill>
              <a:srgbClr val="0033CC"/>
            </a:solidFill>
            <a:round/>
            <a:headEnd/>
            <a:tailEnd/>
          </a:ln>
        </p:spPr>
        <p:txBody>
          <a:bodyPr/>
          <a:lstStyle/>
          <a:p>
            <a:endParaRPr lang="fr-CA" sz="1350"/>
          </a:p>
        </p:txBody>
      </p:sp>
      <p:sp>
        <p:nvSpPr>
          <p:cNvPr id="48147" name="Freeform 27"/>
          <p:cNvSpPr>
            <a:spLocks/>
          </p:cNvSpPr>
          <p:nvPr/>
        </p:nvSpPr>
        <p:spPr bwMode="auto">
          <a:xfrm>
            <a:off x="2440898" y="2901888"/>
            <a:ext cx="991791" cy="1251347"/>
          </a:xfrm>
          <a:custGeom>
            <a:avLst/>
            <a:gdLst>
              <a:gd name="T0" fmla="*/ 2147483647 w 833"/>
              <a:gd name="T1" fmla="*/ 2147483647 h 1051"/>
              <a:gd name="T2" fmla="*/ 2147483647 w 833"/>
              <a:gd name="T3" fmla="*/ 2147483647 h 1051"/>
              <a:gd name="T4" fmla="*/ 2147483647 w 833"/>
              <a:gd name="T5" fmla="*/ 2147483647 h 1051"/>
              <a:gd name="T6" fmla="*/ 2147483647 w 833"/>
              <a:gd name="T7" fmla="*/ 2147483647 h 1051"/>
              <a:gd name="T8" fmla="*/ 2147483647 w 833"/>
              <a:gd name="T9" fmla="*/ 2147483647 h 1051"/>
              <a:gd name="T10" fmla="*/ 2147483647 w 833"/>
              <a:gd name="T11" fmla="*/ 2147483647 h 1051"/>
              <a:gd name="T12" fmla="*/ 2147483647 w 833"/>
              <a:gd name="T13" fmla="*/ 2147483647 h 1051"/>
              <a:gd name="T14" fmla="*/ 2147483647 w 833"/>
              <a:gd name="T15" fmla="*/ 2147483647 h 1051"/>
              <a:gd name="T16" fmla="*/ 2147483647 w 833"/>
              <a:gd name="T17" fmla="*/ 2147483647 h 1051"/>
              <a:gd name="T18" fmla="*/ 2147483647 w 833"/>
              <a:gd name="T19" fmla="*/ 2147483647 h 1051"/>
              <a:gd name="T20" fmla="*/ 2147483647 w 833"/>
              <a:gd name="T21" fmla="*/ 2147483647 h 1051"/>
              <a:gd name="T22" fmla="*/ 2147483647 w 833"/>
              <a:gd name="T23" fmla="*/ 2147483647 h 1051"/>
              <a:gd name="T24" fmla="*/ 2147483647 w 833"/>
              <a:gd name="T25" fmla="*/ 2147483647 h 1051"/>
              <a:gd name="T26" fmla="*/ 2147483647 w 833"/>
              <a:gd name="T27" fmla="*/ 2147483647 h 1051"/>
              <a:gd name="T28" fmla="*/ 2147483647 w 833"/>
              <a:gd name="T29" fmla="*/ 2147483647 h 1051"/>
              <a:gd name="T30" fmla="*/ 2147483647 w 833"/>
              <a:gd name="T31" fmla="*/ 2147483647 h 1051"/>
              <a:gd name="T32" fmla="*/ 2147483647 w 833"/>
              <a:gd name="T33" fmla="*/ 2147483647 h 1051"/>
              <a:gd name="T34" fmla="*/ 2147483647 w 833"/>
              <a:gd name="T35" fmla="*/ 2147483647 h 1051"/>
              <a:gd name="T36" fmla="*/ 2147483647 w 833"/>
              <a:gd name="T37" fmla="*/ 2147483647 h 1051"/>
              <a:gd name="T38" fmla="*/ 2147483647 w 833"/>
              <a:gd name="T39" fmla="*/ 2147483647 h 1051"/>
              <a:gd name="T40" fmla="*/ 2147483647 w 833"/>
              <a:gd name="T41" fmla="*/ 2147483647 h 1051"/>
              <a:gd name="T42" fmla="*/ 2147483647 w 833"/>
              <a:gd name="T43" fmla="*/ 2147483647 h 1051"/>
              <a:gd name="T44" fmla="*/ 2147483647 w 833"/>
              <a:gd name="T45" fmla="*/ 2147483647 h 1051"/>
              <a:gd name="T46" fmla="*/ 2147483647 w 833"/>
              <a:gd name="T47" fmla="*/ 2147483647 h 1051"/>
              <a:gd name="T48" fmla="*/ 2147483647 w 833"/>
              <a:gd name="T49" fmla="*/ 2147483647 h 1051"/>
              <a:gd name="T50" fmla="*/ 2147483647 w 833"/>
              <a:gd name="T51" fmla="*/ 2147483647 h 1051"/>
              <a:gd name="T52" fmla="*/ 2147483647 w 833"/>
              <a:gd name="T53" fmla="*/ 2147483647 h 1051"/>
              <a:gd name="T54" fmla="*/ 2147483647 w 833"/>
              <a:gd name="T55" fmla="*/ 2147483647 h 1051"/>
              <a:gd name="T56" fmla="*/ 2147483647 w 833"/>
              <a:gd name="T57" fmla="*/ 2147483647 h 1051"/>
              <a:gd name="T58" fmla="*/ 2147483647 w 833"/>
              <a:gd name="T59" fmla="*/ 2147483647 h 1051"/>
              <a:gd name="T60" fmla="*/ 2147483647 w 833"/>
              <a:gd name="T61" fmla="*/ 2147483647 h 1051"/>
              <a:gd name="T62" fmla="*/ 2147483647 w 833"/>
              <a:gd name="T63" fmla="*/ 2147483647 h 1051"/>
              <a:gd name="T64" fmla="*/ 2147483647 w 833"/>
              <a:gd name="T65" fmla="*/ 2147483647 h 1051"/>
              <a:gd name="T66" fmla="*/ 2147483647 w 833"/>
              <a:gd name="T67" fmla="*/ 2147483647 h 1051"/>
              <a:gd name="T68" fmla="*/ 2147483647 w 833"/>
              <a:gd name="T69" fmla="*/ 2147483647 h 1051"/>
              <a:gd name="T70" fmla="*/ 2147483647 w 833"/>
              <a:gd name="T71" fmla="*/ 2147483647 h 1051"/>
              <a:gd name="T72" fmla="*/ 2147483647 w 833"/>
              <a:gd name="T73" fmla="*/ 2147483647 h 1051"/>
              <a:gd name="T74" fmla="*/ 2147483647 w 833"/>
              <a:gd name="T75" fmla="*/ 2147483647 h 1051"/>
              <a:gd name="T76" fmla="*/ 2147483647 w 833"/>
              <a:gd name="T77" fmla="*/ 2147483647 h 1051"/>
              <a:gd name="T78" fmla="*/ 2147483647 w 833"/>
              <a:gd name="T79" fmla="*/ 2147483647 h 1051"/>
              <a:gd name="T80" fmla="*/ 2147483647 w 833"/>
              <a:gd name="T81" fmla="*/ 2147483647 h 1051"/>
              <a:gd name="T82" fmla="*/ 2147483647 w 833"/>
              <a:gd name="T83" fmla="*/ 2147483647 h 1051"/>
              <a:gd name="T84" fmla="*/ 2147483647 w 833"/>
              <a:gd name="T85" fmla="*/ 2147483647 h 1051"/>
              <a:gd name="T86" fmla="*/ 2147483647 w 833"/>
              <a:gd name="T87" fmla="*/ 2147483647 h 1051"/>
              <a:gd name="T88" fmla="*/ 2147483647 w 833"/>
              <a:gd name="T89" fmla="*/ 2147483647 h 1051"/>
              <a:gd name="T90" fmla="*/ 2147483647 w 833"/>
              <a:gd name="T91" fmla="*/ 2147483647 h 1051"/>
              <a:gd name="T92" fmla="*/ 2147483647 w 833"/>
              <a:gd name="T93" fmla="*/ 2147483647 h 1051"/>
              <a:gd name="T94" fmla="*/ 2147483647 w 833"/>
              <a:gd name="T95" fmla="*/ 2147483647 h 1051"/>
              <a:gd name="T96" fmla="*/ 2147483647 w 833"/>
              <a:gd name="T97" fmla="*/ 2147483647 h 1051"/>
              <a:gd name="T98" fmla="*/ 2147483647 w 833"/>
              <a:gd name="T99" fmla="*/ 2147483647 h 1051"/>
              <a:gd name="T100" fmla="*/ 2147483647 w 833"/>
              <a:gd name="T101" fmla="*/ 2147483647 h 1051"/>
              <a:gd name="T102" fmla="*/ 2147483647 w 833"/>
              <a:gd name="T103" fmla="*/ 2147483647 h 1051"/>
              <a:gd name="T104" fmla="*/ 2147483647 w 833"/>
              <a:gd name="T105" fmla="*/ 2147483647 h 1051"/>
              <a:gd name="T106" fmla="*/ 2147483647 w 833"/>
              <a:gd name="T107" fmla="*/ 2147483647 h 1051"/>
              <a:gd name="T108" fmla="*/ 2147483647 w 833"/>
              <a:gd name="T109" fmla="*/ 2147483647 h 1051"/>
              <a:gd name="T110" fmla="*/ 2147483647 w 833"/>
              <a:gd name="T111" fmla="*/ 2147483647 h 1051"/>
              <a:gd name="T112" fmla="*/ 2147483647 w 833"/>
              <a:gd name="T113" fmla="*/ 2147483647 h 1051"/>
              <a:gd name="T114" fmla="*/ 2147483647 w 833"/>
              <a:gd name="T115" fmla="*/ 2147483647 h 1051"/>
              <a:gd name="T116" fmla="*/ 2147483647 w 833"/>
              <a:gd name="T117" fmla="*/ 2147483647 h 1051"/>
              <a:gd name="T118" fmla="*/ 2147483647 w 833"/>
              <a:gd name="T119" fmla="*/ 2147483647 h 1051"/>
              <a:gd name="T120" fmla="*/ 2147483647 w 833"/>
              <a:gd name="T121" fmla="*/ 2147483647 h 1051"/>
              <a:gd name="T122" fmla="*/ 2147483647 w 833"/>
              <a:gd name="T123" fmla="*/ 2147483647 h 1051"/>
              <a:gd name="T124" fmla="*/ 0 w 833"/>
              <a:gd name="T125" fmla="*/ 0 h 1051"/>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833"/>
              <a:gd name="T190" fmla="*/ 0 h 1051"/>
              <a:gd name="T191" fmla="*/ 833 w 833"/>
              <a:gd name="T192" fmla="*/ 1051 h 1051"/>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833" h="1051">
                <a:moveTo>
                  <a:pt x="832" y="1050"/>
                </a:moveTo>
                <a:lnTo>
                  <a:pt x="807" y="1018"/>
                </a:lnTo>
                <a:lnTo>
                  <a:pt x="795" y="1001"/>
                </a:lnTo>
                <a:lnTo>
                  <a:pt x="784" y="985"/>
                </a:lnTo>
                <a:lnTo>
                  <a:pt x="774" y="967"/>
                </a:lnTo>
                <a:lnTo>
                  <a:pt x="764" y="950"/>
                </a:lnTo>
                <a:lnTo>
                  <a:pt x="754" y="932"/>
                </a:lnTo>
                <a:lnTo>
                  <a:pt x="744" y="915"/>
                </a:lnTo>
                <a:lnTo>
                  <a:pt x="735" y="896"/>
                </a:lnTo>
                <a:lnTo>
                  <a:pt x="726" y="878"/>
                </a:lnTo>
                <a:lnTo>
                  <a:pt x="718" y="859"/>
                </a:lnTo>
                <a:lnTo>
                  <a:pt x="709" y="841"/>
                </a:lnTo>
                <a:lnTo>
                  <a:pt x="701" y="822"/>
                </a:lnTo>
                <a:lnTo>
                  <a:pt x="692" y="803"/>
                </a:lnTo>
                <a:lnTo>
                  <a:pt x="684" y="785"/>
                </a:lnTo>
                <a:lnTo>
                  <a:pt x="675" y="766"/>
                </a:lnTo>
                <a:lnTo>
                  <a:pt x="666" y="747"/>
                </a:lnTo>
                <a:lnTo>
                  <a:pt x="658" y="729"/>
                </a:lnTo>
                <a:lnTo>
                  <a:pt x="648" y="711"/>
                </a:lnTo>
                <a:lnTo>
                  <a:pt x="639" y="692"/>
                </a:lnTo>
                <a:lnTo>
                  <a:pt x="630" y="674"/>
                </a:lnTo>
                <a:lnTo>
                  <a:pt x="620" y="657"/>
                </a:lnTo>
                <a:lnTo>
                  <a:pt x="609" y="639"/>
                </a:lnTo>
                <a:lnTo>
                  <a:pt x="598" y="622"/>
                </a:lnTo>
                <a:lnTo>
                  <a:pt x="586" y="605"/>
                </a:lnTo>
                <a:lnTo>
                  <a:pt x="574" y="588"/>
                </a:lnTo>
                <a:lnTo>
                  <a:pt x="562" y="572"/>
                </a:lnTo>
                <a:lnTo>
                  <a:pt x="548" y="557"/>
                </a:lnTo>
                <a:lnTo>
                  <a:pt x="534" y="541"/>
                </a:lnTo>
                <a:lnTo>
                  <a:pt x="519" y="527"/>
                </a:lnTo>
                <a:lnTo>
                  <a:pt x="503" y="513"/>
                </a:lnTo>
                <a:lnTo>
                  <a:pt x="486" y="499"/>
                </a:lnTo>
                <a:lnTo>
                  <a:pt x="454" y="474"/>
                </a:lnTo>
                <a:lnTo>
                  <a:pt x="438" y="461"/>
                </a:lnTo>
                <a:lnTo>
                  <a:pt x="422" y="447"/>
                </a:lnTo>
                <a:lnTo>
                  <a:pt x="405" y="433"/>
                </a:lnTo>
                <a:lnTo>
                  <a:pt x="389" y="419"/>
                </a:lnTo>
                <a:lnTo>
                  <a:pt x="372" y="405"/>
                </a:lnTo>
                <a:lnTo>
                  <a:pt x="356" y="390"/>
                </a:lnTo>
                <a:lnTo>
                  <a:pt x="340" y="375"/>
                </a:lnTo>
                <a:lnTo>
                  <a:pt x="324" y="360"/>
                </a:lnTo>
                <a:lnTo>
                  <a:pt x="307" y="345"/>
                </a:lnTo>
                <a:lnTo>
                  <a:pt x="291" y="329"/>
                </a:lnTo>
                <a:lnTo>
                  <a:pt x="275" y="313"/>
                </a:lnTo>
                <a:lnTo>
                  <a:pt x="259" y="298"/>
                </a:lnTo>
                <a:lnTo>
                  <a:pt x="243" y="281"/>
                </a:lnTo>
                <a:lnTo>
                  <a:pt x="227" y="265"/>
                </a:lnTo>
                <a:lnTo>
                  <a:pt x="212" y="249"/>
                </a:lnTo>
                <a:lnTo>
                  <a:pt x="196" y="233"/>
                </a:lnTo>
                <a:lnTo>
                  <a:pt x="181" y="216"/>
                </a:lnTo>
                <a:lnTo>
                  <a:pt x="166" y="200"/>
                </a:lnTo>
                <a:lnTo>
                  <a:pt x="150" y="183"/>
                </a:lnTo>
                <a:lnTo>
                  <a:pt x="136" y="166"/>
                </a:lnTo>
                <a:lnTo>
                  <a:pt x="121" y="149"/>
                </a:lnTo>
                <a:lnTo>
                  <a:pt x="106" y="133"/>
                </a:lnTo>
                <a:lnTo>
                  <a:pt x="92" y="116"/>
                </a:lnTo>
                <a:lnTo>
                  <a:pt x="78" y="99"/>
                </a:lnTo>
                <a:lnTo>
                  <a:pt x="64" y="83"/>
                </a:lnTo>
                <a:lnTo>
                  <a:pt x="51" y="66"/>
                </a:lnTo>
                <a:lnTo>
                  <a:pt x="38" y="49"/>
                </a:lnTo>
                <a:lnTo>
                  <a:pt x="25" y="33"/>
                </a:lnTo>
                <a:lnTo>
                  <a:pt x="12" y="16"/>
                </a:lnTo>
                <a:lnTo>
                  <a:pt x="0" y="0"/>
                </a:lnTo>
              </a:path>
            </a:pathLst>
          </a:custGeom>
          <a:noFill/>
          <a:ln w="0">
            <a:solidFill>
              <a:srgbClr val="0033CC"/>
            </a:solidFill>
            <a:round/>
            <a:headEnd/>
            <a:tailEnd/>
          </a:ln>
        </p:spPr>
        <p:txBody>
          <a:bodyPr/>
          <a:lstStyle/>
          <a:p>
            <a:endParaRPr lang="fr-FR" sz="1350"/>
          </a:p>
        </p:txBody>
      </p:sp>
      <p:sp>
        <p:nvSpPr>
          <p:cNvPr id="48148" name="Text Box 28"/>
          <p:cNvSpPr txBox="1">
            <a:spLocks noChangeArrowheads="1"/>
          </p:cNvSpPr>
          <p:nvPr/>
        </p:nvSpPr>
        <p:spPr bwMode="auto">
          <a:xfrm>
            <a:off x="3425545" y="2916226"/>
            <a:ext cx="670723" cy="354806"/>
          </a:xfrm>
          <a:prstGeom prst="rect">
            <a:avLst/>
          </a:prstGeom>
          <a:noFill/>
          <a:ln w="9525">
            <a:noFill/>
            <a:miter lim="800000"/>
            <a:headEnd/>
            <a:tailEnd/>
          </a:ln>
        </p:spPr>
        <p:txBody>
          <a:bodyPr wrap="square" anchor="b">
            <a:spAutoFit/>
          </a:bodyPr>
          <a:lstStyle/>
          <a:p>
            <a:pPr algn="ctr">
              <a:spcBef>
                <a:spcPct val="30000"/>
              </a:spcBef>
            </a:pPr>
            <a:r>
              <a:rPr lang="fr-CA" sz="1650" b="1" dirty="0">
                <a:solidFill>
                  <a:srgbClr val="000099"/>
                </a:solidFill>
              </a:rPr>
              <a:t>QC1</a:t>
            </a:r>
            <a:endParaRPr lang="fr-CA" sz="1350" dirty="0">
              <a:solidFill>
                <a:srgbClr val="000099"/>
              </a:solidFill>
            </a:endParaRPr>
          </a:p>
        </p:txBody>
      </p:sp>
      <p:sp>
        <p:nvSpPr>
          <p:cNvPr id="48149" name="Text Box 29"/>
          <p:cNvSpPr txBox="1">
            <a:spLocks noChangeArrowheads="1"/>
          </p:cNvSpPr>
          <p:nvPr/>
        </p:nvSpPr>
        <p:spPr bwMode="auto">
          <a:xfrm>
            <a:off x="4016695" y="2129229"/>
            <a:ext cx="678653" cy="346249"/>
          </a:xfrm>
          <a:prstGeom prst="rect">
            <a:avLst/>
          </a:prstGeom>
          <a:noFill/>
          <a:ln w="9525">
            <a:noFill/>
            <a:miter lim="800000"/>
            <a:headEnd/>
            <a:tailEnd/>
          </a:ln>
        </p:spPr>
        <p:txBody>
          <a:bodyPr wrap="square" anchor="b">
            <a:spAutoFit/>
          </a:bodyPr>
          <a:lstStyle/>
          <a:p>
            <a:pPr algn="ctr">
              <a:spcBef>
                <a:spcPct val="30000"/>
              </a:spcBef>
            </a:pPr>
            <a:r>
              <a:rPr lang="fr-CA" sz="1650" b="1" dirty="0">
                <a:solidFill>
                  <a:srgbClr val="000099"/>
                </a:solidFill>
              </a:rPr>
              <a:t>QC2</a:t>
            </a:r>
            <a:endParaRPr lang="fr-CA" sz="1350" dirty="0">
              <a:solidFill>
                <a:srgbClr val="000099"/>
              </a:solidFill>
            </a:endParaRPr>
          </a:p>
        </p:txBody>
      </p:sp>
      <p:sp>
        <p:nvSpPr>
          <p:cNvPr id="48150" name="Text Box 30"/>
          <p:cNvSpPr txBox="1">
            <a:spLocks noChangeArrowheads="1"/>
          </p:cNvSpPr>
          <p:nvPr/>
        </p:nvSpPr>
        <p:spPr bwMode="auto">
          <a:xfrm>
            <a:off x="5690115" y="2797336"/>
            <a:ext cx="673892" cy="346249"/>
          </a:xfrm>
          <a:prstGeom prst="rect">
            <a:avLst/>
          </a:prstGeom>
          <a:noFill/>
          <a:ln w="9525">
            <a:noFill/>
            <a:miter lim="800000"/>
            <a:headEnd/>
            <a:tailEnd/>
          </a:ln>
        </p:spPr>
        <p:txBody>
          <a:bodyPr wrap="square" anchor="b">
            <a:spAutoFit/>
          </a:bodyPr>
          <a:lstStyle/>
          <a:p>
            <a:pPr algn="ctr">
              <a:spcBef>
                <a:spcPct val="30000"/>
              </a:spcBef>
            </a:pPr>
            <a:r>
              <a:rPr lang="fr-CA" sz="1650" b="1" dirty="0">
                <a:solidFill>
                  <a:srgbClr val="000099"/>
                </a:solidFill>
              </a:rPr>
              <a:t>QC3</a:t>
            </a:r>
            <a:endParaRPr lang="fr-CA" sz="1350" dirty="0">
              <a:solidFill>
                <a:srgbClr val="000099"/>
              </a:solidFill>
            </a:endParaRPr>
          </a:p>
        </p:txBody>
      </p:sp>
      <p:sp>
        <p:nvSpPr>
          <p:cNvPr id="48151" name="Line 31"/>
          <p:cNvSpPr>
            <a:spLocks noChangeShapeType="1"/>
          </p:cNvSpPr>
          <p:nvPr/>
        </p:nvSpPr>
        <p:spPr bwMode="auto">
          <a:xfrm flipV="1">
            <a:off x="4643554" y="1957723"/>
            <a:ext cx="0" cy="883444"/>
          </a:xfrm>
          <a:prstGeom prst="line">
            <a:avLst/>
          </a:prstGeom>
          <a:noFill/>
          <a:ln w="0">
            <a:solidFill>
              <a:srgbClr val="0033CC"/>
            </a:solidFill>
            <a:round/>
            <a:headEnd/>
            <a:tailEnd/>
          </a:ln>
        </p:spPr>
        <p:txBody>
          <a:bodyPr/>
          <a:lstStyle/>
          <a:p>
            <a:endParaRPr lang="fr-CA" sz="1350"/>
          </a:p>
        </p:txBody>
      </p:sp>
      <p:sp>
        <p:nvSpPr>
          <p:cNvPr id="48152" name="Freeform 32"/>
          <p:cNvSpPr>
            <a:spLocks/>
          </p:cNvSpPr>
          <p:nvPr/>
        </p:nvSpPr>
        <p:spPr bwMode="auto">
          <a:xfrm>
            <a:off x="3433880" y="2444690"/>
            <a:ext cx="1209675" cy="406003"/>
          </a:xfrm>
          <a:custGeom>
            <a:avLst/>
            <a:gdLst>
              <a:gd name="T0" fmla="*/ 2147483647 w 1016"/>
              <a:gd name="T1" fmla="*/ 2147483647 h 341"/>
              <a:gd name="T2" fmla="*/ 2147483647 w 1016"/>
              <a:gd name="T3" fmla="*/ 2147483647 h 341"/>
              <a:gd name="T4" fmla="*/ 2147483647 w 1016"/>
              <a:gd name="T5" fmla="*/ 2147483647 h 341"/>
              <a:gd name="T6" fmla="*/ 2147483647 w 1016"/>
              <a:gd name="T7" fmla="*/ 2147483647 h 341"/>
              <a:gd name="T8" fmla="*/ 2147483647 w 1016"/>
              <a:gd name="T9" fmla="*/ 2147483647 h 341"/>
              <a:gd name="T10" fmla="*/ 2147483647 w 1016"/>
              <a:gd name="T11" fmla="*/ 2147483647 h 341"/>
              <a:gd name="T12" fmla="*/ 2147483647 w 1016"/>
              <a:gd name="T13" fmla="*/ 2147483647 h 341"/>
              <a:gd name="T14" fmla="*/ 2147483647 w 1016"/>
              <a:gd name="T15" fmla="*/ 2147483647 h 341"/>
              <a:gd name="T16" fmla="*/ 2147483647 w 1016"/>
              <a:gd name="T17" fmla="*/ 2147483647 h 341"/>
              <a:gd name="T18" fmla="*/ 2147483647 w 1016"/>
              <a:gd name="T19" fmla="*/ 2147483647 h 341"/>
              <a:gd name="T20" fmla="*/ 2147483647 w 1016"/>
              <a:gd name="T21" fmla="*/ 2147483647 h 341"/>
              <a:gd name="T22" fmla="*/ 2147483647 w 1016"/>
              <a:gd name="T23" fmla="*/ 2147483647 h 341"/>
              <a:gd name="T24" fmla="*/ 2147483647 w 1016"/>
              <a:gd name="T25" fmla="*/ 2147483647 h 341"/>
              <a:gd name="T26" fmla="*/ 2147483647 w 1016"/>
              <a:gd name="T27" fmla="*/ 2147483647 h 341"/>
              <a:gd name="T28" fmla="*/ 2147483647 w 1016"/>
              <a:gd name="T29" fmla="*/ 2147483647 h 341"/>
              <a:gd name="T30" fmla="*/ 2147483647 w 1016"/>
              <a:gd name="T31" fmla="*/ 2147483647 h 341"/>
              <a:gd name="T32" fmla="*/ 2147483647 w 1016"/>
              <a:gd name="T33" fmla="*/ 2147483647 h 341"/>
              <a:gd name="T34" fmla="*/ 2147483647 w 1016"/>
              <a:gd name="T35" fmla="*/ 2147483647 h 341"/>
              <a:gd name="T36" fmla="*/ 2147483647 w 1016"/>
              <a:gd name="T37" fmla="*/ 2147483647 h 341"/>
              <a:gd name="T38" fmla="*/ 2147483647 w 1016"/>
              <a:gd name="T39" fmla="*/ 2147483647 h 341"/>
              <a:gd name="T40" fmla="*/ 2147483647 w 1016"/>
              <a:gd name="T41" fmla="*/ 2147483647 h 341"/>
              <a:gd name="T42" fmla="*/ 2147483647 w 1016"/>
              <a:gd name="T43" fmla="*/ 2147483647 h 341"/>
              <a:gd name="T44" fmla="*/ 2147483647 w 1016"/>
              <a:gd name="T45" fmla="*/ 2147483647 h 341"/>
              <a:gd name="T46" fmla="*/ 2147483647 w 1016"/>
              <a:gd name="T47" fmla="*/ 2147483647 h 341"/>
              <a:gd name="T48" fmla="*/ 2147483647 w 1016"/>
              <a:gd name="T49" fmla="*/ 2147483647 h 341"/>
              <a:gd name="T50" fmla="*/ 2147483647 w 1016"/>
              <a:gd name="T51" fmla="*/ 2147483647 h 341"/>
              <a:gd name="T52" fmla="*/ 2147483647 w 1016"/>
              <a:gd name="T53" fmla="*/ 2147483647 h 341"/>
              <a:gd name="T54" fmla="*/ 2147483647 w 1016"/>
              <a:gd name="T55" fmla="*/ 2147483647 h 341"/>
              <a:gd name="T56" fmla="*/ 2147483647 w 1016"/>
              <a:gd name="T57" fmla="*/ 2147483647 h 341"/>
              <a:gd name="T58" fmla="*/ 2147483647 w 1016"/>
              <a:gd name="T59" fmla="*/ 2147483647 h 341"/>
              <a:gd name="T60" fmla="*/ 2147483647 w 1016"/>
              <a:gd name="T61" fmla="*/ 2147483647 h 341"/>
              <a:gd name="T62" fmla="*/ 2147483647 w 1016"/>
              <a:gd name="T63" fmla="*/ 2147483647 h 341"/>
              <a:gd name="T64" fmla="*/ 2147483647 w 1016"/>
              <a:gd name="T65" fmla="*/ 2147483647 h 341"/>
              <a:gd name="T66" fmla="*/ 2147483647 w 1016"/>
              <a:gd name="T67" fmla="*/ 2147483647 h 341"/>
              <a:gd name="T68" fmla="*/ 2147483647 w 1016"/>
              <a:gd name="T69" fmla="*/ 2147483647 h 341"/>
              <a:gd name="T70" fmla="*/ 2147483647 w 1016"/>
              <a:gd name="T71" fmla="*/ 2147483647 h 341"/>
              <a:gd name="T72" fmla="*/ 2147483647 w 1016"/>
              <a:gd name="T73" fmla="*/ 2147483647 h 341"/>
              <a:gd name="T74" fmla="*/ 2147483647 w 1016"/>
              <a:gd name="T75" fmla="*/ 2147483647 h 341"/>
              <a:gd name="T76" fmla="*/ 2147483647 w 1016"/>
              <a:gd name="T77" fmla="*/ 2147483647 h 341"/>
              <a:gd name="T78" fmla="*/ 2147483647 w 1016"/>
              <a:gd name="T79" fmla="*/ 2147483647 h 341"/>
              <a:gd name="T80" fmla="*/ 2147483647 w 1016"/>
              <a:gd name="T81" fmla="*/ 2147483647 h 341"/>
              <a:gd name="T82" fmla="*/ 2147483647 w 1016"/>
              <a:gd name="T83" fmla="*/ 2147483647 h 341"/>
              <a:gd name="T84" fmla="*/ 2147483647 w 1016"/>
              <a:gd name="T85" fmla="*/ 2147483647 h 341"/>
              <a:gd name="T86" fmla="*/ 2147483647 w 1016"/>
              <a:gd name="T87" fmla="*/ 2147483647 h 341"/>
              <a:gd name="T88" fmla="*/ 2147483647 w 1016"/>
              <a:gd name="T89" fmla="*/ 2147483647 h 341"/>
              <a:gd name="T90" fmla="*/ 2147483647 w 1016"/>
              <a:gd name="T91" fmla="*/ 2147483647 h 341"/>
              <a:gd name="T92" fmla="*/ 2147483647 w 1016"/>
              <a:gd name="T93" fmla="*/ 2147483647 h 341"/>
              <a:gd name="T94" fmla="*/ 2147483647 w 1016"/>
              <a:gd name="T95" fmla="*/ 2147483647 h 341"/>
              <a:gd name="T96" fmla="*/ 2147483647 w 1016"/>
              <a:gd name="T97" fmla="*/ 2147483647 h 341"/>
              <a:gd name="T98" fmla="*/ 2147483647 w 1016"/>
              <a:gd name="T99" fmla="*/ 2147483647 h 341"/>
              <a:gd name="T100" fmla="*/ 2147483647 w 1016"/>
              <a:gd name="T101" fmla="*/ 2147483647 h 341"/>
              <a:gd name="T102" fmla="*/ 2147483647 w 1016"/>
              <a:gd name="T103" fmla="*/ 2147483647 h 341"/>
              <a:gd name="T104" fmla="*/ 2147483647 w 1016"/>
              <a:gd name="T105" fmla="*/ 2147483647 h 341"/>
              <a:gd name="T106" fmla="*/ 2147483647 w 1016"/>
              <a:gd name="T107" fmla="*/ 2147483647 h 341"/>
              <a:gd name="T108" fmla="*/ 2147483647 w 1016"/>
              <a:gd name="T109" fmla="*/ 2147483647 h 341"/>
              <a:gd name="T110" fmla="*/ 2147483647 w 1016"/>
              <a:gd name="T111" fmla="*/ 2147483647 h 341"/>
              <a:gd name="T112" fmla="*/ 2147483647 w 1016"/>
              <a:gd name="T113" fmla="*/ 2147483647 h 341"/>
              <a:gd name="T114" fmla="*/ 2147483647 w 1016"/>
              <a:gd name="T115" fmla="*/ 2147483647 h 341"/>
              <a:gd name="T116" fmla="*/ 2147483647 w 1016"/>
              <a:gd name="T117" fmla="*/ 2147483647 h 341"/>
              <a:gd name="T118" fmla="*/ 2147483647 w 1016"/>
              <a:gd name="T119" fmla="*/ 2147483647 h 341"/>
              <a:gd name="T120" fmla="*/ 2147483647 w 1016"/>
              <a:gd name="T121" fmla="*/ 2147483647 h 341"/>
              <a:gd name="T122" fmla="*/ 2147483647 w 1016"/>
              <a:gd name="T123" fmla="*/ 2147483647 h 341"/>
              <a:gd name="T124" fmla="*/ 0 w 1016"/>
              <a:gd name="T125" fmla="*/ 0 h 341"/>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1016"/>
              <a:gd name="T190" fmla="*/ 0 h 341"/>
              <a:gd name="T191" fmla="*/ 1016 w 1016"/>
              <a:gd name="T192" fmla="*/ 341 h 341"/>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1016" h="341">
                <a:moveTo>
                  <a:pt x="1015" y="340"/>
                </a:moveTo>
                <a:lnTo>
                  <a:pt x="970" y="317"/>
                </a:lnTo>
                <a:lnTo>
                  <a:pt x="946" y="307"/>
                </a:lnTo>
                <a:lnTo>
                  <a:pt x="922" y="297"/>
                </a:lnTo>
                <a:lnTo>
                  <a:pt x="898" y="287"/>
                </a:lnTo>
                <a:lnTo>
                  <a:pt x="874" y="278"/>
                </a:lnTo>
                <a:lnTo>
                  <a:pt x="849" y="269"/>
                </a:lnTo>
                <a:lnTo>
                  <a:pt x="824" y="261"/>
                </a:lnTo>
                <a:lnTo>
                  <a:pt x="799" y="253"/>
                </a:lnTo>
                <a:lnTo>
                  <a:pt x="774" y="245"/>
                </a:lnTo>
                <a:lnTo>
                  <a:pt x="748" y="238"/>
                </a:lnTo>
                <a:lnTo>
                  <a:pt x="722" y="231"/>
                </a:lnTo>
                <a:lnTo>
                  <a:pt x="696" y="223"/>
                </a:lnTo>
                <a:lnTo>
                  <a:pt x="670" y="216"/>
                </a:lnTo>
                <a:lnTo>
                  <a:pt x="644" y="209"/>
                </a:lnTo>
                <a:lnTo>
                  <a:pt x="618" y="203"/>
                </a:lnTo>
                <a:lnTo>
                  <a:pt x="592" y="196"/>
                </a:lnTo>
                <a:lnTo>
                  <a:pt x="565" y="189"/>
                </a:lnTo>
                <a:lnTo>
                  <a:pt x="539" y="182"/>
                </a:lnTo>
                <a:lnTo>
                  <a:pt x="513" y="175"/>
                </a:lnTo>
                <a:lnTo>
                  <a:pt x="486" y="168"/>
                </a:lnTo>
                <a:lnTo>
                  <a:pt x="460" y="161"/>
                </a:lnTo>
                <a:lnTo>
                  <a:pt x="434" y="153"/>
                </a:lnTo>
                <a:lnTo>
                  <a:pt x="409" y="145"/>
                </a:lnTo>
                <a:lnTo>
                  <a:pt x="383" y="137"/>
                </a:lnTo>
                <a:lnTo>
                  <a:pt x="358" y="129"/>
                </a:lnTo>
                <a:lnTo>
                  <a:pt x="332" y="120"/>
                </a:lnTo>
                <a:lnTo>
                  <a:pt x="308" y="111"/>
                </a:lnTo>
                <a:lnTo>
                  <a:pt x="283" y="102"/>
                </a:lnTo>
                <a:lnTo>
                  <a:pt x="258" y="92"/>
                </a:lnTo>
                <a:lnTo>
                  <a:pt x="234" y="81"/>
                </a:lnTo>
                <a:lnTo>
                  <a:pt x="211" y="71"/>
                </a:lnTo>
                <a:lnTo>
                  <a:pt x="198" y="65"/>
                </a:lnTo>
                <a:lnTo>
                  <a:pt x="192" y="61"/>
                </a:lnTo>
                <a:lnTo>
                  <a:pt x="185" y="59"/>
                </a:lnTo>
                <a:lnTo>
                  <a:pt x="179" y="56"/>
                </a:lnTo>
                <a:lnTo>
                  <a:pt x="172" y="53"/>
                </a:lnTo>
                <a:lnTo>
                  <a:pt x="166" y="50"/>
                </a:lnTo>
                <a:lnTo>
                  <a:pt x="160" y="47"/>
                </a:lnTo>
                <a:lnTo>
                  <a:pt x="153" y="45"/>
                </a:lnTo>
                <a:lnTo>
                  <a:pt x="147" y="42"/>
                </a:lnTo>
                <a:lnTo>
                  <a:pt x="140" y="40"/>
                </a:lnTo>
                <a:lnTo>
                  <a:pt x="134" y="37"/>
                </a:lnTo>
                <a:lnTo>
                  <a:pt x="128" y="35"/>
                </a:lnTo>
                <a:lnTo>
                  <a:pt x="121" y="33"/>
                </a:lnTo>
                <a:lnTo>
                  <a:pt x="114" y="30"/>
                </a:lnTo>
                <a:lnTo>
                  <a:pt x="108" y="28"/>
                </a:lnTo>
                <a:lnTo>
                  <a:pt x="102" y="26"/>
                </a:lnTo>
                <a:lnTo>
                  <a:pt x="95" y="23"/>
                </a:lnTo>
                <a:lnTo>
                  <a:pt x="88" y="21"/>
                </a:lnTo>
                <a:lnTo>
                  <a:pt x="82" y="19"/>
                </a:lnTo>
                <a:lnTo>
                  <a:pt x="75" y="17"/>
                </a:lnTo>
                <a:lnTo>
                  <a:pt x="68" y="15"/>
                </a:lnTo>
                <a:lnTo>
                  <a:pt x="62" y="13"/>
                </a:lnTo>
                <a:lnTo>
                  <a:pt x="55" y="12"/>
                </a:lnTo>
                <a:lnTo>
                  <a:pt x="48" y="10"/>
                </a:lnTo>
                <a:lnTo>
                  <a:pt x="42" y="9"/>
                </a:lnTo>
                <a:lnTo>
                  <a:pt x="35" y="7"/>
                </a:lnTo>
                <a:lnTo>
                  <a:pt x="28" y="5"/>
                </a:lnTo>
                <a:lnTo>
                  <a:pt x="21" y="4"/>
                </a:lnTo>
                <a:lnTo>
                  <a:pt x="14" y="3"/>
                </a:lnTo>
                <a:lnTo>
                  <a:pt x="7" y="1"/>
                </a:lnTo>
                <a:lnTo>
                  <a:pt x="0" y="0"/>
                </a:lnTo>
              </a:path>
            </a:pathLst>
          </a:custGeom>
          <a:noFill/>
          <a:ln w="0">
            <a:solidFill>
              <a:srgbClr val="0033CC"/>
            </a:solidFill>
            <a:round/>
            <a:headEnd/>
            <a:tailEnd/>
          </a:ln>
        </p:spPr>
        <p:txBody>
          <a:bodyPr/>
          <a:lstStyle/>
          <a:p>
            <a:endParaRPr lang="fr-FR" sz="1350"/>
          </a:p>
        </p:txBody>
      </p:sp>
      <p:sp>
        <p:nvSpPr>
          <p:cNvPr id="48153" name="Freeform 33"/>
          <p:cNvSpPr>
            <a:spLocks/>
          </p:cNvSpPr>
          <p:nvPr/>
        </p:nvSpPr>
        <p:spPr bwMode="auto">
          <a:xfrm flipH="1">
            <a:off x="5636537" y="2005348"/>
            <a:ext cx="32147" cy="2156222"/>
          </a:xfrm>
          <a:custGeom>
            <a:avLst/>
            <a:gdLst>
              <a:gd name="T0" fmla="*/ 0 w 1"/>
              <a:gd name="T1" fmla="*/ 0 h 1527"/>
              <a:gd name="T2" fmla="*/ 0 w 1"/>
              <a:gd name="T3" fmla="*/ 2147483647 h 1527"/>
              <a:gd name="T4" fmla="*/ 0 w 1"/>
              <a:gd name="T5" fmla="*/ 2147483647 h 1527"/>
              <a:gd name="T6" fmla="*/ 0 60000 65536"/>
              <a:gd name="T7" fmla="*/ 0 60000 65536"/>
              <a:gd name="T8" fmla="*/ 0 60000 65536"/>
              <a:gd name="T9" fmla="*/ 0 w 1"/>
              <a:gd name="T10" fmla="*/ 0 h 1527"/>
              <a:gd name="T11" fmla="*/ 1 w 1"/>
              <a:gd name="T12" fmla="*/ 1527 h 1527"/>
            </a:gdLst>
            <a:ahLst/>
            <a:cxnLst>
              <a:cxn ang="T6">
                <a:pos x="T0" y="T1"/>
              </a:cxn>
              <a:cxn ang="T7">
                <a:pos x="T2" y="T3"/>
              </a:cxn>
              <a:cxn ang="T8">
                <a:pos x="T4" y="T5"/>
              </a:cxn>
            </a:cxnLst>
            <a:rect l="T9" t="T10" r="T11" b="T12"/>
            <a:pathLst>
              <a:path w="1" h="1527">
                <a:moveTo>
                  <a:pt x="0" y="0"/>
                </a:moveTo>
                <a:lnTo>
                  <a:pt x="0" y="1526"/>
                </a:lnTo>
              </a:path>
            </a:pathLst>
          </a:custGeom>
          <a:noFill/>
          <a:ln w="0">
            <a:solidFill>
              <a:srgbClr val="0033CC"/>
            </a:solidFill>
            <a:round/>
            <a:headEnd/>
            <a:tailEnd/>
          </a:ln>
        </p:spPr>
        <p:txBody>
          <a:bodyPr/>
          <a:lstStyle/>
          <a:p>
            <a:endParaRPr lang="fr-FR" sz="1350"/>
          </a:p>
        </p:txBody>
      </p:sp>
      <p:sp>
        <p:nvSpPr>
          <p:cNvPr id="48154" name="Freeform 34"/>
          <p:cNvSpPr>
            <a:spLocks/>
          </p:cNvSpPr>
          <p:nvPr/>
        </p:nvSpPr>
        <p:spPr bwMode="auto">
          <a:xfrm>
            <a:off x="4635221" y="1958915"/>
            <a:ext cx="1035844" cy="2207419"/>
          </a:xfrm>
          <a:custGeom>
            <a:avLst/>
            <a:gdLst>
              <a:gd name="T0" fmla="*/ 2147483647 w 850"/>
              <a:gd name="T1" fmla="*/ 2147483647 h 1753"/>
              <a:gd name="T2" fmla="*/ 2147483647 w 850"/>
              <a:gd name="T3" fmla="*/ 2147483647 h 1753"/>
              <a:gd name="T4" fmla="*/ 2147483647 w 850"/>
              <a:gd name="T5" fmla="*/ 2147483647 h 1753"/>
              <a:gd name="T6" fmla="*/ 2147483647 w 850"/>
              <a:gd name="T7" fmla="*/ 2147483647 h 1753"/>
              <a:gd name="T8" fmla="*/ 2147483647 w 850"/>
              <a:gd name="T9" fmla="*/ 2147483647 h 1753"/>
              <a:gd name="T10" fmla="*/ 2147483647 w 850"/>
              <a:gd name="T11" fmla="*/ 2147483647 h 1753"/>
              <a:gd name="T12" fmla="*/ 2147483647 w 850"/>
              <a:gd name="T13" fmla="*/ 2147483647 h 1753"/>
              <a:gd name="T14" fmla="*/ 2147483647 w 850"/>
              <a:gd name="T15" fmla="*/ 2147483647 h 1753"/>
              <a:gd name="T16" fmla="*/ 2147483647 w 850"/>
              <a:gd name="T17" fmla="*/ 2147483647 h 1753"/>
              <a:gd name="T18" fmla="*/ 2147483647 w 850"/>
              <a:gd name="T19" fmla="*/ 2147483647 h 1753"/>
              <a:gd name="T20" fmla="*/ 2147483647 w 850"/>
              <a:gd name="T21" fmla="*/ 2147483647 h 1753"/>
              <a:gd name="T22" fmla="*/ 2147483647 w 850"/>
              <a:gd name="T23" fmla="*/ 2147483647 h 1753"/>
              <a:gd name="T24" fmla="*/ 2147483647 w 850"/>
              <a:gd name="T25" fmla="*/ 2147483647 h 1753"/>
              <a:gd name="T26" fmla="*/ 2147483647 w 850"/>
              <a:gd name="T27" fmla="*/ 2147483647 h 1753"/>
              <a:gd name="T28" fmla="*/ 2147483647 w 850"/>
              <a:gd name="T29" fmla="*/ 2147483647 h 1753"/>
              <a:gd name="T30" fmla="*/ 2147483647 w 850"/>
              <a:gd name="T31" fmla="*/ 2147483647 h 1753"/>
              <a:gd name="T32" fmla="*/ 2147483647 w 850"/>
              <a:gd name="T33" fmla="*/ 2147483647 h 1753"/>
              <a:gd name="T34" fmla="*/ 2147483647 w 850"/>
              <a:gd name="T35" fmla="*/ 2147483647 h 1753"/>
              <a:gd name="T36" fmla="*/ 2147483647 w 850"/>
              <a:gd name="T37" fmla="*/ 2147483647 h 1753"/>
              <a:gd name="T38" fmla="*/ 2147483647 w 850"/>
              <a:gd name="T39" fmla="*/ 2147483647 h 1753"/>
              <a:gd name="T40" fmla="*/ 2147483647 w 850"/>
              <a:gd name="T41" fmla="*/ 2147483647 h 1753"/>
              <a:gd name="T42" fmla="*/ 2147483647 w 850"/>
              <a:gd name="T43" fmla="*/ 2147483647 h 1753"/>
              <a:gd name="T44" fmla="*/ 2147483647 w 850"/>
              <a:gd name="T45" fmla="*/ 2147483647 h 1753"/>
              <a:gd name="T46" fmla="*/ 2147483647 w 850"/>
              <a:gd name="T47" fmla="*/ 2147483647 h 1753"/>
              <a:gd name="T48" fmla="*/ 2147483647 w 850"/>
              <a:gd name="T49" fmla="*/ 2147483647 h 1753"/>
              <a:gd name="T50" fmla="*/ 2147483647 w 850"/>
              <a:gd name="T51" fmla="*/ 2147483647 h 1753"/>
              <a:gd name="T52" fmla="*/ 2147483647 w 850"/>
              <a:gd name="T53" fmla="*/ 2147483647 h 1753"/>
              <a:gd name="T54" fmla="*/ 2147483647 w 850"/>
              <a:gd name="T55" fmla="*/ 2147483647 h 1753"/>
              <a:gd name="T56" fmla="*/ 2147483647 w 850"/>
              <a:gd name="T57" fmla="*/ 2147483647 h 1753"/>
              <a:gd name="T58" fmla="*/ 2147483647 w 850"/>
              <a:gd name="T59" fmla="*/ 2147483647 h 1753"/>
              <a:gd name="T60" fmla="*/ 2147483647 w 850"/>
              <a:gd name="T61" fmla="*/ 2147483647 h 1753"/>
              <a:gd name="T62" fmla="*/ 2147483647 w 850"/>
              <a:gd name="T63" fmla="*/ 2147483647 h 1753"/>
              <a:gd name="T64" fmla="*/ 2147483647 w 850"/>
              <a:gd name="T65" fmla="*/ 2147483647 h 1753"/>
              <a:gd name="T66" fmla="*/ 2147483647 w 850"/>
              <a:gd name="T67" fmla="*/ 2147483647 h 1753"/>
              <a:gd name="T68" fmla="*/ 2147483647 w 850"/>
              <a:gd name="T69" fmla="*/ 2147483647 h 1753"/>
              <a:gd name="T70" fmla="*/ 2147483647 w 850"/>
              <a:gd name="T71" fmla="*/ 2147483647 h 1753"/>
              <a:gd name="T72" fmla="*/ 2147483647 w 850"/>
              <a:gd name="T73" fmla="*/ 2147483647 h 1753"/>
              <a:gd name="T74" fmla="*/ 2147483647 w 850"/>
              <a:gd name="T75" fmla="*/ 2147483647 h 1753"/>
              <a:gd name="T76" fmla="*/ 2147483647 w 850"/>
              <a:gd name="T77" fmla="*/ 2147483647 h 1753"/>
              <a:gd name="T78" fmla="*/ 2147483647 w 850"/>
              <a:gd name="T79" fmla="*/ 2147483647 h 1753"/>
              <a:gd name="T80" fmla="*/ 2147483647 w 850"/>
              <a:gd name="T81" fmla="*/ 2147483647 h 1753"/>
              <a:gd name="T82" fmla="*/ 2147483647 w 850"/>
              <a:gd name="T83" fmla="*/ 2147483647 h 1753"/>
              <a:gd name="T84" fmla="*/ 2147483647 w 850"/>
              <a:gd name="T85" fmla="*/ 2147483647 h 1753"/>
              <a:gd name="T86" fmla="*/ 2147483647 w 850"/>
              <a:gd name="T87" fmla="*/ 2147483647 h 1753"/>
              <a:gd name="T88" fmla="*/ 2147483647 w 850"/>
              <a:gd name="T89" fmla="*/ 2147483647 h 1753"/>
              <a:gd name="T90" fmla="*/ 2147483647 w 850"/>
              <a:gd name="T91" fmla="*/ 2147483647 h 1753"/>
              <a:gd name="T92" fmla="*/ 2147483647 w 850"/>
              <a:gd name="T93" fmla="*/ 2147483647 h 1753"/>
              <a:gd name="T94" fmla="*/ 2147483647 w 850"/>
              <a:gd name="T95" fmla="*/ 2147483647 h 1753"/>
              <a:gd name="T96" fmla="*/ 2147483647 w 850"/>
              <a:gd name="T97" fmla="*/ 2147483647 h 1753"/>
              <a:gd name="T98" fmla="*/ 2147483647 w 850"/>
              <a:gd name="T99" fmla="*/ 2147483647 h 1753"/>
              <a:gd name="T100" fmla="*/ 2147483647 w 850"/>
              <a:gd name="T101" fmla="*/ 2147483647 h 1753"/>
              <a:gd name="T102" fmla="*/ 2147483647 w 850"/>
              <a:gd name="T103" fmla="*/ 2147483647 h 1753"/>
              <a:gd name="T104" fmla="*/ 2147483647 w 850"/>
              <a:gd name="T105" fmla="*/ 2147483647 h 1753"/>
              <a:gd name="T106" fmla="*/ 2147483647 w 850"/>
              <a:gd name="T107" fmla="*/ 2147483647 h 1753"/>
              <a:gd name="T108" fmla="*/ 2147483647 w 850"/>
              <a:gd name="T109" fmla="*/ 2147483647 h 1753"/>
              <a:gd name="T110" fmla="*/ 2147483647 w 850"/>
              <a:gd name="T111" fmla="*/ 2147483647 h 1753"/>
              <a:gd name="T112" fmla="*/ 2147483647 w 850"/>
              <a:gd name="T113" fmla="*/ 2147483647 h 1753"/>
              <a:gd name="T114" fmla="*/ 2147483647 w 850"/>
              <a:gd name="T115" fmla="*/ 2147483647 h 1753"/>
              <a:gd name="T116" fmla="*/ 2147483647 w 850"/>
              <a:gd name="T117" fmla="*/ 2147483647 h 1753"/>
              <a:gd name="T118" fmla="*/ 2147483647 w 850"/>
              <a:gd name="T119" fmla="*/ 2147483647 h 1753"/>
              <a:gd name="T120" fmla="*/ 2147483647 w 850"/>
              <a:gd name="T121" fmla="*/ 2147483647 h 1753"/>
              <a:gd name="T122" fmla="*/ 2147483647 w 850"/>
              <a:gd name="T123" fmla="*/ 2147483647 h 1753"/>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850"/>
              <a:gd name="T187" fmla="*/ 0 h 1753"/>
              <a:gd name="T188" fmla="*/ 850 w 850"/>
              <a:gd name="T189" fmla="*/ 1753 h 1753"/>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850" h="1753">
                <a:moveTo>
                  <a:pt x="849" y="1752"/>
                </a:moveTo>
                <a:lnTo>
                  <a:pt x="827" y="1730"/>
                </a:lnTo>
                <a:lnTo>
                  <a:pt x="815" y="1719"/>
                </a:lnTo>
                <a:lnTo>
                  <a:pt x="803" y="1710"/>
                </a:lnTo>
                <a:lnTo>
                  <a:pt x="789" y="1702"/>
                </a:lnTo>
                <a:lnTo>
                  <a:pt x="776" y="1694"/>
                </a:lnTo>
                <a:lnTo>
                  <a:pt x="762" y="1686"/>
                </a:lnTo>
                <a:lnTo>
                  <a:pt x="748" y="1680"/>
                </a:lnTo>
                <a:lnTo>
                  <a:pt x="733" y="1673"/>
                </a:lnTo>
                <a:lnTo>
                  <a:pt x="718" y="1667"/>
                </a:lnTo>
                <a:lnTo>
                  <a:pt x="703" y="1661"/>
                </a:lnTo>
                <a:lnTo>
                  <a:pt x="687" y="1656"/>
                </a:lnTo>
                <a:lnTo>
                  <a:pt x="672" y="1650"/>
                </a:lnTo>
                <a:lnTo>
                  <a:pt x="656" y="1645"/>
                </a:lnTo>
                <a:lnTo>
                  <a:pt x="641" y="1640"/>
                </a:lnTo>
                <a:lnTo>
                  <a:pt x="625" y="1634"/>
                </a:lnTo>
                <a:lnTo>
                  <a:pt x="610" y="1629"/>
                </a:lnTo>
                <a:lnTo>
                  <a:pt x="594" y="1623"/>
                </a:lnTo>
                <a:lnTo>
                  <a:pt x="579" y="1618"/>
                </a:lnTo>
                <a:lnTo>
                  <a:pt x="564" y="1611"/>
                </a:lnTo>
                <a:lnTo>
                  <a:pt x="550" y="1604"/>
                </a:lnTo>
                <a:lnTo>
                  <a:pt x="535" y="1597"/>
                </a:lnTo>
                <a:lnTo>
                  <a:pt x="522" y="1590"/>
                </a:lnTo>
                <a:lnTo>
                  <a:pt x="509" y="1581"/>
                </a:lnTo>
                <a:lnTo>
                  <a:pt x="495" y="1572"/>
                </a:lnTo>
                <a:lnTo>
                  <a:pt x="483" y="1562"/>
                </a:lnTo>
                <a:lnTo>
                  <a:pt x="472" y="1552"/>
                </a:lnTo>
                <a:lnTo>
                  <a:pt x="461" y="1540"/>
                </a:lnTo>
                <a:lnTo>
                  <a:pt x="450" y="1528"/>
                </a:lnTo>
                <a:lnTo>
                  <a:pt x="441" y="1514"/>
                </a:lnTo>
                <a:lnTo>
                  <a:pt x="432" y="1500"/>
                </a:lnTo>
                <a:lnTo>
                  <a:pt x="425" y="1484"/>
                </a:lnTo>
                <a:lnTo>
                  <a:pt x="409" y="1450"/>
                </a:lnTo>
                <a:lnTo>
                  <a:pt x="403" y="1434"/>
                </a:lnTo>
                <a:lnTo>
                  <a:pt x="395" y="1417"/>
                </a:lnTo>
                <a:lnTo>
                  <a:pt x="389" y="1400"/>
                </a:lnTo>
                <a:lnTo>
                  <a:pt x="382" y="1383"/>
                </a:lnTo>
                <a:lnTo>
                  <a:pt x="376" y="1366"/>
                </a:lnTo>
                <a:lnTo>
                  <a:pt x="370" y="1349"/>
                </a:lnTo>
                <a:lnTo>
                  <a:pt x="364" y="1332"/>
                </a:lnTo>
                <a:lnTo>
                  <a:pt x="358" y="1316"/>
                </a:lnTo>
                <a:lnTo>
                  <a:pt x="352" y="1298"/>
                </a:lnTo>
                <a:lnTo>
                  <a:pt x="347" y="1282"/>
                </a:lnTo>
                <a:lnTo>
                  <a:pt x="342" y="1264"/>
                </a:lnTo>
                <a:lnTo>
                  <a:pt x="337" y="1247"/>
                </a:lnTo>
                <a:lnTo>
                  <a:pt x="332" y="1230"/>
                </a:lnTo>
                <a:lnTo>
                  <a:pt x="328" y="1213"/>
                </a:lnTo>
                <a:lnTo>
                  <a:pt x="323" y="1196"/>
                </a:lnTo>
                <a:lnTo>
                  <a:pt x="319" y="1178"/>
                </a:lnTo>
                <a:lnTo>
                  <a:pt x="315" y="1161"/>
                </a:lnTo>
                <a:lnTo>
                  <a:pt x="311" y="1144"/>
                </a:lnTo>
                <a:lnTo>
                  <a:pt x="308" y="1126"/>
                </a:lnTo>
                <a:lnTo>
                  <a:pt x="305" y="1108"/>
                </a:lnTo>
                <a:lnTo>
                  <a:pt x="302" y="1090"/>
                </a:lnTo>
                <a:lnTo>
                  <a:pt x="299" y="1073"/>
                </a:lnTo>
                <a:lnTo>
                  <a:pt x="297" y="1055"/>
                </a:lnTo>
                <a:lnTo>
                  <a:pt x="294" y="1036"/>
                </a:lnTo>
                <a:lnTo>
                  <a:pt x="292" y="1018"/>
                </a:lnTo>
                <a:lnTo>
                  <a:pt x="290" y="1000"/>
                </a:lnTo>
                <a:lnTo>
                  <a:pt x="289" y="982"/>
                </a:lnTo>
                <a:lnTo>
                  <a:pt x="287" y="963"/>
                </a:lnTo>
                <a:lnTo>
                  <a:pt x="286" y="944"/>
                </a:lnTo>
                <a:lnTo>
                  <a:pt x="285" y="926"/>
                </a:lnTo>
                <a:lnTo>
                  <a:pt x="281" y="874"/>
                </a:lnTo>
                <a:lnTo>
                  <a:pt x="278" y="848"/>
                </a:lnTo>
                <a:lnTo>
                  <a:pt x="275" y="822"/>
                </a:lnTo>
                <a:lnTo>
                  <a:pt x="270" y="796"/>
                </a:lnTo>
                <a:lnTo>
                  <a:pt x="266" y="769"/>
                </a:lnTo>
                <a:lnTo>
                  <a:pt x="260" y="743"/>
                </a:lnTo>
                <a:lnTo>
                  <a:pt x="255" y="716"/>
                </a:lnTo>
                <a:lnTo>
                  <a:pt x="248" y="689"/>
                </a:lnTo>
                <a:lnTo>
                  <a:pt x="241" y="662"/>
                </a:lnTo>
                <a:lnTo>
                  <a:pt x="235" y="636"/>
                </a:lnTo>
                <a:lnTo>
                  <a:pt x="227" y="608"/>
                </a:lnTo>
                <a:lnTo>
                  <a:pt x="219" y="581"/>
                </a:lnTo>
                <a:lnTo>
                  <a:pt x="211" y="554"/>
                </a:lnTo>
                <a:lnTo>
                  <a:pt x="203" y="527"/>
                </a:lnTo>
                <a:lnTo>
                  <a:pt x="194" y="500"/>
                </a:lnTo>
                <a:lnTo>
                  <a:pt x="185" y="473"/>
                </a:lnTo>
                <a:lnTo>
                  <a:pt x="176" y="446"/>
                </a:lnTo>
                <a:lnTo>
                  <a:pt x="167" y="419"/>
                </a:lnTo>
                <a:lnTo>
                  <a:pt x="158" y="392"/>
                </a:lnTo>
                <a:lnTo>
                  <a:pt x="149" y="366"/>
                </a:lnTo>
                <a:lnTo>
                  <a:pt x="139" y="339"/>
                </a:lnTo>
                <a:lnTo>
                  <a:pt x="130" y="312"/>
                </a:lnTo>
                <a:lnTo>
                  <a:pt x="121" y="286"/>
                </a:lnTo>
                <a:lnTo>
                  <a:pt x="111" y="260"/>
                </a:lnTo>
                <a:lnTo>
                  <a:pt x="102" y="234"/>
                </a:lnTo>
                <a:lnTo>
                  <a:pt x="93" y="208"/>
                </a:lnTo>
                <a:lnTo>
                  <a:pt x="85" y="182"/>
                </a:lnTo>
                <a:lnTo>
                  <a:pt x="76" y="156"/>
                </a:lnTo>
                <a:lnTo>
                  <a:pt x="68" y="131"/>
                </a:lnTo>
                <a:lnTo>
                  <a:pt x="60" y="106"/>
                </a:lnTo>
                <a:lnTo>
                  <a:pt x="52" y="82"/>
                </a:lnTo>
                <a:lnTo>
                  <a:pt x="50" y="75"/>
                </a:lnTo>
                <a:lnTo>
                  <a:pt x="49" y="72"/>
                </a:lnTo>
                <a:lnTo>
                  <a:pt x="48" y="69"/>
                </a:lnTo>
                <a:lnTo>
                  <a:pt x="47" y="66"/>
                </a:lnTo>
                <a:lnTo>
                  <a:pt x="46" y="63"/>
                </a:lnTo>
                <a:lnTo>
                  <a:pt x="45" y="60"/>
                </a:lnTo>
                <a:lnTo>
                  <a:pt x="44" y="57"/>
                </a:lnTo>
                <a:lnTo>
                  <a:pt x="43" y="54"/>
                </a:lnTo>
                <a:lnTo>
                  <a:pt x="42" y="51"/>
                </a:lnTo>
                <a:lnTo>
                  <a:pt x="41" y="48"/>
                </a:lnTo>
                <a:lnTo>
                  <a:pt x="39" y="45"/>
                </a:lnTo>
                <a:lnTo>
                  <a:pt x="38" y="42"/>
                </a:lnTo>
                <a:lnTo>
                  <a:pt x="37" y="39"/>
                </a:lnTo>
                <a:lnTo>
                  <a:pt x="35" y="36"/>
                </a:lnTo>
                <a:lnTo>
                  <a:pt x="34" y="34"/>
                </a:lnTo>
                <a:lnTo>
                  <a:pt x="33" y="31"/>
                </a:lnTo>
                <a:lnTo>
                  <a:pt x="31" y="28"/>
                </a:lnTo>
                <a:lnTo>
                  <a:pt x="29" y="26"/>
                </a:lnTo>
                <a:lnTo>
                  <a:pt x="28" y="23"/>
                </a:lnTo>
                <a:lnTo>
                  <a:pt x="26" y="21"/>
                </a:lnTo>
                <a:lnTo>
                  <a:pt x="24" y="19"/>
                </a:lnTo>
                <a:lnTo>
                  <a:pt x="22" y="16"/>
                </a:lnTo>
                <a:lnTo>
                  <a:pt x="20" y="14"/>
                </a:lnTo>
                <a:lnTo>
                  <a:pt x="18" y="12"/>
                </a:lnTo>
                <a:lnTo>
                  <a:pt x="15" y="10"/>
                </a:lnTo>
                <a:lnTo>
                  <a:pt x="13" y="8"/>
                </a:lnTo>
                <a:lnTo>
                  <a:pt x="11" y="6"/>
                </a:lnTo>
                <a:lnTo>
                  <a:pt x="8" y="5"/>
                </a:lnTo>
                <a:lnTo>
                  <a:pt x="5" y="3"/>
                </a:lnTo>
                <a:lnTo>
                  <a:pt x="3" y="2"/>
                </a:lnTo>
                <a:lnTo>
                  <a:pt x="0" y="0"/>
                </a:lnTo>
              </a:path>
            </a:pathLst>
          </a:custGeom>
          <a:noFill/>
          <a:ln w="0">
            <a:solidFill>
              <a:srgbClr val="0033CC"/>
            </a:solidFill>
            <a:round/>
            <a:headEnd/>
            <a:tailEnd/>
          </a:ln>
        </p:spPr>
        <p:txBody>
          <a:bodyPr/>
          <a:lstStyle/>
          <a:p>
            <a:endParaRPr lang="fr-FR" sz="1350"/>
          </a:p>
        </p:txBody>
      </p:sp>
      <p:sp>
        <p:nvSpPr>
          <p:cNvPr id="48155" name="Freeform 35"/>
          <p:cNvSpPr>
            <a:spLocks/>
          </p:cNvSpPr>
          <p:nvPr/>
        </p:nvSpPr>
        <p:spPr bwMode="auto">
          <a:xfrm>
            <a:off x="5672254" y="2010111"/>
            <a:ext cx="1066800" cy="908447"/>
          </a:xfrm>
          <a:custGeom>
            <a:avLst/>
            <a:gdLst>
              <a:gd name="T0" fmla="*/ 0 w 904"/>
              <a:gd name="T1" fmla="*/ 0 h 483"/>
              <a:gd name="T2" fmla="*/ 2147483647 w 904"/>
              <a:gd name="T3" fmla="*/ 2147483647 h 483"/>
              <a:gd name="T4" fmla="*/ 2147483647 w 904"/>
              <a:gd name="T5" fmla="*/ 2147483647 h 483"/>
              <a:gd name="T6" fmla="*/ 2147483647 w 904"/>
              <a:gd name="T7" fmla="*/ 2147483647 h 483"/>
              <a:gd name="T8" fmla="*/ 2147483647 w 904"/>
              <a:gd name="T9" fmla="*/ 2147483647 h 483"/>
              <a:gd name="T10" fmla="*/ 2147483647 w 904"/>
              <a:gd name="T11" fmla="*/ 2147483647 h 483"/>
              <a:gd name="T12" fmla="*/ 2147483647 w 904"/>
              <a:gd name="T13" fmla="*/ 2147483647 h 483"/>
              <a:gd name="T14" fmla="*/ 2147483647 w 904"/>
              <a:gd name="T15" fmla="*/ 2147483647 h 483"/>
              <a:gd name="T16" fmla="*/ 2147483647 w 904"/>
              <a:gd name="T17" fmla="*/ 2147483647 h 483"/>
              <a:gd name="T18" fmla="*/ 2147483647 w 904"/>
              <a:gd name="T19" fmla="*/ 2147483647 h 483"/>
              <a:gd name="T20" fmla="*/ 2147483647 w 904"/>
              <a:gd name="T21" fmla="*/ 2147483647 h 483"/>
              <a:gd name="T22" fmla="*/ 2147483647 w 904"/>
              <a:gd name="T23" fmla="*/ 2147483647 h 483"/>
              <a:gd name="T24" fmla="*/ 2147483647 w 904"/>
              <a:gd name="T25" fmla="*/ 2147483647 h 483"/>
              <a:gd name="T26" fmla="*/ 2147483647 w 904"/>
              <a:gd name="T27" fmla="*/ 2147483647 h 483"/>
              <a:gd name="T28" fmla="*/ 2147483647 w 904"/>
              <a:gd name="T29" fmla="*/ 2147483647 h 483"/>
              <a:gd name="T30" fmla="*/ 2147483647 w 904"/>
              <a:gd name="T31" fmla="*/ 2147483647 h 483"/>
              <a:gd name="T32" fmla="*/ 2147483647 w 904"/>
              <a:gd name="T33" fmla="*/ 2147483647 h 483"/>
              <a:gd name="T34" fmla="*/ 2147483647 w 904"/>
              <a:gd name="T35" fmla="*/ 2147483647 h 483"/>
              <a:gd name="T36" fmla="*/ 2147483647 w 904"/>
              <a:gd name="T37" fmla="*/ 2147483647 h 483"/>
              <a:gd name="T38" fmla="*/ 2147483647 w 904"/>
              <a:gd name="T39" fmla="*/ 2147483647 h 483"/>
              <a:gd name="T40" fmla="*/ 2147483647 w 904"/>
              <a:gd name="T41" fmla="*/ 2147483647 h 483"/>
              <a:gd name="T42" fmla="*/ 2147483647 w 904"/>
              <a:gd name="T43" fmla="*/ 2147483647 h 483"/>
              <a:gd name="T44" fmla="*/ 2147483647 w 904"/>
              <a:gd name="T45" fmla="*/ 2147483647 h 483"/>
              <a:gd name="T46" fmla="*/ 2147483647 w 904"/>
              <a:gd name="T47" fmla="*/ 2147483647 h 483"/>
              <a:gd name="T48" fmla="*/ 2147483647 w 904"/>
              <a:gd name="T49" fmla="*/ 2147483647 h 483"/>
              <a:gd name="T50" fmla="*/ 2147483647 w 904"/>
              <a:gd name="T51" fmla="*/ 2147483647 h 483"/>
              <a:gd name="T52" fmla="*/ 2147483647 w 904"/>
              <a:gd name="T53" fmla="*/ 2147483647 h 483"/>
              <a:gd name="T54" fmla="*/ 2147483647 w 904"/>
              <a:gd name="T55" fmla="*/ 2147483647 h 483"/>
              <a:gd name="T56" fmla="*/ 2147483647 w 904"/>
              <a:gd name="T57" fmla="*/ 2147483647 h 483"/>
              <a:gd name="T58" fmla="*/ 2147483647 w 904"/>
              <a:gd name="T59" fmla="*/ 2147483647 h 483"/>
              <a:gd name="T60" fmla="*/ 2147483647 w 904"/>
              <a:gd name="T61" fmla="*/ 2147483647 h 483"/>
              <a:gd name="T62" fmla="*/ 2147483647 w 904"/>
              <a:gd name="T63" fmla="*/ 2147483647 h 48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904"/>
              <a:gd name="T97" fmla="*/ 0 h 483"/>
              <a:gd name="T98" fmla="*/ 904 w 904"/>
              <a:gd name="T99" fmla="*/ 483 h 48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904" h="483">
                <a:moveTo>
                  <a:pt x="0" y="0"/>
                </a:moveTo>
                <a:lnTo>
                  <a:pt x="60" y="16"/>
                </a:lnTo>
                <a:lnTo>
                  <a:pt x="89" y="25"/>
                </a:lnTo>
                <a:lnTo>
                  <a:pt x="119" y="35"/>
                </a:lnTo>
                <a:lnTo>
                  <a:pt x="149" y="45"/>
                </a:lnTo>
                <a:lnTo>
                  <a:pt x="178" y="56"/>
                </a:lnTo>
                <a:lnTo>
                  <a:pt x="208" y="68"/>
                </a:lnTo>
                <a:lnTo>
                  <a:pt x="238" y="80"/>
                </a:lnTo>
                <a:lnTo>
                  <a:pt x="267" y="93"/>
                </a:lnTo>
                <a:lnTo>
                  <a:pt x="297" y="106"/>
                </a:lnTo>
                <a:lnTo>
                  <a:pt x="326" y="120"/>
                </a:lnTo>
                <a:lnTo>
                  <a:pt x="356" y="135"/>
                </a:lnTo>
                <a:lnTo>
                  <a:pt x="385" y="150"/>
                </a:lnTo>
                <a:lnTo>
                  <a:pt x="414" y="165"/>
                </a:lnTo>
                <a:lnTo>
                  <a:pt x="443" y="180"/>
                </a:lnTo>
                <a:lnTo>
                  <a:pt x="472" y="196"/>
                </a:lnTo>
                <a:lnTo>
                  <a:pt x="501" y="212"/>
                </a:lnTo>
                <a:lnTo>
                  <a:pt x="529" y="229"/>
                </a:lnTo>
                <a:lnTo>
                  <a:pt x="558" y="246"/>
                </a:lnTo>
                <a:lnTo>
                  <a:pt x="586" y="263"/>
                </a:lnTo>
                <a:lnTo>
                  <a:pt x="614" y="281"/>
                </a:lnTo>
                <a:lnTo>
                  <a:pt x="641" y="298"/>
                </a:lnTo>
                <a:lnTo>
                  <a:pt x="669" y="316"/>
                </a:lnTo>
                <a:lnTo>
                  <a:pt x="696" y="334"/>
                </a:lnTo>
                <a:lnTo>
                  <a:pt x="723" y="353"/>
                </a:lnTo>
                <a:lnTo>
                  <a:pt x="749" y="371"/>
                </a:lnTo>
                <a:lnTo>
                  <a:pt x="776" y="390"/>
                </a:lnTo>
                <a:lnTo>
                  <a:pt x="802" y="408"/>
                </a:lnTo>
                <a:lnTo>
                  <a:pt x="828" y="426"/>
                </a:lnTo>
                <a:lnTo>
                  <a:pt x="853" y="445"/>
                </a:lnTo>
                <a:lnTo>
                  <a:pt x="878" y="464"/>
                </a:lnTo>
                <a:lnTo>
                  <a:pt x="903" y="482"/>
                </a:lnTo>
              </a:path>
            </a:pathLst>
          </a:custGeom>
          <a:noFill/>
          <a:ln w="0">
            <a:solidFill>
              <a:srgbClr val="0033CC"/>
            </a:solidFill>
            <a:round/>
            <a:headEnd/>
            <a:tailEnd/>
          </a:ln>
        </p:spPr>
        <p:txBody>
          <a:bodyPr/>
          <a:lstStyle/>
          <a:p>
            <a:endParaRPr lang="fr-FR" sz="1350"/>
          </a:p>
        </p:txBody>
      </p:sp>
      <p:sp>
        <p:nvSpPr>
          <p:cNvPr id="48156" name="Line 36"/>
          <p:cNvSpPr>
            <a:spLocks noChangeShapeType="1"/>
          </p:cNvSpPr>
          <p:nvPr/>
        </p:nvSpPr>
        <p:spPr bwMode="auto">
          <a:xfrm>
            <a:off x="2020607" y="1816038"/>
            <a:ext cx="4914900" cy="0"/>
          </a:xfrm>
          <a:prstGeom prst="line">
            <a:avLst/>
          </a:prstGeom>
          <a:noFill/>
          <a:ln w="38100">
            <a:solidFill>
              <a:srgbClr val="6600CC"/>
            </a:solidFill>
            <a:round/>
            <a:headEnd/>
            <a:tailEnd/>
          </a:ln>
        </p:spPr>
        <p:txBody>
          <a:bodyPr wrap="none"/>
          <a:lstStyle/>
          <a:p>
            <a:endParaRPr lang="fr-CA" sz="1350"/>
          </a:p>
        </p:txBody>
      </p:sp>
      <p:sp>
        <p:nvSpPr>
          <p:cNvPr id="48157" name="Text Box 37"/>
          <p:cNvSpPr txBox="1">
            <a:spLocks noChangeArrowheads="1"/>
          </p:cNvSpPr>
          <p:nvPr/>
        </p:nvSpPr>
        <p:spPr bwMode="auto">
          <a:xfrm>
            <a:off x="3496983" y="1555292"/>
            <a:ext cx="1781257" cy="323165"/>
          </a:xfrm>
          <a:prstGeom prst="rect">
            <a:avLst/>
          </a:prstGeom>
          <a:noFill/>
          <a:ln w="9525">
            <a:noFill/>
            <a:miter lim="800000"/>
            <a:headEnd/>
            <a:tailEnd/>
          </a:ln>
        </p:spPr>
        <p:txBody>
          <a:bodyPr wrap="none">
            <a:spAutoFit/>
          </a:bodyPr>
          <a:lstStyle/>
          <a:p>
            <a:r>
              <a:rPr lang="fr-CA" sz="1500" b="1" dirty="0">
                <a:solidFill>
                  <a:srgbClr val="6600CC"/>
                </a:solidFill>
              </a:rPr>
              <a:t>Niveau cible + SS</a:t>
            </a:r>
          </a:p>
        </p:txBody>
      </p:sp>
      <p:sp>
        <p:nvSpPr>
          <p:cNvPr id="295974" name="Line 38"/>
          <p:cNvSpPr>
            <a:spLocks noChangeShapeType="1"/>
          </p:cNvSpPr>
          <p:nvPr/>
        </p:nvSpPr>
        <p:spPr bwMode="auto">
          <a:xfrm>
            <a:off x="3425545" y="2444688"/>
            <a:ext cx="0" cy="1727597"/>
          </a:xfrm>
          <a:prstGeom prst="line">
            <a:avLst/>
          </a:prstGeom>
          <a:noFill/>
          <a:ln w="38100">
            <a:solidFill>
              <a:srgbClr val="FF0000"/>
            </a:solidFill>
            <a:round/>
            <a:headEnd type="triangle" w="med" len="med"/>
            <a:tailEnd type="triangle" w="med" len="med"/>
          </a:ln>
        </p:spPr>
        <p:txBody>
          <a:bodyPr wrap="none"/>
          <a:lstStyle/>
          <a:p>
            <a:endParaRPr lang="fr-CA" sz="1350"/>
          </a:p>
        </p:txBody>
      </p:sp>
      <p:sp>
        <p:nvSpPr>
          <p:cNvPr id="48159" name="Text Box 40"/>
          <p:cNvSpPr txBox="1">
            <a:spLocks noChangeArrowheads="1"/>
          </p:cNvSpPr>
          <p:nvPr/>
        </p:nvSpPr>
        <p:spPr bwMode="auto">
          <a:xfrm>
            <a:off x="3983949" y="4840225"/>
            <a:ext cx="460772" cy="300082"/>
          </a:xfrm>
          <a:prstGeom prst="rect">
            <a:avLst/>
          </a:prstGeom>
          <a:noFill/>
          <a:ln w="12700">
            <a:noFill/>
            <a:miter lim="800000"/>
            <a:headEnd type="none" w="sm" len="sm"/>
            <a:tailEnd type="none" w="sm" len="sm"/>
          </a:ln>
        </p:spPr>
        <p:txBody>
          <a:bodyPr>
            <a:spAutoFit/>
          </a:bodyPr>
          <a:lstStyle/>
          <a:p>
            <a:pPr>
              <a:spcBef>
                <a:spcPct val="50000"/>
              </a:spcBef>
            </a:pPr>
            <a:endParaRPr lang="fr-FR" sz="1350"/>
          </a:p>
        </p:txBody>
      </p:sp>
      <p:sp>
        <p:nvSpPr>
          <p:cNvPr id="48160" name="Text Box 41"/>
          <p:cNvSpPr txBox="1">
            <a:spLocks noChangeArrowheads="1"/>
          </p:cNvSpPr>
          <p:nvPr/>
        </p:nvSpPr>
        <p:spPr bwMode="auto">
          <a:xfrm>
            <a:off x="3983949" y="4817603"/>
            <a:ext cx="460772" cy="300082"/>
          </a:xfrm>
          <a:prstGeom prst="rect">
            <a:avLst/>
          </a:prstGeom>
          <a:noFill/>
          <a:ln w="12700">
            <a:noFill/>
            <a:miter lim="800000"/>
            <a:headEnd type="none" w="sm" len="sm"/>
            <a:tailEnd type="none" w="sm" len="sm"/>
          </a:ln>
        </p:spPr>
        <p:txBody>
          <a:bodyPr>
            <a:spAutoFit/>
          </a:bodyPr>
          <a:lstStyle/>
          <a:p>
            <a:pPr>
              <a:spcBef>
                <a:spcPct val="50000"/>
              </a:spcBef>
            </a:pPr>
            <a:r>
              <a:rPr lang="fr-CA" sz="1350" b="1">
                <a:solidFill>
                  <a:srgbClr val="DB0707"/>
                </a:solidFill>
              </a:rPr>
              <a:t>=</a:t>
            </a:r>
          </a:p>
        </p:txBody>
      </p:sp>
      <p:sp>
        <p:nvSpPr>
          <p:cNvPr id="48161" name="Text Box 42"/>
          <p:cNvSpPr txBox="1">
            <a:spLocks noChangeArrowheads="1"/>
          </p:cNvSpPr>
          <p:nvPr/>
        </p:nvSpPr>
        <p:spPr bwMode="auto">
          <a:xfrm>
            <a:off x="5219817" y="4828319"/>
            <a:ext cx="472679" cy="300082"/>
          </a:xfrm>
          <a:prstGeom prst="rect">
            <a:avLst/>
          </a:prstGeom>
          <a:noFill/>
          <a:ln w="12700">
            <a:noFill/>
            <a:miter lim="800000"/>
            <a:headEnd type="none" w="sm" len="sm"/>
            <a:tailEnd type="none" w="sm" len="sm"/>
          </a:ln>
        </p:spPr>
        <p:txBody>
          <a:bodyPr>
            <a:spAutoFit/>
          </a:bodyPr>
          <a:lstStyle/>
          <a:p>
            <a:pPr>
              <a:spcBef>
                <a:spcPct val="50000"/>
              </a:spcBef>
            </a:pPr>
            <a:r>
              <a:rPr lang="fr-CA" sz="1350" b="1">
                <a:solidFill>
                  <a:srgbClr val="DB0707"/>
                </a:solidFill>
              </a:rPr>
              <a:t>=</a:t>
            </a:r>
          </a:p>
        </p:txBody>
      </p:sp>
      <p:sp>
        <p:nvSpPr>
          <p:cNvPr id="48162" name="Rectangle 44"/>
          <p:cNvSpPr>
            <a:spLocks noGrp="1" noChangeArrowheads="1"/>
          </p:cNvSpPr>
          <p:nvPr>
            <p:ph type="title"/>
          </p:nvPr>
        </p:nvSpPr>
        <p:spPr/>
        <p:txBody>
          <a:bodyPr/>
          <a:lstStyle/>
          <a:p>
            <a:r>
              <a:rPr lang="fr-CA" dirty="0"/>
              <a:t>Réapprovisionnement périodique :</a:t>
            </a:r>
            <a:br>
              <a:rPr lang="fr-CA" dirty="0"/>
            </a:br>
            <a:r>
              <a:rPr lang="fr-CA" dirty="0"/>
              <a:t>Quantité variable – Période fixe</a:t>
            </a:r>
          </a:p>
        </p:txBody>
      </p:sp>
      <p:pic>
        <p:nvPicPr>
          <p:cNvPr id="40" name="Image 39">
            <a:extLst>
              <a:ext uri="{FF2B5EF4-FFF2-40B4-BE49-F238E27FC236}">
                <a16:creationId xmlns:a16="http://schemas.microsoft.com/office/drawing/2014/main" id="{242F6132-EF26-472E-A0AF-03EBAE752982}"/>
              </a:ext>
            </a:extLst>
          </p:cNvPr>
          <p:cNvPicPr>
            <a:picLocks noChangeAspect="1"/>
          </p:cNvPicPr>
          <p:nvPr/>
        </p:nvPicPr>
        <p:blipFill>
          <a:blip r:embed="rId3"/>
          <a:stretch>
            <a:fillRect/>
          </a:stretch>
        </p:blipFill>
        <p:spPr>
          <a:xfrm>
            <a:off x="7900568" y="1730404"/>
            <a:ext cx="1272632" cy="334318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95974"/>
                                        </p:tgtEl>
                                        <p:attrNameLst>
                                          <p:attrName>style.visibility</p:attrName>
                                        </p:attrNameLst>
                                      </p:cBhvr>
                                      <p:to>
                                        <p:strVal val="visible"/>
                                      </p:to>
                                    </p:set>
                                    <p:animEffect transition="in" filter="checkerboard(across)">
                                      <p:cBhvr>
                                        <p:cTn id="7" dur="500"/>
                                        <p:tgtEl>
                                          <p:spTgt spid="295974"/>
                                        </p:tgtEl>
                                      </p:cBhvr>
                                    </p:animEffect>
                                  </p:childTnLst>
                                </p:cTn>
                              </p:par>
                            </p:childTnLst>
                          </p:cTn>
                        </p:par>
                      </p:childTnLst>
                    </p:cTn>
                  </p:par>
                  <p:par>
                    <p:cTn id="8" fill="hold">
                      <p:stCondLst>
                        <p:cond delay="indefinite"/>
                      </p:stCondLst>
                      <p:childTnLst>
                        <p:par>
                          <p:cTn id="9" fill="hold">
                            <p:stCondLst>
                              <p:cond delay="0"/>
                            </p:stCondLst>
                            <p:childTnLst>
                              <p:par>
                                <p:cTn id="10" presetID="0" presetClass="path" presetSubtype="0" accel="50000" decel="50000" fill="hold" grpId="1" nodeType="clickEffect">
                                  <p:stCondLst>
                                    <p:cond delay="0"/>
                                  </p:stCondLst>
                                  <p:childTnLst>
                                    <p:animMotion origin="layout" path="M 0.00344 0.00528 L -0.0361 -0.10167 " pathEditMode="relative" rAng="0" ptsTypes="AA">
                                      <p:cBhvr>
                                        <p:cTn id="11" dur="2000" fill="hold"/>
                                        <p:tgtEl>
                                          <p:spTgt spid="295974"/>
                                        </p:tgtEl>
                                        <p:attrNameLst>
                                          <p:attrName>ppt_x</p:attrName>
                                          <p:attrName>ppt_y</p:attrName>
                                        </p:attrNameLst>
                                      </p:cBhvr>
                                      <p:rCtr x="-1984" y="-536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5974" grpId="0" animBg="1"/>
      <p:bldP spid="295974" grpId="1"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48836" name="Object 4"/>
              <p:cNvSpPr txBox="1">
                <a:spLocks noGrp="1"/>
              </p:cNvSpPr>
              <p:nvPr>
                <p:ph sz="quarter" idx="2"/>
              </p:nvPr>
            </p:nvSpPr>
            <p:spPr bwMode="auto">
              <a:xfrm>
                <a:off x="2247993" y="1992906"/>
                <a:ext cx="5577450" cy="445294"/>
              </a:xfrm>
              <a:prstGeom prst="rect">
                <a:avLst/>
              </a:prstGeom>
              <a:noFill/>
              <a:ln>
                <a:noFill/>
              </a:ln>
              <a:effectLst/>
            </p:spPr>
            <p:txBody>
              <a:bodyPr>
                <a:noAutofit/>
              </a:bodyPr>
              <a:lstStyle/>
              <a:p>
                <a:pPr>
                  <a:buNone/>
                </a:pPr>
                <a14:m>
                  <m:oMathPara xmlns:m="http://schemas.openxmlformats.org/officeDocument/2006/math">
                    <m:oMathParaPr>
                      <m:jc m:val="left"/>
                    </m:oMathParaPr>
                    <m:oMath xmlns:m="http://schemas.openxmlformats.org/officeDocument/2006/math">
                      <m:r>
                        <a:rPr lang="fr-CA" sz="2400" i="1">
                          <a:solidFill>
                            <a:srgbClr val="000000"/>
                          </a:solidFill>
                          <a:latin typeface="Cambria Math" panose="02040503050406030204" pitchFamily="18" charset="0"/>
                        </a:rPr>
                        <m:t>𝑄𝐶</m:t>
                      </m:r>
                      <m:r>
                        <a:rPr lang="fr-CA" sz="2400" i="1">
                          <a:solidFill>
                            <a:srgbClr val="000000"/>
                          </a:solidFill>
                          <a:latin typeface="Cambria Math" panose="02040503050406030204" pitchFamily="18" charset="0"/>
                        </a:rPr>
                        <m:t> = µ(</m:t>
                      </m:r>
                      <m:r>
                        <a:rPr lang="fr-CA" sz="2400" i="1">
                          <a:solidFill>
                            <a:srgbClr val="000000"/>
                          </a:solidFill>
                          <a:latin typeface="Cambria Math" panose="02040503050406030204" pitchFamily="18" charset="0"/>
                        </a:rPr>
                        <m:t>𝑖</m:t>
                      </m:r>
                      <m:r>
                        <a:rPr lang="fr-CA" sz="2400" i="1">
                          <a:solidFill>
                            <a:srgbClr val="000000"/>
                          </a:solidFill>
                          <a:latin typeface="Cambria Math" panose="02040503050406030204" pitchFamily="18" charset="0"/>
                        </a:rPr>
                        <m:t>+</m:t>
                      </m:r>
                      <m:r>
                        <a:rPr lang="fr-CA" sz="2400" i="1">
                          <a:solidFill>
                            <a:srgbClr val="000000"/>
                          </a:solidFill>
                          <a:latin typeface="Cambria Math" panose="02040503050406030204" pitchFamily="18" charset="0"/>
                        </a:rPr>
                        <m:t>𝑑</m:t>
                      </m:r>
                      <m:r>
                        <a:rPr lang="fr-CA" sz="2400" i="1">
                          <a:solidFill>
                            <a:srgbClr val="000000"/>
                          </a:solidFill>
                          <a:latin typeface="Cambria Math" panose="02040503050406030204" pitchFamily="18" charset="0"/>
                        </a:rPr>
                        <m:t>)+</m:t>
                      </m:r>
                      <m:r>
                        <a:rPr lang="fr-CA" sz="2400" i="1">
                          <a:solidFill>
                            <a:srgbClr val="000000"/>
                          </a:solidFill>
                          <a:latin typeface="Cambria Math" panose="02040503050406030204" pitchFamily="18" charset="0"/>
                        </a:rPr>
                        <m:t>𝑍</m:t>
                      </m:r>
                      <m:r>
                        <a:rPr lang="fr-CA" sz="2400" i="1">
                          <a:solidFill>
                            <a:srgbClr val="000000"/>
                          </a:solidFill>
                          <a:latin typeface="Cambria Math" panose="02040503050406030204" pitchFamily="18" charset="0"/>
                        </a:rPr>
                        <m:t>×</m:t>
                      </m:r>
                      <m:sSub>
                        <m:sSubPr>
                          <m:ctrlPr>
                            <a:rPr lang="fr-CA" sz="2400" i="1">
                              <a:solidFill>
                                <a:srgbClr val="000000"/>
                              </a:solidFill>
                              <a:latin typeface="Cambria Math" panose="02040503050406030204" pitchFamily="18" charset="0"/>
                            </a:rPr>
                          </m:ctrlPr>
                        </m:sSubPr>
                        <m:e>
                          <m:r>
                            <a:rPr lang="fr-CA" sz="2400" i="1">
                              <a:solidFill>
                                <a:srgbClr val="000000"/>
                              </a:solidFill>
                              <a:latin typeface="Cambria Math" panose="02040503050406030204" pitchFamily="18" charset="0"/>
                            </a:rPr>
                            <m:t>𝜎</m:t>
                          </m:r>
                        </m:e>
                        <m:sub>
                          <m:r>
                            <a:rPr lang="fr-CA" sz="2400" i="1">
                              <a:solidFill>
                                <a:srgbClr val="000000"/>
                              </a:solidFill>
                              <a:latin typeface="Cambria Math" panose="02040503050406030204" pitchFamily="18" charset="0"/>
                            </a:rPr>
                            <m:t>µ</m:t>
                          </m:r>
                        </m:sub>
                      </m:sSub>
                      <m:r>
                        <a:rPr lang="fr-CA" sz="2400" i="1">
                          <a:solidFill>
                            <a:srgbClr val="000000"/>
                          </a:solidFill>
                          <a:latin typeface="Cambria Math" panose="02040503050406030204" pitchFamily="18" charset="0"/>
                        </a:rPr>
                        <m:t>×</m:t>
                      </m:r>
                      <m:rad>
                        <m:radPr>
                          <m:degHide m:val="on"/>
                          <m:ctrlPr>
                            <a:rPr lang="fr-CA" sz="2400" i="1">
                              <a:solidFill>
                                <a:srgbClr val="000000"/>
                              </a:solidFill>
                              <a:latin typeface="Cambria Math" panose="02040503050406030204" pitchFamily="18" charset="0"/>
                            </a:rPr>
                          </m:ctrlPr>
                        </m:radPr>
                        <m:deg/>
                        <m:e>
                          <m:r>
                            <a:rPr lang="fr-CA" sz="2400" i="1">
                              <a:solidFill>
                                <a:srgbClr val="000000"/>
                              </a:solidFill>
                              <a:latin typeface="Cambria Math" panose="02040503050406030204" pitchFamily="18" charset="0"/>
                            </a:rPr>
                            <m:t>(</m:t>
                          </m:r>
                          <m:r>
                            <a:rPr lang="fr-CA" sz="2400" i="1">
                              <a:solidFill>
                                <a:srgbClr val="000000"/>
                              </a:solidFill>
                              <a:latin typeface="Cambria Math" panose="02040503050406030204" pitchFamily="18" charset="0"/>
                            </a:rPr>
                            <m:t>𝑖</m:t>
                          </m:r>
                          <m:r>
                            <a:rPr lang="fr-CA" sz="2400" i="1">
                              <a:solidFill>
                                <a:srgbClr val="000000"/>
                              </a:solidFill>
                              <a:latin typeface="Cambria Math" panose="02040503050406030204" pitchFamily="18" charset="0"/>
                            </a:rPr>
                            <m:t>+</m:t>
                          </m:r>
                          <m:r>
                            <a:rPr lang="fr-CA" sz="2400" i="1">
                              <a:solidFill>
                                <a:srgbClr val="000000"/>
                              </a:solidFill>
                              <a:latin typeface="Cambria Math" panose="02040503050406030204" pitchFamily="18" charset="0"/>
                            </a:rPr>
                            <m:t>𝑑</m:t>
                          </m:r>
                          <m:r>
                            <a:rPr lang="fr-CA" sz="2400" i="1">
                              <a:solidFill>
                                <a:srgbClr val="000000"/>
                              </a:solidFill>
                              <a:latin typeface="Cambria Math" panose="02040503050406030204" pitchFamily="18" charset="0"/>
                            </a:rPr>
                            <m:t>)</m:t>
                          </m:r>
                        </m:e>
                      </m:rad>
                      <m:r>
                        <a:rPr lang="fr-CA" sz="2400" i="1">
                          <a:solidFill>
                            <a:srgbClr val="000000"/>
                          </a:solidFill>
                          <a:latin typeface="Cambria Math" panose="02040503050406030204" pitchFamily="18" charset="0"/>
                        </a:rPr>
                        <m:t>−</m:t>
                      </m:r>
                      <m:r>
                        <a:rPr lang="fr-CA" sz="2400" i="1">
                          <a:solidFill>
                            <a:srgbClr val="000000"/>
                          </a:solidFill>
                          <a:latin typeface="Cambria Math" panose="02040503050406030204" pitchFamily="18" charset="0"/>
                        </a:rPr>
                        <m:t>𝑆𝑎</m:t>
                      </m:r>
                    </m:oMath>
                  </m:oMathPara>
                </a14:m>
                <a:endParaRPr lang="fr-CA" sz="2400" dirty="0"/>
              </a:p>
            </p:txBody>
          </p:sp>
        </mc:Choice>
        <mc:Fallback xmlns="">
          <p:sp>
            <p:nvSpPr>
              <p:cNvPr id="248836" name="Object 4"/>
              <p:cNvSpPr txBox="1">
                <a:spLocks noGrp="1" noRot="1" noChangeAspect="1" noMove="1" noResize="1" noEditPoints="1" noAdjustHandles="1" noChangeArrowheads="1" noChangeShapeType="1" noTextEdit="1"/>
              </p:cNvSpPr>
              <p:nvPr>
                <p:ph sz="quarter" idx="2"/>
              </p:nvPr>
            </p:nvSpPr>
            <p:spPr bwMode="auto">
              <a:xfrm>
                <a:off x="2247993" y="1992906"/>
                <a:ext cx="5577450" cy="445294"/>
              </a:xfrm>
              <a:prstGeom prst="rect">
                <a:avLst/>
              </a:prstGeom>
              <a:blipFill>
                <a:blip r:embed="rId3"/>
                <a:stretch>
                  <a:fillRect b="-13699"/>
                </a:stretch>
              </a:blipFill>
              <a:ln>
                <a:noFill/>
              </a:ln>
              <a:effectLst/>
            </p:spPr>
            <p:txBody>
              <a:bodyPr/>
              <a:lstStyle/>
              <a:p>
                <a:r>
                  <a:rPr lang="en-CA">
                    <a:noFill/>
                  </a:rPr>
                  <a:t> </a:t>
                </a:r>
              </a:p>
            </p:txBody>
          </p:sp>
        </mc:Fallback>
      </mc:AlternateContent>
      <p:sp>
        <p:nvSpPr>
          <p:cNvPr id="7178" name="Rectangle 21"/>
          <p:cNvSpPr>
            <a:spLocks noChangeArrowheads="1"/>
          </p:cNvSpPr>
          <p:nvPr/>
        </p:nvSpPr>
        <p:spPr bwMode="auto">
          <a:xfrm>
            <a:off x="3172425" y="3729224"/>
            <a:ext cx="2984897" cy="269274"/>
          </a:xfrm>
          <a:prstGeom prst="rect">
            <a:avLst/>
          </a:prstGeom>
          <a:noFill/>
          <a:ln w="9525">
            <a:noFill/>
            <a:miter lim="800000"/>
            <a:headEnd/>
            <a:tailEnd/>
          </a:ln>
        </p:spPr>
        <p:txBody>
          <a:bodyPr lIns="69056" tIns="34529" rIns="69056" bIns="34529">
            <a:spAutoFit/>
          </a:bodyPr>
          <a:lstStyle/>
          <a:p>
            <a:pPr eaLnBrk="0" hangingPunct="0">
              <a:lnSpc>
                <a:spcPct val="70000"/>
              </a:lnSpc>
            </a:pPr>
            <a:r>
              <a:rPr lang="fr-CH">
                <a:latin typeface="Times New Roman" pitchFamily="18" charset="0"/>
              </a:rPr>
              <a:t>Délai de livraison</a:t>
            </a:r>
          </a:p>
        </p:txBody>
      </p:sp>
      <p:sp>
        <p:nvSpPr>
          <p:cNvPr id="7179" name="Rectangle 23"/>
          <p:cNvSpPr>
            <a:spLocks noChangeArrowheads="1"/>
          </p:cNvSpPr>
          <p:nvPr/>
        </p:nvSpPr>
        <p:spPr bwMode="auto">
          <a:xfrm>
            <a:off x="3174806" y="3341082"/>
            <a:ext cx="2050240" cy="346731"/>
          </a:xfrm>
          <a:prstGeom prst="rect">
            <a:avLst/>
          </a:prstGeom>
          <a:noFill/>
          <a:ln w="9525">
            <a:noFill/>
            <a:miter lim="800000"/>
            <a:headEnd/>
            <a:tailEnd/>
          </a:ln>
        </p:spPr>
        <p:txBody>
          <a:bodyPr wrap="none" lIns="69056" tIns="34529" rIns="69056" bIns="34529">
            <a:spAutoFit/>
          </a:bodyPr>
          <a:lstStyle/>
          <a:p>
            <a:pPr eaLnBrk="0" hangingPunct="0"/>
            <a:r>
              <a:rPr lang="fr-CH">
                <a:latin typeface="Times New Roman" pitchFamily="18" charset="0"/>
              </a:rPr>
              <a:t>Durée de l’intervalle</a:t>
            </a:r>
          </a:p>
        </p:txBody>
      </p:sp>
      <mc:AlternateContent xmlns:mc="http://schemas.openxmlformats.org/markup-compatibility/2006" xmlns:a14="http://schemas.microsoft.com/office/drawing/2010/main">
        <mc:Choice Requires="a14">
          <p:sp>
            <p:nvSpPr>
              <p:cNvPr id="7172" name="Object 24"/>
              <p:cNvSpPr txBox="1"/>
              <p:nvPr/>
            </p:nvSpPr>
            <p:spPr bwMode="auto">
              <a:xfrm>
                <a:off x="2685935" y="3369656"/>
                <a:ext cx="471489" cy="267891"/>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fr-CA" i="1">
                          <a:solidFill>
                            <a:srgbClr val="000000"/>
                          </a:solidFill>
                          <a:latin typeface="Cambria Math" panose="02040503050406030204" pitchFamily="18" charset="0"/>
                        </a:rPr>
                        <m:t>𝑖</m:t>
                      </m:r>
                      <m:r>
                        <a:rPr lang="fr-CA" i="1">
                          <a:solidFill>
                            <a:srgbClr val="000000"/>
                          </a:solidFill>
                          <a:latin typeface="Cambria Math" panose="02040503050406030204" pitchFamily="18" charset="0"/>
                        </a:rPr>
                        <m:t> :</m:t>
                      </m:r>
                    </m:oMath>
                  </m:oMathPara>
                </a14:m>
                <a:endParaRPr lang="fr-CA" dirty="0"/>
              </a:p>
            </p:txBody>
          </p:sp>
        </mc:Choice>
        <mc:Fallback xmlns="">
          <p:sp>
            <p:nvSpPr>
              <p:cNvPr id="7172" name="Object 24"/>
              <p:cNvSpPr txBox="1">
                <a:spLocks noRot="1" noChangeAspect="1" noMove="1" noResize="1" noEditPoints="1" noAdjustHandles="1" noChangeArrowheads="1" noChangeShapeType="1" noTextEdit="1"/>
              </p:cNvSpPr>
              <p:nvPr/>
            </p:nvSpPr>
            <p:spPr bwMode="auto">
              <a:xfrm>
                <a:off x="2685935" y="3369656"/>
                <a:ext cx="471489" cy="267891"/>
              </a:xfrm>
              <a:prstGeom prst="rect">
                <a:avLst/>
              </a:prstGeom>
              <a:blipFill>
                <a:blip r:embed="rId4"/>
                <a:stretch>
                  <a:fillRect b="-29545"/>
                </a:stretch>
              </a:blipFill>
              <a:ln>
                <a:noFill/>
              </a:ln>
              <a:effectLst/>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7173" name="Object 25"/>
              <p:cNvSpPr txBox="1"/>
              <p:nvPr/>
            </p:nvSpPr>
            <p:spPr bwMode="auto">
              <a:xfrm>
                <a:off x="2659266" y="3055332"/>
                <a:ext cx="417910" cy="211931"/>
              </a:xfrm>
              <a:prstGeom prst="rect">
                <a:avLst/>
              </a:prstGeom>
              <a:noFill/>
              <a:ln>
                <a:noFill/>
              </a:ln>
              <a:effectLst/>
            </p:spPr>
            <p:txBody>
              <a:bodyPr>
                <a:noAutofit/>
              </a:bodyPr>
              <a:lstStyle/>
              <a:p>
                <a:r>
                  <a:rPr lang="fr-CA" sz="1500" dirty="0">
                    <a:solidFill>
                      <a:srgbClr val="000000"/>
                    </a:solidFill>
                  </a:rPr>
                  <a:t>µ </a:t>
                </a:r>
                <a14:m>
                  <m:oMath xmlns:m="http://schemas.openxmlformats.org/officeDocument/2006/math">
                    <m:r>
                      <a:rPr lang="fr-CA" sz="1500" i="1">
                        <a:solidFill>
                          <a:srgbClr val="000000"/>
                        </a:solidFill>
                        <a:latin typeface="Cambria Math" panose="02040503050406030204" pitchFamily="18" charset="0"/>
                      </a:rPr>
                      <m:t>:</m:t>
                    </m:r>
                  </m:oMath>
                </a14:m>
                <a:endParaRPr lang="fr-CA" sz="1500" dirty="0"/>
              </a:p>
            </p:txBody>
          </p:sp>
        </mc:Choice>
        <mc:Fallback xmlns="">
          <p:sp>
            <p:nvSpPr>
              <p:cNvPr id="7173" name="Object 25"/>
              <p:cNvSpPr txBox="1">
                <a:spLocks noRot="1" noChangeAspect="1" noMove="1" noResize="1" noEditPoints="1" noAdjustHandles="1" noChangeArrowheads="1" noChangeShapeType="1" noTextEdit="1"/>
              </p:cNvSpPr>
              <p:nvPr/>
            </p:nvSpPr>
            <p:spPr bwMode="auto">
              <a:xfrm>
                <a:off x="2659266" y="3055332"/>
                <a:ext cx="417910" cy="211931"/>
              </a:xfrm>
              <a:prstGeom prst="rect">
                <a:avLst/>
              </a:prstGeom>
              <a:blipFill>
                <a:blip r:embed="rId5"/>
                <a:stretch>
                  <a:fillRect l="-5797" t="-5714" b="-82857"/>
                </a:stretch>
              </a:blipFill>
              <a:ln>
                <a:noFill/>
              </a:ln>
              <a:effectLst/>
            </p:spPr>
            <p:txBody>
              <a:bodyPr/>
              <a:lstStyle/>
              <a:p>
                <a:r>
                  <a:rPr lang="en-CA">
                    <a:noFill/>
                  </a:rPr>
                  <a:t> </a:t>
                </a:r>
              </a:p>
            </p:txBody>
          </p:sp>
        </mc:Fallback>
      </mc:AlternateContent>
      <p:sp>
        <p:nvSpPr>
          <p:cNvPr id="7180" name="Rectangle 26"/>
          <p:cNvSpPr>
            <a:spLocks noChangeArrowheads="1"/>
          </p:cNvSpPr>
          <p:nvPr/>
        </p:nvSpPr>
        <p:spPr bwMode="auto">
          <a:xfrm>
            <a:off x="3180758" y="3020804"/>
            <a:ext cx="2976712" cy="346731"/>
          </a:xfrm>
          <a:prstGeom prst="rect">
            <a:avLst/>
          </a:prstGeom>
          <a:noFill/>
          <a:ln w="9525">
            <a:noFill/>
            <a:miter lim="800000"/>
            <a:headEnd/>
            <a:tailEnd/>
          </a:ln>
        </p:spPr>
        <p:txBody>
          <a:bodyPr wrap="none" lIns="69056" tIns="34529" rIns="69056" bIns="34529">
            <a:spAutoFit/>
          </a:bodyPr>
          <a:lstStyle/>
          <a:p>
            <a:pPr eaLnBrk="0" hangingPunct="0"/>
            <a:r>
              <a:rPr lang="fr-CH">
                <a:latin typeface="Times New Roman" pitchFamily="18" charset="0"/>
              </a:rPr>
              <a:t>Taux de consommation moyen</a:t>
            </a:r>
          </a:p>
        </p:txBody>
      </p:sp>
      <mc:AlternateContent xmlns:mc="http://schemas.openxmlformats.org/markup-compatibility/2006" xmlns:a14="http://schemas.microsoft.com/office/drawing/2010/main">
        <mc:Choice Requires="a14">
          <p:sp>
            <p:nvSpPr>
              <p:cNvPr id="7174" name="Object 29"/>
              <p:cNvSpPr txBox="1">
                <a:spLocks noGrp="1"/>
              </p:cNvSpPr>
              <p:nvPr>
                <p:ph sz="quarter" idx="3"/>
              </p:nvPr>
            </p:nvSpPr>
            <p:spPr bwMode="auto">
              <a:xfrm>
                <a:off x="2622357" y="4002592"/>
                <a:ext cx="454819" cy="295275"/>
              </a:xfrm>
              <a:prstGeom prst="rect">
                <a:avLst/>
              </a:prstGeom>
              <a:noFill/>
              <a:ln>
                <a:noFill/>
              </a:ln>
              <a:effectLst/>
            </p:spPr>
            <p:txBody>
              <a:bodyPr>
                <a:noAutofit/>
              </a:bodyPr>
              <a:lstStyle/>
              <a:p>
                <a:pPr>
                  <a:buNone/>
                </a:pPr>
                <a14:m>
                  <m:oMathPara xmlns:m="http://schemas.openxmlformats.org/officeDocument/2006/math">
                    <m:oMathParaPr>
                      <m:jc m:val="left"/>
                    </m:oMathParaPr>
                    <m:oMath xmlns:m="http://schemas.openxmlformats.org/officeDocument/2006/math">
                      <m:r>
                        <a:rPr lang="fr-CA" i="1" smtClean="0">
                          <a:solidFill>
                            <a:srgbClr val="000000"/>
                          </a:solidFill>
                          <a:latin typeface="Cambria Math" panose="02040503050406030204" pitchFamily="18" charset="0"/>
                        </a:rPr>
                        <m:t>𝑍</m:t>
                      </m:r>
                      <m:r>
                        <a:rPr lang="fr-CA" b="0" i="1" smtClean="0">
                          <a:solidFill>
                            <a:srgbClr val="000000"/>
                          </a:solidFill>
                          <a:latin typeface="Cambria Math" panose="02040503050406030204" pitchFamily="18" charset="0"/>
                        </a:rPr>
                        <m:t> </m:t>
                      </m:r>
                      <m:r>
                        <a:rPr lang="fr-CA" i="1">
                          <a:solidFill>
                            <a:srgbClr val="000000"/>
                          </a:solidFill>
                          <a:latin typeface="Cambria Math" panose="02040503050406030204" pitchFamily="18" charset="0"/>
                        </a:rPr>
                        <m:t>:</m:t>
                      </m:r>
                    </m:oMath>
                  </m:oMathPara>
                </a14:m>
                <a:endParaRPr lang="fr-CA" dirty="0"/>
              </a:p>
            </p:txBody>
          </p:sp>
        </mc:Choice>
        <mc:Fallback xmlns="">
          <p:sp>
            <p:nvSpPr>
              <p:cNvPr id="7174" name="Object 29"/>
              <p:cNvSpPr txBox="1">
                <a:spLocks noGrp="1" noRot="1" noChangeAspect="1" noMove="1" noResize="1" noEditPoints="1" noAdjustHandles="1" noChangeArrowheads="1" noChangeShapeType="1" noTextEdit="1"/>
              </p:cNvSpPr>
              <p:nvPr>
                <p:ph sz="quarter" idx="3"/>
              </p:nvPr>
            </p:nvSpPr>
            <p:spPr bwMode="auto">
              <a:xfrm>
                <a:off x="2622357" y="4002592"/>
                <a:ext cx="454819" cy="295275"/>
              </a:xfrm>
              <a:prstGeom prst="rect">
                <a:avLst/>
              </a:prstGeom>
              <a:blipFill>
                <a:blip r:embed="rId6"/>
                <a:stretch>
                  <a:fillRect b="-12500"/>
                </a:stretch>
              </a:blipFill>
              <a:ln>
                <a:noFill/>
              </a:ln>
              <a:effectLst/>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7176" name="Object 32"/>
              <p:cNvSpPr txBox="1"/>
              <p:nvPr/>
            </p:nvSpPr>
            <p:spPr bwMode="auto">
              <a:xfrm>
                <a:off x="2526393" y="4614098"/>
                <a:ext cx="631031" cy="27503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fr-CA" i="1">
                          <a:solidFill>
                            <a:srgbClr val="000000"/>
                          </a:solidFill>
                          <a:latin typeface="Cambria Math" panose="02040503050406030204" pitchFamily="18" charset="0"/>
                        </a:rPr>
                        <m:t>𝑆𝑎</m:t>
                      </m:r>
                      <m:r>
                        <a:rPr lang="fr-CA" i="1">
                          <a:solidFill>
                            <a:srgbClr val="000000"/>
                          </a:solidFill>
                          <a:latin typeface="Cambria Math" panose="02040503050406030204" pitchFamily="18" charset="0"/>
                        </a:rPr>
                        <m:t> :</m:t>
                      </m:r>
                    </m:oMath>
                  </m:oMathPara>
                </a14:m>
                <a:endParaRPr lang="fr-CA" dirty="0"/>
              </a:p>
            </p:txBody>
          </p:sp>
        </mc:Choice>
        <mc:Fallback xmlns="">
          <p:sp>
            <p:nvSpPr>
              <p:cNvPr id="7176" name="Object 32"/>
              <p:cNvSpPr txBox="1">
                <a:spLocks noRot="1" noChangeAspect="1" noMove="1" noResize="1" noEditPoints="1" noAdjustHandles="1" noChangeArrowheads="1" noChangeShapeType="1" noTextEdit="1"/>
              </p:cNvSpPr>
              <p:nvPr/>
            </p:nvSpPr>
            <p:spPr bwMode="auto">
              <a:xfrm>
                <a:off x="2526393" y="4614098"/>
                <a:ext cx="631031" cy="275035"/>
              </a:xfrm>
              <a:prstGeom prst="rect">
                <a:avLst/>
              </a:prstGeom>
              <a:blipFill>
                <a:blip r:embed="rId7"/>
                <a:stretch>
                  <a:fillRect b="-26667"/>
                </a:stretch>
              </a:blipFill>
              <a:ln>
                <a:noFill/>
              </a:ln>
              <a:effectLst/>
            </p:spPr>
            <p:txBody>
              <a:bodyPr/>
              <a:lstStyle/>
              <a:p>
                <a:r>
                  <a:rPr lang="en-CA">
                    <a:noFill/>
                  </a:rPr>
                  <a:t> </a:t>
                </a:r>
              </a:p>
            </p:txBody>
          </p:sp>
        </mc:Fallback>
      </mc:AlternateContent>
      <p:sp>
        <p:nvSpPr>
          <p:cNvPr id="7181" name="Rectangle 34"/>
          <p:cNvSpPr>
            <a:spLocks noChangeArrowheads="1"/>
          </p:cNvSpPr>
          <p:nvPr/>
        </p:nvSpPr>
        <p:spPr bwMode="auto">
          <a:xfrm>
            <a:off x="3183141" y="3999496"/>
            <a:ext cx="4987263" cy="369332"/>
          </a:xfrm>
          <a:prstGeom prst="rect">
            <a:avLst/>
          </a:prstGeom>
          <a:noFill/>
          <a:ln w="12700">
            <a:noFill/>
            <a:miter lim="800000"/>
            <a:headEnd type="none" w="sm" len="sm"/>
            <a:tailEnd type="none" w="sm" len="sm"/>
          </a:ln>
        </p:spPr>
        <p:txBody>
          <a:bodyPr wrap="none">
            <a:spAutoFit/>
          </a:bodyPr>
          <a:lstStyle/>
          <a:p>
            <a:r>
              <a:rPr lang="fr-CA">
                <a:latin typeface="Times" pitchFamily="18" charset="0"/>
              </a:rPr>
              <a:t>Facteur Z correspondant au niveau de service désiré</a:t>
            </a:r>
          </a:p>
        </p:txBody>
      </p:sp>
      <p:sp>
        <p:nvSpPr>
          <p:cNvPr id="7182" name="Rectangle 36"/>
          <p:cNvSpPr>
            <a:spLocks noChangeArrowheads="1"/>
          </p:cNvSpPr>
          <p:nvPr/>
        </p:nvSpPr>
        <p:spPr bwMode="auto">
          <a:xfrm>
            <a:off x="3191475" y="4307869"/>
            <a:ext cx="4935646" cy="346731"/>
          </a:xfrm>
          <a:prstGeom prst="rect">
            <a:avLst/>
          </a:prstGeom>
          <a:noFill/>
          <a:ln w="9525">
            <a:noFill/>
            <a:miter lim="800000"/>
            <a:headEnd/>
            <a:tailEnd/>
          </a:ln>
        </p:spPr>
        <p:txBody>
          <a:bodyPr wrap="none" lIns="69056" tIns="34529" rIns="69056" bIns="34529">
            <a:spAutoFit/>
          </a:bodyPr>
          <a:lstStyle/>
          <a:p>
            <a:pPr eaLnBrk="0" hangingPunct="0"/>
            <a:r>
              <a:rPr lang="fr-CA">
                <a:latin typeface="Times New Roman" pitchFamily="18" charset="0"/>
              </a:rPr>
              <a:t>Écart-type de la demande durant une unité de temps</a:t>
            </a:r>
          </a:p>
        </p:txBody>
      </p:sp>
      <p:sp>
        <p:nvSpPr>
          <p:cNvPr id="7183" name="Rectangle 37"/>
          <p:cNvSpPr>
            <a:spLocks noChangeArrowheads="1"/>
          </p:cNvSpPr>
          <p:nvPr/>
        </p:nvSpPr>
        <p:spPr bwMode="auto">
          <a:xfrm>
            <a:off x="3175996" y="4599573"/>
            <a:ext cx="4121320" cy="346731"/>
          </a:xfrm>
          <a:prstGeom prst="rect">
            <a:avLst/>
          </a:prstGeom>
          <a:noFill/>
          <a:ln w="9525">
            <a:noFill/>
            <a:miter lim="800000"/>
            <a:headEnd/>
            <a:tailEnd/>
          </a:ln>
        </p:spPr>
        <p:txBody>
          <a:bodyPr wrap="none" lIns="69056" tIns="34529" rIns="69056" bIns="34529">
            <a:spAutoFit/>
          </a:bodyPr>
          <a:lstStyle/>
          <a:p>
            <a:pPr eaLnBrk="0" hangingPunct="0"/>
            <a:r>
              <a:rPr lang="fr-CA">
                <a:latin typeface="Times New Roman" pitchFamily="18" charset="0"/>
              </a:rPr>
              <a:t>Stock en main au moment de la commande</a:t>
            </a:r>
          </a:p>
        </p:txBody>
      </p:sp>
      <p:sp>
        <p:nvSpPr>
          <p:cNvPr id="7189" name="Accolade ouvrante 20"/>
          <p:cNvSpPr>
            <a:spLocks/>
          </p:cNvSpPr>
          <p:nvPr/>
        </p:nvSpPr>
        <p:spPr bwMode="auto">
          <a:xfrm rot="5400000">
            <a:off x="5737042" y="764695"/>
            <a:ext cx="264319" cy="2375192"/>
          </a:xfrm>
          <a:prstGeom prst="leftBrace">
            <a:avLst>
              <a:gd name="adj1" fmla="val 8342"/>
              <a:gd name="adj2" fmla="val 50000"/>
            </a:avLst>
          </a:prstGeom>
          <a:noFill/>
          <a:ln w="12700" algn="ctr">
            <a:solidFill>
              <a:srgbClr val="FF0000"/>
            </a:solidFill>
            <a:round/>
            <a:headEnd type="none" w="sm" len="sm"/>
            <a:tailEnd type="none" w="sm" len="sm"/>
          </a:ln>
        </p:spPr>
        <p:txBody>
          <a:bodyPr/>
          <a:lstStyle/>
          <a:p>
            <a:endParaRPr lang="fr-FR"/>
          </a:p>
        </p:txBody>
      </p:sp>
      <p:sp>
        <p:nvSpPr>
          <p:cNvPr id="7190" name="ZoneTexte 21"/>
          <p:cNvSpPr txBox="1">
            <a:spLocks noChangeArrowheads="1"/>
          </p:cNvSpPr>
          <p:nvPr/>
        </p:nvSpPr>
        <p:spPr bwMode="auto">
          <a:xfrm>
            <a:off x="5690559" y="1530905"/>
            <a:ext cx="420291" cy="300082"/>
          </a:xfrm>
          <a:prstGeom prst="rect">
            <a:avLst/>
          </a:prstGeom>
          <a:noFill/>
          <a:ln w="9525">
            <a:noFill/>
            <a:miter lim="800000"/>
            <a:headEnd/>
            <a:tailEnd/>
          </a:ln>
        </p:spPr>
        <p:txBody>
          <a:bodyPr>
            <a:spAutoFit/>
          </a:bodyPr>
          <a:lstStyle/>
          <a:p>
            <a:r>
              <a:rPr lang="fr-CA" sz="1350" dirty="0">
                <a:solidFill>
                  <a:srgbClr val="FF0000"/>
                </a:solidFill>
              </a:rPr>
              <a:t>SS</a:t>
            </a:r>
          </a:p>
        </p:txBody>
      </p:sp>
      <mc:AlternateContent xmlns:mc="http://schemas.openxmlformats.org/markup-compatibility/2006" xmlns:a14="http://schemas.microsoft.com/office/drawing/2010/main">
        <mc:Choice Requires="a14">
          <p:sp>
            <p:nvSpPr>
              <p:cNvPr id="34" name="Object 17">
                <a:extLst>
                  <a:ext uri="{FF2B5EF4-FFF2-40B4-BE49-F238E27FC236}">
                    <a16:creationId xmlns:a16="http://schemas.microsoft.com/office/drawing/2014/main" id="{0772F4C8-8B76-467E-B831-40B303955ED7}"/>
                  </a:ext>
                </a:extLst>
              </p:cNvPr>
              <p:cNvSpPr txBox="1">
                <a:spLocks/>
              </p:cNvSpPr>
              <p:nvPr/>
            </p:nvSpPr>
            <p:spPr bwMode="auto">
              <a:xfrm>
                <a:off x="2588066" y="4287626"/>
                <a:ext cx="457200" cy="338138"/>
              </a:xfrm>
              <a:prstGeom prst="rect">
                <a:avLst/>
              </a:prstGeom>
              <a:noFill/>
              <a:ln w="9525">
                <a:noFill/>
                <a:miter lim="800000"/>
                <a:headEnd/>
                <a:tailEnd/>
              </a:ln>
              <a:effectLst/>
            </p:spPr>
            <p:txBody>
              <a:bodyPr vert="horz" wrap="square" lIns="68580" tIns="34290" rIns="68580" bIns="34290" numCol="1" anchor="t" anchorCtr="0" compatLnSpc="1">
                <a:prstTxWarp prst="textNoShape">
                  <a:avLst/>
                </a:prstTxWarp>
                <a:noAutofit/>
              </a:bodyPr>
              <a:lstStyle>
                <a:lvl1pPr marL="342900" indent="-342900" algn="l" rtl="0" eaLnBrk="0" fontAlgn="base" hangingPunct="0">
                  <a:spcBef>
                    <a:spcPct val="20000"/>
                  </a:spcBef>
                  <a:spcAft>
                    <a:spcPct val="0"/>
                  </a:spcAft>
                  <a:buChar char="•"/>
                  <a:defRPr sz="2400">
                    <a:solidFill>
                      <a:srgbClr val="185FAB"/>
                    </a:solidFill>
                    <a:latin typeface="+mn-lt"/>
                    <a:ea typeface="+mn-ea"/>
                    <a:cs typeface="+mn-cs"/>
                  </a:defRPr>
                </a:lvl1pPr>
                <a:lvl2pPr marL="742950" indent="-285750" algn="l" rtl="0" eaLnBrk="0" fontAlgn="base" hangingPunct="0">
                  <a:spcBef>
                    <a:spcPct val="20000"/>
                  </a:spcBef>
                  <a:spcAft>
                    <a:spcPct val="0"/>
                  </a:spcAft>
                  <a:buChar char="–"/>
                  <a:defRPr sz="2400">
                    <a:solidFill>
                      <a:srgbClr val="007A77"/>
                    </a:solidFill>
                    <a:latin typeface="+mn-lt"/>
                  </a:defRPr>
                </a:lvl2pPr>
                <a:lvl3pPr marL="1143000" indent="-228600" algn="l" rtl="0" eaLnBrk="0" fontAlgn="base" hangingPunct="0">
                  <a:spcBef>
                    <a:spcPct val="20000"/>
                  </a:spcBef>
                  <a:spcAft>
                    <a:spcPct val="0"/>
                  </a:spcAft>
                  <a:buChar char="•"/>
                  <a:defRPr sz="2400">
                    <a:solidFill>
                      <a:srgbClr val="185FAB"/>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a:buFontTx/>
                  <a:buNone/>
                </a:pPr>
                <a14:m>
                  <m:oMathPara xmlns:m="http://schemas.openxmlformats.org/officeDocument/2006/math">
                    <m:oMathParaPr>
                      <m:jc m:val="left"/>
                    </m:oMathParaPr>
                    <m:oMath xmlns:m="http://schemas.openxmlformats.org/officeDocument/2006/math">
                      <m:sSub>
                        <m:sSubPr>
                          <m:ctrlPr>
                            <a:rPr lang="fr-CA" sz="2100" i="1" kern="0">
                              <a:solidFill>
                                <a:srgbClr val="000000"/>
                              </a:solidFill>
                              <a:latin typeface="Cambria Math" panose="02040503050406030204" pitchFamily="18" charset="0"/>
                            </a:rPr>
                          </m:ctrlPr>
                        </m:sSubPr>
                        <m:e>
                          <m:r>
                            <a:rPr lang="fr-CA" sz="2100" i="1" kern="0">
                              <a:solidFill>
                                <a:srgbClr val="000000"/>
                              </a:solidFill>
                              <a:latin typeface="Cambria Math" panose="02040503050406030204" pitchFamily="18" charset="0"/>
                            </a:rPr>
                            <m:t>𝜎</m:t>
                          </m:r>
                        </m:e>
                        <m:sub>
                          <m:r>
                            <a:rPr lang="fr-CA" sz="2100" i="1" kern="0">
                              <a:solidFill>
                                <a:srgbClr val="000000"/>
                              </a:solidFill>
                              <a:latin typeface="Cambria Math" panose="02040503050406030204" pitchFamily="18" charset="0"/>
                            </a:rPr>
                            <m:t>µ</m:t>
                          </m:r>
                        </m:sub>
                      </m:sSub>
                      <m:r>
                        <a:rPr lang="fr-CA" sz="2100" i="1" kern="0">
                          <a:solidFill>
                            <a:srgbClr val="000000"/>
                          </a:solidFill>
                          <a:latin typeface="Cambria Math" panose="02040503050406030204" pitchFamily="18" charset="0"/>
                        </a:rPr>
                        <m:t>:</m:t>
                      </m:r>
                    </m:oMath>
                  </m:oMathPara>
                </a14:m>
                <a:endParaRPr lang="fr-CA" kern="0" dirty="0"/>
              </a:p>
            </p:txBody>
          </p:sp>
        </mc:Choice>
        <mc:Fallback xmlns="">
          <p:sp>
            <p:nvSpPr>
              <p:cNvPr id="34" name="Object 17">
                <a:extLst>
                  <a:ext uri="{FF2B5EF4-FFF2-40B4-BE49-F238E27FC236}">
                    <a16:creationId xmlns:a16="http://schemas.microsoft.com/office/drawing/2014/main" id="{0772F4C8-8B76-467E-B831-40B303955ED7}"/>
                  </a:ext>
                </a:extLst>
              </p:cNvPr>
              <p:cNvSpPr txBox="1">
                <a:spLocks noRot="1" noChangeAspect="1" noMove="1" noResize="1" noEditPoints="1" noAdjustHandles="1" noChangeArrowheads="1" noChangeShapeType="1" noTextEdit="1"/>
              </p:cNvSpPr>
              <p:nvPr/>
            </p:nvSpPr>
            <p:spPr bwMode="auto">
              <a:xfrm>
                <a:off x="2588066" y="4287626"/>
                <a:ext cx="457200" cy="338138"/>
              </a:xfrm>
              <a:prstGeom prst="rect">
                <a:avLst/>
              </a:prstGeom>
              <a:blipFill>
                <a:blip r:embed="rId8"/>
                <a:stretch>
                  <a:fillRect b="-33929"/>
                </a:stretch>
              </a:blipFill>
              <a:ln w="9525">
                <a:noFill/>
                <a:miter lim="800000"/>
                <a:headEnd/>
                <a:tailEnd/>
              </a:ln>
              <a:effectLst/>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35" name="Object 15">
                <a:extLst>
                  <a:ext uri="{FF2B5EF4-FFF2-40B4-BE49-F238E27FC236}">
                    <a16:creationId xmlns:a16="http://schemas.microsoft.com/office/drawing/2014/main" id="{34A3937D-0E55-4376-8412-D72D50A777E9}"/>
                  </a:ext>
                </a:extLst>
              </p:cNvPr>
              <p:cNvSpPr txBox="1"/>
              <p:nvPr/>
            </p:nvSpPr>
            <p:spPr bwMode="auto">
              <a:xfrm>
                <a:off x="2622357" y="3634214"/>
                <a:ext cx="535067" cy="260747"/>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fr-CA" i="1">
                          <a:solidFill>
                            <a:srgbClr val="000000"/>
                          </a:solidFill>
                          <a:latin typeface="Cambria Math" panose="02040503050406030204" pitchFamily="18" charset="0"/>
                        </a:rPr>
                        <m:t>𝑑</m:t>
                      </m:r>
                      <m:r>
                        <a:rPr lang="fr-CA" i="1">
                          <a:solidFill>
                            <a:srgbClr val="000000"/>
                          </a:solidFill>
                          <a:latin typeface="Cambria Math" panose="02040503050406030204" pitchFamily="18" charset="0"/>
                        </a:rPr>
                        <m:t> :</m:t>
                      </m:r>
                    </m:oMath>
                  </m:oMathPara>
                </a14:m>
                <a:endParaRPr lang="fr-CA" dirty="0"/>
              </a:p>
            </p:txBody>
          </p:sp>
        </mc:Choice>
        <mc:Fallback xmlns="">
          <p:sp>
            <p:nvSpPr>
              <p:cNvPr id="35" name="Object 15">
                <a:extLst>
                  <a:ext uri="{FF2B5EF4-FFF2-40B4-BE49-F238E27FC236}">
                    <a16:creationId xmlns:a16="http://schemas.microsoft.com/office/drawing/2014/main" id="{34A3937D-0E55-4376-8412-D72D50A777E9}"/>
                  </a:ext>
                </a:extLst>
              </p:cNvPr>
              <p:cNvSpPr txBox="1">
                <a:spLocks noRot="1" noChangeAspect="1" noMove="1" noResize="1" noEditPoints="1" noAdjustHandles="1" noChangeArrowheads="1" noChangeShapeType="1" noTextEdit="1"/>
              </p:cNvSpPr>
              <p:nvPr/>
            </p:nvSpPr>
            <p:spPr bwMode="auto">
              <a:xfrm>
                <a:off x="2622357" y="3634214"/>
                <a:ext cx="535067" cy="260747"/>
              </a:xfrm>
              <a:prstGeom prst="rect">
                <a:avLst/>
              </a:prstGeom>
              <a:blipFill>
                <a:blip r:embed="rId9"/>
                <a:stretch>
                  <a:fillRect b="-34884"/>
                </a:stretch>
              </a:blipFill>
              <a:ln>
                <a:noFill/>
              </a:ln>
              <a:effectLst/>
            </p:spPr>
            <p:txBody>
              <a:bodyPr/>
              <a:lstStyle/>
              <a:p>
                <a:r>
                  <a:rPr lang="en-CA">
                    <a:noFill/>
                  </a:rPr>
                  <a:t> </a:t>
                </a:r>
              </a:p>
            </p:txBody>
          </p:sp>
        </mc:Fallback>
      </mc:AlternateContent>
      <p:sp>
        <p:nvSpPr>
          <p:cNvPr id="22" name="Accolade ouvrante 20">
            <a:extLst>
              <a:ext uri="{FF2B5EF4-FFF2-40B4-BE49-F238E27FC236}">
                <a16:creationId xmlns:a16="http://schemas.microsoft.com/office/drawing/2014/main" id="{A9D61AC6-B777-4A0A-857A-1693314E5212}"/>
              </a:ext>
            </a:extLst>
          </p:cNvPr>
          <p:cNvSpPr>
            <a:spLocks/>
          </p:cNvSpPr>
          <p:nvPr/>
        </p:nvSpPr>
        <p:spPr bwMode="auto">
          <a:xfrm rot="5400000">
            <a:off x="3628424" y="1403750"/>
            <a:ext cx="250032" cy="1123931"/>
          </a:xfrm>
          <a:prstGeom prst="leftBrace">
            <a:avLst>
              <a:gd name="adj1" fmla="val 8342"/>
              <a:gd name="adj2" fmla="val 50000"/>
            </a:avLst>
          </a:prstGeom>
          <a:noFill/>
          <a:ln w="12700" algn="ctr">
            <a:solidFill>
              <a:srgbClr val="FF0000"/>
            </a:solidFill>
            <a:round/>
            <a:headEnd type="none" w="sm" len="sm"/>
            <a:tailEnd type="none" w="sm" len="sm"/>
          </a:ln>
        </p:spPr>
        <p:txBody>
          <a:bodyPr/>
          <a:lstStyle/>
          <a:p>
            <a:endParaRPr lang="fr-FR"/>
          </a:p>
        </p:txBody>
      </p:sp>
      <p:sp>
        <p:nvSpPr>
          <p:cNvPr id="23" name="ZoneTexte 21">
            <a:extLst>
              <a:ext uri="{FF2B5EF4-FFF2-40B4-BE49-F238E27FC236}">
                <a16:creationId xmlns:a16="http://schemas.microsoft.com/office/drawing/2014/main" id="{79B9391A-3D38-4107-9FAD-51D92C048A0C}"/>
              </a:ext>
            </a:extLst>
          </p:cNvPr>
          <p:cNvSpPr txBox="1">
            <a:spLocks noChangeArrowheads="1"/>
          </p:cNvSpPr>
          <p:nvPr/>
        </p:nvSpPr>
        <p:spPr bwMode="auto">
          <a:xfrm>
            <a:off x="3194425" y="1546209"/>
            <a:ext cx="1308259" cy="300082"/>
          </a:xfrm>
          <a:prstGeom prst="rect">
            <a:avLst/>
          </a:prstGeom>
          <a:noFill/>
          <a:ln w="9525">
            <a:noFill/>
            <a:miter lim="800000"/>
            <a:headEnd/>
            <a:tailEnd/>
          </a:ln>
        </p:spPr>
        <p:txBody>
          <a:bodyPr wrap="square">
            <a:spAutoFit/>
          </a:bodyPr>
          <a:lstStyle/>
          <a:p>
            <a:r>
              <a:rPr lang="fr-CA" sz="1350" dirty="0">
                <a:solidFill>
                  <a:srgbClr val="FF0000"/>
                </a:solidFill>
              </a:rPr>
              <a:t>Niveau cible</a:t>
            </a:r>
          </a:p>
        </p:txBody>
      </p:sp>
      <p:sp>
        <p:nvSpPr>
          <p:cNvPr id="26" name="Rectangle 44">
            <a:extLst>
              <a:ext uri="{FF2B5EF4-FFF2-40B4-BE49-F238E27FC236}">
                <a16:creationId xmlns:a16="http://schemas.microsoft.com/office/drawing/2014/main" id="{17FA0720-561C-4B10-B2E8-4185C4FC1D73}"/>
              </a:ext>
            </a:extLst>
          </p:cNvPr>
          <p:cNvSpPr>
            <a:spLocks noGrp="1" noChangeArrowheads="1"/>
          </p:cNvSpPr>
          <p:nvPr>
            <p:ph type="title"/>
          </p:nvPr>
        </p:nvSpPr>
        <p:spPr>
          <a:xfrm>
            <a:off x="1177133" y="278010"/>
            <a:ext cx="6323409" cy="798910"/>
          </a:xfrm>
          <a:noFill/>
        </p:spPr>
        <p:txBody>
          <a:bodyPr/>
          <a:lstStyle/>
          <a:p>
            <a:pPr eaLnBrk="1" hangingPunct="1"/>
            <a:r>
              <a:rPr lang="fr-CA" dirty="0"/>
              <a:t>Réapprovisionnement périodique :</a:t>
            </a:r>
            <a:br>
              <a:rPr lang="fr-CA" dirty="0"/>
            </a:br>
            <a:r>
              <a:rPr lang="fr-CA" dirty="0"/>
              <a:t>Quantité variable – Période fixe</a:t>
            </a:r>
          </a:p>
        </p:txBody>
      </p:sp>
      <p:sp>
        <p:nvSpPr>
          <p:cNvPr id="21" name="Rectangle 44">
            <a:extLst>
              <a:ext uri="{FF2B5EF4-FFF2-40B4-BE49-F238E27FC236}">
                <a16:creationId xmlns:a16="http://schemas.microsoft.com/office/drawing/2014/main" id="{6E7244DE-8D3E-4B50-BD22-B19490B30D9C}"/>
              </a:ext>
            </a:extLst>
          </p:cNvPr>
          <p:cNvSpPr txBox="1">
            <a:spLocks noChangeArrowheads="1"/>
          </p:cNvSpPr>
          <p:nvPr/>
        </p:nvSpPr>
        <p:spPr>
          <a:xfrm>
            <a:off x="532000" y="479686"/>
            <a:ext cx="9096000" cy="822960"/>
          </a:xfrm>
          <a:prstGeom prst="rect">
            <a:avLst/>
          </a:prstGeom>
          <a:solidFill>
            <a:schemeClr val="accent1"/>
          </a:solidFill>
        </p:spPr>
        <p:txBody>
          <a:bodyPr vert="horz" lIns="91440" tIns="45720" rIns="91440" bIns="45720" rtlCol="0" anchor="ctr">
            <a:noAutofit/>
          </a:bodyPr>
          <a:lstStyle>
            <a:lvl1pPr algn="l" defTabSz="914400" rtl="0" eaLnBrk="1" latinLnBrk="0" hangingPunct="1">
              <a:spcBef>
                <a:spcPct val="0"/>
              </a:spcBef>
              <a:buNone/>
              <a:defRPr sz="2600" b="1" kern="1200">
                <a:solidFill>
                  <a:schemeClr val="bg1"/>
                </a:solidFill>
                <a:latin typeface="+mj-lt"/>
                <a:ea typeface="+mj-ea"/>
                <a:cs typeface="+mj-cs"/>
              </a:defRPr>
            </a:lvl1pPr>
          </a:lstStyle>
          <a:p>
            <a:r>
              <a:rPr lang="fr-CA"/>
              <a:t>Réapprovisionnement périodique :</a:t>
            </a:r>
            <a:br>
              <a:rPr lang="fr-CA"/>
            </a:br>
            <a:r>
              <a:rPr lang="fr-CA"/>
              <a:t>Quantité variable – Période fixe</a:t>
            </a:r>
            <a:endParaRPr lang="fr-CA"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8"/>
          <p:cNvSpPr>
            <a:spLocks noGrp="1" noChangeArrowheads="1"/>
          </p:cNvSpPr>
          <p:nvPr>
            <p:ph type="title"/>
          </p:nvPr>
        </p:nvSpPr>
        <p:spPr/>
        <p:txBody>
          <a:bodyPr anchor="ctr">
            <a:normAutofit/>
          </a:bodyPr>
          <a:lstStyle/>
          <a:p>
            <a:pPr eaLnBrk="1" hangingPunct="1"/>
            <a:r>
              <a:rPr lang="fr-CA" sz="1800" i="1" dirty="0"/>
              <a:t>Exercice</a:t>
            </a:r>
            <a:br>
              <a:rPr lang="fr-CA" dirty="0"/>
            </a:br>
            <a:r>
              <a:rPr lang="fr-CA" dirty="0"/>
              <a:t>Réapprovisionnement périodique</a:t>
            </a:r>
          </a:p>
        </p:txBody>
      </p:sp>
      <p:sp>
        <p:nvSpPr>
          <p:cNvPr id="49154" name="Rectangle 3"/>
          <p:cNvSpPr>
            <a:spLocks noGrp="1" noChangeArrowheads="1"/>
          </p:cNvSpPr>
          <p:nvPr>
            <p:ph idx="4294967295"/>
          </p:nvPr>
        </p:nvSpPr>
        <p:spPr>
          <a:xfrm>
            <a:off x="532000" y="1563634"/>
            <a:ext cx="8067000" cy="3187700"/>
          </a:xfrm>
        </p:spPr>
        <p:txBody>
          <a:bodyPr>
            <a:normAutofit/>
          </a:bodyPr>
          <a:lstStyle/>
          <a:p>
            <a:pPr marL="0" indent="0" algn="just">
              <a:buNone/>
            </a:pPr>
            <a:r>
              <a:rPr lang="fr-CA" dirty="0"/>
              <a:t>Tous les 3 mois, un laboratoire commande une quantité de tubes de produits chimiques. Le délai d’approvisionnement est de cinq jours ouvrables. Le stock est actuellement de 202 tubes. La consommation quotidienne est près de la normale, avec une moyenne de 15 tubes et un écart-type de 2 tubes par jour. Le niveau de service désiré est de 95 %. Le laboratoire opère 240 jours par année.</a:t>
            </a:r>
          </a:p>
          <a:p>
            <a:pPr marL="0" indent="0">
              <a:buNone/>
            </a:pPr>
            <a:endParaRPr lang="fr-CA" dirty="0"/>
          </a:p>
          <a:p>
            <a:pPr marL="0" indent="0">
              <a:spcAft>
                <a:spcPts val="900"/>
              </a:spcAft>
              <a:buNone/>
            </a:pPr>
            <a:r>
              <a:rPr lang="fr-CA" dirty="0"/>
              <a:t>Déterminez :</a:t>
            </a:r>
          </a:p>
          <a:p>
            <a:pPr marL="746522" lvl="1" indent="-342900">
              <a:buSzPct val="100000"/>
              <a:buFont typeface="Arial Black" pitchFamily="34" charset="0"/>
              <a:buAutoNum type="arabicPeriod"/>
            </a:pPr>
            <a:r>
              <a:rPr lang="fr-CA" dirty="0"/>
              <a:t>Le niveau cible.</a:t>
            </a:r>
          </a:p>
          <a:p>
            <a:pPr marL="746522" lvl="1" indent="-342900">
              <a:buSzPct val="100000"/>
              <a:buFont typeface="Arial Black" pitchFamily="34" charset="0"/>
              <a:buAutoNum type="arabicPeriod"/>
            </a:pPr>
            <a:r>
              <a:rPr lang="fr-CA" dirty="0"/>
              <a:t>Le stock de sécurité.</a:t>
            </a:r>
          </a:p>
          <a:p>
            <a:pPr marL="746522" lvl="1" indent="-342900">
              <a:buSzPct val="100000"/>
              <a:buFont typeface="Arial Black" pitchFamily="34" charset="0"/>
              <a:buAutoNum type="arabicPeriod"/>
            </a:pPr>
            <a:r>
              <a:rPr lang="fr-CA" dirty="0"/>
              <a:t>La quantité à commander aujourd’hui.</a:t>
            </a:r>
          </a:p>
        </p:txBody>
      </p:sp>
      <p:pic>
        <p:nvPicPr>
          <p:cNvPr id="16386" name="Picture 2">
            <a:extLst>
              <a:ext uri="{FF2B5EF4-FFF2-40B4-BE49-F238E27FC236}">
                <a16:creationId xmlns:a16="http://schemas.microsoft.com/office/drawing/2014/main" id="{65259DB3-1FED-4DA2-B68F-7283337CF64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60708" y="3049775"/>
            <a:ext cx="2154003" cy="17159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24000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69AF78D-19ED-49B4-A34F-0D201FAA532C}"/>
              </a:ext>
            </a:extLst>
          </p:cNvPr>
          <p:cNvSpPr>
            <a:spLocks noGrp="1"/>
          </p:cNvSpPr>
          <p:nvPr>
            <p:ph type="title"/>
          </p:nvPr>
        </p:nvSpPr>
        <p:spPr>
          <a:solidFill>
            <a:schemeClr val="accent3"/>
          </a:solidFill>
        </p:spPr>
        <p:txBody>
          <a:bodyPr/>
          <a:lstStyle/>
          <a:p>
            <a:r>
              <a:rPr lang="fr-CA" dirty="0"/>
              <a:t>Solution</a:t>
            </a:r>
          </a:p>
        </p:txBody>
      </p:sp>
    </p:spTree>
    <p:extLst>
      <p:ext uri="{BB962C8B-B14F-4D97-AF65-F5344CB8AC3E}">
        <p14:creationId xmlns:p14="http://schemas.microsoft.com/office/powerpoint/2010/main" val="31147120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8"/>
          <p:cNvSpPr>
            <a:spLocks noGrp="1" noChangeArrowheads="1"/>
          </p:cNvSpPr>
          <p:nvPr>
            <p:ph type="title"/>
          </p:nvPr>
        </p:nvSpPr>
        <p:spPr/>
        <p:txBody>
          <a:bodyPr/>
          <a:lstStyle/>
          <a:p>
            <a:r>
              <a:rPr lang="fr-CA" sz="1800" i="1" dirty="0"/>
              <a:t>Exercice</a:t>
            </a:r>
            <a:br>
              <a:rPr lang="fr-CA" dirty="0"/>
            </a:br>
            <a:r>
              <a:rPr lang="fr-CA" dirty="0"/>
              <a:t>Réapprovisionnement périodique (suite)</a:t>
            </a:r>
          </a:p>
        </p:txBody>
      </p:sp>
      <p:sp>
        <p:nvSpPr>
          <p:cNvPr id="50178" name="Rectangle 3"/>
          <p:cNvSpPr>
            <a:spLocks noGrp="1" noChangeArrowheads="1"/>
          </p:cNvSpPr>
          <p:nvPr>
            <p:ph type="body" idx="4294967295"/>
          </p:nvPr>
        </p:nvSpPr>
        <p:spPr>
          <a:xfrm>
            <a:off x="532000" y="1577975"/>
            <a:ext cx="8067000" cy="3187700"/>
          </a:xfrm>
        </p:spPr>
        <p:txBody>
          <a:bodyPr/>
          <a:lstStyle/>
          <a:p>
            <a:pPr marL="0" indent="0" algn="just">
              <a:buNone/>
            </a:pPr>
            <a:r>
              <a:rPr lang="fr-CA" dirty="0"/>
              <a:t>Les coûts de commande des tubes de produits chimiques sont évalués à 30 $ par commande. Les coûts annuels d’entreposage représentent 30 % du coût d’acquisition qui est de 5 $ par tube.</a:t>
            </a:r>
          </a:p>
          <a:p>
            <a:endParaRPr lang="fr-CA" dirty="0"/>
          </a:p>
          <a:p>
            <a:pPr marL="0" indent="0">
              <a:buNone/>
            </a:pPr>
            <a:r>
              <a:rPr lang="fr-CA" dirty="0"/>
              <a:t>Déterminez :</a:t>
            </a:r>
          </a:p>
          <a:p>
            <a:pPr marL="641700" lvl="1" indent="-342900">
              <a:buSzPct val="100000"/>
              <a:buFont typeface="+mj-lt"/>
              <a:buAutoNum type="arabicPeriod"/>
            </a:pPr>
            <a:r>
              <a:rPr lang="fr-CA" dirty="0"/>
              <a:t>Le nombre de commandes effectuées par année.</a:t>
            </a:r>
          </a:p>
          <a:p>
            <a:pPr marL="641700" lvl="1" indent="-342900">
              <a:buSzPct val="100000"/>
              <a:buFont typeface="+mj-lt"/>
              <a:buAutoNum type="arabicPeriod"/>
            </a:pPr>
            <a:r>
              <a:rPr lang="fr-CA" dirty="0"/>
              <a:t>Les coûts totaux de gestion des stocks de tubes.</a:t>
            </a:r>
          </a:p>
          <a:p>
            <a:pPr marL="641700" lvl="1" indent="-342900">
              <a:buSzPct val="100000"/>
              <a:buFont typeface="+mj-lt"/>
              <a:buAutoNum type="arabicPeriod"/>
            </a:pPr>
            <a:r>
              <a:rPr lang="fr-CA" dirty="0"/>
              <a:t>Les économies potentielles annuelles, si l’entreprise optait                          pour un système à point de commande.</a:t>
            </a:r>
          </a:p>
        </p:txBody>
      </p:sp>
      <p:pic>
        <p:nvPicPr>
          <p:cNvPr id="4" name="Picture 2" descr="Biology, Research, Laboratory, Technology, Medical, Lab">
            <a:extLst>
              <a:ext uri="{FF2B5EF4-FFF2-40B4-BE49-F238E27FC236}">
                <a16:creationId xmlns:a16="http://schemas.microsoft.com/office/drawing/2014/main" id="{39BBBE51-1630-4037-B301-0027EFDEF3E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46896" y="2857500"/>
            <a:ext cx="1682590" cy="1949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92367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69AF78D-19ED-49B4-A34F-0D201FAA532C}"/>
              </a:ext>
            </a:extLst>
          </p:cNvPr>
          <p:cNvSpPr>
            <a:spLocks noGrp="1"/>
          </p:cNvSpPr>
          <p:nvPr>
            <p:ph type="title"/>
          </p:nvPr>
        </p:nvSpPr>
        <p:spPr>
          <a:solidFill>
            <a:schemeClr val="accent3"/>
          </a:solidFill>
        </p:spPr>
        <p:txBody>
          <a:bodyPr/>
          <a:lstStyle/>
          <a:p>
            <a:r>
              <a:rPr lang="fr-CA" dirty="0"/>
              <a:t>Solution</a:t>
            </a:r>
          </a:p>
        </p:txBody>
      </p:sp>
    </p:spTree>
    <p:extLst>
      <p:ext uri="{BB962C8B-B14F-4D97-AF65-F5344CB8AC3E}">
        <p14:creationId xmlns:p14="http://schemas.microsoft.com/office/powerpoint/2010/main" val="19832255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69AF78D-19ED-49B4-A34F-0D201FAA532C}"/>
              </a:ext>
            </a:extLst>
          </p:cNvPr>
          <p:cNvSpPr>
            <a:spLocks noGrp="1"/>
          </p:cNvSpPr>
          <p:nvPr>
            <p:ph type="title"/>
          </p:nvPr>
        </p:nvSpPr>
        <p:spPr>
          <a:solidFill>
            <a:schemeClr val="accent3"/>
          </a:solidFill>
        </p:spPr>
        <p:txBody>
          <a:bodyPr/>
          <a:lstStyle/>
          <a:p>
            <a:r>
              <a:rPr lang="fr-CA" dirty="0"/>
              <a:t>Solution</a:t>
            </a:r>
          </a:p>
        </p:txBody>
      </p:sp>
    </p:spTree>
    <p:extLst>
      <p:ext uri="{BB962C8B-B14F-4D97-AF65-F5344CB8AC3E}">
        <p14:creationId xmlns:p14="http://schemas.microsoft.com/office/powerpoint/2010/main" val="35392994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146" name="Object 5"/>
          <p:cNvGraphicFramePr>
            <a:graphicFrameLocks noGrp="1"/>
          </p:cNvGraphicFramePr>
          <p:nvPr>
            <p:ph sz="half" idx="2"/>
          </p:nvPr>
        </p:nvGraphicFramePr>
        <p:xfrm>
          <a:off x="3884497" y="1967052"/>
          <a:ext cx="2060562" cy="1276160"/>
        </p:xfrm>
        <a:graphic>
          <a:graphicData uri="http://schemas.openxmlformats.org/presentationml/2006/ole">
            <mc:AlternateContent xmlns:mc="http://schemas.openxmlformats.org/markup-compatibility/2006">
              <mc:Choice xmlns:v="urn:schemas-microsoft-com:vml" Requires="v">
                <p:oleObj name="Équation" r:id="rId3" imgW="660240" imgH="393480" progId="Equation.3">
                  <p:embed/>
                </p:oleObj>
              </mc:Choice>
              <mc:Fallback>
                <p:oleObj name="Équation" r:id="rId3" imgW="660240" imgH="393480" progId="Equation.3">
                  <p:embed/>
                  <p:pic>
                    <p:nvPicPr>
                      <p:cNvPr id="6146" name="Object 5"/>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84497" y="1967052"/>
                        <a:ext cx="2060562" cy="1276160"/>
                      </a:xfrm>
                      <a:prstGeom prst="rect">
                        <a:avLst/>
                      </a:prstGeom>
                      <a:noFill/>
                      <a:ln>
                        <a:noFill/>
                      </a:ln>
                      <a:effectLst/>
                    </p:spPr>
                  </p:pic>
                </p:oleObj>
              </mc:Fallback>
            </mc:AlternateContent>
          </a:graphicData>
        </a:graphic>
      </p:graphicFrame>
      <p:sp>
        <p:nvSpPr>
          <p:cNvPr id="6151" name="Rectangle 7"/>
          <p:cNvSpPr>
            <a:spLocks noChangeArrowheads="1"/>
          </p:cNvSpPr>
          <p:nvPr/>
        </p:nvSpPr>
        <p:spPr bwMode="auto">
          <a:xfrm>
            <a:off x="3872334" y="4124465"/>
            <a:ext cx="2993365" cy="269274"/>
          </a:xfrm>
          <a:prstGeom prst="rect">
            <a:avLst/>
          </a:prstGeom>
          <a:noFill/>
          <a:ln w="9525">
            <a:noFill/>
            <a:miter lim="800000"/>
            <a:headEnd/>
            <a:tailEnd/>
          </a:ln>
        </p:spPr>
        <p:txBody>
          <a:bodyPr wrap="square" lIns="69056" tIns="34529" rIns="69056" bIns="34529">
            <a:spAutoFit/>
          </a:bodyPr>
          <a:lstStyle/>
          <a:p>
            <a:pPr eaLnBrk="0" hangingPunct="0">
              <a:lnSpc>
                <a:spcPct val="70000"/>
              </a:lnSpc>
            </a:pPr>
            <a:r>
              <a:rPr lang="fr-CA">
                <a:latin typeface="Times New Roman" pitchFamily="18" charset="0"/>
              </a:rPr>
              <a:t>Taux de consommation moyen</a:t>
            </a:r>
          </a:p>
        </p:txBody>
      </p:sp>
      <p:graphicFrame>
        <p:nvGraphicFramePr>
          <p:cNvPr id="6147" name="Object 8"/>
          <p:cNvGraphicFramePr>
            <a:graphicFrameLocks/>
          </p:cNvGraphicFramePr>
          <p:nvPr/>
        </p:nvGraphicFramePr>
        <p:xfrm>
          <a:off x="3058834" y="4136373"/>
          <a:ext cx="575509" cy="255985"/>
        </p:xfrm>
        <a:graphic>
          <a:graphicData uri="http://schemas.openxmlformats.org/presentationml/2006/ole">
            <mc:AlternateContent xmlns:mc="http://schemas.openxmlformats.org/markup-compatibility/2006">
              <mc:Choice xmlns:v="urn:schemas-microsoft-com:vml" Requires="v">
                <p:oleObj name="Equation" r:id="rId5" imgW="177480" imgH="139680" progId="Equation.3">
                  <p:embed/>
                </p:oleObj>
              </mc:Choice>
              <mc:Fallback>
                <p:oleObj name="Equation" r:id="rId5" imgW="177480" imgH="139680" progId="Equation.3">
                  <p:embed/>
                  <p:pic>
                    <p:nvPicPr>
                      <p:cNvPr id="6147" name="Object 8"/>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58834" y="4136373"/>
                        <a:ext cx="575509" cy="255985"/>
                      </a:xfrm>
                      <a:prstGeom prst="rect">
                        <a:avLst/>
                      </a:prstGeom>
                      <a:noFill/>
                      <a:ln>
                        <a:noFill/>
                      </a:ln>
                      <a:effectLst/>
                    </p:spPr>
                  </p:pic>
                </p:oleObj>
              </mc:Fallback>
            </mc:AlternateContent>
          </a:graphicData>
        </a:graphic>
      </p:graphicFrame>
      <p:sp>
        <p:nvSpPr>
          <p:cNvPr id="6152" name="Rectangle 9"/>
          <p:cNvSpPr>
            <a:spLocks noChangeArrowheads="1"/>
          </p:cNvSpPr>
          <p:nvPr/>
        </p:nvSpPr>
        <p:spPr bwMode="auto">
          <a:xfrm>
            <a:off x="3846071" y="3711320"/>
            <a:ext cx="3438550" cy="346731"/>
          </a:xfrm>
          <a:prstGeom prst="rect">
            <a:avLst/>
          </a:prstGeom>
          <a:noFill/>
          <a:ln w="9525">
            <a:noFill/>
            <a:miter lim="800000"/>
            <a:headEnd/>
            <a:tailEnd/>
          </a:ln>
        </p:spPr>
        <p:txBody>
          <a:bodyPr wrap="square" lIns="69056" tIns="34529" rIns="69056" bIns="34529">
            <a:spAutoFit/>
          </a:bodyPr>
          <a:lstStyle/>
          <a:p>
            <a:pPr eaLnBrk="0" hangingPunct="0"/>
            <a:r>
              <a:rPr lang="fr-CA">
                <a:latin typeface="Times New Roman" pitchFamily="18" charset="0"/>
              </a:rPr>
              <a:t>Quantité économique à commander</a:t>
            </a:r>
          </a:p>
        </p:txBody>
      </p:sp>
      <p:graphicFrame>
        <p:nvGraphicFramePr>
          <p:cNvPr id="6148" name="Object 10"/>
          <p:cNvGraphicFramePr>
            <a:graphicFrameLocks/>
          </p:cNvGraphicFramePr>
          <p:nvPr/>
        </p:nvGraphicFramePr>
        <p:xfrm>
          <a:off x="2858533" y="3745846"/>
          <a:ext cx="672224" cy="329804"/>
        </p:xfrm>
        <a:graphic>
          <a:graphicData uri="http://schemas.openxmlformats.org/presentationml/2006/ole">
            <mc:AlternateContent xmlns:mc="http://schemas.openxmlformats.org/markup-compatibility/2006">
              <mc:Choice xmlns:v="urn:schemas-microsoft-com:vml" Requires="v">
                <p:oleObj name="Equation" r:id="rId7" imgW="406080" imgH="203040" progId="Equation.3">
                  <p:embed/>
                </p:oleObj>
              </mc:Choice>
              <mc:Fallback>
                <p:oleObj name="Equation" r:id="rId7" imgW="406080" imgH="203040" progId="Equation.3">
                  <p:embed/>
                  <p:pic>
                    <p:nvPicPr>
                      <p:cNvPr id="6148" name="Object 10"/>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58533" y="3745846"/>
                        <a:ext cx="672224" cy="329804"/>
                      </a:xfrm>
                      <a:prstGeom prst="rect">
                        <a:avLst/>
                      </a:prstGeom>
                      <a:noFill/>
                      <a:ln>
                        <a:noFill/>
                      </a:ln>
                      <a:effectLst/>
                    </p:spPr>
                  </p:pic>
                </p:oleObj>
              </mc:Fallback>
            </mc:AlternateContent>
          </a:graphicData>
        </a:graphic>
      </p:graphicFrame>
      <p:graphicFrame>
        <p:nvGraphicFramePr>
          <p:cNvPr id="6149" name="Object 11"/>
          <p:cNvGraphicFramePr>
            <a:graphicFrameLocks/>
          </p:cNvGraphicFramePr>
          <p:nvPr/>
        </p:nvGraphicFramePr>
        <p:xfrm>
          <a:off x="3236931" y="3464860"/>
          <a:ext cx="329545" cy="251222"/>
        </p:xfrm>
        <a:graphic>
          <a:graphicData uri="http://schemas.openxmlformats.org/presentationml/2006/ole">
            <mc:AlternateContent xmlns:mc="http://schemas.openxmlformats.org/markup-compatibility/2006">
              <mc:Choice xmlns:v="urn:schemas-microsoft-com:vml" Requires="v">
                <p:oleObj name="Equation" r:id="rId9" imgW="139680" imgH="164880" progId="Equation.3">
                  <p:embed/>
                </p:oleObj>
              </mc:Choice>
              <mc:Fallback>
                <p:oleObj name="Equation" r:id="rId9" imgW="139680" imgH="164880" progId="Equation.3">
                  <p:embed/>
                  <p:pic>
                    <p:nvPicPr>
                      <p:cNvPr id="6149" name="Object 11"/>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36931" y="3464860"/>
                        <a:ext cx="329545" cy="251222"/>
                      </a:xfrm>
                      <a:prstGeom prst="rect">
                        <a:avLst/>
                      </a:prstGeom>
                      <a:noFill/>
                      <a:ln>
                        <a:noFill/>
                      </a:ln>
                      <a:effectLst/>
                    </p:spPr>
                  </p:pic>
                </p:oleObj>
              </mc:Fallback>
            </mc:AlternateContent>
          </a:graphicData>
        </a:graphic>
      </p:graphicFrame>
      <p:sp>
        <p:nvSpPr>
          <p:cNvPr id="6153" name="Rectangle 12"/>
          <p:cNvSpPr>
            <a:spLocks noChangeArrowheads="1"/>
          </p:cNvSpPr>
          <p:nvPr/>
        </p:nvSpPr>
        <p:spPr bwMode="auto">
          <a:xfrm>
            <a:off x="3872755" y="3424379"/>
            <a:ext cx="4107291" cy="346731"/>
          </a:xfrm>
          <a:prstGeom prst="rect">
            <a:avLst/>
          </a:prstGeom>
          <a:noFill/>
          <a:ln w="9525">
            <a:noFill/>
            <a:miter lim="800000"/>
            <a:headEnd/>
            <a:tailEnd/>
          </a:ln>
        </p:spPr>
        <p:txBody>
          <a:bodyPr wrap="square" lIns="69056" tIns="34529" rIns="69056" bIns="34529">
            <a:spAutoFit/>
          </a:bodyPr>
          <a:lstStyle/>
          <a:p>
            <a:pPr eaLnBrk="0" hangingPunct="0"/>
            <a:r>
              <a:rPr lang="fr-CA">
                <a:latin typeface="Times New Roman" pitchFamily="18" charset="0"/>
              </a:rPr>
              <a:t>Intervalle de temps entre deux commandes</a:t>
            </a:r>
          </a:p>
        </p:txBody>
      </p:sp>
      <p:sp>
        <p:nvSpPr>
          <p:cNvPr id="11" name="Rectangle 44">
            <a:extLst>
              <a:ext uri="{FF2B5EF4-FFF2-40B4-BE49-F238E27FC236}">
                <a16:creationId xmlns:a16="http://schemas.microsoft.com/office/drawing/2014/main" id="{B167AD8B-98EC-47C2-B738-D3C827EE369B}"/>
              </a:ext>
            </a:extLst>
          </p:cNvPr>
          <p:cNvSpPr>
            <a:spLocks noGrp="1" noChangeArrowheads="1"/>
          </p:cNvSpPr>
          <p:nvPr>
            <p:ph type="title"/>
          </p:nvPr>
        </p:nvSpPr>
        <p:spPr>
          <a:xfrm>
            <a:off x="532000" y="479686"/>
            <a:ext cx="9096000" cy="822960"/>
          </a:xfrm>
        </p:spPr>
        <p:txBody>
          <a:bodyPr/>
          <a:lstStyle/>
          <a:p>
            <a:r>
              <a:rPr lang="fr-CA" dirty="0"/>
              <a:t>Réapprovisionnement périodique :</a:t>
            </a:r>
            <a:br>
              <a:rPr lang="fr-CA" dirty="0"/>
            </a:br>
            <a:r>
              <a:rPr lang="fr-CA" dirty="0"/>
              <a:t>Quantité variable – Période fixe</a:t>
            </a:r>
          </a:p>
        </p:txBody>
      </p:sp>
    </p:spTree>
    <p:extLst>
      <p:ext uri="{BB962C8B-B14F-4D97-AF65-F5344CB8AC3E}">
        <p14:creationId xmlns:p14="http://schemas.microsoft.com/office/powerpoint/2010/main" val="19741065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title"/>
          </p:nvPr>
        </p:nvSpPr>
        <p:spPr/>
        <p:txBody>
          <a:bodyPr/>
          <a:lstStyle/>
          <a:p>
            <a:r>
              <a:rPr lang="fr-CA" sz="1800" i="1" dirty="0"/>
              <a:t>Exercice</a:t>
            </a:r>
            <a:br>
              <a:rPr lang="fr-CA" dirty="0"/>
            </a:br>
            <a:r>
              <a:rPr lang="fr-CA" dirty="0"/>
              <a:t>Calcul de l’intervalle optimal</a:t>
            </a:r>
          </a:p>
        </p:txBody>
      </p:sp>
      <p:sp>
        <p:nvSpPr>
          <p:cNvPr id="4" name="Rectangle 3"/>
          <p:cNvSpPr txBox="1">
            <a:spLocks noChangeArrowheads="1"/>
          </p:cNvSpPr>
          <p:nvPr/>
        </p:nvSpPr>
        <p:spPr bwMode="auto">
          <a:xfrm>
            <a:off x="532000" y="1524000"/>
            <a:ext cx="8046574" cy="3645694"/>
          </a:xfrm>
          <a:prstGeom prst="rect">
            <a:avLst/>
          </a:prstGeom>
          <a:noFill/>
          <a:ln w="9525">
            <a:noFill/>
            <a:miter lim="800000"/>
            <a:headEnd/>
            <a:tailEnd/>
          </a:ln>
        </p:spPr>
        <p:txBody>
          <a:bodyPr vert="horz" wrap="square" lIns="68580" tIns="34290" rIns="68580" bIns="34290" numCol="1" anchor="t" anchorCtr="0" compatLnSpc="1">
            <a:prstTxWarp prst="textNoShape">
              <a:avLst/>
            </a:prstTxWarp>
          </a:bodyPr>
          <a:lstStyle>
            <a:lvl1pPr marL="342900" indent="-342900" algn="l" rtl="0" eaLnBrk="0" fontAlgn="base" hangingPunct="0">
              <a:spcBef>
                <a:spcPct val="20000"/>
              </a:spcBef>
              <a:spcAft>
                <a:spcPct val="0"/>
              </a:spcAft>
              <a:buChar char="•"/>
              <a:defRPr sz="2400">
                <a:solidFill>
                  <a:srgbClr val="185FAB"/>
                </a:solidFill>
                <a:latin typeface="+mn-lt"/>
                <a:ea typeface="+mn-ea"/>
                <a:cs typeface="+mn-cs"/>
              </a:defRPr>
            </a:lvl1pPr>
            <a:lvl2pPr marL="742950" indent="-285750" algn="l" rtl="0" eaLnBrk="0" fontAlgn="base" hangingPunct="0">
              <a:spcBef>
                <a:spcPct val="20000"/>
              </a:spcBef>
              <a:spcAft>
                <a:spcPct val="0"/>
              </a:spcAft>
              <a:buChar char="–"/>
              <a:defRPr sz="2400">
                <a:solidFill>
                  <a:srgbClr val="007A77"/>
                </a:solidFill>
                <a:latin typeface="+mn-lt"/>
              </a:defRPr>
            </a:lvl2pPr>
            <a:lvl3pPr marL="1143000" indent="-228600" algn="l" rtl="0" eaLnBrk="0" fontAlgn="base" hangingPunct="0">
              <a:spcBef>
                <a:spcPct val="20000"/>
              </a:spcBef>
              <a:spcAft>
                <a:spcPct val="0"/>
              </a:spcAft>
              <a:buChar char="•"/>
              <a:defRPr sz="2400">
                <a:solidFill>
                  <a:srgbClr val="185FAB"/>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hangingPunct="1">
              <a:spcAft>
                <a:spcPts val="900"/>
              </a:spcAft>
              <a:buClr>
                <a:schemeClr val="accent2"/>
              </a:buClr>
              <a:buNone/>
            </a:pPr>
            <a:r>
              <a:rPr lang="fr-CA" sz="1670" dirty="0">
                <a:solidFill>
                  <a:schemeClr val="tx1"/>
                </a:solidFill>
              </a:rPr>
              <a:t>Déterminez :</a:t>
            </a:r>
          </a:p>
          <a:p>
            <a:pPr marL="642938" lvl="1" indent="-342900" algn="just" eaLnBrk="1" hangingPunct="1">
              <a:spcAft>
                <a:spcPts val="900"/>
              </a:spcAft>
              <a:buClr>
                <a:schemeClr val="accent2"/>
              </a:buClr>
              <a:buFont typeface="+mj-lt"/>
              <a:buAutoNum type="arabicPeriod"/>
            </a:pPr>
            <a:r>
              <a:rPr lang="fr-CA" sz="1670" dirty="0">
                <a:solidFill>
                  <a:schemeClr val="tx1"/>
                </a:solidFill>
              </a:rPr>
              <a:t>L’intervalle optimal pour les tubes de produits chimiques.</a:t>
            </a:r>
          </a:p>
          <a:p>
            <a:pPr marL="642938" lvl="1" indent="-342900" algn="just" eaLnBrk="1" hangingPunct="1">
              <a:spcAft>
                <a:spcPts val="900"/>
              </a:spcAft>
              <a:buClr>
                <a:schemeClr val="accent2"/>
              </a:buClr>
              <a:buFont typeface="+mj-lt"/>
              <a:buAutoNum type="arabicPeriod"/>
            </a:pPr>
            <a:r>
              <a:rPr lang="fr-CA" sz="1670" dirty="0">
                <a:solidFill>
                  <a:schemeClr val="tx1"/>
                </a:solidFill>
              </a:rPr>
              <a:t>Le nombre de commandes effectuées en moyenne chaque année.</a:t>
            </a:r>
          </a:p>
          <a:p>
            <a:pPr marL="642938" lvl="1" indent="-342900" algn="just" eaLnBrk="1" hangingPunct="1">
              <a:spcAft>
                <a:spcPts val="900"/>
              </a:spcAft>
              <a:buClr>
                <a:schemeClr val="accent2"/>
              </a:buClr>
              <a:buFont typeface="+mj-lt"/>
              <a:buAutoNum type="arabicPeriod"/>
            </a:pPr>
            <a:r>
              <a:rPr lang="fr-CA" sz="1670" dirty="0">
                <a:solidFill>
                  <a:schemeClr val="tx1"/>
                </a:solidFill>
              </a:rPr>
              <a:t>Les coûts annuels de gestion des stocks reliés à cet intervalle.</a:t>
            </a:r>
          </a:p>
        </p:txBody>
      </p:sp>
      <p:pic>
        <p:nvPicPr>
          <p:cNvPr id="16386" name="Picture 2">
            <a:extLst>
              <a:ext uri="{FF2B5EF4-FFF2-40B4-BE49-F238E27FC236}">
                <a16:creationId xmlns:a16="http://schemas.microsoft.com/office/drawing/2014/main" id="{9E289E73-D07B-4099-A1B6-05BA0485183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44292" y="3346847"/>
            <a:ext cx="1728908" cy="15428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36227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69AF78D-19ED-49B4-A34F-0D201FAA532C}"/>
              </a:ext>
            </a:extLst>
          </p:cNvPr>
          <p:cNvSpPr>
            <a:spLocks noGrp="1"/>
          </p:cNvSpPr>
          <p:nvPr>
            <p:ph type="title"/>
          </p:nvPr>
        </p:nvSpPr>
        <p:spPr>
          <a:solidFill>
            <a:schemeClr val="accent3"/>
          </a:solidFill>
        </p:spPr>
        <p:txBody>
          <a:bodyPr/>
          <a:lstStyle/>
          <a:p>
            <a:r>
              <a:rPr lang="fr-CA" dirty="0"/>
              <a:t>Solution</a:t>
            </a:r>
          </a:p>
        </p:txBody>
      </p:sp>
    </p:spTree>
    <p:extLst>
      <p:ext uri="{BB962C8B-B14F-4D97-AF65-F5344CB8AC3E}">
        <p14:creationId xmlns:p14="http://schemas.microsoft.com/office/powerpoint/2010/main" val="41931654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69AF78D-19ED-49B4-A34F-0D201FAA532C}"/>
              </a:ext>
            </a:extLst>
          </p:cNvPr>
          <p:cNvSpPr>
            <a:spLocks noGrp="1"/>
          </p:cNvSpPr>
          <p:nvPr>
            <p:ph type="title"/>
          </p:nvPr>
        </p:nvSpPr>
        <p:spPr>
          <a:solidFill>
            <a:schemeClr val="accent3"/>
          </a:solidFill>
        </p:spPr>
        <p:txBody>
          <a:bodyPr/>
          <a:lstStyle/>
          <a:p>
            <a:r>
              <a:rPr lang="fr-CA" dirty="0"/>
              <a:t>Solution</a:t>
            </a:r>
          </a:p>
        </p:txBody>
      </p:sp>
    </p:spTree>
    <p:extLst>
      <p:ext uri="{BB962C8B-B14F-4D97-AF65-F5344CB8AC3E}">
        <p14:creationId xmlns:p14="http://schemas.microsoft.com/office/powerpoint/2010/main" val="13900411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Utilisation des 2 modèles</a:t>
            </a:r>
          </a:p>
        </p:txBody>
      </p:sp>
      <p:graphicFrame>
        <p:nvGraphicFramePr>
          <p:cNvPr id="4" name="Espace réservé du contenu 3"/>
          <p:cNvGraphicFramePr>
            <a:graphicFrameLocks noGrp="1"/>
          </p:cNvGraphicFramePr>
          <p:nvPr>
            <p:ph idx="1"/>
          </p:nvPr>
        </p:nvGraphicFramePr>
        <p:xfrm>
          <a:off x="1337341" y="1484507"/>
          <a:ext cx="7328491" cy="3795158"/>
        </p:xfrm>
        <a:graphic>
          <a:graphicData uri="http://schemas.openxmlformats.org/drawingml/2006/table">
            <a:tbl>
              <a:tblPr firstRow="1" bandRow="1">
                <a:tableStyleId>{9DCAF9ED-07DC-4A11-8D7F-57B35C25682E}</a:tableStyleId>
              </a:tblPr>
              <a:tblGrid>
                <a:gridCol w="2071198">
                  <a:extLst>
                    <a:ext uri="{9D8B030D-6E8A-4147-A177-3AD203B41FA5}">
                      <a16:colId xmlns:a16="http://schemas.microsoft.com/office/drawing/2014/main" val="20000"/>
                    </a:ext>
                  </a:extLst>
                </a:gridCol>
                <a:gridCol w="2443631">
                  <a:extLst>
                    <a:ext uri="{9D8B030D-6E8A-4147-A177-3AD203B41FA5}">
                      <a16:colId xmlns:a16="http://schemas.microsoft.com/office/drawing/2014/main" val="20001"/>
                    </a:ext>
                  </a:extLst>
                </a:gridCol>
                <a:gridCol w="2813662">
                  <a:extLst>
                    <a:ext uri="{9D8B030D-6E8A-4147-A177-3AD203B41FA5}">
                      <a16:colId xmlns:a16="http://schemas.microsoft.com/office/drawing/2014/main" val="20002"/>
                    </a:ext>
                  </a:extLst>
                </a:gridCol>
              </a:tblGrid>
              <a:tr h="517930">
                <a:tc>
                  <a:txBody>
                    <a:bodyPr/>
                    <a:lstStyle/>
                    <a:p>
                      <a:r>
                        <a:rPr lang="fr-CA" sz="1400" dirty="0"/>
                        <a:t>Caractéristiques </a:t>
                      </a:r>
                    </a:p>
                  </a:txBody>
                  <a:tcPr marL="68580" marR="68580" marT="34290" marB="34290"/>
                </a:tc>
                <a:tc>
                  <a:txBody>
                    <a:bodyPr/>
                    <a:lstStyle/>
                    <a:p>
                      <a:r>
                        <a:rPr lang="fr-CA" sz="1400" dirty="0"/>
                        <a:t>Modèle PC</a:t>
                      </a:r>
                    </a:p>
                    <a:p>
                      <a:r>
                        <a:rPr lang="fr-CA" sz="1400"/>
                        <a:t>Période</a:t>
                      </a:r>
                      <a:r>
                        <a:rPr lang="fr-CA" sz="1400" baseline="0"/>
                        <a:t> var. </a:t>
                      </a:r>
                      <a:r>
                        <a:rPr lang="fr-CA" sz="1400" baseline="0" dirty="0"/>
                        <a:t>– </a:t>
                      </a:r>
                      <a:r>
                        <a:rPr lang="fr-CA" sz="1400" baseline="0" dirty="0" err="1"/>
                        <a:t>Qté</a:t>
                      </a:r>
                      <a:r>
                        <a:rPr lang="fr-CA" sz="1400" baseline="0" dirty="0"/>
                        <a:t> fixe</a:t>
                      </a:r>
                      <a:endParaRPr lang="fr-CA" sz="1400" dirty="0"/>
                    </a:p>
                  </a:txBody>
                  <a:tcPr marL="68580" marR="68580" marT="34290" marB="34290"/>
                </a:tc>
                <a:tc>
                  <a:txBody>
                    <a:bodyPr/>
                    <a:lstStyle/>
                    <a:p>
                      <a:r>
                        <a:rPr lang="fr-CA" sz="1400" dirty="0"/>
                        <a:t>Modèle</a:t>
                      </a:r>
                      <a:r>
                        <a:rPr lang="fr-CA" sz="1400" baseline="0" dirty="0"/>
                        <a:t> RP</a:t>
                      </a:r>
                      <a:endParaRPr lang="fr-CA" sz="1400" dirty="0"/>
                    </a:p>
                    <a:p>
                      <a:r>
                        <a:rPr lang="fr-CA" sz="1400" dirty="0"/>
                        <a:t>Période</a:t>
                      </a:r>
                      <a:r>
                        <a:rPr lang="fr-CA" sz="1400" baseline="0" dirty="0"/>
                        <a:t> fixe – </a:t>
                      </a:r>
                      <a:r>
                        <a:rPr lang="fr-CA" sz="1400" baseline="0" err="1"/>
                        <a:t>Qté</a:t>
                      </a:r>
                      <a:r>
                        <a:rPr lang="fr-CA" sz="1400" baseline="0"/>
                        <a:t> var.</a:t>
                      </a:r>
                      <a:endParaRPr lang="fr-CA" sz="1400" dirty="0"/>
                    </a:p>
                  </a:txBody>
                  <a:tcPr marL="68580" marR="68580" marT="34290" marB="34290"/>
                </a:tc>
                <a:extLst>
                  <a:ext uri="{0D108BD9-81ED-4DB2-BD59-A6C34878D82A}">
                    <a16:rowId xmlns:a16="http://schemas.microsoft.com/office/drawing/2014/main" val="10000"/>
                  </a:ext>
                </a:extLst>
              </a:tr>
              <a:tr h="468603">
                <a:tc>
                  <a:txBody>
                    <a:bodyPr/>
                    <a:lstStyle/>
                    <a:p>
                      <a:r>
                        <a:rPr lang="fr-CA" sz="1400" dirty="0"/>
                        <a:t>Combien commander</a:t>
                      </a:r>
                    </a:p>
                  </a:txBody>
                  <a:tcPr marL="68580" marR="68580" marT="34290" marB="34290"/>
                </a:tc>
                <a:tc>
                  <a:txBody>
                    <a:bodyPr/>
                    <a:lstStyle/>
                    <a:p>
                      <a:r>
                        <a:rPr lang="fr-CA" sz="1200" dirty="0"/>
                        <a:t>Quantité fixe</a:t>
                      </a:r>
                      <a:r>
                        <a:rPr lang="fr-CA" sz="1200" baseline="0" dirty="0"/>
                        <a:t> (la QEC)</a:t>
                      </a:r>
                      <a:endParaRPr lang="fr-CA" sz="1200" dirty="0"/>
                    </a:p>
                  </a:txBody>
                  <a:tcPr marL="68580" marR="68580" marT="34290" marB="34290"/>
                </a:tc>
                <a:tc>
                  <a:txBody>
                    <a:bodyPr/>
                    <a:lstStyle/>
                    <a:p>
                      <a:r>
                        <a:rPr lang="fr-CA" sz="1200" dirty="0"/>
                        <a:t>Variable (différente</a:t>
                      </a:r>
                      <a:r>
                        <a:rPr lang="fr-CA" sz="1200" baseline="0" dirty="0"/>
                        <a:t> à chaque commande)</a:t>
                      </a:r>
                      <a:endParaRPr lang="fr-CA" sz="1200" dirty="0"/>
                    </a:p>
                  </a:txBody>
                  <a:tcPr marL="68580" marR="68580" marT="34290" marB="34290"/>
                </a:tc>
                <a:extLst>
                  <a:ext uri="{0D108BD9-81ED-4DB2-BD59-A6C34878D82A}">
                    <a16:rowId xmlns:a16="http://schemas.microsoft.com/office/drawing/2014/main" val="10001"/>
                  </a:ext>
                </a:extLst>
              </a:tr>
              <a:tr h="342293">
                <a:tc>
                  <a:txBody>
                    <a:bodyPr/>
                    <a:lstStyle/>
                    <a:p>
                      <a:r>
                        <a:rPr lang="fr-CA" sz="1400" dirty="0"/>
                        <a:t>Quand commander</a:t>
                      </a:r>
                    </a:p>
                  </a:txBody>
                  <a:tcPr marL="68580" marR="68580" marT="34290" marB="34290"/>
                </a:tc>
                <a:tc>
                  <a:txBody>
                    <a:bodyPr/>
                    <a:lstStyle/>
                    <a:p>
                      <a:r>
                        <a:rPr lang="fr-CA" sz="1200" dirty="0"/>
                        <a:t>Quand on atteint le PC</a:t>
                      </a:r>
                    </a:p>
                  </a:txBody>
                  <a:tcPr marL="68580" marR="68580" marT="34290" marB="34290"/>
                </a:tc>
                <a:tc>
                  <a:txBody>
                    <a:bodyPr/>
                    <a:lstStyle/>
                    <a:p>
                      <a:r>
                        <a:rPr lang="fr-CA" sz="1200" dirty="0"/>
                        <a:t>À intervalle fixe </a:t>
                      </a:r>
                    </a:p>
                  </a:txBody>
                  <a:tcPr marL="68580" marR="68580" marT="34290" marB="34290"/>
                </a:tc>
                <a:extLst>
                  <a:ext uri="{0D108BD9-81ED-4DB2-BD59-A6C34878D82A}">
                    <a16:rowId xmlns:a16="http://schemas.microsoft.com/office/drawing/2014/main" val="10002"/>
                  </a:ext>
                </a:extLst>
              </a:tr>
              <a:tr h="468603">
                <a:tc>
                  <a:txBody>
                    <a:bodyPr/>
                    <a:lstStyle/>
                    <a:p>
                      <a:r>
                        <a:rPr lang="fr-CA" sz="1400" dirty="0"/>
                        <a:t>Inventaire</a:t>
                      </a:r>
                    </a:p>
                  </a:txBody>
                  <a:tcPr marL="68580" marR="68580" marT="34290" marB="34290"/>
                </a:tc>
                <a:tc>
                  <a:txBody>
                    <a:bodyPr/>
                    <a:lstStyle/>
                    <a:p>
                      <a:r>
                        <a:rPr lang="fr-CA" sz="1200" dirty="0"/>
                        <a:t>Permanent</a:t>
                      </a:r>
                    </a:p>
                  </a:txBody>
                  <a:tcPr marL="68580" marR="68580" marT="34290" marB="34290"/>
                </a:tc>
                <a:tc>
                  <a:txBody>
                    <a:bodyPr/>
                    <a:lstStyle/>
                    <a:p>
                      <a:r>
                        <a:rPr lang="fr-CA" sz="1200" dirty="0"/>
                        <a:t>Décompte</a:t>
                      </a:r>
                      <a:r>
                        <a:rPr lang="fr-CA" sz="1200" baseline="0" dirty="0"/>
                        <a:t> périodique au moment de la commande</a:t>
                      </a:r>
                      <a:endParaRPr lang="fr-CA" sz="1200" dirty="0"/>
                    </a:p>
                  </a:txBody>
                  <a:tcPr marL="68580" marR="68580" marT="34290" marB="34290"/>
                </a:tc>
                <a:extLst>
                  <a:ext uri="{0D108BD9-81ED-4DB2-BD59-A6C34878D82A}">
                    <a16:rowId xmlns:a16="http://schemas.microsoft.com/office/drawing/2014/main" val="10003"/>
                  </a:ext>
                </a:extLst>
              </a:tr>
              <a:tr h="665910">
                <a:tc>
                  <a:txBody>
                    <a:bodyPr/>
                    <a:lstStyle/>
                    <a:p>
                      <a:r>
                        <a:rPr lang="fr-CA" sz="1400" dirty="0"/>
                        <a:t>Stock de sécurité</a:t>
                      </a:r>
                    </a:p>
                  </a:txBody>
                  <a:tcPr marL="68580" marR="68580" marT="34290" marB="34290"/>
                </a:tc>
                <a:tc>
                  <a:txBody>
                    <a:bodyPr/>
                    <a:lstStyle/>
                    <a:p>
                      <a:r>
                        <a:rPr lang="fr-CA" sz="1200" dirty="0"/>
                        <a:t>À</a:t>
                      </a:r>
                      <a:r>
                        <a:rPr lang="fr-CA" sz="1200" baseline="0" dirty="0"/>
                        <a:t> niveau de service égal, </a:t>
                      </a:r>
                      <a:r>
                        <a:rPr lang="fr-CA" sz="1200" b="0" u="sng" baseline="0" dirty="0"/>
                        <a:t>plus petit</a:t>
                      </a:r>
                      <a:r>
                        <a:rPr lang="fr-CA" sz="1200" b="1" baseline="0" dirty="0"/>
                        <a:t> </a:t>
                      </a:r>
                      <a:r>
                        <a:rPr lang="fr-CA" sz="1200" baseline="0" dirty="0"/>
                        <a:t>que dans le modèle RP</a:t>
                      </a:r>
                      <a:endParaRPr lang="fr-CA" sz="1200" dirty="0"/>
                    </a:p>
                  </a:txBody>
                  <a:tcPr marL="68580" marR="68580" marT="34290" marB="34290"/>
                </a:tc>
                <a:tc>
                  <a:txBody>
                    <a:bodyPr/>
                    <a:lstStyle/>
                    <a:p>
                      <a:r>
                        <a:rPr lang="fr-CA" sz="1200" dirty="0"/>
                        <a:t>À niveau de service égal, </a:t>
                      </a:r>
                      <a:r>
                        <a:rPr lang="fr-CA" sz="1200" u="sng" dirty="0"/>
                        <a:t>plus grand</a:t>
                      </a:r>
                      <a:r>
                        <a:rPr lang="fr-CA" sz="1200" dirty="0"/>
                        <a:t> que dans le modèle PC</a:t>
                      </a:r>
                    </a:p>
                  </a:txBody>
                  <a:tcPr marL="68580" marR="68580" marT="34290" marB="34290"/>
                </a:tc>
                <a:extLst>
                  <a:ext uri="{0D108BD9-81ED-4DB2-BD59-A6C34878D82A}">
                    <a16:rowId xmlns:a16="http://schemas.microsoft.com/office/drawing/2014/main" val="10004"/>
                  </a:ext>
                </a:extLst>
              </a:tr>
              <a:tr h="468603">
                <a:tc>
                  <a:txBody>
                    <a:bodyPr/>
                    <a:lstStyle/>
                    <a:p>
                      <a:r>
                        <a:rPr lang="fr-CA" sz="1400" dirty="0"/>
                        <a:t>Type</a:t>
                      </a:r>
                      <a:r>
                        <a:rPr lang="fr-CA" sz="1400" baseline="0" dirty="0"/>
                        <a:t> d’item</a:t>
                      </a:r>
                      <a:endParaRPr lang="fr-CA" sz="1400" dirty="0"/>
                    </a:p>
                  </a:txBody>
                  <a:tcPr marL="68580" marR="68580" marT="34290" marB="34290"/>
                </a:tc>
                <a:tc>
                  <a:txBody>
                    <a:bodyPr/>
                    <a:lstStyle/>
                    <a:p>
                      <a:r>
                        <a:rPr lang="fr-CA" sz="1200" dirty="0"/>
                        <a:t>Classes A et</a:t>
                      </a:r>
                      <a:r>
                        <a:rPr lang="fr-CA" sz="1200" baseline="0" dirty="0"/>
                        <a:t> B (items critiques et/ou dispendieux)</a:t>
                      </a:r>
                      <a:endParaRPr lang="fr-CA" sz="1200" dirty="0"/>
                    </a:p>
                  </a:txBody>
                  <a:tcPr marL="68580" marR="68580" marT="34290" marB="34290"/>
                </a:tc>
                <a:tc>
                  <a:txBody>
                    <a:bodyPr/>
                    <a:lstStyle/>
                    <a:p>
                      <a:r>
                        <a:rPr lang="fr-CA" sz="1200" dirty="0"/>
                        <a:t>Classes B et C</a:t>
                      </a:r>
                    </a:p>
                  </a:txBody>
                  <a:tcPr marL="68580" marR="68580" marT="34290" marB="34290"/>
                </a:tc>
                <a:extLst>
                  <a:ext uri="{0D108BD9-81ED-4DB2-BD59-A6C34878D82A}">
                    <a16:rowId xmlns:a16="http://schemas.microsoft.com/office/drawing/2014/main" val="10005"/>
                  </a:ext>
                </a:extLst>
              </a:tr>
              <a:tr h="863216">
                <a:tc>
                  <a:txBody>
                    <a:bodyPr/>
                    <a:lstStyle/>
                    <a:p>
                      <a:r>
                        <a:rPr lang="fr-CA" sz="1400" dirty="0"/>
                        <a:t>Calcul du coût total</a:t>
                      </a:r>
                      <a:r>
                        <a:rPr lang="fr-CA" sz="1400" baseline="0" dirty="0"/>
                        <a:t> annuel</a:t>
                      </a:r>
                      <a:endParaRPr lang="fr-CA" sz="1400" dirty="0"/>
                    </a:p>
                  </a:txBody>
                  <a:tcPr marL="68580" marR="68580" marT="34290" marB="34290"/>
                </a:tc>
                <a:tc>
                  <a:txBody>
                    <a:bodyPr/>
                    <a:lstStyle/>
                    <a:p>
                      <a:r>
                        <a:rPr lang="fr-CA" sz="1200" dirty="0"/>
                        <a:t>On utilise la QEC puisqu’on commande toujours</a:t>
                      </a:r>
                      <a:r>
                        <a:rPr lang="fr-CA" sz="1200" baseline="0" dirty="0"/>
                        <a:t> la même quantité</a:t>
                      </a:r>
                      <a:endParaRPr lang="fr-CA" sz="1200" dirty="0"/>
                    </a:p>
                  </a:txBody>
                  <a:tcPr marL="68580" marR="68580" marT="34290" marB="34290"/>
                </a:tc>
                <a:tc>
                  <a:txBody>
                    <a:bodyPr/>
                    <a:lstStyle/>
                    <a:p>
                      <a:r>
                        <a:rPr lang="fr-CA" sz="1200" dirty="0"/>
                        <a:t>On utilise la quantité</a:t>
                      </a:r>
                      <a:r>
                        <a:rPr lang="fr-CA" sz="1200" baseline="0" dirty="0"/>
                        <a:t> moyenne commandée puisque la quantité varie à chaque commande</a:t>
                      </a:r>
                      <a:endParaRPr lang="fr-CA" sz="1200" dirty="0"/>
                    </a:p>
                  </a:txBody>
                  <a:tcPr marL="68580" marR="68580" marT="34290" marB="34290"/>
                </a:tc>
                <a:extLst>
                  <a:ext uri="{0D108BD9-81ED-4DB2-BD59-A6C34878D82A}">
                    <a16:rowId xmlns:a16="http://schemas.microsoft.com/office/drawing/2014/main" val="10006"/>
                  </a:ext>
                </a:extLst>
              </a:tr>
            </a:tbl>
          </a:graphicData>
        </a:graphic>
      </p:graphicFrame>
      <p:sp>
        <p:nvSpPr>
          <p:cNvPr id="5" name="ZoneTexte 4"/>
          <p:cNvSpPr txBox="1"/>
          <p:nvPr/>
        </p:nvSpPr>
        <p:spPr>
          <a:xfrm>
            <a:off x="1337341" y="5406245"/>
            <a:ext cx="4631635" cy="230832"/>
          </a:xfrm>
          <a:prstGeom prst="rect">
            <a:avLst/>
          </a:prstGeom>
          <a:noFill/>
        </p:spPr>
        <p:txBody>
          <a:bodyPr wrap="square" rtlCol="0">
            <a:spAutoFit/>
          </a:bodyPr>
          <a:lstStyle/>
          <a:p>
            <a:pPr fontAlgn="base">
              <a:spcBef>
                <a:spcPct val="0"/>
              </a:spcBef>
              <a:spcAft>
                <a:spcPct val="0"/>
              </a:spcAft>
            </a:pPr>
            <a:r>
              <a:rPr lang="fr-CA" sz="900" dirty="0">
                <a:solidFill>
                  <a:srgbClr val="000000"/>
                </a:solidFill>
              </a:rPr>
              <a:t>Source : Jacobs and </a:t>
            </a:r>
            <a:r>
              <a:rPr lang="fr-CA" sz="900" dirty="0" err="1">
                <a:solidFill>
                  <a:srgbClr val="000000"/>
                </a:solidFill>
              </a:rPr>
              <a:t>Chase,</a:t>
            </a:r>
            <a:r>
              <a:rPr lang="fr-CA" sz="900" i="1" dirty="0" err="1">
                <a:solidFill>
                  <a:srgbClr val="000000"/>
                </a:solidFill>
              </a:rPr>
              <a:t>The</a:t>
            </a:r>
            <a:r>
              <a:rPr lang="fr-CA" sz="900" i="1" dirty="0">
                <a:solidFill>
                  <a:srgbClr val="000000"/>
                </a:solidFill>
              </a:rPr>
              <a:t> </a:t>
            </a:r>
            <a:r>
              <a:rPr lang="fr-CA" sz="900" i="1" dirty="0" err="1">
                <a:solidFill>
                  <a:srgbClr val="000000"/>
                </a:solidFill>
              </a:rPr>
              <a:t>Core</a:t>
            </a:r>
            <a:r>
              <a:rPr lang="fr-CA" sz="900" i="1" dirty="0">
                <a:solidFill>
                  <a:srgbClr val="000000"/>
                </a:solidFill>
              </a:rPr>
              <a:t>, </a:t>
            </a:r>
            <a:r>
              <a:rPr lang="fr-CA" sz="900" dirty="0" err="1">
                <a:solidFill>
                  <a:srgbClr val="000000"/>
                </a:solidFill>
              </a:rPr>
              <a:t>exhibit</a:t>
            </a:r>
            <a:r>
              <a:rPr lang="fr-CA" sz="900" dirty="0">
                <a:solidFill>
                  <a:srgbClr val="000000"/>
                </a:solidFill>
              </a:rPr>
              <a:t> 12.2, p. 319.</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Notions de base…</a:t>
            </a:r>
          </a:p>
        </p:txBody>
      </p:sp>
      <p:graphicFrame>
        <p:nvGraphicFramePr>
          <p:cNvPr id="4" name="Espace réservé du contenu 3"/>
          <p:cNvGraphicFramePr>
            <a:graphicFrameLocks noGrp="1"/>
          </p:cNvGraphicFramePr>
          <p:nvPr>
            <p:ph idx="1"/>
          </p:nvPr>
        </p:nvGraphicFramePr>
        <p:xfrm>
          <a:off x="2160453" y="1415944"/>
          <a:ext cx="6000000" cy="2105117"/>
        </p:xfrm>
        <a:graphic>
          <a:graphicData uri="http://schemas.openxmlformats.org/drawingml/2006/table">
            <a:tbl>
              <a:tblPr firstRow="1" bandRow="1">
                <a:tableStyleId>{9DCAF9ED-07DC-4A11-8D7F-57B35C25682E}</a:tableStyleId>
              </a:tblPr>
              <a:tblGrid>
                <a:gridCol w="6000000">
                  <a:extLst>
                    <a:ext uri="{9D8B030D-6E8A-4147-A177-3AD203B41FA5}">
                      <a16:colId xmlns:a16="http://schemas.microsoft.com/office/drawing/2014/main" val="20001"/>
                    </a:ext>
                  </a:extLst>
                </a:gridCol>
              </a:tblGrid>
              <a:tr h="381000">
                <a:tc>
                  <a:txBody>
                    <a:bodyPr/>
                    <a:lstStyle/>
                    <a:p>
                      <a:pPr algn="ctr"/>
                      <a:r>
                        <a:rPr lang="fr-CA" sz="2000" dirty="0"/>
                        <a:t>On arrondit…</a:t>
                      </a:r>
                    </a:p>
                  </a:txBody>
                  <a:tcPr marL="76200" marR="76200" marT="38100" marB="38100" anchor="ctr"/>
                </a:tc>
                <a:extLst>
                  <a:ext uri="{0D108BD9-81ED-4DB2-BD59-A6C34878D82A}">
                    <a16:rowId xmlns:a16="http://schemas.microsoft.com/office/drawing/2014/main" val="10000"/>
                  </a:ext>
                </a:extLst>
              </a:tr>
              <a:tr h="352517">
                <a:tc>
                  <a:txBody>
                    <a:bodyPr/>
                    <a:lstStyle/>
                    <a:p>
                      <a:pPr algn="ctr"/>
                      <a:r>
                        <a:rPr lang="fr-CA" sz="1700" dirty="0"/>
                        <a:t>… des quantités réelles :</a:t>
                      </a:r>
                    </a:p>
                  </a:txBody>
                  <a:tcPr marL="76200" marR="76200" marT="38100" marB="38100" anchor="ctr"/>
                </a:tc>
                <a:extLst>
                  <a:ext uri="{0D108BD9-81ED-4DB2-BD59-A6C34878D82A}">
                    <a16:rowId xmlns:a16="http://schemas.microsoft.com/office/drawing/2014/main" val="10001"/>
                  </a:ext>
                </a:extLst>
              </a:tr>
              <a:tr h="1346200">
                <a:tc>
                  <a:txBody>
                    <a:bodyPr/>
                    <a:lstStyle/>
                    <a:p>
                      <a:pPr algn="ctr"/>
                      <a:r>
                        <a:rPr lang="fr-CA" sz="1700" dirty="0"/>
                        <a:t>Une prévision</a:t>
                      </a:r>
                    </a:p>
                    <a:p>
                      <a:pPr algn="ctr"/>
                      <a:r>
                        <a:rPr lang="fr-CA" sz="1700" dirty="0"/>
                        <a:t>Une quantité économique à commander (QEC)</a:t>
                      </a:r>
                    </a:p>
                    <a:p>
                      <a:pPr algn="ctr"/>
                      <a:r>
                        <a:rPr lang="fr-CA" sz="1700" dirty="0"/>
                        <a:t>Une quantité à commander (QC)</a:t>
                      </a:r>
                    </a:p>
                    <a:p>
                      <a:pPr algn="ctr"/>
                      <a:r>
                        <a:rPr lang="fr-CA" sz="1700" dirty="0"/>
                        <a:t>Un point de commande (PC)</a:t>
                      </a:r>
                    </a:p>
                    <a:p>
                      <a:pPr algn="ctr"/>
                      <a:r>
                        <a:rPr lang="fr-CA" sz="1700" dirty="0"/>
                        <a:t>Un stock de sécurité (SS)</a:t>
                      </a:r>
                    </a:p>
                  </a:txBody>
                  <a:tcPr marL="76200" marR="76200" marT="38100" marB="38100" anchor="ctr"/>
                </a:tc>
                <a:extLst>
                  <a:ext uri="{0D108BD9-81ED-4DB2-BD59-A6C34878D82A}">
                    <a16:rowId xmlns:a16="http://schemas.microsoft.com/office/drawing/2014/main" val="10002"/>
                  </a:ext>
                </a:extLst>
              </a:tr>
            </a:tbl>
          </a:graphicData>
        </a:graphic>
      </p:graphicFrame>
      <p:graphicFrame>
        <p:nvGraphicFramePr>
          <p:cNvPr id="6" name="Espace réservé du contenu 3">
            <a:extLst>
              <a:ext uri="{FF2B5EF4-FFF2-40B4-BE49-F238E27FC236}">
                <a16:creationId xmlns:a16="http://schemas.microsoft.com/office/drawing/2014/main" id="{66B68DA0-3330-47F6-A64C-21917FB2DE3B}"/>
              </a:ext>
            </a:extLst>
          </p:cNvPr>
          <p:cNvGraphicFramePr>
            <a:graphicFrameLocks/>
          </p:cNvGraphicFramePr>
          <p:nvPr/>
        </p:nvGraphicFramePr>
        <p:xfrm>
          <a:off x="2160453" y="3717335"/>
          <a:ext cx="6000000" cy="1846037"/>
        </p:xfrm>
        <a:graphic>
          <a:graphicData uri="http://schemas.openxmlformats.org/drawingml/2006/table">
            <a:tbl>
              <a:tblPr firstRow="1" bandRow="1">
                <a:tableStyleId>{9DCAF9ED-07DC-4A11-8D7F-57B35C25682E}</a:tableStyleId>
              </a:tblPr>
              <a:tblGrid>
                <a:gridCol w="6000000">
                  <a:extLst>
                    <a:ext uri="{9D8B030D-6E8A-4147-A177-3AD203B41FA5}">
                      <a16:colId xmlns:a16="http://schemas.microsoft.com/office/drawing/2014/main" val="20002"/>
                    </a:ext>
                  </a:extLst>
                </a:gridCol>
              </a:tblGrid>
              <a:tr h="381000">
                <a:tc>
                  <a:txBody>
                    <a:bodyPr/>
                    <a:lstStyle/>
                    <a:p>
                      <a:pPr algn="ctr"/>
                      <a:r>
                        <a:rPr lang="fr-CA" sz="2000" dirty="0"/>
                        <a:t>On n’arrondit pas…</a:t>
                      </a:r>
                    </a:p>
                  </a:txBody>
                  <a:tcPr marL="76200" marR="76200" marT="38100" marB="38100" anchor="ctr"/>
                </a:tc>
                <a:extLst>
                  <a:ext uri="{0D108BD9-81ED-4DB2-BD59-A6C34878D82A}">
                    <a16:rowId xmlns:a16="http://schemas.microsoft.com/office/drawing/2014/main" val="10000"/>
                  </a:ext>
                </a:extLst>
              </a:tr>
              <a:tr h="352517">
                <a:tc>
                  <a:txBody>
                    <a:bodyPr/>
                    <a:lstStyle/>
                    <a:p>
                      <a:pPr algn="ctr"/>
                      <a:r>
                        <a:rPr lang="fr-CA" sz="1700" dirty="0"/>
                        <a:t>… des moyennes :</a:t>
                      </a:r>
                    </a:p>
                  </a:txBody>
                  <a:tcPr marL="76200" marR="76200" marT="38100" marB="38100" anchor="ctr"/>
                </a:tc>
                <a:extLst>
                  <a:ext uri="{0D108BD9-81ED-4DB2-BD59-A6C34878D82A}">
                    <a16:rowId xmlns:a16="http://schemas.microsoft.com/office/drawing/2014/main" val="10001"/>
                  </a:ext>
                </a:extLst>
              </a:tr>
              <a:tr h="1092200">
                <a:tc>
                  <a:txBody>
                    <a:bodyPr/>
                    <a:lstStyle/>
                    <a:p>
                      <a:pPr algn="ctr"/>
                      <a:r>
                        <a:rPr lang="fr-CA" sz="1700" dirty="0"/>
                        <a:t>Une demande moyenne - taux de consommation moyen (µ)</a:t>
                      </a:r>
                    </a:p>
                    <a:p>
                      <a:pPr algn="ctr"/>
                      <a:r>
                        <a:rPr lang="fr-CA" sz="1700" dirty="0"/>
                        <a:t>Une QC moyenne commandée</a:t>
                      </a:r>
                    </a:p>
                    <a:p>
                      <a:pPr algn="ctr"/>
                      <a:r>
                        <a:rPr lang="fr-CA" sz="1700" dirty="0"/>
                        <a:t>Un nombre moyen de commande</a:t>
                      </a:r>
                    </a:p>
                    <a:p>
                      <a:pPr algn="ctr"/>
                      <a:r>
                        <a:rPr lang="fr-CA" sz="1700" dirty="0"/>
                        <a:t>Un écart type de la demande</a:t>
                      </a:r>
                    </a:p>
                  </a:txBody>
                  <a:tcPr marL="76200" marR="76200" marT="38100" marB="38100" anchor="ctr"/>
                </a:tc>
                <a:extLst>
                  <a:ext uri="{0D108BD9-81ED-4DB2-BD59-A6C34878D82A}">
                    <a16:rowId xmlns:a16="http://schemas.microsoft.com/office/drawing/2014/main" val="10002"/>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B471BBC-F5ED-4112-A171-F72B495AB789}"/>
              </a:ext>
            </a:extLst>
          </p:cNvPr>
          <p:cNvSpPr>
            <a:spLocks noGrp="1"/>
          </p:cNvSpPr>
          <p:nvPr>
            <p:ph type="title"/>
          </p:nvPr>
        </p:nvSpPr>
        <p:spPr/>
        <p:txBody>
          <a:bodyPr/>
          <a:lstStyle/>
          <a:p>
            <a:r>
              <a:rPr lang="fr-CA" dirty="0"/>
              <a:t>Questions…</a:t>
            </a:r>
          </a:p>
        </p:txBody>
      </p:sp>
      <p:grpSp>
        <p:nvGrpSpPr>
          <p:cNvPr id="5" name="Group 138">
            <a:extLst>
              <a:ext uri="{FF2B5EF4-FFF2-40B4-BE49-F238E27FC236}">
                <a16:creationId xmlns:a16="http://schemas.microsoft.com/office/drawing/2014/main" id="{58B95182-4054-43D5-805D-EA019D19B037}"/>
              </a:ext>
            </a:extLst>
          </p:cNvPr>
          <p:cNvGrpSpPr/>
          <p:nvPr/>
        </p:nvGrpSpPr>
        <p:grpSpPr>
          <a:xfrm>
            <a:off x="4374561" y="1844623"/>
            <a:ext cx="1977212" cy="2921741"/>
            <a:chOff x="8704441" y="2571694"/>
            <a:chExt cx="7028256" cy="10385705"/>
          </a:xfrm>
        </p:grpSpPr>
        <p:sp>
          <p:nvSpPr>
            <p:cNvPr id="6" name="Shape 34173">
              <a:extLst>
                <a:ext uri="{FF2B5EF4-FFF2-40B4-BE49-F238E27FC236}">
                  <a16:creationId xmlns:a16="http://schemas.microsoft.com/office/drawing/2014/main" id="{54F8AFD0-226B-45AF-A0F9-4E5B60DD3D2D}"/>
                </a:ext>
              </a:extLst>
            </p:cNvPr>
            <p:cNvSpPr/>
            <p:nvPr/>
          </p:nvSpPr>
          <p:spPr>
            <a:xfrm>
              <a:off x="8704441" y="4977041"/>
              <a:ext cx="795138" cy="696056"/>
            </a:xfrm>
            <a:custGeom>
              <a:avLst/>
              <a:gdLst/>
              <a:ahLst/>
              <a:cxnLst>
                <a:cxn ang="0">
                  <a:pos x="wd2" y="hd2"/>
                </a:cxn>
                <a:cxn ang="5400000">
                  <a:pos x="wd2" y="hd2"/>
                </a:cxn>
                <a:cxn ang="10800000">
                  <a:pos x="wd2" y="hd2"/>
                </a:cxn>
                <a:cxn ang="16200000">
                  <a:pos x="wd2" y="hd2"/>
                </a:cxn>
              </a:cxnLst>
              <a:rect l="0" t="0" r="r" b="b"/>
              <a:pathLst>
                <a:path w="20856" h="21029" extrusionOk="0">
                  <a:moveTo>
                    <a:pt x="20115" y="12466"/>
                  </a:moveTo>
                  <a:cubicBezTo>
                    <a:pt x="19732" y="10390"/>
                    <a:pt x="17957" y="9059"/>
                    <a:pt x="16157" y="9500"/>
                  </a:cubicBezTo>
                  <a:cubicBezTo>
                    <a:pt x="15676" y="9618"/>
                    <a:pt x="15243" y="9853"/>
                    <a:pt x="14872" y="10171"/>
                  </a:cubicBezTo>
                  <a:lnTo>
                    <a:pt x="17218" y="12800"/>
                  </a:lnTo>
                  <a:cubicBezTo>
                    <a:pt x="17383" y="12986"/>
                    <a:pt x="17387" y="13290"/>
                    <a:pt x="17227" y="13481"/>
                  </a:cubicBezTo>
                  <a:cubicBezTo>
                    <a:pt x="17066" y="13671"/>
                    <a:pt x="16803" y="13676"/>
                    <a:pt x="16637" y="13490"/>
                  </a:cubicBezTo>
                  <a:lnTo>
                    <a:pt x="14268" y="10834"/>
                  </a:lnTo>
                  <a:cubicBezTo>
                    <a:pt x="13652" y="11707"/>
                    <a:pt x="13371" y="12880"/>
                    <a:pt x="13589" y="14063"/>
                  </a:cubicBezTo>
                  <a:cubicBezTo>
                    <a:pt x="13972" y="16139"/>
                    <a:pt x="15747" y="17470"/>
                    <a:pt x="17547" y="17029"/>
                  </a:cubicBezTo>
                  <a:cubicBezTo>
                    <a:pt x="19346" y="16589"/>
                    <a:pt x="20498" y="14541"/>
                    <a:pt x="20115" y="12466"/>
                  </a:cubicBezTo>
                  <a:close/>
                  <a:moveTo>
                    <a:pt x="12445" y="7390"/>
                  </a:moveTo>
                  <a:lnTo>
                    <a:pt x="10862" y="7777"/>
                  </a:lnTo>
                  <a:cubicBezTo>
                    <a:pt x="10683" y="7821"/>
                    <a:pt x="10443" y="7721"/>
                    <a:pt x="10330" y="7554"/>
                  </a:cubicBezTo>
                  <a:lnTo>
                    <a:pt x="9382" y="6156"/>
                  </a:lnTo>
                  <a:lnTo>
                    <a:pt x="7858" y="9354"/>
                  </a:lnTo>
                  <a:cubicBezTo>
                    <a:pt x="7858" y="9354"/>
                    <a:pt x="8237" y="9436"/>
                    <a:pt x="8700" y="9536"/>
                  </a:cubicBezTo>
                  <a:lnTo>
                    <a:pt x="12662" y="8566"/>
                  </a:lnTo>
                  <a:cubicBezTo>
                    <a:pt x="12662" y="8566"/>
                    <a:pt x="12445" y="7390"/>
                    <a:pt x="12445" y="7390"/>
                  </a:cubicBezTo>
                  <a:close/>
                  <a:moveTo>
                    <a:pt x="12276" y="9645"/>
                  </a:moveTo>
                  <a:lnTo>
                    <a:pt x="10649" y="10043"/>
                  </a:lnTo>
                  <a:cubicBezTo>
                    <a:pt x="10837" y="10188"/>
                    <a:pt x="10975" y="10413"/>
                    <a:pt x="11024" y="10676"/>
                  </a:cubicBezTo>
                  <a:lnTo>
                    <a:pt x="11025" y="10675"/>
                  </a:lnTo>
                  <a:cubicBezTo>
                    <a:pt x="11025" y="10675"/>
                    <a:pt x="11166" y="11451"/>
                    <a:pt x="11342" y="12416"/>
                  </a:cubicBezTo>
                  <a:cubicBezTo>
                    <a:pt x="11342" y="12416"/>
                    <a:pt x="12276" y="9645"/>
                    <a:pt x="12276" y="9645"/>
                  </a:cubicBezTo>
                  <a:close/>
                  <a:moveTo>
                    <a:pt x="9392" y="11587"/>
                  </a:moveTo>
                  <a:cubicBezTo>
                    <a:pt x="9392" y="11587"/>
                    <a:pt x="7390" y="11287"/>
                    <a:pt x="6435" y="11138"/>
                  </a:cubicBezTo>
                  <a:lnTo>
                    <a:pt x="5956" y="12381"/>
                  </a:lnTo>
                  <a:cubicBezTo>
                    <a:pt x="6790" y="12920"/>
                    <a:pt x="7454" y="13798"/>
                    <a:pt x="7783" y="14892"/>
                  </a:cubicBezTo>
                  <a:lnTo>
                    <a:pt x="9906" y="14373"/>
                  </a:lnTo>
                  <a:cubicBezTo>
                    <a:pt x="9906" y="14373"/>
                    <a:pt x="9392" y="11587"/>
                    <a:pt x="9392" y="11587"/>
                  </a:cubicBezTo>
                  <a:close/>
                  <a:moveTo>
                    <a:pt x="7320" y="15990"/>
                  </a:moveTo>
                  <a:lnTo>
                    <a:pt x="4073" y="16785"/>
                  </a:lnTo>
                  <a:cubicBezTo>
                    <a:pt x="3848" y="16840"/>
                    <a:pt x="3626" y="16674"/>
                    <a:pt x="3578" y="16414"/>
                  </a:cubicBezTo>
                  <a:cubicBezTo>
                    <a:pt x="3557" y="16296"/>
                    <a:pt x="3576" y="16181"/>
                    <a:pt x="3622" y="16083"/>
                  </a:cubicBezTo>
                  <a:lnTo>
                    <a:pt x="3621" y="16082"/>
                  </a:lnTo>
                  <a:lnTo>
                    <a:pt x="4917" y="12711"/>
                  </a:lnTo>
                  <a:cubicBezTo>
                    <a:pt x="4410" y="12543"/>
                    <a:pt x="3861" y="12510"/>
                    <a:pt x="3309" y="12645"/>
                  </a:cubicBezTo>
                  <a:cubicBezTo>
                    <a:pt x="1510" y="13086"/>
                    <a:pt x="358" y="15133"/>
                    <a:pt x="741" y="17209"/>
                  </a:cubicBezTo>
                  <a:cubicBezTo>
                    <a:pt x="1124" y="19285"/>
                    <a:pt x="2899" y="20615"/>
                    <a:pt x="4699" y="20175"/>
                  </a:cubicBezTo>
                  <a:cubicBezTo>
                    <a:pt x="6388" y="19761"/>
                    <a:pt x="7507" y="17930"/>
                    <a:pt x="7320" y="15990"/>
                  </a:cubicBezTo>
                  <a:close/>
                  <a:moveTo>
                    <a:pt x="4700" y="15647"/>
                  </a:moveTo>
                  <a:lnTo>
                    <a:pt x="7121" y="15055"/>
                  </a:lnTo>
                  <a:cubicBezTo>
                    <a:pt x="6845" y="14210"/>
                    <a:pt x="6329" y="13528"/>
                    <a:pt x="5683" y="13093"/>
                  </a:cubicBezTo>
                  <a:cubicBezTo>
                    <a:pt x="5683" y="13093"/>
                    <a:pt x="4700" y="15647"/>
                    <a:pt x="4700" y="15647"/>
                  </a:cubicBezTo>
                  <a:close/>
                  <a:moveTo>
                    <a:pt x="20768" y="12306"/>
                  </a:moveTo>
                  <a:cubicBezTo>
                    <a:pt x="21228" y="14801"/>
                    <a:pt x="19848" y="17253"/>
                    <a:pt x="17686" y="17782"/>
                  </a:cubicBezTo>
                  <a:cubicBezTo>
                    <a:pt x="15523" y="18311"/>
                    <a:pt x="13397" y="16718"/>
                    <a:pt x="12936" y="14223"/>
                  </a:cubicBezTo>
                  <a:cubicBezTo>
                    <a:pt x="12670" y="12777"/>
                    <a:pt x="13022" y="11346"/>
                    <a:pt x="13786" y="10295"/>
                  </a:cubicBezTo>
                  <a:lnTo>
                    <a:pt x="13180" y="9616"/>
                  </a:lnTo>
                  <a:lnTo>
                    <a:pt x="11655" y="14141"/>
                  </a:lnTo>
                  <a:cubicBezTo>
                    <a:pt x="11845" y="15192"/>
                    <a:pt x="12003" y="16082"/>
                    <a:pt x="12002" y="16116"/>
                  </a:cubicBezTo>
                  <a:cubicBezTo>
                    <a:pt x="11988" y="16676"/>
                    <a:pt x="11582" y="17117"/>
                    <a:pt x="11096" y="17100"/>
                  </a:cubicBezTo>
                  <a:cubicBezTo>
                    <a:pt x="10682" y="17085"/>
                    <a:pt x="10344" y="16743"/>
                    <a:pt x="10261" y="16295"/>
                  </a:cubicBezTo>
                  <a:lnTo>
                    <a:pt x="10260" y="16295"/>
                  </a:lnTo>
                  <a:lnTo>
                    <a:pt x="10079" y="15314"/>
                  </a:lnTo>
                  <a:lnTo>
                    <a:pt x="7974" y="15829"/>
                  </a:lnTo>
                  <a:cubicBezTo>
                    <a:pt x="8237" y="18189"/>
                    <a:pt x="6891" y="20425"/>
                    <a:pt x="4838" y="20928"/>
                  </a:cubicBezTo>
                  <a:cubicBezTo>
                    <a:pt x="2675" y="21457"/>
                    <a:pt x="549" y="19863"/>
                    <a:pt x="88" y="17369"/>
                  </a:cubicBezTo>
                  <a:cubicBezTo>
                    <a:pt x="-372" y="14874"/>
                    <a:pt x="1008" y="12422"/>
                    <a:pt x="3170" y="11892"/>
                  </a:cubicBezTo>
                  <a:cubicBezTo>
                    <a:pt x="3866" y="11722"/>
                    <a:pt x="4557" y="11772"/>
                    <a:pt x="5191" y="12001"/>
                  </a:cubicBezTo>
                  <a:lnTo>
                    <a:pt x="5611" y="10908"/>
                  </a:lnTo>
                  <a:cubicBezTo>
                    <a:pt x="5188" y="10637"/>
                    <a:pt x="4908" y="10111"/>
                    <a:pt x="4924" y="9516"/>
                  </a:cubicBezTo>
                  <a:cubicBezTo>
                    <a:pt x="4931" y="9235"/>
                    <a:pt x="5004" y="8976"/>
                    <a:pt x="5123" y="8753"/>
                  </a:cubicBezTo>
                  <a:lnTo>
                    <a:pt x="5122" y="8753"/>
                  </a:lnTo>
                  <a:lnTo>
                    <a:pt x="7375" y="4249"/>
                  </a:lnTo>
                  <a:lnTo>
                    <a:pt x="7375" y="4250"/>
                  </a:lnTo>
                  <a:cubicBezTo>
                    <a:pt x="7591" y="3700"/>
                    <a:pt x="8076" y="3326"/>
                    <a:pt x="8631" y="3346"/>
                  </a:cubicBezTo>
                  <a:cubicBezTo>
                    <a:pt x="9070" y="3361"/>
                    <a:pt x="9452" y="3620"/>
                    <a:pt x="9685" y="4006"/>
                  </a:cubicBezTo>
                  <a:lnTo>
                    <a:pt x="9686" y="4006"/>
                  </a:lnTo>
                  <a:lnTo>
                    <a:pt x="11018" y="6165"/>
                  </a:lnTo>
                  <a:lnTo>
                    <a:pt x="12915" y="5701"/>
                  </a:lnTo>
                  <a:cubicBezTo>
                    <a:pt x="13275" y="5613"/>
                    <a:pt x="13630" y="5878"/>
                    <a:pt x="13706" y="6294"/>
                  </a:cubicBezTo>
                  <a:cubicBezTo>
                    <a:pt x="13778" y="6683"/>
                    <a:pt x="13580" y="7062"/>
                    <a:pt x="13259" y="7182"/>
                  </a:cubicBezTo>
                  <a:lnTo>
                    <a:pt x="13534" y="8671"/>
                  </a:lnTo>
                  <a:lnTo>
                    <a:pt x="14385" y="9625"/>
                  </a:lnTo>
                  <a:cubicBezTo>
                    <a:pt x="14850" y="9205"/>
                    <a:pt x="15402" y="8898"/>
                    <a:pt x="16018" y="8747"/>
                  </a:cubicBezTo>
                  <a:cubicBezTo>
                    <a:pt x="18181" y="8217"/>
                    <a:pt x="20307" y="9811"/>
                    <a:pt x="20768" y="12306"/>
                  </a:cubicBezTo>
                  <a:close/>
                  <a:moveTo>
                    <a:pt x="8795" y="1859"/>
                  </a:moveTo>
                  <a:cubicBezTo>
                    <a:pt x="8642" y="1027"/>
                    <a:pt x="9102" y="210"/>
                    <a:pt x="9823" y="34"/>
                  </a:cubicBezTo>
                  <a:cubicBezTo>
                    <a:pt x="10543" y="-143"/>
                    <a:pt x="11252" y="388"/>
                    <a:pt x="11406" y="1220"/>
                  </a:cubicBezTo>
                  <a:cubicBezTo>
                    <a:pt x="11559" y="2051"/>
                    <a:pt x="11099" y="2869"/>
                    <a:pt x="10378" y="3045"/>
                  </a:cubicBezTo>
                  <a:cubicBezTo>
                    <a:pt x="9658" y="3222"/>
                    <a:pt x="8949" y="2690"/>
                    <a:pt x="8795" y="1859"/>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1424" dirty="0">
                <a:latin typeface="Lato Light" panose="020F0502020204030203" pitchFamily="34" charset="0"/>
              </a:endParaRPr>
            </a:p>
          </p:txBody>
        </p:sp>
        <p:sp>
          <p:nvSpPr>
            <p:cNvPr id="7" name="Shape 34174">
              <a:extLst>
                <a:ext uri="{FF2B5EF4-FFF2-40B4-BE49-F238E27FC236}">
                  <a16:creationId xmlns:a16="http://schemas.microsoft.com/office/drawing/2014/main" id="{68128151-2760-45B8-97EA-5230D64C08CC}"/>
                </a:ext>
              </a:extLst>
            </p:cNvPr>
            <p:cNvSpPr/>
            <p:nvPr/>
          </p:nvSpPr>
          <p:spPr>
            <a:xfrm>
              <a:off x="13207711" y="5129396"/>
              <a:ext cx="316260" cy="632520"/>
            </a:xfrm>
            <a:custGeom>
              <a:avLst/>
              <a:gdLst/>
              <a:ahLst/>
              <a:cxnLst>
                <a:cxn ang="0">
                  <a:pos x="wd2" y="hd2"/>
                </a:cxn>
                <a:cxn ang="5400000">
                  <a:pos x="wd2" y="hd2"/>
                </a:cxn>
                <a:cxn ang="10800000">
                  <a:pos x="wd2" y="hd2"/>
                </a:cxn>
                <a:cxn ang="16200000">
                  <a:pos x="wd2" y="hd2"/>
                </a:cxn>
              </a:cxnLst>
              <a:rect l="0" t="0" r="r" b="b"/>
              <a:pathLst>
                <a:path w="21600" h="21600" extrusionOk="0">
                  <a:moveTo>
                    <a:pt x="20250" y="4050"/>
                  </a:moveTo>
                  <a:lnTo>
                    <a:pt x="1618" y="4050"/>
                  </a:lnTo>
                  <a:lnTo>
                    <a:pt x="1618" y="17550"/>
                  </a:lnTo>
                  <a:lnTo>
                    <a:pt x="20250" y="17550"/>
                  </a:lnTo>
                  <a:lnTo>
                    <a:pt x="20250" y="4050"/>
                  </a:lnTo>
                  <a:close/>
                  <a:moveTo>
                    <a:pt x="14175" y="2025"/>
                  </a:moveTo>
                  <a:lnTo>
                    <a:pt x="7425" y="2025"/>
                  </a:lnTo>
                  <a:cubicBezTo>
                    <a:pt x="7052" y="2025"/>
                    <a:pt x="6750" y="2176"/>
                    <a:pt x="6750" y="2363"/>
                  </a:cubicBezTo>
                  <a:cubicBezTo>
                    <a:pt x="6750" y="2549"/>
                    <a:pt x="7052" y="2700"/>
                    <a:pt x="7425" y="2700"/>
                  </a:cubicBezTo>
                  <a:lnTo>
                    <a:pt x="14175" y="2700"/>
                  </a:lnTo>
                  <a:cubicBezTo>
                    <a:pt x="14548" y="2700"/>
                    <a:pt x="14850" y="2549"/>
                    <a:pt x="14850" y="2363"/>
                  </a:cubicBezTo>
                  <a:cubicBezTo>
                    <a:pt x="14850" y="2176"/>
                    <a:pt x="14548" y="2025"/>
                    <a:pt x="14175" y="2025"/>
                  </a:cubicBezTo>
                  <a:close/>
                  <a:moveTo>
                    <a:pt x="11475" y="20250"/>
                  </a:moveTo>
                  <a:cubicBezTo>
                    <a:pt x="12593" y="20250"/>
                    <a:pt x="13500" y="19797"/>
                    <a:pt x="13500" y="19238"/>
                  </a:cubicBezTo>
                  <a:cubicBezTo>
                    <a:pt x="13500" y="18678"/>
                    <a:pt x="12593" y="18225"/>
                    <a:pt x="11475" y="18225"/>
                  </a:cubicBezTo>
                  <a:cubicBezTo>
                    <a:pt x="10357" y="18225"/>
                    <a:pt x="9450" y="18678"/>
                    <a:pt x="9450" y="19238"/>
                  </a:cubicBezTo>
                  <a:cubicBezTo>
                    <a:pt x="9450" y="19797"/>
                    <a:pt x="10357" y="20250"/>
                    <a:pt x="11475" y="20250"/>
                  </a:cubicBezTo>
                  <a:close/>
                  <a:moveTo>
                    <a:pt x="18900" y="21600"/>
                  </a:moveTo>
                  <a:lnTo>
                    <a:pt x="2700" y="21600"/>
                  </a:lnTo>
                  <a:cubicBezTo>
                    <a:pt x="1954" y="21600"/>
                    <a:pt x="1279" y="21449"/>
                    <a:pt x="791" y="21205"/>
                  </a:cubicBezTo>
                  <a:cubicBezTo>
                    <a:pt x="302" y="20960"/>
                    <a:pt x="0" y="20623"/>
                    <a:pt x="0" y="20250"/>
                  </a:cubicBezTo>
                  <a:lnTo>
                    <a:pt x="0" y="1350"/>
                  </a:lnTo>
                  <a:cubicBezTo>
                    <a:pt x="0" y="977"/>
                    <a:pt x="302" y="640"/>
                    <a:pt x="791" y="395"/>
                  </a:cubicBezTo>
                  <a:cubicBezTo>
                    <a:pt x="1279" y="151"/>
                    <a:pt x="1954" y="0"/>
                    <a:pt x="2700" y="0"/>
                  </a:cubicBezTo>
                  <a:lnTo>
                    <a:pt x="18900" y="0"/>
                  </a:lnTo>
                  <a:cubicBezTo>
                    <a:pt x="19646" y="0"/>
                    <a:pt x="20321" y="151"/>
                    <a:pt x="20809" y="395"/>
                  </a:cubicBezTo>
                  <a:cubicBezTo>
                    <a:pt x="21298" y="640"/>
                    <a:pt x="21600" y="977"/>
                    <a:pt x="21600" y="1350"/>
                  </a:cubicBezTo>
                  <a:lnTo>
                    <a:pt x="21600" y="20250"/>
                  </a:lnTo>
                  <a:cubicBezTo>
                    <a:pt x="21600" y="20623"/>
                    <a:pt x="21298" y="20960"/>
                    <a:pt x="20809" y="21205"/>
                  </a:cubicBezTo>
                  <a:cubicBezTo>
                    <a:pt x="20321" y="21449"/>
                    <a:pt x="19646" y="21600"/>
                    <a:pt x="18900"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8" name="Shape 34175">
              <a:extLst>
                <a:ext uri="{FF2B5EF4-FFF2-40B4-BE49-F238E27FC236}">
                  <a16:creationId xmlns:a16="http://schemas.microsoft.com/office/drawing/2014/main" id="{1D7F4211-594B-47C9-8DCD-A4BCD12E586A}"/>
                </a:ext>
              </a:extLst>
            </p:cNvPr>
            <p:cNvSpPr/>
            <p:nvPr/>
          </p:nvSpPr>
          <p:spPr>
            <a:xfrm>
              <a:off x="13346915" y="6245061"/>
              <a:ext cx="528722" cy="466192"/>
            </a:xfrm>
            <a:custGeom>
              <a:avLst/>
              <a:gdLst/>
              <a:ahLst/>
              <a:cxnLst>
                <a:cxn ang="0">
                  <a:pos x="wd2" y="hd2"/>
                </a:cxn>
                <a:cxn ang="5400000">
                  <a:pos x="wd2" y="hd2"/>
                </a:cxn>
                <a:cxn ang="10800000">
                  <a:pos x="wd2" y="hd2"/>
                </a:cxn>
                <a:cxn ang="16200000">
                  <a:pos x="wd2" y="hd2"/>
                </a:cxn>
              </a:cxnLst>
              <a:rect l="0" t="0" r="r" b="b"/>
              <a:pathLst>
                <a:path w="21465" h="21448" extrusionOk="0">
                  <a:moveTo>
                    <a:pt x="1162" y="1839"/>
                  </a:moveTo>
                  <a:cubicBezTo>
                    <a:pt x="454" y="1924"/>
                    <a:pt x="-67" y="2640"/>
                    <a:pt x="7" y="3442"/>
                  </a:cubicBezTo>
                  <a:lnTo>
                    <a:pt x="1557" y="20144"/>
                  </a:lnTo>
                  <a:cubicBezTo>
                    <a:pt x="1631" y="20947"/>
                    <a:pt x="2272" y="21524"/>
                    <a:pt x="2980" y="21440"/>
                  </a:cubicBezTo>
                  <a:lnTo>
                    <a:pt x="19632" y="19456"/>
                  </a:lnTo>
                  <a:cubicBezTo>
                    <a:pt x="20339" y="19372"/>
                    <a:pt x="20850" y="18657"/>
                    <a:pt x="20776" y="17855"/>
                  </a:cubicBezTo>
                  <a:lnTo>
                    <a:pt x="20372" y="13497"/>
                  </a:lnTo>
                  <a:lnTo>
                    <a:pt x="15892" y="14031"/>
                  </a:lnTo>
                  <a:cubicBezTo>
                    <a:pt x="15184" y="14115"/>
                    <a:pt x="14553" y="13536"/>
                    <a:pt x="14479" y="12734"/>
                  </a:cubicBezTo>
                  <a:lnTo>
                    <a:pt x="14209" y="9825"/>
                  </a:lnTo>
                  <a:cubicBezTo>
                    <a:pt x="14135" y="9023"/>
                    <a:pt x="14646" y="8308"/>
                    <a:pt x="15353" y="8224"/>
                  </a:cubicBezTo>
                  <a:lnTo>
                    <a:pt x="19833" y="7690"/>
                  </a:lnTo>
                  <a:lnTo>
                    <a:pt x="19497" y="4062"/>
                  </a:lnTo>
                  <a:cubicBezTo>
                    <a:pt x="19422" y="3260"/>
                    <a:pt x="18790" y="2669"/>
                    <a:pt x="18083" y="2754"/>
                  </a:cubicBezTo>
                  <a:lnTo>
                    <a:pt x="17948" y="1305"/>
                  </a:lnTo>
                  <a:cubicBezTo>
                    <a:pt x="17874" y="503"/>
                    <a:pt x="17243" y="-76"/>
                    <a:pt x="16535" y="8"/>
                  </a:cubicBezTo>
                  <a:lnTo>
                    <a:pt x="1162" y="1839"/>
                  </a:lnTo>
                  <a:close/>
                  <a:moveTo>
                    <a:pt x="1930" y="3213"/>
                  </a:moveTo>
                  <a:lnTo>
                    <a:pt x="15381" y="1611"/>
                  </a:lnTo>
                  <a:cubicBezTo>
                    <a:pt x="15381" y="1611"/>
                    <a:pt x="16670" y="1454"/>
                    <a:pt x="16804" y="2906"/>
                  </a:cubicBezTo>
                  <a:lnTo>
                    <a:pt x="2065" y="4661"/>
                  </a:lnTo>
                  <a:cubicBezTo>
                    <a:pt x="1711" y="4704"/>
                    <a:pt x="1401" y="4420"/>
                    <a:pt x="1364" y="4018"/>
                  </a:cubicBezTo>
                  <a:cubicBezTo>
                    <a:pt x="1327" y="3618"/>
                    <a:pt x="1577" y="3255"/>
                    <a:pt x="1930" y="3213"/>
                  </a:cubicBezTo>
                  <a:close/>
                  <a:moveTo>
                    <a:pt x="16055" y="8878"/>
                  </a:moveTo>
                  <a:cubicBezTo>
                    <a:pt x="15347" y="8963"/>
                    <a:pt x="14836" y="9677"/>
                    <a:pt x="14911" y="10479"/>
                  </a:cubicBezTo>
                  <a:lnTo>
                    <a:pt x="15045" y="11928"/>
                  </a:lnTo>
                  <a:cubicBezTo>
                    <a:pt x="15120" y="12730"/>
                    <a:pt x="15751" y="13309"/>
                    <a:pt x="16458" y="13225"/>
                  </a:cubicBezTo>
                  <a:lnTo>
                    <a:pt x="20304" y="12767"/>
                  </a:lnTo>
                  <a:cubicBezTo>
                    <a:pt x="21012" y="12682"/>
                    <a:pt x="21533" y="11966"/>
                    <a:pt x="21459" y="11164"/>
                  </a:cubicBezTo>
                  <a:lnTo>
                    <a:pt x="21324" y="9716"/>
                  </a:lnTo>
                  <a:cubicBezTo>
                    <a:pt x="21250" y="8913"/>
                    <a:pt x="20608" y="8336"/>
                    <a:pt x="19901" y="8420"/>
                  </a:cubicBezTo>
                  <a:lnTo>
                    <a:pt x="16055" y="8878"/>
                  </a:lnTo>
                  <a:close/>
                  <a:moveTo>
                    <a:pt x="16834" y="10250"/>
                  </a:moveTo>
                  <a:cubicBezTo>
                    <a:pt x="17188" y="10208"/>
                    <a:pt x="17508" y="10491"/>
                    <a:pt x="17545" y="10892"/>
                  </a:cubicBezTo>
                  <a:cubicBezTo>
                    <a:pt x="17582" y="11293"/>
                    <a:pt x="17322" y="11657"/>
                    <a:pt x="16968" y="11699"/>
                  </a:cubicBezTo>
                  <a:cubicBezTo>
                    <a:pt x="16614" y="11741"/>
                    <a:pt x="16293" y="11447"/>
                    <a:pt x="16256" y="11046"/>
                  </a:cubicBezTo>
                  <a:cubicBezTo>
                    <a:pt x="16219" y="10644"/>
                    <a:pt x="16480" y="10293"/>
                    <a:pt x="16834" y="1025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9" name="Shape 34176">
              <a:extLst>
                <a:ext uri="{FF2B5EF4-FFF2-40B4-BE49-F238E27FC236}">
                  <a16:creationId xmlns:a16="http://schemas.microsoft.com/office/drawing/2014/main" id="{E160DC46-78C8-4C98-9610-BC7760A49598}"/>
                </a:ext>
              </a:extLst>
            </p:cNvPr>
            <p:cNvSpPr/>
            <p:nvPr/>
          </p:nvSpPr>
          <p:spPr>
            <a:xfrm>
              <a:off x="10903238" y="7779831"/>
              <a:ext cx="984814" cy="885198"/>
            </a:xfrm>
            <a:custGeom>
              <a:avLst/>
              <a:gdLst/>
              <a:ahLst/>
              <a:cxnLst>
                <a:cxn ang="0">
                  <a:pos x="wd2" y="hd2"/>
                </a:cxn>
                <a:cxn ang="5400000">
                  <a:pos x="wd2" y="hd2"/>
                </a:cxn>
                <a:cxn ang="10800000">
                  <a:pos x="wd2" y="hd2"/>
                </a:cxn>
                <a:cxn ang="16200000">
                  <a:pos x="wd2" y="hd2"/>
                </a:cxn>
              </a:cxnLst>
              <a:rect l="0" t="0" r="r" b="b"/>
              <a:pathLst>
                <a:path w="21255" h="21217" extrusionOk="0">
                  <a:moveTo>
                    <a:pt x="16218" y="16859"/>
                  </a:moveTo>
                  <a:lnTo>
                    <a:pt x="3455" y="9002"/>
                  </a:lnTo>
                  <a:lnTo>
                    <a:pt x="7275" y="1347"/>
                  </a:lnTo>
                  <a:lnTo>
                    <a:pt x="20039" y="9205"/>
                  </a:lnTo>
                  <a:cubicBezTo>
                    <a:pt x="20039" y="9205"/>
                    <a:pt x="16218" y="16859"/>
                    <a:pt x="16218" y="16859"/>
                  </a:cubicBezTo>
                  <a:close/>
                  <a:moveTo>
                    <a:pt x="20627" y="8027"/>
                  </a:moveTo>
                  <a:lnTo>
                    <a:pt x="7863" y="170"/>
                  </a:lnTo>
                  <a:cubicBezTo>
                    <a:pt x="7275" y="-192"/>
                    <a:pt x="6536" y="43"/>
                    <a:pt x="6211" y="693"/>
                  </a:cubicBezTo>
                  <a:cubicBezTo>
                    <a:pt x="6211" y="693"/>
                    <a:pt x="1803" y="9525"/>
                    <a:pt x="1814" y="9531"/>
                  </a:cubicBezTo>
                  <a:lnTo>
                    <a:pt x="16683" y="18684"/>
                  </a:lnTo>
                  <a:cubicBezTo>
                    <a:pt x="16694" y="18691"/>
                    <a:pt x="21103" y="9860"/>
                    <a:pt x="21103" y="9860"/>
                  </a:cubicBezTo>
                  <a:cubicBezTo>
                    <a:pt x="21427" y="9210"/>
                    <a:pt x="21214" y="8389"/>
                    <a:pt x="20627" y="8027"/>
                  </a:cubicBezTo>
                  <a:close/>
                  <a:moveTo>
                    <a:pt x="15519" y="21047"/>
                  </a:moveTo>
                  <a:lnTo>
                    <a:pt x="628" y="11880"/>
                  </a:lnTo>
                  <a:cubicBezTo>
                    <a:pt x="40" y="11518"/>
                    <a:pt x="-173" y="10698"/>
                    <a:pt x="152" y="10047"/>
                  </a:cubicBezTo>
                  <a:lnTo>
                    <a:pt x="446" y="9459"/>
                  </a:lnTo>
                  <a:lnTo>
                    <a:pt x="7359" y="13714"/>
                  </a:lnTo>
                  <a:lnTo>
                    <a:pt x="7065" y="14303"/>
                  </a:lnTo>
                  <a:lnTo>
                    <a:pt x="10256" y="16268"/>
                  </a:lnTo>
                  <a:lnTo>
                    <a:pt x="10550" y="15679"/>
                  </a:lnTo>
                  <a:lnTo>
                    <a:pt x="17464" y="19935"/>
                  </a:lnTo>
                  <a:lnTo>
                    <a:pt x="17170" y="20524"/>
                  </a:lnTo>
                  <a:cubicBezTo>
                    <a:pt x="16846" y="21174"/>
                    <a:pt x="16106" y="21408"/>
                    <a:pt x="15519" y="21047"/>
                  </a:cubicBezTo>
                  <a:cubicBezTo>
                    <a:pt x="15519" y="21047"/>
                    <a:pt x="15519" y="21047"/>
                    <a:pt x="15519" y="2104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10" name="Shape 34177">
              <a:extLst>
                <a:ext uri="{FF2B5EF4-FFF2-40B4-BE49-F238E27FC236}">
                  <a16:creationId xmlns:a16="http://schemas.microsoft.com/office/drawing/2014/main" id="{78E9A327-153C-4224-85C0-1ACC89739B8D}"/>
                </a:ext>
              </a:extLst>
            </p:cNvPr>
            <p:cNvSpPr/>
            <p:nvPr/>
          </p:nvSpPr>
          <p:spPr>
            <a:xfrm>
              <a:off x="11708307" y="11472461"/>
              <a:ext cx="584792" cy="503796"/>
            </a:xfrm>
            <a:custGeom>
              <a:avLst/>
              <a:gdLst/>
              <a:ahLst/>
              <a:cxnLst>
                <a:cxn ang="0">
                  <a:pos x="wd2" y="hd2"/>
                </a:cxn>
                <a:cxn ang="5400000">
                  <a:pos x="wd2" y="hd2"/>
                </a:cxn>
                <a:cxn ang="10800000">
                  <a:pos x="wd2" y="hd2"/>
                </a:cxn>
                <a:cxn ang="16200000">
                  <a:pos x="wd2" y="hd2"/>
                </a:cxn>
              </a:cxnLst>
              <a:rect l="0" t="0" r="r" b="b"/>
              <a:pathLst>
                <a:path w="21600" h="21600" extrusionOk="0">
                  <a:moveTo>
                    <a:pt x="4937" y="21600"/>
                  </a:moveTo>
                  <a:cubicBezTo>
                    <a:pt x="7087" y="19915"/>
                    <a:pt x="7254" y="17403"/>
                    <a:pt x="7225" y="15022"/>
                  </a:cubicBezTo>
                  <a:cubicBezTo>
                    <a:pt x="9087" y="15916"/>
                    <a:pt x="11129" y="16612"/>
                    <a:pt x="13235" y="14961"/>
                  </a:cubicBezTo>
                  <a:cubicBezTo>
                    <a:pt x="15319" y="13326"/>
                    <a:pt x="15547" y="10891"/>
                    <a:pt x="15533" y="8574"/>
                  </a:cubicBezTo>
                  <a:cubicBezTo>
                    <a:pt x="17412" y="9482"/>
                    <a:pt x="19470" y="10214"/>
                    <a:pt x="21600" y="8543"/>
                  </a:cubicBezTo>
                  <a:lnTo>
                    <a:pt x="20969" y="7441"/>
                  </a:lnTo>
                  <a:cubicBezTo>
                    <a:pt x="19165" y="8855"/>
                    <a:pt x="17455" y="8115"/>
                    <a:pt x="15526" y="7147"/>
                  </a:cubicBezTo>
                  <a:cubicBezTo>
                    <a:pt x="15470" y="4670"/>
                    <a:pt x="15489" y="2522"/>
                    <a:pt x="17315" y="1092"/>
                  </a:cubicBezTo>
                  <a:lnTo>
                    <a:pt x="16670" y="0"/>
                  </a:lnTo>
                  <a:cubicBezTo>
                    <a:pt x="14521" y="1685"/>
                    <a:pt x="14346" y="4208"/>
                    <a:pt x="14375" y="6589"/>
                  </a:cubicBezTo>
                  <a:cubicBezTo>
                    <a:pt x="12514" y="5696"/>
                    <a:pt x="10476" y="5018"/>
                    <a:pt x="8371" y="6668"/>
                  </a:cubicBezTo>
                  <a:cubicBezTo>
                    <a:pt x="6282" y="8306"/>
                    <a:pt x="6070" y="10724"/>
                    <a:pt x="6085" y="13045"/>
                  </a:cubicBezTo>
                  <a:cubicBezTo>
                    <a:pt x="4204" y="12134"/>
                    <a:pt x="2134" y="11396"/>
                    <a:pt x="0" y="13068"/>
                  </a:cubicBezTo>
                  <a:cubicBezTo>
                    <a:pt x="0" y="13068"/>
                    <a:pt x="641" y="14162"/>
                    <a:pt x="641" y="14162"/>
                  </a:cubicBezTo>
                  <a:cubicBezTo>
                    <a:pt x="2449" y="12745"/>
                    <a:pt x="4156" y="13499"/>
                    <a:pt x="6093" y="14471"/>
                  </a:cubicBezTo>
                  <a:cubicBezTo>
                    <a:pt x="6148" y="16943"/>
                    <a:pt x="6117" y="19084"/>
                    <a:pt x="4295" y="20512"/>
                  </a:cubicBezTo>
                  <a:lnTo>
                    <a:pt x="4937" y="21600"/>
                  </a:lnTo>
                  <a:close/>
                  <a:moveTo>
                    <a:pt x="4054" y="19679"/>
                  </a:moveTo>
                  <a:cubicBezTo>
                    <a:pt x="4369" y="19426"/>
                    <a:pt x="4614" y="19148"/>
                    <a:pt x="4809" y="18844"/>
                  </a:cubicBezTo>
                  <a:cubicBezTo>
                    <a:pt x="4809" y="18844"/>
                    <a:pt x="2134" y="14221"/>
                    <a:pt x="2134" y="14221"/>
                  </a:cubicBezTo>
                  <a:cubicBezTo>
                    <a:pt x="1820" y="14319"/>
                    <a:pt x="1507" y="14483"/>
                    <a:pt x="1188" y="14730"/>
                  </a:cubicBezTo>
                  <a:lnTo>
                    <a:pt x="4054" y="19679"/>
                  </a:lnTo>
                  <a:close/>
                  <a:moveTo>
                    <a:pt x="5303" y="17641"/>
                  </a:moveTo>
                  <a:cubicBezTo>
                    <a:pt x="5447" y="17150"/>
                    <a:pt x="5511" y="16611"/>
                    <a:pt x="5534" y="16026"/>
                  </a:cubicBezTo>
                  <a:lnTo>
                    <a:pt x="4636" y="14466"/>
                  </a:lnTo>
                  <a:cubicBezTo>
                    <a:pt x="4164" y="14273"/>
                    <a:pt x="3712" y="14138"/>
                    <a:pt x="3269" y="14112"/>
                  </a:cubicBezTo>
                  <a:lnTo>
                    <a:pt x="5303" y="17641"/>
                  </a:lnTo>
                  <a:close/>
                  <a:moveTo>
                    <a:pt x="7218" y="13596"/>
                  </a:moveTo>
                  <a:cubicBezTo>
                    <a:pt x="7170" y="11212"/>
                    <a:pt x="7244" y="9148"/>
                    <a:pt x="9015" y="7760"/>
                  </a:cubicBezTo>
                  <a:cubicBezTo>
                    <a:pt x="10800" y="6360"/>
                    <a:pt x="12484" y="7073"/>
                    <a:pt x="14389" y="8027"/>
                  </a:cubicBezTo>
                  <a:cubicBezTo>
                    <a:pt x="14437" y="10403"/>
                    <a:pt x="14371" y="12473"/>
                    <a:pt x="12604" y="13859"/>
                  </a:cubicBezTo>
                  <a:cubicBezTo>
                    <a:pt x="10819" y="15258"/>
                    <a:pt x="9123" y="14549"/>
                    <a:pt x="7218" y="13596"/>
                  </a:cubicBezTo>
                  <a:close/>
                  <a:moveTo>
                    <a:pt x="9128" y="13531"/>
                  </a:moveTo>
                  <a:cubicBezTo>
                    <a:pt x="9683" y="13753"/>
                    <a:pt x="10215" y="13899"/>
                    <a:pt x="10736" y="13922"/>
                  </a:cubicBezTo>
                  <a:lnTo>
                    <a:pt x="8270" y="9693"/>
                  </a:lnTo>
                  <a:cubicBezTo>
                    <a:pt x="8094" y="10262"/>
                    <a:pt x="8018" y="10890"/>
                    <a:pt x="7988" y="11570"/>
                  </a:cubicBezTo>
                  <a:lnTo>
                    <a:pt x="9128" y="13531"/>
                  </a:lnTo>
                  <a:close/>
                  <a:moveTo>
                    <a:pt x="11711" y="13445"/>
                  </a:moveTo>
                  <a:cubicBezTo>
                    <a:pt x="11906" y="13348"/>
                    <a:pt x="12100" y="13226"/>
                    <a:pt x="12298" y="13067"/>
                  </a:cubicBezTo>
                  <a:cubicBezTo>
                    <a:pt x="12398" y="12988"/>
                    <a:pt x="12489" y="12904"/>
                    <a:pt x="12577" y="12819"/>
                  </a:cubicBezTo>
                  <a:lnTo>
                    <a:pt x="9787" y="7934"/>
                  </a:lnTo>
                  <a:cubicBezTo>
                    <a:pt x="9688" y="7998"/>
                    <a:pt x="9589" y="8069"/>
                    <a:pt x="9488" y="8149"/>
                  </a:cubicBezTo>
                  <a:cubicBezTo>
                    <a:pt x="9290" y="8307"/>
                    <a:pt x="9121" y="8474"/>
                    <a:pt x="8972" y="8652"/>
                  </a:cubicBezTo>
                  <a:lnTo>
                    <a:pt x="11711" y="13445"/>
                  </a:lnTo>
                  <a:close/>
                  <a:moveTo>
                    <a:pt x="13407" y="12000"/>
                  </a:moveTo>
                  <a:cubicBezTo>
                    <a:pt x="13611" y="11527"/>
                    <a:pt x="13723" y="11008"/>
                    <a:pt x="13784" y="10444"/>
                  </a:cubicBezTo>
                  <a:lnTo>
                    <a:pt x="12283" y="7830"/>
                  </a:lnTo>
                  <a:cubicBezTo>
                    <a:pt x="11815" y="7685"/>
                    <a:pt x="11363" y="7615"/>
                    <a:pt x="10913" y="7660"/>
                  </a:cubicBezTo>
                  <a:lnTo>
                    <a:pt x="13407" y="12000"/>
                  </a:lnTo>
                  <a:close/>
                  <a:moveTo>
                    <a:pt x="16965" y="7123"/>
                  </a:moveTo>
                  <a:cubicBezTo>
                    <a:pt x="17421" y="7289"/>
                    <a:pt x="17855" y="7394"/>
                    <a:pt x="18279" y="7398"/>
                  </a:cubicBezTo>
                  <a:lnTo>
                    <a:pt x="16261" y="4044"/>
                  </a:lnTo>
                  <a:cubicBezTo>
                    <a:pt x="16133" y="4533"/>
                    <a:pt x="16081" y="5067"/>
                    <a:pt x="16071" y="5642"/>
                  </a:cubicBezTo>
                  <a:lnTo>
                    <a:pt x="16965" y="7123"/>
                  </a:lnTo>
                  <a:close/>
                  <a:moveTo>
                    <a:pt x="19610" y="7085"/>
                  </a:moveTo>
                  <a:cubicBezTo>
                    <a:pt x="19909" y="6982"/>
                    <a:pt x="20208" y="6817"/>
                    <a:pt x="20510" y="6570"/>
                  </a:cubicBezTo>
                  <a:lnTo>
                    <a:pt x="17721" y="1845"/>
                  </a:lnTo>
                  <a:cubicBezTo>
                    <a:pt x="17423" y="2098"/>
                    <a:pt x="17191" y="2376"/>
                    <a:pt x="17007" y="2675"/>
                  </a:cubicBezTo>
                  <a:cubicBezTo>
                    <a:pt x="17007" y="2675"/>
                    <a:pt x="19610" y="7085"/>
                    <a:pt x="19610" y="7085"/>
                  </a:cubicBezTo>
                  <a:close/>
                </a:path>
              </a:pathLst>
            </a:custGeom>
            <a:solidFill>
              <a:srgbClr val="00B0F0"/>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11" name="Shape 34178">
              <a:extLst>
                <a:ext uri="{FF2B5EF4-FFF2-40B4-BE49-F238E27FC236}">
                  <a16:creationId xmlns:a16="http://schemas.microsoft.com/office/drawing/2014/main" id="{4F678B15-F002-4E8B-9DFF-E999A7B29C8E}"/>
                </a:ext>
              </a:extLst>
            </p:cNvPr>
            <p:cNvSpPr/>
            <p:nvPr/>
          </p:nvSpPr>
          <p:spPr>
            <a:xfrm>
              <a:off x="14474664" y="3452446"/>
              <a:ext cx="701272" cy="992744"/>
            </a:xfrm>
            <a:custGeom>
              <a:avLst/>
              <a:gdLst/>
              <a:ahLst/>
              <a:cxnLst>
                <a:cxn ang="0">
                  <a:pos x="wd2" y="hd2"/>
                </a:cxn>
                <a:cxn ang="5400000">
                  <a:pos x="wd2" y="hd2"/>
                </a:cxn>
                <a:cxn ang="10800000">
                  <a:pos x="wd2" y="hd2"/>
                </a:cxn>
                <a:cxn ang="16200000">
                  <a:pos x="wd2" y="hd2"/>
                </a:cxn>
              </a:cxnLst>
              <a:rect l="0" t="0" r="r" b="b"/>
              <a:pathLst>
                <a:path w="21183" h="21600" extrusionOk="0">
                  <a:moveTo>
                    <a:pt x="6837" y="0"/>
                  </a:moveTo>
                  <a:lnTo>
                    <a:pt x="6304" y="11896"/>
                  </a:lnTo>
                  <a:lnTo>
                    <a:pt x="10115" y="11984"/>
                  </a:lnTo>
                  <a:lnTo>
                    <a:pt x="10387" y="5819"/>
                  </a:lnTo>
                  <a:cubicBezTo>
                    <a:pt x="10807" y="5990"/>
                    <a:pt x="11286" y="6091"/>
                    <a:pt x="11799" y="6080"/>
                  </a:cubicBezTo>
                  <a:cubicBezTo>
                    <a:pt x="12816" y="6059"/>
                    <a:pt x="13721" y="5638"/>
                    <a:pt x="14293" y="5029"/>
                  </a:cubicBezTo>
                  <a:cubicBezTo>
                    <a:pt x="14344" y="4975"/>
                    <a:pt x="14392" y="4920"/>
                    <a:pt x="14437" y="4864"/>
                  </a:cubicBezTo>
                  <a:cubicBezTo>
                    <a:pt x="15870" y="5413"/>
                    <a:pt x="17048" y="6141"/>
                    <a:pt x="17879" y="7040"/>
                  </a:cubicBezTo>
                  <a:cubicBezTo>
                    <a:pt x="19250" y="8523"/>
                    <a:pt x="19623" y="10355"/>
                    <a:pt x="18956" y="12341"/>
                  </a:cubicBezTo>
                  <a:cubicBezTo>
                    <a:pt x="17917" y="15436"/>
                    <a:pt x="14349" y="17736"/>
                    <a:pt x="10109" y="18168"/>
                  </a:cubicBezTo>
                  <a:lnTo>
                    <a:pt x="10109" y="16337"/>
                  </a:lnTo>
                  <a:lnTo>
                    <a:pt x="12811" y="16337"/>
                  </a:lnTo>
                  <a:lnTo>
                    <a:pt x="12811" y="15424"/>
                  </a:lnTo>
                  <a:lnTo>
                    <a:pt x="2958" y="15424"/>
                  </a:lnTo>
                  <a:lnTo>
                    <a:pt x="2958" y="16337"/>
                  </a:lnTo>
                  <a:lnTo>
                    <a:pt x="5665" y="16337"/>
                  </a:lnTo>
                  <a:lnTo>
                    <a:pt x="5665" y="19312"/>
                  </a:lnTo>
                  <a:lnTo>
                    <a:pt x="0" y="19312"/>
                  </a:lnTo>
                  <a:lnTo>
                    <a:pt x="0" y="21600"/>
                  </a:lnTo>
                  <a:lnTo>
                    <a:pt x="15769" y="21600"/>
                  </a:lnTo>
                  <a:lnTo>
                    <a:pt x="15769" y="19312"/>
                  </a:lnTo>
                  <a:lnTo>
                    <a:pt x="11820" y="19312"/>
                  </a:lnTo>
                  <a:cubicBezTo>
                    <a:pt x="16159" y="18468"/>
                    <a:pt x="19703" y="15947"/>
                    <a:pt x="20805" y="12664"/>
                  </a:cubicBezTo>
                  <a:cubicBezTo>
                    <a:pt x="21600" y="10296"/>
                    <a:pt x="21135" y="8089"/>
                    <a:pt x="19462" y="6280"/>
                  </a:cubicBezTo>
                  <a:cubicBezTo>
                    <a:pt x="18352" y="5079"/>
                    <a:pt x="16769" y="4131"/>
                    <a:pt x="14820" y="3462"/>
                  </a:cubicBezTo>
                  <a:cubicBezTo>
                    <a:pt x="14558" y="2431"/>
                    <a:pt x="13305" y="1647"/>
                    <a:pt x="11799" y="1647"/>
                  </a:cubicBezTo>
                  <a:cubicBezTo>
                    <a:pt x="11359" y="1647"/>
                    <a:pt x="10947" y="1715"/>
                    <a:pt x="10568" y="1835"/>
                  </a:cubicBezTo>
                  <a:lnTo>
                    <a:pt x="10642" y="88"/>
                  </a:lnTo>
                  <a:lnTo>
                    <a:pt x="6837" y="0"/>
                  </a:lnTo>
                  <a:close/>
                  <a:moveTo>
                    <a:pt x="11799" y="3017"/>
                  </a:moveTo>
                  <a:cubicBezTo>
                    <a:pt x="12376" y="3012"/>
                    <a:pt x="12879" y="3300"/>
                    <a:pt x="12982" y="3708"/>
                  </a:cubicBezTo>
                  <a:cubicBezTo>
                    <a:pt x="13088" y="4130"/>
                    <a:pt x="12736" y="4539"/>
                    <a:pt x="12167" y="4660"/>
                  </a:cubicBezTo>
                  <a:cubicBezTo>
                    <a:pt x="12051" y="4688"/>
                    <a:pt x="11928" y="4706"/>
                    <a:pt x="11799" y="4706"/>
                  </a:cubicBezTo>
                  <a:cubicBezTo>
                    <a:pt x="11152" y="4706"/>
                    <a:pt x="10625" y="4326"/>
                    <a:pt x="10626" y="3862"/>
                  </a:cubicBezTo>
                  <a:cubicBezTo>
                    <a:pt x="10628" y="3397"/>
                    <a:pt x="11153" y="3023"/>
                    <a:pt x="11799" y="3017"/>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1424" dirty="0">
                <a:latin typeface="Lato Light" panose="020F0502020204030203" pitchFamily="34" charset="0"/>
              </a:endParaRPr>
            </a:p>
          </p:txBody>
        </p:sp>
        <p:sp>
          <p:nvSpPr>
            <p:cNvPr id="12" name="Shape 34179">
              <a:extLst>
                <a:ext uri="{FF2B5EF4-FFF2-40B4-BE49-F238E27FC236}">
                  <a16:creationId xmlns:a16="http://schemas.microsoft.com/office/drawing/2014/main" id="{B640C1FD-64C6-481E-8CA6-1F579DB7BF97}"/>
                </a:ext>
              </a:extLst>
            </p:cNvPr>
            <p:cNvSpPr/>
            <p:nvPr/>
          </p:nvSpPr>
          <p:spPr>
            <a:xfrm>
              <a:off x="13573878" y="4409128"/>
              <a:ext cx="1096094" cy="1213368"/>
            </a:xfrm>
            <a:custGeom>
              <a:avLst/>
              <a:gdLst/>
              <a:ahLst/>
              <a:cxnLst>
                <a:cxn ang="0">
                  <a:pos x="wd2" y="hd2"/>
                </a:cxn>
                <a:cxn ang="5400000">
                  <a:pos x="wd2" y="hd2"/>
                </a:cxn>
                <a:cxn ang="10800000">
                  <a:pos x="wd2" y="hd2"/>
                </a:cxn>
                <a:cxn ang="16200000">
                  <a:pos x="wd2" y="hd2"/>
                </a:cxn>
              </a:cxnLst>
              <a:rect l="0" t="0" r="r" b="b"/>
              <a:pathLst>
                <a:path w="20678" h="21600" extrusionOk="0">
                  <a:moveTo>
                    <a:pt x="10339" y="0"/>
                  </a:moveTo>
                  <a:cubicBezTo>
                    <a:pt x="8560" y="0"/>
                    <a:pt x="6992" y="1375"/>
                    <a:pt x="5917" y="3576"/>
                  </a:cubicBezTo>
                  <a:cubicBezTo>
                    <a:pt x="5568" y="3546"/>
                    <a:pt x="5234" y="3529"/>
                    <a:pt x="4903" y="3529"/>
                  </a:cubicBezTo>
                  <a:cubicBezTo>
                    <a:pt x="2761" y="3529"/>
                    <a:pt x="1171" y="4188"/>
                    <a:pt x="431" y="5396"/>
                  </a:cubicBezTo>
                  <a:cubicBezTo>
                    <a:pt x="-452" y="6840"/>
                    <a:pt x="119" y="8796"/>
                    <a:pt x="1578" y="10761"/>
                  </a:cubicBezTo>
                  <a:cubicBezTo>
                    <a:pt x="84" y="12747"/>
                    <a:pt x="-461" y="14730"/>
                    <a:pt x="431" y="16188"/>
                  </a:cubicBezTo>
                  <a:cubicBezTo>
                    <a:pt x="1171" y="17397"/>
                    <a:pt x="2760" y="18055"/>
                    <a:pt x="4903" y="18055"/>
                  </a:cubicBezTo>
                  <a:cubicBezTo>
                    <a:pt x="5246" y="18055"/>
                    <a:pt x="5621" y="18010"/>
                    <a:pt x="5983" y="17976"/>
                  </a:cubicBezTo>
                  <a:cubicBezTo>
                    <a:pt x="7057" y="20156"/>
                    <a:pt x="8570" y="21600"/>
                    <a:pt x="10339" y="21600"/>
                  </a:cubicBezTo>
                  <a:cubicBezTo>
                    <a:pt x="12118" y="21600"/>
                    <a:pt x="13685" y="20225"/>
                    <a:pt x="14761" y="18024"/>
                  </a:cubicBezTo>
                  <a:cubicBezTo>
                    <a:pt x="15110" y="18054"/>
                    <a:pt x="15460" y="18071"/>
                    <a:pt x="15791" y="18071"/>
                  </a:cubicBezTo>
                  <a:cubicBezTo>
                    <a:pt x="17934" y="18071"/>
                    <a:pt x="19507" y="17412"/>
                    <a:pt x="20246" y="16204"/>
                  </a:cubicBezTo>
                  <a:cubicBezTo>
                    <a:pt x="21134" y="14753"/>
                    <a:pt x="20576" y="12782"/>
                    <a:pt x="19099" y="10808"/>
                  </a:cubicBezTo>
                  <a:cubicBezTo>
                    <a:pt x="20594" y="8822"/>
                    <a:pt x="21139" y="6839"/>
                    <a:pt x="20246" y="5380"/>
                  </a:cubicBezTo>
                  <a:cubicBezTo>
                    <a:pt x="19508" y="4173"/>
                    <a:pt x="17934" y="3514"/>
                    <a:pt x="15791" y="3514"/>
                  </a:cubicBezTo>
                  <a:cubicBezTo>
                    <a:pt x="15438" y="3514"/>
                    <a:pt x="15052" y="3573"/>
                    <a:pt x="14677" y="3608"/>
                  </a:cubicBezTo>
                  <a:cubicBezTo>
                    <a:pt x="13604" y="1440"/>
                    <a:pt x="12102" y="0"/>
                    <a:pt x="10339" y="0"/>
                  </a:cubicBezTo>
                  <a:close/>
                  <a:moveTo>
                    <a:pt x="10339" y="1004"/>
                  </a:moveTo>
                  <a:cubicBezTo>
                    <a:pt x="11591" y="1004"/>
                    <a:pt x="12710" y="2093"/>
                    <a:pt x="13580" y="3733"/>
                  </a:cubicBezTo>
                  <a:cubicBezTo>
                    <a:pt x="12541" y="3915"/>
                    <a:pt x="11452" y="4238"/>
                    <a:pt x="10355" y="4643"/>
                  </a:cubicBezTo>
                  <a:cubicBezTo>
                    <a:pt x="9226" y="4226"/>
                    <a:pt x="8099" y="3899"/>
                    <a:pt x="7031" y="3718"/>
                  </a:cubicBezTo>
                  <a:cubicBezTo>
                    <a:pt x="7905" y="2046"/>
                    <a:pt x="9073" y="1004"/>
                    <a:pt x="10339" y="1004"/>
                  </a:cubicBezTo>
                  <a:close/>
                  <a:moveTo>
                    <a:pt x="15791" y="4518"/>
                  </a:moveTo>
                  <a:cubicBezTo>
                    <a:pt x="17538" y="4518"/>
                    <a:pt x="18791" y="4998"/>
                    <a:pt x="19332" y="5882"/>
                  </a:cubicBezTo>
                  <a:cubicBezTo>
                    <a:pt x="19959" y="6907"/>
                    <a:pt x="19540" y="8380"/>
                    <a:pt x="18468" y="9914"/>
                  </a:cubicBezTo>
                  <a:cubicBezTo>
                    <a:pt x="17787" y="9159"/>
                    <a:pt x="16951" y="8410"/>
                    <a:pt x="16007" y="7702"/>
                  </a:cubicBezTo>
                  <a:cubicBezTo>
                    <a:pt x="15826" y="6556"/>
                    <a:pt x="15554" y="5511"/>
                    <a:pt x="15193" y="4565"/>
                  </a:cubicBezTo>
                  <a:cubicBezTo>
                    <a:pt x="15389" y="4554"/>
                    <a:pt x="15602" y="4518"/>
                    <a:pt x="15791" y="4518"/>
                  </a:cubicBezTo>
                  <a:close/>
                  <a:moveTo>
                    <a:pt x="4903" y="4533"/>
                  </a:moveTo>
                  <a:cubicBezTo>
                    <a:pt x="5095" y="4533"/>
                    <a:pt x="5302" y="4538"/>
                    <a:pt x="5501" y="4549"/>
                  </a:cubicBezTo>
                  <a:cubicBezTo>
                    <a:pt x="5130" y="5520"/>
                    <a:pt x="4852" y="6633"/>
                    <a:pt x="4670" y="7812"/>
                  </a:cubicBezTo>
                  <a:cubicBezTo>
                    <a:pt x="3730" y="8526"/>
                    <a:pt x="2966" y="9248"/>
                    <a:pt x="2293" y="10008"/>
                  </a:cubicBezTo>
                  <a:cubicBezTo>
                    <a:pt x="1175" y="8445"/>
                    <a:pt x="708" y="6940"/>
                    <a:pt x="1346" y="5898"/>
                  </a:cubicBezTo>
                  <a:cubicBezTo>
                    <a:pt x="1887" y="5014"/>
                    <a:pt x="3156" y="4533"/>
                    <a:pt x="4903" y="4533"/>
                  </a:cubicBezTo>
                  <a:close/>
                  <a:moveTo>
                    <a:pt x="14062" y="4659"/>
                  </a:moveTo>
                  <a:cubicBezTo>
                    <a:pt x="14333" y="5325"/>
                    <a:pt x="14582" y="6051"/>
                    <a:pt x="14761" y="6839"/>
                  </a:cubicBezTo>
                  <a:cubicBezTo>
                    <a:pt x="14294" y="6539"/>
                    <a:pt x="13808" y="6239"/>
                    <a:pt x="13298" y="5961"/>
                  </a:cubicBezTo>
                  <a:cubicBezTo>
                    <a:pt x="12768" y="5672"/>
                    <a:pt x="12225" y="5480"/>
                    <a:pt x="11685" y="5239"/>
                  </a:cubicBezTo>
                  <a:cubicBezTo>
                    <a:pt x="12500" y="4985"/>
                    <a:pt x="13298" y="4775"/>
                    <a:pt x="14062" y="4659"/>
                  </a:cubicBezTo>
                  <a:close/>
                  <a:moveTo>
                    <a:pt x="6599" y="4675"/>
                  </a:moveTo>
                  <a:cubicBezTo>
                    <a:pt x="7326" y="4784"/>
                    <a:pt x="8103" y="5021"/>
                    <a:pt x="8876" y="5255"/>
                  </a:cubicBezTo>
                  <a:cubicBezTo>
                    <a:pt x="8379" y="5481"/>
                    <a:pt x="7868" y="5695"/>
                    <a:pt x="7380" y="5961"/>
                  </a:cubicBezTo>
                  <a:cubicBezTo>
                    <a:pt x="6837" y="6256"/>
                    <a:pt x="6443" y="6613"/>
                    <a:pt x="5950" y="6933"/>
                  </a:cubicBezTo>
                  <a:cubicBezTo>
                    <a:pt x="6128" y="6137"/>
                    <a:pt x="6326" y="5348"/>
                    <a:pt x="6599" y="4675"/>
                  </a:cubicBezTo>
                  <a:close/>
                  <a:moveTo>
                    <a:pt x="10405" y="5788"/>
                  </a:moveTo>
                  <a:cubicBezTo>
                    <a:pt x="11196" y="6102"/>
                    <a:pt x="11987" y="6415"/>
                    <a:pt x="12766" y="6839"/>
                  </a:cubicBezTo>
                  <a:cubicBezTo>
                    <a:pt x="13571" y="7278"/>
                    <a:pt x="14317" y="7751"/>
                    <a:pt x="15010" y="8251"/>
                  </a:cubicBezTo>
                  <a:cubicBezTo>
                    <a:pt x="15123" y="9067"/>
                    <a:pt x="15193" y="9915"/>
                    <a:pt x="15193" y="10792"/>
                  </a:cubicBezTo>
                  <a:cubicBezTo>
                    <a:pt x="15193" y="11657"/>
                    <a:pt x="15070" y="12466"/>
                    <a:pt x="14960" y="13271"/>
                  </a:cubicBezTo>
                  <a:cubicBezTo>
                    <a:pt x="14260" y="13779"/>
                    <a:pt x="13583" y="14300"/>
                    <a:pt x="12766" y="14745"/>
                  </a:cubicBezTo>
                  <a:cubicBezTo>
                    <a:pt x="11937" y="15197"/>
                    <a:pt x="11096" y="15469"/>
                    <a:pt x="10256" y="15796"/>
                  </a:cubicBezTo>
                  <a:cubicBezTo>
                    <a:pt x="9475" y="15485"/>
                    <a:pt x="8681" y="15180"/>
                    <a:pt x="7912" y="14761"/>
                  </a:cubicBezTo>
                  <a:cubicBezTo>
                    <a:pt x="7107" y="14323"/>
                    <a:pt x="6360" y="13849"/>
                    <a:pt x="5668" y="13349"/>
                  </a:cubicBezTo>
                  <a:cubicBezTo>
                    <a:pt x="5554" y="12533"/>
                    <a:pt x="5501" y="11669"/>
                    <a:pt x="5501" y="10792"/>
                  </a:cubicBezTo>
                  <a:cubicBezTo>
                    <a:pt x="5501" y="9918"/>
                    <a:pt x="5605" y="9111"/>
                    <a:pt x="5718" y="8298"/>
                  </a:cubicBezTo>
                  <a:cubicBezTo>
                    <a:pt x="6420" y="7788"/>
                    <a:pt x="7092" y="7270"/>
                    <a:pt x="7912" y="6824"/>
                  </a:cubicBezTo>
                  <a:cubicBezTo>
                    <a:pt x="8731" y="6377"/>
                    <a:pt x="9574" y="6113"/>
                    <a:pt x="10405" y="5788"/>
                  </a:cubicBezTo>
                  <a:close/>
                  <a:moveTo>
                    <a:pt x="10339" y="7984"/>
                  </a:moveTo>
                  <a:cubicBezTo>
                    <a:pt x="8690" y="7984"/>
                    <a:pt x="7363" y="9237"/>
                    <a:pt x="7363" y="10792"/>
                  </a:cubicBezTo>
                  <a:cubicBezTo>
                    <a:pt x="7363" y="12348"/>
                    <a:pt x="8690" y="13616"/>
                    <a:pt x="10339" y="13616"/>
                  </a:cubicBezTo>
                  <a:cubicBezTo>
                    <a:pt x="11987" y="13616"/>
                    <a:pt x="13331" y="12348"/>
                    <a:pt x="13331" y="10792"/>
                  </a:cubicBezTo>
                  <a:cubicBezTo>
                    <a:pt x="13331" y="9237"/>
                    <a:pt x="11987" y="7984"/>
                    <a:pt x="10339" y="7984"/>
                  </a:cubicBezTo>
                  <a:close/>
                  <a:moveTo>
                    <a:pt x="4571" y="9098"/>
                  </a:moveTo>
                  <a:cubicBezTo>
                    <a:pt x="4522" y="9664"/>
                    <a:pt x="4438" y="10197"/>
                    <a:pt x="4438" y="10792"/>
                  </a:cubicBezTo>
                  <a:cubicBezTo>
                    <a:pt x="4438" y="11349"/>
                    <a:pt x="4462" y="11892"/>
                    <a:pt x="4504" y="12424"/>
                  </a:cubicBezTo>
                  <a:cubicBezTo>
                    <a:pt x="3891" y="11902"/>
                    <a:pt x="3374" y="11375"/>
                    <a:pt x="2908" y="10839"/>
                  </a:cubicBezTo>
                  <a:cubicBezTo>
                    <a:pt x="3403" y="10260"/>
                    <a:pt x="3903" y="9661"/>
                    <a:pt x="4571" y="9098"/>
                  </a:cubicBezTo>
                  <a:close/>
                  <a:moveTo>
                    <a:pt x="16190" y="9176"/>
                  </a:moveTo>
                  <a:cubicBezTo>
                    <a:pt x="16796" y="9693"/>
                    <a:pt x="17307" y="10215"/>
                    <a:pt x="17769" y="10745"/>
                  </a:cubicBezTo>
                  <a:cubicBezTo>
                    <a:pt x="17273" y="11325"/>
                    <a:pt x="16776" y="11907"/>
                    <a:pt x="16107" y="12471"/>
                  </a:cubicBezTo>
                  <a:cubicBezTo>
                    <a:pt x="16155" y="11912"/>
                    <a:pt x="16257" y="11379"/>
                    <a:pt x="16257" y="10792"/>
                  </a:cubicBezTo>
                  <a:cubicBezTo>
                    <a:pt x="16257" y="10236"/>
                    <a:pt x="16233" y="9708"/>
                    <a:pt x="16190" y="9176"/>
                  </a:cubicBezTo>
                  <a:close/>
                  <a:moveTo>
                    <a:pt x="18384" y="11576"/>
                  </a:moveTo>
                  <a:cubicBezTo>
                    <a:pt x="19512" y="13146"/>
                    <a:pt x="19972" y="14656"/>
                    <a:pt x="19332" y="15702"/>
                  </a:cubicBezTo>
                  <a:cubicBezTo>
                    <a:pt x="18791" y="16586"/>
                    <a:pt x="17537" y="17067"/>
                    <a:pt x="15791" y="17067"/>
                  </a:cubicBezTo>
                  <a:cubicBezTo>
                    <a:pt x="15599" y="17067"/>
                    <a:pt x="15392" y="17047"/>
                    <a:pt x="15193" y="17035"/>
                  </a:cubicBezTo>
                  <a:cubicBezTo>
                    <a:pt x="15564" y="16065"/>
                    <a:pt x="15826" y="14967"/>
                    <a:pt x="16007" y="13788"/>
                  </a:cubicBezTo>
                  <a:cubicBezTo>
                    <a:pt x="16951" y="13073"/>
                    <a:pt x="17710" y="12337"/>
                    <a:pt x="18384" y="11576"/>
                  </a:cubicBezTo>
                  <a:close/>
                  <a:moveTo>
                    <a:pt x="2210" y="11655"/>
                  </a:moveTo>
                  <a:cubicBezTo>
                    <a:pt x="2896" y="12420"/>
                    <a:pt x="3714" y="13165"/>
                    <a:pt x="4670" y="13882"/>
                  </a:cubicBezTo>
                  <a:cubicBezTo>
                    <a:pt x="4849" y="15014"/>
                    <a:pt x="5113" y="16067"/>
                    <a:pt x="5468" y="17004"/>
                  </a:cubicBezTo>
                  <a:cubicBezTo>
                    <a:pt x="5283" y="17014"/>
                    <a:pt x="5081" y="17051"/>
                    <a:pt x="4903" y="17051"/>
                  </a:cubicBezTo>
                  <a:cubicBezTo>
                    <a:pt x="3156" y="17051"/>
                    <a:pt x="1887" y="16571"/>
                    <a:pt x="1346" y="15686"/>
                  </a:cubicBezTo>
                  <a:cubicBezTo>
                    <a:pt x="717" y="14659"/>
                    <a:pt x="1131" y="13193"/>
                    <a:pt x="2210" y="11655"/>
                  </a:cubicBezTo>
                  <a:close/>
                  <a:moveTo>
                    <a:pt x="14744" y="14651"/>
                  </a:moveTo>
                  <a:cubicBezTo>
                    <a:pt x="14565" y="15455"/>
                    <a:pt x="14370" y="16247"/>
                    <a:pt x="14096" y="16925"/>
                  </a:cubicBezTo>
                  <a:cubicBezTo>
                    <a:pt x="13364" y="16816"/>
                    <a:pt x="12580" y="16581"/>
                    <a:pt x="11802" y="16345"/>
                  </a:cubicBezTo>
                  <a:cubicBezTo>
                    <a:pt x="12304" y="16117"/>
                    <a:pt x="12804" y="15892"/>
                    <a:pt x="13298" y="15624"/>
                  </a:cubicBezTo>
                  <a:cubicBezTo>
                    <a:pt x="13843" y="15326"/>
                    <a:pt x="14249" y="14973"/>
                    <a:pt x="14744" y="14651"/>
                  </a:cubicBezTo>
                  <a:close/>
                  <a:moveTo>
                    <a:pt x="5934" y="14761"/>
                  </a:moveTo>
                  <a:cubicBezTo>
                    <a:pt x="6400" y="15061"/>
                    <a:pt x="6869" y="15346"/>
                    <a:pt x="7380" y="15624"/>
                  </a:cubicBezTo>
                  <a:cubicBezTo>
                    <a:pt x="7902" y="15908"/>
                    <a:pt x="8444" y="16107"/>
                    <a:pt x="8976" y="16345"/>
                  </a:cubicBezTo>
                  <a:cubicBezTo>
                    <a:pt x="8160" y="16598"/>
                    <a:pt x="7364" y="16795"/>
                    <a:pt x="6599" y="16910"/>
                  </a:cubicBezTo>
                  <a:cubicBezTo>
                    <a:pt x="6331" y="16249"/>
                    <a:pt x="6110" y="15542"/>
                    <a:pt x="5934" y="14761"/>
                  </a:cubicBezTo>
                  <a:close/>
                  <a:moveTo>
                    <a:pt x="10322" y="16941"/>
                  </a:moveTo>
                  <a:cubicBezTo>
                    <a:pt x="11458" y="17362"/>
                    <a:pt x="12573" y="17700"/>
                    <a:pt x="13647" y="17882"/>
                  </a:cubicBezTo>
                  <a:cubicBezTo>
                    <a:pt x="12773" y="19553"/>
                    <a:pt x="11605" y="20596"/>
                    <a:pt x="10339" y="20596"/>
                  </a:cubicBezTo>
                  <a:cubicBezTo>
                    <a:pt x="9084" y="20596"/>
                    <a:pt x="7951" y="19498"/>
                    <a:pt x="7081" y="17851"/>
                  </a:cubicBezTo>
                  <a:cubicBezTo>
                    <a:pt x="8127" y="17671"/>
                    <a:pt x="9217" y="17349"/>
                    <a:pt x="10322" y="1694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13" name="Shape 34180">
              <a:extLst>
                <a:ext uri="{FF2B5EF4-FFF2-40B4-BE49-F238E27FC236}">
                  <a16:creationId xmlns:a16="http://schemas.microsoft.com/office/drawing/2014/main" id="{FC0527D6-D884-408F-BA36-9B4D6D2454E1}"/>
                </a:ext>
              </a:extLst>
            </p:cNvPr>
            <p:cNvSpPr/>
            <p:nvPr/>
          </p:nvSpPr>
          <p:spPr>
            <a:xfrm>
              <a:off x="12366664" y="11330119"/>
              <a:ext cx="843804" cy="992744"/>
            </a:xfrm>
            <a:custGeom>
              <a:avLst/>
              <a:gdLst/>
              <a:ahLst/>
              <a:cxnLst>
                <a:cxn ang="0">
                  <a:pos x="wd2" y="hd2"/>
                </a:cxn>
                <a:cxn ang="5400000">
                  <a:pos x="wd2" y="hd2"/>
                </a:cxn>
                <a:cxn ang="10800000">
                  <a:pos x="wd2" y="hd2"/>
                </a:cxn>
                <a:cxn ang="16200000">
                  <a:pos x="wd2" y="hd2"/>
                </a:cxn>
              </a:cxnLst>
              <a:rect l="0" t="0" r="r" b="b"/>
              <a:pathLst>
                <a:path w="19201" h="21329" extrusionOk="0">
                  <a:moveTo>
                    <a:pt x="9479" y="69"/>
                  </a:moveTo>
                  <a:cubicBezTo>
                    <a:pt x="11124" y="274"/>
                    <a:pt x="12739" y="925"/>
                    <a:pt x="14086" y="2032"/>
                  </a:cubicBezTo>
                  <a:cubicBezTo>
                    <a:pt x="15976" y="3586"/>
                    <a:pt x="17010" y="5836"/>
                    <a:pt x="16935" y="8190"/>
                  </a:cubicBezTo>
                  <a:cubicBezTo>
                    <a:pt x="16907" y="10081"/>
                    <a:pt x="16182" y="11891"/>
                    <a:pt x="14858" y="13324"/>
                  </a:cubicBezTo>
                  <a:cubicBezTo>
                    <a:pt x="12857" y="15491"/>
                    <a:pt x="9835" y="16494"/>
                    <a:pt x="6856" y="15992"/>
                  </a:cubicBezTo>
                  <a:cubicBezTo>
                    <a:pt x="491" y="14715"/>
                    <a:pt x="-2156" y="7496"/>
                    <a:pt x="2011" y="2776"/>
                  </a:cubicBezTo>
                  <a:cubicBezTo>
                    <a:pt x="3901" y="635"/>
                    <a:pt x="6739" y="-271"/>
                    <a:pt x="9479" y="69"/>
                  </a:cubicBezTo>
                  <a:close/>
                  <a:moveTo>
                    <a:pt x="16811" y="1700"/>
                  </a:moveTo>
                  <a:cubicBezTo>
                    <a:pt x="18616" y="3812"/>
                    <a:pt x="19444" y="6467"/>
                    <a:pt x="19139" y="9165"/>
                  </a:cubicBezTo>
                  <a:cubicBezTo>
                    <a:pt x="18834" y="11863"/>
                    <a:pt x="17427" y="14284"/>
                    <a:pt x="15191" y="15988"/>
                  </a:cubicBezTo>
                  <a:cubicBezTo>
                    <a:pt x="12662" y="17916"/>
                    <a:pt x="9407" y="18600"/>
                    <a:pt x="6359" y="18040"/>
                  </a:cubicBezTo>
                  <a:cubicBezTo>
                    <a:pt x="5749" y="17929"/>
                    <a:pt x="5143" y="17767"/>
                    <a:pt x="4558" y="17555"/>
                  </a:cubicBezTo>
                  <a:lnTo>
                    <a:pt x="4164" y="19468"/>
                  </a:lnTo>
                  <a:lnTo>
                    <a:pt x="7063" y="20000"/>
                  </a:lnTo>
                  <a:lnTo>
                    <a:pt x="6790" y="21329"/>
                  </a:lnTo>
                  <a:lnTo>
                    <a:pt x="227" y="20124"/>
                  </a:lnTo>
                  <a:lnTo>
                    <a:pt x="500" y="18796"/>
                  </a:lnTo>
                  <a:lnTo>
                    <a:pt x="2757" y="19210"/>
                  </a:lnTo>
                  <a:lnTo>
                    <a:pt x="3219" y="16965"/>
                  </a:lnTo>
                  <a:cubicBezTo>
                    <a:pt x="2951" y="16825"/>
                    <a:pt x="2688" y="16674"/>
                    <a:pt x="2431" y="16511"/>
                  </a:cubicBezTo>
                  <a:cubicBezTo>
                    <a:pt x="2174" y="16349"/>
                    <a:pt x="1928" y="16168"/>
                    <a:pt x="1684" y="15982"/>
                  </a:cubicBezTo>
                  <a:lnTo>
                    <a:pt x="2580" y="14934"/>
                  </a:lnTo>
                  <a:cubicBezTo>
                    <a:pt x="5970" y="17523"/>
                    <a:pt x="10902" y="17523"/>
                    <a:pt x="14300" y="14933"/>
                  </a:cubicBezTo>
                  <a:cubicBezTo>
                    <a:pt x="16239" y="13456"/>
                    <a:pt x="17444" y="11360"/>
                    <a:pt x="17708" y="9021"/>
                  </a:cubicBezTo>
                  <a:cubicBezTo>
                    <a:pt x="17973" y="6682"/>
                    <a:pt x="17267" y="4385"/>
                    <a:pt x="15703" y="2555"/>
                  </a:cubicBezTo>
                  <a:lnTo>
                    <a:pt x="16811" y="1700"/>
                  </a:lnTo>
                  <a:close/>
                  <a:moveTo>
                    <a:pt x="9715" y="1064"/>
                  </a:moveTo>
                  <a:cubicBezTo>
                    <a:pt x="9278" y="996"/>
                    <a:pt x="8832" y="968"/>
                    <a:pt x="8387" y="974"/>
                  </a:cubicBezTo>
                  <a:cubicBezTo>
                    <a:pt x="8460" y="1222"/>
                    <a:pt x="8544" y="1461"/>
                    <a:pt x="8641" y="1699"/>
                  </a:cubicBezTo>
                  <a:cubicBezTo>
                    <a:pt x="8737" y="1936"/>
                    <a:pt x="8846" y="2172"/>
                    <a:pt x="8962" y="2399"/>
                  </a:cubicBezTo>
                  <a:cubicBezTo>
                    <a:pt x="9289" y="2208"/>
                    <a:pt x="9627" y="2028"/>
                    <a:pt x="9967" y="1859"/>
                  </a:cubicBezTo>
                  <a:cubicBezTo>
                    <a:pt x="10307" y="1689"/>
                    <a:pt x="10645" y="1529"/>
                    <a:pt x="10997" y="1382"/>
                  </a:cubicBezTo>
                  <a:cubicBezTo>
                    <a:pt x="10579" y="1244"/>
                    <a:pt x="10153" y="1132"/>
                    <a:pt x="9715" y="1064"/>
                  </a:cubicBezTo>
                  <a:close/>
                  <a:moveTo>
                    <a:pt x="12202" y="1889"/>
                  </a:moveTo>
                  <a:cubicBezTo>
                    <a:pt x="11715" y="2060"/>
                    <a:pt x="11237" y="2254"/>
                    <a:pt x="10773" y="2470"/>
                  </a:cubicBezTo>
                  <a:cubicBezTo>
                    <a:pt x="10309" y="2687"/>
                    <a:pt x="9856" y="2925"/>
                    <a:pt x="9417" y="3184"/>
                  </a:cubicBezTo>
                  <a:cubicBezTo>
                    <a:pt x="9617" y="3488"/>
                    <a:pt x="9841" y="3788"/>
                    <a:pt x="10079" y="4067"/>
                  </a:cubicBezTo>
                  <a:cubicBezTo>
                    <a:pt x="10318" y="4345"/>
                    <a:pt x="10571" y="4610"/>
                    <a:pt x="10847" y="4861"/>
                  </a:cubicBezTo>
                  <a:lnTo>
                    <a:pt x="13083" y="2442"/>
                  </a:lnTo>
                  <a:cubicBezTo>
                    <a:pt x="12944" y="2342"/>
                    <a:pt x="12798" y="2240"/>
                    <a:pt x="12652" y="2149"/>
                  </a:cubicBezTo>
                  <a:cubicBezTo>
                    <a:pt x="12506" y="2059"/>
                    <a:pt x="12354" y="1969"/>
                    <a:pt x="12202" y="1889"/>
                  </a:cubicBezTo>
                  <a:close/>
                  <a:moveTo>
                    <a:pt x="7362" y="1000"/>
                  </a:moveTo>
                  <a:cubicBezTo>
                    <a:pt x="6540" y="1111"/>
                    <a:pt x="5754" y="1343"/>
                    <a:pt x="5029" y="1689"/>
                  </a:cubicBezTo>
                  <a:cubicBezTo>
                    <a:pt x="4305" y="2035"/>
                    <a:pt x="3644" y="2485"/>
                    <a:pt x="3064" y="3041"/>
                  </a:cubicBezTo>
                  <a:lnTo>
                    <a:pt x="5529" y="5074"/>
                  </a:lnTo>
                  <a:cubicBezTo>
                    <a:pt x="5922" y="4671"/>
                    <a:pt x="6339" y="4283"/>
                    <a:pt x="6773" y="3923"/>
                  </a:cubicBezTo>
                  <a:cubicBezTo>
                    <a:pt x="7206" y="3564"/>
                    <a:pt x="7655" y="3227"/>
                    <a:pt x="8126" y="2912"/>
                  </a:cubicBezTo>
                  <a:cubicBezTo>
                    <a:pt x="7964" y="2608"/>
                    <a:pt x="7819" y="2296"/>
                    <a:pt x="7690" y="1976"/>
                  </a:cubicBezTo>
                  <a:cubicBezTo>
                    <a:pt x="7561" y="1655"/>
                    <a:pt x="7454" y="1336"/>
                    <a:pt x="7362" y="1000"/>
                  </a:cubicBezTo>
                  <a:close/>
                  <a:moveTo>
                    <a:pt x="13806" y="3027"/>
                  </a:moveTo>
                  <a:lnTo>
                    <a:pt x="11570" y="5446"/>
                  </a:lnTo>
                  <a:cubicBezTo>
                    <a:pt x="11852" y="5649"/>
                    <a:pt x="12144" y="5840"/>
                    <a:pt x="12449" y="6011"/>
                  </a:cubicBezTo>
                  <a:cubicBezTo>
                    <a:pt x="12752" y="6182"/>
                    <a:pt x="13064" y="6332"/>
                    <a:pt x="13387" y="6469"/>
                  </a:cubicBezTo>
                  <a:cubicBezTo>
                    <a:pt x="13602" y="6013"/>
                    <a:pt x="13798" y="5550"/>
                    <a:pt x="13963" y="5077"/>
                  </a:cubicBezTo>
                  <a:cubicBezTo>
                    <a:pt x="14128" y="4603"/>
                    <a:pt x="14273" y="4122"/>
                    <a:pt x="14386" y="3633"/>
                  </a:cubicBezTo>
                  <a:cubicBezTo>
                    <a:pt x="14296" y="3528"/>
                    <a:pt x="14195" y="3418"/>
                    <a:pt x="14098" y="3318"/>
                  </a:cubicBezTo>
                  <a:cubicBezTo>
                    <a:pt x="14001" y="3218"/>
                    <a:pt x="13909" y="3123"/>
                    <a:pt x="13806" y="3027"/>
                  </a:cubicBezTo>
                  <a:close/>
                  <a:moveTo>
                    <a:pt x="15097" y="4643"/>
                  </a:moveTo>
                  <a:cubicBezTo>
                    <a:pt x="14989" y="5011"/>
                    <a:pt x="14872" y="5369"/>
                    <a:pt x="14735" y="5729"/>
                  </a:cubicBezTo>
                  <a:cubicBezTo>
                    <a:pt x="14598" y="6089"/>
                    <a:pt x="14440" y="6449"/>
                    <a:pt x="14276" y="6798"/>
                  </a:cubicBezTo>
                  <a:cubicBezTo>
                    <a:pt x="14551" y="6884"/>
                    <a:pt x="14842" y="6953"/>
                    <a:pt x="15125" y="7013"/>
                  </a:cubicBezTo>
                  <a:cubicBezTo>
                    <a:pt x="15409" y="7074"/>
                    <a:pt x="15688" y="7122"/>
                    <a:pt x="15977" y="7158"/>
                  </a:cubicBezTo>
                  <a:cubicBezTo>
                    <a:pt x="15915" y="6710"/>
                    <a:pt x="15813" y="6274"/>
                    <a:pt x="15666" y="5853"/>
                  </a:cubicBezTo>
                  <a:cubicBezTo>
                    <a:pt x="15519" y="5432"/>
                    <a:pt x="15324" y="5029"/>
                    <a:pt x="15097" y="4643"/>
                  </a:cubicBezTo>
                  <a:close/>
                  <a:moveTo>
                    <a:pt x="8606" y="3701"/>
                  </a:moveTo>
                  <a:cubicBezTo>
                    <a:pt x="8180" y="3989"/>
                    <a:pt x="7775" y="4303"/>
                    <a:pt x="7382" y="4630"/>
                  </a:cubicBezTo>
                  <a:cubicBezTo>
                    <a:pt x="6990" y="4957"/>
                    <a:pt x="6609" y="5294"/>
                    <a:pt x="6252" y="5658"/>
                  </a:cubicBezTo>
                  <a:lnTo>
                    <a:pt x="8448" y="7464"/>
                  </a:lnTo>
                  <a:lnTo>
                    <a:pt x="10216" y="5542"/>
                  </a:lnTo>
                  <a:cubicBezTo>
                    <a:pt x="9905" y="5266"/>
                    <a:pt x="9620" y="4976"/>
                    <a:pt x="9351" y="4670"/>
                  </a:cubicBezTo>
                  <a:cubicBezTo>
                    <a:pt x="9081" y="4363"/>
                    <a:pt x="8831" y="4036"/>
                    <a:pt x="8606" y="3701"/>
                  </a:cubicBezTo>
                  <a:close/>
                  <a:moveTo>
                    <a:pt x="2433" y="3721"/>
                  </a:moveTo>
                  <a:cubicBezTo>
                    <a:pt x="1932" y="4341"/>
                    <a:pt x="1546" y="5031"/>
                    <a:pt x="1284" y="5757"/>
                  </a:cubicBezTo>
                  <a:cubicBezTo>
                    <a:pt x="1022" y="6483"/>
                    <a:pt x="879" y="7253"/>
                    <a:pt x="878" y="8036"/>
                  </a:cubicBezTo>
                  <a:cubicBezTo>
                    <a:pt x="1138" y="8064"/>
                    <a:pt x="1405" y="8097"/>
                    <a:pt x="1661" y="8144"/>
                  </a:cubicBezTo>
                  <a:cubicBezTo>
                    <a:pt x="2118" y="8228"/>
                    <a:pt x="2562" y="8343"/>
                    <a:pt x="3001" y="8485"/>
                  </a:cubicBezTo>
                  <a:cubicBezTo>
                    <a:pt x="3265" y="8000"/>
                    <a:pt x="3553" y="7531"/>
                    <a:pt x="3870" y="7076"/>
                  </a:cubicBezTo>
                  <a:cubicBezTo>
                    <a:pt x="4187" y="6619"/>
                    <a:pt x="4542" y="6181"/>
                    <a:pt x="4910" y="5757"/>
                  </a:cubicBezTo>
                  <a:lnTo>
                    <a:pt x="2433" y="3721"/>
                  </a:lnTo>
                  <a:close/>
                  <a:moveTo>
                    <a:pt x="10939" y="6126"/>
                  </a:moveTo>
                  <a:lnTo>
                    <a:pt x="9169" y="8060"/>
                  </a:lnTo>
                  <a:lnTo>
                    <a:pt x="11249" y="9761"/>
                  </a:lnTo>
                  <a:cubicBezTo>
                    <a:pt x="11579" y="9378"/>
                    <a:pt x="11885" y="8986"/>
                    <a:pt x="12172" y="8576"/>
                  </a:cubicBezTo>
                  <a:cubicBezTo>
                    <a:pt x="12459" y="8166"/>
                    <a:pt x="12721" y="7741"/>
                    <a:pt x="12963" y="7306"/>
                  </a:cubicBezTo>
                  <a:cubicBezTo>
                    <a:pt x="12603" y="7149"/>
                    <a:pt x="12253" y="6964"/>
                    <a:pt x="11915" y="6769"/>
                  </a:cubicBezTo>
                  <a:cubicBezTo>
                    <a:pt x="11577" y="6573"/>
                    <a:pt x="11251" y="6358"/>
                    <a:pt x="10939" y="6126"/>
                  </a:cubicBezTo>
                  <a:close/>
                  <a:moveTo>
                    <a:pt x="13849" y="7647"/>
                  </a:moveTo>
                  <a:cubicBezTo>
                    <a:pt x="13586" y="8127"/>
                    <a:pt x="13297" y="8593"/>
                    <a:pt x="12982" y="9045"/>
                  </a:cubicBezTo>
                  <a:cubicBezTo>
                    <a:pt x="12667" y="9497"/>
                    <a:pt x="12334" y="9936"/>
                    <a:pt x="11969" y="10357"/>
                  </a:cubicBezTo>
                  <a:lnTo>
                    <a:pt x="14436" y="12379"/>
                  </a:lnTo>
                  <a:cubicBezTo>
                    <a:pt x="14933" y="11764"/>
                    <a:pt x="15319" y="11085"/>
                    <a:pt x="15581" y="10366"/>
                  </a:cubicBezTo>
                  <a:cubicBezTo>
                    <a:pt x="15842" y="9647"/>
                    <a:pt x="15976" y="8886"/>
                    <a:pt x="15982" y="8110"/>
                  </a:cubicBezTo>
                  <a:cubicBezTo>
                    <a:pt x="15743" y="8082"/>
                    <a:pt x="15506" y="8058"/>
                    <a:pt x="15271" y="8015"/>
                  </a:cubicBezTo>
                  <a:cubicBezTo>
                    <a:pt x="15030" y="7970"/>
                    <a:pt x="14788" y="7908"/>
                    <a:pt x="14551" y="7847"/>
                  </a:cubicBezTo>
                  <a:cubicBezTo>
                    <a:pt x="14314" y="7786"/>
                    <a:pt x="14080" y="7724"/>
                    <a:pt x="13849" y="7647"/>
                  </a:cubicBezTo>
                  <a:close/>
                  <a:moveTo>
                    <a:pt x="5621" y="6339"/>
                  </a:moveTo>
                  <a:cubicBezTo>
                    <a:pt x="5287" y="6724"/>
                    <a:pt x="4981" y="7134"/>
                    <a:pt x="4692" y="7547"/>
                  </a:cubicBezTo>
                  <a:cubicBezTo>
                    <a:pt x="4403" y="7961"/>
                    <a:pt x="4130" y="8387"/>
                    <a:pt x="3887" y="8826"/>
                  </a:cubicBezTo>
                  <a:cubicBezTo>
                    <a:pt x="4272" y="8990"/>
                    <a:pt x="4648" y="9168"/>
                    <a:pt x="5008" y="9376"/>
                  </a:cubicBezTo>
                  <a:cubicBezTo>
                    <a:pt x="5368" y="9585"/>
                    <a:pt x="5718" y="9817"/>
                    <a:pt x="6049" y="10067"/>
                  </a:cubicBezTo>
                  <a:lnTo>
                    <a:pt x="7817" y="8145"/>
                  </a:lnTo>
                  <a:lnTo>
                    <a:pt x="5621" y="6339"/>
                  </a:lnTo>
                  <a:close/>
                  <a:moveTo>
                    <a:pt x="8538" y="8741"/>
                  </a:moveTo>
                  <a:lnTo>
                    <a:pt x="6770" y="10663"/>
                  </a:lnTo>
                  <a:cubicBezTo>
                    <a:pt x="7059" y="10924"/>
                    <a:pt x="7330" y="11201"/>
                    <a:pt x="7582" y="11489"/>
                  </a:cubicBezTo>
                  <a:cubicBezTo>
                    <a:pt x="7834" y="11777"/>
                    <a:pt x="8064" y="12076"/>
                    <a:pt x="8278" y="12390"/>
                  </a:cubicBezTo>
                  <a:cubicBezTo>
                    <a:pt x="8700" y="12103"/>
                    <a:pt x="9109" y="11798"/>
                    <a:pt x="9499" y="11473"/>
                  </a:cubicBezTo>
                  <a:cubicBezTo>
                    <a:pt x="9889" y="11147"/>
                    <a:pt x="10262" y="10804"/>
                    <a:pt x="10617" y="10442"/>
                  </a:cubicBezTo>
                  <a:lnTo>
                    <a:pt x="8538" y="8741"/>
                  </a:lnTo>
                  <a:close/>
                  <a:moveTo>
                    <a:pt x="1798" y="9132"/>
                  </a:moveTo>
                  <a:cubicBezTo>
                    <a:pt x="1535" y="9075"/>
                    <a:pt x="1275" y="9033"/>
                    <a:pt x="1007" y="8999"/>
                  </a:cubicBezTo>
                  <a:cubicBezTo>
                    <a:pt x="1062" y="9423"/>
                    <a:pt x="1148" y="9837"/>
                    <a:pt x="1280" y="10238"/>
                  </a:cubicBezTo>
                  <a:cubicBezTo>
                    <a:pt x="1412" y="10638"/>
                    <a:pt x="1583" y="11018"/>
                    <a:pt x="1786" y="11388"/>
                  </a:cubicBezTo>
                  <a:cubicBezTo>
                    <a:pt x="1891" y="11037"/>
                    <a:pt x="2008" y="10691"/>
                    <a:pt x="2139" y="10348"/>
                  </a:cubicBezTo>
                  <a:cubicBezTo>
                    <a:pt x="2270" y="10005"/>
                    <a:pt x="2418" y="9667"/>
                    <a:pt x="2574" y="9334"/>
                  </a:cubicBezTo>
                  <a:cubicBezTo>
                    <a:pt x="2319" y="9257"/>
                    <a:pt x="2059" y="9189"/>
                    <a:pt x="1798" y="9132"/>
                  </a:cubicBezTo>
                  <a:close/>
                  <a:moveTo>
                    <a:pt x="11338" y="11038"/>
                  </a:moveTo>
                  <a:cubicBezTo>
                    <a:pt x="10948" y="11437"/>
                    <a:pt x="10541" y="11810"/>
                    <a:pt x="10111" y="12167"/>
                  </a:cubicBezTo>
                  <a:cubicBezTo>
                    <a:pt x="9681" y="12525"/>
                    <a:pt x="9224" y="12866"/>
                    <a:pt x="8757" y="13179"/>
                  </a:cubicBezTo>
                  <a:cubicBezTo>
                    <a:pt x="8923" y="13483"/>
                    <a:pt x="9075" y="13796"/>
                    <a:pt x="9206" y="14117"/>
                  </a:cubicBezTo>
                  <a:cubicBezTo>
                    <a:pt x="9337" y="14439"/>
                    <a:pt x="9449" y="14769"/>
                    <a:pt x="9544" y="15106"/>
                  </a:cubicBezTo>
                  <a:cubicBezTo>
                    <a:pt x="10358" y="14993"/>
                    <a:pt x="11133" y="14757"/>
                    <a:pt x="11852" y="14413"/>
                  </a:cubicBezTo>
                  <a:cubicBezTo>
                    <a:pt x="12571" y="14068"/>
                    <a:pt x="13229" y="13610"/>
                    <a:pt x="13805" y="13059"/>
                  </a:cubicBezTo>
                  <a:lnTo>
                    <a:pt x="11338" y="11038"/>
                  </a:lnTo>
                  <a:close/>
                  <a:moveTo>
                    <a:pt x="3466" y="9652"/>
                  </a:moveTo>
                  <a:cubicBezTo>
                    <a:pt x="3255" y="10099"/>
                    <a:pt x="3068" y="10559"/>
                    <a:pt x="2906" y="11023"/>
                  </a:cubicBezTo>
                  <a:cubicBezTo>
                    <a:pt x="2744" y="11488"/>
                    <a:pt x="2612" y="11967"/>
                    <a:pt x="2500" y="12447"/>
                  </a:cubicBezTo>
                  <a:cubicBezTo>
                    <a:pt x="2606" y="12576"/>
                    <a:pt x="2712" y="12693"/>
                    <a:pt x="2827" y="12816"/>
                  </a:cubicBezTo>
                  <a:cubicBezTo>
                    <a:pt x="2943" y="12939"/>
                    <a:pt x="3067" y="13064"/>
                    <a:pt x="3192" y="13180"/>
                  </a:cubicBezTo>
                  <a:lnTo>
                    <a:pt x="5416" y="10759"/>
                  </a:lnTo>
                  <a:cubicBezTo>
                    <a:pt x="5115" y="10538"/>
                    <a:pt x="4810" y="10332"/>
                    <a:pt x="4484" y="10148"/>
                  </a:cubicBezTo>
                  <a:cubicBezTo>
                    <a:pt x="4158" y="9964"/>
                    <a:pt x="3813" y="9796"/>
                    <a:pt x="3466" y="9652"/>
                  </a:cubicBezTo>
                  <a:close/>
                  <a:moveTo>
                    <a:pt x="6136" y="11355"/>
                  </a:moveTo>
                  <a:lnTo>
                    <a:pt x="3901" y="13774"/>
                  </a:lnTo>
                  <a:cubicBezTo>
                    <a:pt x="4016" y="13856"/>
                    <a:pt x="4137" y="13929"/>
                    <a:pt x="4256" y="14005"/>
                  </a:cubicBezTo>
                  <a:cubicBezTo>
                    <a:pt x="4376" y="14081"/>
                    <a:pt x="4502" y="14158"/>
                    <a:pt x="4626" y="14228"/>
                  </a:cubicBezTo>
                  <a:cubicBezTo>
                    <a:pt x="5123" y="14054"/>
                    <a:pt x="5608" y="13859"/>
                    <a:pt x="6082" y="13639"/>
                  </a:cubicBezTo>
                  <a:cubicBezTo>
                    <a:pt x="6556" y="13419"/>
                    <a:pt x="7019" y="13171"/>
                    <a:pt x="7466" y="12906"/>
                  </a:cubicBezTo>
                  <a:cubicBezTo>
                    <a:pt x="7279" y="12625"/>
                    <a:pt x="7074" y="12352"/>
                    <a:pt x="6853" y="12093"/>
                  </a:cubicBezTo>
                  <a:cubicBezTo>
                    <a:pt x="6632" y="11833"/>
                    <a:pt x="6391" y="11591"/>
                    <a:pt x="6136" y="11355"/>
                  </a:cubicBezTo>
                  <a:close/>
                  <a:moveTo>
                    <a:pt x="7934" y="13694"/>
                  </a:moveTo>
                  <a:cubicBezTo>
                    <a:pt x="7591" y="13896"/>
                    <a:pt x="7243" y="14084"/>
                    <a:pt x="6885" y="14262"/>
                  </a:cubicBezTo>
                  <a:cubicBezTo>
                    <a:pt x="6527" y="14440"/>
                    <a:pt x="6160" y="14609"/>
                    <a:pt x="5788" y="14762"/>
                  </a:cubicBezTo>
                  <a:cubicBezTo>
                    <a:pt x="6191" y="14908"/>
                    <a:pt x="6614" y="15020"/>
                    <a:pt x="7040" y="15099"/>
                  </a:cubicBezTo>
                  <a:cubicBezTo>
                    <a:pt x="7538" y="15190"/>
                    <a:pt x="8041" y="15236"/>
                    <a:pt x="8548" y="15233"/>
                  </a:cubicBezTo>
                  <a:cubicBezTo>
                    <a:pt x="8471" y="14966"/>
                    <a:pt x="8384" y="14704"/>
                    <a:pt x="8282" y="14447"/>
                  </a:cubicBezTo>
                  <a:cubicBezTo>
                    <a:pt x="8181" y="14190"/>
                    <a:pt x="8061" y="13938"/>
                    <a:pt x="7934" y="13694"/>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1424" dirty="0">
                <a:latin typeface="Lato Light" panose="020F0502020204030203" pitchFamily="34" charset="0"/>
              </a:endParaRPr>
            </a:p>
          </p:txBody>
        </p:sp>
        <p:sp>
          <p:nvSpPr>
            <p:cNvPr id="14" name="Shape 34181">
              <a:extLst>
                <a:ext uri="{FF2B5EF4-FFF2-40B4-BE49-F238E27FC236}">
                  <a16:creationId xmlns:a16="http://schemas.microsoft.com/office/drawing/2014/main" id="{D20E22D0-E6B4-4E74-BCC9-D24F16731457}"/>
                </a:ext>
              </a:extLst>
            </p:cNvPr>
            <p:cNvSpPr/>
            <p:nvPr/>
          </p:nvSpPr>
          <p:spPr>
            <a:xfrm>
              <a:off x="14244181" y="7303221"/>
              <a:ext cx="622050" cy="541076"/>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097" y="15438"/>
                  </a:lnTo>
                  <a:lnTo>
                    <a:pt x="5592" y="20234"/>
                  </a:lnTo>
                  <a:cubicBezTo>
                    <a:pt x="5592" y="20234"/>
                    <a:pt x="0" y="21600"/>
                    <a:pt x="0" y="21600"/>
                  </a:cubicBezTo>
                  <a:close/>
                  <a:moveTo>
                    <a:pt x="6275" y="19576"/>
                  </a:moveTo>
                  <a:lnTo>
                    <a:pt x="2779" y="14780"/>
                  </a:lnTo>
                  <a:lnTo>
                    <a:pt x="14944" y="3046"/>
                  </a:lnTo>
                  <a:lnTo>
                    <a:pt x="18443" y="7840"/>
                  </a:lnTo>
                  <a:cubicBezTo>
                    <a:pt x="18443" y="7840"/>
                    <a:pt x="6275" y="19576"/>
                    <a:pt x="6275" y="19576"/>
                  </a:cubicBezTo>
                  <a:close/>
                  <a:moveTo>
                    <a:pt x="19138" y="7167"/>
                  </a:moveTo>
                  <a:lnTo>
                    <a:pt x="15640" y="2373"/>
                  </a:lnTo>
                  <a:lnTo>
                    <a:pt x="18101" y="0"/>
                  </a:lnTo>
                  <a:lnTo>
                    <a:pt x="21600" y="4794"/>
                  </a:lnTo>
                  <a:cubicBezTo>
                    <a:pt x="21600" y="4794"/>
                    <a:pt x="19138" y="7167"/>
                    <a:pt x="19138" y="716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15" name="Shape 34182">
              <a:extLst>
                <a:ext uri="{FF2B5EF4-FFF2-40B4-BE49-F238E27FC236}">
                  <a16:creationId xmlns:a16="http://schemas.microsoft.com/office/drawing/2014/main" id="{32FA501B-5962-4484-8A0B-34C400BFD48A}"/>
                </a:ext>
              </a:extLst>
            </p:cNvPr>
            <p:cNvSpPr/>
            <p:nvPr/>
          </p:nvSpPr>
          <p:spPr>
            <a:xfrm>
              <a:off x="13576635" y="6759701"/>
              <a:ext cx="580114" cy="809692"/>
            </a:xfrm>
            <a:custGeom>
              <a:avLst/>
              <a:gdLst/>
              <a:ahLst/>
              <a:cxnLst>
                <a:cxn ang="0">
                  <a:pos x="wd2" y="hd2"/>
                </a:cxn>
                <a:cxn ang="5400000">
                  <a:pos x="wd2" y="hd2"/>
                </a:cxn>
                <a:cxn ang="10800000">
                  <a:pos x="wd2" y="hd2"/>
                </a:cxn>
                <a:cxn ang="16200000">
                  <a:pos x="wd2" y="hd2"/>
                </a:cxn>
              </a:cxnLst>
              <a:rect l="0" t="0" r="r" b="b"/>
              <a:pathLst>
                <a:path w="19206" h="21363" extrusionOk="0">
                  <a:moveTo>
                    <a:pt x="10609" y="43"/>
                  </a:moveTo>
                  <a:cubicBezTo>
                    <a:pt x="8165" y="-162"/>
                    <a:pt x="5621" y="372"/>
                    <a:pt x="3560" y="1702"/>
                  </a:cubicBezTo>
                  <a:cubicBezTo>
                    <a:pt x="-561" y="4362"/>
                    <a:pt x="-1197" y="9181"/>
                    <a:pt x="2140" y="12465"/>
                  </a:cubicBezTo>
                  <a:cubicBezTo>
                    <a:pt x="4853" y="15135"/>
                    <a:pt x="9359" y="15971"/>
                    <a:pt x="13163" y="14762"/>
                  </a:cubicBezTo>
                  <a:cubicBezTo>
                    <a:pt x="13165" y="14832"/>
                    <a:pt x="13187" y="14904"/>
                    <a:pt x="13225" y="14972"/>
                  </a:cubicBezTo>
                  <a:lnTo>
                    <a:pt x="16612" y="21039"/>
                  </a:lnTo>
                  <a:cubicBezTo>
                    <a:pt x="16765" y="21313"/>
                    <a:pt x="17169" y="21438"/>
                    <a:pt x="17513" y="21316"/>
                  </a:cubicBezTo>
                  <a:lnTo>
                    <a:pt x="17878" y="21186"/>
                  </a:lnTo>
                  <a:cubicBezTo>
                    <a:pt x="18222" y="21064"/>
                    <a:pt x="18373" y="20741"/>
                    <a:pt x="18220" y="20467"/>
                  </a:cubicBezTo>
                  <a:lnTo>
                    <a:pt x="14832" y="14405"/>
                  </a:lnTo>
                  <a:cubicBezTo>
                    <a:pt x="14778" y="14307"/>
                    <a:pt x="14685" y="14238"/>
                    <a:pt x="14581" y="14183"/>
                  </a:cubicBezTo>
                  <a:cubicBezTo>
                    <a:pt x="14946" y="14006"/>
                    <a:pt x="15305" y="13816"/>
                    <a:pt x="15646" y="13596"/>
                  </a:cubicBezTo>
                  <a:cubicBezTo>
                    <a:pt x="19767" y="10937"/>
                    <a:pt x="20403" y="6118"/>
                    <a:pt x="17066" y="2833"/>
                  </a:cubicBezTo>
                  <a:cubicBezTo>
                    <a:pt x="15397" y="1191"/>
                    <a:pt x="13053" y="247"/>
                    <a:pt x="10609" y="43"/>
                  </a:cubicBezTo>
                  <a:close/>
                  <a:moveTo>
                    <a:pt x="10451" y="1237"/>
                  </a:moveTo>
                  <a:cubicBezTo>
                    <a:pt x="12511" y="1410"/>
                    <a:pt x="14487" y="2210"/>
                    <a:pt x="15893" y="3594"/>
                  </a:cubicBezTo>
                  <a:cubicBezTo>
                    <a:pt x="18705" y="6361"/>
                    <a:pt x="18170" y="10422"/>
                    <a:pt x="14697" y="12663"/>
                  </a:cubicBezTo>
                  <a:cubicBezTo>
                    <a:pt x="11225" y="14903"/>
                    <a:pt x="6130" y="14477"/>
                    <a:pt x="3318" y="11709"/>
                  </a:cubicBezTo>
                  <a:cubicBezTo>
                    <a:pt x="506" y="8942"/>
                    <a:pt x="1041" y="4882"/>
                    <a:pt x="4514" y="2641"/>
                  </a:cubicBezTo>
                  <a:cubicBezTo>
                    <a:pt x="6250" y="1520"/>
                    <a:pt x="8392" y="1065"/>
                    <a:pt x="10451" y="123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16" name="Shape 34183">
              <a:extLst>
                <a:ext uri="{FF2B5EF4-FFF2-40B4-BE49-F238E27FC236}">
                  <a16:creationId xmlns:a16="http://schemas.microsoft.com/office/drawing/2014/main" id="{742CAAEB-DCDA-49D9-BEDF-A0DEC236B988}"/>
                </a:ext>
              </a:extLst>
            </p:cNvPr>
            <p:cNvSpPr/>
            <p:nvPr/>
          </p:nvSpPr>
          <p:spPr>
            <a:xfrm>
              <a:off x="11615391" y="7089790"/>
              <a:ext cx="617918" cy="684030"/>
            </a:xfrm>
            <a:custGeom>
              <a:avLst/>
              <a:gdLst/>
              <a:ahLst/>
              <a:cxnLst>
                <a:cxn ang="0">
                  <a:pos x="wd2" y="hd2"/>
                </a:cxn>
                <a:cxn ang="5400000">
                  <a:pos x="wd2" y="hd2"/>
                </a:cxn>
                <a:cxn ang="10800000">
                  <a:pos x="wd2" y="hd2"/>
                </a:cxn>
                <a:cxn ang="16200000">
                  <a:pos x="wd2" y="hd2"/>
                </a:cxn>
              </a:cxnLst>
              <a:rect l="0" t="0" r="r" b="b"/>
              <a:pathLst>
                <a:path w="20678" h="21600" extrusionOk="0">
                  <a:moveTo>
                    <a:pt x="10339" y="0"/>
                  </a:moveTo>
                  <a:cubicBezTo>
                    <a:pt x="8560" y="0"/>
                    <a:pt x="6992" y="1375"/>
                    <a:pt x="5917" y="3576"/>
                  </a:cubicBezTo>
                  <a:cubicBezTo>
                    <a:pt x="5568" y="3546"/>
                    <a:pt x="5234" y="3529"/>
                    <a:pt x="4903" y="3529"/>
                  </a:cubicBezTo>
                  <a:cubicBezTo>
                    <a:pt x="2761" y="3529"/>
                    <a:pt x="1171" y="4188"/>
                    <a:pt x="431" y="5396"/>
                  </a:cubicBezTo>
                  <a:cubicBezTo>
                    <a:pt x="-452" y="6840"/>
                    <a:pt x="119" y="8796"/>
                    <a:pt x="1578" y="10761"/>
                  </a:cubicBezTo>
                  <a:cubicBezTo>
                    <a:pt x="84" y="12747"/>
                    <a:pt x="-461" y="14730"/>
                    <a:pt x="431" y="16188"/>
                  </a:cubicBezTo>
                  <a:cubicBezTo>
                    <a:pt x="1171" y="17397"/>
                    <a:pt x="2760" y="18055"/>
                    <a:pt x="4903" y="18055"/>
                  </a:cubicBezTo>
                  <a:cubicBezTo>
                    <a:pt x="5246" y="18055"/>
                    <a:pt x="5621" y="18010"/>
                    <a:pt x="5983" y="17976"/>
                  </a:cubicBezTo>
                  <a:cubicBezTo>
                    <a:pt x="7057" y="20156"/>
                    <a:pt x="8570" y="21600"/>
                    <a:pt x="10339" y="21600"/>
                  </a:cubicBezTo>
                  <a:cubicBezTo>
                    <a:pt x="12118" y="21600"/>
                    <a:pt x="13685" y="20225"/>
                    <a:pt x="14761" y="18024"/>
                  </a:cubicBezTo>
                  <a:cubicBezTo>
                    <a:pt x="15110" y="18054"/>
                    <a:pt x="15460" y="18071"/>
                    <a:pt x="15791" y="18071"/>
                  </a:cubicBezTo>
                  <a:cubicBezTo>
                    <a:pt x="17934" y="18071"/>
                    <a:pt x="19507" y="17412"/>
                    <a:pt x="20246" y="16204"/>
                  </a:cubicBezTo>
                  <a:cubicBezTo>
                    <a:pt x="21134" y="14753"/>
                    <a:pt x="20576" y="12782"/>
                    <a:pt x="19099" y="10808"/>
                  </a:cubicBezTo>
                  <a:cubicBezTo>
                    <a:pt x="20594" y="8822"/>
                    <a:pt x="21139" y="6839"/>
                    <a:pt x="20246" y="5380"/>
                  </a:cubicBezTo>
                  <a:cubicBezTo>
                    <a:pt x="19508" y="4173"/>
                    <a:pt x="17934" y="3514"/>
                    <a:pt x="15791" y="3514"/>
                  </a:cubicBezTo>
                  <a:cubicBezTo>
                    <a:pt x="15438" y="3514"/>
                    <a:pt x="15052" y="3573"/>
                    <a:pt x="14677" y="3608"/>
                  </a:cubicBezTo>
                  <a:cubicBezTo>
                    <a:pt x="13604" y="1440"/>
                    <a:pt x="12102" y="0"/>
                    <a:pt x="10339" y="0"/>
                  </a:cubicBezTo>
                  <a:close/>
                  <a:moveTo>
                    <a:pt x="10339" y="1004"/>
                  </a:moveTo>
                  <a:cubicBezTo>
                    <a:pt x="11591" y="1004"/>
                    <a:pt x="12710" y="2093"/>
                    <a:pt x="13580" y="3733"/>
                  </a:cubicBezTo>
                  <a:cubicBezTo>
                    <a:pt x="12541" y="3915"/>
                    <a:pt x="11452" y="4238"/>
                    <a:pt x="10355" y="4643"/>
                  </a:cubicBezTo>
                  <a:cubicBezTo>
                    <a:pt x="9226" y="4226"/>
                    <a:pt x="8099" y="3899"/>
                    <a:pt x="7031" y="3718"/>
                  </a:cubicBezTo>
                  <a:cubicBezTo>
                    <a:pt x="7905" y="2046"/>
                    <a:pt x="9073" y="1004"/>
                    <a:pt x="10339" y="1004"/>
                  </a:cubicBezTo>
                  <a:close/>
                  <a:moveTo>
                    <a:pt x="15791" y="4518"/>
                  </a:moveTo>
                  <a:cubicBezTo>
                    <a:pt x="17538" y="4518"/>
                    <a:pt x="18791" y="4998"/>
                    <a:pt x="19332" y="5882"/>
                  </a:cubicBezTo>
                  <a:cubicBezTo>
                    <a:pt x="19959" y="6907"/>
                    <a:pt x="19540" y="8380"/>
                    <a:pt x="18468" y="9914"/>
                  </a:cubicBezTo>
                  <a:cubicBezTo>
                    <a:pt x="17787" y="9159"/>
                    <a:pt x="16951" y="8410"/>
                    <a:pt x="16007" y="7702"/>
                  </a:cubicBezTo>
                  <a:cubicBezTo>
                    <a:pt x="15826" y="6556"/>
                    <a:pt x="15554" y="5511"/>
                    <a:pt x="15193" y="4565"/>
                  </a:cubicBezTo>
                  <a:cubicBezTo>
                    <a:pt x="15389" y="4554"/>
                    <a:pt x="15602" y="4518"/>
                    <a:pt x="15791" y="4518"/>
                  </a:cubicBezTo>
                  <a:close/>
                  <a:moveTo>
                    <a:pt x="4903" y="4533"/>
                  </a:moveTo>
                  <a:cubicBezTo>
                    <a:pt x="5095" y="4533"/>
                    <a:pt x="5302" y="4538"/>
                    <a:pt x="5501" y="4549"/>
                  </a:cubicBezTo>
                  <a:cubicBezTo>
                    <a:pt x="5130" y="5520"/>
                    <a:pt x="4852" y="6633"/>
                    <a:pt x="4670" y="7812"/>
                  </a:cubicBezTo>
                  <a:cubicBezTo>
                    <a:pt x="3730" y="8526"/>
                    <a:pt x="2966" y="9248"/>
                    <a:pt x="2293" y="10008"/>
                  </a:cubicBezTo>
                  <a:cubicBezTo>
                    <a:pt x="1175" y="8445"/>
                    <a:pt x="708" y="6940"/>
                    <a:pt x="1346" y="5898"/>
                  </a:cubicBezTo>
                  <a:cubicBezTo>
                    <a:pt x="1887" y="5014"/>
                    <a:pt x="3156" y="4533"/>
                    <a:pt x="4903" y="4533"/>
                  </a:cubicBezTo>
                  <a:close/>
                  <a:moveTo>
                    <a:pt x="14062" y="4659"/>
                  </a:moveTo>
                  <a:cubicBezTo>
                    <a:pt x="14333" y="5325"/>
                    <a:pt x="14582" y="6051"/>
                    <a:pt x="14761" y="6839"/>
                  </a:cubicBezTo>
                  <a:cubicBezTo>
                    <a:pt x="14294" y="6539"/>
                    <a:pt x="13808" y="6239"/>
                    <a:pt x="13298" y="5961"/>
                  </a:cubicBezTo>
                  <a:cubicBezTo>
                    <a:pt x="12768" y="5672"/>
                    <a:pt x="12225" y="5480"/>
                    <a:pt x="11685" y="5239"/>
                  </a:cubicBezTo>
                  <a:cubicBezTo>
                    <a:pt x="12500" y="4985"/>
                    <a:pt x="13298" y="4775"/>
                    <a:pt x="14062" y="4659"/>
                  </a:cubicBezTo>
                  <a:close/>
                  <a:moveTo>
                    <a:pt x="6599" y="4675"/>
                  </a:moveTo>
                  <a:cubicBezTo>
                    <a:pt x="7326" y="4784"/>
                    <a:pt x="8103" y="5021"/>
                    <a:pt x="8876" y="5255"/>
                  </a:cubicBezTo>
                  <a:cubicBezTo>
                    <a:pt x="8379" y="5481"/>
                    <a:pt x="7868" y="5695"/>
                    <a:pt x="7380" y="5961"/>
                  </a:cubicBezTo>
                  <a:cubicBezTo>
                    <a:pt x="6837" y="6256"/>
                    <a:pt x="6443" y="6613"/>
                    <a:pt x="5950" y="6933"/>
                  </a:cubicBezTo>
                  <a:cubicBezTo>
                    <a:pt x="6128" y="6137"/>
                    <a:pt x="6326" y="5348"/>
                    <a:pt x="6599" y="4675"/>
                  </a:cubicBezTo>
                  <a:close/>
                  <a:moveTo>
                    <a:pt x="10405" y="5788"/>
                  </a:moveTo>
                  <a:cubicBezTo>
                    <a:pt x="11196" y="6102"/>
                    <a:pt x="11987" y="6415"/>
                    <a:pt x="12766" y="6839"/>
                  </a:cubicBezTo>
                  <a:cubicBezTo>
                    <a:pt x="13571" y="7278"/>
                    <a:pt x="14317" y="7751"/>
                    <a:pt x="15010" y="8251"/>
                  </a:cubicBezTo>
                  <a:cubicBezTo>
                    <a:pt x="15123" y="9067"/>
                    <a:pt x="15193" y="9915"/>
                    <a:pt x="15193" y="10792"/>
                  </a:cubicBezTo>
                  <a:cubicBezTo>
                    <a:pt x="15193" y="11657"/>
                    <a:pt x="15070" y="12466"/>
                    <a:pt x="14960" y="13271"/>
                  </a:cubicBezTo>
                  <a:cubicBezTo>
                    <a:pt x="14260" y="13779"/>
                    <a:pt x="13583" y="14300"/>
                    <a:pt x="12766" y="14745"/>
                  </a:cubicBezTo>
                  <a:cubicBezTo>
                    <a:pt x="11937" y="15197"/>
                    <a:pt x="11096" y="15469"/>
                    <a:pt x="10256" y="15796"/>
                  </a:cubicBezTo>
                  <a:cubicBezTo>
                    <a:pt x="9475" y="15485"/>
                    <a:pt x="8681" y="15180"/>
                    <a:pt x="7912" y="14761"/>
                  </a:cubicBezTo>
                  <a:cubicBezTo>
                    <a:pt x="7107" y="14323"/>
                    <a:pt x="6360" y="13849"/>
                    <a:pt x="5668" y="13349"/>
                  </a:cubicBezTo>
                  <a:cubicBezTo>
                    <a:pt x="5554" y="12533"/>
                    <a:pt x="5501" y="11669"/>
                    <a:pt x="5501" y="10792"/>
                  </a:cubicBezTo>
                  <a:cubicBezTo>
                    <a:pt x="5501" y="9918"/>
                    <a:pt x="5605" y="9111"/>
                    <a:pt x="5718" y="8298"/>
                  </a:cubicBezTo>
                  <a:cubicBezTo>
                    <a:pt x="6420" y="7788"/>
                    <a:pt x="7092" y="7270"/>
                    <a:pt x="7912" y="6824"/>
                  </a:cubicBezTo>
                  <a:cubicBezTo>
                    <a:pt x="8731" y="6377"/>
                    <a:pt x="9574" y="6113"/>
                    <a:pt x="10405" y="5788"/>
                  </a:cubicBezTo>
                  <a:close/>
                  <a:moveTo>
                    <a:pt x="10339" y="7984"/>
                  </a:moveTo>
                  <a:cubicBezTo>
                    <a:pt x="8690" y="7984"/>
                    <a:pt x="7363" y="9237"/>
                    <a:pt x="7363" y="10792"/>
                  </a:cubicBezTo>
                  <a:cubicBezTo>
                    <a:pt x="7363" y="12348"/>
                    <a:pt x="8690" y="13616"/>
                    <a:pt x="10339" y="13616"/>
                  </a:cubicBezTo>
                  <a:cubicBezTo>
                    <a:pt x="11987" y="13616"/>
                    <a:pt x="13331" y="12348"/>
                    <a:pt x="13331" y="10792"/>
                  </a:cubicBezTo>
                  <a:cubicBezTo>
                    <a:pt x="13331" y="9237"/>
                    <a:pt x="11987" y="7984"/>
                    <a:pt x="10339" y="7984"/>
                  </a:cubicBezTo>
                  <a:close/>
                  <a:moveTo>
                    <a:pt x="4571" y="9098"/>
                  </a:moveTo>
                  <a:cubicBezTo>
                    <a:pt x="4522" y="9664"/>
                    <a:pt x="4438" y="10197"/>
                    <a:pt x="4438" y="10792"/>
                  </a:cubicBezTo>
                  <a:cubicBezTo>
                    <a:pt x="4438" y="11349"/>
                    <a:pt x="4462" y="11892"/>
                    <a:pt x="4504" y="12424"/>
                  </a:cubicBezTo>
                  <a:cubicBezTo>
                    <a:pt x="3891" y="11902"/>
                    <a:pt x="3374" y="11375"/>
                    <a:pt x="2908" y="10839"/>
                  </a:cubicBezTo>
                  <a:cubicBezTo>
                    <a:pt x="3403" y="10260"/>
                    <a:pt x="3903" y="9661"/>
                    <a:pt x="4571" y="9098"/>
                  </a:cubicBezTo>
                  <a:close/>
                  <a:moveTo>
                    <a:pt x="16190" y="9176"/>
                  </a:moveTo>
                  <a:cubicBezTo>
                    <a:pt x="16796" y="9693"/>
                    <a:pt x="17307" y="10215"/>
                    <a:pt x="17769" y="10745"/>
                  </a:cubicBezTo>
                  <a:cubicBezTo>
                    <a:pt x="17273" y="11325"/>
                    <a:pt x="16776" y="11907"/>
                    <a:pt x="16107" y="12471"/>
                  </a:cubicBezTo>
                  <a:cubicBezTo>
                    <a:pt x="16155" y="11912"/>
                    <a:pt x="16257" y="11379"/>
                    <a:pt x="16257" y="10792"/>
                  </a:cubicBezTo>
                  <a:cubicBezTo>
                    <a:pt x="16257" y="10236"/>
                    <a:pt x="16233" y="9708"/>
                    <a:pt x="16190" y="9176"/>
                  </a:cubicBezTo>
                  <a:close/>
                  <a:moveTo>
                    <a:pt x="18384" y="11576"/>
                  </a:moveTo>
                  <a:cubicBezTo>
                    <a:pt x="19512" y="13146"/>
                    <a:pt x="19972" y="14656"/>
                    <a:pt x="19332" y="15702"/>
                  </a:cubicBezTo>
                  <a:cubicBezTo>
                    <a:pt x="18791" y="16586"/>
                    <a:pt x="17537" y="17067"/>
                    <a:pt x="15791" y="17067"/>
                  </a:cubicBezTo>
                  <a:cubicBezTo>
                    <a:pt x="15599" y="17067"/>
                    <a:pt x="15392" y="17047"/>
                    <a:pt x="15193" y="17035"/>
                  </a:cubicBezTo>
                  <a:cubicBezTo>
                    <a:pt x="15564" y="16065"/>
                    <a:pt x="15826" y="14967"/>
                    <a:pt x="16007" y="13788"/>
                  </a:cubicBezTo>
                  <a:cubicBezTo>
                    <a:pt x="16951" y="13073"/>
                    <a:pt x="17710" y="12337"/>
                    <a:pt x="18384" y="11576"/>
                  </a:cubicBezTo>
                  <a:close/>
                  <a:moveTo>
                    <a:pt x="2210" y="11655"/>
                  </a:moveTo>
                  <a:cubicBezTo>
                    <a:pt x="2896" y="12420"/>
                    <a:pt x="3714" y="13165"/>
                    <a:pt x="4670" y="13882"/>
                  </a:cubicBezTo>
                  <a:cubicBezTo>
                    <a:pt x="4849" y="15014"/>
                    <a:pt x="5113" y="16067"/>
                    <a:pt x="5468" y="17004"/>
                  </a:cubicBezTo>
                  <a:cubicBezTo>
                    <a:pt x="5283" y="17014"/>
                    <a:pt x="5081" y="17051"/>
                    <a:pt x="4903" y="17051"/>
                  </a:cubicBezTo>
                  <a:cubicBezTo>
                    <a:pt x="3156" y="17051"/>
                    <a:pt x="1887" y="16571"/>
                    <a:pt x="1346" y="15686"/>
                  </a:cubicBezTo>
                  <a:cubicBezTo>
                    <a:pt x="717" y="14659"/>
                    <a:pt x="1131" y="13193"/>
                    <a:pt x="2210" y="11655"/>
                  </a:cubicBezTo>
                  <a:close/>
                  <a:moveTo>
                    <a:pt x="14744" y="14651"/>
                  </a:moveTo>
                  <a:cubicBezTo>
                    <a:pt x="14565" y="15455"/>
                    <a:pt x="14370" y="16247"/>
                    <a:pt x="14096" y="16925"/>
                  </a:cubicBezTo>
                  <a:cubicBezTo>
                    <a:pt x="13364" y="16816"/>
                    <a:pt x="12580" y="16581"/>
                    <a:pt x="11802" y="16345"/>
                  </a:cubicBezTo>
                  <a:cubicBezTo>
                    <a:pt x="12304" y="16117"/>
                    <a:pt x="12804" y="15892"/>
                    <a:pt x="13298" y="15624"/>
                  </a:cubicBezTo>
                  <a:cubicBezTo>
                    <a:pt x="13843" y="15326"/>
                    <a:pt x="14249" y="14973"/>
                    <a:pt x="14744" y="14651"/>
                  </a:cubicBezTo>
                  <a:close/>
                  <a:moveTo>
                    <a:pt x="5934" y="14761"/>
                  </a:moveTo>
                  <a:cubicBezTo>
                    <a:pt x="6400" y="15061"/>
                    <a:pt x="6869" y="15346"/>
                    <a:pt x="7380" y="15624"/>
                  </a:cubicBezTo>
                  <a:cubicBezTo>
                    <a:pt x="7902" y="15908"/>
                    <a:pt x="8444" y="16107"/>
                    <a:pt x="8976" y="16345"/>
                  </a:cubicBezTo>
                  <a:cubicBezTo>
                    <a:pt x="8160" y="16598"/>
                    <a:pt x="7364" y="16795"/>
                    <a:pt x="6599" y="16910"/>
                  </a:cubicBezTo>
                  <a:cubicBezTo>
                    <a:pt x="6331" y="16249"/>
                    <a:pt x="6110" y="15542"/>
                    <a:pt x="5934" y="14761"/>
                  </a:cubicBezTo>
                  <a:close/>
                  <a:moveTo>
                    <a:pt x="10322" y="16941"/>
                  </a:moveTo>
                  <a:cubicBezTo>
                    <a:pt x="11458" y="17362"/>
                    <a:pt x="12573" y="17700"/>
                    <a:pt x="13647" y="17882"/>
                  </a:cubicBezTo>
                  <a:cubicBezTo>
                    <a:pt x="12773" y="19553"/>
                    <a:pt x="11605" y="20596"/>
                    <a:pt x="10339" y="20596"/>
                  </a:cubicBezTo>
                  <a:cubicBezTo>
                    <a:pt x="9084" y="20596"/>
                    <a:pt x="7951" y="19498"/>
                    <a:pt x="7081" y="17851"/>
                  </a:cubicBezTo>
                  <a:cubicBezTo>
                    <a:pt x="8127" y="17671"/>
                    <a:pt x="9217" y="17349"/>
                    <a:pt x="10322" y="1694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17" name="Shape 34184">
              <a:extLst>
                <a:ext uri="{FF2B5EF4-FFF2-40B4-BE49-F238E27FC236}">
                  <a16:creationId xmlns:a16="http://schemas.microsoft.com/office/drawing/2014/main" id="{E69921C6-AB16-4677-B9C6-0FA4349CB779}"/>
                </a:ext>
              </a:extLst>
            </p:cNvPr>
            <p:cNvSpPr/>
            <p:nvPr/>
          </p:nvSpPr>
          <p:spPr>
            <a:xfrm>
              <a:off x="13088735" y="3291417"/>
              <a:ext cx="651942" cy="595766"/>
            </a:xfrm>
            <a:custGeom>
              <a:avLst/>
              <a:gdLst/>
              <a:ahLst/>
              <a:cxnLst>
                <a:cxn ang="0">
                  <a:pos x="wd2" y="hd2"/>
                </a:cxn>
                <a:cxn ang="5400000">
                  <a:pos x="wd2" y="hd2"/>
                </a:cxn>
                <a:cxn ang="10800000">
                  <a:pos x="wd2" y="hd2"/>
                </a:cxn>
                <a:cxn ang="16200000">
                  <a:pos x="wd2" y="hd2"/>
                </a:cxn>
              </a:cxnLst>
              <a:rect l="0" t="0" r="r" b="b"/>
              <a:pathLst>
                <a:path w="20409" h="20716" extrusionOk="0">
                  <a:moveTo>
                    <a:pt x="19071" y="18146"/>
                  </a:moveTo>
                  <a:cubicBezTo>
                    <a:pt x="20183" y="16314"/>
                    <a:pt x="19749" y="13820"/>
                    <a:pt x="18102" y="12586"/>
                  </a:cubicBezTo>
                  <a:cubicBezTo>
                    <a:pt x="17662" y="12256"/>
                    <a:pt x="17178" y="12053"/>
                    <a:pt x="16685" y="11962"/>
                  </a:cubicBezTo>
                  <a:lnTo>
                    <a:pt x="16672" y="15889"/>
                  </a:lnTo>
                  <a:cubicBezTo>
                    <a:pt x="16671" y="16166"/>
                    <a:pt x="16469" y="16390"/>
                    <a:pt x="16220" y="16389"/>
                  </a:cubicBezTo>
                  <a:cubicBezTo>
                    <a:pt x="15971" y="16388"/>
                    <a:pt x="15770" y="16164"/>
                    <a:pt x="15771" y="15887"/>
                  </a:cubicBezTo>
                  <a:lnTo>
                    <a:pt x="15784" y="11921"/>
                  </a:lnTo>
                  <a:cubicBezTo>
                    <a:pt x="14735" y="12022"/>
                    <a:pt x="13732" y="12627"/>
                    <a:pt x="13098" y="13672"/>
                  </a:cubicBezTo>
                  <a:cubicBezTo>
                    <a:pt x="11985" y="15504"/>
                    <a:pt x="12420" y="17998"/>
                    <a:pt x="14067" y="19232"/>
                  </a:cubicBezTo>
                  <a:cubicBezTo>
                    <a:pt x="15713" y="20465"/>
                    <a:pt x="17958" y="19979"/>
                    <a:pt x="19071" y="18146"/>
                  </a:cubicBezTo>
                  <a:close/>
                  <a:moveTo>
                    <a:pt x="16740" y="7857"/>
                  </a:moveTo>
                  <a:lnTo>
                    <a:pt x="15291" y="6772"/>
                  </a:lnTo>
                  <a:cubicBezTo>
                    <a:pt x="15127" y="6649"/>
                    <a:pt x="15015" y="6369"/>
                    <a:pt x="15043" y="6151"/>
                  </a:cubicBezTo>
                  <a:lnTo>
                    <a:pt x="15275" y="4322"/>
                  </a:lnTo>
                  <a:lnTo>
                    <a:pt x="11975" y="5321"/>
                  </a:lnTo>
                  <a:cubicBezTo>
                    <a:pt x="11975" y="5321"/>
                    <a:pt x="12203" y="5706"/>
                    <a:pt x="12483" y="6179"/>
                  </a:cubicBezTo>
                  <a:lnTo>
                    <a:pt x="16109" y="8895"/>
                  </a:lnTo>
                  <a:cubicBezTo>
                    <a:pt x="16109" y="8895"/>
                    <a:pt x="16740" y="7857"/>
                    <a:pt x="16740" y="7857"/>
                  </a:cubicBezTo>
                  <a:close/>
                  <a:moveTo>
                    <a:pt x="15093" y="9342"/>
                  </a:moveTo>
                  <a:lnTo>
                    <a:pt x="13604" y="8227"/>
                  </a:lnTo>
                  <a:cubicBezTo>
                    <a:pt x="13647" y="8494"/>
                    <a:pt x="13599" y="8776"/>
                    <a:pt x="13458" y="9008"/>
                  </a:cubicBezTo>
                  <a:lnTo>
                    <a:pt x="13459" y="9008"/>
                  </a:lnTo>
                  <a:cubicBezTo>
                    <a:pt x="13459" y="9008"/>
                    <a:pt x="13042" y="9692"/>
                    <a:pt x="12523" y="10542"/>
                  </a:cubicBezTo>
                  <a:cubicBezTo>
                    <a:pt x="12523" y="10542"/>
                    <a:pt x="15093" y="9342"/>
                    <a:pt x="15093" y="9342"/>
                  </a:cubicBezTo>
                  <a:close/>
                  <a:moveTo>
                    <a:pt x="11619" y="8259"/>
                  </a:moveTo>
                  <a:cubicBezTo>
                    <a:pt x="11619" y="8259"/>
                    <a:pt x="10321" y="6315"/>
                    <a:pt x="9704" y="5383"/>
                  </a:cubicBezTo>
                  <a:lnTo>
                    <a:pt x="8507" y="5869"/>
                  </a:lnTo>
                  <a:cubicBezTo>
                    <a:pt x="8769" y="6978"/>
                    <a:pt x="8675" y="8186"/>
                    <a:pt x="8184" y="9262"/>
                  </a:cubicBezTo>
                  <a:lnTo>
                    <a:pt x="10126" y="10718"/>
                  </a:lnTo>
                  <a:cubicBezTo>
                    <a:pt x="10126" y="10718"/>
                    <a:pt x="11619" y="8259"/>
                    <a:pt x="11619" y="8259"/>
                  </a:cubicBezTo>
                  <a:close/>
                  <a:moveTo>
                    <a:pt x="7096" y="9656"/>
                  </a:moveTo>
                  <a:lnTo>
                    <a:pt x="4125" y="7430"/>
                  </a:lnTo>
                  <a:cubicBezTo>
                    <a:pt x="3919" y="7275"/>
                    <a:pt x="3865" y="6964"/>
                    <a:pt x="4004" y="6735"/>
                  </a:cubicBezTo>
                  <a:cubicBezTo>
                    <a:pt x="4067" y="6631"/>
                    <a:pt x="4159" y="6564"/>
                    <a:pt x="4260" y="6533"/>
                  </a:cubicBezTo>
                  <a:lnTo>
                    <a:pt x="4259" y="6531"/>
                  </a:lnTo>
                  <a:lnTo>
                    <a:pt x="7505" y="5212"/>
                  </a:lnTo>
                  <a:cubicBezTo>
                    <a:pt x="7238" y="4652"/>
                    <a:pt x="6848" y="4155"/>
                    <a:pt x="6343" y="3777"/>
                  </a:cubicBezTo>
                  <a:cubicBezTo>
                    <a:pt x="4697" y="2543"/>
                    <a:pt x="2452" y="3030"/>
                    <a:pt x="1339" y="4862"/>
                  </a:cubicBezTo>
                  <a:cubicBezTo>
                    <a:pt x="227" y="6694"/>
                    <a:pt x="661" y="9188"/>
                    <a:pt x="2308" y="10422"/>
                  </a:cubicBezTo>
                  <a:cubicBezTo>
                    <a:pt x="3854" y="11580"/>
                    <a:pt x="5928" y="11221"/>
                    <a:pt x="7096" y="9656"/>
                  </a:cubicBezTo>
                  <a:close/>
                  <a:moveTo>
                    <a:pt x="5362" y="7148"/>
                  </a:moveTo>
                  <a:lnTo>
                    <a:pt x="7578" y="8808"/>
                  </a:lnTo>
                  <a:cubicBezTo>
                    <a:pt x="7940" y="7960"/>
                    <a:pt x="8013" y="7021"/>
                    <a:pt x="7822" y="6148"/>
                  </a:cubicBezTo>
                  <a:cubicBezTo>
                    <a:pt x="7822" y="6148"/>
                    <a:pt x="5362" y="7148"/>
                    <a:pt x="5362" y="7148"/>
                  </a:cubicBezTo>
                  <a:close/>
                  <a:moveTo>
                    <a:pt x="19668" y="18594"/>
                  </a:moveTo>
                  <a:cubicBezTo>
                    <a:pt x="18331" y="20796"/>
                    <a:pt x="15642" y="21379"/>
                    <a:pt x="13663" y="19896"/>
                  </a:cubicBezTo>
                  <a:cubicBezTo>
                    <a:pt x="11684" y="18413"/>
                    <a:pt x="11164" y="15426"/>
                    <a:pt x="12501" y="13224"/>
                  </a:cubicBezTo>
                  <a:cubicBezTo>
                    <a:pt x="13276" y="11948"/>
                    <a:pt x="14505" y="11216"/>
                    <a:pt x="15787" y="11115"/>
                  </a:cubicBezTo>
                  <a:lnTo>
                    <a:pt x="15791" y="10101"/>
                  </a:lnTo>
                  <a:lnTo>
                    <a:pt x="11595" y="12059"/>
                  </a:lnTo>
                  <a:cubicBezTo>
                    <a:pt x="11028" y="12983"/>
                    <a:pt x="10547" y="13764"/>
                    <a:pt x="10524" y="13787"/>
                  </a:cubicBezTo>
                  <a:cubicBezTo>
                    <a:pt x="10135" y="14180"/>
                    <a:pt x="9533" y="14149"/>
                    <a:pt x="9180" y="13717"/>
                  </a:cubicBezTo>
                  <a:cubicBezTo>
                    <a:pt x="8879" y="13349"/>
                    <a:pt x="8857" y="12810"/>
                    <a:pt x="9097" y="12415"/>
                  </a:cubicBezTo>
                  <a:lnTo>
                    <a:pt x="9096" y="12414"/>
                  </a:lnTo>
                  <a:lnTo>
                    <a:pt x="9622" y="11548"/>
                  </a:lnTo>
                  <a:lnTo>
                    <a:pt x="7695" y="10105"/>
                  </a:lnTo>
                  <a:cubicBezTo>
                    <a:pt x="6301" y="12039"/>
                    <a:pt x="3783" y="12494"/>
                    <a:pt x="1904" y="11086"/>
                  </a:cubicBezTo>
                  <a:cubicBezTo>
                    <a:pt x="-75" y="9603"/>
                    <a:pt x="-595" y="6616"/>
                    <a:pt x="742" y="4414"/>
                  </a:cubicBezTo>
                  <a:cubicBezTo>
                    <a:pt x="2079" y="2212"/>
                    <a:pt x="4768" y="1629"/>
                    <a:pt x="6747" y="3112"/>
                  </a:cubicBezTo>
                  <a:cubicBezTo>
                    <a:pt x="7383" y="3589"/>
                    <a:pt x="7868" y="4222"/>
                    <a:pt x="8189" y="4933"/>
                  </a:cubicBezTo>
                  <a:lnTo>
                    <a:pt x="9242" y="4506"/>
                  </a:lnTo>
                  <a:cubicBezTo>
                    <a:pt x="9107" y="3945"/>
                    <a:pt x="9252" y="3323"/>
                    <a:pt x="9665" y="2905"/>
                  </a:cubicBezTo>
                  <a:cubicBezTo>
                    <a:pt x="9859" y="2709"/>
                    <a:pt x="10089" y="2584"/>
                    <a:pt x="10328" y="2526"/>
                  </a:cubicBezTo>
                  <a:lnTo>
                    <a:pt x="10328" y="2525"/>
                  </a:lnTo>
                  <a:lnTo>
                    <a:pt x="15055" y="1211"/>
                  </a:lnTo>
                  <a:lnTo>
                    <a:pt x="15055" y="1211"/>
                  </a:lnTo>
                  <a:cubicBezTo>
                    <a:pt x="15587" y="1000"/>
                    <a:pt x="16204" y="1148"/>
                    <a:pt x="16607" y="1641"/>
                  </a:cubicBezTo>
                  <a:cubicBezTo>
                    <a:pt x="16925" y="2031"/>
                    <a:pt x="17037" y="2548"/>
                    <a:pt x="16952" y="3028"/>
                  </a:cubicBezTo>
                  <a:lnTo>
                    <a:pt x="16953" y="3029"/>
                  </a:lnTo>
                  <a:lnTo>
                    <a:pt x="16496" y="5740"/>
                  </a:lnTo>
                  <a:lnTo>
                    <a:pt x="18231" y="7041"/>
                  </a:lnTo>
                  <a:cubicBezTo>
                    <a:pt x="18561" y="7288"/>
                    <a:pt x="18648" y="7786"/>
                    <a:pt x="18425" y="8153"/>
                  </a:cubicBezTo>
                  <a:cubicBezTo>
                    <a:pt x="18217" y="8496"/>
                    <a:pt x="17812" y="8599"/>
                    <a:pt x="17491" y="8409"/>
                  </a:cubicBezTo>
                  <a:lnTo>
                    <a:pt x="16693" y="9723"/>
                  </a:lnTo>
                  <a:lnTo>
                    <a:pt x="16688" y="11148"/>
                  </a:lnTo>
                  <a:cubicBezTo>
                    <a:pt x="17320" y="11245"/>
                    <a:pt x="17941" y="11499"/>
                    <a:pt x="18505" y="11922"/>
                  </a:cubicBezTo>
                  <a:cubicBezTo>
                    <a:pt x="20485" y="13405"/>
                    <a:pt x="21005" y="16392"/>
                    <a:pt x="19668" y="18594"/>
                  </a:cubicBezTo>
                  <a:close/>
                  <a:moveTo>
                    <a:pt x="17732" y="707"/>
                  </a:moveTo>
                  <a:cubicBezTo>
                    <a:pt x="18178" y="-27"/>
                    <a:pt x="19074" y="-221"/>
                    <a:pt x="19734" y="273"/>
                  </a:cubicBezTo>
                  <a:cubicBezTo>
                    <a:pt x="20394" y="767"/>
                    <a:pt x="20567" y="1763"/>
                    <a:pt x="20121" y="2497"/>
                  </a:cubicBezTo>
                  <a:cubicBezTo>
                    <a:pt x="19676" y="3231"/>
                    <a:pt x="18780" y="3426"/>
                    <a:pt x="18120" y="2931"/>
                  </a:cubicBezTo>
                  <a:cubicBezTo>
                    <a:pt x="17460" y="2437"/>
                    <a:pt x="17287" y="1441"/>
                    <a:pt x="17732" y="7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18" name="Shape 34185">
              <a:extLst>
                <a:ext uri="{FF2B5EF4-FFF2-40B4-BE49-F238E27FC236}">
                  <a16:creationId xmlns:a16="http://schemas.microsoft.com/office/drawing/2014/main" id="{915AC7A9-5EEC-49B9-8FB0-0DE814528FC9}"/>
                </a:ext>
              </a:extLst>
            </p:cNvPr>
            <p:cNvSpPr/>
            <p:nvPr/>
          </p:nvSpPr>
          <p:spPr>
            <a:xfrm>
              <a:off x="12303465" y="7118398"/>
              <a:ext cx="457434" cy="615446"/>
            </a:xfrm>
            <a:custGeom>
              <a:avLst/>
              <a:gdLst/>
              <a:ahLst/>
              <a:cxnLst>
                <a:cxn ang="0">
                  <a:pos x="wd2" y="hd2"/>
                </a:cxn>
                <a:cxn ang="5400000">
                  <a:pos x="wd2" y="hd2"/>
                </a:cxn>
                <a:cxn ang="10800000">
                  <a:pos x="wd2" y="hd2"/>
                </a:cxn>
                <a:cxn ang="16200000">
                  <a:pos x="wd2" y="hd2"/>
                </a:cxn>
              </a:cxnLst>
              <a:rect l="0" t="0" r="r" b="b"/>
              <a:pathLst>
                <a:path w="21600" h="21600" extrusionOk="0">
                  <a:moveTo>
                    <a:pt x="0" y="1289"/>
                  </a:moveTo>
                  <a:lnTo>
                    <a:pt x="7526" y="11318"/>
                  </a:lnTo>
                  <a:lnTo>
                    <a:pt x="10639" y="10027"/>
                  </a:lnTo>
                  <a:lnTo>
                    <a:pt x="6735" y="4831"/>
                  </a:lnTo>
                  <a:cubicBezTo>
                    <a:pt x="7186" y="4822"/>
                    <a:pt x="7638" y="4734"/>
                    <a:pt x="8042" y="4542"/>
                  </a:cubicBezTo>
                  <a:cubicBezTo>
                    <a:pt x="8843" y="4160"/>
                    <a:pt x="9286" y="3488"/>
                    <a:pt x="9338" y="2779"/>
                  </a:cubicBezTo>
                  <a:cubicBezTo>
                    <a:pt x="9343" y="2717"/>
                    <a:pt x="9344" y="2654"/>
                    <a:pt x="9343" y="2591"/>
                  </a:cubicBezTo>
                  <a:cubicBezTo>
                    <a:pt x="10859" y="2532"/>
                    <a:pt x="12290" y="2713"/>
                    <a:pt x="13557" y="3159"/>
                  </a:cubicBezTo>
                  <a:cubicBezTo>
                    <a:pt x="15647" y="3894"/>
                    <a:pt x="17171" y="5277"/>
                    <a:pt x="17964" y="7158"/>
                  </a:cubicBezTo>
                  <a:cubicBezTo>
                    <a:pt x="19200" y="10089"/>
                    <a:pt x="17878" y="13269"/>
                    <a:pt x="14770" y="15143"/>
                  </a:cubicBezTo>
                  <a:lnTo>
                    <a:pt x="13545" y="13629"/>
                  </a:lnTo>
                  <a:lnTo>
                    <a:pt x="15711" y="12662"/>
                  </a:lnTo>
                  <a:lnTo>
                    <a:pt x="15100" y="11906"/>
                  </a:lnTo>
                  <a:lnTo>
                    <a:pt x="7202" y="15433"/>
                  </a:lnTo>
                  <a:lnTo>
                    <a:pt x="7813" y="16189"/>
                  </a:lnTo>
                  <a:lnTo>
                    <a:pt x="9983" y="15220"/>
                  </a:lnTo>
                  <a:lnTo>
                    <a:pt x="11972" y="17680"/>
                  </a:lnTo>
                  <a:lnTo>
                    <a:pt x="7432" y="19708"/>
                  </a:lnTo>
                  <a:lnTo>
                    <a:pt x="8961" y="21600"/>
                  </a:lnTo>
                  <a:lnTo>
                    <a:pt x="21600" y="15956"/>
                  </a:lnTo>
                  <a:lnTo>
                    <a:pt x="20070" y="14064"/>
                  </a:lnTo>
                  <a:lnTo>
                    <a:pt x="16905" y="15477"/>
                  </a:lnTo>
                  <a:cubicBezTo>
                    <a:pt x="19819" y="13226"/>
                    <a:pt x="20973" y="9873"/>
                    <a:pt x="19662" y="6762"/>
                  </a:cubicBezTo>
                  <a:cubicBezTo>
                    <a:pt x="18716" y="4520"/>
                    <a:pt x="16868" y="2861"/>
                    <a:pt x="14317" y="1964"/>
                  </a:cubicBezTo>
                  <a:cubicBezTo>
                    <a:pt x="12625" y="1368"/>
                    <a:pt x="10722" y="1151"/>
                    <a:pt x="8713" y="1295"/>
                  </a:cubicBezTo>
                  <a:cubicBezTo>
                    <a:pt x="7813" y="536"/>
                    <a:pt x="6285" y="336"/>
                    <a:pt x="5078" y="875"/>
                  </a:cubicBezTo>
                  <a:cubicBezTo>
                    <a:pt x="4725" y="1032"/>
                    <a:pt x="4440" y="1236"/>
                    <a:pt x="4217" y="1471"/>
                  </a:cubicBezTo>
                  <a:lnTo>
                    <a:pt x="3109" y="0"/>
                  </a:lnTo>
                  <a:lnTo>
                    <a:pt x="0" y="1289"/>
                  </a:lnTo>
                  <a:close/>
                  <a:moveTo>
                    <a:pt x="5994" y="2008"/>
                  </a:moveTo>
                  <a:cubicBezTo>
                    <a:pt x="6453" y="1798"/>
                    <a:pt x="7049" y="1856"/>
                    <a:pt x="7404" y="2156"/>
                  </a:cubicBezTo>
                  <a:cubicBezTo>
                    <a:pt x="7771" y="2467"/>
                    <a:pt x="7762" y="2932"/>
                    <a:pt x="7387" y="3235"/>
                  </a:cubicBezTo>
                  <a:cubicBezTo>
                    <a:pt x="7313" y="3300"/>
                    <a:pt x="7226" y="3359"/>
                    <a:pt x="7123" y="3405"/>
                  </a:cubicBezTo>
                  <a:cubicBezTo>
                    <a:pt x="6605" y="3637"/>
                    <a:pt x="5928" y="3511"/>
                    <a:pt x="5619" y="3126"/>
                  </a:cubicBezTo>
                  <a:cubicBezTo>
                    <a:pt x="5309" y="2742"/>
                    <a:pt x="5480" y="2244"/>
                    <a:pt x="5994" y="2008"/>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19" name="Shape 34186">
              <a:extLst>
                <a:ext uri="{FF2B5EF4-FFF2-40B4-BE49-F238E27FC236}">
                  <a16:creationId xmlns:a16="http://schemas.microsoft.com/office/drawing/2014/main" id="{01F8225B-CB5F-44AD-8D3C-936834D1EE08}"/>
                </a:ext>
              </a:extLst>
            </p:cNvPr>
            <p:cNvSpPr/>
            <p:nvPr/>
          </p:nvSpPr>
          <p:spPr>
            <a:xfrm>
              <a:off x="10902474" y="3745209"/>
              <a:ext cx="602468" cy="782846"/>
            </a:xfrm>
            <a:custGeom>
              <a:avLst/>
              <a:gdLst/>
              <a:ahLst/>
              <a:cxnLst>
                <a:cxn ang="0">
                  <a:pos x="wd2" y="hd2"/>
                </a:cxn>
                <a:cxn ang="5400000">
                  <a:pos x="wd2" y="hd2"/>
                </a:cxn>
                <a:cxn ang="10800000">
                  <a:pos x="wd2" y="hd2"/>
                </a:cxn>
                <a:cxn ang="16200000">
                  <a:pos x="wd2" y="hd2"/>
                </a:cxn>
              </a:cxnLst>
              <a:rect l="0" t="0" r="r" b="b"/>
              <a:pathLst>
                <a:path w="20438" h="21519" extrusionOk="0">
                  <a:moveTo>
                    <a:pt x="9842" y="0"/>
                  </a:moveTo>
                  <a:cubicBezTo>
                    <a:pt x="7324" y="0"/>
                    <a:pt x="4803" y="774"/>
                    <a:pt x="2881" y="2331"/>
                  </a:cubicBezTo>
                  <a:cubicBezTo>
                    <a:pt x="-961" y="5445"/>
                    <a:pt x="-961" y="10493"/>
                    <a:pt x="2881" y="13607"/>
                  </a:cubicBezTo>
                  <a:cubicBezTo>
                    <a:pt x="6005" y="16138"/>
                    <a:pt x="10709" y="16613"/>
                    <a:pt x="14423" y="15030"/>
                  </a:cubicBezTo>
                  <a:cubicBezTo>
                    <a:pt x="14434" y="15103"/>
                    <a:pt x="14466" y="15175"/>
                    <a:pt x="14515" y="15243"/>
                  </a:cubicBezTo>
                  <a:lnTo>
                    <a:pt x="18781" y="21235"/>
                  </a:lnTo>
                  <a:cubicBezTo>
                    <a:pt x="18974" y="21506"/>
                    <a:pt x="19402" y="21600"/>
                    <a:pt x="19736" y="21444"/>
                  </a:cubicBezTo>
                  <a:lnTo>
                    <a:pt x="20091" y="21277"/>
                  </a:lnTo>
                  <a:cubicBezTo>
                    <a:pt x="20425" y="21121"/>
                    <a:pt x="20535" y="20774"/>
                    <a:pt x="20343" y="20503"/>
                  </a:cubicBezTo>
                  <a:lnTo>
                    <a:pt x="16076" y="14515"/>
                  </a:lnTo>
                  <a:cubicBezTo>
                    <a:pt x="16007" y="14419"/>
                    <a:pt x="15903" y="14355"/>
                    <a:pt x="15790" y="14307"/>
                  </a:cubicBezTo>
                  <a:cubicBezTo>
                    <a:pt x="16138" y="14092"/>
                    <a:pt x="16479" y="13864"/>
                    <a:pt x="16797" y="13607"/>
                  </a:cubicBezTo>
                  <a:cubicBezTo>
                    <a:pt x="20639" y="10493"/>
                    <a:pt x="20639" y="5445"/>
                    <a:pt x="16797" y="2331"/>
                  </a:cubicBezTo>
                  <a:cubicBezTo>
                    <a:pt x="14875" y="774"/>
                    <a:pt x="12360" y="0"/>
                    <a:pt x="9842" y="0"/>
                  </a:cubicBezTo>
                  <a:close/>
                  <a:moveTo>
                    <a:pt x="9842" y="1251"/>
                  </a:moveTo>
                  <a:cubicBezTo>
                    <a:pt x="11963" y="1251"/>
                    <a:pt x="14085" y="1909"/>
                    <a:pt x="15704" y="3221"/>
                  </a:cubicBezTo>
                  <a:cubicBezTo>
                    <a:pt x="18942" y="5844"/>
                    <a:pt x="18942" y="10098"/>
                    <a:pt x="15704" y="12722"/>
                  </a:cubicBezTo>
                  <a:cubicBezTo>
                    <a:pt x="12467" y="15345"/>
                    <a:pt x="7217" y="15345"/>
                    <a:pt x="3980" y="12722"/>
                  </a:cubicBezTo>
                  <a:cubicBezTo>
                    <a:pt x="742" y="10098"/>
                    <a:pt x="742" y="5844"/>
                    <a:pt x="3980" y="3221"/>
                  </a:cubicBezTo>
                  <a:cubicBezTo>
                    <a:pt x="5598" y="1909"/>
                    <a:pt x="7720" y="1251"/>
                    <a:pt x="9842" y="125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20" name="Shape 34187">
              <a:extLst>
                <a:ext uri="{FF2B5EF4-FFF2-40B4-BE49-F238E27FC236}">
                  <a16:creationId xmlns:a16="http://schemas.microsoft.com/office/drawing/2014/main" id="{508E7D9F-4C55-4457-9A82-9323CFD93CC4}"/>
                </a:ext>
              </a:extLst>
            </p:cNvPr>
            <p:cNvSpPr/>
            <p:nvPr/>
          </p:nvSpPr>
          <p:spPr>
            <a:xfrm>
              <a:off x="9646332" y="5299667"/>
              <a:ext cx="648460" cy="459644"/>
            </a:xfrm>
            <a:custGeom>
              <a:avLst/>
              <a:gdLst/>
              <a:ahLst/>
              <a:cxnLst>
                <a:cxn ang="0">
                  <a:pos x="wd2" y="hd2"/>
                </a:cxn>
                <a:cxn ang="5400000">
                  <a:pos x="wd2" y="hd2"/>
                </a:cxn>
                <a:cxn ang="10800000">
                  <a:pos x="wd2" y="hd2"/>
                </a:cxn>
                <a:cxn ang="16200000">
                  <a:pos x="wd2" y="hd2"/>
                </a:cxn>
              </a:cxnLst>
              <a:rect l="0" t="0" r="r" b="b"/>
              <a:pathLst>
                <a:path w="21600" h="21600" extrusionOk="0">
                  <a:moveTo>
                    <a:pt x="7954" y="0"/>
                  </a:moveTo>
                  <a:lnTo>
                    <a:pt x="149" y="12597"/>
                  </a:lnTo>
                  <a:lnTo>
                    <a:pt x="0" y="12646"/>
                  </a:lnTo>
                  <a:lnTo>
                    <a:pt x="0" y="19074"/>
                  </a:lnTo>
                  <a:lnTo>
                    <a:pt x="9044" y="19042"/>
                  </a:lnTo>
                  <a:lnTo>
                    <a:pt x="9044" y="21600"/>
                  </a:lnTo>
                  <a:lnTo>
                    <a:pt x="10685" y="20823"/>
                  </a:lnTo>
                  <a:lnTo>
                    <a:pt x="12315" y="21600"/>
                  </a:lnTo>
                  <a:lnTo>
                    <a:pt x="12315" y="19042"/>
                  </a:lnTo>
                  <a:lnTo>
                    <a:pt x="15483" y="19025"/>
                  </a:lnTo>
                  <a:lnTo>
                    <a:pt x="15827" y="19025"/>
                  </a:lnTo>
                  <a:lnTo>
                    <a:pt x="21600" y="7043"/>
                  </a:lnTo>
                  <a:lnTo>
                    <a:pt x="21589" y="16"/>
                  </a:lnTo>
                  <a:cubicBezTo>
                    <a:pt x="21589" y="16"/>
                    <a:pt x="21589" y="0"/>
                    <a:pt x="21589" y="0"/>
                  </a:cubicBezTo>
                  <a:lnTo>
                    <a:pt x="7954" y="0"/>
                  </a:lnTo>
                  <a:close/>
                  <a:moveTo>
                    <a:pt x="20716" y="1813"/>
                  </a:moveTo>
                  <a:cubicBezTo>
                    <a:pt x="20717" y="2327"/>
                    <a:pt x="20716" y="2838"/>
                    <a:pt x="20716" y="3352"/>
                  </a:cubicBezTo>
                  <a:cubicBezTo>
                    <a:pt x="20718" y="4465"/>
                    <a:pt x="20715" y="5574"/>
                    <a:pt x="20716" y="6687"/>
                  </a:cubicBezTo>
                  <a:lnTo>
                    <a:pt x="15333" y="17779"/>
                  </a:lnTo>
                  <a:lnTo>
                    <a:pt x="12315" y="17795"/>
                  </a:lnTo>
                  <a:lnTo>
                    <a:pt x="12315" y="15220"/>
                  </a:lnTo>
                  <a:cubicBezTo>
                    <a:pt x="12315" y="15220"/>
                    <a:pt x="9044" y="15220"/>
                    <a:pt x="9044" y="15220"/>
                  </a:cubicBezTo>
                  <a:lnTo>
                    <a:pt x="9044" y="17811"/>
                  </a:lnTo>
                  <a:lnTo>
                    <a:pt x="872" y="17843"/>
                  </a:lnTo>
                  <a:lnTo>
                    <a:pt x="872" y="12646"/>
                  </a:lnTo>
                  <a:lnTo>
                    <a:pt x="15448" y="12646"/>
                  </a:lnTo>
                  <a:cubicBezTo>
                    <a:pt x="15448" y="12646"/>
                    <a:pt x="19422" y="4474"/>
                    <a:pt x="20716" y="1813"/>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21" name="Shape 34188">
              <a:extLst>
                <a:ext uri="{FF2B5EF4-FFF2-40B4-BE49-F238E27FC236}">
                  <a16:creationId xmlns:a16="http://schemas.microsoft.com/office/drawing/2014/main" id="{AF834B20-31C8-4541-8AFF-BE903C61AFB9}"/>
                </a:ext>
              </a:extLst>
            </p:cNvPr>
            <p:cNvSpPr/>
            <p:nvPr/>
          </p:nvSpPr>
          <p:spPr>
            <a:xfrm>
              <a:off x="14782759" y="5213711"/>
              <a:ext cx="949938" cy="458576"/>
            </a:xfrm>
            <a:custGeom>
              <a:avLst/>
              <a:gdLst/>
              <a:ahLst/>
              <a:cxnLst>
                <a:cxn ang="0">
                  <a:pos x="wd2" y="hd2"/>
                </a:cxn>
                <a:cxn ang="5400000">
                  <a:pos x="wd2" y="hd2"/>
                </a:cxn>
                <a:cxn ang="10800000">
                  <a:pos x="wd2" y="hd2"/>
                </a:cxn>
                <a:cxn ang="16200000">
                  <a:pos x="wd2" y="hd2"/>
                </a:cxn>
              </a:cxnLst>
              <a:rect l="0" t="0" r="r" b="b"/>
              <a:pathLst>
                <a:path w="21600" h="21600" extrusionOk="0">
                  <a:moveTo>
                    <a:pt x="470" y="21600"/>
                  </a:moveTo>
                  <a:cubicBezTo>
                    <a:pt x="3196" y="21301"/>
                    <a:pt x="4520" y="17446"/>
                    <a:pt x="5606" y="13579"/>
                  </a:cubicBezTo>
                  <a:cubicBezTo>
                    <a:pt x="6868" y="17109"/>
                    <a:pt x="8385" y="20522"/>
                    <a:pt x="11056" y="20229"/>
                  </a:cubicBezTo>
                  <a:cubicBezTo>
                    <a:pt x="13700" y="19938"/>
                    <a:pt x="15043" y="16273"/>
                    <a:pt x="16113" y="12527"/>
                  </a:cubicBezTo>
                  <a:cubicBezTo>
                    <a:pt x="17383" y="16099"/>
                    <a:pt x="18898" y="19587"/>
                    <a:pt x="21600" y="19290"/>
                  </a:cubicBezTo>
                  <a:lnTo>
                    <a:pt x="21545" y="16807"/>
                  </a:lnTo>
                  <a:cubicBezTo>
                    <a:pt x="19258" y="17058"/>
                    <a:pt x="18061" y="13947"/>
                    <a:pt x="16772" y="10222"/>
                  </a:cubicBezTo>
                  <a:cubicBezTo>
                    <a:pt x="17878" y="6171"/>
                    <a:pt x="18899" y="2735"/>
                    <a:pt x="21214" y="2481"/>
                  </a:cubicBezTo>
                  <a:lnTo>
                    <a:pt x="21142" y="0"/>
                  </a:lnTo>
                  <a:cubicBezTo>
                    <a:pt x="18416" y="300"/>
                    <a:pt x="17080" y="4165"/>
                    <a:pt x="15994" y="8031"/>
                  </a:cubicBezTo>
                  <a:cubicBezTo>
                    <a:pt x="14732" y="4504"/>
                    <a:pt x="13210" y="1123"/>
                    <a:pt x="10541" y="1416"/>
                  </a:cubicBezTo>
                  <a:cubicBezTo>
                    <a:pt x="7892" y="1708"/>
                    <a:pt x="6571" y="5362"/>
                    <a:pt x="5501" y="9116"/>
                  </a:cubicBezTo>
                  <a:cubicBezTo>
                    <a:pt x="4229" y="5537"/>
                    <a:pt x="2706" y="2023"/>
                    <a:pt x="0" y="2320"/>
                  </a:cubicBezTo>
                  <a:cubicBezTo>
                    <a:pt x="0" y="2320"/>
                    <a:pt x="67" y="4802"/>
                    <a:pt x="67" y="4802"/>
                  </a:cubicBezTo>
                  <a:cubicBezTo>
                    <a:pt x="2361" y="4550"/>
                    <a:pt x="3548" y="7681"/>
                    <a:pt x="4841" y="11421"/>
                  </a:cubicBezTo>
                  <a:cubicBezTo>
                    <a:pt x="3737" y="15462"/>
                    <a:pt x="2709" y="18874"/>
                    <a:pt x="399" y="19128"/>
                  </a:cubicBezTo>
                  <a:lnTo>
                    <a:pt x="470" y="21600"/>
                  </a:lnTo>
                  <a:close/>
                  <a:moveTo>
                    <a:pt x="571" y="17516"/>
                  </a:moveTo>
                  <a:cubicBezTo>
                    <a:pt x="973" y="17463"/>
                    <a:pt x="1323" y="17289"/>
                    <a:pt x="1641" y="17020"/>
                  </a:cubicBezTo>
                  <a:cubicBezTo>
                    <a:pt x="1641" y="17020"/>
                    <a:pt x="1387" y="6572"/>
                    <a:pt x="1387" y="6572"/>
                  </a:cubicBezTo>
                  <a:cubicBezTo>
                    <a:pt x="1058" y="6378"/>
                    <a:pt x="699" y="6290"/>
                    <a:pt x="296" y="6330"/>
                  </a:cubicBezTo>
                  <a:lnTo>
                    <a:pt x="571" y="17516"/>
                  </a:lnTo>
                  <a:close/>
                  <a:moveTo>
                    <a:pt x="2649" y="15637"/>
                  </a:moveTo>
                  <a:cubicBezTo>
                    <a:pt x="3008" y="15009"/>
                    <a:pt x="3317" y="14212"/>
                    <a:pt x="3611" y="13297"/>
                  </a:cubicBezTo>
                  <a:lnTo>
                    <a:pt x="3530" y="9777"/>
                  </a:lnTo>
                  <a:cubicBezTo>
                    <a:pt x="3194" y="8935"/>
                    <a:pt x="2849" y="8211"/>
                    <a:pt x="2462" y="7671"/>
                  </a:cubicBezTo>
                  <a:lnTo>
                    <a:pt x="2649" y="15637"/>
                  </a:lnTo>
                  <a:close/>
                  <a:moveTo>
                    <a:pt x="6265" y="11274"/>
                  </a:moveTo>
                  <a:cubicBezTo>
                    <a:pt x="7335" y="7383"/>
                    <a:pt x="8366" y="4144"/>
                    <a:pt x="10612" y="3897"/>
                  </a:cubicBezTo>
                  <a:cubicBezTo>
                    <a:pt x="12876" y="3648"/>
                    <a:pt x="14062" y="6687"/>
                    <a:pt x="15336" y="10361"/>
                  </a:cubicBezTo>
                  <a:cubicBezTo>
                    <a:pt x="14269" y="14240"/>
                    <a:pt x="13242" y="17500"/>
                    <a:pt x="11001" y="17746"/>
                  </a:cubicBezTo>
                  <a:cubicBezTo>
                    <a:pt x="8738" y="17995"/>
                    <a:pt x="7539" y="14948"/>
                    <a:pt x="6265" y="11274"/>
                  </a:cubicBezTo>
                  <a:close/>
                  <a:moveTo>
                    <a:pt x="8019" y="13315"/>
                  </a:moveTo>
                  <a:cubicBezTo>
                    <a:pt x="8416" y="14295"/>
                    <a:pt x="8827" y="15128"/>
                    <a:pt x="9287" y="15750"/>
                  </a:cubicBezTo>
                  <a:lnTo>
                    <a:pt x="9038" y="6172"/>
                  </a:lnTo>
                  <a:cubicBezTo>
                    <a:pt x="8613" y="6892"/>
                    <a:pt x="8251" y="7817"/>
                    <a:pt x="7906" y="8878"/>
                  </a:cubicBezTo>
                  <a:lnTo>
                    <a:pt x="8019" y="13315"/>
                  </a:lnTo>
                  <a:close/>
                  <a:moveTo>
                    <a:pt x="10389" y="16077"/>
                  </a:moveTo>
                  <a:cubicBezTo>
                    <a:pt x="10611" y="16140"/>
                    <a:pt x="10842" y="16161"/>
                    <a:pt x="11095" y="16128"/>
                  </a:cubicBezTo>
                  <a:cubicBezTo>
                    <a:pt x="11223" y="16112"/>
                    <a:pt x="11344" y="16080"/>
                    <a:pt x="11463" y="16041"/>
                  </a:cubicBezTo>
                  <a:lnTo>
                    <a:pt x="11227" y="5045"/>
                  </a:lnTo>
                  <a:cubicBezTo>
                    <a:pt x="11108" y="5036"/>
                    <a:pt x="10985" y="5039"/>
                    <a:pt x="10857" y="5056"/>
                  </a:cubicBezTo>
                  <a:cubicBezTo>
                    <a:pt x="10605" y="5088"/>
                    <a:pt x="10374" y="5166"/>
                    <a:pt x="10157" y="5285"/>
                  </a:cubicBezTo>
                  <a:lnTo>
                    <a:pt x="10389" y="16077"/>
                  </a:lnTo>
                  <a:close/>
                  <a:moveTo>
                    <a:pt x="12594" y="15655"/>
                  </a:moveTo>
                  <a:cubicBezTo>
                    <a:pt x="12999" y="15123"/>
                    <a:pt x="13343" y="14414"/>
                    <a:pt x="13661" y="13573"/>
                  </a:cubicBezTo>
                  <a:lnTo>
                    <a:pt x="13528" y="7680"/>
                  </a:lnTo>
                  <a:cubicBezTo>
                    <a:pt x="13173" y="6920"/>
                    <a:pt x="12798" y="6300"/>
                    <a:pt x="12371" y="5869"/>
                  </a:cubicBezTo>
                  <a:lnTo>
                    <a:pt x="12594" y="15655"/>
                  </a:lnTo>
                  <a:close/>
                  <a:moveTo>
                    <a:pt x="18081" y="11798"/>
                  </a:moveTo>
                  <a:cubicBezTo>
                    <a:pt x="18416" y="12578"/>
                    <a:pt x="18758" y="13235"/>
                    <a:pt x="19139" y="13718"/>
                  </a:cubicBezTo>
                  <a:lnTo>
                    <a:pt x="18884" y="6051"/>
                  </a:lnTo>
                  <a:cubicBezTo>
                    <a:pt x="18541" y="6694"/>
                    <a:pt x="18245" y="7495"/>
                    <a:pt x="17967" y="8411"/>
                  </a:cubicBezTo>
                  <a:lnTo>
                    <a:pt x="18081" y="11798"/>
                  </a:lnTo>
                  <a:close/>
                  <a:moveTo>
                    <a:pt x="20486" y="14708"/>
                  </a:moveTo>
                  <a:cubicBezTo>
                    <a:pt x="20804" y="14878"/>
                    <a:pt x="21150" y="14947"/>
                    <a:pt x="21538" y="14889"/>
                  </a:cubicBezTo>
                  <a:lnTo>
                    <a:pt x="21229" y="4150"/>
                  </a:lnTo>
                  <a:cubicBezTo>
                    <a:pt x="20842" y="4223"/>
                    <a:pt x="20502" y="4409"/>
                    <a:pt x="20197" y="4684"/>
                  </a:cubicBezTo>
                  <a:cubicBezTo>
                    <a:pt x="20197" y="4684"/>
                    <a:pt x="20486" y="14708"/>
                    <a:pt x="20486" y="14708"/>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22" name="Shape 34189">
              <a:extLst>
                <a:ext uri="{FF2B5EF4-FFF2-40B4-BE49-F238E27FC236}">
                  <a16:creationId xmlns:a16="http://schemas.microsoft.com/office/drawing/2014/main" id="{5949C4E4-0034-4793-B722-E118F56CE1EB}"/>
                </a:ext>
              </a:extLst>
            </p:cNvPr>
            <p:cNvSpPr/>
            <p:nvPr/>
          </p:nvSpPr>
          <p:spPr>
            <a:xfrm>
              <a:off x="12966315" y="3935732"/>
              <a:ext cx="606684" cy="867474"/>
            </a:xfrm>
            <a:custGeom>
              <a:avLst/>
              <a:gdLst/>
              <a:ahLst/>
              <a:cxnLst>
                <a:cxn ang="0">
                  <a:pos x="wd2" y="hd2"/>
                </a:cxn>
                <a:cxn ang="5400000">
                  <a:pos x="wd2" y="hd2"/>
                </a:cxn>
                <a:cxn ang="10800000">
                  <a:pos x="wd2" y="hd2"/>
                </a:cxn>
                <a:cxn ang="16200000">
                  <a:pos x="wd2" y="hd2"/>
                </a:cxn>
              </a:cxnLst>
              <a:rect l="0" t="0" r="r" b="b"/>
              <a:pathLst>
                <a:path w="21451" h="21511" extrusionOk="0">
                  <a:moveTo>
                    <a:pt x="18683" y="0"/>
                  </a:moveTo>
                  <a:lnTo>
                    <a:pt x="17079" y="1668"/>
                  </a:lnTo>
                  <a:cubicBezTo>
                    <a:pt x="17015" y="1638"/>
                    <a:pt x="16700" y="1488"/>
                    <a:pt x="16700" y="1488"/>
                  </a:cubicBezTo>
                  <a:lnTo>
                    <a:pt x="15441" y="2801"/>
                  </a:lnTo>
                  <a:lnTo>
                    <a:pt x="15820" y="2981"/>
                  </a:lnTo>
                  <a:lnTo>
                    <a:pt x="15441" y="3375"/>
                  </a:lnTo>
                  <a:lnTo>
                    <a:pt x="2730" y="16587"/>
                  </a:lnTo>
                  <a:cubicBezTo>
                    <a:pt x="2279" y="17056"/>
                    <a:pt x="509" y="19614"/>
                    <a:pt x="586" y="20489"/>
                  </a:cubicBezTo>
                  <a:cubicBezTo>
                    <a:pt x="597" y="20614"/>
                    <a:pt x="646" y="20706"/>
                    <a:pt x="742" y="20751"/>
                  </a:cubicBezTo>
                  <a:cubicBezTo>
                    <a:pt x="1508" y="21113"/>
                    <a:pt x="4988" y="18432"/>
                    <a:pt x="5504" y="17895"/>
                  </a:cubicBezTo>
                  <a:lnTo>
                    <a:pt x="18209" y="4684"/>
                  </a:lnTo>
                  <a:lnTo>
                    <a:pt x="18588" y="4289"/>
                  </a:lnTo>
                  <a:lnTo>
                    <a:pt x="18984" y="4477"/>
                  </a:lnTo>
                  <a:lnTo>
                    <a:pt x="14043" y="9610"/>
                  </a:lnTo>
                  <a:lnTo>
                    <a:pt x="14611" y="9879"/>
                  </a:lnTo>
                  <a:lnTo>
                    <a:pt x="20810" y="3434"/>
                  </a:lnTo>
                  <a:cubicBezTo>
                    <a:pt x="20810" y="3434"/>
                    <a:pt x="20191" y="3144"/>
                    <a:pt x="19847" y="2981"/>
                  </a:cubicBezTo>
                  <a:lnTo>
                    <a:pt x="21451" y="1313"/>
                  </a:lnTo>
                  <a:cubicBezTo>
                    <a:pt x="21451" y="1313"/>
                    <a:pt x="18683" y="0"/>
                    <a:pt x="18683" y="0"/>
                  </a:cubicBezTo>
                  <a:close/>
                  <a:moveTo>
                    <a:pt x="586" y="20489"/>
                  </a:moveTo>
                  <a:cubicBezTo>
                    <a:pt x="585" y="20448"/>
                    <a:pt x="574" y="20416"/>
                    <a:pt x="580" y="20368"/>
                  </a:cubicBezTo>
                  <a:lnTo>
                    <a:pt x="319" y="20638"/>
                  </a:lnTo>
                  <a:cubicBezTo>
                    <a:pt x="213" y="20748"/>
                    <a:pt x="-149" y="21394"/>
                    <a:pt x="68" y="21497"/>
                  </a:cubicBezTo>
                  <a:cubicBezTo>
                    <a:pt x="286" y="21600"/>
                    <a:pt x="1004" y="21123"/>
                    <a:pt x="1110" y="21013"/>
                  </a:cubicBezTo>
                  <a:lnTo>
                    <a:pt x="1371" y="20739"/>
                  </a:lnTo>
                  <a:cubicBezTo>
                    <a:pt x="1093" y="20840"/>
                    <a:pt x="868" y="20874"/>
                    <a:pt x="731" y="20810"/>
                  </a:cubicBezTo>
                  <a:cubicBezTo>
                    <a:pt x="624" y="20759"/>
                    <a:pt x="588" y="20638"/>
                    <a:pt x="586" y="2048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23" name="Shape 34190">
              <a:extLst>
                <a:ext uri="{FF2B5EF4-FFF2-40B4-BE49-F238E27FC236}">
                  <a16:creationId xmlns:a16="http://schemas.microsoft.com/office/drawing/2014/main" id="{FD9E14DF-FF37-4D75-8894-9782E6DCA385}"/>
                </a:ext>
              </a:extLst>
            </p:cNvPr>
            <p:cNvSpPr/>
            <p:nvPr/>
          </p:nvSpPr>
          <p:spPr>
            <a:xfrm>
              <a:off x="8736613" y="4207504"/>
              <a:ext cx="967678" cy="820704"/>
            </a:xfrm>
            <a:custGeom>
              <a:avLst/>
              <a:gdLst/>
              <a:ahLst/>
              <a:cxnLst>
                <a:cxn ang="0">
                  <a:pos x="wd2" y="hd2"/>
                </a:cxn>
                <a:cxn ang="5400000">
                  <a:pos x="wd2" y="hd2"/>
                </a:cxn>
                <a:cxn ang="10800000">
                  <a:pos x="wd2" y="hd2"/>
                </a:cxn>
                <a:cxn ang="16200000">
                  <a:pos x="wd2" y="hd2"/>
                </a:cxn>
              </a:cxnLst>
              <a:rect l="0" t="0" r="r" b="b"/>
              <a:pathLst>
                <a:path w="21275" h="21218" extrusionOk="0">
                  <a:moveTo>
                    <a:pt x="17160" y="16531"/>
                  </a:moveTo>
                  <a:lnTo>
                    <a:pt x="3281" y="10266"/>
                  </a:lnTo>
                  <a:lnTo>
                    <a:pt x="6158" y="1453"/>
                  </a:lnTo>
                  <a:lnTo>
                    <a:pt x="20037" y="7718"/>
                  </a:lnTo>
                  <a:cubicBezTo>
                    <a:pt x="20037" y="7718"/>
                    <a:pt x="17160" y="16531"/>
                    <a:pt x="17160" y="16531"/>
                  </a:cubicBezTo>
                  <a:close/>
                  <a:moveTo>
                    <a:pt x="20480" y="6363"/>
                  </a:moveTo>
                  <a:lnTo>
                    <a:pt x="6600" y="98"/>
                  </a:lnTo>
                  <a:cubicBezTo>
                    <a:pt x="5961" y="-191"/>
                    <a:pt x="5246" y="183"/>
                    <a:pt x="5001" y="931"/>
                  </a:cubicBezTo>
                  <a:cubicBezTo>
                    <a:pt x="5001" y="931"/>
                    <a:pt x="1682" y="11100"/>
                    <a:pt x="1694" y="11105"/>
                  </a:cubicBezTo>
                  <a:lnTo>
                    <a:pt x="17862" y="18403"/>
                  </a:lnTo>
                  <a:cubicBezTo>
                    <a:pt x="17874" y="18409"/>
                    <a:pt x="21194" y="8240"/>
                    <a:pt x="21194" y="8240"/>
                  </a:cubicBezTo>
                  <a:cubicBezTo>
                    <a:pt x="21438" y="7492"/>
                    <a:pt x="21118" y="6651"/>
                    <a:pt x="20480" y="6363"/>
                  </a:cubicBezTo>
                  <a:close/>
                  <a:moveTo>
                    <a:pt x="16989" y="21121"/>
                  </a:moveTo>
                  <a:lnTo>
                    <a:pt x="797" y="13812"/>
                  </a:lnTo>
                  <a:cubicBezTo>
                    <a:pt x="157" y="13523"/>
                    <a:pt x="-162" y="12683"/>
                    <a:pt x="83" y="11934"/>
                  </a:cubicBezTo>
                  <a:lnTo>
                    <a:pt x="304" y="11256"/>
                  </a:lnTo>
                  <a:lnTo>
                    <a:pt x="7822" y="14649"/>
                  </a:lnTo>
                  <a:lnTo>
                    <a:pt x="7600" y="15327"/>
                  </a:lnTo>
                  <a:lnTo>
                    <a:pt x="11070" y="16893"/>
                  </a:lnTo>
                  <a:lnTo>
                    <a:pt x="11291" y="16216"/>
                  </a:lnTo>
                  <a:lnTo>
                    <a:pt x="18810" y="19609"/>
                  </a:lnTo>
                  <a:lnTo>
                    <a:pt x="18588" y="20287"/>
                  </a:lnTo>
                  <a:cubicBezTo>
                    <a:pt x="18344" y="21036"/>
                    <a:pt x="17627" y="21409"/>
                    <a:pt x="16989" y="21121"/>
                  </a:cubicBezTo>
                  <a:cubicBezTo>
                    <a:pt x="16989" y="21121"/>
                    <a:pt x="16989" y="21121"/>
                    <a:pt x="16989" y="2112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24" name="Shape 34191">
              <a:extLst>
                <a:ext uri="{FF2B5EF4-FFF2-40B4-BE49-F238E27FC236}">
                  <a16:creationId xmlns:a16="http://schemas.microsoft.com/office/drawing/2014/main" id="{F4942482-7233-443A-AAB6-CA040D8409AD}"/>
                </a:ext>
              </a:extLst>
            </p:cNvPr>
            <p:cNvSpPr/>
            <p:nvPr/>
          </p:nvSpPr>
          <p:spPr>
            <a:xfrm>
              <a:off x="12884222" y="7775447"/>
              <a:ext cx="606686" cy="867474"/>
            </a:xfrm>
            <a:custGeom>
              <a:avLst/>
              <a:gdLst/>
              <a:ahLst/>
              <a:cxnLst>
                <a:cxn ang="0">
                  <a:pos x="wd2" y="hd2"/>
                </a:cxn>
                <a:cxn ang="5400000">
                  <a:pos x="wd2" y="hd2"/>
                </a:cxn>
                <a:cxn ang="10800000">
                  <a:pos x="wd2" y="hd2"/>
                </a:cxn>
                <a:cxn ang="16200000">
                  <a:pos x="wd2" y="hd2"/>
                </a:cxn>
              </a:cxnLst>
              <a:rect l="0" t="0" r="r" b="b"/>
              <a:pathLst>
                <a:path w="21451" h="21511" extrusionOk="0">
                  <a:moveTo>
                    <a:pt x="18683" y="0"/>
                  </a:moveTo>
                  <a:lnTo>
                    <a:pt x="17079" y="1668"/>
                  </a:lnTo>
                  <a:cubicBezTo>
                    <a:pt x="17015" y="1638"/>
                    <a:pt x="16700" y="1488"/>
                    <a:pt x="16700" y="1488"/>
                  </a:cubicBezTo>
                  <a:lnTo>
                    <a:pt x="15441" y="2801"/>
                  </a:lnTo>
                  <a:lnTo>
                    <a:pt x="15820" y="2981"/>
                  </a:lnTo>
                  <a:lnTo>
                    <a:pt x="15441" y="3375"/>
                  </a:lnTo>
                  <a:lnTo>
                    <a:pt x="2730" y="16587"/>
                  </a:lnTo>
                  <a:cubicBezTo>
                    <a:pt x="2279" y="17056"/>
                    <a:pt x="509" y="19614"/>
                    <a:pt x="586" y="20489"/>
                  </a:cubicBezTo>
                  <a:cubicBezTo>
                    <a:pt x="597" y="20614"/>
                    <a:pt x="646" y="20706"/>
                    <a:pt x="742" y="20751"/>
                  </a:cubicBezTo>
                  <a:cubicBezTo>
                    <a:pt x="1508" y="21113"/>
                    <a:pt x="4988" y="18432"/>
                    <a:pt x="5504" y="17895"/>
                  </a:cubicBezTo>
                  <a:lnTo>
                    <a:pt x="18209" y="4684"/>
                  </a:lnTo>
                  <a:lnTo>
                    <a:pt x="18588" y="4289"/>
                  </a:lnTo>
                  <a:lnTo>
                    <a:pt x="18984" y="4477"/>
                  </a:lnTo>
                  <a:lnTo>
                    <a:pt x="14043" y="9610"/>
                  </a:lnTo>
                  <a:lnTo>
                    <a:pt x="14611" y="9879"/>
                  </a:lnTo>
                  <a:lnTo>
                    <a:pt x="20810" y="3434"/>
                  </a:lnTo>
                  <a:cubicBezTo>
                    <a:pt x="20810" y="3434"/>
                    <a:pt x="20191" y="3144"/>
                    <a:pt x="19847" y="2981"/>
                  </a:cubicBezTo>
                  <a:lnTo>
                    <a:pt x="21451" y="1313"/>
                  </a:lnTo>
                  <a:cubicBezTo>
                    <a:pt x="21451" y="1313"/>
                    <a:pt x="18683" y="0"/>
                    <a:pt x="18683" y="0"/>
                  </a:cubicBezTo>
                  <a:close/>
                  <a:moveTo>
                    <a:pt x="586" y="20489"/>
                  </a:moveTo>
                  <a:cubicBezTo>
                    <a:pt x="585" y="20448"/>
                    <a:pt x="574" y="20416"/>
                    <a:pt x="580" y="20368"/>
                  </a:cubicBezTo>
                  <a:lnTo>
                    <a:pt x="319" y="20638"/>
                  </a:lnTo>
                  <a:cubicBezTo>
                    <a:pt x="213" y="20748"/>
                    <a:pt x="-149" y="21394"/>
                    <a:pt x="68" y="21497"/>
                  </a:cubicBezTo>
                  <a:cubicBezTo>
                    <a:pt x="286" y="21600"/>
                    <a:pt x="1004" y="21123"/>
                    <a:pt x="1110" y="21013"/>
                  </a:cubicBezTo>
                  <a:lnTo>
                    <a:pt x="1371" y="20739"/>
                  </a:lnTo>
                  <a:cubicBezTo>
                    <a:pt x="1093" y="20840"/>
                    <a:pt x="868" y="20874"/>
                    <a:pt x="731" y="20810"/>
                  </a:cubicBezTo>
                  <a:cubicBezTo>
                    <a:pt x="624" y="20759"/>
                    <a:pt x="588" y="20638"/>
                    <a:pt x="586" y="2048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25" name="Shape 34192">
              <a:extLst>
                <a:ext uri="{FF2B5EF4-FFF2-40B4-BE49-F238E27FC236}">
                  <a16:creationId xmlns:a16="http://schemas.microsoft.com/office/drawing/2014/main" id="{07714D24-2224-4987-B8A2-EC92E8A8742E}"/>
                </a:ext>
              </a:extLst>
            </p:cNvPr>
            <p:cNvSpPr/>
            <p:nvPr/>
          </p:nvSpPr>
          <p:spPr>
            <a:xfrm>
              <a:off x="9950402" y="3061775"/>
              <a:ext cx="885232" cy="1041484"/>
            </a:xfrm>
            <a:custGeom>
              <a:avLst/>
              <a:gdLst/>
              <a:ahLst/>
              <a:cxnLst>
                <a:cxn ang="0">
                  <a:pos x="wd2" y="hd2"/>
                </a:cxn>
                <a:cxn ang="5400000">
                  <a:pos x="wd2" y="hd2"/>
                </a:cxn>
                <a:cxn ang="10800000">
                  <a:pos x="wd2" y="hd2"/>
                </a:cxn>
                <a:cxn ang="16200000">
                  <a:pos x="wd2" y="hd2"/>
                </a:cxn>
              </a:cxnLst>
              <a:rect l="0" t="0" r="r" b="b"/>
              <a:pathLst>
                <a:path w="19201" h="21329" extrusionOk="0">
                  <a:moveTo>
                    <a:pt x="9479" y="69"/>
                  </a:moveTo>
                  <a:cubicBezTo>
                    <a:pt x="11124" y="274"/>
                    <a:pt x="12739" y="925"/>
                    <a:pt x="14086" y="2032"/>
                  </a:cubicBezTo>
                  <a:cubicBezTo>
                    <a:pt x="15976" y="3586"/>
                    <a:pt x="17010" y="5836"/>
                    <a:pt x="16935" y="8190"/>
                  </a:cubicBezTo>
                  <a:cubicBezTo>
                    <a:pt x="16907" y="10081"/>
                    <a:pt x="16182" y="11891"/>
                    <a:pt x="14858" y="13324"/>
                  </a:cubicBezTo>
                  <a:cubicBezTo>
                    <a:pt x="12857" y="15491"/>
                    <a:pt x="9835" y="16494"/>
                    <a:pt x="6856" y="15992"/>
                  </a:cubicBezTo>
                  <a:cubicBezTo>
                    <a:pt x="491" y="14715"/>
                    <a:pt x="-2156" y="7496"/>
                    <a:pt x="2011" y="2776"/>
                  </a:cubicBezTo>
                  <a:cubicBezTo>
                    <a:pt x="3901" y="635"/>
                    <a:pt x="6739" y="-271"/>
                    <a:pt x="9479" y="69"/>
                  </a:cubicBezTo>
                  <a:close/>
                  <a:moveTo>
                    <a:pt x="16811" y="1700"/>
                  </a:moveTo>
                  <a:cubicBezTo>
                    <a:pt x="18616" y="3812"/>
                    <a:pt x="19444" y="6467"/>
                    <a:pt x="19139" y="9165"/>
                  </a:cubicBezTo>
                  <a:cubicBezTo>
                    <a:pt x="18834" y="11863"/>
                    <a:pt x="17427" y="14284"/>
                    <a:pt x="15191" y="15988"/>
                  </a:cubicBezTo>
                  <a:cubicBezTo>
                    <a:pt x="12662" y="17916"/>
                    <a:pt x="9407" y="18600"/>
                    <a:pt x="6359" y="18040"/>
                  </a:cubicBezTo>
                  <a:cubicBezTo>
                    <a:pt x="5749" y="17929"/>
                    <a:pt x="5143" y="17767"/>
                    <a:pt x="4558" y="17555"/>
                  </a:cubicBezTo>
                  <a:lnTo>
                    <a:pt x="4164" y="19468"/>
                  </a:lnTo>
                  <a:lnTo>
                    <a:pt x="7063" y="20000"/>
                  </a:lnTo>
                  <a:lnTo>
                    <a:pt x="6790" y="21329"/>
                  </a:lnTo>
                  <a:lnTo>
                    <a:pt x="227" y="20124"/>
                  </a:lnTo>
                  <a:lnTo>
                    <a:pt x="500" y="18796"/>
                  </a:lnTo>
                  <a:lnTo>
                    <a:pt x="2757" y="19210"/>
                  </a:lnTo>
                  <a:lnTo>
                    <a:pt x="3219" y="16965"/>
                  </a:lnTo>
                  <a:cubicBezTo>
                    <a:pt x="2951" y="16825"/>
                    <a:pt x="2688" y="16674"/>
                    <a:pt x="2431" y="16511"/>
                  </a:cubicBezTo>
                  <a:cubicBezTo>
                    <a:pt x="2174" y="16349"/>
                    <a:pt x="1928" y="16168"/>
                    <a:pt x="1684" y="15982"/>
                  </a:cubicBezTo>
                  <a:lnTo>
                    <a:pt x="2580" y="14934"/>
                  </a:lnTo>
                  <a:cubicBezTo>
                    <a:pt x="5970" y="17523"/>
                    <a:pt x="10902" y="17523"/>
                    <a:pt x="14300" y="14933"/>
                  </a:cubicBezTo>
                  <a:cubicBezTo>
                    <a:pt x="16239" y="13456"/>
                    <a:pt x="17444" y="11360"/>
                    <a:pt x="17708" y="9021"/>
                  </a:cubicBezTo>
                  <a:cubicBezTo>
                    <a:pt x="17973" y="6682"/>
                    <a:pt x="17267" y="4385"/>
                    <a:pt x="15703" y="2555"/>
                  </a:cubicBezTo>
                  <a:lnTo>
                    <a:pt x="16811" y="1700"/>
                  </a:lnTo>
                  <a:close/>
                  <a:moveTo>
                    <a:pt x="9715" y="1064"/>
                  </a:moveTo>
                  <a:cubicBezTo>
                    <a:pt x="9278" y="996"/>
                    <a:pt x="8832" y="968"/>
                    <a:pt x="8387" y="974"/>
                  </a:cubicBezTo>
                  <a:cubicBezTo>
                    <a:pt x="8460" y="1222"/>
                    <a:pt x="8544" y="1461"/>
                    <a:pt x="8641" y="1699"/>
                  </a:cubicBezTo>
                  <a:cubicBezTo>
                    <a:pt x="8737" y="1936"/>
                    <a:pt x="8846" y="2172"/>
                    <a:pt x="8962" y="2399"/>
                  </a:cubicBezTo>
                  <a:cubicBezTo>
                    <a:pt x="9289" y="2208"/>
                    <a:pt x="9627" y="2028"/>
                    <a:pt x="9967" y="1859"/>
                  </a:cubicBezTo>
                  <a:cubicBezTo>
                    <a:pt x="10307" y="1689"/>
                    <a:pt x="10645" y="1529"/>
                    <a:pt x="10997" y="1382"/>
                  </a:cubicBezTo>
                  <a:cubicBezTo>
                    <a:pt x="10579" y="1244"/>
                    <a:pt x="10153" y="1132"/>
                    <a:pt x="9715" y="1064"/>
                  </a:cubicBezTo>
                  <a:close/>
                  <a:moveTo>
                    <a:pt x="12202" y="1889"/>
                  </a:moveTo>
                  <a:cubicBezTo>
                    <a:pt x="11715" y="2060"/>
                    <a:pt x="11237" y="2254"/>
                    <a:pt x="10773" y="2470"/>
                  </a:cubicBezTo>
                  <a:cubicBezTo>
                    <a:pt x="10309" y="2687"/>
                    <a:pt x="9856" y="2925"/>
                    <a:pt x="9417" y="3184"/>
                  </a:cubicBezTo>
                  <a:cubicBezTo>
                    <a:pt x="9617" y="3488"/>
                    <a:pt x="9841" y="3788"/>
                    <a:pt x="10079" y="4067"/>
                  </a:cubicBezTo>
                  <a:cubicBezTo>
                    <a:pt x="10318" y="4345"/>
                    <a:pt x="10571" y="4610"/>
                    <a:pt x="10847" y="4861"/>
                  </a:cubicBezTo>
                  <a:lnTo>
                    <a:pt x="13083" y="2442"/>
                  </a:lnTo>
                  <a:cubicBezTo>
                    <a:pt x="12944" y="2342"/>
                    <a:pt x="12798" y="2240"/>
                    <a:pt x="12652" y="2149"/>
                  </a:cubicBezTo>
                  <a:cubicBezTo>
                    <a:pt x="12506" y="2059"/>
                    <a:pt x="12354" y="1969"/>
                    <a:pt x="12202" y="1889"/>
                  </a:cubicBezTo>
                  <a:close/>
                  <a:moveTo>
                    <a:pt x="7362" y="1000"/>
                  </a:moveTo>
                  <a:cubicBezTo>
                    <a:pt x="6540" y="1111"/>
                    <a:pt x="5754" y="1343"/>
                    <a:pt x="5029" y="1689"/>
                  </a:cubicBezTo>
                  <a:cubicBezTo>
                    <a:pt x="4305" y="2035"/>
                    <a:pt x="3644" y="2485"/>
                    <a:pt x="3064" y="3041"/>
                  </a:cubicBezTo>
                  <a:lnTo>
                    <a:pt x="5529" y="5074"/>
                  </a:lnTo>
                  <a:cubicBezTo>
                    <a:pt x="5922" y="4671"/>
                    <a:pt x="6339" y="4283"/>
                    <a:pt x="6773" y="3923"/>
                  </a:cubicBezTo>
                  <a:cubicBezTo>
                    <a:pt x="7206" y="3564"/>
                    <a:pt x="7655" y="3227"/>
                    <a:pt x="8126" y="2912"/>
                  </a:cubicBezTo>
                  <a:cubicBezTo>
                    <a:pt x="7964" y="2608"/>
                    <a:pt x="7819" y="2296"/>
                    <a:pt x="7690" y="1976"/>
                  </a:cubicBezTo>
                  <a:cubicBezTo>
                    <a:pt x="7561" y="1655"/>
                    <a:pt x="7454" y="1336"/>
                    <a:pt x="7362" y="1000"/>
                  </a:cubicBezTo>
                  <a:close/>
                  <a:moveTo>
                    <a:pt x="13806" y="3027"/>
                  </a:moveTo>
                  <a:lnTo>
                    <a:pt x="11570" y="5446"/>
                  </a:lnTo>
                  <a:cubicBezTo>
                    <a:pt x="11852" y="5649"/>
                    <a:pt x="12144" y="5840"/>
                    <a:pt x="12449" y="6011"/>
                  </a:cubicBezTo>
                  <a:cubicBezTo>
                    <a:pt x="12752" y="6182"/>
                    <a:pt x="13064" y="6332"/>
                    <a:pt x="13387" y="6469"/>
                  </a:cubicBezTo>
                  <a:cubicBezTo>
                    <a:pt x="13602" y="6013"/>
                    <a:pt x="13798" y="5550"/>
                    <a:pt x="13963" y="5077"/>
                  </a:cubicBezTo>
                  <a:cubicBezTo>
                    <a:pt x="14128" y="4603"/>
                    <a:pt x="14273" y="4122"/>
                    <a:pt x="14386" y="3633"/>
                  </a:cubicBezTo>
                  <a:cubicBezTo>
                    <a:pt x="14296" y="3528"/>
                    <a:pt x="14195" y="3418"/>
                    <a:pt x="14098" y="3318"/>
                  </a:cubicBezTo>
                  <a:cubicBezTo>
                    <a:pt x="14001" y="3218"/>
                    <a:pt x="13909" y="3123"/>
                    <a:pt x="13806" y="3027"/>
                  </a:cubicBezTo>
                  <a:close/>
                  <a:moveTo>
                    <a:pt x="15097" y="4643"/>
                  </a:moveTo>
                  <a:cubicBezTo>
                    <a:pt x="14989" y="5011"/>
                    <a:pt x="14872" y="5369"/>
                    <a:pt x="14735" y="5729"/>
                  </a:cubicBezTo>
                  <a:cubicBezTo>
                    <a:pt x="14598" y="6089"/>
                    <a:pt x="14440" y="6449"/>
                    <a:pt x="14276" y="6798"/>
                  </a:cubicBezTo>
                  <a:cubicBezTo>
                    <a:pt x="14551" y="6884"/>
                    <a:pt x="14842" y="6953"/>
                    <a:pt x="15125" y="7013"/>
                  </a:cubicBezTo>
                  <a:cubicBezTo>
                    <a:pt x="15409" y="7074"/>
                    <a:pt x="15688" y="7122"/>
                    <a:pt x="15977" y="7158"/>
                  </a:cubicBezTo>
                  <a:cubicBezTo>
                    <a:pt x="15915" y="6710"/>
                    <a:pt x="15813" y="6274"/>
                    <a:pt x="15666" y="5853"/>
                  </a:cubicBezTo>
                  <a:cubicBezTo>
                    <a:pt x="15519" y="5432"/>
                    <a:pt x="15324" y="5029"/>
                    <a:pt x="15097" y="4643"/>
                  </a:cubicBezTo>
                  <a:close/>
                  <a:moveTo>
                    <a:pt x="8606" y="3701"/>
                  </a:moveTo>
                  <a:cubicBezTo>
                    <a:pt x="8180" y="3989"/>
                    <a:pt x="7775" y="4303"/>
                    <a:pt x="7382" y="4630"/>
                  </a:cubicBezTo>
                  <a:cubicBezTo>
                    <a:pt x="6990" y="4957"/>
                    <a:pt x="6609" y="5294"/>
                    <a:pt x="6252" y="5658"/>
                  </a:cubicBezTo>
                  <a:lnTo>
                    <a:pt x="8448" y="7464"/>
                  </a:lnTo>
                  <a:lnTo>
                    <a:pt x="10216" y="5542"/>
                  </a:lnTo>
                  <a:cubicBezTo>
                    <a:pt x="9905" y="5266"/>
                    <a:pt x="9620" y="4976"/>
                    <a:pt x="9351" y="4670"/>
                  </a:cubicBezTo>
                  <a:cubicBezTo>
                    <a:pt x="9081" y="4363"/>
                    <a:pt x="8831" y="4036"/>
                    <a:pt x="8606" y="3701"/>
                  </a:cubicBezTo>
                  <a:close/>
                  <a:moveTo>
                    <a:pt x="2433" y="3721"/>
                  </a:moveTo>
                  <a:cubicBezTo>
                    <a:pt x="1932" y="4341"/>
                    <a:pt x="1546" y="5031"/>
                    <a:pt x="1284" y="5757"/>
                  </a:cubicBezTo>
                  <a:cubicBezTo>
                    <a:pt x="1022" y="6483"/>
                    <a:pt x="879" y="7253"/>
                    <a:pt x="878" y="8036"/>
                  </a:cubicBezTo>
                  <a:cubicBezTo>
                    <a:pt x="1138" y="8064"/>
                    <a:pt x="1405" y="8097"/>
                    <a:pt x="1661" y="8144"/>
                  </a:cubicBezTo>
                  <a:cubicBezTo>
                    <a:pt x="2118" y="8228"/>
                    <a:pt x="2562" y="8343"/>
                    <a:pt x="3001" y="8485"/>
                  </a:cubicBezTo>
                  <a:cubicBezTo>
                    <a:pt x="3265" y="8000"/>
                    <a:pt x="3553" y="7531"/>
                    <a:pt x="3870" y="7076"/>
                  </a:cubicBezTo>
                  <a:cubicBezTo>
                    <a:pt x="4187" y="6619"/>
                    <a:pt x="4542" y="6181"/>
                    <a:pt x="4910" y="5757"/>
                  </a:cubicBezTo>
                  <a:lnTo>
                    <a:pt x="2433" y="3721"/>
                  </a:lnTo>
                  <a:close/>
                  <a:moveTo>
                    <a:pt x="10939" y="6126"/>
                  </a:moveTo>
                  <a:lnTo>
                    <a:pt x="9169" y="8060"/>
                  </a:lnTo>
                  <a:lnTo>
                    <a:pt x="11249" y="9761"/>
                  </a:lnTo>
                  <a:cubicBezTo>
                    <a:pt x="11579" y="9378"/>
                    <a:pt x="11885" y="8986"/>
                    <a:pt x="12172" y="8576"/>
                  </a:cubicBezTo>
                  <a:cubicBezTo>
                    <a:pt x="12459" y="8166"/>
                    <a:pt x="12721" y="7741"/>
                    <a:pt x="12963" y="7306"/>
                  </a:cubicBezTo>
                  <a:cubicBezTo>
                    <a:pt x="12603" y="7149"/>
                    <a:pt x="12253" y="6964"/>
                    <a:pt x="11915" y="6769"/>
                  </a:cubicBezTo>
                  <a:cubicBezTo>
                    <a:pt x="11577" y="6573"/>
                    <a:pt x="11251" y="6358"/>
                    <a:pt x="10939" y="6126"/>
                  </a:cubicBezTo>
                  <a:close/>
                  <a:moveTo>
                    <a:pt x="13849" y="7647"/>
                  </a:moveTo>
                  <a:cubicBezTo>
                    <a:pt x="13586" y="8127"/>
                    <a:pt x="13297" y="8593"/>
                    <a:pt x="12982" y="9045"/>
                  </a:cubicBezTo>
                  <a:cubicBezTo>
                    <a:pt x="12667" y="9497"/>
                    <a:pt x="12334" y="9936"/>
                    <a:pt x="11969" y="10357"/>
                  </a:cubicBezTo>
                  <a:lnTo>
                    <a:pt x="14436" y="12379"/>
                  </a:lnTo>
                  <a:cubicBezTo>
                    <a:pt x="14933" y="11764"/>
                    <a:pt x="15319" y="11085"/>
                    <a:pt x="15581" y="10366"/>
                  </a:cubicBezTo>
                  <a:cubicBezTo>
                    <a:pt x="15842" y="9647"/>
                    <a:pt x="15976" y="8886"/>
                    <a:pt x="15982" y="8110"/>
                  </a:cubicBezTo>
                  <a:cubicBezTo>
                    <a:pt x="15743" y="8082"/>
                    <a:pt x="15506" y="8058"/>
                    <a:pt x="15271" y="8015"/>
                  </a:cubicBezTo>
                  <a:cubicBezTo>
                    <a:pt x="15030" y="7970"/>
                    <a:pt x="14788" y="7908"/>
                    <a:pt x="14551" y="7847"/>
                  </a:cubicBezTo>
                  <a:cubicBezTo>
                    <a:pt x="14314" y="7786"/>
                    <a:pt x="14080" y="7724"/>
                    <a:pt x="13849" y="7647"/>
                  </a:cubicBezTo>
                  <a:close/>
                  <a:moveTo>
                    <a:pt x="5621" y="6339"/>
                  </a:moveTo>
                  <a:cubicBezTo>
                    <a:pt x="5287" y="6724"/>
                    <a:pt x="4981" y="7134"/>
                    <a:pt x="4692" y="7547"/>
                  </a:cubicBezTo>
                  <a:cubicBezTo>
                    <a:pt x="4403" y="7961"/>
                    <a:pt x="4130" y="8387"/>
                    <a:pt x="3887" y="8826"/>
                  </a:cubicBezTo>
                  <a:cubicBezTo>
                    <a:pt x="4272" y="8990"/>
                    <a:pt x="4648" y="9168"/>
                    <a:pt x="5008" y="9376"/>
                  </a:cubicBezTo>
                  <a:cubicBezTo>
                    <a:pt x="5368" y="9585"/>
                    <a:pt x="5718" y="9817"/>
                    <a:pt x="6049" y="10067"/>
                  </a:cubicBezTo>
                  <a:lnTo>
                    <a:pt x="7817" y="8145"/>
                  </a:lnTo>
                  <a:lnTo>
                    <a:pt x="5621" y="6339"/>
                  </a:lnTo>
                  <a:close/>
                  <a:moveTo>
                    <a:pt x="8538" y="8741"/>
                  </a:moveTo>
                  <a:lnTo>
                    <a:pt x="6770" y="10663"/>
                  </a:lnTo>
                  <a:cubicBezTo>
                    <a:pt x="7059" y="10924"/>
                    <a:pt x="7330" y="11201"/>
                    <a:pt x="7582" y="11489"/>
                  </a:cubicBezTo>
                  <a:cubicBezTo>
                    <a:pt x="7834" y="11777"/>
                    <a:pt x="8064" y="12076"/>
                    <a:pt x="8278" y="12390"/>
                  </a:cubicBezTo>
                  <a:cubicBezTo>
                    <a:pt x="8700" y="12103"/>
                    <a:pt x="9109" y="11798"/>
                    <a:pt x="9499" y="11473"/>
                  </a:cubicBezTo>
                  <a:cubicBezTo>
                    <a:pt x="9889" y="11147"/>
                    <a:pt x="10262" y="10804"/>
                    <a:pt x="10617" y="10442"/>
                  </a:cubicBezTo>
                  <a:lnTo>
                    <a:pt x="8538" y="8741"/>
                  </a:lnTo>
                  <a:close/>
                  <a:moveTo>
                    <a:pt x="1798" y="9132"/>
                  </a:moveTo>
                  <a:cubicBezTo>
                    <a:pt x="1535" y="9075"/>
                    <a:pt x="1275" y="9033"/>
                    <a:pt x="1007" y="8999"/>
                  </a:cubicBezTo>
                  <a:cubicBezTo>
                    <a:pt x="1062" y="9423"/>
                    <a:pt x="1148" y="9837"/>
                    <a:pt x="1280" y="10238"/>
                  </a:cubicBezTo>
                  <a:cubicBezTo>
                    <a:pt x="1412" y="10638"/>
                    <a:pt x="1583" y="11018"/>
                    <a:pt x="1786" y="11388"/>
                  </a:cubicBezTo>
                  <a:cubicBezTo>
                    <a:pt x="1891" y="11037"/>
                    <a:pt x="2008" y="10691"/>
                    <a:pt x="2139" y="10348"/>
                  </a:cubicBezTo>
                  <a:cubicBezTo>
                    <a:pt x="2270" y="10005"/>
                    <a:pt x="2418" y="9667"/>
                    <a:pt x="2574" y="9334"/>
                  </a:cubicBezTo>
                  <a:cubicBezTo>
                    <a:pt x="2319" y="9257"/>
                    <a:pt x="2059" y="9189"/>
                    <a:pt x="1798" y="9132"/>
                  </a:cubicBezTo>
                  <a:close/>
                  <a:moveTo>
                    <a:pt x="11338" y="11038"/>
                  </a:moveTo>
                  <a:cubicBezTo>
                    <a:pt x="10948" y="11437"/>
                    <a:pt x="10541" y="11810"/>
                    <a:pt x="10111" y="12167"/>
                  </a:cubicBezTo>
                  <a:cubicBezTo>
                    <a:pt x="9681" y="12525"/>
                    <a:pt x="9224" y="12866"/>
                    <a:pt x="8757" y="13179"/>
                  </a:cubicBezTo>
                  <a:cubicBezTo>
                    <a:pt x="8923" y="13483"/>
                    <a:pt x="9075" y="13796"/>
                    <a:pt x="9206" y="14117"/>
                  </a:cubicBezTo>
                  <a:cubicBezTo>
                    <a:pt x="9337" y="14439"/>
                    <a:pt x="9449" y="14769"/>
                    <a:pt x="9544" y="15106"/>
                  </a:cubicBezTo>
                  <a:cubicBezTo>
                    <a:pt x="10358" y="14993"/>
                    <a:pt x="11133" y="14757"/>
                    <a:pt x="11852" y="14413"/>
                  </a:cubicBezTo>
                  <a:cubicBezTo>
                    <a:pt x="12571" y="14068"/>
                    <a:pt x="13229" y="13610"/>
                    <a:pt x="13805" y="13059"/>
                  </a:cubicBezTo>
                  <a:lnTo>
                    <a:pt x="11338" y="11038"/>
                  </a:lnTo>
                  <a:close/>
                  <a:moveTo>
                    <a:pt x="3466" y="9652"/>
                  </a:moveTo>
                  <a:cubicBezTo>
                    <a:pt x="3255" y="10099"/>
                    <a:pt x="3068" y="10559"/>
                    <a:pt x="2906" y="11023"/>
                  </a:cubicBezTo>
                  <a:cubicBezTo>
                    <a:pt x="2744" y="11488"/>
                    <a:pt x="2612" y="11967"/>
                    <a:pt x="2500" y="12447"/>
                  </a:cubicBezTo>
                  <a:cubicBezTo>
                    <a:pt x="2606" y="12576"/>
                    <a:pt x="2712" y="12693"/>
                    <a:pt x="2827" y="12816"/>
                  </a:cubicBezTo>
                  <a:cubicBezTo>
                    <a:pt x="2943" y="12939"/>
                    <a:pt x="3067" y="13064"/>
                    <a:pt x="3192" y="13180"/>
                  </a:cubicBezTo>
                  <a:lnTo>
                    <a:pt x="5416" y="10759"/>
                  </a:lnTo>
                  <a:cubicBezTo>
                    <a:pt x="5115" y="10538"/>
                    <a:pt x="4810" y="10332"/>
                    <a:pt x="4484" y="10148"/>
                  </a:cubicBezTo>
                  <a:cubicBezTo>
                    <a:pt x="4158" y="9964"/>
                    <a:pt x="3813" y="9796"/>
                    <a:pt x="3466" y="9652"/>
                  </a:cubicBezTo>
                  <a:close/>
                  <a:moveTo>
                    <a:pt x="6136" y="11355"/>
                  </a:moveTo>
                  <a:lnTo>
                    <a:pt x="3901" y="13774"/>
                  </a:lnTo>
                  <a:cubicBezTo>
                    <a:pt x="4016" y="13856"/>
                    <a:pt x="4137" y="13929"/>
                    <a:pt x="4256" y="14005"/>
                  </a:cubicBezTo>
                  <a:cubicBezTo>
                    <a:pt x="4376" y="14081"/>
                    <a:pt x="4502" y="14158"/>
                    <a:pt x="4626" y="14228"/>
                  </a:cubicBezTo>
                  <a:cubicBezTo>
                    <a:pt x="5123" y="14054"/>
                    <a:pt x="5608" y="13859"/>
                    <a:pt x="6082" y="13639"/>
                  </a:cubicBezTo>
                  <a:cubicBezTo>
                    <a:pt x="6556" y="13419"/>
                    <a:pt x="7019" y="13171"/>
                    <a:pt x="7466" y="12906"/>
                  </a:cubicBezTo>
                  <a:cubicBezTo>
                    <a:pt x="7279" y="12625"/>
                    <a:pt x="7074" y="12352"/>
                    <a:pt x="6853" y="12093"/>
                  </a:cubicBezTo>
                  <a:cubicBezTo>
                    <a:pt x="6632" y="11833"/>
                    <a:pt x="6391" y="11591"/>
                    <a:pt x="6136" y="11355"/>
                  </a:cubicBezTo>
                  <a:close/>
                  <a:moveTo>
                    <a:pt x="7934" y="13694"/>
                  </a:moveTo>
                  <a:cubicBezTo>
                    <a:pt x="7591" y="13896"/>
                    <a:pt x="7243" y="14084"/>
                    <a:pt x="6885" y="14262"/>
                  </a:cubicBezTo>
                  <a:cubicBezTo>
                    <a:pt x="6527" y="14440"/>
                    <a:pt x="6160" y="14609"/>
                    <a:pt x="5788" y="14762"/>
                  </a:cubicBezTo>
                  <a:cubicBezTo>
                    <a:pt x="6191" y="14908"/>
                    <a:pt x="6614" y="15020"/>
                    <a:pt x="7040" y="15099"/>
                  </a:cubicBezTo>
                  <a:cubicBezTo>
                    <a:pt x="7538" y="15190"/>
                    <a:pt x="8041" y="15236"/>
                    <a:pt x="8548" y="15233"/>
                  </a:cubicBezTo>
                  <a:cubicBezTo>
                    <a:pt x="8471" y="14966"/>
                    <a:pt x="8384" y="14704"/>
                    <a:pt x="8282" y="14447"/>
                  </a:cubicBezTo>
                  <a:cubicBezTo>
                    <a:pt x="8181" y="14190"/>
                    <a:pt x="8061" y="13938"/>
                    <a:pt x="7934" y="13694"/>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26" name="Shape 34193">
              <a:extLst>
                <a:ext uri="{FF2B5EF4-FFF2-40B4-BE49-F238E27FC236}">
                  <a16:creationId xmlns:a16="http://schemas.microsoft.com/office/drawing/2014/main" id="{DDF36766-BCCB-459F-B724-146EF781845E}"/>
                </a:ext>
              </a:extLst>
            </p:cNvPr>
            <p:cNvSpPr/>
            <p:nvPr/>
          </p:nvSpPr>
          <p:spPr>
            <a:xfrm>
              <a:off x="11615551" y="3334957"/>
              <a:ext cx="818520" cy="818520"/>
            </a:xfrm>
            <a:custGeom>
              <a:avLst/>
              <a:gdLst/>
              <a:ahLst/>
              <a:cxnLst>
                <a:cxn ang="0">
                  <a:pos x="wd2" y="hd2"/>
                </a:cxn>
                <a:cxn ang="5400000">
                  <a:pos x="wd2" y="hd2"/>
                </a:cxn>
                <a:cxn ang="10800000">
                  <a:pos x="wd2" y="hd2"/>
                </a:cxn>
                <a:cxn ang="16200000">
                  <a:pos x="wd2" y="hd2"/>
                </a:cxn>
              </a:cxnLst>
              <a:rect l="0" t="0" r="r" b="b"/>
              <a:pathLst>
                <a:path w="20113" h="20113" extrusionOk="0">
                  <a:moveTo>
                    <a:pt x="8483" y="125"/>
                  </a:moveTo>
                  <a:cubicBezTo>
                    <a:pt x="2996" y="994"/>
                    <a:pt x="-744" y="6142"/>
                    <a:pt x="125" y="11629"/>
                  </a:cubicBezTo>
                  <a:cubicBezTo>
                    <a:pt x="994" y="17116"/>
                    <a:pt x="6142" y="20856"/>
                    <a:pt x="11629" y="19987"/>
                  </a:cubicBezTo>
                  <a:cubicBezTo>
                    <a:pt x="17116" y="19118"/>
                    <a:pt x="20856" y="13970"/>
                    <a:pt x="19987" y="8483"/>
                  </a:cubicBezTo>
                  <a:cubicBezTo>
                    <a:pt x="19118" y="2996"/>
                    <a:pt x="13970" y="-744"/>
                    <a:pt x="8483" y="125"/>
                  </a:cubicBezTo>
                  <a:close/>
                  <a:moveTo>
                    <a:pt x="8760" y="1873"/>
                  </a:moveTo>
                  <a:cubicBezTo>
                    <a:pt x="8956" y="1842"/>
                    <a:pt x="9163" y="1878"/>
                    <a:pt x="9336" y="2004"/>
                  </a:cubicBezTo>
                  <a:cubicBezTo>
                    <a:pt x="9681" y="2255"/>
                    <a:pt x="9758" y="2741"/>
                    <a:pt x="9507" y="3087"/>
                  </a:cubicBezTo>
                  <a:cubicBezTo>
                    <a:pt x="9256" y="3432"/>
                    <a:pt x="8770" y="3509"/>
                    <a:pt x="8424" y="3258"/>
                  </a:cubicBezTo>
                  <a:cubicBezTo>
                    <a:pt x="8079" y="3007"/>
                    <a:pt x="8002" y="2521"/>
                    <a:pt x="8253" y="2175"/>
                  </a:cubicBezTo>
                  <a:cubicBezTo>
                    <a:pt x="8378" y="2002"/>
                    <a:pt x="8564" y="1904"/>
                    <a:pt x="8760" y="1873"/>
                  </a:cubicBezTo>
                  <a:close/>
                  <a:moveTo>
                    <a:pt x="9098" y="4008"/>
                  </a:moveTo>
                  <a:cubicBezTo>
                    <a:pt x="9327" y="3971"/>
                    <a:pt x="9546" y="4130"/>
                    <a:pt x="9582" y="4359"/>
                  </a:cubicBezTo>
                  <a:lnTo>
                    <a:pt x="10314" y="8984"/>
                  </a:lnTo>
                  <a:cubicBezTo>
                    <a:pt x="10465" y="9019"/>
                    <a:pt x="10626" y="8992"/>
                    <a:pt x="10759" y="9088"/>
                  </a:cubicBezTo>
                  <a:cubicBezTo>
                    <a:pt x="10893" y="9186"/>
                    <a:pt x="10931" y="9343"/>
                    <a:pt x="11011" y="9477"/>
                  </a:cubicBezTo>
                  <a:lnTo>
                    <a:pt x="14460" y="8930"/>
                  </a:lnTo>
                  <a:cubicBezTo>
                    <a:pt x="14689" y="8894"/>
                    <a:pt x="14908" y="9053"/>
                    <a:pt x="14944" y="9282"/>
                  </a:cubicBezTo>
                  <a:cubicBezTo>
                    <a:pt x="14980" y="9511"/>
                    <a:pt x="14822" y="9729"/>
                    <a:pt x="14593" y="9766"/>
                  </a:cubicBezTo>
                  <a:lnTo>
                    <a:pt x="11143" y="10312"/>
                  </a:lnTo>
                  <a:cubicBezTo>
                    <a:pt x="11108" y="10464"/>
                    <a:pt x="11121" y="10625"/>
                    <a:pt x="11024" y="10759"/>
                  </a:cubicBezTo>
                  <a:cubicBezTo>
                    <a:pt x="10636" y="11292"/>
                    <a:pt x="9886" y="11411"/>
                    <a:pt x="9353" y="11024"/>
                  </a:cubicBezTo>
                  <a:cubicBezTo>
                    <a:pt x="8820" y="10636"/>
                    <a:pt x="8701" y="9886"/>
                    <a:pt x="9088" y="9353"/>
                  </a:cubicBezTo>
                  <a:cubicBezTo>
                    <a:pt x="9188" y="9215"/>
                    <a:pt x="9357" y="9195"/>
                    <a:pt x="9495" y="9114"/>
                  </a:cubicBezTo>
                  <a:lnTo>
                    <a:pt x="8762" y="4489"/>
                  </a:lnTo>
                  <a:cubicBezTo>
                    <a:pt x="8726" y="4260"/>
                    <a:pt x="8869" y="4044"/>
                    <a:pt x="9098" y="4008"/>
                  </a:cubicBezTo>
                  <a:close/>
                  <a:moveTo>
                    <a:pt x="2495" y="10476"/>
                  </a:moveTo>
                  <a:cubicBezTo>
                    <a:pt x="2691" y="10446"/>
                    <a:pt x="2898" y="10482"/>
                    <a:pt x="3071" y="10607"/>
                  </a:cubicBezTo>
                  <a:cubicBezTo>
                    <a:pt x="3417" y="10859"/>
                    <a:pt x="3494" y="11345"/>
                    <a:pt x="3243" y="11690"/>
                  </a:cubicBezTo>
                  <a:cubicBezTo>
                    <a:pt x="2992" y="12035"/>
                    <a:pt x="2505" y="12113"/>
                    <a:pt x="2160" y="11862"/>
                  </a:cubicBezTo>
                  <a:cubicBezTo>
                    <a:pt x="1814" y="11610"/>
                    <a:pt x="1737" y="11124"/>
                    <a:pt x="1988" y="10779"/>
                  </a:cubicBezTo>
                  <a:cubicBezTo>
                    <a:pt x="2114" y="10606"/>
                    <a:pt x="2300" y="10507"/>
                    <a:pt x="2495" y="10476"/>
                  </a:cubicBezTo>
                  <a:close/>
                  <a:moveTo>
                    <a:pt x="17392" y="8117"/>
                  </a:moveTo>
                  <a:cubicBezTo>
                    <a:pt x="17587" y="8086"/>
                    <a:pt x="17779" y="8125"/>
                    <a:pt x="17952" y="8250"/>
                  </a:cubicBezTo>
                  <a:cubicBezTo>
                    <a:pt x="18298" y="8502"/>
                    <a:pt x="18375" y="8988"/>
                    <a:pt x="18124" y="9333"/>
                  </a:cubicBezTo>
                  <a:cubicBezTo>
                    <a:pt x="17872" y="9678"/>
                    <a:pt x="17402" y="9753"/>
                    <a:pt x="17056" y="9502"/>
                  </a:cubicBezTo>
                  <a:cubicBezTo>
                    <a:pt x="16711" y="9251"/>
                    <a:pt x="16634" y="8765"/>
                    <a:pt x="16885" y="8419"/>
                  </a:cubicBezTo>
                  <a:cubicBezTo>
                    <a:pt x="17010" y="8247"/>
                    <a:pt x="17196" y="8148"/>
                    <a:pt x="17392" y="8117"/>
                  </a:cubicBezTo>
                  <a:close/>
                  <a:moveTo>
                    <a:pt x="11112" y="16723"/>
                  </a:moveTo>
                  <a:cubicBezTo>
                    <a:pt x="11308" y="16692"/>
                    <a:pt x="11515" y="16728"/>
                    <a:pt x="11688" y="16854"/>
                  </a:cubicBezTo>
                  <a:cubicBezTo>
                    <a:pt x="12033" y="17105"/>
                    <a:pt x="12110" y="17591"/>
                    <a:pt x="11859" y="17937"/>
                  </a:cubicBezTo>
                  <a:cubicBezTo>
                    <a:pt x="11608" y="18282"/>
                    <a:pt x="11122" y="18359"/>
                    <a:pt x="10776" y="18108"/>
                  </a:cubicBezTo>
                  <a:cubicBezTo>
                    <a:pt x="10431" y="17857"/>
                    <a:pt x="10354" y="17371"/>
                    <a:pt x="10605" y="17025"/>
                  </a:cubicBezTo>
                  <a:cubicBezTo>
                    <a:pt x="10730" y="16853"/>
                    <a:pt x="10916" y="16754"/>
                    <a:pt x="11112" y="16723"/>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1424" dirty="0">
                <a:latin typeface="Lato Light" panose="020F0502020204030203" pitchFamily="34" charset="0"/>
              </a:endParaRPr>
            </a:p>
          </p:txBody>
        </p:sp>
        <p:sp>
          <p:nvSpPr>
            <p:cNvPr id="27" name="Shape 34194">
              <a:extLst>
                <a:ext uri="{FF2B5EF4-FFF2-40B4-BE49-F238E27FC236}">
                  <a16:creationId xmlns:a16="http://schemas.microsoft.com/office/drawing/2014/main" id="{C5400AA8-A391-44FC-8823-49C108D41F3D}"/>
                </a:ext>
              </a:extLst>
            </p:cNvPr>
            <p:cNvSpPr/>
            <p:nvPr/>
          </p:nvSpPr>
          <p:spPr>
            <a:xfrm>
              <a:off x="14592598" y="6234099"/>
              <a:ext cx="850388" cy="976334"/>
            </a:xfrm>
            <a:custGeom>
              <a:avLst/>
              <a:gdLst/>
              <a:ahLst/>
              <a:cxnLst>
                <a:cxn ang="0">
                  <a:pos x="wd2" y="hd2"/>
                </a:cxn>
                <a:cxn ang="5400000">
                  <a:pos x="wd2" y="hd2"/>
                </a:cxn>
                <a:cxn ang="10800000">
                  <a:pos x="wd2" y="hd2"/>
                </a:cxn>
                <a:cxn ang="16200000">
                  <a:pos x="wd2" y="hd2"/>
                </a:cxn>
              </a:cxnLst>
              <a:rect l="0" t="0" r="r" b="b"/>
              <a:pathLst>
                <a:path w="21600" h="21600" extrusionOk="0">
                  <a:moveTo>
                    <a:pt x="11390" y="0"/>
                  </a:moveTo>
                  <a:lnTo>
                    <a:pt x="0" y="14168"/>
                  </a:lnTo>
                  <a:lnTo>
                    <a:pt x="12187" y="21600"/>
                  </a:lnTo>
                  <a:lnTo>
                    <a:pt x="21600" y="9890"/>
                  </a:lnTo>
                  <a:lnTo>
                    <a:pt x="20767" y="5719"/>
                  </a:lnTo>
                  <a:lnTo>
                    <a:pt x="11390" y="0"/>
                  </a:lnTo>
                  <a:close/>
                  <a:moveTo>
                    <a:pt x="12641" y="5625"/>
                  </a:moveTo>
                  <a:lnTo>
                    <a:pt x="17079" y="8332"/>
                  </a:lnTo>
                  <a:lnTo>
                    <a:pt x="16765" y="8723"/>
                  </a:lnTo>
                  <a:lnTo>
                    <a:pt x="12326" y="6016"/>
                  </a:lnTo>
                  <a:lnTo>
                    <a:pt x="12641" y="5625"/>
                  </a:lnTo>
                  <a:close/>
                  <a:moveTo>
                    <a:pt x="7323" y="8127"/>
                  </a:moveTo>
                  <a:lnTo>
                    <a:pt x="16200" y="13540"/>
                  </a:lnTo>
                  <a:lnTo>
                    <a:pt x="15894" y="13920"/>
                  </a:lnTo>
                  <a:lnTo>
                    <a:pt x="7017" y="8506"/>
                  </a:lnTo>
                  <a:lnTo>
                    <a:pt x="7323" y="8127"/>
                  </a:lnTo>
                  <a:close/>
                  <a:moveTo>
                    <a:pt x="5778" y="10048"/>
                  </a:moveTo>
                  <a:lnTo>
                    <a:pt x="14655" y="15462"/>
                  </a:lnTo>
                  <a:lnTo>
                    <a:pt x="14340" y="15853"/>
                  </a:lnTo>
                  <a:lnTo>
                    <a:pt x="5463" y="10439"/>
                  </a:lnTo>
                  <a:lnTo>
                    <a:pt x="5778" y="10048"/>
                  </a:lnTo>
                  <a:close/>
                  <a:moveTo>
                    <a:pt x="4233" y="11970"/>
                  </a:moveTo>
                  <a:lnTo>
                    <a:pt x="8671" y="14677"/>
                  </a:lnTo>
                  <a:lnTo>
                    <a:pt x="8357" y="15068"/>
                  </a:lnTo>
                  <a:lnTo>
                    <a:pt x="3918" y="12361"/>
                  </a:lnTo>
                  <a:lnTo>
                    <a:pt x="4233" y="11970"/>
                  </a:ln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28" name="Shape 34195">
              <a:extLst>
                <a:ext uri="{FF2B5EF4-FFF2-40B4-BE49-F238E27FC236}">
                  <a16:creationId xmlns:a16="http://schemas.microsoft.com/office/drawing/2014/main" id="{89493208-37CF-4438-8A6C-1355E00BDC30}"/>
                </a:ext>
              </a:extLst>
            </p:cNvPr>
            <p:cNvSpPr/>
            <p:nvPr/>
          </p:nvSpPr>
          <p:spPr>
            <a:xfrm>
              <a:off x="13429434" y="7344882"/>
              <a:ext cx="433382" cy="479750"/>
            </a:xfrm>
            <a:custGeom>
              <a:avLst/>
              <a:gdLst/>
              <a:ahLst/>
              <a:cxnLst>
                <a:cxn ang="0">
                  <a:pos x="wd2" y="hd2"/>
                </a:cxn>
                <a:cxn ang="5400000">
                  <a:pos x="wd2" y="hd2"/>
                </a:cxn>
                <a:cxn ang="10800000">
                  <a:pos x="wd2" y="hd2"/>
                </a:cxn>
                <a:cxn ang="16200000">
                  <a:pos x="wd2" y="hd2"/>
                </a:cxn>
              </a:cxnLst>
              <a:rect l="0" t="0" r="r" b="b"/>
              <a:pathLst>
                <a:path w="20678" h="21600" extrusionOk="0">
                  <a:moveTo>
                    <a:pt x="10339" y="0"/>
                  </a:moveTo>
                  <a:cubicBezTo>
                    <a:pt x="8560" y="0"/>
                    <a:pt x="6992" y="1375"/>
                    <a:pt x="5917" y="3576"/>
                  </a:cubicBezTo>
                  <a:cubicBezTo>
                    <a:pt x="5568" y="3546"/>
                    <a:pt x="5234" y="3529"/>
                    <a:pt x="4903" y="3529"/>
                  </a:cubicBezTo>
                  <a:cubicBezTo>
                    <a:pt x="2761" y="3529"/>
                    <a:pt x="1171" y="4188"/>
                    <a:pt x="431" y="5396"/>
                  </a:cubicBezTo>
                  <a:cubicBezTo>
                    <a:pt x="-452" y="6840"/>
                    <a:pt x="119" y="8796"/>
                    <a:pt x="1578" y="10761"/>
                  </a:cubicBezTo>
                  <a:cubicBezTo>
                    <a:pt x="84" y="12747"/>
                    <a:pt x="-461" y="14730"/>
                    <a:pt x="431" y="16188"/>
                  </a:cubicBezTo>
                  <a:cubicBezTo>
                    <a:pt x="1171" y="17397"/>
                    <a:pt x="2760" y="18055"/>
                    <a:pt x="4903" y="18055"/>
                  </a:cubicBezTo>
                  <a:cubicBezTo>
                    <a:pt x="5246" y="18055"/>
                    <a:pt x="5621" y="18010"/>
                    <a:pt x="5983" y="17976"/>
                  </a:cubicBezTo>
                  <a:cubicBezTo>
                    <a:pt x="7057" y="20156"/>
                    <a:pt x="8570" y="21600"/>
                    <a:pt x="10339" y="21600"/>
                  </a:cubicBezTo>
                  <a:cubicBezTo>
                    <a:pt x="12118" y="21600"/>
                    <a:pt x="13685" y="20225"/>
                    <a:pt x="14761" y="18024"/>
                  </a:cubicBezTo>
                  <a:cubicBezTo>
                    <a:pt x="15110" y="18054"/>
                    <a:pt x="15460" y="18071"/>
                    <a:pt x="15791" y="18071"/>
                  </a:cubicBezTo>
                  <a:cubicBezTo>
                    <a:pt x="17934" y="18071"/>
                    <a:pt x="19507" y="17412"/>
                    <a:pt x="20246" y="16204"/>
                  </a:cubicBezTo>
                  <a:cubicBezTo>
                    <a:pt x="21134" y="14753"/>
                    <a:pt x="20576" y="12782"/>
                    <a:pt x="19099" y="10808"/>
                  </a:cubicBezTo>
                  <a:cubicBezTo>
                    <a:pt x="20594" y="8822"/>
                    <a:pt x="21139" y="6839"/>
                    <a:pt x="20246" y="5380"/>
                  </a:cubicBezTo>
                  <a:cubicBezTo>
                    <a:pt x="19508" y="4173"/>
                    <a:pt x="17934" y="3514"/>
                    <a:pt x="15791" y="3514"/>
                  </a:cubicBezTo>
                  <a:cubicBezTo>
                    <a:pt x="15438" y="3514"/>
                    <a:pt x="15052" y="3573"/>
                    <a:pt x="14677" y="3608"/>
                  </a:cubicBezTo>
                  <a:cubicBezTo>
                    <a:pt x="13604" y="1440"/>
                    <a:pt x="12102" y="0"/>
                    <a:pt x="10339" y="0"/>
                  </a:cubicBezTo>
                  <a:close/>
                  <a:moveTo>
                    <a:pt x="10339" y="1004"/>
                  </a:moveTo>
                  <a:cubicBezTo>
                    <a:pt x="11591" y="1004"/>
                    <a:pt x="12710" y="2093"/>
                    <a:pt x="13580" y="3733"/>
                  </a:cubicBezTo>
                  <a:cubicBezTo>
                    <a:pt x="12541" y="3915"/>
                    <a:pt x="11452" y="4238"/>
                    <a:pt x="10355" y="4643"/>
                  </a:cubicBezTo>
                  <a:cubicBezTo>
                    <a:pt x="9226" y="4226"/>
                    <a:pt x="8099" y="3899"/>
                    <a:pt x="7031" y="3718"/>
                  </a:cubicBezTo>
                  <a:cubicBezTo>
                    <a:pt x="7905" y="2046"/>
                    <a:pt x="9073" y="1004"/>
                    <a:pt x="10339" y="1004"/>
                  </a:cubicBezTo>
                  <a:close/>
                  <a:moveTo>
                    <a:pt x="15791" y="4518"/>
                  </a:moveTo>
                  <a:cubicBezTo>
                    <a:pt x="17538" y="4518"/>
                    <a:pt x="18791" y="4998"/>
                    <a:pt x="19332" y="5882"/>
                  </a:cubicBezTo>
                  <a:cubicBezTo>
                    <a:pt x="19959" y="6907"/>
                    <a:pt x="19540" y="8380"/>
                    <a:pt x="18468" y="9914"/>
                  </a:cubicBezTo>
                  <a:cubicBezTo>
                    <a:pt x="17787" y="9159"/>
                    <a:pt x="16951" y="8410"/>
                    <a:pt x="16007" y="7702"/>
                  </a:cubicBezTo>
                  <a:cubicBezTo>
                    <a:pt x="15826" y="6556"/>
                    <a:pt x="15554" y="5511"/>
                    <a:pt x="15193" y="4565"/>
                  </a:cubicBezTo>
                  <a:cubicBezTo>
                    <a:pt x="15389" y="4554"/>
                    <a:pt x="15602" y="4518"/>
                    <a:pt x="15791" y="4518"/>
                  </a:cubicBezTo>
                  <a:close/>
                  <a:moveTo>
                    <a:pt x="4903" y="4533"/>
                  </a:moveTo>
                  <a:cubicBezTo>
                    <a:pt x="5095" y="4533"/>
                    <a:pt x="5302" y="4538"/>
                    <a:pt x="5501" y="4549"/>
                  </a:cubicBezTo>
                  <a:cubicBezTo>
                    <a:pt x="5130" y="5520"/>
                    <a:pt x="4852" y="6633"/>
                    <a:pt x="4670" y="7812"/>
                  </a:cubicBezTo>
                  <a:cubicBezTo>
                    <a:pt x="3730" y="8526"/>
                    <a:pt x="2966" y="9248"/>
                    <a:pt x="2293" y="10008"/>
                  </a:cubicBezTo>
                  <a:cubicBezTo>
                    <a:pt x="1175" y="8445"/>
                    <a:pt x="708" y="6940"/>
                    <a:pt x="1346" y="5898"/>
                  </a:cubicBezTo>
                  <a:cubicBezTo>
                    <a:pt x="1887" y="5014"/>
                    <a:pt x="3156" y="4533"/>
                    <a:pt x="4903" y="4533"/>
                  </a:cubicBezTo>
                  <a:close/>
                  <a:moveTo>
                    <a:pt x="14062" y="4659"/>
                  </a:moveTo>
                  <a:cubicBezTo>
                    <a:pt x="14333" y="5325"/>
                    <a:pt x="14582" y="6051"/>
                    <a:pt x="14761" y="6839"/>
                  </a:cubicBezTo>
                  <a:cubicBezTo>
                    <a:pt x="14294" y="6539"/>
                    <a:pt x="13808" y="6239"/>
                    <a:pt x="13298" y="5961"/>
                  </a:cubicBezTo>
                  <a:cubicBezTo>
                    <a:pt x="12768" y="5672"/>
                    <a:pt x="12225" y="5480"/>
                    <a:pt x="11685" y="5239"/>
                  </a:cubicBezTo>
                  <a:cubicBezTo>
                    <a:pt x="12500" y="4985"/>
                    <a:pt x="13298" y="4775"/>
                    <a:pt x="14062" y="4659"/>
                  </a:cubicBezTo>
                  <a:close/>
                  <a:moveTo>
                    <a:pt x="6599" y="4675"/>
                  </a:moveTo>
                  <a:cubicBezTo>
                    <a:pt x="7326" y="4784"/>
                    <a:pt x="8103" y="5021"/>
                    <a:pt x="8876" y="5255"/>
                  </a:cubicBezTo>
                  <a:cubicBezTo>
                    <a:pt x="8379" y="5481"/>
                    <a:pt x="7868" y="5695"/>
                    <a:pt x="7380" y="5961"/>
                  </a:cubicBezTo>
                  <a:cubicBezTo>
                    <a:pt x="6837" y="6256"/>
                    <a:pt x="6443" y="6613"/>
                    <a:pt x="5950" y="6933"/>
                  </a:cubicBezTo>
                  <a:cubicBezTo>
                    <a:pt x="6128" y="6137"/>
                    <a:pt x="6326" y="5348"/>
                    <a:pt x="6599" y="4675"/>
                  </a:cubicBezTo>
                  <a:close/>
                  <a:moveTo>
                    <a:pt x="10405" y="5788"/>
                  </a:moveTo>
                  <a:cubicBezTo>
                    <a:pt x="11196" y="6102"/>
                    <a:pt x="11987" y="6415"/>
                    <a:pt x="12766" y="6839"/>
                  </a:cubicBezTo>
                  <a:cubicBezTo>
                    <a:pt x="13571" y="7278"/>
                    <a:pt x="14317" y="7751"/>
                    <a:pt x="15010" y="8251"/>
                  </a:cubicBezTo>
                  <a:cubicBezTo>
                    <a:pt x="15123" y="9067"/>
                    <a:pt x="15193" y="9915"/>
                    <a:pt x="15193" y="10792"/>
                  </a:cubicBezTo>
                  <a:cubicBezTo>
                    <a:pt x="15193" y="11657"/>
                    <a:pt x="15070" y="12466"/>
                    <a:pt x="14960" y="13271"/>
                  </a:cubicBezTo>
                  <a:cubicBezTo>
                    <a:pt x="14260" y="13779"/>
                    <a:pt x="13583" y="14300"/>
                    <a:pt x="12766" y="14745"/>
                  </a:cubicBezTo>
                  <a:cubicBezTo>
                    <a:pt x="11937" y="15197"/>
                    <a:pt x="11096" y="15469"/>
                    <a:pt x="10256" y="15796"/>
                  </a:cubicBezTo>
                  <a:cubicBezTo>
                    <a:pt x="9475" y="15485"/>
                    <a:pt x="8681" y="15180"/>
                    <a:pt x="7912" y="14761"/>
                  </a:cubicBezTo>
                  <a:cubicBezTo>
                    <a:pt x="7107" y="14323"/>
                    <a:pt x="6360" y="13849"/>
                    <a:pt x="5668" y="13349"/>
                  </a:cubicBezTo>
                  <a:cubicBezTo>
                    <a:pt x="5554" y="12533"/>
                    <a:pt x="5501" y="11669"/>
                    <a:pt x="5501" y="10792"/>
                  </a:cubicBezTo>
                  <a:cubicBezTo>
                    <a:pt x="5501" y="9918"/>
                    <a:pt x="5605" y="9111"/>
                    <a:pt x="5718" y="8298"/>
                  </a:cubicBezTo>
                  <a:cubicBezTo>
                    <a:pt x="6420" y="7788"/>
                    <a:pt x="7092" y="7270"/>
                    <a:pt x="7912" y="6824"/>
                  </a:cubicBezTo>
                  <a:cubicBezTo>
                    <a:pt x="8731" y="6377"/>
                    <a:pt x="9574" y="6113"/>
                    <a:pt x="10405" y="5788"/>
                  </a:cubicBezTo>
                  <a:close/>
                  <a:moveTo>
                    <a:pt x="10339" y="7984"/>
                  </a:moveTo>
                  <a:cubicBezTo>
                    <a:pt x="8690" y="7984"/>
                    <a:pt x="7363" y="9237"/>
                    <a:pt x="7363" y="10792"/>
                  </a:cubicBezTo>
                  <a:cubicBezTo>
                    <a:pt x="7363" y="12348"/>
                    <a:pt x="8690" y="13616"/>
                    <a:pt x="10339" y="13616"/>
                  </a:cubicBezTo>
                  <a:cubicBezTo>
                    <a:pt x="11987" y="13616"/>
                    <a:pt x="13331" y="12348"/>
                    <a:pt x="13331" y="10792"/>
                  </a:cubicBezTo>
                  <a:cubicBezTo>
                    <a:pt x="13331" y="9237"/>
                    <a:pt x="11987" y="7984"/>
                    <a:pt x="10339" y="7984"/>
                  </a:cubicBezTo>
                  <a:close/>
                  <a:moveTo>
                    <a:pt x="4571" y="9098"/>
                  </a:moveTo>
                  <a:cubicBezTo>
                    <a:pt x="4522" y="9664"/>
                    <a:pt x="4438" y="10197"/>
                    <a:pt x="4438" y="10792"/>
                  </a:cubicBezTo>
                  <a:cubicBezTo>
                    <a:pt x="4438" y="11349"/>
                    <a:pt x="4462" y="11892"/>
                    <a:pt x="4504" y="12424"/>
                  </a:cubicBezTo>
                  <a:cubicBezTo>
                    <a:pt x="3891" y="11902"/>
                    <a:pt x="3374" y="11375"/>
                    <a:pt x="2908" y="10839"/>
                  </a:cubicBezTo>
                  <a:cubicBezTo>
                    <a:pt x="3403" y="10260"/>
                    <a:pt x="3903" y="9661"/>
                    <a:pt x="4571" y="9098"/>
                  </a:cubicBezTo>
                  <a:close/>
                  <a:moveTo>
                    <a:pt x="16190" y="9176"/>
                  </a:moveTo>
                  <a:cubicBezTo>
                    <a:pt x="16796" y="9693"/>
                    <a:pt x="17307" y="10215"/>
                    <a:pt x="17769" y="10745"/>
                  </a:cubicBezTo>
                  <a:cubicBezTo>
                    <a:pt x="17273" y="11325"/>
                    <a:pt x="16776" y="11907"/>
                    <a:pt x="16107" y="12471"/>
                  </a:cubicBezTo>
                  <a:cubicBezTo>
                    <a:pt x="16155" y="11912"/>
                    <a:pt x="16257" y="11379"/>
                    <a:pt x="16257" y="10792"/>
                  </a:cubicBezTo>
                  <a:cubicBezTo>
                    <a:pt x="16257" y="10236"/>
                    <a:pt x="16233" y="9708"/>
                    <a:pt x="16190" y="9176"/>
                  </a:cubicBezTo>
                  <a:close/>
                  <a:moveTo>
                    <a:pt x="18384" y="11576"/>
                  </a:moveTo>
                  <a:cubicBezTo>
                    <a:pt x="19512" y="13146"/>
                    <a:pt x="19972" y="14656"/>
                    <a:pt x="19332" y="15702"/>
                  </a:cubicBezTo>
                  <a:cubicBezTo>
                    <a:pt x="18791" y="16586"/>
                    <a:pt x="17537" y="17067"/>
                    <a:pt x="15791" y="17067"/>
                  </a:cubicBezTo>
                  <a:cubicBezTo>
                    <a:pt x="15599" y="17067"/>
                    <a:pt x="15392" y="17047"/>
                    <a:pt x="15193" y="17035"/>
                  </a:cubicBezTo>
                  <a:cubicBezTo>
                    <a:pt x="15564" y="16065"/>
                    <a:pt x="15826" y="14967"/>
                    <a:pt x="16007" y="13788"/>
                  </a:cubicBezTo>
                  <a:cubicBezTo>
                    <a:pt x="16951" y="13073"/>
                    <a:pt x="17710" y="12337"/>
                    <a:pt x="18384" y="11576"/>
                  </a:cubicBezTo>
                  <a:close/>
                  <a:moveTo>
                    <a:pt x="2210" y="11655"/>
                  </a:moveTo>
                  <a:cubicBezTo>
                    <a:pt x="2896" y="12420"/>
                    <a:pt x="3714" y="13165"/>
                    <a:pt x="4670" y="13882"/>
                  </a:cubicBezTo>
                  <a:cubicBezTo>
                    <a:pt x="4849" y="15014"/>
                    <a:pt x="5113" y="16067"/>
                    <a:pt x="5468" y="17004"/>
                  </a:cubicBezTo>
                  <a:cubicBezTo>
                    <a:pt x="5283" y="17014"/>
                    <a:pt x="5081" y="17051"/>
                    <a:pt x="4903" y="17051"/>
                  </a:cubicBezTo>
                  <a:cubicBezTo>
                    <a:pt x="3156" y="17051"/>
                    <a:pt x="1887" y="16571"/>
                    <a:pt x="1346" y="15686"/>
                  </a:cubicBezTo>
                  <a:cubicBezTo>
                    <a:pt x="717" y="14659"/>
                    <a:pt x="1131" y="13193"/>
                    <a:pt x="2210" y="11655"/>
                  </a:cubicBezTo>
                  <a:close/>
                  <a:moveTo>
                    <a:pt x="14744" y="14651"/>
                  </a:moveTo>
                  <a:cubicBezTo>
                    <a:pt x="14565" y="15455"/>
                    <a:pt x="14370" y="16247"/>
                    <a:pt x="14096" y="16925"/>
                  </a:cubicBezTo>
                  <a:cubicBezTo>
                    <a:pt x="13364" y="16816"/>
                    <a:pt x="12580" y="16581"/>
                    <a:pt x="11802" y="16345"/>
                  </a:cubicBezTo>
                  <a:cubicBezTo>
                    <a:pt x="12304" y="16117"/>
                    <a:pt x="12804" y="15892"/>
                    <a:pt x="13298" y="15624"/>
                  </a:cubicBezTo>
                  <a:cubicBezTo>
                    <a:pt x="13843" y="15326"/>
                    <a:pt x="14249" y="14973"/>
                    <a:pt x="14744" y="14651"/>
                  </a:cubicBezTo>
                  <a:close/>
                  <a:moveTo>
                    <a:pt x="5934" y="14761"/>
                  </a:moveTo>
                  <a:cubicBezTo>
                    <a:pt x="6400" y="15061"/>
                    <a:pt x="6869" y="15346"/>
                    <a:pt x="7380" y="15624"/>
                  </a:cubicBezTo>
                  <a:cubicBezTo>
                    <a:pt x="7902" y="15908"/>
                    <a:pt x="8444" y="16107"/>
                    <a:pt x="8976" y="16345"/>
                  </a:cubicBezTo>
                  <a:cubicBezTo>
                    <a:pt x="8160" y="16598"/>
                    <a:pt x="7364" y="16795"/>
                    <a:pt x="6599" y="16910"/>
                  </a:cubicBezTo>
                  <a:cubicBezTo>
                    <a:pt x="6331" y="16249"/>
                    <a:pt x="6110" y="15542"/>
                    <a:pt x="5934" y="14761"/>
                  </a:cubicBezTo>
                  <a:close/>
                  <a:moveTo>
                    <a:pt x="10322" y="16941"/>
                  </a:moveTo>
                  <a:cubicBezTo>
                    <a:pt x="11458" y="17362"/>
                    <a:pt x="12573" y="17700"/>
                    <a:pt x="13647" y="17882"/>
                  </a:cubicBezTo>
                  <a:cubicBezTo>
                    <a:pt x="12773" y="19553"/>
                    <a:pt x="11605" y="20596"/>
                    <a:pt x="10339" y="20596"/>
                  </a:cubicBezTo>
                  <a:cubicBezTo>
                    <a:pt x="9084" y="20596"/>
                    <a:pt x="7951" y="19498"/>
                    <a:pt x="7081" y="17851"/>
                  </a:cubicBezTo>
                  <a:cubicBezTo>
                    <a:pt x="8127" y="17671"/>
                    <a:pt x="9217" y="17349"/>
                    <a:pt x="10322" y="1694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29" name="Shape 34196">
              <a:extLst>
                <a:ext uri="{FF2B5EF4-FFF2-40B4-BE49-F238E27FC236}">
                  <a16:creationId xmlns:a16="http://schemas.microsoft.com/office/drawing/2014/main" id="{ADE7D283-5173-4665-AF59-5196E59E95AE}"/>
                </a:ext>
              </a:extLst>
            </p:cNvPr>
            <p:cNvSpPr/>
            <p:nvPr/>
          </p:nvSpPr>
          <p:spPr>
            <a:xfrm>
              <a:off x="12395982" y="2571694"/>
              <a:ext cx="1203272" cy="672004"/>
            </a:xfrm>
            <a:custGeom>
              <a:avLst/>
              <a:gdLst/>
              <a:ahLst/>
              <a:cxnLst>
                <a:cxn ang="0">
                  <a:pos x="wd2" y="hd2"/>
                </a:cxn>
                <a:cxn ang="5400000">
                  <a:pos x="wd2" y="hd2"/>
                </a:cxn>
                <a:cxn ang="10800000">
                  <a:pos x="wd2" y="hd2"/>
                </a:cxn>
                <a:cxn ang="16200000">
                  <a:pos x="wd2" y="hd2"/>
                </a:cxn>
              </a:cxnLst>
              <a:rect l="0" t="0" r="r" b="b"/>
              <a:pathLst>
                <a:path w="21600" h="21600" extrusionOk="0">
                  <a:moveTo>
                    <a:pt x="0" y="15895"/>
                  </a:moveTo>
                  <a:cubicBezTo>
                    <a:pt x="2602" y="16630"/>
                    <a:pt x="4225" y="13961"/>
                    <a:pt x="5624" y="11197"/>
                  </a:cubicBezTo>
                  <a:cubicBezTo>
                    <a:pt x="6473" y="14530"/>
                    <a:pt x="7574" y="17859"/>
                    <a:pt x="10123" y="18579"/>
                  </a:cubicBezTo>
                  <a:cubicBezTo>
                    <a:pt x="12646" y="19291"/>
                    <a:pt x="14269" y="16784"/>
                    <a:pt x="15641" y="14112"/>
                  </a:cubicBezTo>
                  <a:cubicBezTo>
                    <a:pt x="16494" y="17483"/>
                    <a:pt x="17585" y="20872"/>
                    <a:pt x="20164" y="21600"/>
                  </a:cubicBezTo>
                  <a:lnTo>
                    <a:pt x="20353" y="19555"/>
                  </a:lnTo>
                  <a:cubicBezTo>
                    <a:pt x="18170" y="18939"/>
                    <a:pt x="17341" y="15971"/>
                    <a:pt x="16486" y="12469"/>
                  </a:cubicBezTo>
                  <a:cubicBezTo>
                    <a:pt x="17922" y="9562"/>
                    <a:pt x="19218" y="7126"/>
                    <a:pt x="21427" y="7750"/>
                  </a:cubicBezTo>
                  <a:lnTo>
                    <a:pt x="21600" y="5701"/>
                  </a:lnTo>
                  <a:cubicBezTo>
                    <a:pt x="18998" y="4966"/>
                    <a:pt x="17363" y="7639"/>
                    <a:pt x="15964" y="10403"/>
                  </a:cubicBezTo>
                  <a:cubicBezTo>
                    <a:pt x="15115" y="7072"/>
                    <a:pt x="14006" y="3768"/>
                    <a:pt x="11458" y="3048"/>
                  </a:cubicBezTo>
                  <a:cubicBezTo>
                    <a:pt x="8930" y="2335"/>
                    <a:pt x="7330" y="4841"/>
                    <a:pt x="5956" y="7519"/>
                  </a:cubicBezTo>
                  <a:cubicBezTo>
                    <a:pt x="5103" y="4143"/>
                    <a:pt x="4006" y="730"/>
                    <a:pt x="1424" y="0"/>
                  </a:cubicBezTo>
                  <a:cubicBezTo>
                    <a:pt x="1424" y="0"/>
                    <a:pt x="1247" y="2048"/>
                    <a:pt x="1247" y="2048"/>
                  </a:cubicBezTo>
                  <a:cubicBezTo>
                    <a:pt x="3436" y="2666"/>
                    <a:pt x="4253" y="5647"/>
                    <a:pt x="5111" y="9162"/>
                  </a:cubicBezTo>
                  <a:cubicBezTo>
                    <a:pt x="3678" y="12062"/>
                    <a:pt x="2378" y="14476"/>
                    <a:pt x="172" y="13853"/>
                  </a:cubicBezTo>
                  <a:lnTo>
                    <a:pt x="0" y="15895"/>
                  </a:lnTo>
                  <a:close/>
                  <a:moveTo>
                    <a:pt x="491" y="12600"/>
                  </a:moveTo>
                  <a:cubicBezTo>
                    <a:pt x="875" y="12701"/>
                    <a:pt x="1223" y="12685"/>
                    <a:pt x="1549" y="12580"/>
                  </a:cubicBezTo>
                  <a:cubicBezTo>
                    <a:pt x="1549" y="12580"/>
                    <a:pt x="2321" y="3967"/>
                    <a:pt x="2321" y="3967"/>
                  </a:cubicBezTo>
                  <a:cubicBezTo>
                    <a:pt x="2030" y="3690"/>
                    <a:pt x="1699" y="3489"/>
                    <a:pt x="1315" y="3377"/>
                  </a:cubicBezTo>
                  <a:lnTo>
                    <a:pt x="491" y="12600"/>
                  </a:lnTo>
                  <a:close/>
                  <a:moveTo>
                    <a:pt x="2634" y="11814"/>
                  </a:moveTo>
                  <a:cubicBezTo>
                    <a:pt x="3034" y="11431"/>
                    <a:pt x="3403" y="10892"/>
                    <a:pt x="3769" y="10250"/>
                  </a:cubicBezTo>
                  <a:lnTo>
                    <a:pt x="4033" y="7350"/>
                  </a:lnTo>
                  <a:cubicBezTo>
                    <a:pt x="3797" y="6543"/>
                    <a:pt x="3542" y="5828"/>
                    <a:pt x="3229" y="5249"/>
                  </a:cubicBezTo>
                  <a:lnTo>
                    <a:pt x="2634" y="11814"/>
                  </a:lnTo>
                  <a:close/>
                  <a:moveTo>
                    <a:pt x="6469" y="9554"/>
                  </a:moveTo>
                  <a:cubicBezTo>
                    <a:pt x="7855" y="6764"/>
                    <a:pt x="9142" y="4492"/>
                    <a:pt x="11285" y="5097"/>
                  </a:cubicBezTo>
                  <a:cubicBezTo>
                    <a:pt x="13446" y="5708"/>
                    <a:pt x="14271" y="8612"/>
                    <a:pt x="15117" y="12067"/>
                  </a:cubicBezTo>
                  <a:cubicBezTo>
                    <a:pt x="13735" y="14848"/>
                    <a:pt x="12450" y="17138"/>
                    <a:pt x="10312" y="16534"/>
                  </a:cubicBezTo>
                  <a:cubicBezTo>
                    <a:pt x="8151" y="15924"/>
                    <a:pt x="7315" y="13008"/>
                    <a:pt x="6469" y="9554"/>
                  </a:cubicBezTo>
                  <a:close/>
                  <a:moveTo>
                    <a:pt x="7926" y="11848"/>
                  </a:moveTo>
                  <a:cubicBezTo>
                    <a:pt x="8206" y="12791"/>
                    <a:pt x="8514" y="13618"/>
                    <a:pt x="8887" y="14290"/>
                  </a:cubicBezTo>
                  <a:lnTo>
                    <a:pt x="9579" y="6388"/>
                  </a:lnTo>
                  <a:cubicBezTo>
                    <a:pt x="9109" y="6822"/>
                    <a:pt x="8677" y="7447"/>
                    <a:pt x="8249" y="8189"/>
                  </a:cubicBezTo>
                  <a:lnTo>
                    <a:pt x="7926" y="11848"/>
                  </a:lnTo>
                  <a:close/>
                  <a:moveTo>
                    <a:pt x="9896" y="14953"/>
                  </a:moveTo>
                  <a:cubicBezTo>
                    <a:pt x="10099" y="15084"/>
                    <a:pt x="10315" y="15184"/>
                    <a:pt x="10557" y="15248"/>
                  </a:cubicBezTo>
                  <a:cubicBezTo>
                    <a:pt x="10679" y="15281"/>
                    <a:pt x="10797" y="15298"/>
                    <a:pt x="10912" y="15309"/>
                  </a:cubicBezTo>
                  <a:lnTo>
                    <a:pt x="11755" y="6255"/>
                  </a:lnTo>
                  <a:cubicBezTo>
                    <a:pt x="11643" y="6205"/>
                    <a:pt x="11527" y="6163"/>
                    <a:pt x="11404" y="6131"/>
                  </a:cubicBezTo>
                  <a:cubicBezTo>
                    <a:pt x="11163" y="6066"/>
                    <a:pt x="10938" y="6048"/>
                    <a:pt x="10721" y="6066"/>
                  </a:cubicBezTo>
                  <a:lnTo>
                    <a:pt x="9896" y="14953"/>
                  </a:lnTo>
                  <a:close/>
                  <a:moveTo>
                    <a:pt x="12018" y="15401"/>
                  </a:moveTo>
                  <a:cubicBezTo>
                    <a:pt x="12451" y="15112"/>
                    <a:pt x="12844" y="14657"/>
                    <a:pt x="13226" y="14085"/>
                  </a:cubicBezTo>
                  <a:lnTo>
                    <a:pt x="13671" y="9231"/>
                  </a:lnTo>
                  <a:cubicBezTo>
                    <a:pt x="13409" y="8483"/>
                    <a:pt x="13115" y="7842"/>
                    <a:pt x="12755" y="7338"/>
                  </a:cubicBezTo>
                  <a:lnTo>
                    <a:pt x="12018" y="15401"/>
                  </a:lnTo>
                  <a:close/>
                  <a:moveTo>
                    <a:pt x="17569" y="14225"/>
                  </a:moveTo>
                  <a:cubicBezTo>
                    <a:pt x="17809" y="14981"/>
                    <a:pt x="18068" y="15640"/>
                    <a:pt x="18381" y="16171"/>
                  </a:cubicBezTo>
                  <a:lnTo>
                    <a:pt x="18883" y="9826"/>
                  </a:lnTo>
                  <a:cubicBezTo>
                    <a:pt x="18496" y="10227"/>
                    <a:pt x="18140" y="10774"/>
                    <a:pt x="17789" y="11421"/>
                  </a:cubicBezTo>
                  <a:lnTo>
                    <a:pt x="17569" y="14225"/>
                  </a:lnTo>
                  <a:close/>
                  <a:moveTo>
                    <a:pt x="19556" y="17463"/>
                  </a:moveTo>
                  <a:cubicBezTo>
                    <a:pt x="19840" y="17716"/>
                    <a:pt x="20160" y="17896"/>
                    <a:pt x="20532" y="17987"/>
                  </a:cubicBezTo>
                  <a:lnTo>
                    <a:pt x="21280" y="9117"/>
                  </a:lnTo>
                  <a:cubicBezTo>
                    <a:pt x="20907" y="9037"/>
                    <a:pt x="20569" y="9067"/>
                    <a:pt x="20254" y="9182"/>
                  </a:cubicBezTo>
                  <a:cubicBezTo>
                    <a:pt x="20254" y="9182"/>
                    <a:pt x="19556" y="17463"/>
                    <a:pt x="19556" y="17463"/>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1424" dirty="0">
                <a:latin typeface="Lato Light" panose="020F0502020204030203" pitchFamily="34" charset="0"/>
              </a:endParaRPr>
            </a:p>
          </p:txBody>
        </p:sp>
        <p:sp>
          <p:nvSpPr>
            <p:cNvPr id="30" name="Shape 34197">
              <a:extLst>
                <a:ext uri="{FF2B5EF4-FFF2-40B4-BE49-F238E27FC236}">
                  <a16:creationId xmlns:a16="http://schemas.microsoft.com/office/drawing/2014/main" id="{23CCC0A9-B271-4803-AC68-EABB90218338}"/>
                </a:ext>
              </a:extLst>
            </p:cNvPr>
            <p:cNvSpPr/>
            <p:nvPr/>
          </p:nvSpPr>
          <p:spPr>
            <a:xfrm>
              <a:off x="13886540" y="2993820"/>
              <a:ext cx="578410" cy="610580"/>
            </a:xfrm>
            <a:custGeom>
              <a:avLst/>
              <a:gdLst/>
              <a:ahLst/>
              <a:cxnLst>
                <a:cxn ang="0">
                  <a:pos x="wd2" y="hd2"/>
                </a:cxn>
                <a:cxn ang="5400000">
                  <a:pos x="wd2" y="hd2"/>
                </a:cxn>
                <a:cxn ang="10800000">
                  <a:pos x="wd2" y="hd2"/>
                </a:cxn>
                <a:cxn ang="16200000">
                  <a:pos x="wd2" y="hd2"/>
                </a:cxn>
              </a:cxnLst>
              <a:rect l="0" t="0" r="r" b="b"/>
              <a:pathLst>
                <a:path w="21272" h="21285" extrusionOk="0">
                  <a:moveTo>
                    <a:pt x="7646" y="529"/>
                  </a:moveTo>
                  <a:cubicBezTo>
                    <a:pt x="7990" y="7"/>
                    <a:pt x="8716" y="-158"/>
                    <a:pt x="9266" y="168"/>
                  </a:cubicBezTo>
                  <a:lnTo>
                    <a:pt x="20724" y="6954"/>
                  </a:lnTo>
                  <a:cubicBezTo>
                    <a:pt x="21274" y="7280"/>
                    <a:pt x="21435" y="7971"/>
                    <a:pt x="21091" y="8493"/>
                  </a:cubicBezTo>
                  <a:lnTo>
                    <a:pt x="13003" y="20763"/>
                  </a:lnTo>
                  <a:cubicBezTo>
                    <a:pt x="12659" y="21284"/>
                    <a:pt x="11938" y="21442"/>
                    <a:pt x="11388" y="21116"/>
                  </a:cubicBezTo>
                  <a:lnTo>
                    <a:pt x="8398" y="19345"/>
                  </a:lnTo>
                  <a:lnTo>
                    <a:pt x="10574" y="16044"/>
                  </a:lnTo>
                  <a:cubicBezTo>
                    <a:pt x="10918" y="15523"/>
                    <a:pt x="10752" y="14839"/>
                    <a:pt x="10202" y="14513"/>
                  </a:cubicBezTo>
                  <a:lnTo>
                    <a:pt x="8206" y="13331"/>
                  </a:lnTo>
                  <a:cubicBezTo>
                    <a:pt x="7656" y="13006"/>
                    <a:pt x="6935" y="13163"/>
                    <a:pt x="6591" y="13685"/>
                  </a:cubicBezTo>
                  <a:lnTo>
                    <a:pt x="4415" y="16986"/>
                  </a:lnTo>
                  <a:lnTo>
                    <a:pt x="1926" y="15512"/>
                  </a:lnTo>
                  <a:cubicBezTo>
                    <a:pt x="1376" y="15186"/>
                    <a:pt x="1202" y="14498"/>
                    <a:pt x="1545" y="13976"/>
                  </a:cubicBezTo>
                  <a:lnTo>
                    <a:pt x="552" y="13387"/>
                  </a:lnTo>
                  <a:cubicBezTo>
                    <a:pt x="2" y="13062"/>
                    <a:pt x="-165" y="12378"/>
                    <a:pt x="179" y="11857"/>
                  </a:cubicBezTo>
                  <a:lnTo>
                    <a:pt x="7646" y="529"/>
                  </a:lnTo>
                  <a:close/>
                  <a:moveTo>
                    <a:pt x="8332" y="1585"/>
                  </a:moveTo>
                  <a:lnTo>
                    <a:pt x="1799" y="11496"/>
                  </a:lnTo>
                  <a:cubicBezTo>
                    <a:pt x="1799" y="11496"/>
                    <a:pt x="1170" y="12444"/>
                    <a:pt x="2166" y="13034"/>
                  </a:cubicBezTo>
                  <a:lnTo>
                    <a:pt x="9326" y="2173"/>
                  </a:lnTo>
                  <a:cubicBezTo>
                    <a:pt x="9498" y="1913"/>
                    <a:pt x="9416" y="1577"/>
                    <a:pt x="9141" y="1414"/>
                  </a:cubicBezTo>
                  <a:cubicBezTo>
                    <a:pt x="8866" y="1251"/>
                    <a:pt x="8504" y="1324"/>
                    <a:pt x="8332" y="1585"/>
                  </a:cubicBezTo>
                  <a:close/>
                  <a:moveTo>
                    <a:pt x="6784" y="14449"/>
                  </a:moveTo>
                  <a:cubicBezTo>
                    <a:pt x="7128" y="13927"/>
                    <a:pt x="7849" y="13769"/>
                    <a:pt x="8399" y="14095"/>
                  </a:cubicBezTo>
                  <a:lnTo>
                    <a:pt x="9393" y="14684"/>
                  </a:lnTo>
                  <a:cubicBezTo>
                    <a:pt x="9943" y="15010"/>
                    <a:pt x="10109" y="15693"/>
                    <a:pt x="9766" y="16215"/>
                  </a:cubicBezTo>
                  <a:lnTo>
                    <a:pt x="7897" y="19049"/>
                  </a:lnTo>
                  <a:cubicBezTo>
                    <a:pt x="7554" y="19570"/>
                    <a:pt x="6827" y="19735"/>
                    <a:pt x="6277" y="19410"/>
                  </a:cubicBezTo>
                  <a:lnTo>
                    <a:pt x="5284" y="18821"/>
                  </a:lnTo>
                  <a:cubicBezTo>
                    <a:pt x="4733" y="18495"/>
                    <a:pt x="4572" y="17804"/>
                    <a:pt x="4916" y="17283"/>
                  </a:cubicBezTo>
                  <a:lnTo>
                    <a:pt x="6784" y="14449"/>
                  </a:lnTo>
                  <a:close/>
                  <a:moveTo>
                    <a:pt x="7465" y="15512"/>
                  </a:moveTo>
                  <a:cubicBezTo>
                    <a:pt x="7293" y="15773"/>
                    <a:pt x="7369" y="16116"/>
                    <a:pt x="7645" y="16279"/>
                  </a:cubicBezTo>
                  <a:cubicBezTo>
                    <a:pt x="7920" y="16442"/>
                    <a:pt x="8287" y="16362"/>
                    <a:pt x="8459" y="16101"/>
                  </a:cubicBezTo>
                  <a:cubicBezTo>
                    <a:pt x="8630" y="15840"/>
                    <a:pt x="8546" y="15492"/>
                    <a:pt x="8271" y="15329"/>
                  </a:cubicBezTo>
                  <a:cubicBezTo>
                    <a:pt x="7995" y="15166"/>
                    <a:pt x="7637" y="15251"/>
                    <a:pt x="7465" y="15512"/>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31" name="Shape 34198">
              <a:extLst>
                <a:ext uri="{FF2B5EF4-FFF2-40B4-BE49-F238E27FC236}">
                  <a16:creationId xmlns:a16="http://schemas.microsoft.com/office/drawing/2014/main" id="{9C7DEE4C-4587-42CB-AB87-BB05A9F7F655}"/>
                </a:ext>
              </a:extLst>
            </p:cNvPr>
            <p:cNvSpPr/>
            <p:nvPr/>
          </p:nvSpPr>
          <p:spPr>
            <a:xfrm>
              <a:off x="10894630" y="2650276"/>
              <a:ext cx="621486" cy="960340"/>
            </a:xfrm>
            <a:custGeom>
              <a:avLst/>
              <a:gdLst/>
              <a:ahLst/>
              <a:cxnLst>
                <a:cxn ang="0">
                  <a:pos x="wd2" y="hd2"/>
                </a:cxn>
                <a:cxn ang="5400000">
                  <a:pos x="wd2" y="hd2"/>
                </a:cxn>
                <a:cxn ang="10800000">
                  <a:pos x="wd2" y="hd2"/>
                </a:cxn>
                <a:cxn ang="16200000">
                  <a:pos x="wd2" y="hd2"/>
                </a:cxn>
              </a:cxnLst>
              <a:rect l="0" t="0" r="r" b="b"/>
              <a:pathLst>
                <a:path w="21220" h="21353" extrusionOk="0">
                  <a:moveTo>
                    <a:pt x="15021" y="3564"/>
                  </a:moveTo>
                  <a:lnTo>
                    <a:pt x="1858" y="5543"/>
                  </a:lnTo>
                  <a:lnTo>
                    <a:pt x="6199" y="17788"/>
                  </a:lnTo>
                  <a:lnTo>
                    <a:pt x="19362" y="15809"/>
                  </a:lnTo>
                  <a:cubicBezTo>
                    <a:pt x="19362" y="15809"/>
                    <a:pt x="15021" y="3564"/>
                    <a:pt x="15021" y="3564"/>
                  </a:cubicBezTo>
                  <a:close/>
                  <a:moveTo>
                    <a:pt x="10139" y="2364"/>
                  </a:moveTo>
                  <a:lnTo>
                    <a:pt x="5438" y="3070"/>
                  </a:lnTo>
                  <a:cubicBezTo>
                    <a:pt x="5178" y="3109"/>
                    <a:pt x="5016" y="3278"/>
                    <a:pt x="5076" y="3447"/>
                  </a:cubicBezTo>
                  <a:cubicBezTo>
                    <a:pt x="5136" y="3616"/>
                    <a:pt x="5395" y="3722"/>
                    <a:pt x="5655" y="3683"/>
                  </a:cubicBezTo>
                  <a:lnTo>
                    <a:pt x="10356" y="2976"/>
                  </a:lnTo>
                  <a:cubicBezTo>
                    <a:pt x="10615" y="2937"/>
                    <a:pt x="10777" y="2768"/>
                    <a:pt x="10717" y="2599"/>
                  </a:cubicBezTo>
                  <a:cubicBezTo>
                    <a:pt x="10657" y="2430"/>
                    <a:pt x="10398" y="2325"/>
                    <a:pt x="10139" y="2364"/>
                  </a:cubicBezTo>
                  <a:close/>
                  <a:moveTo>
                    <a:pt x="14119" y="19177"/>
                  </a:moveTo>
                  <a:cubicBezTo>
                    <a:pt x="14897" y="19060"/>
                    <a:pt x="15383" y="18554"/>
                    <a:pt x="15204" y="18046"/>
                  </a:cubicBezTo>
                  <a:cubicBezTo>
                    <a:pt x="15024" y="17539"/>
                    <a:pt x="14246" y="17223"/>
                    <a:pt x="13468" y="17340"/>
                  </a:cubicBezTo>
                  <a:cubicBezTo>
                    <a:pt x="12689" y="17457"/>
                    <a:pt x="12203" y="17963"/>
                    <a:pt x="12383" y="18470"/>
                  </a:cubicBezTo>
                  <a:cubicBezTo>
                    <a:pt x="12563" y="18978"/>
                    <a:pt x="13340" y="19294"/>
                    <a:pt x="14119" y="19177"/>
                  </a:cubicBezTo>
                  <a:close/>
                  <a:moveTo>
                    <a:pt x="19724" y="19624"/>
                  </a:moveTo>
                  <a:lnTo>
                    <a:pt x="8442" y="21320"/>
                  </a:lnTo>
                  <a:cubicBezTo>
                    <a:pt x="7403" y="21476"/>
                    <a:pt x="6367" y="21054"/>
                    <a:pt x="6127" y="20378"/>
                  </a:cubicBezTo>
                  <a:lnTo>
                    <a:pt x="50" y="3235"/>
                  </a:lnTo>
                  <a:cubicBezTo>
                    <a:pt x="-190" y="2559"/>
                    <a:pt x="458" y="1884"/>
                    <a:pt x="1496" y="1728"/>
                  </a:cubicBezTo>
                  <a:lnTo>
                    <a:pt x="12778" y="32"/>
                  </a:lnTo>
                  <a:cubicBezTo>
                    <a:pt x="13817" y="-124"/>
                    <a:pt x="14853" y="298"/>
                    <a:pt x="15093" y="974"/>
                  </a:cubicBezTo>
                  <a:lnTo>
                    <a:pt x="21170" y="18117"/>
                  </a:lnTo>
                  <a:cubicBezTo>
                    <a:pt x="21410" y="18793"/>
                    <a:pt x="20762" y="19468"/>
                    <a:pt x="19724" y="19624"/>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32" name="Shape 34199">
              <a:extLst>
                <a:ext uri="{FF2B5EF4-FFF2-40B4-BE49-F238E27FC236}">
                  <a16:creationId xmlns:a16="http://schemas.microsoft.com/office/drawing/2014/main" id="{9A6BA983-5334-41C3-8D36-D4793119FC43}"/>
                </a:ext>
              </a:extLst>
            </p:cNvPr>
            <p:cNvSpPr/>
            <p:nvPr/>
          </p:nvSpPr>
          <p:spPr>
            <a:xfrm>
              <a:off x="11662409" y="2578131"/>
              <a:ext cx="539930" cy="685716"/>
            </a:xfrm>
            <a:custGeom>
              <a:avLst/>
              <a:gdLst/>
              <a:ahLst/>
              <a:cxnLst>
                <a:cxn ang="0">
                  <a:pos x="wd2" y="hd2"/>
                </a:cxn>
                <a:cxn ang="5400000">
                  <a:pos x="wd2" y="hd2"/>
                </a:cxn>
                <a:cxn ang="10800000">
                  <a:pos x="wd2" y="hd2"/>
                </a:cxn>
                <a:cxn ang="16200000">
                  <a:pos x="wd2" y="hd2"/>
                </a:cxn>
              </a:cxnLst>
              <a:rect l="0" t="0" r="r" b="b"/>
              <a:pathLst>
                <a:path w="21600" h="21600" extrusionOk="0">
                  <a:moveTo>
                    <a:pt x="0" y="837"/>
                  </a:moveTo>
                  <a:lnTo>
                    <a:pt x="1844" y="21600"/>
                  </a:lnTo>
                  <a:lnTo>
                    <a:pt x="21600" y="20512"/>
                  </a:lnTo>
                  <a:lnTo>
                    <a:pt x="20076" y="3352"/>
                  </a:lnTo>
                  <a:lnTo>
                    <a:pt x="15202" y="0"/>
                  </a:lnTo>
                  <a:lnTo>
                    <a:pt x="0" y="837"/>
                  </a:lnTo>
                  <a:close/>
                  <a:moveTo>
                    <a:pt x="6705" y="5273"/>
                  </a:moveTo>
                  <a:lnTo>
                    <a:pt x="13900" y="4876"/>
                  </a:lnTo>
                  <a:lnTo>
                    <a:pt x="13951" y="5450"/>
                  </a:lnTo>
                  <a:lnTo>
                    <a:pt x="6756" y="5846"/>
                  </a:lnTo>
                  <a:lnTo>
                    <a:pt x="6705" y="5273"/>
                  </a:lnTo>
                  <a:close/>
                  <a:moveTo>
                    <a:pt x="3609" y="11120"/>
                  </a:moveTo>
                  <a:lnTo>
                    <a:pt x="18000" y="10328"/>
                  </a:lnTo>
                  <a:lnTo>
                    <a:pt x="18049" y="10884"/>
                  </a:lnTo>
                  <a:lnTo>
                    <a:pt x="3658" y="11677"/>
                  </a:lnTo>
                  <a:lnTo>
                    <a:pt x="3609" y="11120"/>
                  </a:lnTo>
                  <a:close/>
                  <a:moveTo>
                    <a:pt x="3859" y="13936"/>
                  </a:moveTo>
                  <a:lnTo>
                    <a:pt x="18250" y="13144"/>
                  </a:lnTo>
                  <a:lnTo>
                    <a:pt x="18301" y="13717"/>
                  </a:lnTo>
                  <a:lnTo>
                    <a:pt x="3910" y="14509"/>
                  </a:lnTo>
                  <a:lnTo>
                    <a:pt x="3859" y="13936"/>
                  </a:lnTo>
                  <a:close/>
                  <a:moveTo>
                    <a:pt x="4109" y="16753"/>
                  </a:moveTo>
                  <a:lnTo>
                    <a:pt x="11305" y="16357"/>
                  </a:lnTo>
                  <a:lnTo>
                    <a:pt x="11356" y="16930"/>
                  </a:lnTo>
                  <a:lnTo>
                    <a:pt x="4160" y="17326"/>
                  </a:lnTo>
                  <a:lnTo>
                    <a:pt x="4109" y="16753"/>
                  </a:lnTo>
                  <a:close/>
                </a:path>
              </a:pathLst>
            </a:custGeom>
            <a:solidFill>
              <a:srgbClr val="00B0F0"/>
            </a:solidFill>
            <a:ln w="12700" cap="flat">
              <a:solidFill>
                <a:schemeClr val="bg1"/>
              </a:solid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33" name="Shape 34200">
              <a:extLst>
                <a:ext uri="{FF2B5EF4-FFF2-40B4-BE49-F238E27FC236}">
                  <a16:creationId xmlns:a16="http://schemas.microsoft.com/office/drawing/2014/main" id="{443ECE95-13D9-4034-8245-4A83768A0116}"/>
                </a:ext>
              </a:extLst>
            </p:cNvPr>
            <p:cNvSpPr/>
            <p:nvPr/>
          </p:nvSpPr>
          <p:spPr>
            <a:xfrm>
              <a:off x="12531620" y="6289836"/>
              <a:ext cx="641868" cy="650244"/>
            </a:xfrm>
            <a:custGeom>
              <a:avLst/>
              <a:gdLst/>
              <a:ahLst/>
              <a:cxnLst>
                <a:cxn ang="0">
                  <a:pos x="wd2" y="hd2"/>
                </a:cxn>
                <a:cxn ang="5400000">
                  <a:pos x="wd2" y="hd2"/>
                </a:cxn>
                <a:cxn ang="10800000">
                  <a:pos x="wd2" y="hd2"/>
                </a:cxn>
                <a:cxn ang="16200000">
                  <a:pos x="wd2" y="hd2"/>
                </a:cxn>
              </a:cxnLst>
              <a:rect l="0" t="0" r="r" b="b"/>
              <a:pathLst>
                <a:path w="21273" h="21600" extrusionOk="0">
                  <a:moveTo>
                    <a:pt x="0" y="8656"/>
                  </a:moveTo>
                  <a:lnTo>
                    <a:pt x="3891" y="13472"/>
                  </a:lnTo>
                  <a:cubicBezTo>
                    <a:pt x="3891" y="13472"/>
                    <a:pt x="5113" y="13644"/>
                    <a:pt x="5432" y="12623"/>
                  </a:cubicBezTo>
                  <a:cubicBezTo>
                    <a:pt x="5784" y="11492"/>
                    <a:pt x="7687" y="9934"/>
                    <a:pt x="9148" y="11824"/>
                  </a:cubicBezTo>
                  <a:cubicBezTo>
                    <a:pt x="10609" y="13713"/>
                    <a:pt x="9118" y="15051"/>
                    <a:pt x="7911" y="15308"/>
                  </a:cubicBezTo>
                  <a:cubicBezTo>
                    <a:pt x="6818" y="15541"/>
                    <a:pt x="6446" y="16635"/>
                    <a:pt x="6446" y="16635"/>
                  </a:cubicBezTo>
                  <a:lnTo>
                    <a:pt x="10458" y="21600"/>
                  </a:lnTo>
                  <a:lnTo>
                    <a:pt x="14739" y="18125"/>
                  </a:lnTo>
                  <a:cubicBezTo>
                    <a:pt x="14739" y="18125"/>
                    <a:pt x="14656" y="17235"/>
                    <a:pt x="13766" y="16921"/>
                  </a:cubicBezTo>
                  <a:cubicBezTo>
                    <a:pt x="12685" y="16541"/>
                    <a:pt x="11239" y="14858"/>
                    <a:pt x="13261" y="13217"/>
                  </a:cubicBezTo>
                  <a:cubicBezTo>
                    <a:pt x="15282" y="11577"/>
                    <a:pt x="16620" y="13268"/>
                    <a:pt x="16756" y="14619"/>
                  </a:cubicBezTo>
                  <a:cubicBezTo>
                    <a:pt x="16858" y="15631"/>
                    <a:pt x="17668" y="15748"/>
                    <a:pt x="17668" y="15748"/>
                  </a:cubicBezTo>
                  <a:lnTo>
                    <a:pt x="21273" y="12822"/>
                  </a:lnTo>
                  <a:cubicBezTo>
                    <a:pt x="21273" y="12822"/>
                    <a:pt x="18291" y="9357"/>
                    <a:pt x="17693" y="8295"/>
                  </a:cubicBezTo>
                  <a:cubicBezTo>
                    <a:pt x="17052" y="7158"/>
                    <a:pt x="18759" y="6911"/>
                    <a:pt x="19060" y="6845"/>
                  </a:cubicBezTo>
                  <a:cubicBezTo>
                    <a:pt x="20796" y="6467"/>
                    <a:pt x="21600" y="4760"/>
                    <a:pt x="20175" y="2996"/>
                  </a:cubicBezTo>
                  <a:cubicBezTo>
                    <a:pt x="18749" y="1232"/>
                    <a:pt x="16519" y="2306"/>
                    <a:pt x="16165" y="3733"/>
                  </a:cubicBezTo>
                  <a:cubicBezTo>
                    <a:pt x="15902" y="4793"/>
                    <a:pt x="15415" y="5326"/>
                    <a:pt x="14915" y="4919"/>
                  </a:cubicBezTo>
                  <a:cubicBezTo>
                    <a:pt x="13746" y="3966"/>
                    <a:pt x="10665" y="0"/>
                    <a:pt x="10665" y="0"/>
                  </a:cubicBezTo>
                  <a:lnTo>
                    <a:pt x="7285" y="2743"/>
                  </a:lnTo>
                  <a:cubicBezTo>
                    <a:pt x="7285" y="2743"/>
                    <a:pt x="7256" y="4048"/>
                    <a:pt x="8291" y="4295"/>
                  </a:cubicBezTo>
                  <a:cubicBezTo>
                    <a:pt x="9849" y="4668"/>
                    <a:pt x="10626" y="6514"/>
                    <a:pt x="9021" y="7816"/>
                  </a:cubicBezTo>
                  <a:cubicBezTo>
                    <a:pt x="7417" y="9118"/>
                    <a:pt x="5847" y="8156"/>
                    <a:pt x="5733" y="6515"/>
                  </a:cubicBezTo>
                  <a:cubicBezTo>
                    <a:pt x="5669" y="5595"/>
                    <a:pt x="4421" y="5079"/>
                    <a:pt x="4421" y="5079"/>
                  </a:cubicBezTo>
                  <a:cubicBezTo>
                    <a:pt x="4421" y="5079"/>
                    <a:pt x="0" y="8656"/>
                    <a:pt x="0" y="8656"/>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34" name="Shape 34201">
              <a:extLst>
                <a:ext uri="{FF2B5EF4-FFF2-40B4-BE49-F238E27FC236}">
                  <a16:creationId xmlns:a16="http://schemas.microsoft.com/office/drawing/2014/main" id="{FF4B6CEF-AE43-490A-BE31-6AF6D492B235}"/>
                </a:ext>
              </a:extLst>
            </p:cNvPr>
            <p:cNvSpPr/>
            <p:nvPr/>
          </p:nvSpPr>
          <p:spPr>
            <a:xfrm>
              <a:off x="11981887" y="4201963"/>
              <a:ext cx="441404" cy="383974"/>
            </a:xfrm>
            <a:custGeom>
              <a:avLst/>
              <a:gdLst/>
              <a:ahLst/>
              <a:cxnLst>
                <a:cxn ang="0">
                  <a:pos x="wd2" y="hd2"/>
                </a:cxn>
                <a:cxn ang="5400000">
                  <a:pos x="wd2" y="hd2"/>
                </a:cxn>
                <a:cxn ang="10800000">
                  <a:pos x="wd2" y="hd2"/>
                </a:cxn>
                <a:cxn ang="16200000">
                  <a:pos x="wd2" y="hd2"/>
                </a:cxn>
              </a:cxnLst>
              <a:rect l="0" t="0" r="r" b="b"/>
              <a:pathLst>
                <a:path w="21557" h="21600" extrusionOk="0">
                  <a:moveTo>
                    <a:pt x="0" y="307"/>
                  </a:moveTo>
                  <a:lnTo>
                    <a:pt x="120" y="8229"/>
                  </a:lnTo>
                  <a:cubicBezTo>
                    <a:pt x="120" y="8229"/>
                    <a:pt x="1074" y="9367"/>
                    <a:pt x="2052" y="8590"/>
                  </a:cubicBezTo>
                  <a:cubicBezTo>
                    <a:pt x="3133" y="7728"/>
                    <a:pt x="5865" y="7659"/>
                    <a:pt x="5855" y="10716"/>
                  </a:cubicBezTo>
                  <a:cubicBezTo>
                    <a:pt x="5845" y="13772"/>
                    <a:pt x="3624" y="13944"/>
                    <a:pt x="2389" y="13251"/>
                  </a:cubicBezTo>
                  <a:cubicBezTo>
                    <a:pt x="1272" y="12623"/>
                    <a:pt x="199" y="13432"/>
                    <a:pt x="199" y="13432"/>
                  </a:cubicBezTo>
                  <a:lnTo>
                    <a:pt x="323" y="21600"/>
                  </a:lnTo>
                  <a:lnTo>
                    <a:pt x="6451" y="21477"/>
                  </a:lnTo>
                  <a:cubicBezTo>
                    <a:pt x="6451" y="21477"/>
                    <a:pt x="6986" y="20514"/>
                    <a:pt x="6421" y="19495"/>
                  </a:cubicBezTo>
                  <a:cubicBezTo>
                    <a:pt x="5733" y="18260"/>
                    <a:pt x="5615" y="15424"/>
                    <a:pt x="8509" y="15365"/>
                  </a:cubicBezTo>
                  <a:cubicBezTo>
                    <a:pt x="11403" y="15307"/>
                    <a:pt x="11419" y="18067"/>
                    <a:pt x="10615" y="19535"/>
                  </a:cubicBezTo>
                  <a:cubicBezTo>
                    <a:pt x="10013" y="20636"/>
                    <a:pt x="10643" y="21392"/>
                    <a:pt x="10643" y="21392"/>
                  </a:cubicBezTo>
                  <a:lnTo>
                    <a:pt x="15804" y="21289"/>
                  </a:lnTo>
                  <a:cubicBezTo>
                    <a:pt x="15804" y="21289"/>
                    <a:pt x="15557" y="15444"/>
                    <a:pt x="15758" y="13903"/>
                  </a:cubicBezTo>
                  <a:cubicBezTo>
                    <a:pt x="15974" y="12251"/>
                    <a:pt x="17639" y="13349"/>
                    <a:pt x="17948" y="13520"/>
                  </a:cubicBezTo>
                  <a:cubicBezTo>
                    <a:pt x="19729" y="14509"/>
                    <a:pt x="21600" y="13423"/>
                    <a:pt x="21556" y="10521"/>
                  </a:cubicBezTo>
                  <a:cubicBezTo>
                    <a:pt x="21512" y="7619"/>
                    <a:pt x="18822" y="6942"/>
                    <a:pt x="17537" y="8101"/>
                  </a:cubicBezTo>
                  <a:cubicBezTo>
                    <a:pt x="16582" y="8962"/>
                    <a:pt x="15790" y="9114"/>
                    <a:pt x="15630" y="8309"/>
                  </a:cubicBezTo>
                  <a:cubicBezTo>
                    <a:pt x="15257" y="6427"/>
                    <a:pt x="15266" y="0"/>
                    <a:pt x="15266" y="0"/>
                  </a:cubicBezTo>
                  <a:lnTo>
                    <a:pt x="10428" y="97"/>
                  </a:lnTo>
                  <a:cubicBezTo>
                    <a:pt x="10428" y="97"/>
                    <a:pt x="9511" y="1388"/>
                    <a:pt x="10249" y="2454"/>
                  </a:cubicBezTo>
                  <a:cubicBezTo>
                    <a:pt x="11360" y="4059"/>
                    <a:pt x="10780" y="6532"/>
                    <a:pt x="8483" y="6578"/>
                  </a:cubicBezTo>
                  <a:cubicBezTo>
                    <a:pt x="6187" y="6624"/>
                    <a:pt x="5468" y="4417"/>
                    <a:pt x="6490" y="2673"/>
                  </a:cubicBezTo>
                  <a:cubicBezTo>
                    <a:pt x="7062" y="1695"/>
                    <a:pt x="6320" y="191"/>
                    <a:pt x="6320" y="191"/>
                  </a:cubicBezTo>
                  <a:cubicBezTo>
                    <a:pt x="6320" y="191"/>
                    <a:pt x="0" y="307"/>
                    <a:pt x="0" y="3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35" name="Shape 34202">
              <a:extLst>
                <a:ext uri="{FF2B5EF4-FFF2-40B4-BE49-F238E27FC236}">
                  <a16:creationId xmlns:a16="http://schemas.microsoft.com/office/drawing/2014/main" id="{0A6FDF2A-C25B-4F2A-B306-406E04B24058}"/>
                </a:ext>
              </a:extLst>
            </p:cNvPr>
            <p:cNvSpPr/>
            <p:nvPr/>
          </p:nvSpPr>
          <p:spPr>
            <a:xfrm>
              <a:off x="11678186" y="10413681"/>
              <a:ext cx="681752" cy="446008"/>
            </a:xfrm>
            <a:custGeom>
              <a:avLst/>
              <a:gdLst/>
              <a:ahLst/>
              <a:cxnLst>
                <a:cxn ang="0">
                  <a:pos x="wd2" y="hd2"/>
                </a:cxn>
                <a:cxn ang="5400000">
                  <a:pos x="wd2" y="hd2"/>
                </a:cxn>
                <a:cxn ang="10800000">
                  <a:pos x="wd2" y="hd2"/>
                </a:cxn>
                <a:cxn ang="16200000">
                  <a:pos x="wd2" y="hd2"/>
                </a:cxn>
              </a:cxnLst>
              <a:rect l="0" t="0" r="r" b="b"/>
              <a:pathLst>
                <a:path w="21600" h="21600" extrusionOk="0">
                  <a:moveTo>
                    <a:pt x="18900" y="15429"/>
                  </a:moveTo>
                  <a:lnTo>
                    <a:pt x="2700" y="15429"/>
                  </a:lnTo>
                  <a:lnTo>
                    <a:pt x="2700" y="2057"/>
                  </a:lnTo>
                  <a:lnTo>
                    <a:pt x="18900" y="2057"/>
                  </a:lnTo>
                  <a:cubicBezTo>
                    <a:pt x="18900" y="2057"/>
                    <a:pt x="18900" y="15429"/>
                    <a:pt x="18900" y="15429"/>
                  </a:cubicBezTo>
                  <a:close/>
                  <a:moveTo>
                    <a:pt x="18900" y="0"/>
                  </a:moveTo>
                  <a:lnTo>
                    <a:pt x="2700" y="0"/>
                  </a:lnTo>
                  <a:cubicBezTo>
                    <a:pt x="1954" y="0"/>
                    <a:pt x="1350" y="922"/>
                    <a:pt x="1350" y="2057"/>
                  </a:cubicBezTo>
                  <a:cubicBezTo>
                    <a:pt x="1350" y="2057"/>
                    <a:pt x="1350" y="17486"/>
                    <a:pt x="1364" y="17486"/>
                  </a:cubicBezTo>
                  <a:lnTo>
                    <a:pt x="20235" y="17486"/>
                  </a:lnTo>
                  <a:cubicBezTo>
                    <a:pt x="20250" y="17486"/>
                    <a:pt x="20250" y="2057"/>
                    <a:pt x="20250" y="2057"/>
                  </a:cubicBezTo>
                  <a:cubicBezTo>
                    <a:pt x="20250" y="922"/>
                    <a:pt x="19646" y="0"/>
                    <a:pt x="18900" y="0"/>
                  </a:cubicBezTo>
                  <a:close/>
                  <a:moveTo>
                    <a:pt x="20250" y="21600"/>
                  </a:moveTo>
                  <a:lnTo>
                    <a:pt x="1350" y="21600"/>
                  </a:lnTo>
                  <a:cubicBezTo>
                    <a:pt x="604" y="21600"/>
                    <a:pt x="0" y="20679"/>
                    <a:pt x="0" y="19543"/>
                  </a:cubicBezTo>
                  <a:lnTo>
                    <a:pt x="0" y="18514"/>
                  </a:lnTo>
                  <a:lnTo>
                    <a:pt x="8775" y="18514"/>
                  </a:lnTo>
                  <a:lnTo>
                    <a:pt x="8775" y="19543"/>
                  </a:lnTo>
                  <a:lnTo>
                    <a:pt x="12825" y="19543"/>
                  </a:lnTo>
                  <a:lnTo>
                    <a:pt x="12825" y="18514"/>
                  </a:lnTo>
                  <a:lnTo>
                    <a:pt x="21600" y="18514"/>
                  </a:lnTo>
                  <a:lnTo>
                    <a:pt x="21600" y="19543"/>
                  </a:lnTo>
                  <a:cubicBezTo>
                    <a:pt x="21600" y="20679"/>
                    <a:pt x="20995" y="21600"/>
                    <a:pt x="20250" y="21600"/>
                  </a:cubicBezTo>
                  <a:cubicBezTo>
                    <a:pt x="20250" y="21600"/>
                    <a:pt x="20250" y="21600"/>
                    <a:pt x="20250"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36" name="Shape 34203">
              <a:extLst>
                <a:ext uri="{FF2B5EF4-FFF2-40B4-BE49-F238E27FC236}">
                  <a16:creationId xmlns:a16="http://schemas.microsoft.com/office/drawing/2014/main" id="{431603F6-8459-4931-A432-DD60F1AF30A1}"/>
                </a:ext>
              </a:extLst>
            </p:cNvPr>
            <p:cNvSpPr/>
            <p:nvPr/>
          </p:nvSpPr>
          <p:spPr>
            <a:xfrm>
              <a:off x="13517964" y="3878275"/>
              <a:ext cx="745620" cy="528512"/>
            </a:xfrm>
            <a:custGeom>
              <a:avLst/>
              <a:gdLst/>
              <a:ahLst/>
              <a:cxnLst>
                <a:cxn ang="0">
                  <a:pos x="wd2" y="hd2"/>
                </a:cxn>
                <a:cxn ang="5400000">
                  <a:pos x="wd2" y="hd2"/>
                </a:cxn>
                <a:cxn ang="10800000">
                  <a:pos x="wd2" y="hd2"/>
                </a:cxn>
                <a:cxn ang="16200000">
                  <a:pos x="wd2" y="hd2"/>
                </a:cxn>
              </a:cxnLst>
              <a:rect l="0" t="0" r="r" b="b"/>
              <a:pathLst>
                <a:path w="21600" h="21600" extrusionOk="0">
                  <a:moveTo>
                    <a:pt x="7954" y="0"/>
                  </a:moveTo>
                  <a:lnTo>
                    <a:pt x="149" y="12597"/>
                  </a:lnTo>
                  <a:lnTo>
                    <a:pt x="0" y="12646"/>
                  </a:lnTo>
                  <a:lnTo>
                    <a:pt x="0" y="19074"/>
                  </a:lnTo>
                  <a:lnTo>
                    <a:pt x="9044" y="19042"/>
                  </a:lnTo>
                  <a:lnTo>
                    <a:pt x="9044" y="21600"/>
                  </a:lnTo>
                  <a:lnTo>
                    <a:pt x="10685" y="20823"/>
                  </a:lnTo>
                  <a:lnTo>
                    <a:pt x="12315" y="21600"/>
                  </a:lnTo>
                  <a:lnTo>
                    <a:pt x="12315" y="19042"/>
                  </a:lnTo>
                  <a:lnTo>
                    <a:pt x="15483" y="19025"/>
                  </a:lnTo>
                  <a:lnTo>
                    <a:pt x="15827" y="19025"/>
                  </a:lnTo>
                  <a:lnTo>
                    <a:pt x="21600" y="7043"/>
                  </a:lnTo>
                  <a:lnTo>
                    <a:pt x="21589" y="16"/>
                  </a:lnTo>
                  <a:cubicBezTo>
                    <a:pt x="21589" y="16"/>
                    <a:pt x="21589" y="0"/>
                    <a:pt x="21589" y="0"/>
                  </a:cubicBezTo>
                  <a:lnTo>
                    <a:pt x="7954" y="0"/>
                  </a:lnTo>
                  <a:close/>
                  <a:moveTo>
                    <a:pt x="20716" y="1813"/>
                  </a:moveTo>
                  <a:cubicBezTo>
                    <a:pt x="20717" y="2327"/>
                    <a:pt x="20716" y="2838"/>
                    <a:pt x="20716" y="3352"/>
                  </a:cubicBezTo>
                  <a:cubicBezTo>
                    <a:pt x="20718" y="4465"/>
                    <a:pt x="20715" y="5574"/>
                    <a:pt x="20716" y="6687"/>
                  </a:cubicBezTo>
                  <a:lnTo>
                    <a:pt x="15333" y="17779"/>
                  </a:lnTo>
                  <a:lnTo>
                    <a:pt x="12315" y="17795"/>
                  </a:lnTo>
                  <a:lnTo>
                    <a:pt x="12315" y="15220"/>
                  </a:lnTo>
                  <a:cubicBezTo>
                    <a:pt x="12315" y="15220"/>
                    <a:pt x="9044" y="15220"/>
                    <a:pt x="9044" y="15220"/>
                  </a:cubicBezTo>
                  <a:lnTo>
                    <a:pt x="9044" y="17811"/>
                  </a:lnTo>
                  <a:lnTo>
                    <a:pt x="872" y="17843"/>
                  </a:lnTo>
                  <a:lnTo>
                    <a:pt x="872" y="12646"/>
                  </a:lnTo>
                  <a:lnTo>
                    <a:pt x="15448" y="12646"/>
                  </a:lnTo>
                  <a:cubicBezTo>
                    <a:pt x="15448" y="12646"/>
                    <a:pt x="19422" y="4474"/>
                    <a:pt x="20716" y="1813"/>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37" name="Shape 34204">
              <a:extLst>
                <a:ext uri="{FF2B5EF4-FFF2-40B4-BE49-F238E27FC236}">
                  <a16:creationId xmlns:a16="http://schemas.microsoft.com/office/drawing/2014/main" id="{9665CD0A-DDE4-46A5-B551-E7F148138D88}"/>
                </a:ext>
              </a:extLst>
            </p:cNvPr>
            <p:cNvSpPr/>
            <p:nvPr/>
          </p:nvSpPr>
          <p:spPr>
            <a:xfrm>
              <a:off x="10622816" y="11265327"/>
              <a:ext cx="446006" cy="446008"/>
            </a:xfrm>
            <a:custGeom>
              <a:avLst/>
              <a:gdLst/>
              <a:ahLst/>
              <a:cxnLst>
                <a:cxn ang="0">
                  <a:pos x="wd2" y="hd2"/>
                </a:cxn>
                <a:cxn ang="5400000">
                  <a:pos x="wd2" y="hd2"/>
                </a:cxn>
                <a:cxn ang="10800000">
                  <a:pos x="wd2" y="hd2"/>
                </a:cxn>
                <a:cxn ang="16200000">
                  <a:pos x="wd2" y="hd2"/>
                </a:cxn>
              </a:cxnLst>
              <a:rect l="0" t="0" r="r" b="b"/>
              <a:pathLst>
                <a:path w="18957" h="18957" extrusionOk="0">
                  <a:moveTo>
                    <a:pt x="5474" y="890"/>
                  </a:moveTo>
                  <a:cubicBezTo>
                    <a:pt x="729" y="3103"/>
                    <a:pt x="-1322" y="8738"/>
                    <a:pt x="890" y="13482"/>
                  </a:cubicBezTo>
                  <a:cubicBezTo>
                    <a:pt x="3103" y="18227"/>
                    <a:pt x="8738" y="20278"/>
                    <a:pt x="13482" y="18066"/>
                  </a:cubicBezTo>
                  <a:cubicBezTo>
                    <a:pt x="18227" y="15853"/>
                    <a:pt x="20278" y="10218"/>
                    <a:pt x="18066" y="5474"/>
                  </a:cubicBezTo>
                  <a:cubicBezTo>
                    <a:pt x="15853" y="729"/>
                    <a:pt x="10218" y="-1322"/>
                    <a:pt x="5474" y="890"/>
                  </a:cubicBezTo>
                  <a:close/>
                  <a:moveTo>
                    <a:pt x="6178" y="2402"/>
                  </a:moveTo>
                  <a:cubicBezTo>
                    <a:pt x="6348" y="2323"/>
                    <a:pt x="6545" y="2302"/>
                    <a:pt x="6734" y="2371"/>
                  </a:cubicBezTo>
                  <a:cubicBezTo>
                    <a:pt x="7112" y="2509"/>
                    <a:pt x="7308" y="2929"/>
                    <a:pt x="7170" y="3307"/>
                  </a:cubicBezTo>
                  <a:cubicBezTo>
                    <a:pt x="7033" y="3685"/>
                    <a:pt x="6612" y="3882"/>
                    <a:pt x="6234" y="3744"/>
                  </a:cubicBezTo>
                  <a:cubicBezTo>
                    <a:pt x="5856" y="3606"/>
                    <a:pt x="5660" y="3186"/>
                    <a:pt x="5798" y="2808"/>
                  </a:cubicBezTo>
                  <a:cubicBezTo>
                    <a:pt x="5866" y="2618"/>
                    <a:pt x="6009" y="2481"/>
                    <a:pt x="6178" y="2402"/>
                  </a:cubicBezTo>
                  <a:close/>
                  <a:moveTo>
                    <a:pt x="7039" y="4248"/>
                  </a:moveTo>
                  <a:cubicBezTo>
                    <a:pt x="7237" y="4156"/>
                    <a:pt x="7476" y="4242"/>
                    <a:pt x="7569" y="4441"/>
                  </a:cubicBezTo>
                  <a:lnTo>
                    <a:pt x="9434" y="8440"/>
                  </a:lnTo>
                  <a:cubicBezTo>
                    <a:pt x="9580" y="8433"/>
                    <a:pt x="9718" y="8366"/>
                    <a:pt x="9863" y="8419"/>
                  </a:cubicBezTo>
                  <a:cubicBezTo>
                    <a:pt x="10010" y="8472"/>
                    <a:pt x="10085" y="8605"/>
                    <a:pt x="10192" y="8705"/>
                  </a:cubicBezTo>
                  <a:lnTo>
                    <a:pt x="13175" y="7314"/>
                  </a:lnTo>
                  <a:cubicBezTo>
                    <a:pt x="13373" y="7222"/>
                    <a:pt x="13612" y="7309"/>
                    <a:pt x="13705" y="7507"/>
                  </a:cubicBezTo>
                  <a:cubicBezTo>
                    <a:pt x="13797" y="7705"/>
                    <a:pt x="13710" y="7944"/>
                    <a:pt x="13512" y="8037"/>
                  </a:cubicBezTo>
                  <a:lnTo>
                    <a:pt x="10529" y="9427"/>
                  </a:lnTo>
                  <a:cubicBezTo>
                    <a:pt x="10537" y="9574"/>
                    <a:pt x="10591" y="9717"/>
                    <a:pt x="10537" y="9863"/>
                  </a:cubicBezTo>
                  <a:cubicBezTo>
                    <a:pt x="10325" y="10447"/>
                    <a:pt x="9676" y="10750"/>
                    <a:pt x="9092" y="10537"/>
                  </a:cubicBezTo>
                  <a:cubicBezTo>
                    <a:pt x="8509" y="10325"/>
                    <a:pt x="8206" y="9676"/>
                    <a:pt x="8419" y="9092"/>
                  </a:cubicBezTo>
                  <a:cubicBezTo>
                    <a:pt x="8474" y="8942"/>
                    <a:pt x="8621" y="8880"/>
                    <a:pt x="8725" y="8771"/>
                  </a:cubicBezTo>
                  <a:lnTo>
                    <a:pt x="6860" y="4771"/>
                  </a:lnTo>
                  <a:cubicBezTo>
                    <a:pt x="6767" y="4573"/>
                    <a:pt x="6841" y="4340"/>
                    <a:pt x="7039" y="4248"/>
                  </a:cubicBezTo>
                  <a:close/>
                  <a:moveTo>
                    <a:pt x="2738" y="11823"/>
                  </a:moveTo>
                  <a:cubicBezTo>
                    <a:pt x="2908" y="11744"/>
                    <a:pt x="3105" y="11723"/>
                    <a:pt x="3294" y="11792"/>
                  </a:cubicBezTo>
                  <a:cubicBezTo>
                    <a:pt x="3672" y="11930"/>
                    <a:pt x="3868" y="12350"/>
                    <a:pt x="3730" y="12728"/>
                  </a:cubicBezTo>
                  <a:cubicBezTo>
                    <a:pt x="3593" y="13106"/>
                    <a:pt x="3172" y="13302"/>
                    <a:pt x="2794" y="13165"/>
                  </a:cubicBezTo>
                  <a:cubicBezTo>
                    <a:pt x="2416" y="13027"/>
                    <a:pt x="2220" y="12607"/>
                    <a:pt x="2358" y="12228"/>
                  </a:cubicBezTo>
                  <a:cubicBezTo>
                    <a:pt x="2426" y="12039"/>
                    <a:pt x="2569" y="11902"/>
                    <a:pt x="2738" y="11823"/>
                  </a:cubicBezTo>
                  <a:close/>
                  <a:moveTo>
                    <a:pt x="15620" y="5816"/>
                  </a:moveTo>
                  <a:cubicBezTo>
                    <a:pt x="15789" y="5737"/>
                    <a:pt x="15973" y="5722"/>
                    <a:pt x="16162" y="5791"/>
                  </a:cubicBezTo>
                  <a:cubicBezTo>
                    <a:pt x="16540" y="5929"/>
                    <a:pt x="16736" y="6349"/>
                    <a:pt x="16598" y="6728"/>
                  </a:cubicBezTo>
                  <a:cubicBezTo>
                    <a:pt x="16461" y="7106"/>
                    <a:pt x="16054" y="7296"/>
                    <a:pt x="15675" y="7158"/>
                  </a:cubicBezTo>
                  <a:cubicBezTo>
                    <a:pt x="15297" y="7020"/>
                    <a:pt x="15101" y="6600"/>
                    <a:pt x="15239" y="6222"/>
                  </a:cubicBezTo>
                  <a:cubicBezTo>
                    <a:pt x="15308" y="6033"/>
                    <a:pt x="15451" y="5895"/>
                    <a:pt x="15620" y="5816"/>
                  </a:cubicBezTo>
                  <a:close/>
                  <a:moveTo>
                    <a:pt x="12166" y="15243"/>
                  </a:moveTo>
                  <a:cubicBezTo>
                    <a:pt x="12335" y="15164"/>
                    <a:pt x="12533" y="15143"/>
                    <a:pt x="12722" y="15212"/>
                  </a:cubicBezTo>
                  <a:cubicBezTo>
                    <a:pt x="13100" y="15350"/>
                    <a:pt x="13296" y="15770"/>
                    <a:pt x="13158" y="16148"/>
                  </a:cubicBezTo>
                  <a:cubicBezTo>
                    <a:pt x="13021" y="16526"/>
                    <a:pt x="12600" y="16723"/>
                    <a:pt x="12222" y="16585"/>
                  </a:cubicBezTo>
                  <a:cubicBezTo>
                    <a:pt x="11844" y="16447"/>
                    <a:pt x="11648" y="16027"/>
                    <a:pt x="11785" y="15649"/>
                  </a:cubicBezTo>
                  <a:cubicBezTo>
                    <a:pt x="11854" y="15460"/>
                    <a:pt x="11997" y="15322"/>
                    <a:pt x="12166" y="15243"/>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38" name="Shape 34205">
              <a:extLst>
                <a:ext uri="{FF2B5EF4-FFF2-40B4-BE49-F238E27FC236}">
                  <a16:creationId xmlns:a16="http://schemas.microsoft.com/office/drawing/2014/main" id="{CC09C2DA-6F17-41BE-9A24-0BF1A400F0D4}"/>
                </a:ext>
              </a:extLst>
            </p:cNvPr>
            <p:cNvSpPr/>
            <p:nvPr/>
          </p:nvSpPr>
          <p:spPr>
            <a:xfrm>
              <a:off x="11074336" y="12293991"/>
              <a:ext cx="529370" cy="550146"/>
            </a:xfrm>
            <a:custGeom>
              <a:avLst/>
              <a:gdLst/>
              <a:ahLst/>
              <a:cxnLst>
                <a:cxn ang="0">
                  <a:pos x="wd2" y="hd2"/>
                </a:cxn>
                <a:cxn ang="5400000">
                  <a:pos x="wd2" y="hd2"/>
                </a:cxn>
                <a:cxn ang="10800000">
                  <a:pos x="wd2" y="hd2"/>
                </a:cxn>
                <a:cxn ang="16200000">
                  <a:pos x="wd2" y="hd2"/>
                </a:cxn>
              </a:cxnLst>
              <a:rect l="0" t="0" r="r" b="b"/>
              <a:pathLst>
                <a:path w="21367" h="21369" extrusionOk="0">
                  <a:moveTo>
                    <a:pt x="9892" y="341"/>
                  </a:moveTo>
                  <a:cubicBezTo>
                    <a:pt x="10333" y="-98"/>
                    <a:pt x="11063" y="-117"/>
                    <a:pt x="11519" y="307"/>
                  </a:cubicBezTo>
                  <a:lnTo>
                    <a:pt x="21020" y="9136"/>
                  </a:lnTo>
                  <a:cubicBezTo>
                    <a:pt x="21476" y="9561"/>
                    <a:pt x="21482" y="10263"/>
                    <a:pt x="21042" y="10702"/>
                  </a:cubicBezTo>
                  <a:lnTo>
                    <a:pt x="10676" y="21032"/>
                  </a:lnTo>
                  <a:cubicBezTo>
                    <a:pt x="10236" y="21471"/>
                    <a:pt x="9512" y="21483"/>
                    <a:pt x="9056" y="21059"/>
                  </a:cubicBezTo>
                  <a:lnTo>
                    <a:pt x="6577" y="18755"/>
                  </a:lnTo>
                  <a:lnTo>
                    <a:pt x="9366" y="15976"/>
                  </a:lnTo>
                  <a:cubicBezTo>
                    <a:pt x="9806" y="15537"/>
                    <a:pt x="9793" y="14841"/>
                    <a:pt x="9337" y="14417"/>
                  </a:cubicBezTo>
                  <a:lnTo>
                    <a:pt x="7682" y="12879"/>
                  </a:lnTo>
                  <a:cubicBezTo>
                    <a:pt x="7226" y="12455"/>
                    <a:pt x="6503" y="12467"/>
                    <a:pt x="6062" y="12906"/>
                  </a:cubicBezTo>
                  <a:lnTo>
                    <a:pt x="3274" y="15685"/>
                  </a:lnTo>
                  <a:lnTo>
                    <a:pt x="1210" y="13767"/>
                  </a:lnTo>
                  <a:cubicBezTo>
                    <a:pt x="754" y="13343"/>
                    <a:pt x="734" y="12641"/>
                    <a:pt x="1175" y="12202"/>
                  </a:cubicBezTo>
                  <a:lnTo>
                    <a:pt x="351" y="11436"/>
                  </a:lnTo>
                  <a:cubicBezTo>
                    <a:pt x="-105" y="11012"/>
                    <a:pt x="-118" y="10316"/>
                    <a:pt x="322" y="9877"/>
                  </a:cubicBezTo>
                  <a:lnTo>
                    <a:pt x="9892" y="341"/>
                  </a:lnTo>
                  <a:close/>
                  <a:moveTo>
                    <a:pt x="10322" y="1500"/>
                  </a:moveTo>
                  <a:lnTo>
                    <a:pt x="1949" y="9844"/>
                  </a:lnTo>
                  <a:cubicBezTo>
                    <a:pt x="1949" y="9844"/>
                    <a:pt x="1145" y="10641"/>
                    <a:pt x="1971" y="11409"/>
                  </a:cubicBezTo>
                  <a:lnTo>
                    <a:pt x="11146" y="2266"/>
                  </a:lnTo>
                  <a:cubicBezTo>
                    <a:pt x="11366" y="2046"/>
                    <a:pt x="11360" y="1705"/>
                    <a:pt x="11132" y="1492"/>
                  </a:cubicBezTo>
                  <a:cubicBezTo>
                    <a:pt x="10904" y="1281"/>
                    <a:pt x="10542" y="1280"/>
                    <a:pt x="10322" y="1500"/>
                  </a:cubicBezTo>
                  <a:close/>
                  <a:moveTo>
                    <a:pt x="6083" y="13685"/>
                  </a:moveTo>
                  <a:cubicBezTo>
                    <a:pt x="6523" y="13247"/>
                    <a:pt x="7247" y="13234"/>
                    <a:pt x="7703" y="13658"/>
                  </a:cubicBezTo>
                  <a:lnTo>
                    <a:pt x="8527" y="14424"/>
                  </a:lnTo>
                  <a:cubicBezTo>
                    <a:pt x="8983" y="14848"/>
                    <a:pt x="8996" y="15544"/>
                    <a:pt x="8555" y="15983"/>
                  </a:cubicBezTo>
                  <a:lnTo>
                    <a:pt x="6161" y="18369"/>
                  </a:lnTo>
                  <a:cubicBezTo>
                    <a:pt x="5721" y="18808"/>
                    <a:pt x="4991" y="18826"/>
                    <a:pt x="4535" y="18403"/>
                  </a:cubicBezTo>
                  <a:lnTo>
                    <a:pt x="3711" y="17637"/>
                  </a:lnTo>
                  <a:cubicBezTo>
                    <a:pt x="3254" y="17213"/>
                    <a:pt x="3249" y="16510"/>
                    <a:pt x="3689" y="16071"/>
                  </a:cubicBezTo>
                  <a:lnTo>
                    <a:pt x="6083" y="13685"/>
                  </a:lnTo>
                  <a:close/>
                  <a:moveTo>
                    <a:pt x="6506" y="14851"/>
                  </a:moveTo>
                  <a:cubicBezTo>
                    <a:pt x="6286" y="15071"/>
                    <a:pt x="6285" y="15419"/>
                    <a:pt x="6514" y="15631"/>
                  </a:cubicBezTo>
                  <a:cubicBezTo>
                    <a:pt x="6742" y="15843"/>
                    <a:pt x="7110" y="15837"/>
                    <a:pt x="7330" y="15617"/>
                  </a:cubicBezTo>
                  <a:cubicBezTo>
                    <a:pt x="7550" y="15398"/>
                    <a:pt x="7544" y="15043"/>
                    <a:pt x="7316" y="14831"/>
                  </a:cubicBezTo>
                  <a:cubicBezTo>
                    <a:pt x="7088" y="14619"/>
                    <a:pt x="6726" y="14632"/>
                    <a:pt x="6506" y="1485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39" name="Shape 34206">
              <a:extLst>
                <a:ext uri="{FF2B5EF4-FFF2-40B4-BE49-F238E27FC236}">
                  <a16:creationId xmlns:a16="http://schemas.microsoft.com/office/drawing/2014/main" id="{D54A38B7-B7A3-4D26-B18D-D2F9E1DEF86E}"/>
                </a:ext>
              </a:extLst>
            </p:cNvPr>
            <p:cNvSpPr/>
            <p:nvPr/>
          </p:nvSpPr>
          <p:spPr>
            <a:xfrm>
              <a:off x="10836598" y="8678073"/>
              <a:ext cx="776072" cy="459642"/>
            </a:xfrm>
            <a:custGeom>
              <a:avLst/>
              <a:gdLst/>
              <a:ahLst/>
              <a:cxnLst>
                <a:cxn ang="0">
                  <a:pos x="wd2" y="hd2"/>
                </a:cxn>
                <a:cxn ang="5400000">
                  <a:pos x="wd2" y="hd2"/>
                </a:cxn>
                <a:cxn ang="10800000">
                  <a:pos x="wd2" y="hd2"/>
                </a:cxn>
                <a:cxn ang="16200000">
                  <a:pos x="wd2" y="hd2"/>
                </a:cxn>
              </a:cxnLst>
              <a:rect l="0" t="0" r="r" b="b"/>
              <a:pathLst>
                <a:path w="21428" h="21311" extrusionOk="0">
                  <a:moveTo>
                    <a:pt x="3736" y="4687"/>
                  </a:moveTo>
                  <a:lnTo>
                    <a:pt x="4986" y="19624"/>
                  </a:lnTo>
                  <a:lnTo>
                    <a:pt x="17693" y="16625"/>
                  </a:lnTo>
                  <a:lnTo>
                    <a:pt x="16443" y="1688"/>
                  </a:lnTo>
                  <a:cubicBezTo>
                    <a:pt x="16443" y="1688"/>
                    <a:pt x="3736" y="4687"/>
                    <a:pt x="3736" y="4687"/>
                  </a:cubicBezTo>
                  <a:close/>
                  <a:moveTo>
                    <a:pt x="2231" y="9938"/>
                  </a:moveTo>
                  <a:lnTo>
                    <a:pt x="2678" y="15273"/>
                  </a:lnTo>
                  <a:cubicBezTo>
                    <a:pt x="2702" y="15567"/>
                    <a:pt x="2864" y="15772"/>
                    <a:pt x="3040" y="15731"/>
                  </a:cubicBezTo>
                  <a:cubicBezTo>
                    <a:pt x="3215" y="15690"/>
                    <a:pt x="3338" y="15417"/>
                    <a:pt x="3313" y="15123"/>
                  </a:cubicBezTo>
                  <a:lnTo>
                    <a:pt x="2867" y="9788"/>
                  </a:lnTo>
                  <a:cubicBezTo>
                    <a:pt x="2842" y="9494"/>
                    <a:pt x="2680" y="9288"/>
                    <a:pt x="2504" y="9330"/>
                  </a:cubicBezTo>
                  <a:cubicBezTo>
                    <a:pt x="2329" y="9371"/>
                    <a:pt x="2207" y="9644"/>
                    <a:pt x="2231" y="9938"/>
                  </a:cubicBezTo>
                  <a:close/>
                  <a:moveTo>
                    <a:pt x="19564" y="8023"/>
                  </a:moveTo>
                  <a:cubicBezTo>
                    <a:pt x="19490" y="7140"/>
                    <a:pt x="19004" y="6524"/>
                    <a:pt x="18477" y="6648"/>
                  </a:cubicBezTo>
                  <a:cubicBezTo>
                    <a:pt x="17951" y="6772"/>
                    <a:pt x="17584" y="7590"/>
                    <a:pt x="17658" y="8473"/>
                  </a:cubicBezTo>
                  <a:cubicBezTo>
                    <a:pt x="17732" y="9357"/>
                    <a:pt x="18219" y="9973"/>
                    <a:pt x="18745" y="9849"/>
                  </a:cubicBezTo>
                  <a:cubicBezTo>
                    <a:pt x="19272" y="9724"/>
                    <a:pt x="19638" y="8907"/>
                    <a:pt x="19564" y="8023"/>
                  </a:cubicBezTo>
                  <a:close/>
                  <a:moveTo>
                    <a:pt x="20344" y="1856"/>
                  </a:moveTo>
                  <a:lnTo>
                    <a:pt x="21415" y="14658"/>
                  </a:lnTo>
                  <a:cubicBezTo>
                    <a:pt x="21514" y="15837"/>
                    <a:pt x="21025" y="16926"/>
                    <a:pt x="20323" y="17092"/>
                  </a:cubicBezTo>
                  <a:lnTo>
                    <a:pt x="2533" y="21290"/>
                  </a:lnTo>
                  <a:cubicBezTo>
                    <a:pt x="1832" y="21456"/>
                    <a:pt x="1183" y="20635"/>
                    <a:pt x="1084" y="19456"/>
                  </a:cubicBezTo>
                  <a:lnTo>
                    <a:pt x="13" y="6654"/>
                  </a:lnTo>
                  <a:cubicBezTo>
                    <a:pt x="-86" y="5475"/>
                    <a:pt x="403" y="4386"/>
                    <a:pt x="1105" y="4220"/>
                  </a:cubicBezTo>
                  <a:lnTo>
                    <a:pt x="18895" y="22"/>
                  </a:lnTo>
                  <a:cubicBezTo>
                    <a:pt x="19596" y="-144"/>
                    <a:pt x="20245" y="677"/>
                    <a:pt x="20344" y="1856"/>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1424" dirty="0">
                <a:latin typeface="Lato Light" panose="020F0502020204030203" pitchFamily="34" charset="0"/>
              </a:endParaRPr>
            </a:p>
          </p:txBody>
        </p:sp>
        <p:sp>
          <p:nvSpPr>
            <p:cNvPr id="40" name="Shape 34207">
              <a:extLst>
                <a:ext uri="{FF2B5EF4-FFF2-40B4-BE49-F238E27FC236}">
                  <a16:creationId xmlns:a16="http://schemas.microsoft.com/office/drawing/2014/main" id="{900B87C9-6CD9-41B0-A616-57EC0EC0FAB9}"/>
                </a:ext>
              </a:extLst>
            </p:cNvPr>
            <p:cNvSpPr/>
            <p:nvPr/>
          </p:nvSpPr>
          <p:spPr>
            <a:xfrm>
              <a:off x="12300451" y="8958670"/>
              <a:ext cx="694132" cy="637746"/>
            </a:xfrm>
            <a:custGeom>
              <a:avLst/>
              <a:gdLst/>
              <a:ahLst/>
              <a:cxnLst>
                <a:cxn ang="0">
                  <a:pos x="wd2" y="hd2"/>
                </a:cxn>
                <a:cxn ang="5400000">
                  <a:pos x="wd2" y="hd2"/>
                </a:cxn>
                <a:cxn ang="10800000">
                  <a:pos x="wd2" y="hd2"/>
                </a:cxn>
                <a:cxn ang="16200000">
                  <a:pos x="wd2" y="hd2"/>
                </a:cxn>
              </a:cxnLst>
              <a:rect l="0" t="0" r="r" b="b"/>
              <a:pathLst>
                <a:path w="20391" h="21254" extrusionOk="0">
                  <a:moveTo>
                    <a:pt x="14806" y="20802"/>
                  </a:moveTo>
                  <a:cubicBezTo>
                    <a:pt x="16771" y="20078"/>
                    <a:pt x="18497" y="18506"/>
                    <a:pt x="19509" y="16252"/>
                  </a:cubicBezTo>
                  <a:cubicBezTo>
                    <a:pt x="21534" y="11744"/>
                    <a:pt x="19954" y="6226"/>
                    <a:pt x="15980" y="3929"/>
                  </a:cubicBezTo>
                  <a:cubicBezTo>
                    <a:pt x="12750" y="2062"/>
                    <a:pt x="8929" y="2896"/>
                    <a:pt x="6525" y="5695"/>
                  </a:cubicBezTo>
                  <a:cubicBezTo>
                    <a:pt x="6494" y="5619"/>
                    <a:pt x="6446" y="5549"/>
                    <a:pt x="6387" y="5489"/>
                  </a:cubicBezTo>
                  <a:lnTo>
                    <a:pt x="1181" y="167"/>
                  </a:lnTo>
                  <a:cubicBezTo>
                    <a:pt x="946" y="-73"/>
                    <a:pt x="582" y="-53"/>
                    <a:pt x="370" y="214"/>
                  </a:cubicBezTo>
                  <a:lnTo>
                    <a:pt x="146" y="499"/>
                  </a:lnTo>
                  <a:cubicBezTo>
                    <a:pt x="-66" y="765"/>
                    <a:pt x="-44" y="1177"/>
                    <a:pt x="192" y="1417"/>
                  </a:cubicBezTo>
                  <a:lnTo>
                    <a:pt x="5396" y="6733"/>
                  </a:lnTo>
                  <a:cubicBezTo>
                    <a:pt x="5480" y="6818"/>
                    <a:pt x="5581" y="6859"/>
                    <a:pt x="5685" y="6879"/>
                  </a:cubicBezTo>
                  <a:cubicBezTo>
                    <a:pt x="5480" y="7214"/>
                    <a:pt x="5286" y="7560"/>
                    <a:pt x="5118" y="7933"/>
                  </a:cubicBezTo>
                  <a:cubicBezTo>
                    <a:pt x="3093" y="12441"/>
                    <a:pt x="4673" y="17959"/>
                    <a:pt x="8647" y="20256"/>
                  </a:cubicBezTo>
                  <a:cubicBezTo>
                    <a:pt x="10634" y="21405"/>
                    <a:pt x="12840" y="21527"/>
                    <a:pt x="14806" y="20802"/>
                  </a:cubicBezTo>
                  <a:close/>
                  <a:moveTo>
                    <a:pt x="14414" y="19435"/>
                  </a:moveTo>
                  <a:cubicBezTo>
                    <a:pt x="12758" y="20045"/>
                    <a:pt x="10896" y="19937"/>
                    <a:pt x="9221" y="18969"/>
                  </a:cubicBezTo>
                  <a:cubicBezTo>
                    <a:pt x="5873" y="17034"/>
                    <a:pt x="4542" y="12385"/>
                    <a:pt x="6248" y="8586"/>
                  </a:cubicBezTo>
                  <a:cubicBezTo>
                    <a:pt x="7954" y="4788"/>
                    <a:pt x="12052" y="3277"/>
                    <a:pt x="15400" y="5212"/>
                  </a:cubicBezTo>
                  <a:cubicBezTo>
                    <a:pt x="18748" y="7148"/>
                    <a:pt x="20080" y="11797"/>
                    <a:pt x="18374" y="15596"/>
                  </a:cubicBezTo>
                  <a:cubicBezTo>
                    <a:pt x="17521" y="17495"/>
                    <a:pt x="16070" y="18824"/>
                    <a:pt x="14414" y="19435"/>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41" name="Shape 34208">
              <a:extLst>
                <a:ext uri="{FF2B5EF4-FFF2-40B4-BE49-F238E27FC236}">
                  <a16:creationId xmlns:a16="http://schemas.microsoft.com/office/drawing/2014/main" id="{FF9E974C-3C6B-48EE-9765-B1BD62EDEBBB}"/>
                </a:ext>
              </a:extLst>
            </p:cNvPr>
            <p:cNvSpPr/>
            <p:nvPr/>
          </p:nvSpPr>
          <p:spPr>
            <a:xfrm>
              <a:off x="11569660" y="9038623"/>
              <a:ext cx="297614" cy="329456"/>
            </a:xfrm>
            <a:custGeom>
              <a:avLst/>
              <a:gdLst/>
              <a:ahLst/>
              <a:cxnLst>
                <a:cxn ang="0">
                  <a:pos x="wd2" y="hd2"/>
                </a:cxn>
                <a:cxn ang="5400000">
                  <a:pos x="wd2" y="hd2"/>
                </a:cxn>
                <a:cxn ang="10800000">
                  <a:pos x="wd2" y="hd2"/>
                </a:cxn>
                <a:cxn ang="16200000">
                  <a:pos x="wd2" y="hd2"/>
                </a:cxn>
              </a:cxnLst>
              <a:rect l="0" t="0" r="r" b="b"/>
              <a:pathLst>
                <a:path w="20678" h="21600" extrusionOk="0">
                  <a:moveTo>
                    <a:pt x="10339" y="0"/>
                  </a:moveTo>
                  <a:cubicBezTo>
                    <a:pt x="8560" y="0"/>
                    <a:pt x="6992" y="1375"/>
                    <a:pt x="5917" y="3576"/>
                  </a:cubicBezTo>
                  <a:cubicBezTo>
                    <a:pt x="5568" y="3546"/>
                    <a:pt x="5234" y="3529"/>
                    <a:pt x="4903" y="3529"/>
                  </a:cubicBezTo>
                  <a:cubicBezTo>
                    <a:pt x="2761" y="3529"/>
                    <a:pt x="1171" y="4188"/>
                    <a:pt x="431" y="5396"/>
                  </a:cubicBezTo>
                  <a:cubicBezTo>
                    <a:pt x="-452" y="6840"/>
                    <a:pt x="119" y="8796"/>
                    <a:pt x="1578" y="10761"/>
                  </a:cubicBezTo>
                  <a:cubicBezTo>
                    <a:pt x="84" y="12747"/>
                    <a:pt x="-461" y="14730"/>
                    <a:pt x="431" y="16188"/>
                  </a:cubicBezTo>
                  <a:cubicBezTo>
                    <a:pt x="1171" y="17397"/>
                    <a:pt x="2760" y="18055"/>
                    <a:pt x="4903" y="18055"/>
                  </a:cubicBezTo>
                  <a:cubicBezTo>
                    <a:pt x="5246" y="18055"/>
                    <a:pt x="5621" y="18010"/>
                    <a:pt x="5983" y="17976"/>
                  </a:cubicBezTo>
                  <a:cubicBezTo>
                    <a:pt x="7057" y="20156"/>
                    <a:pt x="8570" y="21600"/>
                    <a:pt x="10339" y="21600"/>
                  </a:cubicBezTo>
                  <a:cubicBezTo>
                    <a:pt x="12118" y="21600"/>
                    <a:pt x="13685" y="20225"/>
                    <a:pt x="14761" y="18024"/>
                  </a:cubicBezTo>
                  <a:cubicBezTo>
                    <a:pt x="15110" y="18054"/>
                    <a:pt x="15460" y="18071"/>
                    <a:pt x="15791" y="18071"/>
                  </a:cubicBezTo>
                  <a:cubicBezTo>
                    <a:pt x="17934" y="18071"/>
                    <a:pt x="19507" y="17412"/>
                    <a:pt x="20246" y="16204"/>
                  </a:cubicBezTo>
                  <a:cubicBezTo>
                    <a:pt x="21134" y="14753"/>
                    <a:pt x="20576" y="12782"/>
                    <a:pt x="19099" y="10808"/>
                  </a:cubicBezTo>
                  <a:cubicBezTo>
                    <a:pt x="20594" y="8822"/>
                    <a:pt x="21139" y="6839"/>
                    <a:pt x="20246" y="5380"/>
                  </a:cubicBezTo>
                  <a:cubicBezTo>
                    <a:pt x="19508" y="4173"/>
                    <a:pt x="17934" y="3514"/>
                    <a:pt x="15791" y="3514"/>
                  </a:cubicBezTo>
                  <a:cubicBezTo>
                    <a:pt x="15438" y="3514"/>
                    <a:pt x="15052" y="3573"/>
                    <a:pt x="14677" y="3608"/>
                  </a:cubicBezTo>
                  <a:cubicBezTo>
                    <a:pt x="13604" y="1440"/>
                    <a:pt x="12102" y="0"/>
                    <a:pt x="10339" y="0"/>
                  </a:cubicBezTo>
                  <a:close/>
                  <a:moveTo>
                    <a:pt x="10339" y="1004"/>
                  </a:moveTo>
                  <a:cubicBezTo>
                    <a:pt x="11591" y="1004"/>
                    <a:pt x="12710" y="2093"/>
                    <a:pt x="13580" y="3733"/>
                  </a:cubicBezTo>
                  <a:cubicBezTo>
                    <a:pt x="12541" y="3915"/>
                    <a:pt x="11452" y="4238"/>
                    <a:pt x="10355" y="4643"/>
                  </a:cubicBezTo>
                  <a:cubicBezTo>
                    <a:pt x="9226" y="4226"/>
                    <a:pt x="8099" y="3899"/>
                    <a:pt x="7031" y="3718"/>
                  </a:cubicBezTo>
                  <a:cubicBezTo>
                    <a:pt x="7905" y="2046"/>
                    <a:pt x="9073" y="1004"/>
                    <a:pt x="10339" y="1004"/>
                  </a:cubicBezTo>
                  <a:close/>
                  <a:moveTo>
                    <a:pt x="15791" y="4518"/>
                  </a:moveTo>
                  <a:cubicBezTo>
                    <a:pt x="17538" y="4518"/>
                    <a:pt x="18791" y="4998"/>
                    <a:pt x="19332" y="5882"/>
                  </a:cubicBezTo>
                  <a:cubicBezTo>
                    <a:pt x="19959" y="6907"/>
                    <a:pt x="19540" y="8380"/>
                    <a:pt x="18468" y="9914"/>
                  </a:cubicBezTo>
                  <a:cubicBezTo>
                    <a:pt x="17787" y="9159"/>
                    <a:pt x="16951" y="8410"/>
                    <a:pt x="16007" y="7702"/>
                  </a:cubicBezTo>
                  <a:cubicBezTo>
                    <a:pt x="15826" y="6556"/>
                    <a:pt x="15554" y="5511"/>
                    <a:pt x="15193" y="4565"/>
                  </a:cubicBezTo>
                  <a:cubicBezTo>
                    <a:pt x="15389" y="4554"/>
                    <a:pt x="15602" y="4518"/>
                    <a:pt x="15791" y="4518"/>
                  </a:cubicBezTo>
                  <a:close/>
                  <a:moveTo>
                    <a:pt x="4903" y="4533"/>
                  </a:moveTo>
                  <a:cubicBezTo>
                    <a:pt x="5095" y="4533"/>
                    <a:pt x="5302" y="4538"/>
                    <a:pt x="5501" y="4549"/>
                  </a:cubicBezTo>
                  <a:cubicBezTo>
                    <a:pt x="5130" y="5520"/>
                    <a:pt x="4852" y="6633"/>
                    <a:pt x="4670" y="7812"/>
                  </a:cubicBezTo>
                  <a:cubicBezTo>
                    <a:pt x="3730" y="8526"/>
                    <a:pt x="2966" y="9248"/>
                    <a:pt x="2293" y="10008"/>
                  </a:cubicBezTo>
                  <a:cubicBezTo>
                    <a:pt x="1175" y="8445"/>
                    <a:pt x="708" y="6940"/>
                    <a:pt x="1346" y="5898"/>
                  </a:cubicBezTo>
                  <a:cubicBezTo>
                    <a:pt x="1887" y="5014"/>
                    <a:pt x="3156" y="4533"/>
                    <a:pt x="4903" y="4533"/>
                  </a:cubicBezTo>
                  <a:close/>
                  <a:moveTo>
                    <a:pt x="14062" y="4659"/>
                  </a:moveTo>
                  <a:cubicBezTo>
                    <a:pt x="14333" y="5325"/>
                    <a:pt x="14582" y="6051"/>
                    <a:pt x="14761" y="6839"/>
                  </a:cubicBezTo>
                  <a:cubicBezTo>
                    <a:pt x="14294" y="6539"/>
                    <a:pt x="13808" y="6239"/>
                    <a:pt x="13298" y="5961"/>
                  </a:cubicBezTo>
                  <a:cubicBezTo>
                    <a:pt x="12768" y="5672"/>
                    <a:pt x="12225" y="5480"/>
                    <a:pt x="11685" y="5239"/>
                  </a:cubicBezTo>
                  <a:cubicBezTo>
                    <a:pt x="12500" y="4985"/>
                    <a:pt x="13298" y="4775"/>
                    <a:pt x="14062" y="4659"/>
                  </a:cubicBezTo>
                  <a:close/>
                  <a:moveTo>
                    <a:pt x="6599" y="4675"/>
                  </a:moveTo>
                  <a:cubicBezTo>
                    <a:pt x="7326" y="4784"/>
                    <a:pt x="8103" y="5021"/>
                    <a:pt x="8876" y="5255"/>
                  </a:cubicBezTo>
                  <a:cubicBezTo>
                    <a:pt x="8379" y="5481"/>
                    <a:pt x="7868" y="5695"/>
                    <a:pt x="7380" y="5961"/>
                  </a:cubicBezTo>
                  <a:cubicBezTo>
                    <a:pt x="6837" y="6256"/>
                    <a:pt x="6443" y="6613"/>
                    <a:pt x="5950" y="6933"/>
                  </a:cubicBezTo>
                  <a:cubicBezTo>
                    <a:pt x="6128" y="6137"/>
                    <a:pt x="6326" y="5348"/>
                    <a:pt x="6599" y="4675"/>
                  </a:cubicBezTo>
                  <a:close/>
                  <a:moveTo>
                    <a:pt x="10405" y="5788"/>
                  </a:moveTo>
                  <a:cubicBezTo>
                    <a:pt x="11196" y="6102"/>
                    <a:pt x="11987" y="6415"/>
                    <a:pt x="12766" y="6839"/>
                  </a:cubicBezTo>
                  <a:cubicBezTo>
                    <a:pt x="13571" y="7278"/>
                    <a:pt x="14317" y="7751"/>
                    <a:pt x="15010" y="8251"/>
                  </a:cubicBezTo>
                  <a:cubicBezTo>
                    <a:pt x="15123" y="9067"/>
                    <a:pt x="15193" y="9915"/>
                    <a:pt x="15193" y="10792"/>
                  </a:cubicBezTo>
                  <a:cubicBezTo>
                    <a:pt x="15193" y="11657"/>
                    <a:pt x="15070" y="12466"/>
                    <a:pt x="14960" y="13271"/>
                  </a:cubicBezTo>
                  <a:cubicBezTo>
                    <a:pt x="14260" y="13779"/>
                    <a:pt x="13583" y="14300"/>
                    <a:pt x="12766" y="14745"/>
                  </a:cubicBezTo>
                  <a:cubicBezTo>
                    <a:pt x="11937" y="15197"/>
                    <a:pt x="11096" y="15469"/>
                    <a:pt x="10256" y="15796"/>
                  </a:cubicBezTo>
                  <a:cubicBezTo>
                    <a:pt x="9475" y="15485"/>
                    <a:pt x="8681" y="15180"/>
                    <a:pt x="7912" y="14761"/>
                  </a:cubicBezTo>
                  <a:cubicBezTo>
                    <a:pt x="7107" y="14323"/>
                    <a:pt x="6360" y="13849"/>
                    <a:pt x="5668" y="13349"/>
                  </a:cubicBezTo>
                  <a:cubicBezTo>
                    <a:pt x="5554" y="12533"/>
                    <a:pt x="5501" y="11669"/>
                    <a:pt x="5501" y="10792"/>
                  </a:cubicBezTo>
                  <a:cubicBezTo>
                    <a:pt x="5501" y="9918"/>
                    <a:pt x="5605" y="9111"/>
                    <a:pt x="5718" y="8298"/>
                  </a:cubicBezTo>
                  <a:cubicBezTo>
                    <a:pt x="6420" y="7788"/>
                    <a:pt x="7092" y="7270"/>
                    <a:pt x="7912" y="6824"/>
                  </a:cubicBezTo>
                  <a:cubicBezTo>
                    <a:pt x="8731" y="6377"/>
                    <a:pt x="9574" y="6113"/>
                    <a:pt x="10405" y="5788"/>
                  </a:cubicBezTo>
                  <a:close/>
                  <a:moveTo>
                    <a:pt x="10339" y="7984"/>
                  </a:moveTo>
                  <a:cubicBezTo>
                    <a:pt x="8690" y="7984"/>
                    <a:pt x="7363" y="9237"/>
                    <a:pt x="7363" y="10792"/>
                  </a:cubicBezTo>
                  <a:cubicBezTo>
                    <a:pt x="7363" y="12348"/>
                    <a:pt x="8690" y="13616"/>
                    <a:pt x="10339" y="13616"/>
                  </a:cubicBezTo>
                  <a:cubicBezTo>
                    <a:pt x="11987" y="13616"/>
                    <a:pt x="13331" y="12348"/>
                    <a:pt x="13331" y="10792"/>
                  </a:cubicBezTo>
                  <a:cubicBezTo>
                    <a:pt x="13331" y="9237"/>
                    <a:pt x="11987" y="7984"/>
                    <a:pt x="10339" y="7984"/>
                  </a:cubicBezTo>
                  <a:close/>
                  <a:moveTo>
                    <a:pt x="4571" y="9098"/>
                  </a:moveTo>
                  <a:cubicBezTo>
                    <a:pt x="4522" y="9664"/>
                    <a:pt x="4438" y="10197"/>
                    <a:pt x="4438" y="10792"/>
                  </a:cubicBezTo>
                  <a:cubicBezTo>
                    <a:pt x="4438" y="11349"/>
                    <a:pt x="4462" y="11892"/>
                    <a:pt x="4504" y="12424"/>
                  </a:cubicBezTo>
                  <a:cubicBezTo>
                    <a:pt x="3891" y="11902"/>
                    <a:pt x="3374" y="11375"/>
                    <a:pt x="2908" y="10839"/>
                  </a:cubicBezTo>
                  <a:cubicBezTo>
                    <a:pt x="3403" y="10260"/>
                    <a:pt x="3903" y="9661"/>
                    <a:pt x="4571" y="9098"/>
                  </a:cubicBezTo>
                  <a:close/>
                  <a:moveTo>
                    <a:pt x="16190" y="9176"/>
                  </a:moveTo>
                  <a:cubicBezTo>
                    <a:pt x="16796" y="9693"/>
                    <a:pt x="17307" y="10215"/>
                    <a:pt x="17769" y="10745"/>
                  </a:cubicBezTo>
                  <a:cubicBezTo>
                    <a:pt x="17273" y="11325"/>
                    <a:pt x="16776" y="11907"/>
                    <a:pt x="16107" y="12471"/>
                  </a:cubicBezTo>
                  <a:cubicBezTo>
                    <a:pt x="16155" y="11912"/>
                    <a:pt x="16257" y="11379"/>
                    <a:pt x="16257" y="10792"/>
                  </a:cubicBezTo>
                  <a:cubicBezTo>
                    <a:pt x="16257" y="10236"/>
                    <a:pt x="16233" y="9708"/>
                    <a:pt x="16190" y="9176"/>
                  </a:cubicBezTo>
                  <a:close/>
                  <a:moveTo>
                    <a:pt x="18384" y="11576"/>
                  </a:moveTo>
                  <a:cubicBezTo>
                    <a:pt x="19512" y="13146"/>
                    <a:pt x="19972" y="14656"/>
                    <a:pt x="19332" y="15702"/>
                  </a:cubicBezTo>
                  <a:cubicBezTo>
                    <a:pt x="18791" y="16586"/>
                    <a:pt x="17537" y="17067"/>
                    <a:pt x="15791" y="17067"/>
                  </a:cubicBezTo>
                  <a:cubicBezTo>
                    <a:pt x="15599" y="17067"/>
                    <a:pt x="15392" y="17047"/>
                    <a:pt x="15193" y="17035"/>
                  </a:cubicBezTo>
                  <a:cubicBezTo>
                    <a:pt x="15564" y="16065"/>
                    <a:pt x="15826" y="14967"/>
                    <a:pt x="16007" y="13788"/>
                  </a:cubicBezTo>
                  <a:cubicBezTo>
                    <a:pt x="16951" y="13073"/>
                    <a:pt x="17710" y="12337"/>
                    <a:pt x="18384" y="11576"/>
                  </a:cubicBezTo>
                  <a:close/>
                  <a:moveTo>
                    <a:pt x="2210" y="11655"/>
                  </a:moveTo>
                  <a:cubicBezTo>
                    <a:pt x="2896" y="12420"/>
                    <a:pt x="3714" y="13165"/>
                    <a:pt x="4670" y="13882"/>
                  </a:cubicBezTo>
                  <a:cubicBezTo>
                    <a:pt x="4849" y="15014"/>
                    <a:pt x="5113" y="16067"/>
                    <a:pt x="5468" y="17004"/>
                  </a:cubicBezTo>
                  <a:cubicBezTo>
                    <a:pt x="5283" y="17014"/>
                    <a:pt x="5081" y="17051"/>
                    <a:pt x="4903" y="17051"/>
                  </a:cubicBezTo>
                  <a:cubicBezTo>
                    <a:pt x="3156" y="17051"/>
                    <a:pt x="1887" y="16571"/>
                    <a:pt x="1346" y="15686"/>
                  </a:cubicBezTo>
                  <a:cubicBezTo>
                    <a:pt x="717" y="14659"/>
                    <a:pt x="1131" y="13193"/>
                    <a:pt x="2210" y="11655"/>
                  </a:cubicBezTo>
                  <a:close/>
                  <a:moveTo>
                    <a:pt x="14744" y="14651"/>
                  </a:moveTo>
                  <a:cubicBezTo>
                    <a:pt x="14565" y="15455"/>
                    <a:pt x="14370" y="16247"/>
                    <a:pt x="14096" y="16925"/>
                  </a:cubicBezTo>
                  <a:cubicBezTo>
                    <a:pt x="13364" y="16816"/>
                    <a:pt x="12580" y="16581"/>
                    <a:pt x="11802" y="16345"/>
                  </a:cubicBezTo>
                  <a:cubicBezTo>
                    <a:pt x="12304" y="16117"/>
                    <a:pt x="12804" y="15892"/>
                    <a:pt x="13298" y="15624"/>
                  </a:cubicBezTo>
                  <a:cubicBezTo>
                    <a:pt x="13843" y="15326"/>
                    <a:pt x="14249" y="14973"/>
                    <a:pt x="14744" y="14651"/>
                  </a:cubicBezTo>
                  <a:close/>
                  <a:moveTo>
                    <a:pt x="5934" y="14761"/>
                  </a:moveTo>
                  <a:cubicBezTo>
                    <a:pt x="6400" y="15061"/>
                    <a:pt x="6869" y="15346"/>
                    <a:pt x="7380" y="15624"/>
                  </a:cubicBezTo>
                  <a:cubicBezTo>
                    <a:pt x="7902" y="15908"/>
                    <a:pt x="8444" y="16107"/>
                    <a:pt x="8976" y="16345"/>
                  </a:cubicBezTo>
                  <a:cubicBezTo>
                    <a:pt x="8160" y="16598"/>
                    <a:pt x="7364" y="16795"/>
                    <a:pt x="6599" y="16910"/>
                  </a:cubicBezTo>
                  <a:cubicBezTo>
                    <a:pt x="6331" y="16249"/>
                    <a:pt x="6110" y="15542"/>
                    <a:pt x="5934" y="14761"/>
                  </a:cubicBezTo>
                  <a:close/>
                  <a:moveTo>
                    <a:pt x="10322" y="16941"/>
                  </a:moveTo>
                  <a:cubicBezTo>
                    <a:pt x="11458" y="17362"/>
                    <a:pt x="12573" y="17700"/>
                    <a:pt x="13647" y="17882"/>
                  </a:cubicBezTo>
                  <a:cubicBezTo>
                    <a:pt x="12773" y="19553"/>
                    <a:pt x="11605" y="20596"/>
                    <a:pt x="10339" y="20596"/>
                  </a:cubicBezTo>
                  <a:cubicBezTo>
                    <a:pt x="9084" y="20596"/>
                    <a:pt x="7951" y="19498"/>
                    <a:pt x="7081" y="17851"/>
                  </a:cubicBezTo>
                  <a:cubicBezTo>
                    <a:pt x="8127" y="17671"/>
                    <a:pt x="9217" y="17349"/>
                    <a:pt x="10322" y="1694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42" name="Shape 34209">
              <a:extLst>
                <a:ext uri="{FF2B5EF4-FFF2-40B4-BE49-F238E27FC236}">
                  <a16:creationId xmlns:a16="http://schemas.microsoft.com/office/drawing/2014/main" id="{195891F6-456F-487D-9A31-3205CFC000A0}"/>
                </a:ext>
              </a:extLst>
            </p:cNvPr>
            <p:cNvSpPr/>
            <p:nvPr/>
          </p:nvSpPr>
          <p:spPr>
            <a:xfrm>
              <a:off x="13028438" y="8411802"/>
              <a:ext cx="415194" cy="47975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307" y="15970"/>
                  </a:lnTo>
                  <a:lnTo>
                    <a:pt x="6112" y="19464"/>
                  </a:lnTo>
                  <a:cubicBezTo>
                    <a:pt x="6112" y="19464"/>
                    <a:pt x="0" y="21600"/>
                    <a:pt x="0" y="21600"/>
                  </a:cubicBezTo>
                  <a:close/>
                  <a:moveTo>
                    <a:pt x="6773" y="18782"/>
                  </a:moveTo>
                  <a:lnTo>
                    <a:pt x="1968" y="15288"/>
                  </a:lnTo>
                  <a:lnTo>
                    <a:pt x="13737" y="3150"/>
                  </a:lnTo>
                  <a:lnTo>
                    <a:pt x="18545" y="6642"/>
                  </a:lnTo>
                  <a:cubicBezTo>
                    <a:pt x="18545" y="6642"/>
                    <a:pt x="6773" y="18782"/>
                    <a:pt x="6773" y="18782"/>
                  </a:cubicBezTo>
                  <a:close/>
                  <a:moveTo>
                    <a:pt x="19218" y="5946"/>
                  </a:moveTo>
                  <a:lnTo>
                    <a:pt x="14411" y="2455"/>
                  </a:lnTo>
                  <a:lnTo>
                    <a:pt x="16792" y="0"/>
                  </a:lnTo>
                  <a:lnTo>
                    <a:pt x="21600" y="3492"/>
                  </a:lnTo>
                  <a:cubicBezTo>
                    <a:pt x="21600" y="3492"/>
                    <a:pt x="19218" y="5946"/>
                    <a:pt x="19218" y="5946"/>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43" name="Shape 34210">
              <a:extLst>
                <a:ext uri="{FF2B5EF4-FFF2-40B4-BE49-F238E27FC236}">
                  <a16:creationId xmlns:a16="http://schemas.microsoft.com/office/drawing/2014/main" id="{CFD870BB-6E85-41C6-B8B8-07CBF8452CDC}"/>
                </a:ext>
              </a:extLst>
            </p:cNvPr>
            <p:cNvSpPr/>
            <p:nvPr/>
          </p:nvSpPr>
          <p:spPr>
            <a:xfrm>
              <a:off x="9694005" y="5957329"/>
              <a:ext cx="377264" cy="351174"/>
            </a:xfrm>
            <a:custGeom>
              <a:avLst/>
              <a:gdLst/>
              <a:ahLst/>
              <a:cxnLst>
                <a:cxn ang="0">
                  <a:pos x="wd2" y="hd2"/>
                </a:cxn>
                <a:cxn ang="5400000">
                  <a:pos x="wd2" y="hd2"/>
                </a:cxn>
                <a:cxn ang="10800000">
                  <a:pos x="wd2" y="hd2"/>
                </a:cxn>
                <a:cxn ang="16200000">
                  <a:pos x="wd2" y="hd2"/>
                </a:cxn>
              </a:cxnLst>
              <a:rect l="0" t="0" r="r" b="b"/>
              <a:pathLst>
                <a:path w="21184" h="21600" extrusionOk="0">
                  <a:moveTo>
                    <a:pt x="0" y="3459"/>
                  </a:moveTo>
                  <a:lnTo>
                    <a:pt x="1422" y="10208"/>
                  </a:lnTo>
                  <a:cubicBezTo>
                    <a:pt x="1422" y="10208"/>
                    <a:pt x="2469" y="10982"/>
                    <a:pt x="3219" y="10113"/>
                  </a:cubicBezTo>
                  <a:cubicBezTo>
                    <a:pt x="4049" y="9149"/>
                    <a:pt x="6494" y="8518"/>
                    <a:pt x="6992" y="11134"/>
                  </a:cubicBezTo>
                  <a:cubicBezTo>
                    <a:pt x="7491" y="13750"/>
                    <a:pt x="5522" y="14362"/>
                    <a:pt x="4296" y="14027"/>
                  </a:cubicBezTo>
                  <a:cubicBezTo>
                    <a:pt x="3187" y="13725"/>
                    <a:pt x="2357" y="14641"/>
                    <a:pt x="2357" y="14641"/>
                  </a:cubicBezTo>
                  <a:lnTo>
                    <a:pt x="3823" y="21600"/>
                  </a:lnTo>
                  <a:lnTo>
                    <a:pt x="9313" y="20212"/>
                  </a:lnTo>
                  <a:cubicBezTo>
                    <a:pt x="9313" y="20212"/>
                    <a:pt x="9635" y="19276"/>
                    <a:pt x="8958" y="18523"/>
                  </a:cubicBezTo>
                  <a:cubicBezTo>
                    <a:pt x="8134" y="17611"/>
                    <a:pt x="7558" y="15210"/>
                    <a:pt x="10150" y="14555"/>
                  </a:cubicBezTo>
                  <a:cubicBezTo>
                    <a:pt x="12743" y="13899"/>
                    <a:pt x="13216" y="16255"/>
                    <a:pt x="12736" y="17679"/>
                  </a:cubicBezTo>
                  <a:cubicBezTo>
                    <a:pt x="12378" y="18747"/>
                    <a:pt x="13070" y="19262"/>
                    <a:pt x="13070" y="19262"/>
                  </a:cubicBezTo>
                  <a:lnTo>
                    <a:pt x="17693" y="18092"/>
                  </a:lnTo>
                  <a:cubicBezTo>
                    <a:pt x="17693" y="18092"/>
                    <a:pt x="16501" y="13146"/>
                    <a:pt x="16426" y="11786"/>
                  </a:cubicBezTo>
                  <a:cubicBezTo>
                    <a:pt x="16346" y="10328"/>
                    <a:pt x="18026" y="10919"/>
                    <a:pt x="18332" y="11000"/>
                  </a:cubicBezTo>
                  <a:cubicBezTo>
                    <a:pt x="20097" y="11473"/>
                    <a:pt x="21600" y="10153"/>
                    <a:pt x="21079" y="7680"/>
                  </a:cubicBezTo>
                  <a:cubicBezTo>
                    <a:pt x="20558" y="5208"/>
                    <a:pt x="18027" y="5192"/>
                    <a:pt x="17063" y="6452"/>
                  </a:cubicBezTo>
                  <a:cubicBezTo>
                    <a:pt x="16347" y="7388"/>
                    <a:pt x="15661" y="7684"/>
                    <a:pt x="15383" y="7029"/>
                  </a:cubicBezTo>
                  <a:cubicBezTo>
                    <a:pt x="14735" y="5498"/>
                    <a:pt x="13677" y="0"/>
                    <a:pt x="13677" y="0"/>
                  </a:cubicBezTo>
                  <a:lnTo>
                    <a:pt x="9343" y="1096"/>
                  </a:lnTo>
                  <a:cubicBezTo>
                    <a:pt x="9343" y="1096"/>
                    <a:pt x="8732" y="2392"/>
                    <a:pt x="9572" y="3149"/>
                  </a:cubicBezTo>
                  <a:cubicBezTo>
                    <a:pt x="10838" y="4289"/>
                    <a:pt x="10727" y="6525"/>
                    <a:pt x="8669" y="7045"/>
                  </a:cubicBezTo>
                  <a:cubicBezTo>
                    <a:pt x="6612" y="7566"/>
                    <a:pt x="5599" y="5828"/>
                    <a:pt x="6228" y="4123"/>
                  </a:cubicBezTo>
                  <a:cubicBezTo>
                    <a:pt x="6581" y="3168"/>
                    <a:pt x="5664" y="2036"/>
                    <a:pt x="5664" y="2036"/>
                  </a:cubicBezTo>
                  <a:cubicBezTo>
                    <a:pt x="5664" y="2036"/>
                    <a:pt x="0" y="3459"/>
                    <a:pt x="0" y="345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44" name="Shape 34211">
              <a:extLst>
                <a:ext uri="{FF2B5EF4-FFF2-40B4-BE49-F238E27FC236}">
                  <a16:creationId xmlns:a16="http://schemas.microsoft.com/office/drawing/2014/main" id="{2D449E41-EBF7-496F-9601-C0F4A60948A8}"/>
                </a:ext>
              </a:extLst>
            </p:cNvPr>
            <p:cNvSpPr/>
            <p:nvPr/>
          </p:nvSpPr>
          <p:spPr>
            <a:xfrm>
              <a:off x="10312910" y="3971892"/>
              <a:ext cx="478390" cy="684028"/>
            </a:xfrm>
            <a:custGeom>
              <a:avLst/>
              <a:gdLst/>
              <a:ahLst/>
              <a:cxnLst>
                <a:cxn ang="0">
                  <a:pos x="wd2" y="hd2"/>
                </a:cxn>
                <a:cxn ang="5400000">
                  <a:pos x="wd2" y="hd2"/>
                </a:cxn>
                <a:cxn ang="10800000">
                  <a:pos x="wd2" y="hd2"/>
                </a:cxn>
                <a:cxn ang="16200000">
                  <a:pos x="wd2" y="hd2"/>
                </a:cxn>
              </a:cxnLst>
              <a:rect l="0" t="0" r="r" b="b"/>
              <a:pathLst>
                <a:path w="21451" h="21511" extrusionOk="0">
                  <a:moveTo>
                    <a:pt x="18683" y="0"/>
                  </a:moveTo>
                  <a:lnTo>
                    <a:pt x="17079" y="1668"/>
                  </a:lnTo>
                  <a:cubicBezTo>
                    <a:pt x="17015" y="1638"/>
                    <a:pt x="16700" y="1488"/>
                    <a:pt x="16700" y="1488"/>
                  </a:cubicBezTo>
                  <a:lnTo>
                    <a:pt x="15441" y="2801"/>
                  </a:lnTo>
                  <a:lnTo>
                    <a:pt x="15820" y="2981"/>
                  </a:lnTo>
                  <a:lnTo>
                    <a:pt x="15441" y="3375"/>
                  </a:lnTo>
                  <a:lnTo>
                    <a:pt x="2730" y="16587"/>
                  </a:lnTo>
                  <a:cubicBezTo>
                    <a:pt x="2279" y="17056"/>
                    <a:pt x="509" y="19614"/>
                    <a:pt x="586" y="20489"/>
                  </a:cubicBezTo>
                  <a:cubicBezTo>
                    <a:pt x="597" y="20614"/>
                    <a:pt x="646" y="20706"/>
                    <a:pt x="742" y="20751"/>
                  </a:cubicBezTo>
                  <a:cubicBezTo>
                    <a:pt x="1508" y="21113"/>
                    <a:pt x="4988" y="18432"/>
                    <a:pt x="5504" y="17895"/>
                  </a:cubicBezTo>
                  <a:lnTo>
                    <a:pt x="18209" y="4684"/>
                  </a:lnTo>
                  <a:lnTo>
                    <a:pt x="18588" y="4289"/>
                  </a:lnTo>
                  <a:lnTo>
                    <a:pt x="18984" y="4477"/>
                  </a:lnTo>
                  <a:lnTo>
                    <a:pt x="14043" y="9610"/>
                  </a:lnTo>
                  <a:lnTo>
                    <a:pt x="14611" y="9879"/>
                  </a:lnTo>
                  <a:lnTo>
                    <a:pt x="20810" y="3434"/>
                  </a:lnTo>
                  <a:cubicBezTo>
                    <a:pt x="20810" y="3434"/>
                    <a:pt x="20191" y="3144"/>
                    <a:pt x="19847" y="2981"/>
                  </a:cubicBezTo>
                  <a:lnTo>
                    <a:pt x="21451" y="1313"/>
                  </a:lnTo>
                  <a:cubicBezTo>
                    <a:pt x="21451" y="1313"/>
                    <a:pt x="18683" y="0"/>
                    <a:pt x="18683" y="0"/>
                  </a:cubicBezTo>
                  <a:close/>
                  <a:moveTo>
                    <a:pt x="586" y="20489"/>
                  </a:moveTo>
                  <a:cubicBezTo>
                    <a:pt x="585" y="20448"/>
                    <a:pt x="574" y="20416"/>
                    <a:pt x="580" y="20368"/>
                  </a:cubicBezTo>
                  <a:lnTo>
                    <a:pt x="319" y="20638"/>
                  </a:lnTo>
                  <a:cubicBezTo>
                    <a:pt x="213" y="20748"/>
                    <a:pt x="-149" y="21394"/>
                    <a:pt x="68" y="21497"/>
                  </a:cubicBezTo>
                  <a:cubicBezTo>
                    <a:pt x="286" y="21600"/>
                    <a:pt x="1004" y="21123"/>
                    <a:pt x="1110" y="21013"/>
                  </a:cubicBezTo>
                  <a:lnTo>
                    <a:pt x="1371" y="20739"/>
                  </a:lnTo>
                  <a:cubicBezTo>
                    <a:pt x="1093" y="20840"/>
                    <a:pt x="868" y="20874"/>
                    <a:pt x="731" y="20810"/>
                  </a:cubicBezTo>
                  <a:cubicBezTo>
                    <a:pt x="624" y="20759"/>
                    <a:pt x="588" y="20638"/>
                    <a:pt x="586" y="2048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45" name="Shape 34212">
              <a:extLst>
                <a:ext uri="{FF2B5EF4-FFF2-40B4-BE49-F238E27FC236}">
                  <a16:creationId xmlns:a16="http://schemas.microsoft.com/office/drawing/2014/main" id="{813003F3-1906-4BE1-B321-391211951EE5}"/>
                </a:ext>
              </a:extLst>
            </p:cNvPr>
            <p:cNvSpPr/>
            <p:nvPr/>
          </p:nvSpPr>
          <p:spPr>
            <a:xfrm>
              <a:off x="9175496" y="3615262"/>
              <a:ext cx="674788" cy="478306"/>
            </a:xfrm>
            <a:custGeom>
              <a:avLst/>
              <a:gdLst/>
              <a:ahLst/>
              <a:cxnLst>
                <a:cxn ang="0">
                  <a:pos x="wd2" y="hd2"/>
                </a:cxn>
                <a:cxn ang="5400000">
                  <a:pos x="wd2" y="hd2"/>
                </a:cxn>
                <a:cxn ang="10800000">
                  <a:pos x="wd2" y="hd2"/>
                </a:cxn>
                <a:cxn ang="16200000">
                  <a:pos x="wd2" y="hd2"/>
                </a:cxn>
              </a:cxnLst>
              <a:rect l="0" t="0" r="r" b="b"/>
              <a:pathLst>
                <a:path w="21600" h="21600" extrusionOk="0">
                  <a:moveTo>
                    <a:pt x="7954" y="0"/>
                  </a:moveTo>
                  <a:lnTo>
                    <a:pt x="149" y="12597"/>
                  </a:lnTo>
                  <a:lnTo>
                    <a:pt x="0" y="12646"/>
                  </a:lnTo>
                  <a:lnTo>
                    <a:pt x="0" y="19074"/>
                  </a:lnTo>
                  <a:lnTo>
                    <a:pt x="9044" y="19042"/>
                  </a:lnTo>
                  <a:lnTo>
                    <a:pt x="9044" y="21600"/>
                  </a:lnTo>
                  <a:lnTo>
                    <a:pt x="10685" y="20823"/>
                  </a:lnTo>
                  <a:lnTo>
                    <a:pt x="12315" y="21600"/>
                  </a:lnTo>
                  <a:lnTo>
                    <a:pt x="12315" y="19042"/>
                  </a:lnTo>
                  <a:lnTo>
                    <a:pt x="15483" y="19025"/>
                  </a:lnTo>
                  <a:lnTo>
                    <a:pt x="15827" y="19025"/>
                  </a:lnTo>
                  <a:lnTo>
                    <a:pt x="21600" y="7043"/>
                  </a:lnTo>
                  <a:lnTo>
                    <a:pt x="21589" y="16"/>
                  </a:lnTo>
                  <a:cubicBezTo>
                    <a:pt x="21589" y="16"/>
                    <a:pt x="21589" y="0"/>
                    <a:pt x="21589" y="0"/>
                  </a:cubicBezTo>
                  <a:lnTo>
                    <a:pt x="7954" y="0"/>
                  </a:lnTo>
                  <a:close/>
                  <a:moveTo>
                    <a:pt x="20716" y="1813"/>
                  </a:moveTo>
                  <a:cubicBezTo>
                    <a:pt x="20717" y="2327"/>
                    <a:pt x="20716" y="2838"/>
                    <a:pt x="20716" y="3352"/>
                  </a:cubicBezTo>
                  <a:cubicBezTo>
                    <a:pt x="20718" y="4465"/>
                    <a:pt x="20715" y="5574"/>
                    <a:pt x="20716" y="6687"/>
                  </a:cubicBezTo>
                  <a:lnTo>
                    <a:pt x="15333" y="17779"/>
                  </a:lnTo>
                  <a:lnTo>
                    <a:pt x="12315" y="17795"/>
                  </a:lnTo>
                  <a:lnTo>
                    <a:pt x="12315" y="15220"/>
                  </a:lnTo>
                  <a:cubicBezTo>
                    <a:pt x="12315" y="15220"/>
                    <a:pt x="9044" y="15220"/>
                    <a:pt x="9044" y="15220"/>
                  </a:cubicBezTo>
                  <a:lnTo>
                    <a:pt x="9044" y="17811"/>
                  </a:lnTo>
                  <a:lnTo>
                    <a:pt x="872" y="17843"/>
                  </a:lnTo>
                  <a:lnTo>
                    <a:pt x="872" y="12646"/>
                  </a:lnTo>
                  <a:lnTo>
                    <a:pt x="15448" y="12646"/>
                  </a:lnTo>
                  <a:cubicBezTo>
                    <a:pt x="15448" y="12646"/>
                    <a:pt x="19422" y="4474"/>
                    <a:pt x="20716" y="1813"/>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1424" dirty="0">
                <a:latin typeface="Lato Light" panose="020F0502020204030203" pitchFamily="34" charset="0"/>
              </a:endParaRPr>
            </a:p>
          </p:txBody>
        </p:sp>
        <p:sp>
          <p:nvSpPr>
            <p:cNvPr id="46" name="Shape 34213">
              <a:extLst>
                <a:ext uri="{FF2B5EF4-FFF2-40B4-BE49-F238E27FC236}">
                  <a16:creationId xmlns:a16="http://schemas.microsoft.com/office/drawing/2014/main" id="{705BA8CC-9DB8-4EEE-803C-5584FEF8DA66}"/>
                </a:ext>
              </a:extLst>
            </p:cNvPr>
            <p:cNvSpPr/>
            <p:nvPr/>
          </p:nvSpPr>
          <p:spPr>
            <a:xfrm>
              <a:off x="14822081" y="4439957"/>
              <a:ext cx="756136" cy="659706"/>
            </a:xfrm>
            <a:custGeom>
              <a:avLst/>
              <a:gdLst/>
              <a:ahLst/>
              <a:cxnLst>
                <a:cxn ang="0">
                  <a:pos x="wd2" y="hd2"/>
                </a:cxn>
                <a:cxn ang="5400000">
                  <a:pos x="wd2" y="hd2"/>
                </a:cxn>
                <a:cxn ang="10800000">
                  <a:pos x="wd2" y="hd2"/>
                </a:cxn>
                <a:cxn ang="16200000">
                  <a:pos x="wd2" y="hd2"/>
                </a:cxn>
              </a:cxnLst>
              <a:rect l="0" t="0" r="r" b="b"/>
              <a:pathLst>
                <a:path w="21600" h="21600" extrusionOk="0">
                  <a:moveTo>
                    <a:pt x="6294" y="3457"/>
                  </a:moveTo>
                  <a:lnTo>
                    <a:pt x="148" y="16086"/>
                  </a:lnTo>
                  <a:lnTo>
                    <a:pt x="0" y="16165"/>
                  </a:lnTo>
                  <a:lnTo>
                    <a:pt x="1008" y="21600"/>
                  </a:lnTo>
                  <a:lnTo>
                    <a:pt x="10415" y="19280"/>
                  </a:lnTo>
                  <a:lnTo>
                    <a:pt x="10816" y="21443"/>
                  </a:lnTo>
                  <a:lnTo>
                    <a:pt x="12402" y="20369"/>
                  </a:lnTo>
                  <a:lnTo>
                    <a:pt x="14220" y="20613"/>
                  </a:lnTo>
                  <a:lnTo>
                    <a:pt x="13819" y="18450"/>
                  </a:lnTo>
                  <a:lnTo>
                    <a:pt x="17113" y="17634"/>
                  </a:lnTo>
                  <a:lnTo>
                    <a:pt x="17471" y="17546"/>
                  </a:lnTo>
                  <a:lnTo>
                    <a:pt x="21600" y="5952"/>
                  </a:lnTo>
                  <a:lnTo>
                    <a:pt x="20486" y="14"/>
                  </a:lnTo>
                  <a:cubicBezTo>
                    <a:pt x="20486" y="14"/>
                    <a:pt x="20484" y="0"/>
                    <a:pt x="20484" y="0"/>
                  </a:cubicBezTo>
                  <a:lnTo>
                    <a:pt x="6294" y="3457"/>
                  </a:lnTo>
                  <a:close/>
                  <a:moveTo>
                    <a:pt x="19860" y="1754"/>
                  </a:moveTo>
                  <a:cubicBezTo>
                    <a:pt x="19941" y="2188"/>
                    <a:pt x="20020" y="2621"/>
                    <a:pt x="20101" y="3055"/>
                  </a:cubicBezTo>
                  <a:cubicBezTo>
                    <a:pt x="20278" y="3996"/>
                    <a:pt x="20448" y="4934"/>
                    <a:pt x="20624" y="5875"/>
                  </a:cubicBezTo>
                  <a:lnTo>
                    <a:pt x="16762" y="16617"/>
                  </a:lnTo>
                  <a:lnTo>
                    <a:pt x="13623" y="17396"/>
                  </a:lnTo>
                  <a:lnTo>
                    <a:pt x="13219" y="15220"/>
                  </a:lnTo>
                  <a:cubicBezTo>
                    <a:pt x="13219" y="15220"/>
                    <a:pt x="9815" y="16049"/>
                    <a:pt x="9815" y="16049"/>
                  </a:cubicBezTo>
                  <a:lnTo>
                    <a:pt x="10222" y="18239"/>
                  </a:lnTo>
                  <a:lnTo>
                    <a:pt x="1723" y="20338"/>
                  </a:lnTo>
                  <a:lnTo>
                    <a:pt x="908" y="15944"/>
                  </a:lnTo>
                  <a:lnTo>
                    <a:pt x="16076" y="12248"/>
                  </a:lnTo>
                  <a:cubicBezTo>
                    <a:pt x="16076" y="12249"/>
                    <a:pt x="18931" y="4332"/>
                    <a:pt x="19860" y="1754"/>
                  </a:cubicBezTo>
                  <a:close/>
                </a:path>
              </a:pathLst>
            </a:custGeom>
            <a:solidFill>
              <a:srgbClr val="00B0F0"/>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47" name="Shape 34214">
              <a:extLst>
                <a:ext uri="{FF2B5EF4-FFF2-40B4-BE49-F238E27FC236}">
                  <a16:creationId xmlns:a16="http://schemas.microsoft.com/office/drawing/2014/main" id="{F73E10A1-09BB-4382-9807-86674549F2EF}"/>
                </a:ext>
              </a:extLst>
            </p:cNvPr>
            <p:cNvSpPr/>
            <p:nvPr/>
          </p:nvSpPr>
          <p:spPr>
            <a:xfrm>
              <a:off x="12406836" y="10620127"/>
              <a:ext cx="516758" cy="572046"/>
            </a:xfrm>
            <a:custGeom>
              <a:avLst/>
              <a:gdLst/>
              <a:ahLst/>
              <a:cxnLst>
                <a:cxn ang="0">
                  <a:pos x="wd2" y="hd2"/>
                </a:cxn>
                <a:cxn ang="5400000">
                  <a:pos x="wd2" y="hd2"/>
                </a:cxn>
                <a:cxn ang="10800000">
                  <a:pos x="wd2" y="hd2"/>
                </a:cxn>
                <a:cxn ang="16200000">
                  <a:pos x="wd2" y="hd2"/>
                </a:cxn>
              </a:cxnLst>
              <a:rect l="0" t="0" r="r" b="b"/>
              <a:pathLst>
                <a:path w="20678" h="21600" extrusionOk="0">
                  <a:moveTo>
                    <a:pt x="10339" y="0"/>
                  </a:moveTo>
                  <a:cubicBezTo>
                    <a:pt x="8560" y="0"/>
                    <a:pt x="6992" y="1375"/>
                    <a:pt x="5917" y="3576"/>
                  </a:cubicBezTo>
                  <a:cubicBezTo>
                    <a:pt x="5568" y="3546"/>
                    <a:pt x="5234" y="3529"/>
                    <a:pt x="4903" y="3529"/>
                  </a:cubicBezTo>
                  <a:cubicBezTo>
                    <a:pt x="2761" y="3529"/>
                    <a:pt x="1171" y="4188"/>
                    <a:pt x="431" y="5396"/>
                  </a:cubicBezTo>
                  <a:cubicBezTo>
                    <a:pt x="-452" y="6840"/>
                    <a:pt x="119" y="8796"/>
                    <a:pt x="1578" y="10761"/>
                  </a:cubicBezTo>
                  <a:cubicBezTo>
                    <a:pt x="84" y="12747"/>
                    <a:pt x="-461" y="14730"/>
                    <a:pt x="431" y="16188"/>
                  </a:cubicBezTo>
                  <a:cubicBezTo>
                    <a:pt x="1171" y="17397"/>
                    <a:pt x="2760" y="18055"/>
                    <a:pt x="4903" y="18055"/>
                  </a:cubicBezTo>
                  <a:cubicBezTo>
                    <a:pt x="5246" y="18055"/>
                    <a:pt x="5621" y="18010"/>
                    <a:pt x="5983" y="17976"/>
                  </a:cubicBezTo>
                  <a:cubicBezTo>
                    <a:pt x="7057" y="20156"/>
                    <a:pt x="8570" y="21600"/>
                    <a:pt x="10339" y="21600"/>
                  </a:cubicBezTo>
                  <a:cubicBezTo>
                    <a:pt x="12118" y="21600"/>
                    <a:pt x="13685" y="20225"/>
                    <a:pt x="14761" y="18024"/>
                  </a:cubicBezTo>
                  <a:cubicBezTo>
                    <a:pt x="15110" y="18054"/>
                    <a:pt x="15460" y="18071"/>
                    <a:pt x="15791" y="18071"/>
                  </a:cubicBezTo>
                  <a:cubicBezTo>
                    <a:pt x="17934" y="18071"/>
                    <a:pt x="19507" y="17412"/>
                    <a:pt x="20246" y="16204"/>
                  </a:cubicBezTo>
                  <a:cubicBezTo>
                    <a:pt x="21134" y="14753"/>
                    <a:pt x="20576" y="12782"/>
                    <a:pt x="19099" y="10808"/>
                  </a:cubicBezTo>
                  <a:cubicBezTo>
                    <a:pt x="20594" y="8822"/>
                    <a:pt x="21139" y="6839"/>
                    <a:pt x="20246" y="5380"/>
                  </a:cubicBezTo>
                  <a:cubicBezTo>
                    <a:pt x="19508" y="4173"/>
                    <a:pt x="17934" y="3514"/>
                    <a:pt x="15791" y="3514"/>
                  </a:cubicBezTo>
                  <a:cubicBezTo>
                    <a:pt x="15438" y="3514"/>
                    <a:pt x="15052" y="3573"/>
                    <a:pt x="14677" y="3608"/>
                  </a:cubicBezTo>
                  <a:cubicBezTo>
                    <a:pt x="13604" y="1440"/>
                    <a:pt x="12102" y="0"/>
                    <a:pt x="10339" y="0"/>
                  </a:cubicBezTo>
                  <a:close/>
                  <a:moveTo>
                    <a:pt x="10339" y="1004"/>
                  </a:moveTo>
                  <a:cubicBezTo>
                    <a:pt x="11591" y="1004"/>
                    <a:pt x="12710" y="2093"/>
                    <a:pt x="13580" y="3733"/>
                  </a:cubicBezTo>
                  <a:cubicBezTo>
                    <a:pt x="12541" y="3915"/>
                    <a:pt x="11452" y="4238"/>
                    <a:pt x="10355" y="4643"/>
                  </a:cubicBezTo>
                  <a:cubicBezTo>
                    <a:pt x="9226" y="4226"/>
                    <a:pt x="8099" y="3899"/>
                    <a:pt x="7031" y="3718"/>
                  </a:cubicBezTo>
                  <a:cubicBezTo>
                    <a:pt x="7905" y="2046"/>
                    <a:pt x="9073" y="1004"/>
                    <a:pt x="10339" y="1004"/>
                  </a:cubicBezTo>
                  <a:close/>
                  <a:moveTo>
                    <a:pt x="15791" y="4518"/>
                  </a:moveTo>
                  <a:cubicBezTo>
                    <a:pt x="17538" y="4518"/>
                    <a:pt x="18791" y="4998"/>
                    <a:pt x="19332" y="5882"/>
                  </a:cubicBezTo>
                  <a:cubicBezTo>
                    <a:pt x="19959" y="6907"/>
                    <a:pt x="19540" y="8380"/>
                    <a:pt x="18468" y="9914"/>
                  </a:cubicBezTo>
                  <a:cubicBezTo>
                    <a:pt x="17787" y="9159"/>
                    <a:pt x="16951" y="8410"/>
                    <a:pt x="16007" y="7702"/>
                  </a:cubicBezTo>
                  <a:cubicBezTo>
                    <a:pt x="15826" y="6556"/>
                    <a:pt x="15554" y="5511"/>
                    <a:pt x="15193" y="4565"/>
                  </a:cubicBezTo>
                  <a:cubicBezTo>
                    <a:pt x="15389" y="4554"/>
                    <a:pt x="15602" y="4518"/>
                    <a:pt x="15791" y="4518"/>
                  </a:cubicBezTo>
                  <a:close/>
                  <a:moveTo>
                    <a:pt x="4903" y="4533"/>
                  </a:moveTo>
                  <a:cubicBezTo>
                    <a:pt x="5095" y="4533"/>
                    <a:pt x="5302" y="4538"/>
                    <a:pt x="5501" y="4549"/>
                  </a:cubicBezTo>
                  <a:cubicBezTo>
                    <a:pt x="5130" y="5520"/>
                    <a:pt x="4852" y="6633"/>
                    <a:pt x="4670" y="7812"/>
                  </a:cubicBezTo>
                  <a:cubicBezTo>
                    <a:pt x="3730" y="8526"/>
                    <a:pt x="2966" y="9248"/>
                    <a:pt x="2293" y="10008"/>
                  </a:cubicBezTo>
                  <a:cubicBezTo>
                    <a:pt x="1175" y="8445"/>
                    <a:pt x="708" y="6940"/>
                    <a:pt x="1346" y="5898"/>
                  </a:cubicBezTo>
                  <a:cubicBezTo>
                    <a:pt x="1887" y="5014"/>
                    <a:pt x="3156" y="4533"/>
                    <a:pt x="4903" y="4533"/>
                  </a:cubicBezTo>
                  <a:close/>
                  <a:moveTo>
                    <a:pt x="14062" y="4659"/>
                  </a:moveTo>
                  <a:cubicBezTo>
                    <a:pt x="14333" y="5325"/>
                    <a:pt x="14582" y="6051"/>
                    <a:pt x="14761" y="6839"/>
                  </a:cubicBezTo>
                  <a:cubicBezTo>
                    <a:pt x="14294" y="6539"/>
                    <a:pt x="13808" y="6239"/>
                    <a:pt x="13298" y="5961"/>
                  </a:cubicBezTo>
                  <a:cubicBezTo>
                    <a:pt x="12768" y="5672"/>
                    <a:pt x="12225" y="5480"/>
                    <a:pt x="11685" y="5239"/>
                  </a:cubicBezTo>
                  <a:cubicBezTo>
                    <a:pt x="12500" y="4985"/>
                    <a:pt x="13298" y="4775"/>
                    <a:pt x="14062" y="4659"/>
                  </a:cubicBezTo>
                  <a:close/>
                  <a:moveTo>
                    <a:pt x="6599" y="4675"/>
                  </a:moveTo>
                  <a:cubicBezTo>
                    <a:pt x="7326" y="4784"/>
                    <a:pt x="8103" y="5021"/>
                    <a:pt x="8876" y="5255"/>
                  </a:cubicBezTo>
                  <a:cubicBezTo>
                    <a:pt x="8379" y="5481"/>
                    <a:pt x="7868" y="5695"/>
                    <a:pt x="7380" y="5961"/>
                  </a:cubicBezTo>
                  <a:cubicBezTo>
                    <a:pt x="6837" y="6256"/>
                    <a:pt x="6443" y="6613"/>
                    <a:pt x="5950" y="6933"/>
                  </a:cubicBezTo>
                  <a:cubicBezTo>
                    <a:pt x="6128" y="6137"/>
                    <a:pt x="6326" y="5348"/>
                    <a:pt x="6599" y="4675"/>
                  </a:cubicBezTo>
                  <a:close/>
                  <a:moveTo>
                    <a:pt x="10405" y="5788"/>
                  </a:moveTo>
                  <a:cubicBezTo>
                    <a:pt x="11196" y="6102"/>
                    <a:pt x="11987" y="6415"/>
                    <a:pt x="12766" y="6839"/>
                  </a:cubicBezTo>
                  <a:cubicBezTo>
                    <a:pt x="13571" y="7278"/>
                    <a:pt x="14317" y="7751"/>
                    <a:pt x="15010" y="8251"/>
                  </a:cubicBezTo>
                  <a:cubicBezTo>
                    <a:pt x="15123" y="9067"/>
                    <a:pt x="15193" y="9915"/>
                    <a:pt x="15193" y="10792"/>
                  </a:cubicBezTo>
                  <a:cubicBezTo>
                    <a:pt x="15193" y="11657"/>
                    <a:pt x="15070" y="12466"/>
                    <a:pt x="14960" y="13271"/>
                  </a:cubicBezTo>
                  <a:cubicBezTo>
                    <a:pt x="14260" y="13779"/>
                    <a:pt x="13583" y="14300"/>
                    <a:pt x="12766" y="14745"/>
                  </a:cubicBezTo>
                  <a:cubicBezTo>
                    <a:pt x="11937" y="15197"/>
                    <a:pt x="11096" y="15469"/>
                    <a:pt x="10256" y="15796"/>
                  </a:cubicBezTo>
                  <a:cubicBezTo>
                    <a:pt x="9475" y="15485"/>
                    <a:pt x="8681" y="15180"/>
                    <a:pt x="7912" y="14761"/>
                  </a:cubicBezTo>
                  <a:cubicBezTo>
                    <a:pt x="7107" y="14323"/>
                    <a:pt x="6360" y="13849"/>
                    <a:pt x="5668" y="13349"/>
                  </a:cubicBezTo>
                  <a:cubicBezTo>
                    <a:pt x="5554" y="12533"/>
                    <a:pt x="5501" y="11669"/>
                    <a:pt x="5501" y="10792"/>
                  </a:cubicBezTo>
                  <a:cubicBezTo>
                    <a:pt x="5501" y="9918"/>
                    <a:pt x="5605" y="9111"/>
                    <a:pt x="5718" y="8298"/>
                  </a:cubicBezTo>
                  <a:cubicBezTo>
                    <a:pt x="6420" y="7788"/>
                    <a:pt x="7092" y="7270"/>
                    <a:pt x="7912" y="6824"/>
                  </a:cubicBezTo>
                  <a:cubicBezTo>
                    <a:pt x="8731" y="6377"/>
                    <a:pt x="9574" y="6113"/>
                    <a:pt x="10405" y="5788"/>
                  </a:cubicBezTo>
                  <a:close/>
                  <a:moveTo>
                    <a:pt x="10339" y="7984"/>
                  </a:moveTo>
                  <a:cubicBezTo>
                    <a:pt x="8690" y="7984"/>
                    <a:pt x="7363" y="9237"/>
                    <a:pt x="7363" y="10792"/>
                  </a:cubicBezTo>
                  <a:cubicBezTo>
                    <a:pt x="7363" y="12348"/>
                    <a:pt x="8690" y="13616"/>
                    <a:pt x="10339" y="13616"/>
                  </a:cubicBezTo>
                  <a:cubicBezTo>
                    <a:pt x="11987" y="13616"/>
                    <a:pt x="13331" y="12348"/>
                    <a:pt x="13331" y="10792"/>
                  </a:cubicBezTo>
                  <a:cubicBezTo>
                    <a:pt x="13331" y="9237"/>
                    <a:pt x="11987" y="7984"/>
                    <a:pt x="10339" y="7984"/>
                  </a:cubicBezTo>
                  <a:close/>
                  <a:moveTo>
                    <a:pt x="4571" y="9098"/>
                  </a:moveTo>
                  <a:cubicBezTo>
                    <a:pt x="4522" y="9664"/>
                    <a:pt x="4438" y="10197"/>
                    <a:pt x="4438" y="10792"/>
                  </a:cubicBezTo>
                  <a:cubicBezTo>
                    <a:pt x="4438" y="11349"/>
                    <a:pt x="4462" y="11892"/>
                    <a:pt x="4504" y="12424"/>
                  </a:cubicBezTo>
                  <a:cubicBezTo>
                    <a:pt x="3891" y="11902"/>
                    <a:pt x="3374" y="11375"/>
                    <a:pt x="2908" y="10839"/>
                  </a:cubicBezTo>
                  <a:cubicBezTo>
                    <a:pt x="3403" y="10260"/>
                    <a:pt x="3903" y="9661"/>
                    <a:pt x="4571" y="9098"/>
                  </a:cubicBezTo>
                  <a:close/>
                  <a:moveTo>
                    <a:pt x="16190" y="9176"/>
                  </a:moveTo>
                  <a:cubicBezTo>
                    <a:pt x="16796" y="9693"/>
                    <a:pt x="17307" y="10215"/>
                    <a:pt x="17769" y="10745"/>
                  </a:cubicBezTo>
                  <a:cubicBezTo>
                    <a:pt x="17273" y="11325"/>
                    <a:pt x="16776" y="11907"/>
                    <a:pt x="16107" y="12471"/>
                  </a:cubicBezTo>
                  <a:cubicBezTo>
                    <a:pt x="16155" y="11912"/>
                    <a:pt x="16257" y="11379"/>
                    <a:pt x="16257" y="10792"/>
                  </a:cubicBezTo>
                  <a:cubicBezTo>
                    <a:pt x="16257" y="10236"/>
                    <a:pt x="16233" y="9708"/>
                    <a:pt x="16190" y="9176"/>
                  </a:cubicBezTo>
                  <a:close/>
                  <a:moveTo>
                    <a:pt x="18384" y="11576"/>
                  </a:moveTo>
                  <a:cubicBezTo>
                    <a:pt x="19512" y="13146"/>
                    <a:pt x="19972" y="14656"/>
                    <a:pt x="19332" y="15702"/>
                  </a:cubicBezTo>
                  <a:cubicBezTo>
                    <a:pt x="18791" y="16586"/>
                    <a:pt x="17537" y="17067"/>
                    <a:pt x="15791" y="17067"/>
                  </a:cubicBezTo>
                  <a:cubicBezTo>
                    <a:pt x="15599" y="17067"/>
                    <a:pt x="15392" y="17047"/>
                    <a:pt x="15193" y="17035"/>
                  </a:cubicBezTo>
                  <a:cubicBezTo>
                    <a:pt x="15564" y="16065"/>
                    <a:pt x="15826" y="14967"/>
                    <a:pt x="16007" y="13788"/>
                  </a:cubicBezTo>
                  <a:cubicBezTo>
                    <a:pt x="16951" y="13073"/>
                    <a:pt x="17710" y="12337"/>
                    <a:pt x="18384" y="11576"/>
                  </a:cubicBezTo>
                  <a:close/>
                  <a:moveTo>
                    <a:pt x="2210" y="11655"/>
                  </a:moveTo>
                  <a:cubicBezTo>
                    <a:pt x="2896" y="12420"/>
                    <a:pt x="3714" y="13165"/>
                    <a:pt x="4670" y="13882"/>
                  </a:cubicBezTo>
                  <a:cubicBezTo>
                    <a:pt x="4849" y="15014"/>
                    <a:pt x="5113" y="16067"/>
                    <a:pt x="5468" y="17004"/>
                  </a:cubicBezTo>
                  <a:cubicBezTo>
                    <a:pt x="5283" y="17014"/>
                    <a:pt x="5081" y="17051"/>
                    <a:pt x="4903" y="17051"/>
                  </a:cubicBezTo>
                  <a:cubicBezTo>
                    <a:pt x="3156" y="17051"/>
                    <a:pt x="1887" y="16571"/>
                    <a:pt x="1346" y="15686"/>
                  </a:cubicBezTo>
                  <a:cubicBezTo>
                    <a:pt x="717" y="14659"/>
                    <a:pt x="1131" y="13193"/>
                    <a:pt x="2210" y="11655"/>
                  </a:cubicBezTo>
                  <a:close/>
                  <a:moveTo>
                    <a:pt x="14744" y="14651"/>
                  </a:moveTo>
                  <a:cubicBezTo>
                    <a:pt x="14565" y="15455"/>
                    <a:pt x="14370" y="16247"/>
                    <a:pt x="14096" y="16925"/>
                  </a:cubicBezTo>
                  <a:cubicBezTo>
                    <a:pt x="13364" y="16816"/>
                    <a:pt x="12580" y="16581"/>
                    <a:pt x="11802" y="16345"/>
                  </a:cubicBezTo>
                  <a:cubicBezTo>
                    <a:pt x="12304" y="16117"/>
                    <a:pt x="12804" y="15892"/>
                    <a:pt x="13298" y="15624"/>
                  </a:cubicBezTo>
                  <a:cubicBezTo>
                    <a:pt x="13843" y="15326"/>
                    <a:pt x="14249" y="14973"/>
                    <a:pt x="14744" y="14651"/>
                  </a:cubicBezTo>
                  <a:close/>
                  <a:moveTo>
                    <a:pt x="5934" y="14761"/>
                  </a:moveTo>
                  <a:cubicBezTo>
                    <a:pt x="6400" y="15061"/>
                    <a:pt x="6869" y="15346"/>
                    <a:pt x="7380" y="15624"/>
                  </a:cubicBezTo>
                  <a:cubicBezTo>
                    <a:pt x="7902" y="15908"/>
                    <a:pt x="8444" y="16107"/>
                    <a:pt x="8976" y="16345"/>
                  </a:cubicBezTo>
                  <a:cubicBezTo>
                    <a:pt x="8160" y="16598"/>
                    <a:pt x="7364" y="16795"/>
                    <a:pt x="6599" y="16910"/>
                  </a:cubicBezTo>
                  <a:cubicBezTo>
                    <a:pt x="6331" y="16249"/>
                    <a:pt x="6110" y="15542"/>
                    <a:pt x="5934" y="14761"/>
                  </a:cubicBezTo>
                  <a:close/>
                  <a:moveTo>
                    <a:pt x="10322" y="16941"/>
                  </a:moveTo>
                  <a:cubicBezTo>
                    <a:pt x="11458" y="17362"/>
                    <a:pt x="12573" y="17700"/>
                    <a:pt x="13647" y="17882"/>
                  </a:cubicBezTo>
                  <a:cubicBezTo>
                    <a:pt x="12773" y="19553"/>
                    <a:pt x="11605" y="20596"/>
                    <a:pt x="10339" y="20596"/>
                  </a:cubicBezTo>
                  <a:cubicBezTo>
                    <a:pt x="9084" y="20596"/>
                    <a:pt x="7951" y="19498"/>
                    <a:pt x="7081" y="17851"/>
                  </a:cubicBezTo>
                  <a:cubicBezTo>
                    <a:pt x="8127" y="17671"/>
                    <a:pt x="9217" y="17349"/>
                    <a:pt x="10322" y="16941"/>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1424" dirty="0">
                <a:latin typeface="Lato Light" panose="020F0502020204030203" pitchFamily="34" charset="0"/>
              </a:endParaRPr>
            </a:p>
          </p:txBody>
        </p:sp>
        <p:sp>
          <p:nvSpPr>
            <p:cNvPr id="48" name="Shape 34215">
              <a:extLst>
                <a:ext uri="{FF2B5EF4-FFF2-40B4-BE49-F238E27FC236}">
                  <a16:creationId xmlns:a16="http://schemas.microsoft.com/office/drawing/2014/main" id="{C7403A64-F206-4EFB-AC82-F990191C5DB2}"/>
                </a:ext>
              </a:extLst>
            </p:cNvPr>
            <p:cNvSpPr/>
            <p:nvPr/>
          </p:nvSpPr>
          <p:spPr>
            <a:xfrm>
              <a:off x="15192453" y="5780593"/>
              <a:ext cx="475406" cy="475406"/>
            </a:xfrm>
            <a:custGeom>
              <a:avLst/>
              <a:gdLst/>
              <a:ahLst/>
              <a:cxnLst>
                <a:cxn ang="0">
                  <a:pos x="wd2" y="hd2"/>
                </a:cxn>
                <a:cxn ang="5400000">
                  <a:pos x="wd2" y="hd2"/>
                </a:cxn>
                <a:cxn ang="10800000">
                  <a:pos x="wd2" y="hd2"/>
                </a:cxn>
                <a:cxn ang="16200000">
                  <a:pos x="wd2" y="hd2"/>
                </a:cxn>
              </a:cxnLst>
              <a:rect l="0" t="0" r="r" b="b"/>
              <a:pathLst>
                <a:path w="21600" h="21600" extrusionOk="0">
                  <a:moveTo>
                    <a:pt x="10800" y="14657"/>
                  </a:moveTo>
                  <a:cubicBezTo>
                    <a:pt x="8670" y="14657"/>
                    <a:pt x="6943" y="12930"/>
                    <a:pt x="6943" y="10800"/>
                  </a:cubicBezTo>
                  <a:cubicBezTo>
                    <a:pt x="6943" y="8670"/>
                    <a:pt x="8670" y="6943"/>
                    <a:pt x="10800" y="6943"/>
                  </a:cubicBezTo>
                  <a:cubicBezTo>
                    <a:pt x="12930" y="6943"/>
                    <a:pt x="14657" y="8670"/>
                    <a:pt x="14657" y="10800"/>
                  </a:cubicBezTo>
                  <a:cubicBezTo>
                    <a:pt x="14657" y="12930"/>
                    <a:pt x="12930" y="14657"/>
                    <a:pt x="10800" y="14657"/>
                  </a:cubicBezTo>
                  <a:close/>
                  <a:moveTo>
                    <a:pt x="20016" y="9930"/>
                  </a:moveTo>
                  <a:cubicBezTo>
                    <a:pt x="21001" y="9522"/>
                    <a:pt x="21600" y="9257"/>
                    <a:pt x="21600" y="9257"/>
                  </a:cubicBezTo>
                  <a:lnTo>
                    <a:pt x="20829" y="6171"/>
                  </a:lnTo>
                  <a:cubicBezTo>
                    <a:pt x="20829" y="6171"/>
                    <a:pt x="20119" y="6283"/>
                    <a:pt x="18990" y="6492"/>
                  </a:cubicBezTo>
                  <a:cubicBezTo>
                    <a:pt x="18430" y="5424"/>
                    <a:pt x="17677" y="4501"/>
                    <a:pt x="16789" y="3749"/>
                  </a:cubicBezTo>
                  <a:cubicBezTo>
                    <a:pt x="17377" y="2418"/>
                    <a:pt x="17743" y="1543"/>
                    <a:pt x="17743" y="1543"/>
                  </a:cubicBezTo>
                  <a:lnTo>
                    <a:pt x="14657" y="0"/>
                  </a:lnTo>
                  <a:cubicBezTo>
                    <a:pt x="14657" y="0"/>
                    <a:pt x="14156" y="750"/>
                    <a:pt x="13405" y="1922"/>
                  </a:cubicBezTo>
                  <a:cubicBezTo>
                    <a:pt x="12297" y="1595"/>
                    <a:pt x="11120" y="1470"/>
                    <a:pt x="9929" y="1584"/>
                  </a:cubicBezTo>
                  <a:cubicBezTo>
                    <a:pt x="9522" y="599"/>
                    <a:pt x="9257" y="0"/>
                    <a:pt x="9257" y="0"/>
                  </a:cubicBezTo>
                  <a:lnTo>
                    <a:pt x="6171" y="771"/>
                  </a:lnTo>
                  <a:cubicBezTo>
                    <a:pt x="6171" y="771"/>
                    <a:pt x="6283" y="1481"/>
                    <a:pt x="6492" y="2610"/>
                  </a:cubicBezTo>
                  <a:cubicBezTo>
                    <a:pt x="5420" y="3172"/>
                    <a:pt x="4494" y="3929"/>
                    <a:pt x="3740" y="4821"/>
                  </a:cubicBezTo>
                  <a:cubicBezTo>
                    <a:pt x="2414" y="4227"/>
                    <a:pt x="1543" y="3857"/>
                    <a:pt x="1543" y="3857"/>
                  </a:cubicBezTo>
                  <a:lnTo>
                    <a:pt x="0" y="6943"/>
                  </a:lnTo>
                  <a:cubicBezTo>
                    <a:pt x="0" y="6943"/>
                    <a:pt x="748" y="7450"/>
                    <a:pt x="1919" y="8207"/>
                  </a:cubicBezTo>
                  <a:cubicBezTo>
                    <a:pt x="1595" y="9313"/>
                    <a:pt x="1471" y="10485"/>
                    <a:pt x="1584" y="11672"/>
                  </a:cubicBezTo>
                  <a:cubicBezTo>
                    <a:pt x="599" y="12078"/>
                    <a:pt x="0" y="12343"/>
                    <a:pt x="0" y="12343"/>
                  </a:cubicBezTo>
                  <a:lnTo>
                    <a:pt x="771" y="15429"/>
                  </a:lnTo>
                  <a:cubicBezTo>
                    <a:pt x="771" y="15429"/>
                    <a:pt x="1480" y="15317"/>
                    <a:pt x="2609" y="15107"/>
                  </a:cubicBezTo>
                  <a:cubicBezTo>
                    <a:pt x="3172" y="16179"/>
                    <a:pt x="3928" y="17106"/>
                    <a:pt x="4820" y="17860"/>
                  </a:cubicBezTo>
                  <a:cubicBezTo>
                    <a:pt x="4227" y="19186"/>
                    <a:pt x="3857" y="20057"/>
                    <a:pt x="3857" y="20057"/>
                  </a:cubicBezTo>
                  <a:lnTo>
                    <a:pt x="6943" y="21600"/>
                  </a:lnTo>
                  <a:cubicBezTo>
                    <a:pt x="6943" y="21600"/>
                    <a:pt x="7449" y="20852"/>
                    <a:pt x="8206" y="19681"/>
                  </a:cubicBezTo>
                  <a:cubicBezTo>
                    <a:pt x="9312" y="20005"/>
                    <a:pt x="10485" y="20129"/>
                    <a:pt x="11672" y="20016"/>
                  </a:cubicBezTo>
                  <a:cubicBezTo>
                    <a:pt x="12078" y="21001"/>
                    <a:pt x="12343" y="21600"/>
                    <a:pt x="12343" y="21600"/>
                  </a:cubicBezTo>
                  <a:lnTo>
                    <a:pt x="15429" y="20829"/>
                  </a:lnTo>
                  <a:cubicBezTo>
                    <a:pt x="15429" y="20829"/>
                    <a:pt x="15317" y="20120"/>
                    <a:pt x="15107" y="18991"/>
                  </a:cubicBezTo>
                  <a:cubicBezTo>
                    <a:pt x="16176" y="18431"/>
                    <a:pt x="17099" y="17676"/>
                    <a:pt x="17852" y="16788"/>
                  </a:cubicBezTo>
                  <a:cubicBezTo>
                    <a:pt x="19183" y="17377"/>
                    <a:pt x="20057" y="17743"/>
                    <a:pt x="20057" y="17743"/>
                  </a:cubicBezTo>
                  <a:lnTo>
                    <a:pt x="21600" y="14657"/>
                  </a:lnTo>
                  <a:cubicBezTo>
                    <a:pt x="21600" y="14657"/>
                    <a:pt x="20851" y="14156"/>
                    <a:pt x="19678" y="13405"/>
                  </a:cubicBezTo>
                  <a:cubicBezTo>
                    <a:pt x="20005" y="12296"/>
                    <a:pt x="20130" y="11120"/>
                    <a:pt x="20016" y="9930"/>
                  </a:cubicBezTo>
                  <a:close/>
                </a:path>
              </a:pathLst>
            </a:custGeom>
            <a:solidFill>
              <a:schemeClr val="bg1">
                <a:lumMod val="85000"/>
              </a:schemeClr>
            </a:solidFill>
            <a:ln w="12700" cap="flat">
              <a:noFill/>
              <a:miter lim="400000"/>
            </a:ln>
            <a:effectLst/>
          </p:spPr>
          <p:txBody>
            <a:bodyPr wrap="square" lIns="15073" tIns="15073" rIns="15073" bIns="15073" numCol="1" anchor="ctr">
              <a:noAutofit/>
            </a:bodyPr>
            <a:lstStyle/>
            <a:p>
              <a:endParaRPr sz="1424" dirty="0">
                <a:latin typeface="Lato Light" panose="020F0502020204030203" pitchFamily="34" charset="0"/>
              </a:endParaRPr>
            </a:p>
          </p:txBody>
        </p:sp>
        <p:sp>
          <p:nvSpPr>
            <p:cNvPr id="49" name="Shape 34216">
              <a:extLst>
                <a:ext uri="{FF2B5EF4-FFF2-40B4-BE49-F238E27FC236}">
                  <a16:creationId xmlns:a16="http://schemas.microsoft.com/office/drawing/2014/main" id="{D88BDF44-FEE4-455C-AAD3-62E2FB068989}"/>
                </a:ext>
              </a:extLst>
            </p:cNvPr>
            <p:cNvSpPr/>
            <p:nvPr/>
          </p:nvSpPr>
          <p:spPr>
            <a:xfrm>
              <a:off x="11916931" y="8191128"/>
              <a:ext cx="792292" cy="544702"/>
            </a:xfrm>
            <a:custGeom>
              <a:avLst/>
              <a:gdLst/>
              <a:ahLst/>
              <a:cxnLst>
                <a:cxn ang="0">
                  <a:pos x="wd2" y="hd2"/>
                </a:cxn>
                <a:cxn ang="5400000">
                  <a:pos x="wd2" y="hd2"/>
                </a:cxn>
                <a:cxn ang="10800000">
                  <a:pos x="wd2" y="hd2"/>
                </a:cxn>
                <a:cxn ang="16200000">
                  <a:pos x="wd2" y="hd2"/>
                </a:cxn>
              </a:cxnLst>
              <a:rect l="0" t="0" r="r" b="b"/>
              <a:pathLst>
                <a:path w="21600" h="21600" extrusionOk="0">
                  <a:moveTo>
                    <a:pt x="14829" y="10800"/>
                  </a:moveTo>
                  <a:lnTo>
                    <a:pt x="14850" y="5891"/>
                  </a:lnTo>
                  <a:lnTo>
                    <a:pt x="18865" y="5891"/>
                  </a:lnTo>
                  <a:lnTo>
                    <a:pt x="20250" y="10800"/>
                  </a:lnTo>
                  <a:lnTo>
                    <a:pt x="14829" y="10800"/>
                  </a:lnTo>
                  <a:close/>
                  <a:moveTo>
                    <a:pt x="20250" y="5564"/>
                  </a:moveTo>
                  <a:cubicBezTo>
                    <a:pt x="19879" y="3856"/>
                    <a:pt x="18900" y="3919"/>
                    <a:pt x="18900" y="3919"/>
                  </a:cubicBezTo>
                  <a:lnTo>
                    <a:pt x="13495" y="3919"/>
                  </a:lnTo>
                  <a:lnTo>
                    <a:pt x="13495" y="18655"/>
                  </a:lnTo>
                  <a:lnTo>
                    <a:pt x="15525" y="18655"/>
                  </a:lnTo>
                  <a:cubicBezTo>
                    <a:pt x="15527" y="14736"/>
                    <a:pt x="16734" y="14727"/>
                    <a:pt x="18225" y="14728"/>
                  </a:cubicBezTo>
                  <a:cubicBezTo>
                    <a:pt x="19716" y="14728"/>
                    <a:pt x="20918" y="14757"/>
                    <a:pt x="20924" y="18655"/>
                  </a:cubicBezTo>
                  <a:lnTo>
                    <a:pt x="21600" y="18655"/>
                  </a:lnTo>
                  <a:lnTo>
                    <a:pt x="21600" y="10817"/>
                  </a:lnTo>
                  <a:cubicBezTo>
                    <a:pt x="21600" y="10817"/>
                    <a:pt x="20621" y="7272"/>
                    <a:pt x="20250" y="5564"/>
                  </a:cubicBezTo>
                  <a:close/>
                  <a:moveTo>
                    <a:pt x="12690" y="1964"/>
                  </a:moveTo>
                  <a:lnTo>
                    <a:pt x="12690" y="18655"/>
                  </a:lnTo>
                  <a:lnTo>
                    <a:pt x="6750" y="18655"/>
                  </a:lnTo>
                  <a:cubicBezTo>
                    <a:pt x="6750" y="14728"/>
                    <a:pt x="5541" y="14728"/>
                    <a:pt x="4050" y="14728"/>
                  </a:cubicBezTo>
                  <a:cubicBezTo>
                    <a:pt x="2559" y="14728"/>
                    <a:pt x="1350" y="14728"/>
                    <a:pt x="1350" y="18655"/>
                  </a:cubicBezTo>
                  <a:lnTo>
                    <a:pt x="0" y="18655"/>
                  </a:lnTo>
                  <a:lnTo>
                    <a:pt x="0" y="1964"/>
                  </a:lnTo>
                  <a:cubicBezTo>
                    <a:pt x="0" y="1421"/>
                    <a:pt x="151" y="931"/>
                    <a:pt x="395" y="575"/>
                  </a:cubicBezTo>
                  <a:cubicBezTo>
                    <a:pt x="640" y="220"/>
                    <a:pt x="977" y="0"/>
                    <a:pt x="1350" y="0"/>
                  </a:cubicBezTo>
                  <a:lnTo>
                    <a:pt x="11340" y="0"/>
                  </a:lnTo>
                  <a:cubicBezTo>
                    <a:pt x="11713" y="0"/>
                    <a:pt x="12050" y="220"/>
                    <a:pt x="12295" y="575"/>
                  </a:cubicBezTo>
                  <a:cubicBezTo>
                    <a:pt x="12539" y="931"/>
                    <a:pt x="12690" y="1421"/>
                    <a:pt x="12690" y="1964"/>
                  </a:cubicBezTo>
                  <a:close/>
                  <a:moveTo>
                    <a:pt x="4050" y="19636"/>
                  </a:moveTo>
                  <a:cubicBezTo>
                    <a:pt x="3677" y="19636"/>
                    <a:pt x="3375" y="19197"/>
                    <a:pt x="3375" y="18655"/>
                  </a:cubicBezTo>
                  <a:cubicBezTo>
                    <a:pt x="3375" y="18112"/>
                    <a:pt x="3677" y="17673"/>
                    <a:pt x="4050" y="17673"/>
                  </a:cubicBezTo>
                  <a:cubicBezTo>
                    <a:pt x="4423" y="17673"/>
                    <a:pt x="4725" y="18112"/>
                    <a:pt x="4725" y="18655"/>
                  </a:cubicBezTo>
                  <a:cubicBezTo>
                    <a:pt x="4725" y="19197"/>
                    <a:pt x="4423" y="19636"/>
                    <a:pt x="4050" y="19636"/>
                  </a:cubicBezTo>
                  <a:close/>
                  <a:moveTo>
                    <a:pt x="4050" y="15709"/>
                  </a:moveTo>
                  <a:cubicBezTo>
                    <a:pt x="2932" y="15709"/>
                    <a:pt x="2025" y="17028"/>
                    <a:pt x="2025" y="18655"/>
                  </a:cubicBezTo>
                  <a:cubicBezTo>
                    <a:pt x="2025" y="20281"/>
                    <a:pt x="2932" y="21600"/>
                    <a:pt x="4050" y="21600"/>
                  </a:cubicBezTo>
                  <a:cubicBezTo>
                    <a:pt x="5168" y="21600"/>
                    <a:pt x="6075" y="20281"/>
                    <a:pt x="6075" y="18655"/>
                  </a:cubicBezTo>
                  <a:cubicBezTo>
                    <a:pt x="6075" y="17028"/>
                    <a:pt x="5168" y="15709"/>
                    <a:pt x="4050" y="15709"/>
                  </a:cubicBezTo>
                  <a:close/>
                  <a:moveTo>
                    <a:pt x="18225" y="19636"/>
                  </a:moveTo>
                  <a:cubicBezTo>
                    <a:pt x="17852" y="19636"/>
                    <a:pt x="17550" y="19197"/>
                    <a:pt x="17550" y="18655"/>
                  </a:cubicBezTo>
                  <a:cubicBezTo>
                    <a:pt x="17550" y="18112"/>
                    <a:pt x="17852" y="17673"/>
                    <a:pt x="18225" y="17673"/>
                  </a:cubicBezTo>
                  <a:cubicBezTo>
                    <a:pt x="18598" y="17673"/>
                    <a:pt x="18900" y="18112"/>
                    <a:pt x="18900" y="18655"/>
                  </a:cubicBezTo>
                  <a:cubicBezTo>
                    <a:pt x="18900" y="19197"/>
                    <a:pt x="18598" y="19636"/>
                    <a:pt x="18225" y="19636"/>
                  </a:cubicBezTo>
                  <a:close/>
                  <a:moveTo>
                    <a:pt x="18225" y="15709"/>
                  </a:moveTo>
                  <a:cubicBezTo>
                    <a:pt x="17107" y="15709"/>
                    <a:pt x="16200" y="17028"/>
                    <a:pt x="16200" y="18655"/>
                  </a:cubicBezTo>
                  <a:cubicBezTo>
                    <a:pt x="16200" y="20281"/>
                    <a:pt x="17107" y="21600"/>
                    <a:pt x="18225" y="21600"/>
                  </a:cubicBezTo>
                  <a:cubicBezTo>
                    <a:pt x="19343" y="21600"/>
                    <a:pt x="20250" y="20281"/>
                    <a:pt x="20250" y="18655"/>
                  </a:cubicBezTo>
                  <a:cubicBezTo>
                    <a:pt x="20250" y="17028"/>
                    <a:pt x="19343" y="15709"/>
                    <a:pt x="18225" y="15709"/>
                  </a:cubicBezTo>
                  <a:close/>
                </a:path>
              </a:pathLst>
            </a:custGeom>
            <a:solidFill>
              <a:schemeClr val="bg1">
                <a:lumMod val="85000"/>
              </a:schemeClr>
            </a:solidFill>
            <a:ln w="12700" cap="flat">
              <a:noFill/>
              <a:miter lim="400000"/>
            </a:ln>
            <a:effectLst/>
          </p:spPr>
          <p:txBody>
            <a:bodyPr wrap="square" lIns="15073" tIns="15073" rIns="15073" bIns="15073" numCol="1" anchor="b">
              <a:noAutofit/>
            </a:bodyPr>
            <a:lstStyle/>
            <a:p>
              <a:endParaRPr sz="1424" dirty="0">
                <a:latin typeface="Lato Light" panose="020F0502020204030203" pitchFamily="34" charset="0"/>
              </a:endParaRPr>
            </a:p>
          </p:txBody>
        </p:sp>
        <p:sp>
          <p:nvSpPr>
            <p:cNvPr id="50" name="Shape 34217">
              <a:extLst>
                <a:ext uri="{FF2B5EF4-FFF2-40B4-BE49-F238E27FC236}">
                  <a16:creationId xmlns:a16="http://schemas.microsoft.com/office/drawing/2014/main" id="{3DCB4754-CE12-46B7-B86D-0A5938FF2A8F}"/>
                </a:ext>
              </a:extLst>
            </p:cNvPr>
            <p:cNvSpPr/>
            <p:nvPr/>
          </p:nvSpPr>
          <p:spPr>
            <a:xfrm>
              <a:off x="12395335" y="3740451"/>
              <a:ext cx="693544" cy="915782"/>
            </a:xfrm>
            <a:custGeom>
              <a:avLst/>
              <a:gdLst/>
              <a:ahLst/>
              <a:cxnLst>
                <a:cxn ang="0">
                  <a:pos x="wd2" y="hd2"/>
                </a:cxn>
                <a:cxn ang="5400000">
                  <a:pos x="wd2" y="hd2"/>
                </a:cxn>
                <a:cxn ang="10800000">
                  <a:pos x="wd2" y="hd2"/>
                </a:cxn>
                <a:cxn ang="16200000">
                  <a:pos x="wd2" y="hd2"/>
                </a:cxn>
              </a:cxnLst>
              <a:rect l="0" t="0" r="r" b="b"/>
              <a:pathLst>
                <a:path w="21350" h="21600" extrusionOk="0">
                  <a:moveTo>
                    <a:pt x="16784" y="1264"/>
                  </a:moveTo>
                  <a:cubicBezTo>
                    <a:pt x="16363" y="1078"/>
                    <a:pt x="15824" y="1189"/>
                    <a:pt x="15581" y="1511"/>
                  </a:cubicBezTo>
                  <a:lnTo>
                    <a:pt x="14280" y="3236"/>
                  </a:lnTo>
                  <a:cubicBezTo>
                    <a:pt x="14867" y="3417"/>
                    <a:pt x="15381" y="3636"/>
                    <a:pt x="15831" y="3874"/>
                  </a:cubicBezTo>
                  <a:lnTo>
                    <a:pt x="17106" y="2185"/>
                  </a:lnTo>
                  <a:cubicBezTo>
                    <a:pt x="17349" y="1863"/>
                    <a:pt x="17205" y="1451"/>
                    <a:pt x="16784" y="1264"/>
                  </a:cubicBezTo>
                  <a:close/>
                  <a:moveTo>
                    <a:pt x="21233" y="4689"/>
                  </a:moveTo>
                  <a:cubicBezTo>
                    <a:pt x="20988" y="4366"/>
                    <a:pt x="20450" y="4256"/>
                    <a:pt x="20028" y="4442"/>
                  </a:cubicBezTo>
                  <a:lnTo>
                    <a:pt x="17841" y="5408"/>
                  </a:lnTo>
                  <a:cubicBezTo>
                    <a:pt x="18203" y="5799"/>
                    <a:pt x="18487" y="6197"/>
                    <a:pt x="18711" y="6581"/>
                  </a:cubicBezTo>
                  <a:lnTo>
                    <a:pt x="20909" y="5610"/>
                  </a:lnTo>
                  <a:cubicBezTo>
                    <a:pt x="21331" y="5423"/>
                    <a:pt x="21475" y="5012"/>
                    <a:pt x="21233" y="4689"/>
                  </a:cubicBezTo>
                  <a:close/>
                  <a:moveTo>
                    <a:pt x="1322" y="4393"/>
                  </a:moveTo>
                  <a:cubicBezTo>
                    <a:pt x="900" y="4207"/>
                    <a:pt x="362" y="4317"/>
                    <a:pt x="118" y="4640"/>
                  </a:cubicBezTo>
                  <a:cubicBezTo>
                    <a:pt x="-125" y="4963"/>
                    <a:pt x="19" y="5375"/>
                    <a:pt x="441" y="5561"/>
                  </a:cubicBezTo>
                  <a:lnTo>
                    <a:pt x="2633" y="6530"/>
                  </a:lnTo>
                  <a:cubicBezTo>
                    <a:pt x="2861" y="6146"/>
                    <a:pt x="3149" y="5751"/>
                    <a:pt x="3514" y="5362"/>
                  </a:cubicBezTo>
                  <a:cubicBezTo>
                    <a:pt x="3514" y="5362"/>
                    <a:pt x="1322" y="4393"/>
                    <a:pt x="1322" y="4393"/>
                  </a:cubicBezTo>
                  <a:close/>
                  <a:moveTo>
                    <a:pt x="5797" y="1483"/>
                  </a:moveTo>
                  <a:cubicBezTo>
                    <a:pt x="5553" y="1160"/>
                    <a:pt x="5015" y="1050"/>
                    <a:pt x="4593" y="1236"/>
                  </a:cubicBezTo>
                  <a:cubicBezTo>
                    <a:pt x="4173" y="1422"/>
                    <a:pt x="4029" y="1834"/>
                    <a:pt x="4272" y="2157"/>
                  </a:cubicBezTo>
                  <a:lnTo>
                    <a:pt x="5544" y="3843"/>
                  </a:lnTo>
                  <a:cubicBezTo>
                    <a:pt x="5997" y="3607"/>
                    <a:pt x="6514" y="3392"/>
                    <a:pt x="7103" y="3215"/>
                  </a:cubicBezTo>
                  <a:cubicBezTo>
                    <a:pt x="7103" y="3215"/>
                    <a:pt x="5797" y="1483"/>
                    <a:pt x="5797" y="1483"/>
                  </a:cubicBezTo>
                  <a:close/>
                  <a:moveTo>
                    <a:pt x="10693" y="0"/>
                  </a:moveTo>
                  <a:cubicBezTo>
                    <a:pt x="10208" y="0"/>
                    <a:pt x="9813" y="302"/>
                    <a:pt x="9813" y="674"/>
                  </a:cubicBezTo>
                  <a:lnTo>
                    <a:pt x="9813" y="2753"/>
                  </a:lnTo>
                  <a:cubicBezTo>
                    <a:pt x="10026" y="2740"/>
                    <a:pt x="11348" y="2744"/>
                    <a:pt x="11574" y="2758"/>
                  </a:cubicBezTo>
                  <a:lnTo>
                    <a:pt x="11574" y="674"/>
                  </a:lnTo>
                  <a:cubicBezTo>
                    <a:pt x="11574" y="302"/>
                    <a:pt x="11180" y="0"/>
                    <a:pt x="10693" y="0"/>
                  </a:cubicBezTo>
                  <a:close/>
                  <a:moveTo>
                    <a:pt x="18428" y="9068"/>
                  </a:moveTo>
                  <a:cubicBezTo>
                    <a:pt x="18228" y="7091"/>
                    <a:pt x="16423" y="3572"/>
                    <a:pt x="10662" y="3572"/>
                  </a:cubicBezTo>
                  <a:cubicBezTo>
                    <a:pt x="10661" y="3572"/>
                    <a:pt x="10660" y="3572"/>
                    <a:pt x="10659" y="3572"/>
                  </a:cubicBezTo>
                  <a:cubicBezTo>
                    <a:pt x="10658" y="3572"/>
                    <a:pt x="10658" y="3572"/>
                    <a:pt x="10657" y="3572"/>
                  </a:cubicBezTo>
                  <a:cubicBezTo>
                    <a:pt x="10656" y="3572"/>
                    <a:pt x="10655" y="3572"/>
                    <a:pt x="10655" y="3572"/>
                  </a:cubicBezTo>
                  <a:cubicBezTo>
                    <a:pt x="10654" y="3572"/>
                    <a:pt x="10653" y="3572"/>
                    <a:pt x="10652" y="3572"/>
                  </a:cubicBezTo>
                  <a:cubicBezTo>
                    <a:pt x="4890" y="3572"/>
                    <a:pt x="3086" y="7091"/>
                    <a:pt x="2886" y="9068"/>
                  </a:cubicBezTo>
                  <a:cubicBezTo>
                    <a:pt x="2715" y="10852"/>
                    <a:pt x="4327" y="12514"/>
                    <a:pt x="4510" y="12775"/>
                  </a:cubicBezTo>
                  <a:cubicBezTo>
                    <a:pt x="4810" y="13201"/>
                    <a:pt x="6695" y="14825"/>
                    <a:pt x="6762" y="15807"/>
                  </a:cubicBezTo>
                  <a:cubicBezTo>
                    <a:pt x="6855" y="17159"/>
                    <a:pt x="7070" y="17195"/>
                    <a:pt x="7930" y="17355"/>
                  </a:cubicBezTo>
                  <a:cubicBezTo>
                    <a:pt x="8807" y="17519"/>
                    <a:pt x="12507" y="17519"/>
                    <a:pt x="13383" y="17355"/>
                  </a:cubicBezTo>
                  <a:cubicBezTo>
                    <a:pt x="14243" y="17195"/>
                    <a:pt x="14459" y="17159"/>
                    <a:pt x="14552" y="15807"/>
                  </a:cubicBezTo>
                  <a:cubicBezTo>
                    <a:pt x="14619" y="14825"/>
                    <a:pt x="16504" y="13201"/>
                    <a:pt x="16803" y="12775"/>
                  </a:cubicBezTo>
                  <a:cubicBezTo>
                    <a:pt x="16987" y="12514"/>
                    <a:pt x="18599" y="10852"/>
                    <a:pt x="18428" y="9068"/>
                  </a:cubicBezTo>
                  <a:close/>
                  <a:moveTo>
                    <a:pt x="13756" y="19204"/>
                  </a:moveTo>
                  <a:cubicBezTo>
                    <a:pt x="13756" y="18991"/>
                    <a:pt x="13530" y="18817"/>
                    <a:pt x="13251" y="18817"/>
                  </a:cubicBezTo>
                  <a:lnTo>
                    <a:pt x="8063" y="18817"/>
                  </a:lnTo>
                  <a:cubicBezTo>
                    <a:pt x="7783" y="18817"/>
                    <a:pt x="7557" y="18991"/>
                    <a:pt x="7557" y="19204"/>
                  </a:cubicBezTo>
                  <a:lnTo>
                    <a:pt x="7557" y="19204"/>
                  </a:lnTo>
                  <a:cubicBezTo>
                    <a:pt x="7557" y="19418"/>
                    <a:pt x="7783" y="19591"/>
                    <a:pt x="8063" y="19591"/>
                  </a:cubicBezTo>
                  <a:lnTo>
                    <a:pt x="13251" y="19591"/>
                  </a:lnTo>
                  <a:cubicBezTo>
                    <a:pt x="13530" y="19591"/>
                    <a:pt x="13756" y="19418"/>
                    <a:pt x="13756" y="19204"/>
                  </a:cubicBezTo>
                  <a:cubicBezTo>
                    <a:pt x="13756" y="19204"/>
                    <a:pt x="13756" y="19204"/>
                    <a:pt x="13756" y="19204"/>
                  </a:cubicBezTo>
                  <a:close/>
                  <a:moveTo>
                    <a:pt x="13756" y="18147"/>
                  </a:moveTo>
                  <a:cubicBezTo>
                    <a:pt x="13756" y="17934"/>
                    <a:pt x="13530" y="17761"/>
                    <a:pt x="13251" y="17761"/>
                  </a:cubicBezTo>
                  <a:lnTo>
                    <a:pt x="8063" y="17761"/>
                  </a:lnTo>
                  <a:cubicBezTo>
                    <a:pt x="7783" y="17761"/>
                    <a:pt x="7557" y="17934"/>
                    <a:pt x="7557" y="18147"/>
                  </a:cubicBezTo>
                  <a:lnTo>
                    <a:pt x="7557" y="18147"/>
                  </a:lnTo>
                  <a:cubicBezTo>
                    <a:pt x="7557" y="18361"/>
                    <a:pt x="7783" y="18535"/>
                    <a:pt x="8063" y="18535"/>
                  </a:cubicBezTo>
                  <a:lnTo>
                    <a:pt x="13251" y="18535"/>
                  </a:lnTo>
                  <a:cubicBezTo>
                    <a:pt x="13530" y="18535"/>
                    <a:pt x="13756" y="18361"/>
                    <a:pt x="13756" y="18147"/>
                  </a:cubicBezTo>
                  <a:cubicBezTo>
                    <a:pt x="13756" y="18147"/>
                    <a:pt x="13756" y="18147"/>
                    <a:pt x="13756" y="18147"/>
                  </a:cubicBezTo>
                  <a:close/>
                  <a:moveTo>
                    <a:pt x="8400" y="19874"/>
                  </a:moveTo>
                  <a:lnTo>
                    <a:pt x="12913" y="19874"/>
                  </a:lnTo>
                  <a:cubicBezTo>
                    <a:pt x="12913" y="20827"/>
                    <a:pt x="11903" y="21600"/>
                    <a:pt x="10657" y="21600"/>
                  </a:cubicBezTo>
                  <a:cubicBezTo>
                    <a:pt x="9411" y="21600"/>
                    <a:pt x="8400" y="20827"/>
                    <a:pt x="8400" y="19874"/>
                  </a:cubicBezTo>
                  <a:close/>
                </a:path>
              </a:pathLst>
            </a:custGeom>
            <a:solidFill>
              <a:srgbClr val="00B0F0"/>
            </a:solidFill>
            <a:ln w="12700" cap="flat">
              <a:solidFill>
                <a:srgbClr val="00B0F0"/>
              </a:solidFill>
              <a:miter lim="400000"/>
            </a:ln>
            <a:effectLst/>
          </p:spPr>
          <p:txBody>
            <a:bodyPr wrap="square" lIns="0" tIns="0" rIns="0" bIns="0" numCol="1" anchor="b">
              <a:noAutofit/>
            </a:bodyPr>
            <a:lstStyle/>
            <a:p>
              <a:endParaRPr sz="1424" dirty="0">
                <a:latin typeface="Lato Light" panose="020F0502020204030203" pitchFamily="34" charset="0"/>
              </a:endParaRPr>
            </a:p>
          </p:txBody>
        </p:sp>
        <p:sp>
          <p:nvSpPr>
            <p:cNvPr id="51" name="Shape 34218">
              <a:extLst>
                <a:ext uri="{FF2B5EF4-FFF2-40B4-BE49-F238E27FC236}">
                  <a16:creationId xmlns:a16="http://schemas.microsoft.com/office/drawing/2014/main" id="{BC37F305-5646-434C-862F-6783D8F478A1}"/>
                </a:ext>
              </a:extLst>
            </p:cNvPr>
            <p:cNvSpPr/>
            <p:nvPr/>
          </p:nvSpPr>
          <p:spPr>
            <a:xfrm>
              <a:off x="11932702" y="12638103"/>
              <a:ext cx="408708" cy="303434"/>
            </a:xfrm>
            <a:custGeom>
              <a:avLst/>
              <a:gdLst/>
              <a:ahLst/>
              <a:cxnLst>
                <a:cxn ang="0">
                  <a:pos x="wd2" y="hd2"/>
                </a:cxn>
                <a:cxn ang="5400000">
                  <a:pos x="wd2" y="hd2"/>
                </a:cxn>
                <a:cxn ang="10800000">
                  <a:pos x="wd2" y="hd2"/>
                </a:cxn>
                <a:cxn ang="16200000">
                  <a:pos x="wd2" y="hd2"/>
                </a:cxn>
              </a:cxnLst>
              <a:rect l="0" t="0" r="r" b="b"/>
              <a:pathLst>
                <a:path w="21600" h="21600" extrusionOk="0">
                  <a:moveTo>
                    <a:pt x="20085" y="8532"/>
                  </a:moveTo>
                  <a:lnTo>
                    <a:pt x="17837" y="8637"/>
                  </a:lnTo>
                  <a:lnTo>
                    <a:pt x="17837" y="12781"/>
                  </a:lnTo>
                  <a:cubicBezTo>
                    <a:pt x="17837" y="13798"/>
                    <a:pt x="17539" y="14723"/>
                    <a:pt x="17049" y="15392"/>
                  </a:cubicBezTo>
                  <a:cubicBezTo>
                    <a:pt x="16550" y="16075"/>
                    <a:pt x="15855" y="16492"/>
                    <a:pt x="15079" y="16478"/>
                  </a:cubicBezTo>
                  <a:lnTo>
                    <a:pt x="9158" y="16478"/>
                  </a:lnTo>
                  <a:lnTo>
                    <a:pt x="9158" y="17810"/>
                  </a:lnTo>
                  <a:cubicBezTo>
                    <a:pt x="9158" y="18368"/>
                    <a:pt x="9328" y="18874"/>
                    <a:pt x="9602" y="19240"/>
                  </a:cubicBezTo>
                  <a:cubicBezTo>
                    <a:pt x="9876" y="19606"/>
                    <a:pt x="10255" y="19832"/>
                    <a:pt x="10673" y="19832"/>
                  </a:cubicBezTo>
                  <a:lnTo>
                    <a:pt x="16728" y="19832"/>
                  </a:lnTo>
                  <a:lnTo>
                    <a:pt x="19181" y="21600"/>
                  </a:lnTo>
                  <a:lnTo>
                    <a:pt x="19181" y="19832"/>
                  </a:lnTo>
                  <a:lnTo>
                    <a:pt x="20085" y="19832"/>
                  </a:lnTo>
                  <a:cubicBezTo>
                    <a:pt x="20503" y="19832"/>
                    <a:pt x="20882" y="19606"/>
                    <a:pt x="21156" y="19240"/>
                  </a:cubicBezTo>
                  <a:cubicBezTo>
                    <a:pt x="21430" y="18874"/>
                    <a:pt x="21600" y="18368"/>
                    <a:pt x="21600" y="17810"/>
                  </a:cubicBezTo>
                  <a:lnTo>
                    <a:pt x="21600" y="10554"/>
                  </a:lnTo>
                  <a:cubicBezTo>
                    <a:pt x="21600" y="9996"/>
                    <a:pt x="21430" y="9490"/>
                    <a:pt x="21156" y="9125"/>
                  </a:cubicBezTo>
                  <a:cubicBezTo>
                    <a:pt x="20882" y="8759"/>
                    <a:pt x="20503" y="8532"/>
                    <a:pt x="20085" y="8532"/>
                  </a:cubicBezTo>
                  <a:close/>
                  <a:moveTo>
                    <a:pt x="6912" y="15450"/>
                  </a:moveTo>
                  <a:lnTo>
                    <a:pt x="6689" y="15450"/>
                  </a:lnTo>
                  <a:lnTo>
                    <a:pt x="2592" y="18372"/>
                  </a:lnTo>
                  <a:lnTo>
                    <a:pt x="2592" y="15450"/>
                  </a:lnTo>
                  <a:lnTo>
                    <a:pt x="2074" y="15450"/>
                  </a:lnTo>
                  <a:cubicBezTo>
                    <a:pt x="1501" y="15450"/>
                    <a:pt x="983" y="15141"/>
                    <a:pt x="607" y="14640"/>
                  </a:cubicBezTo>
                  <a:cubicBezTo>
                    <a:pt x="232" y="14139"/>
                    <a:pt x="0" y="13447"/>
                    <a:pt x="0" y="12683"/>
                  </a:cubicBezTo>
                  <a:lnTo>
                    <a:pt x="0" y="2767"/>
                  </a:lnTo>
                  <a:cubicBezTo>
                    <a:pt x="0" y="2003"/>
                    <a:pt x="232" y="1311"/>
                    <a:pt x="607" y="811"/>
                  </a:cubicBezTo>
                  <a:cubicBezTo>
                    <a:pt x="983" y="310"/>
                    <a:pt x="1501" y="0"/>
                    <a:pt x="2074" y="0"/>
                  </a:cubicBezTo>
                  <a:lnTo>
                    <a:pt x="15034" y="0"/>
                  </a:lnTo>
                  <a:cubicBezTo>
                    <a:pt x="15606" y="0"/>
                    <a:pt x="16125" y="310"/>
                    <a:pt x="16500" y="811"/>
                  </a:cubicBezTo>
                  <a:cubicBezTo>
                    <a:pt x="16875" y="1311"/>
                    <a:pt x="17107" y="2003"/>
                    <a:pt x="17107" y="2767"/>
                  </a:cubicBezTo>
                  <a:lnTo>
                    <a:pt x="17107" y="4381"/>
                  </a:lnTo>
                  <a:lnTo>
                    <a:pt x="17107" y="8532"/>
                  </a:lnTo>
                  <a:lnTo>
                    <a:pt x="17107" y="12676"/>
                  </a:lnTo>
                  <a:cubicBezTo>
                    <a:pt x="17107" y="13441"/>
                    <a:pt x="16886" y="14134"/>
                    <a:pt x="16522" y="14637"/>
                  </a:cubicBezTo>
                  <a:cubicBezTo>
                    <a:pt x="16159" y="15139"/>
                    <a:pt x="15651" y="15450"/>
                    <a:pt x="15079" y="15450"/>
                  </a:cubicBezTo>
                  <a:lnTo>
                    <a:pt x="9158" y="15450"/>
                  </a:lnTo>
                  <a:lnTo>
                    <a:pt x="6912" y="15450"/>
                  </a:lnTo>
                  <a:close/>
                </a:path>
              </a:pathLst>
            </a:custGeom>
            <a:solidFill>
              <a:schemeClr val="bg1">
                <a:lumMod val="85000"/>
              </a:schemeClr>
            </a:solidFill>
            <a:ln w="12700" cap="flat">
              <a:noFill/>
              <a:miter lim="400000"/>
            </a:ln>
            <a:effectLst/>
          </p:spPr>
          <p:txBody>
            <a:bodyPr wrap="square" lIns="0" tIns="0" rIns="0" bIns="0" numCol="1" anchor="b">
              <a:noAutofit/>
            </a:bodyPr>
            <a:lstStyle/>
            <a:p>
              <a:endParaRPr sz="1424" dirty="0">
                <a:latin typeface="Lato Light" panose="020F0502020204030203" pitchFamily="34" charset="0"/>
              </a:endParaRPr>
            </a:p>
          </p:txBody>
        </p:sp>
        <p:sp>
          <p:nvSpPr>
            <p:cNvPr id="52" name="Shape 34219">
              <a:extLst>
                <a:ext uri="{FF2B5EF4-FFF2-40B4-BE49-F238E27FC236}">
                  <a16:creationId xmlns:a16="http://schemas.microsoft.com/office/drawing/2014/main" id="{922F1F8A-EC21-4CFE-94AA-B0C57664A87E}"/>
                </a:ext>
              </a:extLst>
            </p:cNvPr>
            <p:cNvSpPr/>
            <p:nvPr/>
          </p:nvSpPr>
          <p:spPr>
            <a:xfrm>
              <a:off x="11196245" y="10659511"/>
              <a:ext cx="389798" cy="479750"/>
            </a:xfrm>
            <a:custGeom>
              <a:avLst/>
              <a:gdLst/>
              <a:ahLst/>
              <a:cxnLst>
                <a:cxn ang="0">
                  <a:pos x="wd2" y="hd2"/>
                </a:cxn>
                <a:cxn ang="5400000">
                  <a:pos x="wd2" y="hd2"/>
                </a:cxn>
                <a:cxn ang="10800000">
                  <a:pos x="wd2" y="hd2"/>
                </a:cxn>
                <a:cxn ang="16200000">
                  <a:pos x="wd2" y="hd2"/>
                </a:cxn>
              </a:cxnLst>
              <a:rect l="0" t="0" r="r" b="b"/>
              <a:pathLst>
                <a:path w="21600" h="21600" extrusionOk="0">
                  <a:moveTo>
                    <a:pt x="831" y="0"/>
                  </a:moveTo>
                  <a:cubicBezTo>
                    <a:pt x="372" y="0"/>
                    <a:pt x="0" y="302"/>
                    <a:pt x="0" y="675"/>
                  </a:cubicBezTo>
                  <a:cubicBezTo>
                    <a:pt x="0" y="1048"/>
                    <a:pt x="372" y="1350"/>
                    <a:pt x="831" y="1350"/>
                  </a:cubicBezTo>
                  <a:lnTo>
                    <a:pt x="20769" y="1350"/>
                  </a:lnTo>
                  <a:cubicBezTo>
                    <a:pt x="21228" y="1350"/>
                    <a:pt x="21600" y="1048"/>
                    <a:pt x="21600" y="675"/>
                  </a:cubicBezTo>
                  <a:cubicBezTo>
                    <a:pt x="21600" y="302"/>
                    <a:pt x="21228" y="0"/>
                    <a:pt x="20769" y="0"/>
                  </a:cubicBezTo>
                  <a:lnTo>
                    <a:pt x="831" y="0"/>
                  </a:lnTo>
                  <a:close/>
                  <a:moveTo>
                    <a:pt x="831" y="2025"/>
                  </a:moveTo>
                  <a:lnTo>
                    <a:pt x="831" y="15525"/>
                  </a:lnTo>
                  <a:cubicBezTo>
                    <a:pt x="831" y="15525"/>
                    <a:pt x="20769" y="15525"/>
                    <a:pt x="20769" y="15525"/>
                  </a:cubicBezTo>
                  <a:lnTo>
                    <a:pt x="20769" y="2025"/>
                  </a:lnTo>
                  <a:lnTo>
                    <a:pt x="831" y="2025"/>
                  </a:lnTo>
                  <a:close/>
                  <a:moveTo>
                    <a:pt x="15785" y="4050"/>
                  </a:moveTo>
                  <a:lnTo>
                    <a:pt x="18277" y="4050"/>
                  </a:lnTo>
                  <a:cubicBezTo>
                    <a:pt x="18277" y="4050"/>
                    <a:pt x="18277" y="13500"/>
                    <a:pt x="18277" y="13500"/>
                  </a:cubicBezTo>
                  <a:lnTo>
                    <a:pt x="15785" y="13500"/>
                  </a:lnTo>
                  <a:lnTo>
                    <a:pt x="15785" y="4050"/>
                  </a:lnTo>
                  <a:close/>
                  <a:moveTo>
                    <a:pt x="7477" y="6750"/>
                  </a:moveTo>
                  <a:lnTo>
                    <a:pt x="9969" y="6750"/>
                  </a:lnTo>
                  <a:cubicBezTo>
                    <a:pt x="9969" y="6750"/>
                    <a:pt x="9969" y="13500"/>
                    <a:pt x="9969" y="13500"/>
                  </a:cubicBezTo>
                  <a:lnTo>
                    <a:pt x="7477" y="13500"/>
                  </a:lnTo>
                  <a:lnTo>
                    <a:pt x="7477" y="6750"/>
                  </a:lnTo>
                  <a:close/>
                  <a:moveTo>
                    <a:pt x="11631" y="8775"/>
                  </a:moveTo>
                  <a:lnTo>
                    <a:pt x="14123" y="8775"/>
                  </a:lnTo>
                  <a:cubicBezTo>
                    <a:pt x="14123" y="8775"/>
                    <a:pt x="14123" y="13500"/>
                    <a:pt x="14123" y="13500"/>
                  </a:cubicBezTo>
                  <a:lnTo>
                    <a:pt x="11631" y="13500"/>
                  </a:lnTo>
                  <a:lnTo>
                    <a:pt x="11631" y="8775"/>
                  </a:lnTo>
                  <a:close/>
                  <a:moveTo>
                    <a:pt x="3323" y="10800"/>
                  </a:moveTo>
                  <a:lnTo>
                    <a:pt x="5815" y="10800"/>
                  </a:lnTo>
                  <a:cubicBezTo>
                    <a:pt x="5815" y="10800"/>
                    <a:pt x="5815" y="13500"/>
                    <a:pt x="5815" y="13500"/>
                  </a:cubicBezTo>
                  <a:lnTo>
                    <a:pt x="3323" y="13500"/>
                  </a:lnTo>
                  <a:lnTo>
                    <a:pt x="3323" y="10800"/>
                  </a:lnTo>
                  <a:close/>
                  <a:moveTo>
                    <a:pt x="3323" y="16200"/>
                  </a:moveTo>
                  <a:lnTo>
                    <a:pt x="1662" y="21600"/>
                  </a:lnTo>
                  <a:lnTo>
                    <a:pt x="3323" y="21600"/>
                  </a:lnTo>
                  <a:lnTo>
                    <a:pt x="4985" y="16200"/>
                  </a:lnTo>
                  <a:cubicBezTo>
                    <a:pt x="4985" y="16200"/>
                    <a:pt x="3323" y="16200"/>
                    <a:pt x="3323" y="16200"/>
                  </a:cubicBezTo>
                  <a:close/>
                  <a:moveTo>
                    <a:pt x="9969" y="16200"/>
                  </a:moveTo>
                  <a:lnTo>
                    <a:pt x="9969" y="21600"/>
                  </a:lnTo>
                  <a:lnTo>
                    <a:pt x="11615" y="21600"/>
                  </a:lnTo>
                  <a:cubicBezTo>
                    <a:pt x="11615" y="21600"/>
                    <a:pt x="11631" y="16200"/>
                    <a:pt x="11631" y="16200"/>
                  </a:cubicBezTo>
                  <a:lnTo>
                    <a:pt x="9969" y="16200"/>
                  </a:lnTo>
                  <a:close/>
                  <a:moveTo>
                    <a:pt x="16615" y="16200"/>
                  </a:moveTo>
                  <a:lnTo>
                    <a:pt x="18277" y="21600"/>
                  </a:lnTo>
                  <a:lnTo>
                    <a:pt x="19938" y="21600"/>
                  </a:lnTo>
                  <a:cubicBezTo>
                    <a:pt x="19938" y="21600"/>
                    <a:pt x="18277" y="16200"/>
                    <a:pt x="18277" y="16200"/>
                  </a:cubicBezTo>
                  <a:lnTo>
                    <a:pt x="16615" y="16200"/>
                  </a:ln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53" name="Shape 34220">
              <a:extLst>
                <a:ext uri="{FF2B5EF4-FFF2-40B4-BE49-F238E27FC236}">
                  <a16:creationId xmlns:a16="http://schemas.microsoft.com/office/drawing/2014/main" id="{C67FEBAC-4FDA-4888-A68E-EE1855533665}"/>
                </a:ext>
              </a:extLst>
            </p:cNvPr>
            <p:cNvSpPr/>
            <p:nvPr/>
          </p:nvSpPr>
          <p:spPr>
            <a:xfrm>
              <a:off x="12966575" y="6806559"/>
              <a:ext cx="589416" cy="778290"/>
            </a:xfrm>
            <a:custGeom>
              <a:avLst/>
              <a:gdLst/>
              <a:ahLst/>
              <a:cxnLst>
                <a:cxn ang="0">
                  <a:pos x="wd2" y="hd2"/>
                </a:cxn>
                <a:cxn ang="5400000">
                  <a:pos x="wd2" y="hd2"/>
                </a:cxn>
                <a:cxn ang="10800000">
                  <a:pos x="wd2" y="hd2"/>
                </a:cxn>
                <a:cxn ang="16200000">
                  <a:pos x="wd2" y="hd2"/>
                </a:cxn>
              </a:cxnLst>
              <a:rect l="0" t="0" r="r" b="b"/>
              <a:pathLst>
                <a:path w="21350" h="21600" extrusionOk="0">
                  <a:moveTo>
                    <a:pt x="16784" y="1264"/>
                  </a:moveTo>
                  <a:cubicBezTo>
                    <a:pt x="16363" y="1078"/>
                    <a:pt x="15824" y="1189"/>
                    <a:pt x="15581" y="1511"/>
                  </a:cubicBezTo>
                  <a:lnTo>
                    <a:pt x="14280" y="3236"/>
                  </a:lnTo>
                  <a:cubicBezTo>
                    <a:pt x="14867" y="3417"/>
                    <a:pt x="15381" y="3636"/>
                    <a:pt x="15831" y="3874"/>
                  </a:cubicBezTo>
                  <a:lnTo>
                    <a:pt x="17106" y="2185"/>
                  </a:lnTo>
                  <a:cubicBezTo>
                    <a:pt x="17349" y="1863"/>
                    <a:pt x="17205" y="1451"/>
                    <a:pt x="16784" y="1264"/>
                  </a:cubicBezTo>
                  <a:close/>
                  <a:moveTo>
                    <a:pt x="21233" y="4689"/>
                  </a:moveTo>
                  <a:cubicBezTo>
                    <a:pt x="20988" y="4366"/>
                    <a:pt x="20450" y="4256"/>
                    <a:pt x="20028" y="4442"/>
                  </a:cubicBezTo>
                  <a:lnTo>
                    <a:pt x="17841" y="5408"/>
                  </a:lnTo>
                  <a:cubicBezTo>
                    <a:pt x="18203" y="5799"/>
                    <a:pt x="18487" y="6197"/>
                    <a:pt x="18711" y="6581"/>
                  </a:cubicBezTo>
                  <a:lnTo>
                    <a:pt x="20909" y="5610"/>
                  </a:lnTo>
                  <a:cubicBezTo>
                    <a:pt x="21331" y="5423"/>
                    <a:pt x="21475" y="5012"/>
                    <a:pt x="21233" y="4689"/>
                  </a:cubicBezTo>
                  <a:close/>
                  <a:moveTo>
                    <a:pt x="1322" y="4393"/>
                  </a:moveTo>
                  <a:cubicBezTo>
                    <a:pt x="900" y="4207"/>
                    <a:pt x="362" y="4317"/>
                    <a:pt x="118" y="4640"/>
                  </a:cubicBezTo>
                  <a:cubicBezTo>
                    <a:pt x="-125" y="4963"/>
                    <a:pt x="19" y="5375"/>
                    <a:pt x="441" y="5561"/>
                  </a:cubicBezTo>
                  <a:lnTo>
                    <a:pt x="2633" y="6530"/>
                  </a:lnTo>
                  <a:cubicBezTo>
                    <a:pt x="2861" y="6146"/>
                    <a:pt x="3149" y="5751"/>
                    <a:pt x="3514" y="5362"/>
                  </a:cubicBezTo>
                  <a:cubicBezTo>
                    <a:pt x="3514" y="5362"/>
                    <a:pt x="1322" y="4393"/>
                    <a:pt x="1322" y="4393"/>
                  </a:cubicBezTo>
                  <a:close/>
                  <a:moveTo>
                    <a:pt x="5797" y="1483"/>
                  </a:moveTo>
                  <a:cubicBezTo>
                    <a:pt x="5553" y="1160"/>
                    <a:pt x="5015" y="1050"/>
                    <a:pt x="4593" y="1236"/>
                  </a:cubicBezTo>
                  <a:cubicBezTo>
                    <a:pt x="4173" y="1422"/>
                    <a:pt x="4029" y="1834"/>
                    <a:pt x="4272" y="2157"/>
                  </a:cubicBezTo>
                  <a:lnTo>
                    <a:pt x="5544" y="3843"/>
                  </a:lnTo>
                  <a:cubicBezTo>
                    <a:pt x="5997" y="3607"/>
                    <a:pt x="6514" y="3392"/>
                    <a:pt x="7103" y="3215"/>
                  </a:cubicBezTo>
                  <a:cubicBezTo>
                    <a:pt x="7103" y="3215"/>
                    <a:pt x="5797" y="1483"/>
                    <a:pt x="5797" y="1483"/>
                  </a:cubicBezTo>
                  <a:close/>
                  <a:moveTo>
                    <a:pt x="10693" y="0"/>
                  </a:moveTo>
                  <a:cubicBezTo>
                    <a:pt x="10208" y="0"/>
                    <a:pt x="9813" y="302"/>
                    <a:pt x="9813" y="674"/>
                  </a:cubicBezTo>
                  <a:lnTo>
                    <a:pt x="9813" y="2753"/>
                  </a:lnTo>
                  <a:cubicBezTo>
                    <a:pt x="10026" y="2740"/>
                    <a:pt x="11348" y="2744"/>
                    <a:pt x="11574" y="2758"/>
                  </a:cubicBezTo>
                  <a:lnTo>
                    <a:pt x="11574" y="674"/>
                  </a:lnTo>
                  <a:cubicBezTo>
                    <a:pt x="11574" y="302"/>
                    <a:pt x="11180" y="0"/>
                    <a:pt x="10693" y="0"/>
                  </a:cubicBezTo>
                  <a:close/>
                  <a:moveTo>
                    <a:pt x="18428" y="9068"/>
                  </a:moveTo>
                  <a:cubicBezTo>
                    <a:pt x="18228" y="7091"/>
                    <a:pt x="16423" y="3572"/>
                    <a:pt x="10662" y="3572"/>
                  </a:cubicBezTo>
                  <a:cubicBezTo>
                    <a:pt x="10661" y="3572"/>
                    <a:pt x="10660" y="3572"/>
                    <a:pt x="10659" y="3572"/>
                  </a:cubicBezTo>
                  <a:cubicBezTo>
                    <a:pt x="10658" y="3572"/>
                    <a:pt x="10658" y="3572"/>
                    <a:pt x="10657" y="3572"/>
                  </a:cubicBezTo>
                  <a:cubicBezTo>
                    <a:pt x="10656" y="3572"/>
                    <a:pt x="10655" y="3572"/>
                    <a:pt x="10655" y="3572"/>
                  </a:cubicBezTo>
                  <a:cubicBezTo>
                    <a:pt x="10654" y="3572"/>
                    <a:pt x="10653" y="3572"/>
                    <a:pt x="10652" y="3572"/>
                  </a:cubicBezTo>
                  <a:cubicBezTo>
                    <a:pt x="4890" y="3572"/>
                    <a:pt x="3086" y="7091"/>
                    <a:pt x="2886" y="9068"/>
                  </a:cubicBezTo>
                  <a:cubicBezTo>
                    <a:pt x="2715" y="10852"/>
                    <a:pt x="4327" y="12514"/>
                    <a:pt x="4510" y="12775"/>
                  </a:cubicBezTo>
                  <a:cubicBezTo>
                    <a:pt x="4810" y="13201"/>
                    <a:pt x="6695" y="14825"/>
                    <a:pt x="6762" y="15807"/>
                  </a:cubicBezTo>
                  <a:cubicBezTo>
                    <a:pt x="6855" y="17159"/>
                    <a:pt x="7070" y="17195"/>
                    <a:pt x="7930" y="17355"/>
                  </a:cubicBezTo>
                  <a:cubicBezTo>
                    <a:pt x="8807" y="17519"/>
                    <a:pt x="12507" y="17519"/>
                    <a:pt x="13383" y="17355"/>
                  </a:cubicBezTo>
                  <a:cubicBezTo>
                    <a:pt x="14243" y="17195"/>
                    <a:pt x="14459" y="17159"/>
                    <a:pt x="14552" y="15807"/>
                  </a:cubicBezTo>
                  <a:cubicBezTo>
                    <a:pt x="14619" y="14825"/>
                    <a:pt x="16504" y="13201"/>
                    <a:pt x="16803" y="12775"/>
                  </a:cubicBezTo>
                  <a:cubicBezTo>
                    <a:pt x="16987" y="12514"/>
                    <a:pt x="18599" y="10852"/>
                    <a:pt x="18428" y="9068"/>
                  </a:cubicBezTo>
                  <a:close/>
                  <a:moveTo>
                    <a:pt x="13756" y="19204"/>
                  </a:moveTo>
                  <a:cubicBezTo>
                    <a:pt x="13756" y="18991"/>
                    <a:pt x="13530" y="18817"/>
                    <a:pt x="13251" y="18817"/>
                  </a:cubicBezTo>
                  <a:lnTo>
                    <a:pt x="8063" y="18817"/>
                  </a:lnTo>
                  <a:cubicBezTo>
                    <a:pt x="7783" y="18817"/>
                    <a:pt x="7557" y="18991"/>
                    <a:pt x="7557" y="19204"/>
                  </a:cubicBezTo>
                  <a:lnTo>
                    <a:pt x="7557" y="19204"/>
                  </a:lnTo>
                  <a:cubicBezTo>
                    <a:pt x="7557" y="19418"/>
                    <a:pt x="7783" y="19591"/>
                    <a:pt x="8063" y="19591"/>
                  </a:cubicBezTo>
                  <a:lnTo>
                    <a:pt x="13251" y="19591"/>
                  </a:lnTo>
                  <a:cubicBezTo>
                    <a:pt x="13530" y="19591"/>
                    <a:pt x="13756" y="19418"/>
                    <a:pt x="13756" y="19204"/>
                  </a:cubicBezTo>
                  <a:cubicBezTo>
                    <a:pt x="13756" y="19204"/>
                    <a:pt x="13756" y="19204"/>
                    <a:pt x="13756" y="19204"/>
                  </a:cubicBezTo>
                  <a:close/>
                  <a:moveTo>
                    <a:pt x="13756" y="18147"/>
                  </a:moveTo>
                  <a:cubicBezTo>
                    <a:pt x="13756" y="17934"/>
                    <a:pt x="13530" y="17761"/>
                    <a:pt x="13251" y="17761"/>
                  </a:cubicBezTo>
                  <a:lnTo>
                    <a:pt x="8063" y="17761"/>
                  </a:lnTo>
                  <a:cubicBezTo>
                    <a:pt x="7783" y="17761"/>
                    <a:pt x="7557" y="17934"/>
                    <a:pt x="7557" y="18147"/>
                  </a:cubicBezTo>
                  <a:lnTo>
                    <a:pt x="7557" y="18147"/>
                  </a:lnTo>
                  <a:cubicBezTo>
                    <a:pt x="7557" y="18361"/>
                    <a:pt x="7783" y="18535"/>
                    <a:pt x="8063" y="18535"/>
                  </a:cubicBezTo>
                  <a:lnTo>
                    <a:pt x="13251" y="18535"/>
                  </a:lnTo>
                  <a:cubicBezTo>
                    <a:pt x="13530" y="18535"/>
                    <a:pt x="13756" y="18361"/>
                    <a:pt x="13756" y="18147"/>
                  </a:cubicBezTo>
                  <a:cubicBezTo>
                    <a:pt x="13756" y="18147"/>
                    <a:pt x="13756" y="18147"/>
                    <a:pt x="13756" y="18147"/>
                  </a:cubicBezTo>
                  <a:close/>
                  <a:moveTo>
                    <a:pt x="8400" y="19874"/>
                  </a:moveTo>
                  <a:lnTo>
                    <a:pt x="12913" y="19874"/>
                  </a:lnTo>
                  <a:cubicBezTo>
                    <a:pt x="12913" y="20827"/>
                    <a:pt x="11903" y="21600"/>
                    <a:pt x="10657" y="21600"/>
                  </a:cubicBezTo>
                  <a:cubicBezTo>
                    <a:pt x="9411" y="21600"/>
                    <a:pt x="8400" y="20827"/>
                    <a:pt x="8400" y="19874"/>
                  </a:cubicBezTo>
                  <a:close/>
                </a:path>
              </a:pathLst>
            </a:custGeom>
            <a:solidFill>
              <a:schemeClr val="bg1">
                <a:lumMod val="85000"/>
              </a:schemeClr>
            </a:solidFill>
            <a:ln w="12700" cap="flat">
              <a:noFill/>
              <a:miter lim="400000"/>
            </a:ln>
            <a:effectLst/>
          </p:spPr>
          <p:txBody>
            <a:bodyPr wrap="square" lIns="0" tIns="0" rIns="0" bIns="0" numCol="1" anchor="b">
              <a:noAutofit/>
            </a:bodyPr>
            <a:lstStyle/>
            <a:p>
              <a:endParaRPr sz="1424" dirty="0">
                <a:latin typeface="Lato Light" panose="020F0502020204030203" pitchFamily="34" charset="0"/>
              </a:endParaRPr>
            </a:p>
          </p:txBody>
        </p:sp>
        <p:sp>
          <p:nvSpPr>
            <p:cNvPr id="54" name="Shape 34221">
              <a:extLst>
                <a:ext uri="{FF2B5EF4-FFF2-40B4-BE49-F238E27FC236}">
                  <a16:creationId xmlns:a16="http://schemas.microsoft.com/office/drawing/2014/main" id="{3E7BA551-B06D-4FE4-97F8-7688D8648651}"/>
                </a:ext>
              </a:extLst>
            </p:cNvPr>
            <p:cNvSpPr/>
            <p:nvPr/>
          </p:nvSpPr>
          <p:spPr>
            <a:xfrm>
              <a:off x="11922329" y="9268053"/>
              <a:ext cx="476450" cy="629124"/>
            </a:xfrm>
            <a:custGeom>
              <a:avLst/>
              <a:gdLst/>
              <a:ahLst/>
              <a:cxnLst>
                <a:cxn ang="0">
                  <a:pos x="wd2" y="hd2"/>
                </a:cxn>
                <a:cxn ang="5400000">
                  <a:pos x="wd2" y="hd2"/>
                </a:cxn>
                <a:cxn ang="10800000">
                  <a:pos x="wd2" y="hd2"/>
                </a:cxn>
                <a:cxn ang="16200000">
                  <a:pos x="wd2" y="hd2"/>
                </a:cxn>
              </a:cxnLst>
              <a:rect l="0" t="0" r="r" b="b"/>
              <a:pathLst>
                <a:path w="21350" h="21600" extrusionOk="0">
                  <a:moveTo>
                    <a:pt x="16784" y="1264"/>
                  </a:moveTo>
                  <a:cubicBezTo>
                    <a:pt x="16363" y="1078"/>
                    <a:pt x="15824" y="1189"/>
                    <a:pt x="15581" y="1511"/>
                  </a:cubicBezTo>
                  <a:lnTo>
                    <a:pt x="14280" y="3236"/>
                  </a:lnTo>
                  <a:cubicBezTo>
                    <a:pt x="14867" y="3417"/>
                    <a:pt x="15381" y="3636"/>
                    <a:pt x="15831" y="3874"/>
                  </a:cubicBezTo>
                  <a:lnTo>
                    <a:pt x="17106" y="2185"/>
                  </a:lnTo>
                  <a:cubicBezTo>
                    <a:pt x="17349" y="1863"/>
                    <a:pt x="17205" y="1451"/>
                    <a:pt x="16784" y="1264"/>
                  </a:cubicBezTo>
                  <a:close/>
                  <a:moveTo>
                    <a:pt x="21233" y="4689"/>
                  </a:moveTo>
                  <a:cubicBezTo>
                    <a:pt x="20988" y="4366"/>
                    <a:pt x="20450" y="4256"/>
                    <a:pt x="20028" y="4442"/>
                  </a:cubicBezTo>
                  <a:lnTo>
                    <a:pt x="17841" y="5408"/>
                  </a:lnTo>
                  <a:cubicBezTo>
                    <a:pt x="18203" y="5799"/>
                    <a:pt x="18487" y="6197"/>
                    <a:pt x="18711" y="6581"/>
                  </a:cubicBezTo>
                  <a:lnTo>
                    <a:pt x="20909" y="5610"/>
                  </a:lnTo>
                  <a:cubicBezTo>
                    <a:pt x="21331" y="5423"/>
                    <a:pt x="21475" y="5012"/>
                    <a:pt x="21233" y="4689"/>
                  </a:cubicBezTo>
                  <a:close/>
                  <a:moveTo>
                    <a:pt x="1322" y="4393"/>
                  </a:moveTo>
                  <a:cubicBezTo>
                    <a:pt x="900" y="4207"/>
                    <a:pt x="362" y="4317"/>
                    <a:pt x="118" y="4640"/>
                  </a:cubicBezTo>
                  <a:cubicBezTo>
                    <a:pt x="-125" y="4963"/>
                    <a:pt x="19" y="5375"/>
                    <a:pt x="441" y="5561"/>
                  </a:cubicBezTo>
                  <a:lnTo>
                    <a:pt x="2633" y="6530"/>
                  </a:lnTo>
                  <a:cubicBezTo>
                    <a:pt x="2861" y="6146"/>
                    <a:pt x="3149" y="5751"/>
                    <a:pt x="3514" y="5362"/>
                  </a:cubicBezTo>
                  <a:cubicBezTo>
                    <a:pt x="3514" y="5362"/>
                    <a:pt x="1322" y="4393"/>
                    <a:pt x="1322" y="4393"/>
                  </a:cubicBezTo>
                  <a:close/>
                  <a:moveTo>
                    <a:pt x="5797" y="1483"/>
                  </a:moveTo>
                  <a:cubicBezTo>
                    <a:pt x="5553" y="1160"/>
                    <a:pt x="5015" y="1050"/>
                    <a:pt x="4593" y="1236"/>
                  </a:cubicBezTo>
                  <a:cubicBezTo>
                    <a:pt x="4173" y="1422"/>
                    <a:pt x="4029" y="1834"/>
                    <a:pt x="4272" y="2157"/>
                  </a:cubicBezTo>
                  <a:lnTo>
                    <a:pt x="5544" y="3843"/>
                  </a:lnTo>
                  <a:cubicBezTo>
                    <a:pt x="5997" y="3607"/>
                    <a:pt x="6514" y="3392"/>
                    <a:pt x="7103" y="3215"/>
                  </a:cubicBezTo>
                  <a:cubicBezTo>
                    <a:pt x="7103" y="3215"/>
                    <a:pt x="5797" y="1483"/>
                    <a:pt x="5797" y="1483"/>
                  </a:cubicBezTo>
                  <a:close/>
                  <a:moveTo>
                    <a:pt x="10693" y="0"/>
                  </a:moveTo>
                  <a:cubicBezTo>
                    <a:pt x="10208" y="0"/>
                    <a:pt x="9813" y="302"/>
                    <a:pt x="9813" y="674"/>
                  </a:cubicBezTo>
                  <a:lnTo>
                    <a:pt x="9813" y="2753"/>
                  </a:lnTo>
                  <a:cubicBezTo>
                    <a:pt x="10026" y="2740"/>
                    <a:pt x="11348" y="2744"/>
                    <a:pt x="11574" y="2758"/>
                  </a:cubicBezTo>
                  <a:lnTo>
                    <a:pt x="11574" y="674"/>
                  </a:lnTo>
                  <a:cubicBezTo>
                    <a:pt x="11574" y="302"/>
                    <a:pt x="11180" y="0"/>
                    <a:pt x="10693" y="0"/>
                  </a:cubicBezTo>
                  <a:close/>
                  <a:moveTo>
                    <a:pt x="18428" y="9068"/>
                  </a:moveTo>
                  <a:cubicBezTo>
                    <a:pt x="18228" y="7091"/>
                    <a:pt x="16423" y="3572"/>
                    <a:pt x="10662" y="3572"/>
                  </a:cubicBezTo>
                  <a:cubicBezTo>
                    <a:pt x="10661" y="3572"/>
                    <a:pt x="10660" y="3572"/>
                    <a:pt x="10659" y="3572"/>
                  </a:cubicBezTo>
                  <a:cubicBezTo>
                    <a:pt x="10658" y="3572"/>
                    <a:pt x="10658" y="3572"/>
                    <a:pt x="10657" y="3572"/>
                  </a:cubicBezTo>
                  <a:cubicBezTo>
                    <a:pt x="10656" y="3572"/>
                    <a:pt x="10655" y="3572"/>
                    <a:pt x="10655" y="3572"/>
                  </a:cubicBezTo>
                  <a:cubicBezTo>
                    <a:pt x="10654" y="3572"/>
                    <a:pt x="10653" y="3572"/>
                    <a:pt x="10652" y="3572"/>
                  </a:cubicBezTo>
                  <a:cubicBezTo>
                    <a:pt x="4890" y="3572"/>
                    <a:pt x="3086" y="7091"/>
                    <a:pt x="2886" y="9068"/>
                  </a:cubicBezTo>
                  <a:cubicBezTo>
                    <a:pt x="2715" y="10852"/>
                    <a:pt x="4327" y="12514"/>
                    <a:pt x="4510" y="12775"/>
                  </a:cubicBezTo>
                  <a:cubicBezTo>
                    <a:pt x="4810" y="13201"/>
                    <a:pt x="6695" y="14825"/>
                    <a:pt x="6762" y="15807"/>
                  </a:cubicBezTo>
                  <a:cubicBezTo>
                    <a:pt x="6855" y="17159"/>
                    <a:pt x="7070" y="17195"/>
                    <a:pt x="7930" y="17355"/>
                  </a:cubicBezTo>
                  <a:cubicBezTo>
                    <a:pt x="8807" y="17519"/>
                    <a:pt x="12507" y="17519"/>
                    <a:pt x="13383" y="17355"/>
                  </a:cubicBezTo>
                  <a:cubicBezTo>
                    <a:pt x="14243" y="17195"/>
                    <a:pt x="14459" y="17159"/>
                    <a:pt x="14552" y="15807"/>
                  </a:cubicBezTo>
                  <a:cubicBezTo>
                    <a:pt x="14619" y="14825"/>
                    <a:pt x="16504" y="13201"/>
                    <a:pt x="16803" y="12775"/>
                  </a:cubicBezTo>
                  <a:cubicBezTo>
                    <a:pt x="16987" y="12514"/>
                    <a:pt x="18599" y="10852"/>
                    <a:pt x="18428" y="9068"/>
                  </a:cubicBezTo>
                  <a:close/>
                  <a:moveTo>
                    <a:pt x="13756" y="19204"/>
                  </a:moveTo>
                  <a:cubicBezTo>
                    <a:pt x="13756" y="18991"/>
                    <a:pt x="13530" y="18817"/>
                    <a:pt x="13251" y="18817"/>
                  </a:cubicBezTo>
                  <a:lnTo>
                    <a:pt x="8063" y="18817"/>
                  </a:lnTo>
                  <a:cubicBezTo>
                    <a:pt x="7783" y="18817"/>
                    <a:pt x="7557" y="18991"/>
                    <a:pt x="7557" y="19204"/>
                  </a:cubicBezTo>
                  <a:lnTo>
                    <a:pt x="7557" y="19204"/>
                  </a:lnTo>
                  <a:cubicBezTo>
                    <a:pt x="7557" y="19418"/>
                    <a:pt x="7783" y="19591"/>
                    <a:pt x="8063" y="19591"/>
                  </a:cubicBezTo>
                  <a:lnTo>
                    <a:pt x="13251" y="19591"/>
                  </a:lnTo>
                  <a:cubicBezTo>
                    <a:pt x="13530" y="19591"/>
                    <a:pt x="13756" y="19418"/>
                    <a:pt x="13756" y="19204"/>
                  </a:cubicBezTo>
                  <a:cubicBezTo>
                    <a:pt x="13756" y="19204"/>
                    <a:pt x="13756" y="19204"/>
                    <a:pt x="13756" y="19204"/>
                  </a:cubicBezTo>
                  <a:close/>
                  <a:moveTo>
                    <a:pt x="13756" y="18147"/>
                  </a:moveTo>
                  <a:cubicBezTo>
                    <a:pt x="13756" y="17934"/>
                    <a:pt x="13530" y="17761"/>
                    <a:pt x="13251" y="17761"/>
                  </a:cubicBezTo>
                  <a:lnTo>
                    <a:pt x="8063" y="17761"/>
                  </a:lnTo>
                  <a:cubicBezTo>
                    <a:pt x="7783" y="17761"/>
                    <a:pt x="7557" y="17934"/>
                    <a:pt x="7557" y="18147"/>
                  </a:cubicBezTo>
                  <a:lnTo>
                    <a:pt x="7557" y="18147"/>
                  </a:lnTo>
                  <a:cubicBezTo>
                    <a:pt x="7557" y="18361"/>
                    <a:pt x="7783" y="18535"/>
                    <a:pt x="8063" y="18535"/>
                  </a:cubicBezTo>
                  <a:lnTo>
                    <a:pt x="13251" y="18535"/>
                  </a:lnTo>
                  <a:cubicBezTo>
                    <a:pt x="13530" y="18535"/>
                    <a:pt x="13756" y="18361"/>
                    <a:pt x="13756" y="18147"/>
                  </a:cubicBezTo>
                  <a:cubicBezTo>
                    <a:pt x="13756" y="18147"/>
                    <a:pt x="13756" y="18147"/>
                    <a:pt x="13756" y="18147"/>
                  </a:cubicBezTo>
                  <a:close/>
                  <a:moveTo>
                    <a:pt x="8400" y="19874"/>
                  </a:moveTo>
                  <a:lnTo>
                    <a:pt x="12913" y="19874"/>
                  </a:lnTo>
                  <a:cubicBezTo>
                    <a:pt x="12913" y="20827"/>
                    <a:pt x="11903" y="21600"/>
                    <a:pt x="10657" y="21600"/>
                  </a:cubicBezTo>
                  <a:cubicBezTo>
                    <a:pt x="9411" y="21600"/>
                    <a:pt x="8400" y="20827"/>
                    <a:pt x="8400" y="19874"/>
                  </a:cubicBezTo>
                  <a:close/>
                </a:path>
              </a:pathLst>
            </a:custGeom>
            <a:solidFill>
              <a:schemeClr val="bg1">
                <a:lumMod val="85000"/>
              </a:schemeClr>
            </a:solidFill>
            <a:ln w="12700" cap="flat">
              <a:noFill/>
              <a:miter lim="400000"/>
            </a:ln>
            <a:effectLst/>
          </p:spPr>
          <p:txBody>
            <a:bodyPr wrap="square" lIns="0" tIns="0" rIns="0" bIns="0" numCol="1" anchor="b">
              <a:noAutofit/>
            </a:bodyPr>
            <a:lstStyle/>
            <a:p>
              <a:endParaRPr sz="1424" dirty="0">
                <a:latin typeface="Lato Light" panose="020F0502020204030203" pitchFamily="34" charset="0"/>
              </a:endParaRPr>
            </a:p>
          </p:txBody>
        </p:sp>
        <p:sp>
          <p:nvSpPr>
            <p:cNvPr id="55" name="Shape 34222">
              <a:extLst>
                <a:ext uri="{FF2B5EF4-FFF2-40B4-BE49-F238E27FC236}">
                  <a16:creationId xmlns:a16="http://schemas.microsoft.com/office/drawing/2014/main" id="{D6D14C92-6CC7-48B7-A0E5-5801F672CBDF}"/>
                </a:ext>
              </a:extLst>
            </p:cNvPr>
            <p:cNvSpPr/>
            <p:nvPr/>
          </p:nvSpPr>
          <p:spPr>
            <a:xfrm>
              <a:off x="11993787" y="10946019"/>
              <a:ext cx="447534" cy="447468"/>
            </a:xfrm>
            <a:custGeom>
              <a:avLst/>
              <a:gdLst/>
              <a:ahLst/>
              <a:cxnLst>
                <a:cxn ang="0">
                  <a:pos x="wd2" y="hd2"/>
                </a:cxn>
                <a:cxn ang="5400000">
                  <a:pos x="wd2" y="hd2"/>
                </a:cxn>
                <a:cxn ang="10800000">
                  <a:pos x="wd2" y="hd2"/>
                </a:cxn>
                <a:cxn ang="16200000">
                  <a:pos x="wd2" y="hd2"/>
                </a:cxn>
              </a:cxnLst>
              <a:rect l="0" t="0" r="r" b="b"/>
              <a:pathLst>
                <a:path w="21317" h="21317" extrusionOk="0">
                  <a:moveTo>
                    <a:pt x="7792" y="27"/>
                  </a:moveTo>
                  <a:cubicBezTo>
                    <a:pt x="7372" y="141"/>
                    <a:pt x="7122" y="573"/>
                    <a:pt x="7234" y="993"/>
                  </a:cubicBezTo>
                  <a:lnTo>
                    <a:pt x="7836" y="3244"/>
                  </a:lnTo>
                  <a:cubicBezTo>
                    <a:pt x="8357" y="3022"/>
                    <a:pt x="8864" y="2878"/>
                    <a:pt x="9346" y="2789"/>
                  </a:cubicBezTo>
                  <a:lnTo>
                    <a:pt x="8758" y="585"/>
                  </a:lnTo>
                  <a:cubicBezTo>
                    <a:pt x="8645" y="164"/>
                    <a:pt x="8213" y="-85"/>
                    <a:pt x="7792" y="27"/>
                  </a:cubicBezTo>
                  <a:close/>
                  <a:moveTo>
                    <a:pt x="13442" y="41"/>
                  </a:moveTo>
                  <a:cubicBezTo>
                    <a:pt x="13020" y="-71"/>
                    <a:pt x="12588" y="179"/>
                    <a:pt x="12475" y="600"/>
                  </a:cubicBezTo>
                  <a:lnTo>
                    <a:pt x="11888" y="2784"/>
                  </a:lnTo>
                  <a:cubicBezTo>
                    <a:pt x="12441" y="2878"/>
                    <a:pt x="12949" y="3027"/>
                    <a:pt x="13408" y="3203"/>
                  </a:cubicBezTo>
                  <a:lnTo>
                    <a:pt x="13998" y="1007"/>
                  </a:lnTo>
                  <a:cubicBezTo>
                    <a:pt x="14110" y="585"/>
                    <a:pt x="13862" y="154"/>
                    <a:pt x="13442" y="41"/>
                  </a:cubicBezTo>
                  <a:close/>
                  <a:moveTo>
                    <a:pt x="585" y="12411"/>
                  </a:moveTo>
                  <a:cubicBezTo>
                    <a:pt x="164" y="12524"/>
                    <a:pt x="-86" y="12956"/>
                    <a:pt x="27" y="13377"/>
                  </a:cubicBezTo>
                  <a:cubicBezTo>
                    <a:pt x="139" y="13798"/>
                    <a:pt x="571" y="14047"/>
                    <a:pt x="992" y="13934"/>
                  </a:cubicBezTo>
                  <a:lnTo>
                    <a:pt x="3181" y="13347"/>
                  </a:lnTo>
                  <a:cubicBezTo>
                    <a:pt x="3009" y="12885"/>
                    <a:pt x="2865" y="12376"/>
                    <a:pt x="2775" y="11823"/>
                  </a:cubicBezTo>
                  <a:cubicBezTo>
                    <a:pt x="2775" y="11823"/>
                    <a:pt x="585" y="12411"/>
                    <a:pt x="585" y="12411"/>
                  </a:cubicBezTo>
                  <a:close/>
                  <a:moveTo>
                    <a:pt x="1013" y="7169"/>
                  </a:moveTo>
                  <a:cubicBezTo>
                    <a:pt x="592" y="7056"/>
                    <a:pt x="160" y="7306"/>
                    <a:pt x="47" y="7727"/>
                  </a:cubicBezTo>
                  <a:cubicBezTo>
                    <a:pt x="-66" y="8148"/>
                    <a:pt x="184" y="8580"/>
                    <a:pt x="604" y="8692"/>
                  </a:cubicBezTo>
                  <a:lnTo>
                    <a:pt x="2805" y="9281"/>
                  </a:lnTo>
                  <a:cubicBezTo>
                    <a:pt x="2896" y="8799"/>
                    <a:pt x="3046" y="8293"/>
                    <a:pt x="3273" y="7773"/>
                  </a:cubicBezTo>
                  <a:cubicBezTo>
                    <a:pt x="3273" y="7773"/>
                    <a:pt x="1013" y="7169"/>
                    <a:pt x="1013" y="7169"/>
                  </a:cubicBezTo>
                  <a:close/>
                  <a:moveTo>
                    <a:pt x="2889" y="2841"/>
                  </a:moveTo>
                  <a:cubicBezTo>
                    <a:pt x="2581" y="3148"/>
                    <a:pt x="2580" y="3648"/>
                    <a:pt x="2888" y="3956"/>
                  </a:cubicBezTo>
                  <a:lnTo>
                    <a:pt x="4607" y="5675"/>
                  </a:lnTo>
                  <a:cubicBezTo>
                    <a:pt x="4732" y="5529"/>
                    <a:pt x="5572" y="4695"/>
                    <a:pt x="5727" y="4563"/>
                  </a:cubicBezTo>
                  <a:lnTo>
                    <a:pt x="4004" y="2840"/>
                  </a:lnTo>
                  <a:cubicBezTo>
                    <a:pt x="3696" y="2532"/>
                    <a:pt x="3197" y="2533"/>
                    <a:pt x="2889" y="2841"/>
                  </a:cubicBezTo>
                  <a:close/>
                  <a:moveTo>
                    <a:pt x="15285" y="5439"/>
                  </a:moveTo>
                  <a:cubicBezTo>
                    <a:pt x="13524" y="3930"/>
                    <a:pt x="9472" y="2164"/>
                    <a:pt x="5822" y="5814"/>
                  </a:cubicBezTo>
                  <a:cubicBezTo>
                    <a:pt x="5821" y="5815"/>
                    <a:pt x="5821" y="5815"/>
                    <a:pt x="5821" y="5816"/>
                  </a:cubicBezTo>
                  <a:cubicBezTo>
                    <a:pt x="5820" y="5816"/>
                    <a:pt x="5819" y="5817"/>
                    <a:pt x="5819" y="5817"/>
                  </a:cubicBezTo>
                  <a:cubicBezTo>
                    <a:pt x="5819" y="5818"/>
                    <a:pt x="5818" y="5818"/>
                    <a:pt x="5818" y="5819"/>
                  </a:cubicBezTo>
                  <a:cubicBezTo>
                    <a:pt x="5817" y="5819"/>
                    <a:pt x="5817" y="5820"/>
                    <a:pt x="5816" y="5820"/>
                  </a:cubicBezTo>
                  <a:cubicBezTo>
                    <a:pt x="2166" y="9471"/>
                    <a:pt x="3932" y="13524"/>
                    <a:pt x="5440" y="15285"/>
                  </a:cubicBezTo>
                  <a:cubicBezTo>
                    <a:pt x="6807" y="16868"/>
                    <a:pt x="9202" y="17222"/>
                    <a:pt x="9535" y="17322"/>
                  </a:cubicBezTo>
                  <a:cubicBezTo>
                    <a:pt x="10076" y="17484"/>
                    <a:pt x="12612" y="17632"/>
                    <a:pt x="13467" y="18402"/>
                  </a:cubicBezTo>
                  <a:cubicBezTo>
                    <a:pt x="14644" y="19461"/>
                    <a:pt x="14810" y="19354"/>
                    <a:pt x="15487" y="18942"/>
                  </a:cubicBezTo>
                  <a:cubicBezTo>
                    <a:pt x="16178" y="18522"/>
                    <a:pt x="18522" y="16178"/>
                    <a:pt x="18942" y="15487"/>
                  </a:cubicBezTo>
                  <a:cubicBezTo>
                    <a:pt x="19354" y="14810"/>
                    <a:pt x="19461" y="14644"/>
                    <a:pt x="18401" y="13467"/>
                  </a:cubicBezTo>
                  <a:cubicBezTo>
                    <a:pt x="17632" y="12612"/>
                    <a:pt x="17484" y="10075"/>
                    <a:pt x="17321" y="9534"/>
                  </a:cubicBezTo>
                  <a:cubicBezTo>
                    <a:pt x="17222" y="9201"/>
                    <a:pt x="16868" y="6805"/>
                    <a:pt x="15285" y="5439"/>
                  </a:cubicBezTo>
                  <a:close/>
                  <a:moveTo>
                    <a:pt x="20706" y="16780"/>
                  </a:moveTo>
                  <a:cubicBezTo>
                    <a:pt x="20530" y="16603"/>
                    <a:pt x="20243" y="16603"/>
                    <a:pt x="20066" y="16780"/>
                  </a:cubicBezTo>
                  <a:lnTo>
                    <a:pt x="16780" y="20067"/>
                  </a:lnTo>
                  <a:cubicBezTo>
                    <a:pt x="16603" y="20244"/>
                    <a:pt x="16603" y="20531"/>
                    <a:pt x="16780" y="20707"/>
                  </a:cubicBezTo>
                  <a:lnTo>
                    <a:pt x="16780" y="20707"/>
                  </a:lnTo>
                  <a:cubicBezTo>
                    <a:pt x="16956" y="20884"/>
                    <a:pt x="17243" y="20884"/>
                    <a:pt x="17419" y="20707"/>
                  </a:cubicBezTo>
                  <a:lnTo>
                    <a:pt x="20706" y="17420"/>
                  </a:lnTo>
                  <a:cubicBezTo>
                    <a:pt x="20883" y="17243"/>
                    <a:pt x="20883" y="16956"/>
                    <a:pt x="20706" y="16780"/>
                  </a:cubicBezTo>
                  <a:cubicBezTo>
                    <a:pt x="20706" y="16780"/>
                    <a:pt x="20706" y="16780"/>
                    <a:pt x="20706" y="16780"/>
                  </a:cubicBezTo>
                  <a:close/>
                  <a:moveTo>
                    <a:pt x="19833" y="15906"/>
                  </a:moveTo>
                  <a:cubicBezTo>
                    <a:pt x="19656" y="15729"/>
                    <a:pt x="19370" y="15730"/>
                    <a:pt x="19193" y="15906"/>
                  </a:cubicBezTo>
                  <a:lnTo>
                    <a:pt x="15906" y="19194"/>
                  </a:lnTo>
                  <a:cubicBezTo>
                    <a:pt x="15729" y="19370"/>
                    <a:pt x="15729" y="19657"/>
                    <a:pt x="15906" y="19833"/>
                  </a:cubicBezTo>
                  <a:lnTo>
                    <a:pt x="15906" y="19833"/>
                  </a:lnTo>
                  <a:cubicBezTo>
                    <a:pt x="16082" y="20010"/>
                    <a:pt x="16369" y="20010"/>
                    <a:pt x="16546" y="19833"/>
                  </a:cubicBezTo>
                  <a:lnTo>
                    <a:pt x="19833" y="16546"/>
                  </a:lnTo>
                  <a:cubicBezTo>
                    <a:pt x="20009" y="16369"/>
                    <a:pt x="20009" y="16083"/>
                    <a:pt x="19833" y="15906"/>
                  </a:cubicBezTo>
                  <a:cubicBezTo>
                    <a:pt x="19833" y="15906"/>
                    <a:pt x="19833" y="15906"/>
                    <a:pt x="19833" y="15906"/>
                  </a:cubicBezTo>
                  <a:close/>
                  <a:moveTo>
                    <a:pt x="17867" y="20727"/>
                  </a:moveTo>
                  <a:lnTo>
                    <a:pt x="20726" y="17867"/>
                  </a:lnTo>
                  <a:cubicBezTo>
                    <a:pt x="21514" y="18656"/>
                    <a:pt x="21513" y="19935"/>
                    <a:pt x="20724" y="20724"/>
                  </a:cubicBezTo>
                  <a:cubicBezTo>
                    <a:pt x="19934" y="21514"/>
                    <a:pt x="18655" y="21515"/>
                    <a:pt x="17867" y="20727"/>
                  </a:cubicBezTo>
                  <a:close/>
                </a:path>
              </a:pathLst>
            </a:custGeom>
            <a:solidFill>
              <a:schemeClr val="bg1">
                <a:lumMod val="85000"/>
              </a:schemeClr>
            </a:solidFill>
            <a:ln w="12700" cap="flat">
              <a:noFill/>
              <a:miter lim="400000"/>
            </a:ln>
            <a:effectLst/>
          </p:spPr>
          <p:txBody>
            <a:bodyPr wrap="square" lIns="0" tIns="0" rIns="0" bIns="0" numCol="1" anchor="b">
              <a:noAutofit/>
            </a:bodyPr>
            <a:lstStyle/>
            <a:p>
              <a:endParaRPr sz="1424" dirty="0">
                <a:latin typeface="Lato Light" panose="020F0502020204030203" pitchFamily="34" charset="0"/>
              </a:endParaRPr>
            </a:p>
          </p:txBody>
        </p:sp>
        <p:sp>
          <p:nvSpPr>
            <p:cNvPr id="56" name="Shape 34223">
              <a:extLst>
                <a:ext uri="{FF2B5EF4-FFF2-40B4-BE49-F238E27FC236}">
                  <a16:creationId xmlns:a16="http://schemas.microsoft.com/office/drawing/2014/main" id="{1A04EC51-D36E-4884-9F09-10AC368049F1}"/>
                </a:ext>
              </a:extLst>
            </p:cNvPr>
            <p:cNvSpPr/>
            <p:nvPr/>
          </p:nvSpPr>
          <p:spPr>
            <a:xfrm>
              <a:off x="11828592" y="12064076"/>
              <a:ext cx="446404" cy="410140"/>
            </a:xfrm>
            <a:custGeom>
              <a:avLst/>
              <a:gdLst/>
              <a:ahLst/>
              <a:cxnLst>
                <a:cxn ang="0">
                  <a:pos x="wd2" y="hd2"/>
                </a:cxn>
                <a:cxn ang="5400000">
                  <a:pos x="wd2" y="hd2"/>
                </a:cxn>
                <a:cxn ang="10800000">
                  <a:pos x="wd2" y="hd2"/>
                </a:cxn>
                <a:cxn ang="16200000">
                  <a:pos x="wd2" y="hd2"/>
                </a:cxn>
              </a:cxnLst>
              <a:rect l="0" t="0" r="r" b="b"/>
              <a:pathLst>
                <a:path w="20391" h="21254" extrusionOk="0">
                  <a:moveTo>
                    <a:pt x="14806" y="20802"/>
                  </a:moveTo>
                  <a:cubicBezTo>
                    <a:pt x="16771" y="20078"/>
                    <a:pt x="18497" y="18506"/>
                    <a:pt x="19509" y="16252"/>
                  </a:cubicBezTo>
                  <a:cubicBezTo>
                    <a:pt x="21534" y="11744"/>
                    <a:pt x="19954" y="6226"/>
                    <a:pt x="15980" y="3929"/>
                  </a:cubicBezTo>
                  <a:cubicBezTo>
                    <a:pt x="12750" y="2062"/>
                    <a:pt x="8929" y="2896"/>
                    <a:pt x="6525" y="5695"/>
                  </a:cubicBezTo>
                  <a:cubicBezTo>
                    <a:pt x="6494" y="5619"/>
                    <a:pt x="6446" y="5549"/>
                    <a:pt x="6387" y="5489"/>
                  </a:cubicBezTo>
                  <a:lnTo>
                    <a:pt x="1181" y="167"/>
                  </a:lnTo>
                  <a:cubicBezTo>
                    <a:pt x="946" y="-73"/>
                    <a:pt x="582" y="-53"/>
                    <a:pt x="370" y="214"/>
                  </a:cubicBezTo>
                  <a:lnTo>
                    <a:pt x="146" y="499"/>
                  </a:lnTo>
                  <a:cubicBezTo>
                    <a:pt x="-66" y="765"/>
                    <a:pt x="-44" y="1177"/>
                    <a:pt x="192" y="1417"/>
                  </a:cubicBezTo>
                  <a:lnTo>
                    <a:pt x="5396" y="6733"/>
                  </a:lnTo>
                  <a:cubicBezTo>
                    <a:pt x="5480" y="6818"/>
                    <a:pt x="5581" y="6859"/>
                    <a:pt x="5685" y="6879"/>
                  </a:cubicBezTo>
                  <a:cubicBezTo>
                    <a:pt x="5480" y="7214"/>
                    <a:pt x="5286" y="7560"/>
                    <a:pt x="5118" y="7933"/>
                  </a:cubicBezTo>
                  <a:cubicBezTo>
                    <a:pt x="3093" y="12441"/>
                    <a:pt x="4673" y="17959"/>
                    <a:pt x="8647" y="20256"/>
                  </a:cubicBezTo>
                  <a:cubicBezTo>
                    <a:pt x="10634" y="21405"/>
                    <a:pt x="12840" y="21527"/>
                    <a:pt x="14806" y="20802"/>
                  </a:cubicBezTo>
                  <a:close/>
                  <a:moveTo>
                    <a:pt x="14414" y="19435"/>
                  </a:moveTo>
                  <a:cubicBezTo>
                    <a:pt x="12758" y="20045"/>
                    <a:pt x="10896" y="19937"/>
                    <a:pt x="9221" y="18969"/>
                  </a:cubicBezTo>
                  <a:cubicBezTo>
                    <a:pt x="5873" y="17034"/>
                    <a:pt x="4542" y="12385"/>
                    <a:pt x="6248" y="8586"/>
                  </a:cubicBezTo>
                  <a:cubicBezTo>
                    <a:pt x="7954" y="4788"/>
                    <a:pt x="12052" y="3277"/>
                    <a:pt x="15400" y="5212"/>
                  </a:cubicBezTo>
                  <a:cubicBezTo>
                    <a:pt x="18748" y="7148"/>
                    <a:pt x="20080" y="11797"/>
                    <a:pt x="18374" y="15596"/>
                  </a:cubicBezTo>
                  <a:cubicBezTo>
                    <a:pt x="17521" y="17495"/>
                    <a:pt x="16070" y="18824"/>
                    <a:pt x="14414" y="19435"/>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57" name="Shape 34224">
              <a:extLst>
                <a:ext uri="{FF2B5EF4-FFF2-40B4-BE49-F238E27FC236}">
                  <a16:creationId xmlns:a16="http://schemas.microsoft.com/office/drawing/2014/main" id="{1FF48417-26E8-4025-81A5-3900579BFBBB}"/>
                </a:ext>
              </a:extLst>
            </p:cNvPr>
            <p:cNvSpPr/>
            <p:nvPr/>
          </p:nvSpPr>
          <p:spPr>
            <a:xfrm>
              <a:off x="11467012" y="10972393"/>
              <a:ext cx="358632" cy="692850"/>
            </a:xfrm>
            <a:custGeom>
              <a:avLst/>
              <a:gdLst/>
              <a:ahLst/>
              <a:cxnLst>
                <a:cxn ang="0">
                  <a:pos x="wd2" y="hd2"/>
                </a:cxn>
                <a:cxn ang="5400000">
                  <a:pos x="wd2" y="hd2"/>
                </a:cxn>
                <a:cxn ang="10800000">
                  <a:pos x="wd2" y="hd2"/>
                </a:cxn>
                <a:cxn ang="16200000">
                  <a:pos x="wd2" y="hd2"/>
                </a:cxn>
              </a:cxnLst>
              <a:rect l="0" t="0" r="r" b="b"/>
              <a:pathLst>
                <a:path w="21436" h="21532" extrusionOk="0">
                  <a:moveTo>
                    <a:pt x="17698" y="0"/>
                  </a:moveTo>
                  <a:lnTo>
                    <a:pt x="16138" y="1685"/>
                  </a:lnTo>
                  <a:cubicBezTo>
                    <a:pt x="16052" y="1663"/>
                    <a:pt x="15626" y="1553"/>
                    <a:pt x="15626" y="1553"/>
                  </a:cubicBezTo>
                  <a:lnTo>
                    <a:pt x="14403" y="2878"/>
                  </a:lnTo>
                  <a:lnTo>
                    <a:pt x="14914" y="3010"/>
                  </a:lnTo>
                  <a:lnTo>
                    <a:pt x="14546" y="3408"/>
                  </a:lnTo>
                  <a:lnTo>
                    <a:pt x="2184" y="16751"/>
                  </a:lnTo>
                  <a:cubicBezTo>
                    <a:pt x="1744" y="17225"/>
                    <a:pt x="202" y="19746"/>
                    <a:pt x="516" y="20547"/>
                  </a:cubicBezTo>
                  <a:cubicBezTo>
                    <a:pt x="560" y="20662"/>
                    <a:pt x="644" y="20742"/>
                    <a:pt x="773" y="20775"/>
                  </a:cubicBezTo>
                  <a:cubicBezTo>
                    <a:pt x="1807" y="21040"/>
                    <a:pt x="5426" y="18252"/>
                    <a:pt x="5928" y="17710"/>
                  </a:cubicBezTo>
                  <a:lnTo>
                    <a:pt x="18283" y="4367"/>
                  </a:lnTo>
                  <a:lnTo>
                    <a:pt x="18652" y="3969"/>
                  </a:lnTo>
                  <a:lnTo>
                    <a:pt x="19186" y="4106"/>
                  </a:lnTo>
                  <a:lnTo>
                    <a:pt x="14380" y="9291"/>
                  </a:lnTo>
                  <a:lnTo>
                    <a:pt x="15147" y="9488"/>
                  </a:lnTo>
                  <a:lnTo>
                    <a:pt x="21176" y="2979"/>
                  </a:lnTo>
                  <a:cubicBezTo>
                    <a:pt x="21176" y="2979"/>
                    <a:pt x="20341" y="2767"/>
                    <a:pt x="19876" y="2647"/>
                  </a:cubicBezTo>
                  <a:lnTo>
                    <a:pt x="21436" y="963"/>
                  </a:lnTo>
                  <a:cubicBezTo>
                    <a:pt x="21436" y="963"/>
                    <a:pt x="17698" y="0"/>
                    <a:pt x="17698" y="0"/>
                  </a:cubicBezTo>
                  <a:close/>
                  <a:moveTo>
                    <a:pt x="516" y="20547"/>
                  </a:moveTo>
                  <a:cubicBezTo>
                    <a:pt x="504" y="20509"/>
                    <a:pt x="483" y="20481"/>
                    <a:pt x="479" y="20436"/>
                  </a:cubicBezTo>
                  <a:lnTo>
                    <a:pt x="223" y="20708"/>
                  </a:lnTo>
                  <a:cubicBezTo>
                    <a:pt x="120" y="20820"/>
                    <a:pt x="-164" y="21449"/>
                    <a:pt x="129" y="21525"/>
                  </a:cubicBezTo>
                  <a:cubicBezTo>
                    <a:pt x="423" y="21600"/>
                    <a:pt x="1188" y="21095"/>
                    <a:pt x="1291" y="20984"/>
                  </a:cubicBezTo>
                  <a:lnTo>
                    <a:pt x="1546" y="20707"/>
                  </a:lnTo>
                  <a:cubicBezTo>
                    <a:pt x="1228" y="20825"/>
                    <a:pt x="959" y="20878"/>
                    <a:pt x="774" y="20830"/>
                  </a:cubicBezTo>
                  <a:cubicBezTo>
                    <a:pt x="630" y="20793"/>
                    <a:pt x="555" y="20685"/>
                    <a:pt x="516" y="20547"/>
                  </a:cubicBezTo>
                  <a:close/>
                </a:path>
              </a:pathLst>
            </a:custGeom>
            <a:solidFill>
              <a:srgbClr val="00B0F0"/>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58" name="Shape 34225">
              <a:extLst>
                <a:ext uri="{FF2B5EF4-FFF2-40B4-BE49-F238E27FC236}">
                  <a16:creationId xmlns:a16="http://schemas.microsoft.com/office/drawing/2014/main" id="{2F2CADE7-1EB8-4540-8168-345A18DC2482}"/>
                </a:ext>
              </a:extLst>
            </p:cNvPr>
            <p:cNvSpPr/>
            <p:nvPr/>
          </p:nvSpPr>
          <p:spPr>
            <a:xfrm>
              <a:off x="12788908" y="11202698"/>
              <a:ext cx="425116" cy="118066"/>
            </a:xfrm>
            <a:custGeom>
              <a:avLst/>
              <a:gdLst/>
              <a:ahLst/>
              <a:cxnLst>
                <a:cxn ang="0">
                  <a:pos x="wd2" y="hd2"/>
                </a:cxn>
                <a:cxn ang="5400000">
                  <a:pos x="wd2" y="hd2"/>
                </a:cxn>
                <a:cxn ang="10800000">
                  <a:pos x="wd2" y="hd2"/>
                </a:cxn>
                <a:cxn ang="16200000">
                  <a:pos x="wd2" y="hd2"/>
                </a:cxn>
              </a:cxnLst>
              <a:rect l="0" t="0" r="r" b="b"/>
              <a:pathLst>
                <a:path w="21600" h="21600" extrusionOk="0">
                  <a:moveTo>
                    <a:pt x="21600" y="14936"/>
                  </a:moveTo>
                  <a:lnTo>
                    <a:pt x="17631" y="5428"/>
                  </a:lnTo>
                  <a:lnTo>
                    <a:pt x="17241" y="21600"/>
                  </a:lnTo>
                  <a:cubicBezTo>
                    <a:pt x="17241" y="21600"/>
                    <a:pt x="21600" y="14936"/>
                    <a:pt x="21600" y="14936"/>
                  </a:cubicBezTo>
                  <a:close/>
                  <a:moveTo>
                    <a:pt x="16506" y="21368"/>
                  </a:moveTo>
                  <a:lnTo>
                    <a:pt x="16896" y="5196"/>
                  </a:lnTo>
                  <a:lnTo>
                    <a:pt x="3794" y="1071"/>
                  </a:lnTo>
                  <a:lnTo>
                    <a:pt x="3401" y="17243"/>
                  </a:lnTo>
                  <a:cubicBezTo>
                    <a:pt x="3401" y="17243"/>
                    <a:pt x="16506" y="21368"/>
                    <a:pt x="16506" y="21368"/>
                  </a:cubicBezTo>
                  <a:close/>
                  <a:moveTo>
                    <a:pt x="2651" y="17004"/>
                  </a:moveTo>
                  <a:lnTo>
                    <a:pt x="3043" y="832"/>
                  </a:lnTo>
                  <a:lnTo>
                    <a:pt x="393" y="0"/>
                  </a:lnTo>
                  <a:lnTo>
                    <a:pt x="0" y="16172"/>
                  </a:lnTo>
                  <a:cubicBezTo>
                    <a:pt x="0" y="16172"/>
                    <a:pt x="2651" y="17004"/>
                    <a:pt x="2651" y="17004"/>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59" name="Shape 34226">
              <a:extLst>
                <a:ext uri="{FF2B5EF4-FFF2-40B4-BE49-F238E27FC236}">
                  <a16:creationId xmlns:a16="http://schemas.microsoft.com/office/drawing/2014/main" id="{2626E289-3644-4D89-A632-9A06B07D991F}"/>
                </a:ext>
              </a:extLst>
            </p:cNvPr>
            <p:cNvSpPr/>
            <p:nvPr/>
          </p:nvSpPr>
          <p:spPr>
            <a:xfrm>
              <a:off x="12691600" y="7661988"/>
              <a:ext cx="463732" cy="545588"/>
            </a:xfrm>
            <a:custGeom>
              <a:avLst/>
              <a:gdLst/>
              <a:ahLst/>
              <a:cxnLst>
                <a:cxn ang="0">
                  <a:pos x="wd2" y="hd2"/>
                </a:cxn>
                <a:cxn ang="5400000">
                  <a:pos x="wd2" y="hd2"/>
                </a:cxn>
                <a:cxn ang="10800000">
                  <a:pos x="wd2" y="hd2"/>
                </a:cxn>
                <a:cxn ang="16200000">
                  <a:pos x="wd2" y="hd2"/>
                </a:cxn>
              </a:cxnLst>
              <a:rect l="0" t="0" r="r" b="b"/>
              <a:pathLst>
                <a:path w="19201" h="21329" extrusionOk="0">
                  <a:moveTo>
                    <a:pt x="9479" y="69"/>
                  </a:moveTo>
                  <a:cubicBezTo>
                    <a:pt x="11124" y="274"/>
                    <a:pt x="12739" y="925"/>
                    <a:pt x="14086" y="2032"/>
                  </a:cubicBezTo>
                  <a:cubicBezTo>
                    <a:pt x="15976" y="3586"/>
                    <a:pt x="17010" y="5836"/>
                    <a:pt x="16935" y="8190"/>
                  </a:cubicBezTo>
                  <a:cubicBezTo>
                    <a:pt x="16907" y="10081"/>
                    <a:pt x="16182" y="11891"/>
                    <a:pt x="14858" y="13324"/>
                  </a:cubicBezTo>
                  <a:cubicBezTo>
                    <a:pt x="12857" y="15491"/>
                    <a:pt x="9835" y="16494"/>
                    <a:pt x="6856" y="15992"/>
                  </a:cubicBezTo>
                  <a:cubicBezTo>
                    <a:pt x="491" y="14715"/>
                    <a:pt x="-2156" y="7496"/>
                    <a:pt x="2011" y="2776"/>
                  </a:cubicBezTo>
                  <a:cubicBezTo>
                    <a:pt x="3901" y="635"/>
                    <a:pt x="6739" y="-271"/>
                    <a:pt x="9479" y="69"/>
                  </a:cubicBezTo>
                  <a:close/>
                  <a:moveTo>
                    <a:pt x="16811" y="1700"/>
                  </a:moveTo>
                  <a:cubicBezTo>
                    <a:pt x="18616" y="3812"/>
                    <a:pt x="19444" y="6467"/>
                    <a:pt x="19139" y="9165"/>
                  </a:cubicBezTo>
                  <a:cubicBezTo>
                    <a:pt x="18834" y="11863"/>
                    <a:pt x="17427" y="14284"/>
                    <a:pt x="15191" y="15988"/>
                  </a:cubicBezTo>
                  <a:cubicBezTo>
                    <a:pt x="12662" y="17916"/>
                    <a:pt x="9407" y="18600"/>
                    <a:pt x="6359" y="18040"/>
                  </a:cubicBezTo>
                  <a:cubicBezTo>
                    <a:pt x="5749" y="17929"/>
                    <a:pt x="5143" y="17767"/>
                    <a:pt x="4558" y="17555"/>
                  </a:cubicBezTo>
                  <a:lnTo>
                    <a:pt x="4164" y="19468"/>
                  </a:lnTo>
                  <a:lnTo>
                    <a:pt x="7063" y="20000"/>
                  </a:lnTo>
                  <a:lnTo>
                    <a:pt x="6790" y="21329"/>
                  </a:lnTo>
                  <a:lnTo>
                    <a:pt x="227" y="20124"/>
                  </a:lnTo>
                  <a:lnTo>
                    <a:pt x="500" y="18796"/>
                  </a:lnTo>
                  <a:lnTo>
                    <a:pt x="2757" y="19210"/>
                  </a:lnTo>
                  <a:lnTo>
                    <a:pt x="3219" y="16965"/>
                  </a:lnTo>
                  <a:cubicBezTo>
                    <a:pt x="2951" y="16825"/>
                    <a:pt x="2688" y="16674"/>
                    <a:pt x="2431" y="16511"/>
                  </a:cubicBezTo>
                  <a:cubicBezTo>
                    <a:pt x="2174" y="16349"/>
                    <a:pt x="1928" y="16168"/>
                    <a:pt x="1684" y="15982"/>
                  </a:cubicBezTo>
                  <a:lnTo>
                    <a:pt x="2580" y="14934"/>
                  </a:lnTo>
                  <a:cubicBezTo>
                    <a:pt x="5970" y="17523"/>
                    <a:pt x="10902" y="17523"/>
                    <a:pt x="14300" y="14933"/>
                  </a:cubicBezTo>
                  <a:cubicBezTo>
                    <a:pt x="16239" y="13456"/>
                    <a:pt x="17444" y="11360"/>
                    <a:pt x="17708" y="9021"/>
                  </a:cubicBezTo>
                  <a:cubicBezTo>
                    <a:pt x="17973" y="6682"/>
                    <a:pt x="17267" y="4385"/>
                    <a:pt x="15703" y="2555"/>
                  </a:cubicBezTo>
                  <a:lnTo>
                    <a:pt x="16811" y="1700"/>
                  </a:lnTo>
                  <a:close/>
                  <a:moveTo>
                    <a:pt x="9715" y="1064"/>
                  </a:moveTo>
                  <a:cubicBezTo>
                    <a:pt x="9278" y="996"/>
                    <a:pt x="8832" y="968"/>
                    <a:pt x="8387" y="974"/>
                  </a:cubicBezTo>
                  <a:cubicBezTo>
                    <a:pt x="8460" y="1222"/>
                    <a:pt x="8544" y="1461"/>
                    <a:pt x="8641" y="1699"/>
                  </a:cubicBezTo>
                  <a:cubicBezTo>
                    <a:pt x="8737" y="1936"/>
                    <a:pt x="8846" y="2172"/>
                    <a:pt x="8962" y="2399"/>
                  </a:cubicBezTo>
                  <a:cubicBezTo>
                    <a:pt x="9289" y="2208"/>
                    <a:pt x="9627" y="2028"/>
                    <a:pt x="9967" y="1859"/>
                  </a:cubicBezTo>
                  <a:cubicBezTo>
                    <a:pt x="10307" y="1689"/>
                    <a:pt x="10645" y="1529"/>
                    <a:pt x="10997" y="1382"/>
                  </a:cubicBezTo>
                  <a:cubicBezTo>
                    <a:pt x="10579" y="1244"/>
                    <a:pt x="10153" y="1132"/>
                    <a:pt x="9715" y="1064"/>
                  </a:cubicBezTo>
                  <a:close/>
                  <a:moveTo>
                    <a:pt x="12202" y="1889"/>
                  </a:moveTo>
                  <a:cubicBezTo>
                    <a:pt x="11715" y="2060"/>
                    <a:pt x="11237" y="2254"/>
                    <a:pt x="10773" y="2470"/>
                  </a:cubicBezTo>
                  <a:cubicBezTo>
                    <a:pt x="10309" y="2687"/>
                    <a:pt x="9856" y="2925"/>
                    <a:pt x="9417" y="3184"/>
                  </a:cubicBezTo>
                  <a:cubicBezTo>
                    <a:pt x="9617" y="3488"/>
                    <a:pt x="9841" y="3788"/>
                    <a:pt x="10079" y="4067"/>
                  </a:cubicBezTo>
                  <a:cubicBezTo>
                    <a:pt x="10318" y="4345"/>
                    <a:pt x="10571" y="4610"/>
                    <a:pt x="10847" y="4861"/>
                  </a:cubicBezTo>
                  <a:lnTo>
                    <a:pt x="13083" y="2442"/>
                  </a:lnTo>
                  <a:cubicBezTo>
                    <a:pt x="12944" y="2342"/>
                    <a:pt x="12798" y="2240"/>
                    <a:pt x="12652" y="2149"/>
                  </a:cubicBezTo>
                  <a:cubicBezTo>
                    <a:pt x="12506" y="2059"/>
                    <a:pt x="12354" y="1969"/>
                    <a:pt x="12202" y="1889"/>
                  </a:cubicBezTo>
                  <a:close/>
                  <a:moveTo>
                    <a:pt x="7362" y="1000"/>
                  </a:moveTo>
                  <a:cubicBezTo>
                    <a:pt x="6540" y="1111"/>
                    <a:pt x="5754" y="1343"/>
                    <a:pt x="5029" y="1689"/>
                  </a:cubicBezTo>
                  <a:cubicBezTo>
                    <a:pt x="4305" y="2035"/>
                    <a:pt x="3644" y="2485"/>
                    <a:pt x="3064" y="3041"/>
                  </a:cubicBezTo>
                  <a:lnTo>
                    <a:pt x="5529" y="5074"/>
                  </a:lnTo>
                  <a:cubicBezTo>
                    <a:pt x="5922" y="4671"/>
                    <a:pt x="6339" y="4283"/>
                    <a:pt x="6773" y="3923"/>
                  </a:cubicBezTo>
                  <a:cubicBezTo>
                    <a:pt x="7206" y="3564"/>
                    <a:pt x="7655" y="3227"/>
                    <a:pt x="8126" y="2912"/>
                  </a:cubicBezTo>
                  <a:cubicBezTo>
                    <a:pt x="7964" y="2608"/>
                    <a:pt x="7819" y="2296"/>
                    <a:pt x="7690" y="1976"/>
                  </a:cubicBezTo>
                  <a:cubicBezTo>
                    <a:pt x="7561" y="1655"/>
                    <a:pt x="7454" y="1336"/>
                    <a:pt x="7362" y="1000"/>
                  </a:cubicBezTo>
                  <a:close/>
                  <a:moveTo>
                    <a:pt x="13806" y="3027"/>
                  </a:moveTo>
                  <a:lnTo>
                    <a:pt x="11570" y="5446"/>
                  </a:lnTo>
                  <a:cubicBezTo>
                    <a:pt x="11852" y="5649"/>
                    <a:pt x="12144" y="5840"/>
                    <a:pt x="12449" y="6011"/>
                  </a:cubicBezTo>
                  <a:cubicBezTo>
                    <a:pt x="12752" y="6182"/>
                    <a:pt x="13064" y="6332"/>
                    <a:pt x="13387" y="6469"/>
                  </a:cubicBezTo>
                  <a:cubicBezTo>
                    <a:pt x="13602" y="6013"/>
                    <a:pt x="13798" y="5550"/>
                    <a:pt x="13963" y="5077"/>
                  </a:cubicBezTo>
                  <a:cubicBezTo>
                    <a:pt x="14128" y="4603"/>
                    <a:pt x="14273" y="4122"/>
                    <a:pt x="14386" y="3633"/>
                  </a:cubicBezTo>
                  <a:cubicBezTo>
                    <a:pt x="14296" y="3528"/>
                    <a:pt x="14195" y="3418"/>
                    <a:pt x="14098" y="3318"/>
                  </a:cubicBezTo>
                  <a:cubicBezTo>
                    <a:pt x="14001" y="3218"/>
                    <a:pt x="13909" y="3123"/>
                    <a:pt x="13806" y="3027"/>
                  </a:cubicBezTo>
                  <a:close/>
                  <a:moveTo>
                    <a:pt x="15097" y="4643"/>
                  </a:moveTo>
                  <a:cubicBezTo>
                    <a:pt x="14989" y="5011"/>
                    <a:pt x="14872" y="5369"/>
                    <a:pt x="14735" y="5729"/>
                  </a:cubicBezTo>
                  <a:cubicBezTo>
                    <a:pt x="14598" y="6089"/>
                    <a:pt x="14440" y="6449"/>
                    <a:pt x="14276" y="6798"/>
                  </a:cubicBezTo>
                  <a:cubicBezTo>
                    <a:pt x="14551" y="6884"/>
                    <a:pt x="14842" y="6953"/>
                    <a:pt x="15125" y="7013"/>
                  </a:cubicBezTo>
                  <a:cubicBezTo>
                    <a:pt x="15409" y="7074"/>
                    <a:pt x="15688" y="7122"/>
                    <a:pt x="15977" y="7158"/>
                  </a:cubicBezTo>
                  <a:cubicBezTo>
                    <a:pt x="15915" y="6710"/>
                    <a:pt x="15813" y="6274"/>
                    <a:pt x="15666" y="5853"/>
                  </a:cubicBezTo>
                  <a:cubicBezTo>
                    <a:pt x="15519" y="5432"/>
                    <a:pt x="15324" y="5029"/>
                    <a:pt x="15097" y="4643"/>
                  </a:cubicBezTo>
                  <a:close/>
                  <a:moveTo>
                    <a:pt x="8606" y="3701"/>
                  </a:moveTo>
                  <a:cubicBezTo>
                    <a:pt x="8180" y="3989"/>
                    <a:pt x="7775" y="4303"/>
                    <a:pt x="7382" y="4630"/>
                  </a:cubicBezTo>
                  <a:cubicBezTo>
                    <a:pt x="6990" y="4957"/>
                    <a:pt x="6609" y="5294"/>
                    <a:pt x="6252" y="5658"/>
                  </a:cubicBezTo>
                  <a:lnTo>
                    <a:pt x="8448" y="7464"/>
                  </a:lnTo>
                  <a:lnTo>
                    <a:pt x="10216" y="5542"/>
                  </a:lnTo>
                  <a:cubicBezTo>
                    <a:pt x="9905" y="5266"/>
                    <a:pt x="9620" y="4976"/>
                    <a:pt x="9351" y="4670"/>
                  </a:cubicBezTo>
                  <a:cubicBezTo>
                    <a:pt x="9081" y="4363"/>
                    <a:pt x="8831" y="4036"/>
                    <a:pt x="8606" y="3701"/>
                  </a:cubicBezTo>
                  <a:close/>
                  <a:moveTo>
                    <a:pt x="2433" y="3721"/>
                  </a:moveTo>
                  <a:cubicBezTo>
                    <a:pt x="1932" y="4341"/>
                    <a:pt x="1546" y="5031"/>
                    <a:pt x="1284" y="5757"/>
                  </a:cubicBezTo>
                  <a:cubicBezTo>
                    <a:pt x="1022" y="6483"/>
                    <a:pt x="879" y="7253"/>
                    <a:pt x="878" y="8036"/>
                  </a:cubicBezTo>
                  <a:cubicBezTo>
                    <a:pt x="1138" y="8064"/>
                    <a:pt x="1405" y="8097"/>
                    <a:pt x="1661" y="8144"/>
                  </a:cubicBezTo>
                  <a:cubicBezTo>
                    <a:pt x="2118" y="8228"/>
                    <a:pt x="2562" y="8343"/>
                    <a:pt x="3001" y="8485"/>
                  </a:cubicBezTo>
                  <a:cubicBezTo>
                    <a:pt x="3265" y="8000"/>
                    <a:pt x="3553" y="7531"/>
                    <a:pt x="3870" y="7076"/>
                  </a:cubicBezTo>
                  <a:cubicBezTo>
                    <a:pt x="4187" y="6619"/>
                    <a:pt x="4542" y="6181"/>
                    <a:pt x="4910" y="5757"/>
                  </a:cubicBezTo>
                  <a:lnTo>
                    <a:pt x="2433" y="3721"/>
                  </a:lnTo>
                  <a:close/>
                  <a:moveTo>
                    <a:pt x="10939" y="6126"/>
                  </a:moveTo>
                  <a:lnTo>
                    <a:pt x="9169" y="8060"/>
                  </a:lnTo>
                  <a:lnTo>
                    <a:pt x="11249" y="9761"/>
                  </a:lnTo>
                  <a:cubicBezTo>
                    <a:pt x="11579" y="9378"/>
                    <a:pt x="11885" y="8986"/>
                    <a:pt x="12172" y="8576"/>
                  </a:cubicBezTo>
                  <a:cubicBezTo>
                    <a:pt x="12459" y="8166"/>
                    <a:pt x="12721" y="7741"/>
                    <a:pt x="12963" y="7306"/>
                  </a:cubicBezTo>
                  <a:cubicBezTo>
                    <a:pt x="12603" y="7149"/>
                    <a:pt x="12253" y="6964"/>
                    <a:pt x="11915" y="6769"/>
                  </a:cubicBezTo>
                  <a:cubicBezTo>
                    <a:pt x="11577" y="6573"/>
                    <a:pt x="11251" y="6358"/>
                    <a:pt x="10939" y="6126"/>
                  </a:cubicBezTo>
                  <a:close/>
                  <a:moveTo>
                    <a:pt x="13849" y="7647"/>
                  </a:moveTo>
                  <a:cubicBezTo>
                    <a:pt x="13586" y="8127"/>
                    <a:pt x="13297" y="8593"/>
                    <a:pt x="12982" y="9045"/>
                  </a:cubicBezTo>
                  <a:cubicBezTo>
                    <a:pt x="12667" y="9497"/>
                    <a:pt x="12334" y="9936"/>
                    <a:pt x="11969" y="10357"/>
                  </a:cubicBezTo>
                  <a:lnTo>
                    <a:pt x="14436" y="12379"/>
                  </a:lnTo>
                  <a:cubicBezTo>
                    <a:pt x="14933" y="11764"/>
                    <a:pt x="15319" y="11085"/>
                    <a:pt x="15581" y="10366"/>
                  </a:cubicBezTo>
                  <a:cubicBezTo>
                    <a:pt x="15842" y="9647"/>
                    <a:pt x="15976" y="8886"/>
                    <a:pt x="15982" y="8110"/>
                  </a:cubicBezTo>
                  <a:cubicBezTo>
                    <a:pt x="15743" y="8082"/>
                    <a:pt x="15506" y="8058"/>
                    <a:pt x="15271" y="8015"/>
                  </a:cubicBezTo>
                  <a:cubicBezTo>
                    <a:pt x="15030" y="7970"/>
                    <a:pt x="14788" y="7908"/>
                    <a:pt x="14551" y="7847"/>
                  </a:cubicBezTo>
                  <a:cubicBezTo>
                    <a:pt x="14314" y="7786"/>
                    <a:pt x="14080" y="7724"/>
                    <a:pt x="13849" y="7647"/>
                  </a:cubicBezTo>
                  <a:close/>
                  <a:moveTo>
                    <a:pt x="5621" y="6339"/>
                  </a:moveTo>
                  <a:cubicBezTo>
                    <a:pt x="5287" y="6724"/>
                    <a:pt x="4981" y="7134"/>
                    <a:pt x="4692" y="7547"/>
                  </a:cubicBezTo>
                  <a:cubicBezTo>
                    <a:pt x="4403" y="7961"/>
                    <a:pt x="4130" y="8387"/>
                    <a:pt x="3887" y="8826"/>
                  </a:cubicBezTo>
                  <a:cubicBezTo>
                    <a:pt x="4272" y="8990"/>
                    <a:pt x="4648" y="9168"/>
                    <a:pt x="5008" y="9376"/>
                  </a:cubicBezTo>
                  <a:cubicBezTo>
                    <a:pt x="5368" y="9585"/>
                    <a:pt x="5718" y="9817"/>
                    <a:pt x="6049" y="10067"/>
                  </a:cubicBezTo>
                  <a:lnTo>
                    <a:pt x="7817" y="8145"/>
                  </a:lnTo>
                  <a:lnTo>
                    <a:pt x="5621" y="6339"/>
                  </a:lnTo>
                  <a:close/>
                  <a:moveTo>
                    <a:pt x="8538" y="8741"/>
                  </a:moveTo>
                  <a:lnTo>
                    <a:pt x="6770" y="10663"/>
                  </a:lnTo>
                  <a:cubicBezTo>
                    <a:pt x="7059" y="10924"/>
                    <a:pt x="7330" y="11201"/>
                    <a:pt x="7582" y="11489"/>
                  </a:cubicBezTo>
                  <a:cubicBezTo>
                    <a:pt x="7834" y="11777"/>
                    <a:pt x="8064" y="12076"/>
                    <a:pt x="8278" y="12390"/>
                  </a:cubicBezTo>
                  <a:cubicBezTo>
                    <a:pt x="8700" y="12103"/>
                    <a:pt x="9109" y="11798"/>
                    <a:pt x="9499" y="11473"/>
                  </a:cubicBezTo>
                  <a:cubicBezTo>
                    <a:pt x="9889" y="11147"/>
                    <a:pt x="10262" y="10804"/>
                    <a:pt x="10617" y="10442"/>
                  </a:cubicBezTo>
                  <a:lnTo>
                    <a:pt x="8538" y="8741"/>
                  </a:lnTo>
                  <a:close/>
                  <a:moveTo>
                    <a:pt x="1798" y="9132"/>
                  </a:moveTo>
                  <a:cubicBezTo>
                    <a:pt x="1535" y="9075"/>
                    <a:pt x="1275" y="9033"/>
                    <a:pt x="1007" y="8999"/>
                  </a:cubicBezTo>
                  <a:cubicBezTo>
                    <a:pt x="1062" y="9423"/>
                    <a:pt x="1148" y="9837"/>
                    <a:pt x="1280" y="10238"/>
                  </a:cubicBezTo>
                  <a:cubicBezTo>
                    <a:pt x="1412" y="10638"/>
                    <a:pt x="1583" y="11018"/>
                    <a:pt x="1786" y="11388"/>
                  </a:cubicBezTo>
                  <a:cubicBezTo>
                    <a:pt x="1891" y="11037"/>
                    <a:pt x="2008" y="10691"/>
                    <a:pt x="2139" y="10348"/>
                  </a:cubicBezTo>
                  <a:cubicBezTo>
                    <a:pt x="2270" y="10005"/>
                    <a:pt x="2418" y="9667"/>
                    <a:pt x="2574" y="9334"/>
                  </a:cubicBezTo>
                  <a:cubicBezTo>
                    <a:pt x="2319" y="9257"/>
                    <a:pt x="2059" y="9189"/>
                    <a:pt x="1798" y="9132"/>
                  </a:cubicBezTo>
                  <a:close/>
                  <a:moveTo>
                    <a:pt x="11338" y="11038"/>
                  </a:moveTo>
                  <a:cubicBezTo>
                    <a:pt x="10948" y="11437"/>
                    <a:pt x="10541" y="11810"/>
                    <a:pt x="10111" y="12167"/>
                  </a:cubicBezTo>
                  <a:cubicBezTo>
                    <a:pt x="9681" y="12525"/>
                    <a:pt x="9224" y="12866"/>
                    <a:pt x="8757" y="13179"/>
                  </a:cubicBezTo>
                  <a:cubicBezTo>
                    <a:pt x="8923" y="13483"/>
                    <a:pt x="9075" y="13796"/>
                    <a:pt x="9206" y="14117"/>
                  </a:cubicBezTo>
                  <a:cubicBezTo>
                    <a:pt x="9337" y="14439"/>
                    <a:pt x="9449" y="14769"/>
                    <a:pt x="9544" y="15106"/>
                  </a:cubicBezTo>
                  <a:cubicBezTo>
                    <a:pt x="10358" y="14993"/>
                    <a:pt x="11133" y="14757"/>
                    <a:pt x="11852" y="14413"/>
                  </a:cubicBezTo>
                  <a:cubicBezTo>
                    <a:pt x="12571" y="14068"/>
                    <a:pt x="13229" y="13610"/>
                    <a:pt x="13805" y="13059"/>
                  </a:cubicBezTo>
                  <a:lnTo>
                    <a:pt x="11338" y="11038"/>
                  </a:lnTo>
                  <a:close/>
                  <a:moveTo>
                    <a:pt x="3466" y="9652"/>
                  </a:moveTo>
                  <a:cubicBezTo>
                    <a:pt x="3255" y="10099"/>
                    <a:pt x="3068" y="10559"/>
                    <a:pt x="2906" y="11023"/>
                  </a:cubicBezTo>
                  <a:cubicBezTo>
                    <a:pt x="2744" y="11488"/>
                    <a:pt x="2612" y="11967"/>
                    <a:pt x="2500" y="12447"/>
                  </a:cubicBezTo>
                  <a:cubicBezTo>
                    <a:pt x="2606" y="12576"/>
                    <a:pt x="2712" y="12693"/>
                    <a:pt x="2827" y="12816"/>
                  </a:cubicBezTo>
                  <a:cubicBezTo>
                    <a:pt x="2943" y="12939"/>
                    <a:pt x="3067" y="13064"/>
                    <a:pt x="3192" y="13180"/>
                  </a:cubicBezTo>
                  <a:lnTo>
                    <a:pt x="5416" y="10759"/>
                  </a:lnTo>
                  <a:cubicBezTo>
                    <a:pt x="5115" y="10538"/>
                    <a:pt x="4810" y="10332"/>
                    <a:pt x="4484" y="10148"/>
                  </a:cubicBezTo>
                  <a:cubicBezTo>
                    <a:pt x="4158" y="9964"/>
                    <a:pt x="3813" y="9796"/>
                    <a:pt x="3466" y="9652"/>
                  </a:cubicBezTo>
                  <a:close/>
                  <a:moveTo>
                    <a:pt x="6136" y="11355"/>
                  </a:moveTo>
                  <a:lnTo>
                    <a:pt x="3901" y="13774"/>
                  </a:lnTo>
                  <a:cubicBezTo>
                    <a:pt x="4016" y="13856"/>
                    <a:pt x="4137" y="13929"/>
                    <a:pt x="4256" y="14005"/>
                  </a:cubicBezTo>
                  <a:cubicBezTo>
                    <a:pt x="4376" y="14081"/>
                    <a:pt x="4502" y="14158"/>
                    <a:pt x="4626" y="14228"/>
                  </a:cubicBezTo>
                  <a:cubicBezTo>
                    <a:pt x="5123" y="14054"/>
                    <a:pt x="5608" y="13859"/>
                    <a:pt x="6082" y="13639"/>
                  </a:cubicBezTo>
                  <a:cubicBezTo>
                    <a:pt x="6556" y="13419"/>
                    <a:pt x="7019" y="13171"/>
                    <a:pt x="7466" y="12906"/>
                  </a:cubicBezTo>
                  <a:cubicBezTo>
                    <a:pt x="7279" y="12625"/>
                    <a:pt x="7074" y="12352"/>
                    <a:pt x="6853" y="12093"/>
                  </a:cubicBezTo>
                  <a:cubicBezTo>
                    <a:pt x="6632" y="11833"/>
                    <a:pt x="6391" y="11591"/>
                    <a:pt x="6136" y="11355"/>
                  </a:cubicBezTo>
                  <a:close/>
                  <a:moveTo>
                    <a:pt x="7934" y="13694"/>
                  </a:moveTo>
                  <a:cubicBezTo>
                    <a:pt x="7591" y="13896"/>
                    <a:pt x="7243" y="14084"/>
                    <a:pt x="6885" y="14262"/>
                  </a:cubicBezTo>
                  <a:cubicBezTo>
                    <a:pt x="6527" y="14440"/>
                    <a:pt x="6160" y="14609"/>
                    <a:pt x="5788" y="14762"/>
                  </a:cubicBezTo>
                  <a:cubicBezTo>
                    <a:pt x="6191" y="14908"/>
                    <a:pt x="6614" y="15020"/>
                    <a:pt x="7040" y="15099"/>
                  </a:cubicBezTo>
                  <a:cubicBezTo>
                    <a:pt x="7538" y="15190"/>
                    <a:pt x="8041" y="15236"/>
                    <a:pt x="8548" y="15233"/>
                  </a:cubicBezTo>
                  <a:cubicBezTo>
                    <a:pt x="8471" y="14966"/>
                    <a:pt x="8384" y="14704"/>
                    <a:pt x="8282" y="14447"/>
                  </a:cubicBezTo>
                  <a:cubicBezTo>
                    <a:pt x="8181" y="14190"/>
                    <a:pt x="8061" y="13938"/>
                    <a:pt x="7934" y="13694"/>
                  </a:cubicBezTo>
                  <a:close/>
                </a:path>
              </a:pathLst>
            </a:custGeom>
            <a:solidFill>
              <a:srgbClr val="00B0F0"/>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60" name="Shape 34227">
              <a:extLst>
                <a:ext uri="{FF2B5EF4-FFF2-40B4-BE49-F238E27FC236}">
                  <a16:creationId xmlns:a16="http://schemas.microsoft.com/office/drawing/2014/main" id="{DF3AE396-2033-4E23-B1B0-2CB074260361}"/>
                </a:ext>
              </a:extLst>
            </p:cNvPr>
            <p:cNvSpPr/>
            <p:nvPr/>
          </p:nvSpPr>
          <p:spPr>
            <a:xfrm>
              <a:off x="11861838" y="8796062"/>
              <a:ext cx="359648" cy="359648"/>
            </a:xfrm>
            <a:custGeom>
              <a:avLst/>
              <a:gdLst/>
              <a:ahLst/>
              <a:cxnLst>
                <a:cxn ang="0">
                  <a:pos x="wd2" y="hd2"/>
                </a:cxn>
                <a:cxn ang="5400000">
                  <a:pos x="wd2" y="hd2"/>
                </a:cxn>
                <a:cxn ang="10800000">
                  <a:pos x="wd2" y="hd2"/>
                </a:cxn>
                <a:cxn ang="16200000">
                  <a:pos x="wd2" y="hd2"/>
                </a:cxn>
              </a:cxnLst>
              <a:rect l="0" t="0" r="r" b="b"/>
              <a:pathLst>
                <a:path w="21600" h="21600" extrusionOk="0">
                  <a:moveTo>
                    <a:pt x="10800" y="14657"/>
                  </a:moveTo>
                  <a:cubicBezTo>
                    <a:pt x="8670" y="14657"/>
                    <a:pt x="6943" y="12930"/>
                    <a:pt x="6943" y="10800"/>
                  </a:cubicBezTo>
                  <a:cubicBezTo>
                    <a:pt x="6943" y="8670"/>
                    <a:pt x="8670" y="6943"/>
                    <a:pt x="10800" y="6943"/>
                  </a:cubicBezTo>
                  <a:cubicBezTo>
                    <a:pt x="12930" y="6943"/>
                    <a:pt x="14657" y="8670"/>
                    <a:pt x="14657" y="10800"/>
                  </a:cubicBezTo>
                  <a:cubicBezTo>
                    <a:pt x="14657" y="12930"/>
                    <a:pt x="12930" y="14657"/>
                    <a:pt x="10800" y="14657"/>
                  </a:cubicBezTo>
                  <a:close/>
                  <a:moveTo>
                    <a:pt x="20016" y="9930"/>
                  </a:moveTo>
                  <a:cubicBezTo>
                    <a:pt x="21001" y="9522"/>
                    <a:pt x="21600" y="9257"/>
                    <a:pt x="21600" y="9257"/>
                  </a:cubicBezTo>
                  <a:lnTo>
                    <a:pt x="20829" y="6171"/>
                  </a:lnTo>
                  <a:cubicBezTo>
                    <a:pt x="20829" y="6171"/>
                    <a:pt x="20119" y="6283"/>
                    <a:pt x="18990" y="6492"/>
                  </a:cubicBezTo>
                  <a:cubicBezTo>
                    <a:pt x="18430" y="5424"/>
                    <a:pt x="17677" y="4501"/>
                    <a:pt x="16789" y="3749"/>
                  </a:cubicBezTo>
                  <a:cubicBezTo>
                    <a:pt x="17377" y="2418"/>
                    <a:pt x="17743" y="1543"/>
                    <a:pt x="17743" y="1543"/>
                  </a:cubicBezTo>
                  <a:lnTo>
                    <a:pt x="14657" y="0"/>
                  </a:lnTo>
                  <a:cubicBezTo>
                    <a:pt x="14657" y="0"/>
                    <a:pt x="14156" y="750"/>
                    <a:pt x="13405" y="1922"/>
                  </a:cubicBezTo>
                  <a:cubicBezTo>
                    <a:pt x="12297" y="1595"/>
                    <a:pt x="11120" y="1470"/>
                    <a:pt x="9929" y="1584"/>
                  </a:cubicBezTo>
                  <a:cubicBezTo>
                    <a:pt x="9522" y="599"/>
                    <a:pt x="9257" y="0"/>
                    <a:pt x="9257" y="0"/>
                  </a:cubicBezTo>
                  <a:lnTo>
                    <a:pt x="6171" y="771"/>
                  </a:lnTo>
                  <a:cubicBezTo>
                    <a:pt x="6171" y="771"/>
                    <a:pt x="6283" y="1481"/>
                    <a:pt x="6492" y="2610"/>
                  </a:cubicBezTo>
                  <a:cubicBezTo>
                    <a:pt x="5420" y="3172"/>
                    <a:pt x="4494" y="3929"/>
                    <a:pt x="3740" y="4821"/>
                  </a:cubicBezTo>
                  <a:cubicBezTo>
                    <a:pt x="2414" y="4227"/>
                    <a:pt x="1543" y="3857"/>
                    <a:pt x="1543" y="3857"/>
                  </a:cubicBezTo>
                  <a:lnTo>
                    <a:pt x="0" y="6943"/>
                  </a:lnTo>
                  <a:cubicBezTo>
                    <a:pt x="0" y="6943"/>
                    <a:pt x="748" y="7450"/>
                    <a:pt x="1919" y="8207"/>
                  </a:cubicBezTo>
                  <a:cubicBezTo>
                    <a:pt x="1595" y="9313"/>
                    <a:pt x="1471" y="10485"/>
                    <a:pt x="1584" y="11672"/>
                  </a:cubicBezTo>
                  <a:cubicBezTo>
                    <a:pt x="599" y="12078"/>
                    <a:pt x="0" y="12343"/>
                    <a:pt x="0" y="12343"/>
                  </a:cubicBezTo>
                  <a:lnTo>
                    <a:pt x="771" y="15429"/>
                  </a:lnTo>
                  <a:cubicBezTo>
                    <a:pt x="771" y="15429"/>
                    <a:pt x="1480" y="15317"/>
                    <a:pt x="2609" y="15107"/>
                  </a:cubicBezTo>
                  <a:cubicBezTo>
                    <a:pt x="3172" y="16179"/>
                    <a:pt x="3928" y="17106"/>
                    <a:pt x="4820" y="17860"/>
                  </a:cubicBezTo>
                  <a:cubicBezTo>
                    <a:pt x="4227" y="19186"/>
                    <a:pt x="3857" y="20057"/>
                    <a:pt x="3857" y="20057"/>
                  </a:cubicBezTo>
                  <a:lnTo>
                    <a:pt x="6943" y="21600"/>
                  </a:lnTo>
                  <a:cubicBezTo>
                    <a:pt x="6943" y="21600"/>
                    <a:pt x="7449" y="20852"/>
                    <a:pt x="8206" y="19681"/>
                  </a:cubicBezTo>
                  <a:cubicBezTo>
                    <a:pt x="9312" y="20005"/>
                    <a:pt x="10485" y="20129"/>
                    <a:pt x="11672" y="20016"/>
                  </a:cubicBezTo>
                  <a:cubicBezTo>
                    <a:pt x="12078" y="21001"/>
                    <a:pt x="12343" y="21600"/>
                    <a:pt x="12343" y="21600"/>
                  </a:cubicBezTo>
                  <a:lnTo>
                    <a:pt x="15429" y="20829"/>
                  </a:lnTo>
                  <a:cubicBezTo>
                    <a:pt x="15429" y="20829"/>
                    <a:pt x="15317" y="20120"/>
                    <a:pt x="15107" y="18991"/>
                  </a:cubicBezTo>
                  <a:cubicBezTo>
                    <a:pt x="16176" y="18431"/>
                    <a:pt x="17099" y="17676"/>
                    <a:pt x="17852" y="16788"/>
                  </a:cubicBezTo>
                  <a:cubicBezTo>
                    <a:pt x="19183" y="17377"/>
                    <a:pt x="20057" y="17743"/>
                    <a:pt x="20057" y="17743"/>
                  </a:cubicBezTo>
                  <a:lnTo>
                    <a:pt x="21600" y="14657"/>
                  </a:lnTo>
                  <a:cubicBezTo>
                    <a:pt x="21600" y="14657"/>
                    <a:pt x="20851" y="14156"/>
                    <a:pt x="19678" y="13405"/>
                  </a:cubicBezTo>
                  <a:cubicBezTo>
                    <a:pt x="20005" y="12296"/>
                    <a:pt x="20130" y="11120"/>
                    <a:pt x="20016" y="9930"/>
                  </a:cubicBezTo>
                  <a:close/>
                </a:path>
              </a:pathLst>
            </a:custGeom>
            <a:solidFill>
              <a:schemeClr val="bg1">
                <a:lumMod val="85000"/>
              </a:schemeClr>
            </a:solidFill>
            <a:ln w="12700" cap="flat">
              <a:noFill/>
              <a:miter lim="400000"/>
            </a:ln>
            <a:effectLst/>
          </p:spPr>
          <p:txBody>
            <a:bodyPr wrap="square" lIns="15073" tIns="15073" rIns="15073" bIns="15073" numCol="1" anchor="ctr">
              <a:noAutofit/>
            </a:bodyPr>
            <a:lstStyle/>
            <a:p>
              <a:endParaRPr sz="1424" dirty="0">
                <a:latin typeface="Lato Light" panose="020F0502020204030203" pitchFamily="34" charset="0"/>
              </a:endParaRPr>
            </a:p>
          </p:txBody>
        </p:sp>
        <p:sp>
          <p:nvSpPr>
            <p:cNvPr id="61" name="Shape 34228">
              <a:extLst>
                <a:ext uri="{FF2B5EF4-FFF2-40B4-BE49-F238E27FC236}">
                  <a16:creationId xmlns:a16="http://schemas.microsoft.com/office/drawing/2014/main" id="{C31D1EDA-4B16-4A91-88B3-5D0C5BEBD26F}"/>
                </a:ext>
              </a:extLst>
            </p:cNvPr>
            <p:cNvSpPr/>
            <p:nvPr/>
          </p:nvSpPr>
          <p:spPr>
            <a:xfrm>
              <a:off x="9057539" y="5652197"/>
              <a:ext cx="565072" cy="648758"/>
            </a:xfrm>
            <a:custGeom>
              <a:avLst/>
              <a:gdLst/>
              <a:ahLst/>
              <a:cxnLst>
                <a:cxn ang="0">
                  <a:pos x="wd2" y="hd2"/>
                </a:cxn>
                <a:cxn ang="5400000">
                  <a:pos x="wd2" y="hd2"/>
                </a:cxn>
                <a:cxn ang="10800000">
                  <a:pos x="wd2" y="hd2"/>
                </a:cxn>
                <a:cxn ang="16200000">
                  <a:pos x="wd2" y="hd2"/>
                </a:cxn>
              </a:cxnLst>
              <a:rect l="0" t="0" r="r" b="b"/>
              <a:pathLst>
                <a:path w="21600" h="21600" extrusionOk="0">
                  <a:moveTo>
                    <a:pt x="11390" y="0"/>
                  </a:moveTo>
                  <a:lnTo>
                    <a:pt x="0" y="14168"/>
                  </a:lnTo>
                  <a:lnTo>
                    <a:pt x="12187" y="21600"/>
                  </a:lnTo>
                  <a:lnTo>
                    <a:pt x="21600" y="9890"/>
                  </a:lnTo>
                  <a:lnTo>
                    <a:pt x="20767" y="5719"/>
                  </a:lnTo>
                  <a:lnTo>
                    <a:pt x="11390" y="0"/>
                  </a:lnTo>
                  <a:close/>
                  <a:moveTo>
                    <a:pt x="12641" y="5625"/>
                  </a:moveTo>
                  <a:lnTo>
                    <a:pt x="17079" y="8332"/>
                  </a:lnTo>
                  <a:lnTo>
                    <a:pt x="16765" y="8723"/>
                  </a:lnTo>
                  <a:lnTo>
                    <a:pt x="12326" y="6016"/>
                  </a:lnTo>
                  <a:lnTo>
                    <a:pt x="12641" y="5625"/>
                  </a:lnTo>
                  <a:close/>
                  <a:moveTo>
                    <a:pt x="7323" y="8127"/>
                  </a:moveTo>
                  <a:lnTo>
                    <a:pt x="16200" y="13540"/>
                  </a:lnTo>
                  <a:lnTo>
                    <a:pt x="15894" y="13920"/>
                  </a:lnTo>
                  <a:lnTo>
                    <a:pt x="7017" y="8506"/>
                  </a:lnTo>
                  <a:lnTo>
                    <a:pt x="7323" y="8127"/>
                  </a:lnTo>
                  <a:close/>
                  <a:moveTo>
                    <a:pt x="5778" y="10048"/>
                  </a:moveTo>
                  <a:lnTo>
                    <a:pt x="14655" y="15462"/>
                  </a:lnTo>
                  <a:lnTo>
                    <a:pt x="14340" y="15853"/>
                  </a:lnTo>
                  <a:lnTo>
                    <a:pt x="5463" y="10439"/>
                  </a:lnTo>
                  <a:lnTo>
                    <a:pt x="5778" y="10048"/>
                  </a:lnTo>
                  <a:close/>
                  <a:moveTo>
                    <a:pt x="4233" y="11970"/>
                  </a:moveTo>
                  <a:lnTo>
                    <a:pt x="8671" y="14677"/>
                  </a:lnTo>
                  <a:lnTo>
                    <a:pt x="8357" y="15068"/>
                  </a:lnTo>
                  <a:lnTo>
                    <a:pt x="3918" y="12361"/>
                  </a:lnTo>
                  <a:lnTo>
                    <a:pt x="4233" y="11970"/>
                  </a:ln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62" name="Shape 34229">
              <a:extLst>
                <a:ext uri="{FF2B5EF4-FFF2-40B4-BE49-F238E27FC236}">
                  <a16:creationId xmlns:a16="http://schemas.microsoft.com/office/drawing/2014/main" id="{69D257C2-090D-40ED-8AE6-C1A0794F3FF5}"/>
                </a:ext>
              </a:extLst>
            </p:cNvPr>
            <p:cNvSpPr/>
            <p:nvPr/>
          </p:nvSpPr>
          <p:spPr>
            <a:xfrm>
              <a:off x="14430703" y="5653180"/>
              <a:ext cx="678286" cy="609678"/>
            </a:xfrm>
            <a:custGeom>
              <a:avLst/>
              <a:gdLst/>
              <a:ahLst/>
              <a:cxnLst>
                <a:cxn ang="0">
                  <a:pos x="wd2" y="hd2"/>
                </a:cxn>
                <a:cxn ang="5400000">
                  <a:pos x="wd2" y="hd2"/>
                </a:cxn>
                <a:cxn ang="10800000">
                  <a:pos x="wd2" y="hd2"/>
                </a:cxn>
                <a:cxn ang="16200000">
                  <a:pos x="wd2" y="hd2"/>
                </a:cxn>
              </a:cxnLst>
              <a:rect l="0" t="0" r="r" b="b"/>
              <a:pathLst>
                <a:path w="21255" h="21217" extrusionOk="0">
                  <a:moveTo>
                    <a:pt x="16218" y="16859"/>
                  </a:moveTo>
                  <a:lnTo>
                    <a:pt x="3455" y="9002"/>
                  </a:lnTo>
                  <a:lnTo>
                    <a:pt x="7275" y="1347"/>
                  </a:lnTo>
                  <a:lnTo>
                    <a:pt x="20039" y="9205"/>
                  </a:lnTo>
                  <a:cubicBezTo>
                    <a:pt x="20039" y="9205"/>
                    <a:pt x="16218" y="16859"/>
                    <a:pt x="16218" y="16859"/>
                  </a:cubicBezTo>
                  <a:close/>
                  <a:moveTo>
                    <a:pt x="20627" y="8027"/>
                  </a:moveTo>
                  <a:lnTo>
                    <a:pt x="7863" y="170"/>
                  </a:lnTo>
                  <a:cubicBezTo>
                    <a:pt x="7275" y="-192"/>
                    <a:pt x="6536" y="43"/>
                    <a:pt x="6211" y="693"/>
                  </a:cubicBezTo>
                  <a:cubicBezTo>
                    <a:pt x="6211" y="693"/>
                    <a:pt x="1803" y="9525"/>
                    <a:pt x="1814" y="9531"/>
                  </a:cubicBezTo>
                  <a:lnTo>
                    <a:pt x="16683" y="18684"/>
                  </a:lnTo>
                  <a:cubicBezTo>
                    <a:pt x="16694" y="18691"/>
                    <a:pt x="21103" y="9860"/>
                    <a:pt x="21103" y="9860"/>
                  </a:cubicBezTo>
                  <a:cubicBezTo>
                    <a:pt x="21427" y="9210"/>
                    <a:pt x="21214" y="8389"/>
                    <a:pt x="20627" y="8027"/>
                  </a:cubicBezTo>
                  <a:close/>
                  <a:moveTo>
                    <a:pt x="15519" y="21047"/>
                  </a:moveTo>
                  <a:lnTo>
                    <a:pt x="628" y="11880"/>
                  </a:lnTo>
                  <a:cubicBezTo>
                    <a:pt x="40" y="11518"/>
                    <a:pt x="-173" y="10698"/>
                    <a:pt x="152" y="10047"/>
                  </a:cubicBezTo>
                  <a:lnTo>
                    <a:pt x="446" y="9459"/>
                  </a:lnTo>
                  <a:lnTo>
                    <a:pt x="7359" y="13714"/>
                  </a:lnTo>
                  <a:lnTo>
                    <a:pt x="7065" y="14303"/>
                  </a:lnTo>
                  <a:lnTo>
                    <a:pt x="10256" y="16268"/>
                  </a:lnTo>
                  <a:lnTo>
                    <a:pt x="10550" y="15679"/>
                  </a:lnTo>
                  <a:lnTo>
                    <a:pt x="17464" y="19935"/>
                  </a:lnTo>
                  <a:lnTo>
                    <a:pt x="17170" y="20524"/>
                  </a:lnTo>
                  <a:cubicBezTo>
                    <a:pt x="16846" y="21174"/>
                    <a:pt x="16106" y="21408"/>
                    <a:pt x="15519" y="21047"/>
                  </a:cubicBezTo>
                  <a:cubicBezTo>
                    <a:pt x="15519" y="21047"/>
                    <a:pt x="15519" y="21047"/>
                    <a:pt x="15519" y="2104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63" name="Shape 34230">
              <a:extLst>
                <a:ext uri="{FF2B5EF4-FFF2-40B4-BE49-F238E27FC236}">
                  <a16:creationId xmlns:a16="http://schemas.microsoft.com/office/drawing/2014/main" id="{6668CDD0-0005-4AFC-9032-C6544BF09D80}"/>
                </a:ext>
              </a:extLst>
            </p:cNvPr>
            <p:cNvSpPr/>
            <p:nvPr/>
          </p:nvSpPr>
          <p:spPr>
            <a:xfrm>
              <a:off x="14217720" y="6775957"/>
              <a:ext cx="333440" cy="666878"/>
            </a:xfrm>
            <a:custGeom>
              <a:avLst/>
              <a:gdLst/>
              <a:ahLst/>
              <a:cxnLst>
                <a:cxn ang="0">
                  <a:pos x="wd2" y="hd2"/>
                </a:cxn>
                <a:cxn ang="5400000">
                  <a:pos x="wd2" y="hd2"/>
                </a:cxn>
                <a:cxn ang="10800000">
                  <a:pos x="wd2" y="hd2"/>
                </a:cxn>
                <a:cxn ang="16200000">
                  <a:pos x="wd2" y="hd2"/>
                </a:cxn>
              </a:cxnLst>
              <a:rect l="0" t="0" r="r" b="b"/>
              <a:pathLst>
                <a:path w="21600" h="21600" extrusionOk="0">
                  <a:moveTo>
                    <a:pt x="20250" y="4050"/>
                  </a:moveTo>
                  <a:lnTo>
                    <a:pt x="1618" y="4050"/>
                  </a:lnTo>
                  <a:lnTo>
                    <a:pt x="1618" y="17550"/>
                  </a:lnTo>
                  <a:lnTo>
                    <a:pt x="20250" y="17550"/>
                  </a:lnTo>
                  <a:lnTo>
                    <a:pt x="20250" y="4050"/>
                  </a:lnTo>
                  <a:close/>
                  <a:moveTo>
                    <a:pt x="14175" y="2025"/>
                  </a:moveTo>
                  <a:lnTo>
                    <a:pt x="7425" y="2025"/>
                  </a:lnTo>
                  <a:cubicBezTo>
                    <a:pt x="7052" y="2025"/>
                    <a:pt x="6750" y="2176"/>
                    <a:pt x="6750" y="2363"/>
                  </a:cubicBezTo>
                  <a:cubicBezTo>
                    <a:pt x="6750" y="2549"/>
                    <a:pt x="7052" y="2700"/>
                    <a:pt x="7425" y="2700"/>
                  </a:cubicBezTo>
                  <a:lnTo>
                    <a:pt x="14175" y="2700"/>
                  </a:lnTo>
                  <a:cubicBezTo>
                    <a:pt x="14548" y="2700"/>
                    <a:pt x="14850" y="2549"/>
                    <a:pt x="14850" y="2363"/>
                  </a:cubicBezTo>
                  <a:cubicBezTo>
                    <a:pt x="14850" y="2176"/>
                    <a:pt x="14548" y="2025"/>
                    <a:pt x="14175" y="2025"/>
                  </a:cubicBezTo>
                  <a:close/>
                  <a:moveTo>
                    <a:pt x="11475" y="20250"/>
                  </a:moveTo>
                  <a:cubicBezTo>
                    <a:pt x="12593" y="20250"/>
                    <a:pt x="13500" y="19797"/>
                    <a:pt x="13500" y="19238"/>
                  </a:cubicBezTo>
                  <a:cubicBezTo>
                    <a:pt x="13500" y="18678"/>
                    <a:pt x="12593" y="18225"/>
                    <a:pt x="11475" y="18225"/>
                  </a:cubicBezTo>
                  <a:cubicBezTo>
                    <a:pt x="10357" y="18225"/>
                    <a:pt x="9450" y="18678"/>
                    <a:pt x="9450" y="19238"/>
                  </a:cubicBezTo>
                  <a:cubicBezTo>
                    <a:pt x="9450" y="19797"/>
                    <a:pt x="10357" y="20250"/>
                    <a:pt x="11475" y="20250"/>
                  </a:cubicBezTo>
                  <a:close/>
                  <a:moveTo>
                    <a:pt x="18900" y="21600"/>
                  </a:moveTo>
                  <a:lnTo>
                    <a:pt x="2700" y="21600"/>
                  </a:lnTo>
                  <a:cubicBezTo>
                    <a:pt x="1954" y="21600"/>
                    <a:pt x="1279" y="21449"/>
                    <a:pt x="791" y="21205"/>
                  </a:cubicBezTo>
                  <a:cubicBezTo>
                    <a:pt x="302" y="20960"/>
                    <a:pt x="0" y="20623"/>
                    <a:pt x="0" y="20250"/>
                  </a:cubicBezTo>
                  <a:lnTo>
                    <a:pt x="0" y="1350"/>
                  </a:lnTo>
                  <a:cubicBezTo>
                    <a:pt x="0" y="977"/>
                    <a:pt x="302" y="640"/>
                    <a:pt x="791" y="395"/>
                  </a:cubicBezTo>
                  <a:cubicBezTo>
                    <a:pt x="1279" y="151"/>
                    <a:pt x="1954" y="0"/>
                    <a:pt x="2700" y="0"/>
                  </a:cubicBezTo>
                  <a:lnTo>
                    <a:pt x="18900" y="0"/>
                  </a:lnTo>
                  <a:cubicBezTo>
                    <a:pt x="19646" y="0"/>
                    <a:pt x="20321" y="151"/>
                    <a:pt x="20809" y="395"/>
                  </a:cubicBezTo>
                  <a:cubicBezTo>
                    <a:pt x="21298" y="640"/>
                    <a:pt x="21600" y="977"/>
                    <a:pt x="21600" y="1350"/>
                  </a:cubicBezTo>
                  <a:lnTo>
                    <a:pt x="21600" y="20250"/>
                  </a:lnTo>
                  <a:cubicBezTo>
                    <a:pt x="21600" y="20623"/>
                    <a:pt x="21298" y="20960"/>
                    <a:pt x="20809" y="21205"/>
                  </a:cubicBezTo>
                  <a:cubicBezTo>
                    <a:pt x="20321" y="21449"/>
                    <a:pt x="19646" y="21600"/>
                    <a:pt x="18900"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64" name="Shape 34231">
              <a:extLst>
                <a:ext uri="{FF2B5EF4-FFF2-40B4-BE49-F238E27FC236}">
                  <a16:creationId xmlns:a16="http://schemas.microsoft.com/office/drawing/2014/main" id="{B6EB95AD-2468-4AA4-9F51-2FC437664451}"/>
                </a:ext>
              </a:extLst>
            </p:cNvPr>
            <p:cNvSpPr/>
            <p:nvPr/>
          </p:nvSpPr>
          <p:spPr>
            <a:xfrm>
              <a:off x="12484545" y="3228311"/>
              <a:ext cx="428100" cy="347868"/>
            </a:xfrm>
            <a:custGeom>
              <a:avLst/>
              <a:gdLst/>
              <a:ahLst/>
              <a:cxnLst>
                <a:cxn ang="0">
                  <a:pos x="wd2" y="hd2"/>
                </a:cxn>
                <a:cxn ang="5400000">
                  <a:pos x="wd2" y="hd2"/>
                </a:cxn>
                <a:cxn ang="10800000">
                  <a:pos x="wd2" y="hd2"/>
                </a:cxn>
                <a:cxn ang="16200000">
                  <a:pos x="wd2" y="hd2"/>
                </a:cxn>
              </a:cxnLst>
              <a:rect l="0" t="0" r="r" b="b"/>
              <a:pathLst>
                <a:path w="21600" h="21600" extrusionOk="0">
                  <a:moveTo>
                    <a:pt x="21600" y="2559"/>
                  </a:moveTo>
                  <a:cubicBezTo>
                    <a:pt x="20805" y="2994"/>
                    <a:pt x="19949" y="3285"/>
                    <a:pt x="19055" y="3417"/>
                  </a:cubicBezTo>
                  <a:cubicBezTo>
                    <a:pt x="19968" y="2742"/>
                    <a:pt x="20672" y="1676"/>
                    <a:pt x="21003" y="401"/>
                  </a:cubicBezTo>
                  <a:cubicBezTo>
                    <a:pt x="20147" y="1026"/>
                    <a:pt x="19198" y="1478"/>
                    <a:pt x="18187" y="1722"/>
                  </a:cubicBezTo>
                  <a:cubicBezTo>
                    <a:pt x="17379" y="665"/>
                    <a:pt x="16228" y="0"/>
                    <a:pt x="14953" y="0"/>
                  </a:cubicBezTo>
                  <a:cubicBezTo>
                    <a:pt x="12506" y="0"/>
                    <a:pt x="10524" y="2441"/>
                    <a:pt x="10524" y="5454"/>
                  </a:cubicBezTo>
                  <a:cubicBezTo>
                    <a:pt x="10524" y="5881"/>
                    <a:pt x="10561" y="6298"/>
                    <a:pt x="10637" y="6694"/>
                  </a:cubicBezTo>
                  <a:cubicBezTo>
                    <a:pt x="6954" y="6468"/>
                    <a:pt x="3689" y="4296"/>
                    <a:pt x="1504" y="998"/>
                  </a:cubicBezTo>
                  <a:cubicBezTo>
                    <a:pt x="1122" y="1806"/>
                    <a:pt x="903" y="2742"/>
                    <a:pt x="903" y="3739"/>
                  </a:cubicBezTo>
                  <a:cubicBezTo>
                    <a:pt x="903" y="5631"/>
                    <a:pt x="1686" y="7302"/>
                    <a:pt x="2875" y="8279"/>
                  </a:cubicBezTo>
                  <a:cubicBezTo>
                    <a:pt x="2149" y="8248"/>
                    <a:pt x="1466" y="8005"/>
                    <a:pt x="868" y="7599"/>
                  </a:cubicBezTo>
                  <a:cubicBezTo>
                    <a:pt x="868" y="7618"/>
                    <a:pt x="868" y="7641"/>
                    <a:pt x="868" y="7666"/>
                  </a:cubicBezTo>
                  <a:cubicBezTo>
                    <a:pt x="868" y="10307"/>
                    <a:pt x="2395" y="12512"/>
                    <a:pt x="4423" y="13011"/>
                  </a:cubicBezTo>
                  <a:cubicBezTo>
                    <a:pt x="4051" y="13134"/>
                    <a:pt x="3658" y="13201"/>
                    <a:pt x="3255" y="13201"/>
                  </a:cubicBezTo>
                  <a:cubicBezTo>
                    <a:pt x="2970" y="13201"/>
                    <a:pt x="2691" y="13168"/>
                    <a:pt x="2420" y="13106"/>
                  </a:cubicBezTo>
                  <a:cubicBezTo>
                    <a:pt x="2983" y="15270"/>
                    <a:pt x="4621" y="16846"/>
                    <a:pt x="6561" y="16890"/>
                  </a:cubicBezTo>
                  <a:cubicBezTo>
                    <a:pt x="5042" y="18353"/>
                    <a:pt x="3134" y="19225"/>
                    <a:pt x="1056" y="19225"/>
                  </a:cubicBezTo>
                  <a:cubicBezTo>
                    <a:pt x="700" y="19225"/>
                    <a:pt x="347" y="19197"/>
                    <a:pt x="0" y="19149"/>
                  </a:cubicBezTo>
                  <a:cubicBezTo>
                    <a:pt x="1963" y="20695"/>
                    <a:pt x="4290" y="21600"/>
                    <a:pt x="6791" y="21600"/>
                  </a:cubicBezTo>
                  <a:cubicBezTo>
                    <a:pt x="14943" y="21600"/>
                    <a:pt x="19401" y="13291"/>
                    <a:pt x="19401" y="6084"/>
                  </a:cubicBezTo>
                  <a:cubicBezTo>
                    <a:pt x="19401" y="5851"/>
                    <a:pt x="19396" y="5613"/>
                    <a:pt x="19388" y="5380"/>
                  </a:cubicBezTo>
                  <a:cubicBezTo>
                    <a:pt x="20253" y="4614"/>
                    <a:pt x="21005" y="3652"/>
                    <a:pt x="21600" y="2559"/>
                  </a:cubicBezTo>
                  <a:cubicBezTo>
                    <a:pt x="21600" y="2559"/>
                    <a:pt x="21600" y="2559"/>
                    <a:pt x="21600" y="255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65" name="Shape 34232">
              <a:extLst>
                <a:ext uri="{FF2B5EF4-FFF2-40B4-BE49-F238E27FC236}">
                  <a16:creationId xmlns:a16="http://schemas.microsoft.com/office/drawing/2014/main" id="{32DCAC3A-6B36-419D-9893-889513F0ACBF}"/>
                </a:ext>
              </a:extLst>
            </p:cNvPr>
            <p:cNvSpPr/>
            <p:nvPr/>
          </p:nvSpPr>
          <p:spPr>
            <a:xfrm>
              <a:off x="11791096" y="11232556"/>
              <a:ext cx="130464" cy="279620"/>
            </a:xfrm>
            <a:custGeom>
              <a:avLst/>
              <a:gdLst/>
              <a:ahLst/>
              <a:cxnLst>
                <a:cxn ang="0">
                  <a:pos x="wd2" y="hd2"/>
                </a:cxn>
                <a:cxn ang="5400000">
                  <a:pos x="wd2" y="hd2"/>
                </a:cxn>
                <a:cxn ang="10800000">
                  <a:pos x="wd2" y="hd2"/>
                </a:cxn>
                <a:cxn ang="16200000">
                  <a:pos x="wd2" y="hd2"/>
                </a:cxn>
              </a:cxnLst>
              <a:rect l="0" t="0" r="r" b="b"/>
              <a:pathLst>
                <a:path w="21600" h="21600" extrusionOk="0">
                  <a:moveTo>
                    <a:pt x="14362" y="21600"/>
                  </a:moveTo>
                  <a:lnTo>
                    <a:pt x="4786" y="21600"/>
                  </a:lnTo>
                  <a:lnTo>
                    <a:pt x="4786" y="10800"/>
                  </a:lnTo>
                  <a:lnTo>
                    <a:pt x="0" y="10800"/>
                  </a:lnTo>
                  <a:lnTo>
                    <a:pt x="0" y="7077"/>
                  </a:lnTo>
                  <a:lnTo>
                    <a:pt x="4786" y="7077"/>
                  </a:lnTo>
                  <a:lnTo>
                    <a:pt x="4786" y="4842"/>
                  </a:lnTo>
                  <a:cubicBezTo>
                    <a:pt x="4786" y="1806"/>
                    <a:pt x="7489" y="0"/>
                    <a:pt x="15162" y="0"/>
                  </a:cubicBezTo>
                  <a:lnTo>
                    <a:pt x="21552" y="0"/>
                  </a:lnTo>
                  <a:lnTo>
                    <a:pt x="21552" y="3723"/>
                  </a:lnTo>
                  <a:lnTo>
                    <a:pt x="17560" y="3723"/>
                  </a:lnTo>
                  <a:cubicBezTo>
                    <a:pt x="14572" y="3723"/>
                    <a:pt x="14372" y="4243"/>
                    <a:pt x="14372" y="5214"/>
                  </a:cubicBezTo>
                  <a:lnTo>
                    <a:pt x="14362" y="7077"/>
                  </a:lnTo>
                  <a:lnTo>
                    <a:pt x="21600" y="7077"/>
                  </a:lnTo>
                  <a:lnTo>
                    <a:pt x="20752" y="10800"/>
                  </a:lnTo>
                  <a:lnTo>
                    <a:pt x="14362" y="10800"/>
                  </a:lnTo>
                  <a:cubicBezTo>
                    <a:pt x="14362" y="10800"/>
                    <a:pt x="14362" y="21600"/>
                    <a:pt x="14362"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66" name="Shape 34233">
              <a:extLst>
                <a:ext uri="{FF2B5EF4-FFF2-40B4-BE49-F238E27FC236}">
                  <a16:creationId xmlns:a16="http://schemas.microsoft.com/office/drawing/2014/main" id="{8236CA81-388B-4908-9685-8D6BC8E70187}"/>
                </a:ext>
              </a:extLst>
            </p:cNvPr>
            <p:cNvSpPr/>
            <p:nvPr/>
          </p:nvSpPr>
          <p:spPr>
            <a:xfrm>
              <a:off x="11084739" y="4570184"/>
              <a:ext cx="304442" cy="392838"/>
            </a:xfrm>
            <a:custGeom>
              <a:avLst/>
              <a:gdLst/>
              <a:ahLst/>
              <a:cxnLst>
                <a:cxn ang="0">
                  <a:pos x="wd2" y="hd2"/>
                </a:cxn>
                <a:cxn ang="5400000">
                  <a:pos x="wd2" y="hd2"/>
                </a:cxn>
                <a:cxn ang="10800000">
                  <a:pos x="wd2" y="hd2"/>
                </a:cxn>
                <a:cxn ang="16200000">
                  <a:pos x="wd2" y="hd2"/>
                </a:cxn>
              </a:cxnLst>
              <a:rect l="0" t="0" r="r" b="b"/>
              <a:pathLst>
                <a:path w="20935" h="21287" extrusionOk="0">
                  <a:moveTo>
                    <a:pt x="8719" y="13902"/>
                  </a:moveTo>
                  <a:cubicBezTo>
                    <a:pt x="8086" y="16090"/>
                    <a:pt x="7465" y="18199"/>
                    <a:pt x="6111" y="19862"/>
                  </a:cubicBezTo>
                  <a:cubicBezTo>
                    <a:pt x="5699" y="20370"/>
                    <a:pt x="5281" y="21012"/>
                    <a:pt x="4573" y="21287"/>
                  </a:cubicBezTo>
                  <a:cubicBezTo>
                    <a:pt x="3525" y="17039"/>
                    <a:pt x="5712" y="13464"/>
                    <a:pt x="6579" y="9893"/>
                  </a:cubicBezTo>
                  <a:cubicBezTo>
                    <a:pt x="5475" y="8121"/>
                    <a:pt x="6162" y="5116"/>
                    <a:pt x="8519" y="4777"/>
                  </a:cubicBezTo>
                  <a:cubicBezTo>
                    <a:pt x="11938" y="4282"/>
                    <a:pt x="11037" y="7536"/>
                    <a:pt x="10457" y="9049"/>
                  </a:cubicBezTo>
                  <a:cubicBezTo>
                    <a:pt x="10139" y="9877"/>
                    <a:pt x="9566" y="10671"/>
                    <a:pt x="9654" y="11581"/>
                  </a:cubicBezTo>
                  <a:cubicBezTo>
                    <a:pt x="9843" y="13499"/>
                    <a:pt x="12902" y="13622"/>
                    <a:pt x="14467" y="12636"/>
                  </a:cubicBezTo>
                  <a:cubicBezTo>
                    <a:pt x="16713" y="11223"/>
                    <a:pt x="17361" y="8494"/>
                    <a:pt x="17144" y="6253"/>
                  </a:cubicBezTo>
                  <a:cubicBezTo>
                    <a:pt x="16810" y="2840"/>
                    <a:pt x="11909" y="1143"/>
                    <a:pt x="7583" y="2508"/>
                  </a:cubicBezTo>
                  <a:cubicBezTo>
                    <a:pt x="5355" y="3211"/>
                    <a:pt x="3329" y="4827"/>
                    <a:pt x="3035" y="7202"/>
                  </a:cubicBezTo>
                  <a:cubicBezTo>
                    <a:pt x="2881" y="8453"/>
                    <a:pt x="3214" y="9451"/>
                    <a:pt x="3838" y="10156"/>
                  </a:cubicBezTo>
                  <a:cubicBezTo>
                    <a:pt x="3933" y="10263"/>
                    <a:pt x="4258" y="10453"/>
                    <a:pt x="4305" y="10738"/>
                  </a:cubicBezTo>
                  <a:cubicBezTo>
                    <a:pt x="4403" y="11316"/>
                    <a:pt x="3968" y="11940"/>
                    <a:pt x="3570" y="12371"/>
                  </a:cubicBezTo>
                  <a:cubicBezTo>
                    <a:pt x="1354" y="11867"/>
                    <a:pt x="210" y="10298"/>
                    <a:pt x="26" y="8311"/>
                  </a:cubicBezTo>
                  <a:cubicBezTo>
                    <a:pt x="-390" y="3790"/>
                    <a:pt x="4313" y="350"/>
                    <a:pt x="9854" y="29"/>
                  </a:cubicBezTo>
                  <a:cubicBezTo>
                    <a:pt x="15764" y="-313"/>
                    <a:pt x="20453" y="2380"/>
                    <a:pt x="20886" y="6306"/>
                  </a:cubicBezTo>
                  <a:cubicBezTo>
                    <a:pt x="21210" y="9225"/>
                    <a:pt x="19897" y="12163"/>
                    <a:pt x="17812" y="13743"/>
                  </a:cubicBezTo>
                  <a:cubicBezTo>
                    <a:pt x="16244" y="14931"/>
                    <a:pt x="12913" y="16092"/>
                    <a:pt x="10190" y="14957"/>
                  </a:cubicBezTo>
                  <a:cubicBezTo>
                    <a:pt x="9585" y="14704"/>
                    <a:pt x="9318" y="14397"/>
                    <a:pt x="8719" y="13902"/>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67" name="Shape 34234">
              <a:extLst>
                <a:ext uri="{FF2B5EF4-FFF2-40B4-BE49-F238E27FC236}">
                  <a16:creationId xmlns:a16="http://schemas.microsoft.com/office/drawing/2014/main" id="{3B7B2670-A08D-473B-89ED-542ECD1FDE80}"/>
                </a:ext>
              </a:extLst>
            </p:cNvPr>
            <p:cNvSpPr/>
            <p:nvPr/>
          </p:nvSpPr>
          <p:spPr>
            <a:xfrm>
              <a:off x="10710090" y="4258444"/>
              <a:ext cx="419088" cy="392838"/>
            </a:xfrm>
            <a:custGeom>
              <a:avLst/>
              <a:gdLst/>
              <a:ahLst/>
              <a:cxnLst>
                <a:cxn ang="0">
                  <a:pos x="wd2" y="hd2"/>
                </a:cxn>
                <a:cxn ang="5400000">
                  <a:pos x="wd2" y="hd2"/>
                </a:cxn>
                <a:cxn ang="10800000">
                  <a:pos x="wd2" y="hd2"/>
                </a:cxn>
                <a:cxn ang="16200000">
                  <a:pos x="wd2" y="hd2"/>
                </a:cxn>
              </a:cxnLst>
              <a:rect l="0" t="0" r="r" b="b"/>
              <a:pathLst>
                <a:path w="21600" h="21600" extrusionOk="0">
                  <a:moveTo>
                    <a:pt x="8648" y="5409"/>
                  </a:moveTo>
                  <a:cubicBezTo>
                    <a:pt x="8423" y="3519"/>
                    <a:pt x="7212" y="1948"/>
                    <a:pt x="5946" y="1906"/>
                  </a:cubicBezTo>
                  <a:lnTo>
                    <a:pt x="5894" y="1906"/>
                  </a:lnTo>
                  <a:cubicBezTo>
                    <a:pt x="5447" y="1906"/>
                    <a:pt x="5049" y="2111"/>
                    <a:pt x="4743" y="2498"/>
                  </a:cubicBezTo>
                  <a:cubicBezTo>
                    <a:pt x="4271" y="3097"/>
                    <a:pt x="4073" y="4045"/>
                    <a:pt x="4198" y="5100"/>
                  </a:cubicBezTo>
                  <a:cubicBezTo>
                    <a:pt x="4418" y="6988"/>
                    <a:pt x="5656" y="8619"/>
                    <a:pt x="6897" y="8662"/>
                  </a:cubicBezTo>
                  <a:lnTo>
                    <a:pt x="6916" y="8662"/>
                  </a:lnTo>
                  <a:cubicBezTo>
                    <a:pt x="7385" y="8662"/>
                    <a:pt x="7778" y="8457"/>
                    <a:pt x="8085" y="8070"/>
                  </a:cubicBezTo>
                  <a:cubicBezTo>
                    <a:pt x="8561" y="7463"/>
                    <a:pt x="8773" y="6468"/>
                    <a:pt x="8648" y="5409"/>
                  </a:cubicBezTo>
                  <a:cubicBezTo>
                    <a:pt x="8648" y="5409"/>
                    <a:pt x="8648" y="5409"/>
                    <a:pt x="8648" y="5409"/>
                  </a:cubicBezTo>
                  <a:close/>
                  <a:moveTo>
                    <a:pt x="2967" y="16668"/>
                  </a:moveTo>
                  <a:cubicBezTo>
                    <a:pt x="2967" y="18299"/>
                    <a:pt x="4433" y="19576"/>
                    <a:pt x="6303" y="19576"/>
                  </a:cubicBezTo>
                  <a:cubicBezTo>
                    <a:pt x="8773" y="19576"/>
                    <a:pt x="10022" y="18631"/>
                    <a:pt x="10022" y="16763"/>
                  </a:cubicBezTo>
                  <a:cubicBezTo>
                    <a:pt x="10022" y="16587"/>
                    <a:pt x="10003" y="16402"/>
                    <a:pt x="9965" y="16220"/>
                  </a:cubicBezTo>
                  <a:cubicBezTo>
                    <a:pt x="9800" y="15495"/>
                    <a:pt x="9201" y="15043"/>
                    <a:pt x="8298" y="14355"/>
                  </a:cubicBezTo>
                  <a:cubicBezTo>
                    <a:pt x="8173" y="14263"/>
                    <a:pt x="8044" y="14164"/>
                    <a:pt x="7911" y="14063"/>
                  </a:cubicBezTo>
                  <a:cubicBezTo>
                    <a:pt x="7520" y="13931"/>
                    <a:pt x="7106" y="13857"/>
                    <a:pt x="6683" y="13855"/>
                  </a:cubicBezTo>
                  <a:lnTo>
                    <a:pt x="6629" y="13852"/>
                  </a:lnTo>
                  <a:cubicBezTo>
                    <a:pt x="4680" y="13852"/>
                    <a:pt x="2967" y="15167"/>
                    <a:pt x="2967" y="16668"/>
                  </a:cubicBezTo>
                  <a:cubicBezTo>
                    <a:pt x="2967" y="16668"/>
                    <a:pt x="2967" y="16668"/>
                    <a:pt x="2967" y="16668"/>
                  </a:cubicBezTo>
                  <a:close/>
                  <a:moveTo>
                    <a:pt x="12670" y="907"/>
                  </a:moveTo>
                  <a:lnTo>
                    <a:pt x="11388" y="1940"/>
                  </a:lnTo>
                  <a:cubicBezTo>
                    <a:pt x="11312" y="2002"/>
                    <a:pt x="11218" y="2035"/>
                    <a:pt x="11123" y="2035"/>
                  </a:cubicBezTo>
                  <a:lnTo>
                    <a:pt x="10665" y="2035"/>
                  </a:lnTo>
                  <a:cubicBezTo>
                    <a:pt x="11255" y="2824"/>
                    <a:pt x="11605" y="3949"/>
                    <a:pt x="11605" y="5219"/>
                  </a:cubicBezTo>
                  <a:cubicBezTo>
                    <a:pt x="11605" y="6615"/>
                    <a:pt x="10968" y="7937"/>
                    <a:pt x="9814" y="8945"/>
                  </a:cubicBezTo>
                  <a:cubicBezTo>
                    <a:pt x="8922" y="9717"/>
                    <a:pt x="8887" y="9931"/>
                    <a:pt x="8887" y="10374"/>
                  </a:cubicBezTo>
                  <a:cubicBezTo>
                    <a:pt x="8897" y="10617"/>
                    <a:pt x="9521" y="11409"/>
                    <a:pt x="10204" y="11949"/>
                  </a:cubicBezTo>
                  <a:cubicBezTo>
                    <a:pt x="11803" y="13208"/>
                    <a:pt x="12396" y="14441"/>
                    <a:pt x="12396" y="16503"/>
                  </a:cubicBezTo>
                  <a:cubicBezTo>
                    <a:pt x="12396" y="18652"/>
                    <a:pt x="10930" y="20513"/>
                    <a:pt x="8659" y="21248"/>
                  </a:cubicBezTo>
                  <a:cubicBezTo>
                    <a:pt x="7930" y="21482"/>
                    <a:pt x="7141" y="21600"/>
                    <a:pt x="6315" y="21600"/>
                  </a:cubicBezTo>
                  <a:cubicBezTo>
                    <a:pt x="5396" y="21600"/>
                    <a:pt x="4510" y="21482"/>
                    <a:pt x="3686" y="21251"/>
                  </a:cubicBezTo>
                  <a:cubicBezTo>
                    <a:pt x="2090" y="20802"/>
                    <a:pt x="908" y="19953"/>
                    <a:pt x="358" y="18858"/>
                  </a:cubicBezTo>
                  <a:cubicBezTo>
                    <a:pt x="122" y="18382"/>
                    <a:pt x="0" y="17877"/>
                    <a:pt x="0" y="17354"/>
                  </a:cubicBezTo>
                  <a:cubicBezTo>
                    <a:pt x="0" y="16815"/>
                    <a:pt x="117" y="16269"/>
                    <a:pt x="344" y="15728"/>
                  </a:cubicBezTo>
                  <a:cubicBezTo>
                    <a:pt x="1219" y="13652"/>
                    <a:pt x="3526" y="12256"/>
                    <a:pt x="6079" y="12256"/>
                  </a:cubicBezTo>
                  <a:cubicBezTo>
                    <a:pt x="6106" y="12256"/>
                    <a:pt x="6130" y="12256"/>
                    <a:pt x="6152" y="12256"/>
                  </a:cubicBezTo>
                  <a:cubicBezTo>
                    <a:pt x="5946" y="11848"/>
                    <a:pt x="5843" y="11429"/>
                    <a:pt x="5843" y="10984"/>
                  </a:cubicBezTo>
                  <a:cubicBezTo>
                    <a:pt x="5843" y="10764"/>
                    <a:pt x="5870" y="10538"/>
                    <a:pt x="5924" y="10311"/>
                  </a:cubicBezTo>
                  <a:cubicBezTo>
                    <a:pt x="3244" y="10243"/>
                    <a:pt x="1238" y="8057"/>
                    <a:pt x="1238" y="5179"/>
                  </a:cubicBezTo>
                  <a:cubicBezTo>
                    <a:pt x="1238" y="3144"/>
                    <a:pt x="2699" y="1162"/>
                    <a:pt x="4786" y="362"/>
                  </a:cubicBezTo>
                  <a:cubicBezTo>
                    <a:pt x="5412" y="121"/>
                    <a:pt x="6049" y="0"/>
                    <a:pt x="6675" y="0"/>
                  </a:cubicBezTo>
                  <a:lnTo>
                    <a:pt x="12404" y="0"/>
                  </a:lnTo>
                  <a:cubicBezTo>
                    <a:pt x="12599" y="0"/>
                    <a:pt x="12772" y="139"/>
                    <a:pt x="12833" y="347"/>
                  </a:cubicBezTo>
                  <a:cubicBezTo>
                    <a:pt x="12895" y="553"/>
                    <a:pt x="12827" y="781"/>
                    <a:pt x="12670" y="907"/>
                  </a:cubicBezTo>
                  <a:cubicBezTo>
                    <a:pt x="12670" y="907"/>
                    <a:pt x="12670" y="907"/>
                    <a:pt x="12670" y="907"/>
                  </a:cubicBezTo>
                  <a:close/>
                  <a:moveTo>
                    <a:pt x="21151" y="10807"/>
                  </a:moveTo>
                  <a:lnTo>
                    <a:pt x="17892" y="10807"/>
                  </a:lnTo>
                  <a:lnTo>
                    <a:pt x="17892" y="14433"/>
                  </a:lnTo>
                  <a:cubicBezTo>
                    <a:pt x="17892" y="14711"/>
                    <a:pt x="17691" y="14934"/>
                    <a:pt x="17443" y="14934"/>
                  </a:cubicBezTo>
                  <a:lnTo>
                    <a:pt x="16515" y="14934"/>
                  </a:lnTo>
                  <a:cubicBezTo>
                    <a:pt x="16266" y="14934"/>
                    <a:pt x="16063" y="14711"/>
                    <a:pt x="16063" y="14433"/>
                  </a:cubicBezTo>
                  <a:lnTo>
                    <a:pt x="16063" y="10807"/>
                  </a:lnTo>
                  <a:lnTo>
                    <a:pt x="12808" y="10807"/>
                  </a:lnTo>
                  <a:cubicBezTo>
                    <a:pt x="12559" y="10807"/>
                    <a:pt x="12355" y="10582"/>
                    <a:pt x="12355" y="10305"/>
                  </a:cubicBezTo>
                  <a:lnTo>
                    <a:pt x="12355" y="9273"/>
                  </a:lnTo>
                  <a:cubicBezTo>
                    <a:pt x="12355" y="8994"/>
                    <a:pt x="12559" y="8769"/>
                    <a:pt x="12808" y="8769"/>
                  </a:cubicBezTo>
                  <a:lnTo>
                    <a:pt x="16063" y="8769"/>
                  </a:lnTo>
                  <a:lnTo>
                    <a:pt x="16063" y="5144"/>
                  </a:lnTo>
                  <a:cubicBezTo>
                    <a:pt x="16063" y="4869"/>
                    <a:pt x="16266" y="4643"/>
                    <a:pt x="16515" y="4643"/>
                  </a:cubicBezTo>
                  <a:lnTo>
                    <a:pt x="17443" y="4643"/>
                  </a:lnTo>
                  <a:cubicBezTo>
                    <a:pt x="17691" y="4643"/>
                    <a:pt x="17892" y="4869"/>
                    <a:pt x="17892" y="5144"/>
                  </a:cubicBezTo>
                  <a:lnTo>
                    <a:pt x="17892" y="8769"/>
                  </a:lnTo>
                  <a:lnTo>
                    <a:pt x="21151" y="8769"/>
                  </a:lnTo>
                  <a:cubicBezTo>
                    <a:pt x="21396" y="8769"/>
                    <a:pt x="21600" y="8994"/>
                    <a:pt x="21600" y="9273"/>
                  </a:cubicBezTo>
                  <a:lnTo>
                    <a:pt x="21600" y="10305"/>
                  </a:lnTo>
                  <a:cubicBezTo>
                    <a:pt x="21600" y="10582"/>
                    <a:pt x="21396" y="10807"/>
                    <a:pt x="21151" y="10807"/>
                  </a:cubicBezTo>
                  <a:cubicBezTo>
                    <a:pt x="21151" y="10807"/>
                    <a:pt x="21151" y="10807"/>
                    <a:pt x="21151" y="108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68" name="Shape 34235">
              <a:extLst>
                <a:ext uri="{FF2B5EF4-FFF2-40B4-BE49-F238E27FC236}">
                  <a16:creationId xmlns:a16="http://schemas.microsoft.com/office/drawing/2014/main" id="{4BA7DD70-A383-473C-B36B-451C12022852}"/>
                </a:ext>
              </a:extLst>
            </p:cNvPr>
            <p:cNvSpPr/>
            <p:nvPr/>
          </p:nvSpPr>
          <p:spPr>
            <a:xfrm>
              <a:off x="9790862" y="4363012"/>
              <a:ext cx="428100" cy="347868"/>
            </a:xfrm>
            <a:custGeom>
              <a:avLst/>
              <a:gdLst/>
              <a:ahLst/>
              <a:cxnLst>
                <a:cxn ang="0">
                  <a:pos x="wd2" y="hd2"/>
                </a:cxn>
                <a:cxn ang="5400000">
                  <a:pos x="wd2" y="hd2"/>
                </a:cxn>
                <a:cxn ang="10800000">
                  <a:pos x="wd2" y="hd2"/>
                </a:cxn>
                <a:cxn ang="16200000">
                  <a:pos x="wd2" y="hd2"/>
                </a:cxn>
              </a:cxnLst>
              <a:rect l="0" t="0" r="r" b="b"/>
              <a:pathLst>
                <a:path w="21600" h="21600" extrusionOk="0">
                  <a:moveTo>
                    <a:pt x="21600" y="2559"/>
                  </a:moveTo>
                  <a:cubicBezTo>
                    <a:pt x="20805" y="2994"/>
                    <a:pt x="19949" y="3285"/>
                    <a:pt x="19055" y="3417"/>
                  </a:cubicBezTo>
                  <a:cubicBezTo>
                    <a:pt x="19968" y="2742"/>
                    <a:pt x="20672" y="1676"/>
                    <a:pt x="21003" y="401"/>
                  </a:cubicBezTo>
                  <a:cubicBezTo>
                    <a:pt x="20147" y="1026"/>
                    <a:pt x="19198" y="1478"/>
                    <a:pt x="18187" y="1722"/>
                  </a:cubicBezTo>
                  <a:cubicBezTo>
                    <a:pt x="17379" y="665"/>
                    <a:pt x="16228" y="0"/>
                    <a:pt x="14953" y="0"/>
                  </a:cubicBezTo>
                  <a:cubicBezTo>
                    <a:pt x="12506" y="0"/>
                    <a:pt x="10524" y="2441"/>
                    <a:pt x="10524" y="5454"/>
                  </a:cubicBezTo>
                  <a:cubicBezTo>
                    <a:pt x="10524" y="5881"/>
                    <a:pt x="10561" y="6298"/>
                    <a:pt x="10637" y="6694"/>
                  </a:cubicBezTo>
                  <a:cubicBezTo>
                    <a:pt x="6954" y="6468"/>
                    <a:pt x="3689" y="4296"/>
                    <a:pt x="1504" y="998"/>
                  </a:cubicBezTo>
                  <a:cubicBezTo>
                    <a:pt x="1122" y="1806"/>
                    <a:pt x="903" y="2742"/>
                    <a:pt x="903" y="3739"/>
                  </a:cubicBezTo>
                  <a:cubicBezTo>
                    <a:pt x="903" y="5631"/>
                    <a:pt x="1686" y="7302"/>
                    <a:pt x="2875" y="8279"/>
                  </a:cubicBezTo>
                  <a:cubicBezTo>
                    <a:pt x="2149" y="8248"/>
                    <a:pt x="1466" y="8005"/>
                    <a:pt x="868" y="7599"/>
                  </a:cubicBezTo>
                  <a:cubicBezTo>
                    <a:pt x="868" y="7618"/>
                    <a:pt x="868" y="7641"/>
                    <a:pt x="868" y="7666"/>
                  </a:cubicBezTo>
                  <a:cubicBezTo>
                    <a:pt x="868" y="10307"/>
                    <a:pt x="2395" y="12512"/>
                    <a:pt x="4423" y="13011"/>
                  </a:cubicBezTo>
                  <a:cubicBezTo>
                    <a:pt x="4051" y="13134"/>
                    <a:pt x="3658" y="13201"/>
                    <a:pt x="3255" y="13201"/>
                  </a:cubicBezTo>
                  <a:cubicBezTo>
                    <a:pt x="2970" y="13201"/>
                    <a:pt x="2691" y="13168"/>
                    <a:pt x="2420" y="13106"/>
                  </a:cubicBezTo>
                  <a:cubicBezTo>
                    <a:pt x="2983" y="15270"/>
                    <a:pt x="4621" y="16846"/>
                    <a:pt x="6561" y="16890"/>
                  </a:cubicBezTo>
                  <a:cubicBezTo>
                    <a:pt x="5042" y="18353"/>
                    <a:pt x="3134" y="19225"/>
                    <a:pt x="1056" y="19225"/>
                  </a:cubicBezTo>
                  <a:cubicBezTo>
                    <a:pt x="700" y="19225"/>
                    <a:pt x="347" y="19197"/>
                    <a:pt x="0" y="19149"/>
                  </a:cubicBezTo>
                  <a:cubicBezTo>
                    <a:pt x="1963" y="20695"/>
                    <a:pt x="4290" y="21600"/>
                    <a:pt x="6791" y="21600"/>
                  </a:cubicBezTo>
                  <a:cubicBezTo>
                    <a:pt x="14943" y="21600"/>
                    <a:pt x="19401" y="13291"/>
                    <a:pt x="19401" y="6084"/>
                  </a:cubicBezTo>
                  <a:cubicBezTo>
                    <a:pt x="19401" y="5851"/>
                    <a:pt x="19396" y="5613"/>
                    <a:pt x="19388" y="5380"/>
                  </a:cubicBezTo>
                  <a:cubicBezTo>
                    <a:pt x="20253" y="4614"/>
                    <a:pt x="21005" y="3652"/>
                    <a:pt x="21600" y="2559"/>
                  </a:cubicBezTo>
                  <a:cubicBezTo>
                    <a:pt x="21600" y="2559"/>
                    <a:pt x="21600" y="2559"/>
                    <a:pt x="21600" y="255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69" name="Shape 34236">
              <a:extLst>
                <a:ext uri="{FF2B5EF4-FFF2-40B4-BE49-F238E27FC236}">
                  <a16:creationId xmlns:a16="http://schemas.microsoft.com/office/drawing/2014/main" id="{7CE95E47-26B3-4B10-A35F-2AB76B3F6165}"/>
                </a:ext>
              </a:extLst>
            </p:cNvPr>
            <p:cNvSpPr/>
            <p:nvPr/>
          </p:nvSpPr>
          <p:spPr>
            <a:xfrm>
              <a:off x="12210021" y="7840631"/>
              <a:ext cx="346528" cy="281582"/>
            </a:xfrm>
            <a:custGeom>
              <a:avLst/>
              <a:gdLst/>
              <a:ahLst/>
              <a:cxnLst>
                <a:cxn ang="0">
                  <a:pos x="wd2" y="hd2"/>
                </a:cxn>
                <a:cxn ang="5400000">
                  <a:pos x="wd2" y="hd2"/>
                </a:cxn>
                <a:cxn ang="10800000">
                  <a:pos x="wd2" y="hd2"/>
                </a:cxn>
                <a:cxn ang="16200000">
                  <a:pos x="wd2" y="hd2"/>
                </a:cxn>
              </a:cxnLst>
              <a:rect l="0" t="0" r="r" b="b"/>
              <a:pathLst>
                <a:path w="21600" h="21600" extrusionOk="0">
                  <a:moveTo>
                    <a:pt x="21600" y="2559"/>
                  </a:moveTo>
                  <a:cubicBezTo>
                    <a:pt x="20805" y="2994"/>
                    <a:pt x="19949" y="3285"/>
                    <a:pt x="19055" y="3417"/>
                  </a:cubicBezTo>
                  <a:cubicBezTo>
                    <a:pt x="19968" y="2742"/>
                    <a:pt x="20672" y="1676"/>
                    <a:pt x="21003" y="401"/>
                  </a:cubicBezTo>
                  <a:cubicBezTo>
                    <a:pt x="20147" y="1026"/>
                    <a:pt x="19198" y="1478"/>
                    <a:pt x="18187" y="1722"/>
                  </a:cubicBezTo>
                  <a:cubicBezTo>
                    <a:pt x="17379" y="665"/>
                    <a:pt x="16228" y="0"/>
                    <a:pt x="14953" y="0"/>
                  </a:cubicBezTo>
                  <a:cubicBezTo>
                    <a:pt x="12506" y="0"/>
                    <a:pt x="10524" y="2441"/>
                    <a:pt x="10524" y="5454"/>
                  </a:cubicBezTo>
                  <a:cubicBezTo>
                    <a:pt x="10524" y="5881"/>
                    <a:pt x="10561" y="6298"/>
                    <a:pt x="10637" y="6694"/>
                  </a:cubicBezTo>
                  <a:cubicBezTo>
                    <a:pt x="6954" y="6468"/>
                    <a:pt x="3689" y="4296"/>
                    <a:pt x="1504" y="998"/>
                  </a:cubicBezTo>
                  <a:cubicBezTo>
                    <a:pt x="1122" y="1806"/>
                    <a:pt x="903" y="2742"/>
                    <a:pt x="903" y="3739"/>
                  </a:cubicBezTo>
                  <a:cubicBezTo>
                    <a:pt x="903" y="5631"/>
                    <a:pt x="1686" y="7302"/>
                    <a:pt x="2875" y="8279"/>
                  </a:cubicBezTo>
                  <a:cubicBezTo>
                    <a:pt x="2149" y="8248"/>
                    <a:pt x="1466" y="8005"/>
                    <a:pt x="868" y="7599"/>
                  </a:cubicBezTo>
                  <a:cubicBezTo>
                    <a:pt x="868" y="7618"/>
                    <a:pt x="868" y="7641"/>
                    <a:pt x="868" y="7666"/>
                  </a:cubicBezTo>
                  <a:cubicBezTo>
                    <a:pt x="868" y="10307"/>
                    <a:pt x="2395" y="12512"/>
                    <a:pt x="4423" y="13011"/>
                  </a:cubicBezTo>
                  <a:cubicBezTo>
                    <a:pt x="4051" y="13134"/>
                    <a:pt x="3658" y="13201"/>
                    <a:pt x="3255" y="13201"/>
                  </a:cubicBezTo>
                  <a:cubicBezTo>
                    <a:pt x="2970" y="13201"/>
                    <a:pt x="2691" y="13168"/>
                    <a:pt x="2420" y="13106"/>
                  </a:cubicBezTo>
                  <a:cubicBezTo>
                    <a:pt x="2983" y="15270"/>
                    <a:pt x="4621" y="16846"/>
                    <a:pt x="6561" y="16890"/>
                  </a:cubicBezTo>
                  <a:cubicBezTo>
                    <a:pt x="5042" y="18353"/>
                    <a:pt x="3134" y="19225"/>
                    <a:pt x="1056" y="19225"/>
                  </a:cubicBezTo>
                  <a:cubicBezTo>
                    <a:pt x="700" y="19225"/>
                    <a:pt x="347" y="19197"/>
                    <a:pt x="0" y="19149"/>
                  </a:cubicBezTo>
                  <a:cubicBezTo>
                    <a:pt x="1963" y="20695"/>
                    <a:pt x="4290" y="21600"/>
                    <a:pt x="6791" y="21600"/>
                  </a:cubicBezTo>
                  <a:cubicBezTo>
                    <a:pt x="14943" y="21600"/>
                    <a:pt x="19401" y="13291"/>
                    <a:pt x="19401" y="6084"/>
                  </a:cubicBezTo>
                  <a:cubicBezTo>
                    <a:pt x="19401" y="5851"/>
                    <a:pt x="19396" y="5613"/>
                    <a:pt x="19388" y="5380"/>
                  </a:cubicBezTo>
                  <a:cubicBezTo>
                    <a:pt x="20253" y="4614"/>
                    <a:pt x="21005" y="3652"/>
                    <a:pt x="21600" y="2559"/>
                  </a:cubicBezTo>
                  <a:cubicBezTo>
                    <a:pt x="21600" y="2559"/>
                    <a:pt x="21600" y="2559"/>
                    <a:pt x="21600" y="255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70" name="Shape 34237">
              <a:extLst>
                <a:ext uri="{FF2B5EF4-FFF2-40B4-BE49-F238E27FC236}">
                  <a16:creationId xmlns:a16="http://schemas.microsoft.com/office/drawing/2014/main" id="{8FAEF7C4-DB17-4314-80F9-A102E8ED182B}"/>
                </a:ext>
              </a:extLst>
            </p:cNvPr>
            <p:cNvSpPr/>
            <p:nvPr/>
          </p:nvSpPr>
          <p:spPr>
            <a:xfrm>
              <a:off x="11135547" y="9214788"/>
              <a:ext cx="163854" cy="351174"/>
            </a:xfrm>
            <a:custGeom>
              <a:avLst/>
              <a:gdLst/>
              <a:ahLst/>
              <a:cxnLst>
                <a:cxn ang="0">
                  <a:pos x="wd2" y="hd2"/>
                </a:cxn>
                <a:cxn ang="5400000">
                  <a:pos x="wd2" y="hd2"/>
                </a:cxn>
                <a:cxn ang="10800000">
                  <a:pos x="wd2" y="hd2"/>
                </a:cxn>
                <a:cxn ang="16200000">
                  <a:pos x="wd2" y="hd2"/>
                </a:cxn>
              </a:cxnLst>
              <a:rect l="0" t="0" r="r" b="b"/>
              <a:pathLst>
                <a:path w="21600" h="21600" extrusionOk="0">
                  <a:moveTo>
                    <a:pt x="14362" y="21600"/>
                  </a:moveTo>
                  <a:lnTo>
                    <a:pt x="4786" y="21600"/>
                  </a:lnTo>
                  <a:lnTo>
                    <a:pt x="4786" y="10800"/>
                  </a:lnTo>
                  <a:lnTo>
                    <a:pt x="0" y="10800"/>
                  </a:lnTo>
                  <a:lnTo>
                    <a:pt x="0" y="7077"/>
                  </a:lnTo>
                  <a:lnTo>
                    <a:pt x="4786" y="7077"/>
                  </a:lnTo>
                  <a:lnTo>
                    <a:pt x="4786" y="4842"/>
                  </a:lnTo>
                  <a:cubicBezTo>
                    <a:pt x="4786" y="1806"/>
                    <a:pt x="7489" y="0"/>
                    <a:pt x="15162" y="0"/>
                  </a:cubicBezTo>
                  <a:lnTo>
                    <a:pt x="21552" y="0"/>
                  </a:lnTo>
                  <a:lnTo>
                    <a:pt x="21552" y="3723"/>
                  </a:lnTo>
                  <a:lnTo>
                    <a:pt x="17560" y="3723"/>
                  </a:lnTo>
                  <a:cubicBezTo>
                    <a:pt x="14572" y="3723"/>
                    <a:pt x="14372" y="4243"/>
                    <a:pt x="14372" y="5214"/>
                  </a:cubicBezTo>
                  <a:lnTo>
                    <a:pt x="14362" y="7077"/>
                  </a:lnTo>
                  <a:lnTo>
                    <a:pt x="21600" y="7077"/>
                  </a:lnTo>
                  <a:lnTo>
                    <a:pt x="20752" y="10800"/>
                  </a:lnTo>
                  <a:lnTo>
                    <a:pt x="14362" y="10800"/>
                  </a:lnTo>
                  <a:cubicBezTo>
                    <a:pt x="14362" y="10800"/>
                    <a:pt x="14362" y="21600"/>
                    <a:pt x="14362"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71" name="Shape 34238">
              <a:extLst>
                <a:ext uri="{FF2B5EF4-FFF2-40B4-BE49-F238E27FC236}">
                  <a16:creationId xmlns:a16="http://schemas.microsoft.com/office/drawing/2014/main" id="{640C6937-306B-447A-8DC0-B0D6D74C2BCA}"/>
                </a:ext>
              </a:extLst>
            </p:cNvPr>
            <p:cNvSpPr/>
            <p:nvPr/>
          </p:nvSpPr>
          <p:spPr>
            <a:xfrm>
              <a:off x="13971261" y="7721068"/>
              <a:ext cx="163854" cy="351174"/>
            </a:xfrm>
            <a:custGeom>
              <a:avLst/>
              <a:gdLst/>
              <a:ahLst/>
              <a:cxnLst>
                <a:cxn ang="0">
                  <a:pos x="wd2" y="hd2"/>
                </a:cxn>
                <a:cxn ang="5400000">
                  <a:pos x="wd2" y="hd2"/>
                </a:cxn>
                <a:cxn ang="10800000">
                  <a:pos x="wd2" y="hd2"/>
                </a:cxn>
                <a:cxn ang="16200000">
                  <a:pos x="wd2" y="hd2"/>
                </a:cxn>
              </a:cxnLst>
              <a:rect l="0" t="0" r="r" b="b"/>
              <a:pathLst>
                <a:path w="21600" h="21600" extrusionOk="0">
                  <a:moveTo>
                    <a:pt x="14362" y="21600"/>
                  </a:moveTo>
                  <a:lnTo>
                    <a:pt x="4786" y="21600"/>
                  </a:lnTo>
                  <a:lnTo>
                    <a:pt x="4786" y="10800"/>
                  </a:lnTo>
                  <a:lnTo>
                    <a:pt x="0" y="10800"/>
                  </a:lnTo>
                  <a:lnTo>
                    <a:pt x="0" y="7077"/>
                  </a:lnTo>
                  <a:lnTo>
                    <a:pt x="4786" y="7077"/>
                  </a:lnTo>
                  <a:lnTo>
                    <a:pt x="4786" y="4842"/>
                  </a:lnTo>
                  <a:cubicBezTo>
                    <a:pt x="4786" y="1806"/>
                    <a:pt x="7489" y="0"/>
                    <a:pt x="15162" y="0"/>
                  </a:cubicBezTo>
                  <a:lnTo>
                    <a:pt x="21552" y="0"/>
                  </a:lnTo>
                  <a:lnTo>
                    <a:pt x="21552" y="3723"/>
                  </a:lnTo>
                  <a:lnTo>
                    <a:pt x="17560" y="3723"/>
                  </a:lnTo>
                  <a:cubicBezTo>
                    <a:pt x="14572" y="3723"/>
                    <a:pt x="14372" y="4243"/>
                    <a:pt x="14372" y="5214"/>
                  </a:cubicBezTo>
                  <a:lnTo>
                    <a:pt x="14362" y="7077"/>
                  </a:lnTo>
                  <a:lnTo>
                    <a:pt x="21600" y="7077"/>
                  </a:lnTo>
                  <a:lnTo>
                    <a:pt x="20752" y="10800"/>
                  </a:lnTo>
                  <a:lnTo>
                    <a:pt x="14362" y="10800"/>
                  </a:lnTo>
                  <a:cubicBezTo>
                    <a:pt x="14362" y="10800"/>
                    <a:pt x="14362" y="21600"/>
                    <a:pt x="14362"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72" name="Shape 34239">
              <a:extLst>
                <a:ext uri="{FF2B5EF4-FFF2-40B4-BE49-F238E27FC236}">
                  <a16:creationId xmlns:a16="http://schemas.microsoft.com/office/drawing/2014/main" id="{99CEE80A-7F00-4293-BBB6-2810E8A7DE26}"/>
                </a:ext>
              </a:extLst>
            </p:cNvPr>
            <p:cNvSpPr/>
            <p:nvPr/>
          </p:nvSpPr>
          <p:spPr>
            <a:xfrm>
              <a:off x="13086555" y="5888971"/>
              <a:ext cx="304442" cy="392840"/>
            </a:xfrm>
            <a:custGeom>
              <a:avLst/>
              <a:gdLst/>
              <a:ahLst/>
              <a:cxnLst>
                <a:cxn ang="0">
                  <a:pos x="wd2" y="hd2"/>
                </a:cxn>
                <a:cxn ang="5400000">
                  <a:pos x="wd2" y="hd2"/>
                </a:cxn>
                <a:cxn ang="10800000">
                  <a:pos x="wd2" y="hd2"/>
                </a:cxn>
                <a:cxn ang="16200000">
                  <a:pos x="wd2" y="hd2"/>
                </a:cxn>
              </a:cxnLst>
              <a:rect l="0" t="0" r="r" b="b"/>
              <a:pathLst>
                <a:path w="20935" h="21287" extrusionOk="0">
                  <a:moveTo>
                    <a:pt x="8719" y="13902"/>
                  </a:moveTo>
                  <a:cubicBezTo>
                    <a:pt x="8086" y="16090"/>
                    <a:pt x="7465" y="18199"/>
                    <a:pt x="6111" y="19862"/>
                  </a:cubicBezTo>
                  <a:cubicBezTo>
                    <a:pt x="5699" y="20370"/>
                    <a:pt x="5281" y="21012"/>
                    <a:pt x="4573" y="21287"/>
                  </a:cubicBezTo>
                  <a:cubicBezTo>
                    <a:pt x="3525" y="17039"/>
                    <a:pt x="5712" y="13464"/>
                    <a:pt x="6579" y="9893"/>
                  </a:cubicBezTo>
                  <a:cubicBezTo>
                    <a:pt x="5475" y="8121"/>
                    <a:pt x="6162" y="5116"/>
                    <a:pt x="8519" y="4777"/>
                  </a:cubicBezTo>
                  <a:cubicBezTo>
                    <a:pt x="11938" y="4282"/>
                    <a:pt x="11037" y="7536"/>
                    <a:pt x="10457" y="9049"/>
                  </a:cubicBezTo>
                  <a:cubicBezTo>
                    <a:pt x="10139" y="9877"/>
                    <a:pt x="9566" y="10671"/>
                    <a:pt x="9654" y="11581"/>
                  </a:cubicBezTo>
                  <a:cubicBezTo>
                    <a:pt x="9843" y="13499"/>
                    <a:pt x="12902" y="13622"/>
                    <a:pt x="14467" y="12636"/>
                  </a:cubicBezTo>
                  <a:cubicBezTo>
                    <a:pt x="16713" y="11223"/>
                    <a:pt x="17361" y="8494"/>
                    <a:pt x="17144" y="6253"/>
                  </a:cubicBezTo>
                  <a:cubicBezTo>
                    <a:pt x="16810" y="2840"/>
                    <a:pt x="11909" y="1143"/>
                    <a:pt x="7583" y="2508"/>
                  </a:cubicBezTo>
                  <a:cubicBezTo>
                    <a:pt x="5355" y="3211"/>
                    <a:pt x="3329" y="4827"/>
                    <a:pt x="3035" y="7202"/>
                  </a:cubicBezTo>
                  <a:cubicBezTo>
                    <a:pt x="2881" y="8453"/>
                    <a:pt x="3214" y="9451"/>
                    <a:pt x="3838" y="10156"/>
                  </a:cubicBezTo>
                  <a:cubicBezTo>
                    <a:pt x="3933" y="10263"/>
                    <a:pt x="4258" y="10453"/>
                    <a:pt x="4305" y="10738"/>
                  </a:cubicBezTo>
                  <a:cubicBezTo>
                    <a:pt x="4403" y="11316"/>
                    <a:pt x="3968" y="11940"/>
                    <a:pt x="3570" y="12371"/>
                  </a:cubicBezTo>
                  <a:cubicBezTo>
                    <a:pt x="1354" y="11867"/>
                    <a:pt x="210" y="10298"/>
                    <a:pt x="26" y="8311"/>
                  </a:cubicBezTo>
                  <a:cubicBezTo>
                    <a:pt x="-390" y="3790"/>
                    <a:pt x="4313" y="350"/>
                    <a:pt x="9854" y="29"/>
                  </a:cubicBezTo>
                  <a:cubicBezTo>
                    <a:pt x="15764" y="-313"/>
                    <a:pt x="20453" y="2380"/>
                    <a:pt x="20886" y="6306"/>
                  </a:cubicBezTo>
                  <a:cubicBezTo>
                    <a:pt x="21210" y="9225"/>
                    <a:pt x="19897" y="12163"/>
                    <a:pt x="17812" y="13743"/>
                  </a:cubicBezTo>
                  <a:cubicBezTo>
                    <a:pt x="16244" y="14931"/>
                    <a:pt x="12913" y="16092"/>
                    <a:pt x="10190" y="14957"/>
                  </a:cubicBezTo>
                  <a:cubicBezTo>
                    <a:pt x="9585" y="14704"/>
                    <a:pt x="9318" y="14397"/>
                    <a:pt x="8719" y="13902"/>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73" name="Shape 34240">
              <a:extLst>
                <a:ext uri="{FF2B5EF4-FFF2-40B4-BE49-F238E27FC236}">
                  <a16:creationId xmlns:a16="http://schemas.microsoft.com/office/drawing/2014/main" id="{47BBC576-B99B-4896-9350-9E0032E033DB}"/>
                </a:ext>
              </a:extLst>
            </p:cNvPr>
            <p:cNvSpPr/>
            <p:nvPr/>
          </p:nvSpPr>
          <p:spPr>
            <a:xfrm>
              <a:off x="12718729" y="8725244"/>
              <a:ext cx="218222" cy="281582"/>
            </a:xfrm>
            <a:custGeom>
              <a:avLst/>
              <a:gdLst/>
              <a:ahLst/>
              <a:cxnLst>
                <a:cxn ang="0">
                  <a:pos x="wd2" y="hd2"/>
                </a:cxn>
                <a:cxn ang="5400000">
                  <a:pos x="wd2" y="hd2"/>
                </a:cxn>
                <a:cxn ang="10800000">
                  <a:pos x="wd2" y="hd2"/>
                </a:cxn>
                <a:cxn ang="16200000">
                  <a:pos x="wd2" y="hd2"/>
                </a:cxn>
              </a:cxnLst>
              <a:rect l="0" t="0" r="r" b="b"/>
              <a:pathLst>
                <a:path w="20935" h="21287" extrusionOk="0">
                  <a:moveTo>
                    <a:pt x="8719" y="13902"/>
                  </a:moveTo>
                  <a:cubicBezTo>
                    <a:pt x="8086" y="16090"/>
                    <a:pt x="7465" y="18199"/>
                    <a:pt x="6111" y="19862"/>
                  </a:cubicBezTo>
                  <a:cubicBezTo>
                    <a:pt x="5699" y="20370"/>
                    <a:pt x="5281" y="21012"/>
                    <a:pt x="4573" y="21287"/>
                  </a:cubicBezTo>
                  <a:cubicBezTo>
                    <a:pt x="3525" y="17039"/>
                    <a:pt x="5712" y="13464"/>
                    <a:pt x="6579" y="9893"/>
                  </a:cubicBezTo>
                  <a:cubicBezTo>
                    <a:pt x="5475" y="8121"/>
                    <a:pt x="6162" y="5116"/>
                    <a:pt x="8519" y="4777"/>
                  </a:cubicBezTo>
                  <a:cubicBezTo>
                    <a:pt x="11938" y="4282"/>
                    <a:pt x="11037" y="7536"/>
                    <a:pt x="10457" y="9049"/>
                  </a:cubicBezTo>
                  <a:cubicBezTo>
                    <a:pt x="10139" y="9877"/>
                    <a:pt x="9566" y="10671"/>
                    <a:pt x="9654" y="11581"/>
                  </a:cubicBezTo>
                  <a:cubicBezTo>
                    <a:pt x="9843" y="13499"/>
                    <a:pt x="12902" y="13622"/>
                    <a:pt x="14467" y="12636"/>
                  </a:cubicBezTo>
                  <a:cubicBezTo>
                    <a:pt x="16713" y="11223"/>
                    <a:pt x="17361" y="8494"/>
                    <a:pt x="17144" y="6253"/>
                  </a:cubicBezTo>
                  <a:cubicBezTo>
                    <a:pt x="16810" y="2840"/>
                    <a:pt x="11909" y="1143"/>
                    <a:pt x="7583" y="2508"/>
                  </a:cubicBezTo>
                  <a:cubicBezTo>
                    <a:pt x="5355" y="3211"/>
                    <a:pt x="3329" y="4827"/>
                    <a:pt x="3035" y="7202"/>
                  </a:cubicBezTo>
                  <a:cubicBezTo>
                    <a:pt x="2881" y="8453"/>
                    <a:pt x="3214" y="9451"/>
                    <a:pt x="3838" y="10156"/>
                  </a:cubicBezTo>
                  <a:cubicBezTo>
                    <a:pt x="3933" y="10263"/>
                    <a:pt x="4258" y="10453"/>
                    <a:pt x="4305" y="10738"/>
                  </a:cubicBezTo>
                  <a:cubicBezTo>
                    <a:pt x="4403" y="11316"/>
                    <a:pt x="3968" y="11940"/>
                    <a:pt x="3570" y="12371"/>
                  </a:cubicBezTo>
                  <a:cubicBezTo>
                    <a:pt x="1354" y="11867"/>
                    <a:pt x="210" y="10298"/>
                    <a:pt x="26" y="8311"/>
                  </a:cubicBezTo>
                  <a:cubicBezTo>
                    <a:pt x="-390" y="3790"/>
                    <a:pt x="4313" y="350"/>
                    <a:pt x="9854" y="29"/>
                  </a:cubicBezTo>
                  <a:cubicBezTo>
                    <a:pt x="15764" y="-313"/>
                    <a:pt x="20453" y="2380"/>
                    <a:pt x="20886" y="6306"/>
                  </a:cubicBezTo>
                  <a:cubicBezTo>
                    <a:pt x="21210" y="9225"/>
                    <a:pt x="19897" y="12163"/>
                    <a:pt x="17812" y="13743"/>
                  </a:cubicBezTo>
                  <a:cubicBezTo>
                    <a:pt x="16244" y="14931"/>
                    <a:pt x="12913" y="16092"/>
                    <a:pt x="10190" y="14957"/>
                  </a:cubicBezTo>
                  <a:cubicBezTo>
                    <a:pt x="9585" y="14704"/>
                    <a:pt x="9318" y="14397"/>
                    <a:pt x="8719" y="13902"/>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74" name="Shape 34241">
              <a:extLst>
                <a:ext uri="{FF2B5EF4-FFF2-40B4-BE49-F238E27FC236}">
                  <a16:creationId xmlns:a16="http://schemas.microsoft.com/office/drawing/2014/main" id="{C6DE098D-CE5C-4690-81B9-34D96F672299}"/>
                </a:ext>
              </a:extLst>
            </p:cNvPr>
            <p:cNvSpPr/>
            <p:nvPr/>
          </p:nvSpPr>
          <p:spPr>
            <a:xfrm>
              <a:off x="11342014" y="7513407"/>
              <a:ext cx="272208" cy="366146"/>
            </a:xfrm>
            <a:custGeom>
              <a:avLst/>
              <a:gdLst/>
              <a:ahLst/>
              <a:cxnLst>
                <a:cxn ang="0">
                  <a:pos x="wd2" y="hd2"/>
                </a:cxn>
                <a:cxn ang="5400000">
                  <a:pos x="wd2" y="hd2"/>
                </a:cxn>
                <a:cxn ang="10800000">
                  <a:pos x="wd2" y="hd2"/>
                </a:cxn>
                <a:cxn ang="16200000">
                  <a:pos x="wd2" y="hd2"/>
                </a:cxn>
              </a:cxnLst>
              <a:rect l="0" t="0" r="r" b="b"/>
              <a:pathLst>
                <a:path w="19711" h="20821" extrusionOk="0">
                  <a:moveTo>
                    <a:pt x="12499" y="13303"/>
                  </a:moveTo>
                  <a:cubicBezTo>
                    <a:pt x="13474" y="15282"/>
                    <a:pt x="14406" y="17194"/>
                    <a:pt x="14461" y="19063"/>
                  </a:cubicBezTo>
                  <a:cubicBezTo>
                    <a:pt x="14479" y="19633"/>
                    <a:pt x="14582" y="20311"/>
                    <a:pt x="14210" y="20821"/>
                  </a:cubicBezTo>
                  <a:cubicBezTo>
                    <a:pt x="10525" y="17927"/>
                    <a:pt x="9838" y="14212"/>
                    <a:pt x="8115" y="11051"/>
                  </a:cubicBezTo>
                  <a:cubicBezTo>
                    <a:pt x="6053" y="10122"/>
                    <a:pt x="4570" y="7480"/>
                    <a:pt x="6196" y="6231"/>
                  </a:cubicBezTo>
                  <a:cubicBezTo>
                    <a:pt x="8553" y="4419"/>
                    <a:pt x="10035" y="7345"/>
                    <a:pt x="10598" y="8773"/>
                  </a:cubicBezTo>
                  <a:cubicBezTo>
                    <a:pt x="10906" y="9555"/>
                    <a:pt x="10989" y="10416"/>
                    <a:pt x="11671" y="11094"/>
                  </a:cubicBezTo>
                  <a:cubicBezTo>
                    <a:pt x="13112" y="12518"/>
                    <a:pt x="15601" y="11340"/>
                    <a:pt x="16169" y="9915"/>
                  </a:cubicBezTo>
                  <a:cubicBezTo>
                    <a:pt x="16983" y="7871"/>
                    <a:pt x="15656" y="5461"/>
                    <a:pt x="13976" y="3794"/>
                  </a:cubicBezTo>
                  <a:cubicBezTo>
                    <a:pt x="11415" y="1258"/>
                    <a:pt x="6416" y="1969"/>
                    <a:pt x="3932" y="4842"/>
                  </a:cubicBezTo>
                  <a:cubicBezTo>
                    <a:pt x="2652" y="6323"/>
                    <a:pt x="2147" y="8434"/>
                    <a:pt x="3515" y="10418"/>
                  </a:cubicBezTo>
                  <a:cubicBezTo>
                    <a:pt x="4236" y="11464"/>
                    <a:pt x="5170" y="12108"/>
                    <a:pt x="6136" y="12400"/>
                  </a:cubicBezTo>
                  <a:cubicBezTo>
                    <a:pt x="6282" y="12445"/>
                    <a:pt x="6666" y="12458"/>
                    <a:pt x="6895" y="12661"/>
                  </a:cubicBezTo>
                  <a:cubicBezTo>
                    <a:pt x="7361" y="13074"/>
                    <a:pt x="7439" y="13745"/>
                    <a:pt x="7417" y="14249"/>
                  </a:cubicBezTo>
                  <a:cubicBezTo>
                    <a:pt x="5334" y="14777"/>
                    <a:pt x="3377" y="14023"/>
                    <a:pt x="1894" y="12542"/>
                  </a:cubicBezTo>
                  <a:cubicBezTo>
                    <a:pt x="-1478" y="9170"/>
                    <a:pt x="-94" y="4513"/>
                    <a:pt x="4049" y="1953"/>
                  </a:cubicBezTo>
                  <a:cubicBezTo>
                    <a:pt x="8469" y="-779"/>
                    <a:pt x="13971" y="-622"/>
                    <a:pt x="16956" y="2276"/>
                  </a:cubicBezTo>
                  <a:cubicBezTo>
                    <a:pt x="19176" y="4430"/>
                    <a:pt x="20122" y="7281"/>
                    <a:pt x="19546" y="9389"/>
                  </a:cubicBezTo>
                  <a:cubicBezTo>
                    <a:pt x="19112" y="10973"/>
                    <a:pt x="17273" y="13272"/>
                    <a:pt x="14367" y="13517"/>
                  </a:cubicBezTo>
                  <a:cubicBezTo>
                    <a:pt x="13720" y="13571"/>
                    <a:pt x="13303" y="13441"/>
                    <a:pt x="12499" y="13303"/>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75" name="Shape 34242">
              <a:extLst>
                <a:ext uri="{FF2B5EF4-FFF2-40B4-BE49-F238E27FC236}">
                  <a16:creationId xmlns:a16="http://schemas.microsoft.com/office/drawing/2014/main" id="{7217F174-CAAA-43B8-8A42-D40B135E6E3C}"/>
                </a:ext>
              </a:extLst>
            </p:cNvPr>
            <p:cNvSpPr/>
            <p:nvPr/>
          </p:nvSpPr>
          <p:spPr>
            <a:xfrm>
              <a:off x="14349166" y="3565132"/>
              <a:ext cx="272152" cy="351174"/>
            </a:xfrm>
            <a:custGeom>
              <a:avLst/>
              <a:gdLst/>
              <a:ahLst/>
              <a:cxnLst>
                <a:cxn ang="0">
                  <a:pos x="wd2" y="hd2"/>
                </a:cxn>
                <a:cxn ang="5400000">
                  <a:pos x="wd2" y="hd2"/>
                </a:cxn>
                <a:cxn ang="10800000">
                  <a:pos x="wd2" y="hd2"/>
                </a:cxn>
                <a:cxn ang="16200000">
                  <a:pos x="wd2" y="hd2"/>
                </a:cxn>
              </a:cxnLst>
              <a:rect l="0" t="0" r="r" b="b"/>
              <a:pathLst>
                <a:path w="20935" h="21287" extrusionOk="0">
                  <a:moveTo>
                    <a:pt x="8719" y="13902"/>
                  </a:moveTo>
                  <a:cubicBezTo>
                    <a:pt x="8086" y="16090"/>
                    <a:pt x="7465" y="18199"/>
                    <a:pt x="6111" y="19862"/>
                  </a:cubicBezTo>
                  <a:cubicBezTo>
                    <a:pt x="5699" y="20370"/>
                    <a:pt x="5281" y="21012"/>
                    <a:pt x="4573" y="21287"/>
                  </a:cubicBezTo>
                  <a:cubicBezTo>
                    <a:pt x="3525" y="17039"/>
                    <a:pt x="5712" y="13464"/>
                    <a:pt x="6579" y="9893"/>
                  </a:cubicBezTo>
                  <a:cubicBezTo>
                    <a:pt x="5475" y="8121"/>
                    <a:pt x="6162" y="5116"/>
                    <a:pt x="8519" y="4777"/>
                  </a:cubicBezTo>
                  <a:cubicBezTo>
                    <a:pt x="11938" y="4282"/>
                    <a:pt x="11037" y="7536"/>
                    <a:pt x="10457" y="9049"/>
                  </a:cubicBezTo>
                  <a:cubicBezTo>
                    <a:pt x="10139" y="9877"/>
                    <a:pt x="9566" y="10671"/>
                    <a:pt x="9654" y="11581"/>
                  </a:cubicBezTo>
                  <a:cubicBezTo>
                    <a:pt x="9843" y="13499"/>
                    <a:pt x="12902" y="13622"/>
                    <a:pt x="14467" y="12636"/>
                  </a:cubicBezTo>
                  <a:cubicBezTo>
                    <a:pt x="16713" y="11223"/>
                    <a:pt x="17361" y="8494"/>
                    <a:pt x="17144" y="6253"/>
                  </a:cubicBezTo>
                  <a:cubicBezTo>
                    <a:pt x="16810" y="2840"/>
                    <a:pt x="11909" y="1143"/>
                    <a:pt x="7583" y="2508"/>
                  </a:cubicBezTo>
                  <a:cubicBezTo>
                    <a:pt x="5355" y="3211"/>
                    <a:pt x="3329" y="4827"/>
                    <a:pt x="3035" y="7202"/>
                  </a:cubicBezTo>
                  <a:cubicBezTo>
                    <a:pt x="2881" y="8453"/>
                    <a:pt x="3214" y="9451"/>
                    <a:pt x="3838" y="10156"/>
                  </a:cubicBezTo>
                  <a:cubicBezTo>
                    <a:pt x="3933" y="10263"/>
                    <a:pt x="4258" y="10453"/>
                    <a:pt x="4305" y="10738"/>
                  </a:cubicBezTo>
                  <a:cubicBezTo>
                    <a:pt x="4403" y="11316"/>
                    <a:pt x="3968" y="11940"/>
                    <a:pt x="3570" y="12371"/>
                  </a:cubicBezTo>
                  <a:cubicBezTo>
                    <a:pt x="1354" y="11867"/>
                    <a:pt x="210" y="10298"/>
                    <a:pt x="26" y="8311"/>
                  </a:cubicBezTo>
                  <a:cubicBezTo>
                    <a:pt x="-390" y="3790"/>
                    <a:pt x="4313" y="350"/>
                    <a:pt x="9854" y="29"/>
                  </a:cubicBezTo>
                  <a:cubicBezTo>
                    <a:pt x="15764" y="-313"/>
                    <a:pt x="20453" y="2380"/>
                    <a:pt x="20886" y="6306"/>
                  </a:cubicBezTo>
                  <a:cubicBezTo>
                    <a:pt x="21210" y="9225"/>
                    <a:pt x="19897" y="12163"/>
                    <a:pt x="17812" y="13743"/>
                  </a:cubicBezTo>
                  <a:cubicBezTo>
                    <a:pt x="16244" y="14931"/>
                    <a:pt x="12913" y="16092"/>
                    <a:pt x="10190" y="14957"/>
                  </a:cubicBezTo>
                  <a:cubicBezTo>
                    <a:pt x="9585" y="14704"/>
                    <a:pt x="9318" y="14397"/>
                    <a:pt x="8719" y="13902"/>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76" name="Shape 34243">
              <a:extLst>
                <a:ext uri="{FF2B5EF4-FFF2-40B4-BE49-F238E27FC236}">
                  <a16:creationId xmlns:a16="http://schemas.microsoft.com/office/drawing/2014/main" id="{89A5EEC1-EBD9-4A73-B7EC-FF284BAE4498}"/>
                </a:ext>
              </a:extLst>
            </p:cNvPr>
            <p:cNvSpPr/>
            <p:nvPr/>
          </p:nvSpPr>
          <p:spPr>
            <a:xfrm>
              <a:off x="10163109" y="5879849"/>
              <a:ext cx="373972" cy="350548"/>
            </a:xfrm>
            <a:custGeom>
              <a:avLst/>
              <a:gdLst/>
              <a:ahLst/>
              <a:cxnLst>
                <a:cxn ang="0">
                  <a:pos x="wd2" y="hd2"/>
                </a:cxn>
                <a:cxn ang="5400000">
                  <a:pos x="wd2" y="hd2"/>
                </a:cxn>
                <a:cxn ang="10800000">
                  <a:pos x="wd2" y="hd2"/>
                </a:cxn>
                <a:cxn ang="16200000">
                  <a:pos x="wd2" y="hd2"/>
                </a:cxn>
              </a:cxnLst>
              <a:rect l="0" t="0" r="r" b="b"/>
              <a:pathLst>
                <a:path w="21600" h="21600" extrusionOk="0">
                  <a:moveTo>
                    <a:pt x="8648" y="5409"/>
                  </a:moveTo>
                  <a:cubicBezTo>
                    <a:pt x="8423" y="3519"/>
                    <a:pt x="7212" y="1948"/>
                    <a:pt x="5946" y="1906"/>
                  </a:cubicBezTo>
                  <a:lnTo>
                    <a:pt x="5894" y="1906"/>
                  </a:lnTo>
                  <a:cubicBezTo>
                    <a:pt x="5447" y="1906"/>
                    <a:pt x="5049" y="2111"/>
                    <a:pt x="4743" y="2498"/>
                  </a:cubicBezTo>
                  <a:cubicBezTo>
                    <a:pt x="4271" y="3097"/>
                    <a:pt x="4073" y="4045"/>
                    <a:pt x="4198" y="5100"/>
                  </a:cubicBezTo>
                  <a:cubicBezTo>
                    <a:pt x="4418" y="6988"/>
                    <a:pt x="5656" y="8619"/>
                    <a:pt x="6897" y="8662"/>
                  </a:cubicBezTo>
                  <a:lnTo>
                    <a:pt x="6916" y="8662"/>
                  </a:lnTo>
                  <a:cubicBezTo>
                    <a:pt x="7385" y="8662"/>
                    <a:pt x="7778" y="8457"/>
                    <a:pt x="8085" y="8070"/>
                  </a:cubicBezTo>
                  <a:cubicBezTo>
                    <a:pt x="8561" y="7463"/>
                    <a:pt x="8773" y="6468"/>
                    <a:pt x="8648" y="5409"/>
                  </a:cubicBezTo>
                  <a:cubicBezTo>
                    <a:pt x="8648" y="5409"/>
                    <a:pt x="8648" y="5409"/>
                    <a:pt x="8648" y="5409"/>
                  </a:cubicBezTo>
                  <a:close/>
                  <a:moveTo>
                    <a:pt x="2967" y="16668"/>
                  </a:moveTo>
                  <a:cubicBezTo>
                    <a:pt x="2967" y="18299"/>
                    <a:pt x="4433" y="19576"/>
                    <a:pt x="6303" y="19576"/>
                  </a:cubicBezTo>
                  <a:cubicBezTo>
                    <a:pt x="8773" y="19576"/>
                    <a:pt x="10022" y="18631"/>
                    <a:pt x="10022" y="16763"/>
                  </a:cubicBezTo>
                  <a:cubicBezTo>
                    <a:pt x="10022" y="16587"/>
                    <a:pt x="10003" y="16402"/>
                    <a:pt x="9965" y="16220"/>
                  </a:cubicBezTo>
                  <a:cubicBezTo>
                    <a:pt x="9800" y="15495"/>
                    <a:pt x="9201" y="15043"/>
                    <a:pt x="8298" y="14355"/>
                  </a:cubicBezTo>
                  <a:cubicBezTo>
                    <a:pt x="8173" y="14263"/>
                    <a:pt x="8044" y="14164"/>
                    <a:pt x="7911" y="14063"/>
                  </a:cubicBezTo>
                  <a:cubicBezTo>
                    <a:pt x="7520" y="13931"/>
                    <a:pt x="7106" y="13857"/>
                    <a:pt x="6683" y="13855"/>
                  </a:cubicBezTo>
                  <a:lnTo>
                    <a:pt x="6629" y="13852"/>
                  </a:lnTo>
                  <a:cubicBezTo>
                    <a:pt x="4680" y="13852"/>
                    <a:pt x="2967" y="15167"/>
                    <a:pt x="2967" y="16668"/>
                  </a:cubicBezTo>
                  <a:cubicBezTo>
                    <a:pt x="2967" y="16668"/>
                    <a:pt x="2967" y="16668"/>
                    <a:pt x="2967" y="16668"/>
                  </a:cubicBezTo>
                  <a:close/>
                  <a:moveTo>
                    <a:pt x="12670" y="907"/>
                  </a:moveTo>
                  <a:lnTo>
                    <a:pt x="11388" y="1940"/>
                  </a:lnTo>
                  <a:cubicBezTo>
                    <a:pt x="11312" y="2002"/>
                    <a:pt x="11218" y="2035"/>
                    <a:pt x="11123" y="2035"/>
                  </a:cubicBezTo>
                  <a:lnTo>
                    <a:pt x="10665" y="2035"/>
                  </a:lnTo>
                  <a:cubicBezTo>
                    <a:pt x="11255" y="2824"/>
                    <a:pt x="11605" y="3949"/>
                    <a:pt x="11605" y="5219"/>
                  </a:cubicBezTo>
                  <a:cubicBezTo>
                    <a:pt x="11605" y="6615"/>
                    <a:pt x="10968" y="7937"/>
                    <a:pt x="9814" y="8945"/>
                  </a:cubicBezTo>
                  <a:cubicBezTo>
                    <a:pt x="8922" y="9717"/>
                    <a:pt x="8887" y="9931"/>
                    <a:pt x="8887" y="10374"/>
                  </a:cubicBezTo>
                  <a:cubicBezTo>
                    <a:pt x="8897" y="10617"/>
                    <a:pt x="9521" y="11409"/>
                    <a:pt x="10204" y="11949"/>
                  </a:cubicBezTo>
                  <a:cubicBezTo>
                    <a:pt x="11803" y="13208"/>
                    <a:pt x="12396" y="14441"/>
                    <a:pt x="12396" y="16503"/>
                  </a:cubicBezTo>
                  <a:cubicBezTo>
                    <a:pt x="12396" y="18652"/>
                    <a:pt x="10930" y="20513"/>
                    <a:pt x="8659" y="21248"/>
                  </a:cubicBezTo>
                  <a:cubicBezTo>
                    <a:pt x="7930" y="21482"/>
                    <a:pt x="7141" y="21600"/>
                    <a:pt x="6315" y="21600"/>
                  </a:cubicBezTo>
                  <a:cubicBezTo>
                    <a:pt x="5396" y="21600"/>
                    <a:pt x="4510" y="21482"/>
                    <a:pt x="3686" y="21251"/>
                  </a:cubicBezTo>
                  <a:cubicBezTo>
                    <a:pt x="2090" y="20802"/>
                    <a:pt x="908" y="19953"/>
                    <a:pt x="358" y="18858"/>
                  </a:cubicBezTo>
                  <a:cubicBezTo>
                    <a:pt x="122" y="18382"/>
                    <a:pt x="0" y="17877"/>
                    <a:pt x="0" y="17354"/>
                  </a:cubicBezTo>
                  <a:cubicBezTo>
                    <a:pt x="0" y="16815"/>
                    <a:pt x="117" y="16269"/>
                    <a:pt x="344" y="15728"/>
                  </a:cubicBezTo>
                  <a:cubicBezTo>
                    <a:pt x="1219" y="13652"/>
                    <a:pt x="3526" y="12256"/>
                    <a:pt x="6079" y="12256"/>
                  </a:cubicBezTo>
                  <a:cubicBezTo>
                    <a:pt x="6106" y="12256"/>
                    <a:pt x="6130" y="12256"/>
                    <a:pt x="6152" y="12256"/>
                  </a:cubicBezTo>
                  <a:cubicBezTo>
                    <a:pt x="5946" y="11848"/>
                    <a:pt x="5843" y="11429"/>
                    <a:pt x="5843" y="10984"/>
                  </a:cubicBezTo>
                  <a:cubicBezTo>
                    <a:pt x="5843" y="10764"/>
                    <a:pt x="5870" y="10538"/>
                    <a:pt x="5924" y="10311"/>
                  </a:cubicBezTo>
                  <a:cubicBezTo>
                    <a:pt x="3244" y="10243"/>
                    <a:pt x="1238" y="8057"/>
                    <a:pt x="1238" y="5179"/>
                  </a:cubicBezTo>
                  <a:cubicBezTo>
                    <a:pt x="1238" y="3144"/>
                    <a:pt x="2699" y="1162"/>
                    <a:pt x="4786" y="362"/>
                  </a:cubicBezTo>
                  <a:cubicBezTo>
                    <a:pt x="5412" y="121"/>
                    <a:pt x="6049" y="0"/>
                    <a:pt x="6675" y="0"/>
                  </a:cubicBezTo>
                  <a:lnTo>
                    <a:pt x="12404" y="0"/>
                  </a:lnTo>
                  <a:cubicBezTo>
                    <a:pt x="12599" y="0"/>
                    <a:pt x="12772" y="139"/>
                    <a:pt x="12833" y="347"/>
                  </a:cubicBezTo>
                  <a:cubicBezTo>
                    <a:pt x="12895" y="553"/>
                    <a:pt x="12827" y="781"/>
                    <a:pt x="12670" y="907"/>
                  </a:cubicBezTo>
                  <a:cubicBezTo>
                    <a:pt x="12670" y="907"/>
                    <a:pt x="12670" y="907"/>
                    <a:pt x="12670" y="907"/>
                  </a:cubicBezTo>
                  <a:close/>
                  <a:moveTo>
                    <a:pt x="21151" y="10807"/>
                  </a:moveTo>
                  <a:lnTo>
                    <a:pt x="17892" y="10807"/>
                  </a:lnTo>
                  <a:lnTo>
                    <a:pt x="17892" y="14433"/>
                  </a:lnTo>
                  <a:cubicBezTo>
                    <a:pt x="17892" y="14711"/>
                    <a:pt x="17691" y="14934"/>
                    <a:pt x="17443" y="14934"/>
                  </a:cubicBezTo>
                  <a:lnTo>
                    <a:pt x="16515" y="14934"/>
                  </a:lnTo>
                  <a:cubicBezTo>
                    <a:pt x="16266" y="14934"/>
                    <a:pt x="16063" y="14711"/>
                    <a:pt x="16063" y="14433"/>
                  </a:cubicBezTo>
                  <a:lnTo>
                    <a:pt x="16063" y="10807"/>
                  </a:lnTo>
                  <a:lnTo>
                    <a:pt x="12808" y="10807"/>
                  </a:lnTo>
                  <a:cubicBezTo>
                    <a:pt x="12559" y="10807"/>
                    <a:pt x="12355" y="10582"/>
                    <a:pt x="12355" y="10305"/>
                  </a:cubicBezTo>
                  <a:lnTo>
                    <a:pt x="12355" y="9273"/>
                  </a:lnTo>
                  <a:cubicBezTo>
                    <a:pt x="12355" y="8994"/>
                    <a:pt x="12559" y="8769"/>
                    <a:pt x="12808" y="8769"/>
                  </a:cubicBezTo>
                  <a:lnTo>
                    <a:pt x="16063" y="8769"/>
                  </a:lnTo>
                  <a:lnTo>
                    <a:pt x="16063" y="5144"/>
                  </a:lnTo>
                  <a:cubicBezTo>
                    <a:pt x="16063" y="4869"/>
                    <a:pt x="16266" y="4643"/>
                    <a:pt x="16515" y="4643"/>
                  </a:cubicBezTo>
                  <a:lnTo>
                    <a:pt x="17443" y="4643"/>
                  </a:lnTo>
                  <a:cubicBezTo>
                    <a:pt x="17691" y="4643"/>
                    <a:pt x="17892" y="4869"/>
                    <a:pt x="17892" y="5144"/>
                  </a:cubicBezTo>
                  <a:lnTo>
                    <a:pt x="17892" y="8769"/>
                  </a:lnTo>
                  <a:lnTo>
                    <a:pt x="21151" y="8769"/>
                  </a:lnTo>
                  <a:cubicBezTo>
                    <a:pt x="21396" y="8769"/>
                    <a:pt x="21600" y="8994"/>
                    <a:pt x="21600" y="9273"/>
                  </a:cubicBezTo>
                  <a:lnTo>
                    <a:pt x="21600" y="10305"/>
                  </a:lnTo>
                  <a:cubicBezTo>
                    <a:pt x="21600" y="10582"/>
                    <a:pt x="21396" y="10807"/>
                    <a:pt x="21151" y="10807"/>
                  </a:cubicBezTo>
                  <a:cubicBezTo>
                    <a:pt x="21151" y="10807"/>
                    <a:pt x="21151" y="10807"/>
                    <a:pt x="21151" y="108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77" name="Shape 34244">
              <a:extLst>
                <a:ext uri="{FF2B5EF4-FFF2-40B4-BE49-F238E27FC236}">
                  <a16:creationId xmlns:a16="http://schemas.microsoft.com/office/drawing/2014/main" id="{54A5EF33-7E56-41CA-B616-7F1B31064651}"/>
                </a:ext>
              </a:extLst>
            </p:cNvPr>
            <p:cNvSpPr/>
            <p:nvPr/>
          </p:nvSpPr>
          <p:spPr>
            <a:xfrm>
              <a:off x="14467934" y="6264695"/>
              <a:ext cx="347528" cy="325760"/>
            </a:xfrm>
            <a:custGeom>
              <a:avLst/>
              <a:gdLst/>
              <a:ahLst/>
              <a:cxnLst>
                <a:cxn ang="0">
                  <a:pos x="wd2" y="hd2"/>
                </a:cxn>
                <a:cxn ang="5400000">
                  <a:pos x="wd2" y="hd2"/>
                </a:cxn>
                <a:cxn ang="10800000">
                  <a:pos x="wd2" y="hd2"/>
                </a:cxn>
                <a:cxn ang="16200000">
                  <a:pos x="wd2" y="hd2"/>
                </a:cxn>
              </a:cxnLst>
              <a:rect l="0" t="0" r="r" b="b"/>
              <a:pathLst>
                <a:path w="21600" h="21600" extrusionOk="0">
                  <a:moveTo>
                    <a:pt x="8648" y="5409"/>
                  </a:moveTo>
                  <a:cubicBezTo>
                    <a:pt x="8423" y="3519"/>
                    <a:pt x="7212" y="1948"/>
                    <a:pt x="5946" y="1906"/>
                  </a:cubicBezTo>
                  <a:lnTo>
                    <a:pt x="5894" y="1906"/>
                  </a:lnTo>
                  <a:cubicBezTo>
                    <a:pt x="5447" y="1906"/>
                    <a:pt x="5049" y="2111"/>
                    <a:pt x="4743" y="2498"/>
                  </a:cubicBezTo>
                  <a:cubicBezTo>
                    <a:pt x="4271" y="3097"/>
                    <a:pt x="4073" y="4045"/>
                    <a:pt x="4198" y="5100"/>
                  </a:cubicBezTo>
                  <a:cubicBezTo>
                    <a:pt x="4418" y="6988"/>
                    <a:pt x="5656" y="8619"/>
                    <a:pt x="6897" y="8662"/>
                  </a:cubicBezTo>
                  <a:lnTo>
                    <a:pt x="6916" y="8662"/>
                  </a:lnTo>
                  <a:cubicBezTo>
                    <a:pt x="7385" y="8662"/>
                    <a:pt x="7778" y="8457"/>
                    <a:pt x="8085" y="8070"/>
                  </a:cubicBezTo>
                  <a:cubicBezTo>
                    <a:pt x="8561" y="7463"/>
                    <a:pt x="8773" y="6468"/>
                    <a:pt x="8648" y="5409"/>
                  </a:cubicBezTo>
                  <a:cubicBezTo>
                    <a:pt x="8648" y="5409"/>
                    <a:pt x="8648" y="5409"/>
                    <a:pt x="8648" y="5409"/>
                  </a:cubicBezTo>
                  <a:close/>
                  <a:moveTo>
                    <a:pt x="2967" y="16668"/>
                  </a:moveTo>
                  <a:cubicBezTo>
                    <a:pt x="2967" y="18299"/>
                    <a:pt x="4433" y="19576"/>
                    <a:pt x="6303" y="19576"/>
                  </a:cubicBezTo>
                  <a:cubicBezTo>
                    <a:pt x="8773" y="19576"/>
                    <a:pt x="10022" y="18631"/>
                    <a:pt x="10022" y="16763"/>
                  </a:cubicBezTo>
                  <a:cubicBezTo>
                    <a:pt x="10022" y="16587"/>
                    <a:pt x="10003" y="16402"/>
                    <a:pt x="9965" y="16220"/>
                  </a:cubicBezTo>
                  <a:cubicBezTo>
                    <a:pt x="9800" y="15495"/>
                    <a:pt x="9201" y="15043"/>
                    <a:pt x="8298" y="14355"/>
                  </a:cubicBezTo>
                  <a:cubicBezTo>
                    <a:pt x="8173" y="14263"/>
                    <a:pt x="8044" y="14164"/>
                    <a:pt x="7911" y="14063"/>
                  </a:cubicBezTo>
                  <a:cubicBezTo>
                    <a:pt x="7520" y="13931"/>
                    <a:pt x="7106" y="13857"/>
                    <a:pt x="6683" y="13855"/>
                  </a:cubicBezTo>
                  <a:lnTo>
                    <a:pt x="6629" y="13852"/>
                  </a:lnTo>
                  <a:cubicBezTo>
                    <a:pt x="4680" y="13852"/>
                    <a:pt x="2967" y="15167"/>
                    <a:pt x="2967" y="16668"/>
                  </a:cubicBezTo>
                  <a:cubicBezTo>
                    <a:pt x="2967" y="16668"/>
                    <a:pt x="2967" y="16668"/>
                    <a:pt x="2967" y="16668"/>
                  </a:cubicBezTo>
                  <a:close/>
                  <a:moveTo>
                    <a:pt x="12670" y="907"/>
                  </a:moveTo>
                  <a:lnTo>
                    <a:pt x="11388" y="1940"/>
                  </a:lnTo>
                  <a:cubicBezTo>
                    <a:pt x="11312" y="2002"/>
                    <a:pt x="11218" y="2035"/>
                    <a:pt x="11123" y="2035"/>
                  </a:cubicBezTo>
                  <a:lnTo>
                    <a:pt x="10665" y="2035"/>
                  </a:lnTo>
                  <a:cubicBezTo>
                    <a:pt x="11255" y="2824"/>
                    <a:pt x="11605" y="3949"/>
                    <a:pt x="11605" y="5219"/>
                  </a:cubicBezTo>
                  <a:cubicBezTo>
                    <a:pt x="11605" y="6615"/>
                    <a:pt x="10968" y="7937"/>
                    <a:pt x="9814" y="8945"/>
                  </a:cubicBezTo>
                  <a:cubicBezTo>
                    <a:pt x="8922" y="9717"/>
                    <a:pt x="8887" y="9931"/>
                    <a:pt x="8887" y="10374"/>
                  </a:cubicBezTo>
                  <a:cubicBezTo>
                    <a:pt x="8897" y="10617"/>
                    <a:pt x="9521" y="11409"/>
                    <a:pt x="10204" y="11949"/>
                  </a:cubicBezTo>
                  <a:cubicBezTo>
                    <a:pt x="11803" y="13208"/>
                    <a:pt x="12396" y="14441"/>
                    <a:pt x="12396" y="16503"/>
                  </a:cubicBezTo>
                  <a:cubicBezTo>
                    <a:pt x="12396" y="18652"/>
                    <a:pt x="10930" y="20513"/>
                    <a:pt x="8659" y="21248"/>
                  </a:cubicBezTo>
                  <a:cubicBezTo>
                    <a:pt x="7930" y="21482"/>
                    <a:pt x="7141" y="21600"/>
                    <a:pt x="6315" y="21600"/>
                  </a:cubicBezTo>
                  <a:cubicBezTo>
                    <a:pt x="5396" y="21600"/>
                    <a:pt x="4510" y="21482"/>
                    <a:pt x="3686" y="21251"/>
                  </a:cubicBezTo>
                  <a:cubicBezTo>
                    <a:pt x="2090" y="20802"/>
                    <a:pt x="908" y="19953"/>
                    <a:pt x="358" y="18858"/>
                  </a:cubicBezTo>
                  <a:cubicBezTo>
                    <a:pt x="122" y="18382"/>
                    <a:pt x="0" y="17877"/>
                    <a:pt x="0" y="17354"/>
                  </a:cubicBezTo>
                  <a:cubicBezTo>
                    <a:pt x="0" y="16815"/>
                    <a:pt x="117" y="16269"/>
                    <a:pt x="344" y="15728"/>
                  </a:cubicBezTo>
                  <a:cubicBezTo>
                    <a:pt x="1219" y="13652"/>
                    <a:pt x="3526" y="12256"/>
                    <a:pt x="6079" y="12256"/>
                  </a:cubicBezTo>
                  <a:cubicBezTo>
                    <a:pt x="6106" y="12256"/>
                    <a:pt x="6130" y="12256"/>
                    <a:pt x="6152" y="12256"/>
                  </a:cubicBezTo>
                  <a:cubicBezTo>
                    <a:pt x="5946" y="11848"/>
                    <a:pt x="5843" y="11429"/>
                    <a:pt x="5843" y="10984"/>
                  </a:cubicBezTo>
                  <a:cubicBezTo>
                    <a:pt x="5843" y="10764"/>
                    <a:pt x="5870" y="10538"/>
                    <a:pt x="5924" y="10311"/>
                  </a:cubicBezTo>
                  <a:cubicBezTo>
                    <a:pt x="3244" y="10243"/>
                    <a:pt x="1238" y="8057"/>
                    <a:pt x="1238" y="5179"/>
                  </a:cubicBezTo>
                  <a:cubicBezTo>
                    <a:pt x="1238" y="3144"/>
                    <a:pt x="2699" y="1162"/>
                    <a:pt x="4786" y="362"/>
                  </a:cubicBezTo>
                  <a:cubicBezTo>
                    <a:pt x="5412" y="121"/>
                    <a:pt x="6049" y="0"/>
                    <a:pt x="6675" y="0"/>
                  </a:cubicBezTo>
                  <a:lnTo>
                    <a:pt x="12404" y="0"/>
                  </a:lnTo>
                  <a:cubicBezTo>
                    <a:pt x="12599" y="0"/>
                    <a:pt x="12772" y="139"/>
                    <a:pt x="12833" y="347"/>
                  </a:cubicBezTo>
                  <a:cubicBezTo>
                    <a:pt x="12895" y="553"/>
                    <a:pt x="12827" y="781"/>
                    <a:pt x="12670" y="907"/>
                  </a:cubicBezTo>
                  <a:cubicBezTo>
                    <a:pt x="12670" y="907"/>
                    <a:pt x="12670" y="907"/>
                    <a:pt x="12670" y="907"/>
                  </a:cubicBezTo>
                  <a:close/>
                  <a:moveTo>
                    <a:pt x="21151" y="10807"/>
                  </a:moveTo>
                  <a:lnTo>
                    <a:pt x="17892" y="10807"/>
                  </a:lnTo>
                  <a:lnTo>
                    <a:pt x="17892" y="14433"/>
                  </a:lnTo>
                  <a:cubicBezTo>
                    <a:pt x="17892" y="14711"/>
                    <a:pt x="17691" y="14934"/>
                    <a:pt x="17443" y="14934"/>
                  </a:cubicBezTo>
                  <a:lnTo>
                    <a:pt x="16515" y="14934"/>
                  </a:lnTo>
                  <a:cubicBezTo>
                    <a:pt x="16266" y="14934"/>
                    <a:pt x="16063" y="14711"/>
                    <a:pt x="16063" y="14433"/>
                  </a:cubicBezTo>
                  <a:lnTo>
                    <a:pt x="16063" y="10807"/>
                  </a:lnTo>
                  <a:lnTo>
                    <a:pt x="12808" y="10807"/>
                  </a:lnTo>
                  <a:cubicBezTo>
                    <a:pt x="12559" y="10807"/>
                    <a:pt x="12355" y="10582"/>
                    <a:pt x="12355" y="10305"/>
                  </a:cubicBezTo>
                  <a:lnTo>
                    <a:pt x="12355" y="9273"/>
                  </a:lnTo>
                  <a:cubicBezTo>
                    <a:pt x="12355" y="8994"/>
                    <a:pt x="12559" y="8769"/>
                    <a:pt x="12808" y="8769"/>
                  </a:cubicBezTo>
                  <a:lnTo>
                    <a:pt x="16063" y="8769"/>
                  </a:lnTo>
                  <a:lnTo>
                    <a:pt x="16063" y="5144"/>
                  </a:lnTo>
                  <a:cubicBezTo>
                    <a:pt x="16063" y="4869"/>
                    <a:pt x="16266" y="4643"/>
                    <a:pt x="16515" y="4643"/>
                  </a:cubicBezTo>
                  <a:lnTo>
                    <a:pt x="17443" y="4643"/>
                  </a:lnTo>
                  <a:cubicBezTo>
                    <a:pt x="17691" y="4643"/>
                    <a:pt x="17892" y="4869"/>
                    <a:pt x="17892" y="5144"/>
                  </a:cubicBezTo>
                  <a:lnTo>
                    <a:pt x="17892" y="8769"/>
                  </a:lnTo>
                  <a:lnTo>
                    <a:pt x="21151" y="8769"/>
                  </a:lnTo>
                  <a:cubicBezTo>
                    <a:pt x="21396" y="8769"/>
                    <a:pt x="21600" y="8994"/>
                    <a:pt x="21600" y="9273"/>
                  </a:cubicBezTo>
                  <a:lnTo>
                    <a:pt x="21600" y="10305"/>
                  </a:lnTo>
                  <a:cubicBezTo>
                    <a:pt x="21600" y="10582"/>
                    <a:pt x="21396" y="10807"/>
                    <a:pt x="21151" y="10807"/>
                  </a:cubicBezTo>
                  <a:cubicBezTo>
                    <a:pt x="21151" y="10807"/>
                    <a:pt x="21151" y="10807"/>
                    <a:pt x="21151" y="108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78" name="Shape 34245">
              <a:extLst>
                <a:ext uri="{FF2B5EF4-FFF2-40B4-BE49-F238E27FC236}">
                  <a16:creationId xmlns:a16="http://schemas.microsoft.com/office/drawing/2014/main" id="{75A900EB-E2B9-4767-958A-ABFAC1BE4FFB}"/>
                </a:ext>
              </a:extLst>
            </p:cNvPr>
            <p:cNvSpPr/>
            <p:nvPr/>
          </p:nvSpPr>
          <p:spPr>
            <a:xfrm>
              <a:off x="12353445" y="9604415"/>
              <a:ext cx="266020" cy="249360"/>
            </a:xfrm>
            <a:custGeom>
              <a:avLst/>
              <a:gdLst/>
              <a:ahLst/>
              <a:cxnLst>
                <a:cxn ang="0">
                  <a:pos x="wd2" y="hd2"/>
                </a:cxn>
                <a:cxn ang="5400000">
                  <a:pos x="wd2" y="hd2"/>
                </a:cxn>
                <a:cxn ang="10800000">
                  <a:pos x="wd2" y="hd2"/>
                </a:cxn>
                <a:cxn ang="16200000">
                  <a:pos x="wd2" y="hd2"/>
                </a:cxn>
              </a:cxnLst>
              <a:rect l="0" t="0" r="r" b="b"/>
              <a:pathLst>
                <a:path w="21600" h="21600" extrusionOk="0">
                  <a:moveTo>
                    <a:pt x="8648" y="5409"/>
                  </a:moveTo>
                  <a:cubicBezTo>
                    <a:pt x="8423" y="3519"/>
                    <a:pt x="7212" y="1948"/>
                    <a:pt x="5946" y="1906"/>
                  </a:cubicBezTo>
                  <a:lnTo>
                    <a:pt x="5894" y="1906"/>
                  </a:lnTo>
                  <a:cubicBezTo>
                    <a:pt x="5447" y="1906"/>
                    <a:pt x="5049" y="2111"/>
                    <a:pt x="4743" y="2498"/>
                  </a:cubicBezTo>
                  <a:cubicBezTo>
                    <a:pt x="4271" y="3097"/>
                    <a:pt x="4073" y="4045"/>
                    <a:pt x="4198" y="5100"/>
                  </a:cubicBezTo>
                  <a:cubicBezTo>
                    <a:pt x="4418" y="6988"/>
                    <a:pt x="5656" y="8619"/>
                    <a:pt x="6897" y="8662"/>
                  </a:cubicBezTo>
                  <a:lnTo>
                    <a:pt x="6916" y="8662"/>
                  </a:lnTo>
                  <a:cubicBezTo>
                    <a:pt x="7385" y="8662"/>
                    <a:pt x="7778" y="8457"/>
                    <a:pt x="8085" y="8070"/>
                  </a:cubicBezTo>
                  <a:cubicBezTo>
                    <a:pt x="8561" y="7463"/>
                    <a:pt x="8773" y="6468"/>
                    <a:pt x="8648" y="5409"/>
                  </a:cubicBezTo>
                  <a:cubicBezTo>
                    <a:pt x="8648" y="5409"/>
                    <a:pt x="8648" y="5409"/>
                    <a:pt x="8648" y="5409"/>
                  </a:cubicBezTo>
                  <a:close/>
                  <a:moveTo>
                    <a:pt x="2967" y="16668"/>
                  </a:moveTo>
                  <a:cubicBezTo>
                    <a:pt x="2967" y="18299"/>
                    <a:pt x="4433" y="19576"/>
                    <a:pt x="6303" y="19576"/>
                  </a:cubicBezTo>
                  <a:cubicBezTo>
                    <a:pt x="8773" y="19576"/>
                    <a:pt x="10022" y="18631"/>
                    <a:pt x="10022" y="16763"/>
                  </a:cubicBezTo>
                  <a:cubicBezTo>
                    <a:pt x="10022" y="16587"/>
                    <a:pt x="10003" y="16402"/>
                    <a:pt x="9965" y="16220"/>
                  </a:cubicBezTo>
                  <a:cubicBezTo>
                    <a:pt x="9800" y="15495"/>
                    <a:pt x="9201" y="15043"/>
                    <a:pt x="8298" y="14355"/>
                  </a:cubicBezTo>
                  <a:cubicBezTo>
                    <a:pt x="8173" y="14263"/>
                    <a:pt x="8044" y="14164"/>
                    <a:pt x="7911" y="14063"/>
                  </a:cubicBezTo>
                  <a:cubicBezTo>
                    <a:pt x="7520" y="13931"/>
                    <a:pt x="7106" y="13857"/>
                    <a:pt x="6683" y="13855"/>
                  </a:cubicBezTo>
                  <a:lnTo>
                    <a:pt x="6629" y="13852"/>
                  </a:lnTo>
                  <a:cubicBezTo>
                    <a:pt x="4680" y="13852"/>
                    <a:pt x="2967" y="15167"/>
                    <a:pt x="2967" y="16668"/>
                  </a:cubicBezTo>
                  <a:cubicBezTo>
                    <a:pt x="2967" y="16668"/>
                    <a:pt x="2967" y="16668"/>
                    <a:pt x="2967" y="16668"/>
                  </a:cubicBezTo>
                  <a:close/>
                  <a:moveTo>
                    <a:pt x="12670" y="907"/>
                  </a:moveTo>
                  <a:lnTo>
                    <a:pt x="11388" y="1940"/>
                  </a:lnTo>
                  <a:cubicBezTo>
                    <a:pt x="11312" y="2002"/>
                    <a:pt x="11218" y="2035"/>
                    <a:pt x="11123" y="2035"/>
                  </a:cubicBezTo>
                  <a:lnTo>
                    <a:pt x="10665" y="2035"/>
                  </a:lnTo>
                  <a:cubicBezTo>
                    <a:pt x="11255" y="2824"/>
                    <a:pt x="11605" y="3949"/>
                    <a:pt x="11605" y="5219"/>
                  </a:cubicBezTo>
                  <a:cubicBezTo>
                    <a:pt x="11605" y="6615"/>
                    <a:pt x="10968" y="7937"/>
                    <a:pt x="9814" y="8945"/>
                  </a:cubicBezTo>
                  <a:cubicBezTo>
                    <a:pt x="8922" y="9717"/>
                    <a:pt x="8887" y="9931"/>
                    <a:pt x="8887" y="10374"/>
                  </a:cubicBezTo>
                  <a:cubicBezTo>
                    <a:pt x="8897" y="10617"/>
                    <a:pt x="9521" y="11409"/>
                    <a:pt x="10204" y="11949"/>
                  </a:cubicBezTo>
                  <a:cubicBezTo>
                    <a:pt x="11803" y="13208"/>
                    <a:pt x="12396" y="14441"/>
                    <a:pt x="12396" y="16503"/>
                  </a:cubicBezTo>
                  <a:cubicBezTo>
                    <a:pt x="12396" y="18652"/>
                    <a:pt x="10930" y="20513"/>
                    <a:pt x="8659" y="21248"/>
                  </a:cubicBezTo>
                  <a:cubicBezTo>
                    <a:pt x="7930" y="21482"/>
                    <a:pt x="7141" y="21600"/>
                    <a:pt x="6315" y="21600"/>
                  </a:cubicBezTo>
                  <a:cubicBezTo>
                    <a:pt x="5396" y="21600"/>
                    <a:pt x="4510" y="21482"/>
                    <a:pt x="3686" y="21251"/>
                  </a:cubicBezTo>
                  <a:cubicBezTo>
                    <a:pt x="2090" y="20802"/>
                    <a:pt x="908" y="19953"/>
                    <a:pt x="358" y="18858"/>
                  </a:cubicBezTo>
                  <a:cubicBezTo>
                    <a:pt x="122" y="18382"/>
                    <a:pt x="0" y="17877"/>
                    <a:pt x="0" y="17354"/>
                  </a:cubicBezTo>
                  <a:cubicBezTo>
                    <a:pt x="0" y="16815"/>
                    <a:pt x="117" y="16269"/>
                    <a:pt x="344" y="15728"/>
                  </a:cubicBezTo>
                  <a:cubicBezTo>
                    <a:pt x="1219" y="13652"/>
                    <a:pt x="3526" y="12256"/>
                    <a:pt x="6079" y="12256"/>
                  </a:cubicBezTo>
                  <a:cubicBezTo>
                    <a:pt x="6106" y="12256"/>
                    <a:pt x="6130" y="12256"/>
                    <a:pt x="6152" y="12256"/>
                  </a:cubicBezTo>
                  <a:cubicBezTo>
                    <a:pt x="5946" y="11848"/>
                    <a:pt x="5843" y="11429"/>
                    <a:pt x="5843" y="10984"/>
                  </a:cubicBezTo>
                  <a:cubicBezTo>
                    <a:pt x="5843" y="10764"/>
                    <a:pt x="5870" y="10538"/>
                    <a:pt x="5924" y="10311"/>
                  </a:cubicBezTo>
                  <a:cubicBezTo>
                    <a:pt x="3244" y="10243"/>
                    <a:pt x="1238" y="8057"/>
                    <a:pt x="1238" y="5179"/>
                  </a:cubicBezTo>
                  <a:cubicBezTo>
                    <a:pt x="1238" y="3144"/>
                    <a:pt x="2699" y="1162"/>
                    <a:pt x="4786" y="362"/>
                  </a:cubicBezTo>
                  <a:cubicBezTo>
                    <a:pt x="5412" y="121"/>
                    <a:pt x="6049" y="0"/>
                    <a:pt x="6675" y="0"/>
                  </a:cubicBezTo>
                  <a:lnTo>
                    <a:pt x="12404" y="0"/>
                  </a:lnTo>
                  <a:cubicBezTo>
                    <a:pt x="12599" y="0"/>
                    <a:pt x="12772" y="139"/>
                    <a:pt x="12833" y="347"/>
                  </a:cubicBezTo>
                  <a:cubicBezTo>
                    <a:pt x="12895" y="553"/>
                    <a:pt x="12827" y="781"/>
                    <a:pt x="12670" y="907"/>
                  </a:cubicBezTo>
                  <a:cubicBezTo>
                    <a:pt x="12670" y="907"/>
                    <a:pt x="12670" y="907"/>
                    <a:pt x="12670" y="907"/>
                  </a:cubicBezTo>
                  <a:close/>
                  <a:moveTo>
                    <a:pt x="21151" y="10807"/>
                  </a:moveTo>
                  <a:lnTo>
                    <a:pt x="17892" y="10807"/>
                  </a:lnTo>
                  <a:lnTo>
                    <a:pt x="17892" y="14433"/>
                  </a:lnTo>
                  <a:cubicBezTo>
                    <a:pt x="17892" y="14711"/>
                    <a:pt x="17691" y="14934"/>
                    <a:pt x="17443" y="14934"/>
                  </a:cubicBezTo>
                  <a:lnTo>
                    <a:pt x="16515" y="14934"/>
                  </a:lnTo>
                  <a:cubicBezTo>
                    <a:pt x="16266" y="14934"/>
                    <a:pt x="16063" y="14711"/>
                    <a:pt x="16063" y="14433"/>
                  </a:cubicBezTo>
                  <a:lnTo>
                    <a:pt x="16063" y="10807"/>
                  </a:lnTo>
                  <a:lnTo>
                    <a:pt x="12808" y="10807"/>
                  </a:lnTo>
                  <a:cubicBezTo>
                    <a:pt x="12559" y="10807"/>
                    <a:pt x="12355" y="10582"/>
                    <a:pt x="12355" y="10305"/>
                  </a:cubicBezTo>
                  <a:lnTo>
                    <a:pt x="12355" y="9273"/>
                  </a:lnTo>
                  <a:cubicBezTo>
                    <a:pt x="12355" y="8994"/>
                    <a:pt x="12559" y="8769"/>
                    <a:pt x="12808" y="8769"/>
                  </a:cubicBezTo>
                  <a:lnTo>
                    <a:pt x="16063" y="8769"/>
                  </a:lnTo>
                  <a:lnTo>
                    <a:pt x="16063" y="5144"/>
                  </a:lnTo>
                  <a:cubicBezTo>
                    <a:pt x="16063" y="4869"/>
                    <a:pt x="16266" y="4643"/>
                    <a:pt x="16515" y="4643"/>
                  </a:cubicBezTo>
                  <a:lnTo>
                    <a:pt x="17443" y="4643"/>
                  </a:lnTo>
                  <a:cubicBezTo>
                    <a:pt x="17691" y="4643"/>
                    <a:pt x="17892" y="4869"/>
                    <a:pt x="17892" y="5144"/>
                  </a:cubicBezTo>
                  <a:lnTo>
                    <a:pt x="17892" y="8769"/>
                  </a:lnTo>
                  <a:lnTo>
                    <a:pt x="21151" y="8769"/>
                  </a:lnTo>
                  <a:cubicBezTo>
                    <a:pt x="21396" y="8769"/>
                    <a:pt x="21600" y="8994"/>
                    <a:pt x="21600" y="9273"/>
                  </a:cubicBezTo>
                  <a:lnTo>
                    <a:pt x="21600" y="10305"/>
                  </a:lnTo>
                  <a:cubicBezTo>
                    <a:pt x="21600" y="10582"/>
                    <a:pt x="21396" y="10807"/>
                    <a:pt x="21151" y="10807"/>
                  </a:cubicBezTo>
                  <a:cubicBezTo>
                    <a:pt x="21151" y="10807"/>
                    <a:pt x="21151" y="10807"/>
                    <a:pt x="21151" y="108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79" name="Shape 34246">
              <a:extLst>
                <a:ext uri="{FF2B5EF4-FFF2-40B4-BE49-F238E27FC236}">
                  <a16:creationId xmlns:a16="http://schemas.microsoft.com/office/drawing/2014/main" id="{D0CA7D6C-1605-43BC-A5D7-30245A4E3E15}"/>
                </a:ext>
              </a:extLst>
            </p:cNvPr>
            <p:cNvSpPr/>
            <p:nvPr/>
          </p:nvSpPr>
          <p:spPr>
            <a:xfrm>
              <a:off x="11817349" y="7826120"/>
              <a:ext cx="266022" cy="249360"/>
            </a:xfrm>
            <a:custGeom>
              <a:avLst/>
              <a:gdLst/>
              <a:ahLst/>
              <a:cxnLst>
                <a:cxn ang="0">
                  <a:pos x="wd2" y="hd2"/>
                </a:cxn>
                <a:cxn ang="5400000">
                  <a:pos x="wd2" y="hd2"/>
                </a:cxn>
                <a:cxn ang="10800000">
                  <a:pos x="wd2" y="hd2"/>
                </a:cxn>
                <a:cxn ang="16200000">
                  <a:pos x="wd2" y="hd2"/>
                </a:cxn>
              </a:cxnLst>
              <a:rect l="0" t="0" r="r" b="b"/>
              <a:pathLst>
                <a:path w="21600" h="21600" extrusionOk="0">
                  <a:moveTo>
                    <a:pt x="8648" y="5409"/>
                  </a:moveTo>
                  <a:cubicBezTo>
                    <a:pt x="8423" y="3519"/>
                    <a:pt x="7212" y="1948"/>
                    <a:pt x="5946" y="1906"/>
                  </a:cubicBezTo>
                  <a:lnTo>
                    <a:pt x="5894" y="1906"/>
                  </a:lnTo>
                  <a:cubicBezTo>
                    <a:pt x="5447" y="1906"/>
                    <a:pt x="5049" y="2111"/>
                    <a:pt x="4743" y="2498"/>
                  </a:cubicBezTo>
                  <a:cubicBezTo>
                    <a:pt x="4271" y="3097"/>
                    <a:pt x="4073" y="4045"/>
                    <a:pt x="4198" y="5100"/>
                  </a:cubicBezTo>
                  <a:cubicBezTo>
                    <a:pt x="4418" y="6988"/>
                    <a:pt x="5656" y="8619"/>
                    <a:pt x="6897" y="8662"/>
                  </a:cubicBezTo>
                  <a:lnTo>
                    <a:pt x="6916" y="8662"/>
                  </a:lnTo>
                  <a:cubicBezTo>
                    <a:pt x="7385" y="8662"/>
                    <a:pt x="7778" y="8457"/>
                    <a:pt x="8085" y="8070"/>
                  </a:cubicBezTo>
                  <a:cubicBezTo>
                    <a:pt x="8561" y="7463"/>
                    <a:pt x="8773" y="6468"/>
                    <a:pt x="8648" y="5409"/>
                  </a:cubicBezTo>
                  <a:cubicBezTo>
                    <a:pt x="8648" y="5409"/>
                    <a:pt x="8648" y="5409"/>
                    <a:pt x="8648" y="5409"/>
                  </a:cubicBezTo>
                  <a:close/>
                  <a:moveTo>
                    <a:pt x="2967" y="16668"/>
                  </a:moveTo>
                  <a:cubicBezTo>
                    <a:pt x="2967" y="18299"/>
                    <a:pt x="4433" y="19576"/>
                    <a:pt x="6303" y="19576"/>
                  </a:cubicBezTo>
                  <a:cubicBezTo>
                    <a:pt x="8773" y="19576"/>
                    <a:pt x="10022" y="18631"/>
                    <a:pt x="10022" y="16763"/>
                  </a:cubicBezTo>
                  <a:cubicBezTo>
                    <a:pt x="10022" y="16587"/>
                    <a:pt x="10003" y="16402"/>
                    <a:pt x="9965" y="16220"/>
                  </a:cubicBezTo>
                  <a:cubicBezTo>
                    <a:pt x="9800" y="15495"/>
                    <a:pt x="9201" y="15043"/>
                    <a:pt x="8298" y="14355"/>
                  </a:cubicBezTo>
                  <a:cubicBezTo>
                    <a:pt x="8173" y="14263"/>
                    <a:pt x="8044" y="14164"/>
                    <a:pt x="7911" y="14063"/>
                  </a:cubicBezTo>
                  <a:cubicBezTo>
                    <a:pt x="7520" y="13931"/>
                    <a:pt x="7106" y="13857"/>
                    <a:pt x="6683" y="13855"/>
                  </a:cubicBezTo>
                  <a:lnTo>
                    <a:pt x="6629" y="13852"/>
                  </a:lnTo>
                  <a:cubicBezTo>
                    <a:pt x="4680" y="13852"/>
                    <a:pt x="2967" y="15167"/>
                    <a:pt x="2967" y="16668"/>
                  </a:cubicBezTo>
                  <a:cubicBezTo>
                    <a:pt x="2967" y="16668"/>
                    <a:pt x="2967" y="16668"/>
                    <a:pt x="2967" y="16668"/>
                  </a:cubicBezTo>
                  <a:close/>
                  <a:moveTo>
                    <a:pt x="12670" y="907"/>
                  </a:moveTo>
                  <a:lnTo>
                    <a:pt x="11388" y="1940"/>
                  </a:lnTo>
                  <a:cubicBezTo>
                    <a:pt x="11312" y="2002"/>
                    <a:pt x="11218" y="2035"/>
                    <a:pt x="11123" y="2035"/>
                  </a:cubicBezTo>
                  <a:lnTo>
                    <a:pt x="10665" y="2035"/>
                  </a:lnTo>
                  <a:cubicBezTo>
                    <a:pt x="11255" y="2824"/>
                    <a:pt x="11605" y="3949"/>
                    <a:pt x="11605" y="5219"/>
                  </a:cubicBezTo>
                  <a:cubicBezTo>
                    <a:pt x="11605" y="6615"/>
                    <a:pt x="10968" y="7937"/>
                    <a:pt x="9814" y="8945"/>
                  </a:cubicBezTo>
                  <a:cubicBezTo>
                    <a:pt x="8922" y="9717"/>
                    <a:pt x="8887" y="9931"/>
                    <a:pt x="8887" y="10374"/>
                  </a:cubicBezTo>
                  <a:cubicBezTo>
                    <a:pt x="8897" y="10617"/>
                    <a:pt x="9521" y="11409"/>
                    <a:pt x="10204" y="11949"/>
                  </a:cubicBezTo>
                  <a:cubicBezTo>
                    <a:pt x="11803" y="13208"/>
                    <a:pt x="12396" y="14441"/>
                    <a:pt x="12396" y="16503"/>
                  </a:cubicBezTo>
                  <a:cubicBezTo>
                    <a:pt x="12396" y="18652"/>
                    <a:pt x="10930" y="20513"/>
                    <a:pt x="8659" y="21248"/>
                  </a:cubicBezTo>
                  <a:cubicBezTo>
                    <a:pt x="7930" y="21482"/>
                    <a:pt x="7141" y="21600"/>
                    <a:pt x="6315" y="21600"/>
                  </a:cubicBezTo>
                  <a:cubicBezTo>
                    <a:pt x="5396" y="21600"/>
                    <a:pt x="4510" y="21482"/>
                    <a:pt x="3686" y="21251"/>
                  </a:cubicBezTo>
                  <a:cubicBezTo>
                    <a:pt x="2090" y="20802"/>
                    <a:pt x="908" y="19953"/>
                    <a:pt x="358" y="18858"/>
                  </a:cubicBezTo>
                  <a:cubicBezTo>
                    <a:pt x="122" y="18382"/>
                    <a:pt x="0" y="17877"/>
                    <a:pt x="0" y="17354"/>
                  </a:cubicBezTo>
                  <a:cubicBezTo>
                    <a:pt x="0" y="16815"/>
                    <a:pt x="117" y="16269"/>
                    <a:pt x="344" y="15728"/>
                  </a:cubicBezTo>
                  <a:cubicBezTo>
                    <a:pt x="1219" y="13652"/>
                    <a:pt x="3526" y="12256"/>
                    <a:pt x="6079" y="12256"/>
                  </a:cubicBezTo>
                  <a:cubicBezTo>
                    <a:pt x="6106" y="12256"/>
                    <a:pt x="6130" y="12256"/>
                    <a:pt x="6152" y="12256"/>
                  </a:cubicBezTo>
                  <a:cubicBezTo>
                    <a:pt x="5946" y="11848"/>
                    <a:pt x="5843" y="11429"/>
                    <a:pt x="5843" y="10984"/>
                  </a:cubicBezTo>
                  <a:cubicBezTo>
                    <a:pt x="5843" y="10764"/>
                    <a:pt x="5870" y="10538"/>
                    <a:pt x="5924" y="10311"/>
                  </a:cubicBezTo>
                  <a:cubicBezTo>
                    <a:pt x="3244" y="10243"/>
                    <a:pt x="1238" y="8057"/>
                    <a:pt x="1238" y="5179"/>
                  </a:cubicBezTo>
                  <a:cubicBezTo>
                    <a:pt x="1238" y="3144"/>
                    <a:pt x="2699" y="1162"/>
                    <a:pt x="4786" y="362"/>
                  </a:cubicBezTo>
                  <a:cubicBezTo>
                    <a:pt x="5412" y="121"/>
                    <a:pt x="6049" y="0"/>
                    <a:pt x="6675" y="0"/>
                  </a:cubicBezTo>
                  <a:lnTo>
                    <a:pt x="12404" y="0"/>
                  </a:lnTo>
                  <a:cubicBezTo>
                    <a:pt x="12599" y="0"/>
                    <a:pt x="12772" y="139"/>
                    <a:pt x="12833" y="347"/>
                  </a:cubicBezTo>
                  <a:cubicBezTo>
                    <a:pt x="12895" y="553"/>
                    <a:pt x="12827" y="781"/>
                    <a:pt x="12670" y="907"/>
                  </a:cubicBezTo>
                  <a:cubicBezTo>
                    <a:pt x="12670" y="907"/>
                    <a:pt x="12670" y="907"/>
                    <a:pt x="12670" y="907"/>
                  </a:cubicBezTo>
                  <a:close/>
                  <a:moveTo>
                    <a:pt x="21151" y="10807"/>
                  </a:moveTo>
                  <a:lnTo>
                    <a:pt x="17892" y="10807"/>
                  </a:lnTo>
                  <a:lnTo>
                    <a:pt x="17892" y="14433"/>
                  </a:lnTo>
                  <a:cubicBezTo>
                    <a:pt x="17892" y="14711"/>
                    <a:pt x="17691" y="14934"/>
                    <a:pt x="17443" y="14934"/>
                  </a:cubicBezTo>
                  <a:lnTo>
                    <a:pt x="16515" y="14934"/>
                  </a:lnTo>
                  <a:cubicBezTo>
                    <a:pt x="16266" y="14934"/>
                    <a:pt x="16063" y="14711"/>
                    <a:pt x="16063" y="14433"/>
                  </a:cubicBezTo>
                  <a:lnTo>
                    <a:pt x="16063" y="10807"/>
                  </a:lnTo>
                  <a:lnTo>
                    <a:pt x="12808" y="10807"/>
                  </a:lnTo>
                  <a:cubicBezTo>
                    <a:pt x="12559" y="10807"/>
                    <a:pt x="12355" y="10582"/>
                    <a:pt x="12355" y="10305"/>
                  </a:cubicBezTo>
                  <a:lnTo>
                    <a:pt x="12355" y="9273"/>
                  </a:lnTo>
                  <a:cubicBezTo>
                    <a:pt x="12355" y="8994"/>
                    <a:pt x="12559" y="8769"/>
                    <a:pt x="12808" y="8769"/>
                  </a:cubicBezTo>
                  <a:lnTo>
                    <a:pt x="16063" y="8769"/>
                  </a:lnTo>
                  <a:lnTo>
                    <a:pt x="16063" y="5144"/>
                  </a:lnTo>
                  <a:cubicBezTo>
                    <a:pt x="16063" y="4869"/>
                    <a:pt x="16266" y="4643"/>
                    <a:pt x="16515" y="4643"/>
                  </a:cubicBezTo>
                  <a:lnTo>
                    <a:pt x="17443" y="4643"/>
                  </a:lnTo>
                  <a:cubicBezTo>
                    <a:pt x="17691" y="4643"/>
                    <a:pt x="17892" y="4869"/>
                    <a:pt x="17892" y="5144"/>
                  </a:cubicBezTo>
                  <a:lnTo>
                    <a:pt x="17892" y="8769"/>
                  </a:lnTo>
                  <a:lnTo>
                    <a:pt x="21151" y="8769"/>
                  </a:lnTo>
                  <a:cubicBezTo>
                    <a:pt x="21396" y="8769"/>
                    <a:pt x="21600" y="8994"/>
                    <a:pt x="21600" y="9273"/>
                  </a:cubicBezTo>
                  <a:lnTo>
                    <a:pt x="21600" y="10305"/>
                  </a:lnTo>
                  <a:cubicBezTo>
                    <a:pt x="21600" y="10582"/>
                    <a:pt x="21396" y="10807"/>
                    <a:pt x="21151" y="10807"/>
                  </a:cubicBezTo>
                  <a:cubicBezTo>
                    <a:pt x="21151" y="10807"/>
                    <a:pt x="21151" y="10807"/>
                    <a:pt x="21151" y="108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80" name="Shape 34247">
              <a:extLst>
                <a:ext uri="{FF2B5EF4-FFF2-40B4-BE49-F238E27FC236}">
                  <a16:creationId xmlns:a16="http://schemas.microsoft.com/office/drawing/2014/main" id="{F97FF99F-4D44-4A9A-9493-DBA96D29F4A6}"/>
                </a:ext>
              </a:extLst>
            </p:cNvPr>
            <p:cNvSpPr/>
            <p:nvPr/>
          </p:nvSpPr>
          <p:spPr>
            <a:xfrm>
              <a:off x="10728159" y="11858687"/>
              <a:ext cx="359648" cy="359648"/>
            </a:xfrm>
            <a:custGeom>
              <a:avLst/>
              <a:gdLst/>
              <a:ahLst/>
              <a:cxnLst>
                <a:cxn ang="0">
                  <a:pos x="wd2" y="hd2"/>
                </a:cxn>
                <a:cxn ang="5400000">
                  <a:pos x="wd2" y="hd2"/>
                </a:cxn>
                <a:cxn ang="10800000">
                  <a:pos x="wd2" y="hd2"/>
                </a:cxn>
                <a:cxn ang="16200000">
                  <a:pos x="wd2" y="hd2"/>
                </a:cxn>
              </a:cxnLst>
              <a:rect l="0" t="0" r="r" b="b"/>
              <a:pathLst>
                <a:path w="21600" h="21600" extrusionOk="0">
                  <a:moveTo>
                    <a:pt x="10800" y="14657"/>
                  </a:moveTo>
                  <a:cubicBezTo>
                    <a:pt x="8670" y="14657"/>
                    <a:pt x="6943" y="12930"/>
                    <a:pt x="6943" y="10800"/>
                  </a:cubicBezTo>
                  <a:cubicBezTo>
                    <a:pt x="6943" y="8670"/>
                    <a:pt x="8670" y="6943"/>
                    <a:pt x="10800" y="6943"/>
                  </a:cubicBezTo>
                  <a:cubicBezTo>
                    <a:pt x="12930" y="6943"/>
                    <a:pt x="14657" y="8670"/>
                    <a:pt x="14657" y="10800"/>
                  </a:cubicBezTo>
                  <a:cubicBezTo>
                    <a:pt x="14657" y="12930"/>
                    <a:pt x="12930" y="14657"/>
                    <a:pt x="10800" y="14657"/>
                  </a:cubicBezTo>
                  <a:close/>
                  <a:moveTo>
                    <a:pt x="20016" y="9930"/>
                  </a:moveTo>
                  <a:cubicBezTo>
                    <a:pt x="21001" y="9522"/>
                    <a:pt x="21600" y="9257"/>
                    <a:pt x="21600" y="9257"/>
                  </a:cubicBezTo>
                  <a:lnTo>
                    <a:pt x="20829" y="6171"/>
                  </a:lnTo>
                  <a:cubicBezTo>
                    <a:pt x="20829" y="6171"/>
                    <a:pt x="20119" y="6283"/>
                    <a:pt x="18990" y="6492"/>
                  </a:cubicBezTo>
                  <a:cubicBezTo>
                    <a:pt x="18430" y="5424"/>
                    <a:pt x="17677" y="4501"/>
                    <a:pt x="16789" y="3749"/>
                  </a:cubicBezTo>
                  <a:cubicBezTo>
                    <a:pt x="17377" y="2418"/>
                    <a:pt x="17743" y="1543"/>
                    <a:pt x="17743" y="1543"/>
                  </a:cubicBezTo>
                  <a:lnTo>
                    <a:pt x="14657" y="0"/>
                  </a:lnTo>
                  <a:cubicBezTo>
                    <a:pt x="14657" y="0"/>
                    <a:pt x="14156" y="750"/>
                    <a:pt x="13405" y="1922"/>
                  </a:cubicBezTo>
                  <a:cubicBezTo>
                    <a:pt x="12297" y="1595"/>
                    <a:pt x="11120" y="1470"/>
                    <a:pt x="9929" y="1584"/>
                  </a:cubicBezTo>
                  <a:cubicBezTo>
                    <a:pt x="9522" y="599"/>
                    <a:pt x="9257" y="0"/>
                    <a:pt x="9257" y="0"/>
                  </a:cubicBezTo>
                  <a:lnTo>
                    <a:pt x="6171" y="771"/>
                  </a:lnTo>
                  <a:cubicBezTo>
                    <a:pt x="6171" y="771"/>
                    <a:pt x="6283" y="1481"/>
                    <a:pt x="6492" y="2610"/>
                  </a:cubicBezTo>
                  <a:cubicBezTo>
                    <a:pt x="5420" y="3172"/>
                    <a:pt x="4494" y="3929"/>
                    <a:pt x="3740" y="4821"/>
                  </a:cubicBezTo>
                  <a:cubicBezTo>
                    <a:pt x="2414" y="4227"/>
                    <a:pt x="1543" y="3857"/>
                    <a:pt x="1543" y="3857"/>
                  </a:cubicBezTo>
                  <a:lnTo>
                    <a:pt x="0" y="6943"/>
                  </a:lnTo>
                  <a:cubicBezTo>
                    <a:pt x="0" y="6943"/>
                    <a:pt x="748" y="7450"/>
                    <a:pt x="1919" y="8207"/>
                  </a:cubicBezTo>
                  <a:cubicBezTo>
                    <a:pt x="1595" y="9313"/>
                    <a:pt x="1471" y="10485"/>
                    <a:pt x="1584" y="11672"/>
                  </a:cubicBezTo>
                  <a:cubicBezTo>
                    <a:pt x="599" y="12078"/>
                    <a:pt x="0" y="12343"/>
                    <a:pt x="0" y="12343"/>
                  </a:cubicBezTo>
                  <a:lnTo>
                    <a:pt x="771" y="15429"/>
                  </a:lnTo>
                  <a:cubicBezTo>
                    <a:pt x="771" y="15429"/>
                    <a:pt x="1480" y="15317"/>
                    <a:pt x="2609" y="15107"/>
                  </a:cubicBezTo>
                  <a:cubicBezTo>
                    <a:pt x="3172" y="16179"/>
                    <a:pt x="3928" y="17106"/>
                    <a:pt x="4820" y="17860"/>
                  </a:cubicBezTo>
                  <a:cubicBezTo>
                    <a:pt x="4227" y="19186"/>
                    <a:pt x="3857" y="20057"/>
                    <a:pt x="3857" y="20057"/>
                  </a:cubicBezTo>
                  <a:lnTo>
                    <a:pt x="6943" y="21600"/>
                  </a:lnTo>
                  <a:cubicBezTo>
                    <a:pt x="6943" y="21600"/>
                    <a:pt x="7449" y="20852"/>
                    <a:pt x="8206" y="19681"/>
                  </a:cubicBezTo>
                  <a:cubicBezTo>
                    <a:pt x="9312" y="20005"/>
                    <a:pt x="10485" y="20129"/>
                    <a:pt x="11672" y="20016"/>
                  </a:cubicBezTo>
                  <a:cubicBezTo>
                    <a:pt x="12078" y="21001"/>
                    <a:pt x="12343" y="21600"/>
                    <a:pt x="12343" y="21600"/>
                  </a:cubicBezTo>
                  <a:lnTo>
                    <a:pt x="15429" y="20829"/>
                  </a:lnTo>
                  <a:cubicBezTo>
                    <a:pt x="15429" y="20829"/>
                    <a:pt x="15317" y="20120"/>
                    <a:pt x="15107" y="18991"/>
                  </a:cubicBezTo>
                  <a:cubicBezTo>
                    <a:pt x="16176" y="18431"/>
                    <a:pt x="17099" y="17676"/>
                    <a:pt x="17852" y="16788"/>
                  </a:cubicBezTo>
                  <a:cubicBezTo>
                    <a:pt x="19183" y="17377"/>
                    <a:pt x="20057" y="17743"/>
                    <a:pt x="20057" y="17743"/>
                  </a:cubicBezTo>
                  <a:lnTo>
                    <a:pt x="21600" y="14657"/>
                  </a:lnTo>
                  <a:cubicBezTo>
                    <a:pt x="21600" y="14657"/>
                    <a:pt x="20851" y="14156"/>
                    <a:pt x="19678" y="13405"/>
                  </a:cubicBezTo>
                  <a:cubicBezTo>
                    <a:pt x="20005" y="12296"/>
                    <a:pt x="20130" y="11120"/>
                    <a:pt x="20016" y="9930"/>
                  </a:cubicBezTo>
                  <a:close/>
                </a:path>
              </a:pathLst>
            </a:custGeom>
            <a:solidFill>
              <a:schemeClr val="bg1">
                <a:lumMod val="85000"/>
              </a:schemeClr>
            </a:solidFill>
            <a:ln w="12700" cap="flat">
              <a:noFill/>
              <a:miter lim="400000"/>
            </a:ln>
            <a:effectLst/>
          </p:spPr>
          <p:txBody>
            <a:bodyPr wrap="square" lIns="15073" tIns="15073" rIns="15073" bIns="15073" numCol="1" anchor="ctr">
              <a:noAutofit/>
            </a:bodyPr>
            <a:lstStyle/>
            <a:p>
              <a:endParaRPr sz="1424" dirty="0">
                <a:latin typeface="Lato Light" panose="020F0502020204030203" pitchFamily="34" charset="0"/>
              </a:endParaRPr>
            </a:p>
          </p:txBody>
        </p:sp>
        <p:sp>
          <p:nvSpPr>
            <p:cNvPr id="81" name="Shape 34248">
              <a:extLst>
                <a:ext uri="{FF2B5EF4-FFF2-40B4-BE49-F238E27FC236}">
                  <a16:creationId xmlns:a16="http://schemas.microsoft.com/office/drawing/2014/main" id="{921D2600-46C5-4D4C-875E-7FAC4712F6B9}"/>
                </a:ext>
              </a:extLst>
            </p:cNvPr>
            <p:cNvSpPr/>
            <p:nvPr/>
          </p:nvSpPr>
          <p:spPr>
            <a:xfrm>
              <a:off x="11187068" y="11262359"/>
              <a:ext cx="266020" cy="249360"/>
            </a:xfrm>
            <a:custGeom>
              <a:avLst/>
              <a:gdLst/>
              <a:ahLst/>
              <a:cxnLst>
                <a:cxn ang="0">
                  <a:pos x="wd2" y="hd2"/>
                </a:cxn>
                <a:cxn ang="5400000">
                  <a:pos x="wd2" y="hd2"/>
                </a:cxn>
                <a:cxn ang="10800000">
                  <a:pos x="wd2" y="hd2"/>
                </a:cxn>
                <a:cxn ang="16200000">
                  <a:pos x="wd2" y="hd2"/>
                </a:cxn>
              </a:cxnLst>
              <a:rect l="0" t="0" r="r" b="b"/>
              <a:pathLst>
                <a:path w="21600" h="21600" extrusionOk="0">
                  <a:moveTo>
                    <a:pt x="8648" y="5409"/>
                  </a:moveTo>
                  <a:cubicBezTo>
                    <a:pt x="8423" y="3519"/>
                    <a:pt x="7212" y="1948"/>
                    <a:pt x="5946" y="1906"/>
                  </a:cubicBezTo>
                  <a:lnTo>
                    <a:pt x="5894" y="1906"/>
                  </a:lnTo>
                  <a:cubicBezTo>
                    <a:pt x="5447" y="1906"/>
                    <a:pt x="5049" y="2111"/>
                    <a:pt x="4743" y="2498"/>
                  </a:cubicBezTo>
                  <a:cubicBezTo>
                    <a:pt x="4271" y="3097"/>
                    <a:pt x="4073" y="4045"/>
                    <a:pt x="4198" y="5100"/>
                  </a:cubicBezTo>
                  <a:cubicBezTo>
                    <a:pt x="4418" y="6988"/>
                    <a:pt x="5656" y="8619"/>
                    <a:pt x="6897" y="8662"/>
                  </a:cubicBezTo>
                  <a:lnTo>
                    <a:pt x="6916" y="8662"/>
                  </a:lnTo>
                  <a:cubicBezTo>
                    <a:pt x="7385" y="8662"/>
                    <a:pt x="7778" y="8457"/>
                    <a:pt x="8085" y="8070"/>
                  </a:cubicBezTo>
                  <a:cubicBezTo>
                    <a:pt x="8561" y="7463"/>
                    <a:pt x="8773" y="6468"/>
                    <a:pt x="8648" y="5409"/>
                  </a:cubicBezTo>
                  <a:cubicBezTo>
                    <a:pt x="8648" y="5409"/>
                    <a:pt x="8648" y="5409"/>
                    <a:pt x="8648" y="5409"/>
                  </a:cubicBezTo>
                  <a:close/>
                  <a:moveTo>
                    <a:pt x="2967" y="16668"/>
                  </a:moveTo>
                  <a:cubicBezTo>
                    <a:pt x="2967" y="18299"/>
                    <a:pt x="4433" y="19576"/>
                    <a:pt x="6303" y="19576"/>
                  </a:cubicBezTo>
                  <a:cubicBezTo>
                    <a:pt x="8773" y="19576"/>
                    <a:pt x="10022" y="18631"/>
                    <a:pt x="10022" y="16763"/>
                  </a:cubicBezTo>
                  <a:cubicBezTo>
                    <a:pt x="10022" y="16587"/>
                    <a:pt x="10003" y="16402"/>
                    <a:pt x="9965" y="16220"/>
                  </a:cubicBezTo>
                  <a:cubicBezTo>
                    <a:pt x="9800" y="15495"/>
                    <a:pt x="9201" y="15043"/>
                    <a:pt x="8298" y="14355"/>
                  </a:cubicBezTo>
                  <a:cubicBezTo>
                    <a:pt x="8173" y="14263"/>
                    <a:pt x="8044" y="14164"/>
                    <a:pt x="7911" y="14063"/>
                  </a:cubicBezTo>
                  <a:cubicBezTo>
                    <a:pt x="7520" y="13931"/>
                    <a:pt x="7106" y="13857"/>
                    <a:pt x="6683" y="13855"/>
                  </a:cubicBezTo>
                  <a:lnTo>
                    <a:pt x="6629" y="13852"/>
                  </a:lnTo>
                  <a:cubicBezTo>
                    <a:pt x="4680" y="13852"/>
                    <a:pt x="2967" y="15167"/>
                    <a:pt x="2967" y="16668"/>
                  </a:cubicBezTo>
                  <a:cubicBezTo>
                    <a:pt x="2967" y="16668"/>
                    <a:pt x="2967" y="16668"/>
                    <a:pt x="2967" y="16668"/>
                  </a:cubicBezTo>
                  <a:close/>
                  <a:moveTo>
                    <a:pt x="12670" y="907"/>
                  </a:moveTo>
                  <a:lnTo>
                    <a:pt x="11388" y="1940"/>
                  </a:lnTo>
                  <a:cubicBezTo>
                    <a:pt x="11312" y="2002"/>
                    <a:pt x="11218" y="2035"/>
                    <a:pt x="11123" y="2035"/>
                  </a:cubicBezTo>
                  <a:lnTo>
                    <a:pt x="10665" y="2035"/>
                  </a:lnTo>
                  <a:cubicBezTo>
                    <a:pt x="11255" y="2824"/>
                    <a:pt x="11605" y="3949"/>
                    <a:pt x="11605" y="5219"/>
                  </a:cubicBezTo>
                  <a:cubicBezTo>
                    <a:pt x="11605" y="6615"/>
                    <a:pt x="10968" y="7937"/>
                    <a:pt x="9814" y="8945"/>
                  </a:cubicBezTo>
                  <a:cubicBezTo>
                    <a:pt x="8922" y="9717"/>
                    <a:pt x="8887" y="9931"/>
                    <a:pt x="8887" y="10374"/>
                  </a:cubicBezTo>
                  <a:cubicBezTo>
                    <a:pt x="8897" y="10617"/>
                    <a:pt x="9521" y="11409"/>
                    <a:pt x="10204" y="11949"/>
                  </a:cubicBezTo>
                  <a:cubicBezTo>
                    <a:pt x="11803" y="13208"/>
                    <a:pt x="12396" y="14441"/>
                    <a:pt x="12396" y="16503"/>
                  </a:cubicBezTo>
                  <a:cubicBezTo>
                    <a:pt x="12396" y="18652"/>
                    <a:pt x="10930" y="20513"/>
                    <a:pt x="8659" y="21248"/>
                  </a:cubicBezTo>
                  <a:cubicBezTo>
                    <a:pt x="7930" y="21482"/>
                    <a:pt x="7141" y="21600"/>
                    <a:pt x="6315" y="21600"/>
                  </a:cubicBezTo>
                  <a:cubicBezTo>
                    <a:pt x="5396" y="21600"/>
                    <a:pt x="4510" y="21482"/>
                    <a:pt x="3686" y="21251"/>
                  </a:cubicBezTo>
                  <a:cubicBezTo>
                    <a:pt x="2090" y="20802"/>
                    <a:pt x="908" y="19953"/>
                    <a:pt x="358" y="18858"/>
                  </a:cubicBezTo>
                  <a:cubicBezTo>
                    <a:pt x="122" y="18382"/>
                    <a:pt x="0" y="17877"/>
                    <a:pt x="0" y="17354"/>
                  </a:cubicBezTo>
                  <a:cubicBezTo>
                    <a:pt x="0" y="16815"/>
                    <a:pt x="117" y="16269"/>
                    <a:pt x="344" y="15728"/>
                  </a:cubicBezTo>
                  <a:cubicBezTo>
                    <a:pt x="1219" y="13652"/>
                    <a:pt x="3526" y="12256"/>
                    <a:pt x="6079" y="12256"/>
                  </a:cubicBezTo>
                  <a:cubicBezTo>
                    <a:pt x="6106" y="12256"/>
                    <a:pt x="6130" y="12256"/>
                    <a:pt x="6152" y="12256"/>
                  </a:cubicBezTo>
                  <a:cubicBezTo>
                    <a:pt x="5946" y="11848"/>
                    <a:pt x="5843" y="11429"/>
                    <a:pt x="5843" y="10984"/>
                  </a:cubicBezTo>
                  <a:cubicBezTo>
                    <a:pt x="5843" y="10764"/>
                    <a:pt x="5870" y="10538"/>
                    <a:pt x="5924" y="10311"/>
                  </a:cubicBezTo>
                  <a:cubicBezTo>
                    <a:pt x="3244" y="10243"/>
                    <a:pt x="1238" y="8057"/>
                    <a:pt x="1238" y="5179"/>
                  </a:cubicBezTo>
                  <a:cubicBezTo>
                    <a:pt x="1238" y="3144"/>
                    <a:pt x="2699" y="1162"/>
                    <a:pt x="4786" y="362"/>
                  </a:cubicBezTo>
                  <a:cubicBezTo>
                    <a:pt x="5412" y="121"/>
                    <a:pt x="6049" y="0"/>
                    <a:pt x="6675" y="0"/>
                  </a:cubicBezTo>
                  <a:lnTo>
                    <a:pt x="12404" y="0"/>
                  </a:lnTo>
                  <a:cubicBezTo>
                    <a:pt x="12599" y="0"/>
                    <a:pt x="12772" y="139"/>
                    <a:pt x="12833" y="347"/>
                  </a:cubicBezTo>
                  <a:cubicBezTo>
                    <a:pt x="12895" y="553"/>
                    <a:pt x="12827" y="781"/>
                    <a:pt x="12670" y="907"/>
                  </a:cubicBezTo>
                  <a:cubicBezTo>
                    <a:pt x="12670" y="907"/>
                    <a:pt x="12670" y="907"/>
                    <a:pt x="12670" y="907"/>
                  </a:cubicBezTo>
                  <a:close/>
                  <a:moveTo>
                    <a:pt x="21151" y="10807"/>
                  </a:moveTo>
                  <a:lnTo>
                    <a:pt x="17892" y="10807"/>
                  </a:lnTo>
                  <a:lnTo>
                    <a:pt x="17892" y="14433"/>
                  </a:lnTo>
                  <a:cubicBezTo>
                    <a:pt x="17892" y="14711"/>
                    <a:pt x="17691" y="14934"/>
                    <a:pt x="17443" y="14934"/>
                  </a:cubicBezTo>
                  <a:lnTo>
                    <a:pt x="16515" y="14934"/>
                  </a:lnTo>
                  <a:cubicBezTo>
                    <a:pt x="16266" y="14934"/>
                    <a:pt x="16063" y="14711"/>
                    <a:pt x="16063" y="14433"/>
                  </a:cubicBezTo>
                  <a:lnTo>
                    <a:pt x="16063" y="10807"/>
                  </a:lnTo>
                  <a:lnTo>
                    <a:pt x="12808" y="10807"/>
                  </a:lnTo>
                  <a:cubicBezTo>
                    <a:pt x="12559" y="10807"/>
                    <a:pt x="12355" y="10582"/>
                    <a:pt x="12355" y="10305"/>
                  </a:cubicBezTo>
                  <a:lnTo>
                    <a:pt x="12355" y="9273"/>
                  </a:lnTo>
                  <a:cubicBezTo>
                    <a:pt x="12355" y="8994"/>
                    <a:pt x="12559" y="8769"/>
                    <a:pt x="12808" y="8769"/>
                  </a:cubicBezTo>
                  <a:lnTo>
                    <a:pt x="16063" y="8769"/>
                  </a:lnTo>
                  <a:lnTo>
                    <a:pt x="16063" y="5144"/>
                  </a:lnTo>
                  <a:cubicBezTo>
                    <a:pt x="16063" y="4869"/>
                    <a:pt x="16266" y="4643"/>
                    <a:pt x="16515" y="4643"/>
                  </a:cubicBezTo>
                  <a:lnTo>
                    <a:pt x="17443" y="4643"/>
                  </a:lnTo>
                  <a:cubicBezTo>
                    <a:pt x="17691" y="4643"/>
                    <a:pt x="17892" y="4869"/>
                    <a:pt x="17892" y="5144"/>
                  </a:cubicBezTo>
                  <a:lnTo>
                    <a:pt x="17892" y="8769"/>
                  </a:lnTo>
                  <a:lnTo>
                    <a:pt x="21151" y="8769"/>
                  </a:lnTo>
                  <a:cubicBezTo>
                    <a:pt x="21396" y="8769"/>
                    <a:pt x="21600" y="8994"/>
                    <a:pt x="21600" y="9273"/>
                  </a:cubicBezTo>
                  <a:lnTo>
                    <a:pt x="21600" y="10305"/>
                  </a:lnTo>
                  <a:cubicBezTo>
                    <a:pt x="21600" y="10582"/>
                    <a:pt x="21396" y="10807"/>
                    <a:pt x="21151" y="10807"/>
                  </a:cubicBezTo>
                  <a:cubicBezTo>
                    <a:pt x="21151" y="10807"/>
                    <a:pt x="21151" y="10807"/>
                    <a:pt x="21151" y="108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82" name="Shape 34249">
              <a:extLst>
                <a:ext uri="{FF2B5EF4-FFF2-40B4-BE49-F238E27FC236}">
                  <a16:creationId xmlns:a16="http://schemas.microsoft.com/office/drawing/2014/main" id="{2E297742-8436-4B1D-83F9-B322E470EDB3}"/>
                </a:ext>
              </a:extLst>
            </p:cNvPr>
            <p:cNvSpPr/>
            <p:nvPr/>
          </p:nvSpPr>
          <p:spPr>
            <a:xfrm>
              <a:off x="11097651" y="11556529"/>
              <a:ext cx="363722" cy="489364"/>
            </a:xfrm>
            <a:custGeom>
              <a:avLst/>
              <a:gdLst/>
              <a:ahLst/>
              <a:cxnLst>
                <a:cxn ang="0">
                  <a:pos x="wd2" y="hd2"/>
                </a:cxn>
                <a:cxn ang="5400000">
                  <a:pos x="wd2" y="hd2"/>
                </a:cxn>
                <a:cxn ang="10800000">
                  <a:pos x="wd2" y="hd2"/>
                </a:cxn>
                <a:cxn ang="16200000">
                  <a:pos x="wd2" y="hd2"/>
                </a:cxn>
              </a:cxnLst>
              <a:rect l="0" t="0" r="r" b="b"/>
              <a:pathLst>
                <a:path w="21600" h="21600" extrusionOk="0">
                  <a:moveTo>
                    <a:pt x="0" y="1289"/>
                  </a:moveTo>
                  <a:lnTo>
                    <a:pt x="7526" y="11318"/>
                  </a:lnTo>
                  <a:lnTo>
                    <a:pt x="10639" y="10027"/>
                  </a:lnTo>
                  <a:lnTo>
                    <a:pt x="6735" y="4831"/>
                  </a:lnTo>
                  <a:cubicBezTo>
                    <a:pt x="7186" y="4822"/>
                    <a:pt x="7638" y="4734"/>
                    <a:pt x="8042" y="4542"/>
                  </a:cubicBezTo>
                  <a:cubicBezTo>
                    <a:pt x="8843" y="4160"/>
                    <a:pt x="9286" y="3488"/>
                    <a:pt x="9338" y="2779"/>
                  </a:cubicBezTo>
                  <a:cubicBezTo>
                    <a:pt x="9343" y="2717"/>
                    <a:pt x="9344" y="2654"/>
                    <a:pt x="9343" y="2591"/>
                  </a:cubicBezTo>
                  <a:cubicBezTo>
                    <a:pt x="10859" y="2532"/>
                    <a:pt x="12290" y="2713"/>
                    <a:pt x="13557" y="3159"/>
                  </a:cubicBezTo>
                  <a:cubicBezTo>
                    <a:pt x="15647" y="3894"/>
                    <a:pt x="17171" y="5277"/>
                    <a:pt x="17964" y="7158"/>
                  </a:cubicBezTo>
                  <a:cubicBezTo>
                    <a:pt x="19200" y="10089"/>
                    <a:pt x="17878" y="13269"/>
                    <a:pt x="14770" y="15143"/>
                  </a:cubicBezTo>
                  <a:lnTo>
                    <a:pt x="13545" y="13629"/>
                  </a:lnTo>
                  <a:lnTo>
                    <a:pt x="15711" y="12662"/>
                  </a:lnTo>
                  <a:lnTo>
                    <a:pt x="15100" y="11906"/>
                  </a:lnTo>
                  <a:lnTo>
                    <a:pt x="7202" y="15433"/>
                  </a:lnTo>
                  <a:lnTo>
                    <a:pt x="7813" y="16189"/>
                  </a:lnTo>
                  <a:lnTo>
                    <a:pt x="9983" y="15220"/>
                  </a:lnTo>
                  <a:lnTo>
                    <a:pt x="11972" y="17680"/>
                  </a:lnTo>
                  <a:lnTo>
                    <a:pt x="7432" y="19708"/>
                  </a:lnTo>
                  <a:lnTo>
                    <a:pt x="8961" y="21600"/>
                  </a:lnTo>
                  <a:lnTo>
                    <a:pt x="21600" y="15956"/>
                  </a:lnTo>
                  <a:lnTo>
                    <a:pt x="20070" y="14064"/>
                  </a:lnTo>
                  <a:lnTo>
                    <a:pt x="16905" y="15477"/>
                  </a:lnTo>
                  <a:cubicBezTo>
                    <a:pt x="19819" y="13226"/>
                    <a:pt x="20973" y="9873"/>
                    <a:pt x="19662" y="6762"/>
                  </a:cubicBezTo>
                  <a:cubicBezTo>
                    <a:pt x="18716" y="4520"/>
                    <a:pt x="16868" y="2861"/>
                    <a:pt x="14317" y="1964"/>
                  </a:cubicBezTo>
                  <a:cubicBezTo>
                    <a:pt x="12625" y="1368"/>
                    <a:pt x="10722" y="1151"/>
                    <a:pt x="8713" y="1295"/>
                  </a:cubicBezTo>
                  <a:cubicBezTo>
                    <a:pt x="7813" y="536"/>
                    <a:pt x="6285" y="336"/>
                    <a:pt x="5078" y="875"/>
                  </a:cubicBezTo>
                  <a:cubicBezTo>
                    <a:pt x="4725" y="1032"/>
                    <a:pt x="4440" y="1236"/>
                    <a:pt x="4217" y="1471"/>
                  </a:cubicBezTo>
                  <a:lnTo>
                    <a:pt x="3109" y="0"/>
                  </a:lnTo>
                  <a:lnTo>
                    <a:pt x="0" y="1289"/>
                  </a:lnTo>
                  <a:close/>
                  <a:moveTo>
                    <a:pt x="5994" y="2008"/>
                  </a:moveTo>
                  <a:cubicBezTo>
                    <a:pt x="6453" y="1798"/>
                    <a:pt x="7049" y="1856"/>
                    <a:pt x="7404" y="2156"/>
                  </a:cubicBezTo>
                  <a:cubicBezTo>
                    <a:pt x="7771" y="2467"/>
                    <a:pt x="7762" y="2932"/>
                    <a:pt x="7387" y="3235"/>
                  </a:cubicBezTo>
                  <a:cubicBezTo>
                    <a:pt x="7313" y="3300"/>
                    <a:pt x="7226" y="3359"/>
                    <a:pt x="7123" y="3405"/>
                  </a:cubicBezTo>
                  <a:cubicBezTo>
                    <a:pt x="6605" y="3637"/>
                    <a:pt x="5928" y="3511"/>
                    <a:pt x="5619" y="3126"/>
                  </a:cubicBezTo>
                  <a:cubicBezTo>
                    <a:pt x="5309" y="2742"/>
                    <a:pt x="5480" y="2244"/>
                    <a:pt x="5994" y="2008"/>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83" name="Shape 34250">
              <a:extLst>
                <a:ext uri="{FF2B5EF4-FFF2-40B4-BE49-F238E27FC236}">
                  <a16:creationId xmlns:a16="http://schemas.microsoft.com/office/drawing/2014/main" id="{6A445B98-1EEC-41F4-B065-B41FB9F82629}"/>
                </a:ext>
              </a:extLst>
            </p:cNvPr>
            <p:cNvSpPr/>
            <p:nvPr/>
          </p:nvSpPr>
          <p:spPr>
            <a:xfrm>
              <a:off x="11475026" y="12061751"/>
              <a:ext cx="218222" cy="281582"/>
            </a:xfrm>
            <a:custGeom>
              <a:avLst/>
              <a:gdLst/>
              <a:ahLst/>
              <a:cxnLst>
                <a:cxn ang="0">
                  <a:pos x="wd2" y="hd2"/>
                </a:cxn>
                <a:cxn ang="5400000">
                  <a:pos x="wd2" y="hd2"/>
                </a:cxn>
                <a:cxn ang="10800000">
                  <a:pos x="wd2" y="hd2"/>
                </a:cxn>
                <a:cxn ang="16200000">
                  <a:pos x="wd2" y="hd2"/>
                </a:cxn>
              </a:cxnLst>
              <a:rect l="0" t="0" r="r" b="b"/>
              <a:pathLst>
                <a:path w="20935" h="21287" extrusionOk="0">
                  <a:moveTo>
                    <a:pt x="8719" y="13902"/>
                  </a:moveTo>
                  <a:cubicBezTo>
                    <a:pt x="8086" y="16090"/>
                    <a:pt x="7465" y="18199"/>
                    <a:pt x="6111" y="19862"/>
                  </a:cubicBezTo>
                  <a:cubicBezTo>
                    <a:pt x="5699" y="20370"/>
                    <a:pt x="5281" y="21012"/>
                    <a:pt x="4573" y="21287"/>
                  </a:cubicBezTo>
                  <a:cubicBezTo>
                    <a:pt x="3525" y="17039"/>
                    <a:pt x="5712" y="13464"/>
                    <a:pt x="6579" y="9893"/>
                  </a:cubicBezTo>
                  <a:cubicBezTo>
                    <a:pt x="5475" y="8121"/>
                    <a:pt x="6162" y="5116"/>
                    <a:pt x="8519" y="4777"/>
                  </a:cubicBezTo>
                  <a:cubicBezTo>
                    <a:pt x="11938" y="4282"/>
                    <a:pt x="11037" y="7536"/>
                    <a:pt x="10457" y="9049"/>
                  </a:cubicBezTo>
                  <a:cubicBezTo>
                    <a:pt x="10139" y="9877"/>
                    <a:pt x="9566" y="10671"/>
                    <a:pt x="9654" y="11581"/>
                  </a:cubicBezTo>
                  <a:cubicBezTo>
                    <a:pt x="9843" y="13499"/>
                    <a:pt x="12902" y="13622"/>
                    <a:pt x="14467" y="12636"/>
                  </a:cubicBezTo>
                  <a:cubicBezTo>
                    <a:pt x="16713" y="11223"/>
                    <a:pt x="17361" y="8494"/>
                    <a:pt x="17144" y="6253"/>
                  </a:cubicBezTo>
                  <a:cubicBezTo>
                    <a:pt x="16810" y="2840"/>
                    <a:pt x="11909" y="1143"/>
                    <a:pt x="7583" y="2508"/>
                  </a:cubicBezTo>
                  <a:cubicBezTo>
                    <a:pt x="5355" y="3211"/>
                    <a:pt x="3329" y="4827"/>
                    <a:pt x="3035" y="7202"/>
                  </a:cubicBezTo>
                  <a:cubicBezTo>
                    <a:pt x="2881" y="8453"/>
                    <a:pt x="3214" y="9451"/>
                    <a:pt x="3838" y="10156"/>
                  </a:cubicBezTo>
                  <a:cubicBezTo>
                    <a:pt x="3933" y="10263"/>
                    <a:pt x="4258" y="10453"/>
                    <a:pt x="4305" y="10738"/>
                  </a:cubicBezTo>
                  <a:cubicBezTo>
                    <a:pt x="4403" y="11316"/>
                    <a:pt x="3968" y="11940"/>
                    <a:pt x="3570" y="12371"/>
                  </a:cubicBezTo>
                  <a:cubicBezTo>
                    <a:pt x="1354" y="11867"/>
                    <a:pt x="210" y="10298"/>
                    <a:pt x="26" y="8311"/>
                  </a:cubicBezTo>
                  <a:cubicBezTo>
                    <a:pt x="-390" y="3790"/>
                    <a:pt x="4313" y="350"/>
                    <a:pt x="9854" y="29"/>
                  </a:cubicBezTo>
                  <a:cubicBezTo>
                    <a:pt x="15764" y="-313"/>
                    <a:pt x="20453" y="2380"/>
                    <a:pt x="20886" y="6306"/>
                  </a:cubicBezTo>
                  <a:cubicBezTo>
                    <a:pt x="21210" y="9225"/>
                    <a:pt x="19897" y="12163"/>
                    <a:pt x="17812" y="13743"/>
                  </a:cubicBezTo>
                  <a:cubicBezTo>
                    <a:pt x="16244" y="14931"/>
                    <a:pt x="12913" y="16092"/>
                    <a:pt x="10190" y="14957"/>
                  </a:cubicBezTo>
                  <a:cubicBezTo>
                    <a:pt x="9585" y="14704"/>
                    <a:pt x="9318" y="14397"/>
                    <a:pt x="8719" y="13902"/>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84" name="Shape 34251">
              <a:extLst>
                <a:ext uri="{FF2B5EF4-FFF2-40B4-BE49-F238E27FC236}">
                  <a16:creationId xmlns:a16="http://schemas.microsoft.com/office/drawing/2014/main" id="{D9B75CBB-A660-45E9-A6E9-E7F886743FB7}"/>
                </a:ext>
              </a:extLst>
            </p:cNvPr>
            <p:cNvSpPr/>
            <p:nvPr/>
          </p:nvSpPr>
          <p:spPr>
            <a:xfrm>
              <a:off x="11001064" y="12147982"/>
              <a:ext cx="241994" cy="27962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307" y="15970"/>
                  </a:lnTo>
                  <a:lnTo>
                    <a:pt x="6112" y="19464"/>
                  </a:lnTo>
                  <a:cubicBezTo>
                    <a:pt x="6112" y="19464"/>
                    <a:pt x="0" y="21600"/>
                    <a:pt x="0" y="21600"/>
                  </a:cubicBezTo>
                  <a:close/>
                  <a:moveTo>
                    <a:pt x="6773" y="18782"/>
                  </a:moveTo>
                  <a:lnTo>
                    <a:pt x="1968" y="15288"/>
                  </a:lnTo>
                  <a:lnTo>
                    <a:pt x="13737" y="3150"/>
                  </a:lnTo>
                  <a:lnTo>
                    <a:pt x="18545" y="6642"/>
                  </a:lnTo>
                  <a:cubicBezTo>
                    <a:pt x="18545" y="6642"/>
                    <a:pt x="6773" y="18782"/>
                    <a:pt x="6773" y="18782"/>
                  </a:cubicBezTo>
                  <a:close/>
                  <a:moveTo>
                    <a:pt x="19218" y="5946"/>
                  </a:moveTo>
                  <a:lnTo>
                    <a:pt x="14411" y="2455"/>
                  </a:lnTo>
                  <a:lnTo>
                    <a:pt x="16792" y="0"/>
                  </a:lnTo>
                  <a:lnTo>
                    <a:pt x="21600" y="3492"/>
                  </a:lnTo>
                  <a:cubicBezTo>
                    <a:pt x="21600" y="3492"/>
                    <a:pt x="19218" y="5946"/>
                    <a:pt x="19218" y="5946"/>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85" name="Shape 34252">
              <a:extLst>
                <a:ext uri="{FF2B5EF4-FFF2-40B4-BE49-F238E27FC236}">
                  <a16:creationId xmlns:a16="http://schemas.microsoft.com/office/drawing/2014/main" id="{EB3225E0-6AFE-461C-ABA8-9D4F5329F9F4}"/>
                </a:ext>
              </a:extLst>
            </p:cNvPr>
            <p:cNvSpPr/>
            <p:nvPr/>
          </p:nvSpPr>
          <p:spPr>
            <a:xfrm>
              <a:off x="11499317" y="12714275"/>
              <a:ext cx="353634" cy="243124"/>
            </a:xfrm>
            <a:custGeom>
              <a:avLst/>
              <a:gdLst/>
              <a:ahLst/>
              <a:cxnLst>
                <a:cxn ang="0">
                  <a:pos x="wd2" y="hd2"/>
                </a:cxn>
                <a:cxn ang="5400000">
                  <a:pos x="wd2" y="hd2"/>
                </a:cxn>
                <a:cxn ang="10800000">
                  <a:pos x="wd2" y="hd2"/>
                </a:cxn>
                <a:cxn ang="16200000">
                  <a:pos x="wd2" y="hd2"/>
                </a:cxn>
              </a:cxnLst>
              <a:rect l="0" t="0" r="r" b="b"/>
              <a:pathLst>
                <a:path w="21600" h="21600" extrusionOk="0">
                  <a:moveTo>
                    <a:pt x="14829" y="10800"/>
                  </a:moveTo>
                  <a:lnTo>
                    <a:pt x="14850" y="5891"/>
                  </a:lnTo>
                  <a:lnTo>
                    <a:pt x="18865" y="5891"/>
                  </a:lnTo>
                  <a:lnTo>
                    <a:pt x="20250" y="10800"/>
                  </a:lnTo>
                  <a:lnTo>
                    <a:pt x="14829" y="10800"/>
                  </a:lnTo>
                  <a:close/>
                  <a:moveTo>
                    <a:pt x="20250" y="5564"/>
                  </a:moveTo>
                  <a:cubicBezTo>
                    <a:pt x="19879" y="3856"/>
                    <a:pt x="18900" y="3919"/>
                    <a:pt x="18900" y="3919"/>
                  </a:cubicBezTo>
                  <a:lnTo>
                    <a:pt x="13495" y="3919"/>
                  </a:lnTo>
                  <a:lnTo>
                    <a:pt x="13495" y="18655"/>
                  </a:lnTo>
                  <a:lnTo>
                    <a:pt x="15525" y="18655"/>
                  </a:lnTo>
                  <a:cubicBezTo>
                    <a:pt x="15527" y="14736"/>
                    <a:pt x="16734" y="14727"/>
                    <a:pt x="18225" y="14728"/>
                  </a:cubicBezTo>
                  <a:cubicBezTo>
                    <a:pt x="19716" y="14728"/>
                    <a:pt x="20918" y="14757"/>
                    <a:pt x="20924" y="18655"/>
                  </a:cubicBezTo>
                  <a:lnTo>
                    <a:pt x="21600" y="18655"/>
                  </a:lnTo>
                  <a:lnTo>
                    <a:pt x="21600" y="10817"/>
                  </a:lnTo>
                  <a:cubicBezTo>
                    <a:pt x="21600" y="10817"/>
                    <a:pt x="20621" y="7272"/>
                    <a:pt x="20250" y="5564"/>
                  </a:cubicBezTo>
                  <a:close/>
                  <a:moveTo>
                    <a:pt x="12690" y="1964"/>
                  </a:moveTo>
                  <a:lnTo>
                    <a:pt x="12690" y="18655"/>
                  </a:lnTo>
                  <a:lnTo>
                    <a:pt x="6750" y="18655"/>
                  </a:lnTo>
                  <a:cubicBezTo>
                    <a:pt x="6750" y="14728"/>
                    <a:pt x="5541" y="14728"/>
                    <a:pt x="4050" y="14728"/>
                  </a:cubicBezTo>
                  <a:cubicBezTo>
                    <a:pt x="2559" y="14728"/>
                    <a:pt x="1350" y="14728"/>
                    <a:pt x="1350" y="18655"/>
                  </a:cubicBezTo>
                  <a:lnTo>
                    <a:pt x="0" y="18655"/>
                  </a:lnTo>
                  <a:lnTo>
                    <a:pt x="0" y="1964"/>
                  </a:lnTo>
                  <a:cubicBezTo>
                    <a:pt x="0" y="1421"/>
                    <a:pt x="151" y="931"/>
                    <a:pt x="395" y="575"/>
                  </a:cubicBezTo>
                  <a:cubicBezTo>
                    <a:pt x="640" y="220"/>
                    <a:pt x="977" y="0"/>
                    <a:pt x="1350" y="0"/>
                  </a:cubicBezTo>
                  <a:lnTo>
                    <a:pt x="11340" y="0"/>
                  </a:lnTo>
                  <a:cubicBezTo>
                    <a:pt x="11713" y="0"/>
                    <a:pt x="12050" y="220"/>
                    <a:pt x="12295" y="575"/>
                  </a:cubicBezTo>
                  <a:cubicBezTo>
                    <a:pt x="12539" y="931"/>
                    <a:pt x="12690" y="1421"/>
                    <a:pt x="12690" y="1964"/>
                  </a:cubicBezTo>
                  <a:close/>
                  <a:moveTo>
                    <a:pt x="4050" y="19636"/>
                  </a:moveTo>
                  <a:cubicBezTo>
                    <a:pt x="3677" y="19636"/>
                    <a:pt x="3375" y="19197"/>
                    <a:pt x="3375" y="18655"/>
                  </a:cubicBezTo>
                  <a:cubicBezTo>
                    <a:pt x="3375" y="18112"/>
                    <a:pt x="3677" y="17673"/>
                    <a:pt x="4050" y="17673"/>
                  </a:cubicBezTo>
                  <a:cubicBezTo>
                    <a:pt x="4423" y="17673"/>
                    <a:pt x="4725" y="18112"/>
                    <a:pt x="4725" y="18655"/>
                  </a:cubicBezTo>
                  <a:cubicBezTo>
                    <a:pt x="4725" y="19197"/>
                    <a:pt x="4423" y="19636"/>
                    <a:pt x="4050" y="19636"/>
                  </a:cubicBezTo>
                  <a:close/>
                  <a:moveTo>
                    <a:pt x="4050" y="15709"/>
                  </a:moveTo>
                  <a:cubicBezTo>
                    <a:pt x="2932" y="15709"/>
                    <a:pt x="2025" y="17028"/>
                    <a:pt x="2025" y="18655"/>
                  </a:cubicBezTo>
                  <a:cubicBezTo>
                    <a:pt x="2025" y="20281"/>
                    <a:pt x="2932" y="21600"/>
                    <a:pt x="4050" y="21600"/>
                  </a:cubicBezTo>
                  <a:cubicBezTo>
                    <a:pt x="5168" y="21600"/>
                    <a:pt x="6075" y="20281"/>
                    <a:pt x="6075" y="18655"/>
                  </a:cubicBezTo>
                  <a:cubicBezTo>
                    <a:pt x="6075" y="17028"/>
                    <a:pt x="5168" y="15709"/>
                    <a:pt x="4050" y="15709"/>
                  </a:cubicBezTo>
                  <a:close/>
                  <a:moveTo>
                    <a:pt x="18225" y="19636"/>
                  </a:moveTo>
                  <a:cubicBezTo>
                    <a:pt x="17852" y="19636"/>
                    <a:pt x="17550" y="19197"/>
                    <a:pt x="17550" y="18655"/>
                  </a:cubicBezTo>
                  <a:cubicBezTo>
                    <a:pt x="17550" y="18112"/>
                    <a:pt x="17852" y="17673"/>
                    <a:pt x="18225" y="17673"/>
                  </a:cubicBezTo>
                  <a:cubicBezTo>
                    <a:pt x="18598" y="17673"/>
                    <a:pt x="18900" y="18112"/>
                    <a:pt x="18900" y="18655"/>
                  </a:cubicBezTo>
                  <a:cubicBezTo>
                    <a:pt x="18900" y="19197"/>
                    <a:pt x="18598" y="19636"/>
                    <a:pt x="18225" y="19636"/>
                  </a:cubicBezTo>
                  <a:close/>
                  <a:moveTo>
                    <a:pt x="18225" y="15709"/>
                  </a:moveTo>
                  <a:cubicBezTo>
                    <a:pt x="17107" y="15709"/>
                    <a:pt x="16200" y="17028"/>
                    <a:pt x="16200" y="18655"/>
                  </a:cubicBezTo>
                  <a:cubicBezTo>
                    <a:pt x="16200" y="20281"/>
                    <a:pt x="17107" y="21600"/>
                    <a:pt x="18225" y="21600"/>
                  </a:cubicBezTo>
                  <a:cubicBezTo>
                    <a:pt x="19343" y="21600"/>
                    <a:pt x="20250" y="20281"/>
                    <a:pt x="20250" y="18655"/>
                  </a:cubicBezTo>
                  <a:cubicBezTo>
                    <a:pt x="20250" y="17028"/>
                    <a:pt x="19343" y="15709"/>
                    <a:pt x="18225" y="15709"/>
                  </a:cubicBezTo>
                  <a:close/>
                </a:path>
              </a:pathLst>
            </a:custGeom>
            <a:solidFill>
              <a:schemeClr val="bg1">
                <a:lumMod val="85000"/>
              </a:schemeClr>
            </a:solidFill>
            <a:ln w="12700" cap="flat">
              <a:noFill/>
              <a:miter lim="400000"/>
            </a:ln>
            <a:effectLst/>
          </p:spPr>
          <p:txBody>
            <a:bodyPr wrap="square" lIns="15073" tIns="15073" rIns="15073" bIns="15073" numCol="1" anchor="b">
              <a:noAutofit/>
            </a:bodyPr>
            <a:lstStyle/>
            <a:p>
              <a:endParaRPr sz="1424" dirty="0">
                <a:latin typeface="Lato Light" panose="020F0502020204030203" pitchFamily="34" charset="0"/>
              </a:endParaRPr>
            </a:p>
          </p:txBody>
        </p:sp>
        <p:sp>
          <p:nvSpPr>
            <p:cNvPr id="86" name="Shape 34253">
              <a:extLst>
                <a:ext uri="{FF2B5EF4-FFF2-40B4-BE49-F238E27FC236}">
                  <a16:creationId xmlns:a16="http://schemas.microsoft.com/office/drawing/2014/main" id="{A48F55E1-9CD4-4666-931D-DFEE4D6DD513}"/>
                </a:ext>
              </a:extLst>
            </p:cNvPr>
            <p:cNvSpPr/>
            <p:nvPr/>
          </p:nvSpPr>
          <p:spPr>
            <a:xfrm rot="1920000">
              <a:off x="12259440" y="12552699"/>
              <a:ext cx="459460" cy="127604"/>
            </a:xfrm>
            <a:custGeom>
              <a:avLst/>
              <a:gdLst/>
              <a:ahLst/>
              <a:cxnLst>
                <a:cxn ang="0">
                  <a:pos x="wd2" y="hd2"/>
                </a:cxn>
                <a:cxn ang="5400000">
                  <a:pos x="wd2" y="hd2"/>
                </a:cxn>
                <a:cxn ang="10800000">
                  <a:pos x="wd2" y="hd2"/>
                </a:cxn>
                <a:cxn ang="16200000">
                  <a:pos x="wd2" y="hd2"/>
                </a:cxn>
              </a:cxnLst>
              <a:rect l="0" t="0" r="r" b="b"/>
              <a:pathLst>
                <a:path w="21600" h="21600" extrusionOk="0">
                  <a:moveTo>
                    <a:pt x="21600" y="14936"/>
                  </a:moveTo>
                  <a:lnTo>
                    <a:pt x="17631" y="5428"/>
                  </a:lnTo>
                  <a:lnTo>
                    <a:pt x="17241" y="21600"/>
                  </a:lnTo>
                  <a:cubicBezTo>
                    <a:pt x="17241" y="21600"/>
                    <a:pt x="21600" y="14936"/>
                    <a:pt x="21600" y="14936"/>
                  </a:cubicBezTo>
                  <a:close/>
                  <a:moveTo>
                    <a:pt x="16506" y="21368"/>
                  </a:moveTo>
                  <a:lnTo>
                    <a:pt x="16896" y="5196"/>
                  </a:lnTo>
                  <a:lnTo>
                    <a:pt x="3794" y="1071"/>
                  </a:lnTo>
                  <a:lnTo>
                    <a:pt x="3401" y="17243"/>
                  </a:lnTo>
                  <a:cubicBezTo>
                    <a:pt x="3401" y="17243"/>
                    <a:pt x="16506" y="21368"/>
                    <a:pt x="16506" y="21368"/>
                  </a:cubicBezTo>
                  <a:close/>
                  <a:moveTo>
                    <a:pt x="2651" y="17004"/>
                  </a:moveTo>
                  <a:lnTo>
                    <a:pt x="3043" y="832"/>
                  </a:lnTo>
                  <a:lnTo>
                    <a:pt x="393" y="0"/>
                  </a:lnTo>
                  <a:lnTo>
                    <a:pt x="0" y="16172"/>
                  </a:lnTo>
                  <a:cubicBezTo>
                    <a:pt x="0" y="16172"/>
                    <a:pt x="2651" y="17004"/>
                    <a:pt x="2651" y="17004"/>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87" name="Shape 34254">
              <a:extLst>
                <a:ext uri="{FF2B5EF4-FFF2-40B4-BE49-F238E27FC236}">
                  <a16:creationId xmlns:a16="http://schemas.microsoft.com/office/drawing/2014/main" id="{9FF1B98D-EBFA-4074-9BEB-EC0303F621DF}"/>
                </a:ext>
              </a:extLst>
            </p:cNvPr>
            <p:cNvSpPr/>
            <p:nvPr/>
          </p:nvSpPr>
          <p:spPr>
            <a:xfrm>
              <a:off x="10340903" y="5125500"/>
              <a:ext cx="609452" cy="544702"/>
            </a:xfrm>
            <a:custGeom>
              <a:avLst/>
              <a:gdLst/>
              <a:ahLst/>
              <a:cxnLst>
                <a:cxn ang="0">
                  <a:pos x="wd2" y="hd2"/>
                </a:cxn>
                <a:cxn ang="5400000">
                  <a:pos x="wd2" y="hd2"/>
                </a:cxn>
                <a:cxn ang="10800000">
                  <a:pos x="wd2" y="hd2"/>
                </a:cxn>
                <a:cxn ang="16200000">
                  <a:pos x="wd2" y="hd2"/>
                </a:cxn>
              </a:cxnLst>
              <a:rect l="0" t="0" r="r" b="b"/>
              <a:pathLst>
                <a:path w="21600" h="21484" extrusionOk="0">
                  <a:moveTo>
                    <a:pt x="19415" y="16649"/>
                  </a:moveTo>
                  <a:cubicBezTo>
                    <a:pt x="20161" y="16995"/>
                    <a:pt x="20794" y="17015"/>
                    <a:pt x="20797" y="18016"/>
                  </a:cubicBezTo>
                  <a:lnTo>
                    <a:pt x="21600" y="21484"/>
                  </a:lnTo>
                  <a:lnTo>
                    <a:pt x="0" y="21484"/>
                  </a:lnTo>
                  <a:cubicBezTo>
                    <a:pt x="91" y="20771"/>
                    <a:pt x="349" y="19060"/>
                    <a:pt x="573" y="18136"/>
                  </a:cubicBezTo>
                  <a:cubicBezTo>
                    <a:pt x="679" y="17700"/>
                    <a:pt x="1212" y="16975"/>
                    <a:pt x="2036" y="16624"/>
                  </a:cubicBezTo>
                  <a:cubicBezTo>
                    <a:pt x="4050" y="15766"/>
                    <a:pt x="6877" y="14370"/>
                    <a:pt x="7251" y="13724"/>
                  </a:cubicBezTo>
                  <a:cubicBezTo>
                    <a:pt x="7484" y="13323"/>
                    <a:pt x="7579" y="13743"/>
                    <a:pt x="7681" y="13421"/>
                  </a:cubicBezTo>
                  <a:cubicBezTo>
                    <a:pt x="7916" y="12679"/>
                    <a:pt x="7968" y="11587"/>
                    <a:pt x="7968" y="11587"/>
                  </a:cubicBezTo>
                  <a:cubicBezTo>
                    <a:pt x="7848" y="11494"/>
                    <a:pt x="7572" y="10786"/>
                    <a:pt x="7434" y="10117"/>
                  </a:cubicBezTo>
                  <a:cubicBezTo>
                    <a:pt x="7387" y="9891"/>
                    <a:pt x="7082" y="9884"/>
                    <a:pt x="6846" y="8995"/>
                  </a:cubicBezTo>
                  <a:cubicBezTo>
                    <a:pt x="6653" y="8263"/>
                    <a:pt x="6425" y="7272"/>
                    <a:pt x="6518" y="6932"/>
                  </a:cubicBezTo>
                  <a:cubicBezTo>
                    <a:pt x="6566" y="6758"/>
                    <a:pt x="6695" y="6822"/>
                    <a:pt x="6716" y="6831"/>
                  </a:cubicBezTo>
                  <a:cubicBezTo>
                    <a:pt x="6697" y="6706"/>
                    <a:pt x="6673" y="6705"/>
                    <a:pt x="6649" y="6531"/>
                  </a:cubicBezTo>
                  <a:cubicBezTo>
                    <a:pt x="6603" y="6199"/>
                    <a:pt x="6428" y="5653"/>
                    <a:pt x="6414" y="5330"/>
                  </a:cubicBezTo>
                  <a:cubicBezTo>
                    <a:pt x="6302" y="2941"/>
                    <a:pt x="6814" y="1517"/>
                    <a:pt x="7802" y="834"/>
                  </a:cubicBezTo>
                  <a:cubicBezTo>
                    <a:pt x="8064" y="653"/>
                    <a:pt x="9136" y="145"/>
                    <a:pt x="9462" y="64"/>
                  </a:cubicBezTo>
                  <a:cubicBezTo>
                    <a:pt x="10187" y="-116"/>
                    <a:pt x="11659" y="109"/>
                    <a:pt x="12338" y="443"/>
                  </a:cubicBezTo>
                  <a:cubicBezTo>
                    <a:pt x="14203" y="1346"/>
                    <a:pt x="14766" y="2285"/>
                    <a:pt x="14624" y="5330"/>
                  </a:cubicBezTo>
                  <a:cubicBezTo>
                    <a:pt x="14599" y="5877"/>
                    <a:pt x="14486" y="6618"/>
                    <a:pt x="14433" y="6945"/>
                  </a:cubicBezTo>
                  <a:cubicBezTo>
                    <a:pt x="14521" y="6860"/>
                    <a:pt x="14606" y="6807"/>
                    <a:pt x="14679" y="6813"/>
                  </a:cubicBezTo>
                  <a:cubicBezTo>
                    <a:pt x="14982" y="6833"/>
                    <a:pt x="14696" y="8105"/>
                    <a:pt x="14460" y="8995"/>
                  </a:cubicBezTo>
                  <a:cubicBezTo>
                    <a:pt x="14225" y="9884"/>
                    <a:pt x="13904" y="9888"/>
                    <a:pt x="13872" y="10117"/>
                  </a:cubicBezTo>
                  <a:cubicBezTo>
                    <a:pt x="13761" y="10901"/>
                    <a:pt x="13490" y="11361"/>
                    <a:pt x="13347" y="11576"/>
                  </a:cubicBezTo>
                  <a:cubicBezTo>
                    <a:pt x="13347" y="11576"/>
                    <a:pt x="13436" y="12775"/>
                    <a:pt x="13704" y="13449"/>
                  </a:cubicBezTo>
                  <a:cubicBezTo>
                    <a:pt x="13812" y="13730"/>
                    <a:pt x="13931" y="13430"/>
                    <a:pt x="14102" y="13742"/>
                  </a:cubicBezTo>
                  <a:cubicBezTo>
                    <a:pt x="14018" y="13588"/>
                    <a:pt x="14272" y="14339"/>
                    <a:pt x="15405" y="14858"/>
                  </a:cubicBezTo>
                  <a:cubicBezTo>
                    <a:pt x="17512" y="15825"/>
                    <a:pt x="18500" y="16226"/>
                    <a:pt x="19415" y="16649"/>
                  </a:cubicBezTo>
                  <a:close/>
                </a:path>
              </a:pathLst>
            </a:custGeom>
            <a:solidFill>
              <a:srgbClr val="00B0F0"/>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88" name="Shape 34255">
              <a:extLst>
                <a:ext uri="{FF2B5EF4-FFF2-40B4-BE49-F238E27FC236}">
                  <a16:creationId xmlns:a16="http://schemas.microsoft.com/office/drawing/2014/main" id="{D773A29D-861D-43FE-8FE4-BBB5F5905674}"/>
                </a:ext>
              </a:extLst>
            </p:cNvPr>
            <p:cNvSpPr/>
            <p:nvPr/>
          </p:nvSpPr>
          <p:spPr>
            <a:xfrm>
              <a:off x="9854702" y="4803941"/>
              <a:ext cx="502982" cy="459644"/>
            </a:xfrm>
            <a:custGeom>
              <a:avLst/>
              <a:gdLst/>
              <a:ahLst/>
              <a:cxnLst>
                <a:cxn ang="0">
                  <a:pos x="wd2" y="hd2"/>
                </a:cxn>
                <a:cxn ang="5400000">
                  <a:pos x="wd2" y="hd2"/>
                </a:cxn>
                <a:cxn ang="10800000">
                  <a:pos x="wd2" y="hd2"/>
                </a:cxn>
                <a:cxn ang="16200000">
                  <a:pos x="wd2" y="hd2"/>
                </a:cxn>
              </a:cxnLst>
              <a:rect l="0" t="0" r="r" b="b"/>
              <a:pathLst>
                <a:path w="20409" h="20716" extrusionOk="0">
                  <a:moveTo>
                    <a:pt x="19071" y="18146"/>
                  </a:moveTo>
                  <a:cubicBezTo>
                    <a:pt x="20183" y="16314"/>
                    <a:pt x="19749" y="13820"/>
                    <a:pt x="18102" y="12586"/>
                  </a:cubicBezTo>
                  <a:cubicBezTo>
                    <a:pt x="17662" y="12256"/>
                    <a:pt x="17178" y="12053"/>
                    <a:pt x="16685" y="11962"/>
                  </a:cubicBezTo>
                  <a:lnTo>
                    <a:pt x="16672" y="15889"/>
                  </a:lnTo>
                  <a:cubicBezTo>
                    <a:pt x="16671" y="16166"/>
                    <a:pt x="16469" y="16390"/>
                    <a:pt x="16220" y="16389"/>
                  </a:cubicBezTo>
                  <a:cubicBezTo>
                    <a:pt x="15971" y="16388"/>
                    <a:pt x="15770" y="16164"/>
                    <a:pt x="15771" y="15887"/>
                  </a:cubicBezTo>
                  <a:lnTo>
                    <a:pt x="15784" y="11921"/>
                  </a:lnTo>
                  <a:cubicBezTo>
                    <a:pt x="14735" y="12022"/>
                    <a:pt x="13732" y="12627"/>
                    <a:pt x="13098" y="13672"/>
                  </a:cubicBezTo>
                  <a:cubicBezTo>
                    <a:pt x="11985" y="15504"/>
                    <a:pt x="12420" y="17998"/>
                    <a:pt x="14067" y="19232"/>
                  </a:cubicBezTo>
                  <a:cubicBezTo>
                    <a:pt x="15713" y="20465"/>
                    <a:pt x="17958" y="19979"/>
                    <a:pt x="19071" y="18146"/>
                  </a:cubicBezTo>
                  <a:close/>
                  <a:moveTo>
                    <a:pt x="16740" y="7857"/>
                  </a:moveTo>
                  <a:lnTo>
                    <a:pt x="15291" y="6772"/>
                  </a:lnTo>
                  <a:cubicBezTo>
                    <a:pt x="15127" y="6649"/>
                    <a:pt x="15015" y="6369"/>
                    <a:pt x="15043" y="6151"/>
                  </a:cubicBezTo>
                  <a:lnTo>
                    <a:pt x="15275" y="4322"/>
                  </a:lnTo>
                  <a:lnTo>
                    <a:pt x="11975" y="5321"/>
                  </a:lnTo>
                  <a:cubicBezTo>
                    <a:pt x="11975" y="5321"/>
                    <a:pt x="12203" y="5706"/>
                    <a:pt x="12483" y="6179"/>
                  </a:cubicBezTo>
                  <a:lnTo>
                    <a:pt x="16109" y="8895"/>
                  </a:lnTo>
                  <a:cubicBezTo>
                    <a:pt x="16109" y="8895"/>
                    <a:pt x="16740" y="7857"/>
                    <a:pt x="16740" y="7857"/>
                  </a:cubicBezTo>
                  <a:close/>
                  <a:moveTo>
                    <a:pt x="15093" y="9342"/>
                  </a:moveTo>
                  <a:lnTo>
                    <a:pt x="13604" y="8227"/>
                  </a:lnTo>
                  <a:cubicBezTo>
                    <a:pt x="13647" y="8494"/>
                    <a:pt x="13599" y="8776"/>
                    <a:pt x="13458" y="9008"/>
                  </a:cubicBezTo>
                  <a:lnTo>
                    <a:pt x="13459" y="9008"/>
                  </a:lnTo>
                  <a:cubicBezTo>
                    <a:pt x="13459" y="9008"/>
                    <a:pt x="13042" y="9692"/>
                    <a:pt x="12523" y="10542"/>
                  </a:cubicBezTo>
                  <a:cubicBezTo>
                    <a:pt x="12523" y="10542"/>
                    <a:pt x="15093" y="9342"/>
                    <a:pt x="15093" y="9342"/>
                  </a:cubicBezTo>
                  <a:close/>
                  <a:moveTo>
                    <a:pt x="11619" y="8259"/>
                  </a:moveTo>
                  <a:cubicBezTo>
                    <a:pt x="11619" y="8259"/>
                    <a:pt x="10321" y="6315"/>
                    <a:pt x="9704" y="5383"/>
                  </a:cubicBezTo>
                  <a:lnTo>
                    <a:pt x="8507" y="5869"/>
                  </a:lnTo>
                  <a:cubicBezTo>
                    <a:pt x="8769" y="6978"/>
                    <a:pt x="8675" y="8186"/>
                    <a:pt x="8184" y="9262"/>
                  </a:cubicBezTo>
                  <a:lnTo>
                    <a:pt x="10126" y="10718"/>
                  </a:lnTo>
                  <a:cubicBezTo>
                    <a:pt x="10126" y="10718"/>
                    <a:pt x="11619" y="8259"/>
                    <a:pt x="11619" y="8259"/>
                  </a:cubicBezTo>
                  <a:close/>
                  <a:moveTo>
                    <a:pt x="7096" y="9656"/>
                  </a:moveTo>
                  <a:lnTo>
                    <a:pt x="4125" y="7430"/>
                  </a:lnTo>
                  <a:cubicBezTo>
                    <a:pt x="3919" y="7275"/>
                    <a:pt x="3865" y="6964"/>
                    <a:pt x="4004" y="6735"/>
                  </a:cubicBezTo>
                  <a:cubicBezTo>
                    <a:pt x="4067" y="6631"/>
                    <a:pt x="4159" y="6564"/>
                    <a:pt x="4260" y="6533"/>
                  </a:cubicBezTo>
                  <a:lnTo>
                    <a:pt x="4259" y="6531"/>
                  </a:lnTo>
                  <a:lnTo>
                    <a:pt x="7505" y="5212"/>
                  </a:lnTo>
                  <a:cubicBezTo>
                    <a:pt x="7238" y="4652"/>
                    <a:pt x="6848" y="4155"/>
                    <a:pt x="6343" y="3777"/>
                  </a:cubicBezTo>
                  <a:cubicBezTo>
                    <a:pt x="4697" y="2543"/>
                    <a:pt x="2452" y="3030"/>
                    <a:pt x="1339" y="4862"/>
                  </a:cubicBezTo>
                  <a:cubicBezTo>
                    <a:pt x="227" y="6694"/>
                    <a:pt x="661" y="9188"/>
                    <a:pt x="2308" y="10422"/>
                  </a:cubicBezTo>
                  <a:cubicBezTo>
                    <a:pt x="3854" y="11580"/>
                    <a:pt x="5928" y="11221"/>
                    <a:pt x="7096" y="9656"/>
                  </a:cubicBezTo>
                  <a:close/>
                  <a:moveTo>
                    <a:pt x="5362" y="7148"/>
                  </a:moveTo>
                  <a:lnTo>
                    <a:pt x="7578" y="8808"/>
                  </a:lnTo>
                  <a:cubicBezTo>
                    <a:pt x="7940" y="7960"/>
                    <a:pt x="8013" y="7021"/>
                    <a:pt x="7822" y="6148"/>
                  </a:cubicBezTo>
                  <a:cubicBezTo>
                    <a:pt x="7822" y="6148"/>
                    <a:pt x="5362" y="7148"/>
                    <a:pt x="5362" y="7148"/>
                  </a:cubicBezTo>
                  <a:close/>
                  <a:moveTo>
                    <a:pt x="19668" y="18594"/>
                  </a:moveTo>
                  <a:cubicBezTo>
                    <a:pt x="18331" y="20796"/>
                    <a:pt x="15642" y="21379"/>
                    <a:pt x="13663" y="19896"/>
                  </a:cubicBezTo>
                  <a:cubicBezTo>
                    <a:pt x="11684" y="18413"/>
                    <a:pt x="11164" y="15426"/>
                    <a:pt x="12501" y="13224"/>
                  </a:cubicBezTo>
                  <a:cubicBezTo>
                    <a:pt x="13276" y="11948"/>
                    <a:pt x="14505" y="11216"/>
                    <a:pt x="15787" y="11115"/>
                  </a:cubicBezTo>
                  <a:lnTo>
                    <a:pt x="15791" y="10101"/>
                  </a:lnTo>
                  <a:lnTo>
                    <a:pt x="11595" y="12059"/>
                  </a:lnTo>
                  <a:cubicBezTo>
                    <a:pt x="11028" y="12983"/>
                    <a:pt x="10547" y="13764"/>
                    <a:pt x="10524" y="13787"/>
                  </a:cubicBezTo>
                  <a:cubicBezTo>
                    <a:pt x="10135" y="14180"/>
                    <a:pt x="9533" y="14149"/>
                    <a:pt x="9180" y="13717"/>
                  </a:cubicBezTo>
                  <a:cubicBezTo>
                    <a:pt x="8879" y="13349"/>
                    <a:pt x="8857" y="12810"/>
                    <a:pt x="9097" y="12415"/>
                  </a:cubicBezTo>
                  <a:lnTo>
                    <a:pt x="9096" y="12414"/>
                  </a:lnTo>
                  <a:lnTo>
                    <a:pt x="9622" y="11548"/>
                  </a:lnTo>
                  <a:lnTo>
                    <a:pt x="7695" y="10105"/>
                  </a:lnTo>
                  <a:cubicBezTo>
                    <a:pt x="6301" y="12039"/>
                    <a:pt x="3783" y="12494"/>
                    <a:pt x="1904" y="11086"/>
                  </a:cubicBezTo>
                  <a:cubicBezTo>
                    <a:pt x="-75" y="9603"/>
                    <a:pt x="-595" y="6616"/>
                    <a:pt x="742" y="4414"/>
                  </a:cubicBezTo>
                  <a:cubicBezTo>
                    <a:pt x="2079" y="2212"/>
                    <a:pt x="4768" y="1629"/>
                    <a:pt x="6747" y="3112"/>
                  </a:cubicBezTo>
                  <a:cubicBezTo>
                    <a:pt x="7383" y="3589"/>
                    <a:pt x="7868" y="4222"/>
                    <a:pt x="8189" y="4933"/>
                  </a:cubicBezTo>
                  <a:lnTo>
                    <a:pt x="9242" y="4506"/>
                  </a:lnTo>
                  <a:cubicBezTo>
                    <a:pt x="9107" y="3945"/>
                    <a:pt x="9252" y="3323"/>
                    <a:pt x="9665" y="2905"/>
                  </a:cubicBezTo>
                  <a:cubicBezTo>
                    <a:pt x="9859" y="2709"/>
                    <a:pt x="10089" y="2584"/>
                    <a:pt x="10328" y="2526"/>
                  </a:cubicBezTo>
                  <a:lnTo>
                    <a:pt x="10328" y="2525"/>
                  </a:lnTo>
                  <a:lnTo>
                    <a:pt x="15055" y="1211"/>
                  </a:lnTo>
                  <a:lnTo>
                    <a:pt x="15055" y="1211"/>
                  </a:lnTo>
                  <a:cubicBezTo>
                    <a:pt x="15587" y="1000"/>
                    <a:pt x="16204" y="1148"/>
                    <a:pt x="16607" y="1641"/>
                  </a:cubicBezTo>
                  <a:cubicBezTo>
                    <a:pt x="16925" y="2031"/>
                    <a:pt x="17037" y="2548"/>
                    <a:pt x="16952" y="3028"/>
                  </a:cubicBezTo>
                  <a:lnTo>
                    <a:pt x="16953" y="3029"/>
                  </a:lnTo>
                  <a:lnTo>
                    <a:pt x="16496" y="5740"/>
                  </a:lnTo>
                  <a:lnTo>
                    <a:pt x="18231" y="7041"/>
                  </a:lnTo>
                  <a:cubicBezTo>
                    <a:pt x="18561" y="7288"/>
                    <a:pt x="18648" y="7786"/>
                    <a:pt x="18425" y="8153"/>
                  </a:cubicBezTo>
                  <a:cubicBezTo>
                    <a:pt x="18217" y="8496"/>
                    <a:pt x="17812" y="8599"/>
                    <a:pt x="17491" y="8409"/>
                  </a:cubicBezTo>
                  <a:lnTo>
                    <a:pt x="16693" y="9723"/>
                  </a:lnTo>
                  <a:lnTo>
                    <a:pt x="16688" y="11148"/>
                  </a:lnTo>
                  <a:cubicBezTo>
                    <a:pt x="17320" y="11245"/>
                    <a:pt x="17941" y="11499"/>
                    <a:pt x="18505" y="11922"/>
                  </a:cubicBezTo>
                  <a:cubicBezTo>
                    <a:pt x="20485" y="13405"/>
                    <a:pt x="21005" y="16392"/>
                    <a:pt x="19668" y="18594"/>
                  </a:cubicBezTo>
                  <a:close/>
                  <a:moveTo>
                    <a:pt x="17732" y="707"/>
                  </a:moveTo>
                  <a:cubicBezTo>
                    <a:pt x="18178" y="-27"/>
                    <a:pt x="19074" y="-221"/>
                    <a:pt x="19734" y="273"/>
                  </a:cubicBezTo>
                  <a:cubicBezTo>
                    <a:pt x="20394" y="767"/>
                    <a:pt x="20567" y="1763"/>
                    <a:pt x="20121" y="2497"/>
                  </a:cubicBezTo>
                  <a:cubicBezTo>
                    <a:pt x="19676" y="3231"/>
                    <a:pt x="18780" y="3426"/>
                    <a:pt x="18120" y="2931"/>
                  </a:cubicBezTo>
                  <a:cubicBezTo>
                    <a:pt x="17460" y="2437"/>
                    <a:pt x="17287" y="1441"/>
                    <a:pt x="17732" y="7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89" name="Shape 34256">
              <a:extLst>
                <a:ext uri="{FF2B5EF4-FFF2-40B4-BE49-F238E27FC236}">
                  <a16:creationId xmlns:a16="http://schemas.microsoft.com/office/drawing/2014/main" id="{D76959AE-132F-4981-BD16-EE589C36875C}"/>
                </a:ext>
              </a:extLst>
            </p:cNvPr>
            <p:cNvSpPr/>
            <p:nvPr/>
          </p:nvSpPr>
          <p:spPr>
            <a:xfrm>
              <a:off x="10882778" y="5040627"/>
              <a:ext cx="347554" cy="302336"/>
            </a:xfrm>
            <a:custGeom>
              <a:avLst/>
              <a:gdLst/>
              <a:ahLst/>
              <a:cxnLst>
                <a:cxn ang="0">
                  <a:pos x="wd2" y="hd2"/>
                </a:cxn>
                <a:cxn ang="5400000">
                  <a:pos x="wd2" y="hd2"/>
                </a:cxn>
                <a:cxn ang="10800000">
                  <a:pos x="wd2" y="hd2"/>
                </a:cxn>
                <a:cxn ang="16200000">
                  <a:pos x="wd2" y="hd2"/>
                </a:cxn>
              </a:cxnLst>
              <a:rect l="0" t="0" r="r" b="b"/>
              <a:pathLst>
                <a:path w="21557" h="21600" extrusionOk="0">
                  <a:moveTo>
                    <a:pt x="0" y="307"/>
                  </a:moveTo>
                  <a:lnTo>
                    <a:pt x="120" y="8229"/>
                  </a:lnTo>
                  <a:cubicBezTo>
                    <a:pt x="120" y="8229"/>
                    <a:pt x="1074" y="9367"/>
                    <a:pt x="2052" y="8590"/>
                  </a:cubicBezTo>
                  <a:cubicBezTo>
                    <a:pt x="3133" y="7728"/>
                    <a:pt x="5865" y="7659"/>
                    <a:pt x="5855" y="10716"/>
                  </a:cubicBezTo>
                  <a:cubicBezTo>
                    <a:pt x="5845" y="13772"/>
                    <a:pt x="3624" y="13944"/>
                    <a:pt x="2389" y="13251"/>
                  </a:cubicBezTo>
                  <a:cubicBezTo>
                    <a:pt x="1272" y="12623"/>
                    <a:pt x="199" y="13432"/>
                    <a:pt x="199" y="13432"/>
                  </a:cubicBezTo>
                  <a:lnTo>
                    <a:pt x="323" y="21600"/>
                  </a:lnTo>
                  <a:lnTo>
                    <a:pt x="6451" y="21477"/>
                  </a:lnTo>
                  <a:cubicBezTo>
                    <a:pt x="6451" y="21477"/>
                    <a:pt x="6986" y="20514"/>
                    <a:pt x="6421" y="19495"/>
                  </a:cubicBezTo>
                  <a:cubicBezTo>
                    <a:pt x="5733" y="18260"/>
                    <a:pt x="5615" y="15424"/>
                    <a:pt x="8509" y="15365"/>
                  </a:cubicBezTo>
                  <a:cubicBezTo>
                    <a:pt x="11403" y="15307"/>
                    <a:pt x="11419" y="18067"/>
                    <a:pt x="10615" y="19535"/>
                  </a:cubicBezTo>
                  <a:cubicBezTo>
                    <a:pt x="10013" y="20636"/>
                    <a:pt x="10643" y="21392"/>
                    <a:pt x="10643" y="21392"/>
                  </a:cubicBezTo>
                  <a:lnTo>
                    <a:pt x="15804" y="21289"/>
                  </a:lnTo>
                  <a:cubicBezTo>
                    <a:pt x="15804" y="21289"/>
                    <a:pt x="15557" y="15444"/>
                    <a:pt x="15758" y="13903"/>
                  </a:cubicBezTo>
                  <a:cubicBezTo>
                    <a:pt x="15974" y="12251"/>
                    <a:pt x="17639" y="13349"/>
                    <a:pt x="17948" y="13520"/>
                  </a:cubicBezTo>
                  <a:cubicBezTo>
                    <a:pt x="19729" y="14509"/>
                    <a:pt x="21600" y="13423"/>
                    <a:pt x="21556" y="10521"/>
                  </a:cubicBezTo>
                  <a:cubicBezTo>
                    <a:pt x="21512" y="7619"/>
                    <a:pt x="18822" y="6942"/>
                    <a:pt x="17537" y="8101"/>
                  </a:cubicBezTo>
                  <a:cubicBezTo>
                    <a:pt x="16582" y="8962"/>
                    <a:pt x="15790" y="9114"/>
                    <a:pt x="15630" y="8309"/>
                  </a:cubicBezTo>
                  <a:cubicBezTo>
                    <a:pt x="15257" y="6427"/>
                    <a:pt x="15266" y="0"/>
                    <a:pt x="15266" y="0"/>
                  </a:cubicBezTo>
                  <a:lnTo>
                    <a:pt x="10428" y="97"/>
                  </a:lnTo>
                  <a:cubicBezTo>
                    <a:pt x="10428" y="97"/>
                    <a:pt x="9511" y="1388"/>
                    <a:pt x="10249" y="2454"/>
                  </a:cubicBezTo>
                  <a:cubicBezTo>
                    <a:pt x="11360" y="4059"/>
                    <a:pt x="10780" y="6532"/>
                    <a:pt x="8483" y="6578"/>
                  </a:cubicBezTo>
                  <a:cubicBezTo>
                    <a:pt x="6187" y="6624"/>
                    <a:pt x="5468" y="4417"/>
                    <a:pt x="6490" y="2673"/>
                  </a:cubicBezTo>
                  <a:cubicBezTo>
                    <a:pt x="7062" y="1695"/>
                    <a:pt x="6320" y="191"/>
                    <a:pt x="6320" y="191"/>
                  </a:cubicBezTo>
                  <a:cubicBezTo>
                    <a:pt x="6320" y="191"/>
                    <a:pt x="0" y="307"/>
                    <a:pt x="0" y="3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90" name="Shape 34257">
              <a:extLst>
                <a:ext uri="{FF2B5EF4-FFF2-40B4-BE49-F238E27FC236}">
                  <a16:creationId xmlns:a16="http://schemas.microsoft.com/office/drawing/2014/main" id="{1914A737-B8BC-436C-9A54-50BADCB330BF}"/>
                </a:ext>
              </a:extLst>
            </p:cNvPr>
            <p:cNvSpPr/>
            <p:nvPr/>
          </p:nvSpPr>
          <p:spPr>
            <a:xfrm>
              <a:off x="10466323" y="4715507"/>
              <a:ext cx="342888" cy="302336"/>
            </a:xfrm>
            <a:custGeom>
              <a:avLst/>
              <a:gdLst/>
              <a:ahLst/>
              <a:cxnLst>
                <a:cxn ang="0">
                  <a:pos x="wd2" y="hd2"/>
                </a:cxn>
                <a:cxn ang="5400000">
                  <a:pos x="wd2" y="hd2"/>
                </a:cxn>
                <a:cxn ang="10800000">
                  <a:pos x="wd2" y="hd2"/>
                </a:cxn>
                <a:cxn ang="16200000">
                  <a:pos x="wd2" y="hd2"/>
                </a:cxn>
              </a:cxnLst>
              <a:rect l="0" t="0" r="r" b="b"/>
              <a:pathLst>
                <a:path w="21465" h="21448" extrusionOk="0">
                  <a:moveTo>
                    <a:pt x="1162" y="1839"/>
                  </a:moveTo>
                  <a:cubicBezTo>
                    <a:pt x="454" y="1924"/>
                    <a:pt x="-67" y="2640"/>
                    <a:pt x="7" y="3442"/>
                  </a:cubicBezTo>
                  <a:lnTo>
                    <a:pt x="1557" y="20144"/>
                  </a:lnTo>
                  <a:cubicBezTo>
                    <a:pt x="1631" y="20947"/>
                    <a:pt x="2272" y="21524"/>
                    <a:pt x="2980" y="21440"/>
                  </a:cubicBezTo>
                  <a:lnTo>
                    <a:pt x="19632" y="19456"/>
                  </a:lnTo>
                  <a:cubicBezTo>
                    <a:pt x="20339" y="19372"/>
                    <a:pt x="20850" y="18657"/>
                    <a:pt x="20776" y="17855"/>
                  </a:cubicBezTo>
                  <a:lnTo>
                    <a:pt x="20372" y="13497"/>
                  </a:lnTo>
                  <a:lnTo>
                    <a:pt x="15892" y="14031"/>
                  </a:lnTo>
                  <a:cubicBezTo>
                    <a:pt x="15184" y="14115"/>
                    <a:pt x="14553" y="13536"/>
                    <a:pt x="14479" y="12734"/>
                  </a:cubicBezTo>
                  <a:lnTo>
                    <a:pt x="14209" y="9825"/>
                  </a:lnTo>
                  <a:cubicBezTo>
                    <a:pt x="14135" y="9023"/>
                    <a:pt x="14646" y="8308"/>
                    <a:pt x="15353" y="8224"/>
                  </a:cubicBezTo>
                  <a:lnTo>
                    <a:pt x="19833" y="7690"/>
                  </a:lnTo>
                  <a:lnTo>
                    <a:pt x="19497" y="4062"/>
                  </a:lnTo>
                  <a:cubicBezTo>
                    <a:pt x="19422" y="3260"/>
                    <a:pt x="18790" y="2669"/>
                    <a:pt x="18083" y="2754"/>
                  </a:cubicBezTo>
                  <a:lnTo>
                    <a:pt x="17948" y="1305"/>
                  </a:lnTo>
                  <a:cubicBezTo>
                    <a:pt x="17874" y="503"/>
                    <a:pt x="17243" y="-76"/>
                    <a:pt x="16535" y="8"/>
                  </a:cubicBezTo>
                  <a:lnTo>
                    <a:pt x="1162" y="1839"/>
                  </a:lnTo>
                  <a:close/>
                  <a:moveTo>
                    <a:pt x="1930" y="3213"/>
                  </a:moveTo>
                  <a:lnTo>
                    <a:pt x="15381" y="1611"/>
                  </a:lnTo>
                  <a:cubicBezTo>
                    <a:pt x="15381" y="1611"/>
                    <a:pt x="16670" y="1454"/>
                    <a:pt x="16804" y="2906"/>
                  </a:cubicBezTo>
                  <a:lnTo>
                    <a:pt x="2065" y="4661"/>
                  </a:lnTo>
                  <a:cubicBezTo>
                    <a:pt x="1711" y="4704"/>
                    <a:pt x="1401" y="4420"/>
                    <a:pt x="1364" y="4018"/>
                  </a:cubicBezTo>
                  <a:cubicBezTo>
                    <a:pt x="1327" y="3618"/>
                    <a:pt x="1577" y="3255"/>
                    <a:pt x="1930" y="3213"/>
                  </a:cubicBezTo>
                  <a:close/>
                  <a:moveTo>
                    <a:pt x="16055" y="8878"/>
                  </a:moveTo>
                  <a:cubicBezTo>
                    <a:pt x="15347" y="8963"/>
                    <a:pt x="14836" y="9677"/>
                    <a:pt x="14911" y="10479"/>
                  </a:cubicBezTo>
                  <a:lnTo>
                    <a:pt x="15045" y="11928"/>
                  </a:lnTo>
                  <a:cubicBezTo>
                    <a:pt x="15120" y="12730"/>
                    <a:pt x="15751" y="13309"/>
                    <a:pt x="16458" y="13225"/>
                  </a:cubicBezTo>
                  <a:lnTo>
                    <a:pt x="20304" y="12767"/>
                  </a:lnTo>
                  <a:cubicBezTo>
                    <a:pt x="21012" y="12682"/>
                    <a:pt x="21533" y="11966"/>
                    <a:pt x="21459" y="11164"/>
                  </a:cubicBezTo>
                  <a:lnTo>
                    <a:pt x="21324" y="9716"/>
                  </a:lnTo>
                  <a:cubicBezTo>
                    <a:pt x="21250" y="8913"/>
                    <a:pt x="20608" y="8336"/>
                    <a:pt x="19901" y="8420"/>
                  </a:cubicBezTo>
                  <a:lnTo>
                    <a:pt x="16055" y="8878"/>
                  </a:lnTo>
                  <a:close/>
                  <a:moveTo>
                    <a:pt x="16834" y="10250"/>
                  </a:moveTo>
                  <a:cubicBezTo>
                    <a:pt x="17188" y="10208"/>
                    <a:pt x="17508" y="10491"/>
                    <a:pt x="17545" y="10892"/>
                  </a:cubicBezTo>
                  <a:cubicBezTo>
                    <a:pt x="17582" y="11293"/>
                    <a:pt x="17322" y="11657"/>
                    <a:pt x="16968" y="11699"/>
                  </a:cubicBezTo>
                  <a:cubicBezTo>
                    <a:pt x="16614" y="11741"/>
                    <a:pt x="16293" y="11447"/>
                    <a:pt x="16256" y="11046"/>
                  </a:cubicBezTo>
                  <a:cubicBezTo>
                    <a:pt x="16219" y="10644"/>
                    <a:pt x="16480" y="10293"/>
                    <a:pt x="16834" y="1025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91" name="Shape 34258">
              <a:extLst>
                <a:ext uri="{FF2B5EF4-FFF2-40B4-BE49-F238E27FC236}">
                  <a16:creationId xmlns:a16="http://schemas.microsoft.com/office/drawing/2014/main" id="{15904CCB-F416-4933-9199-2F070BEA3087}"/>
                </a:ext>
              </a:extLst>
            </p:cNvPr>
            <p:cNvSpPr/>
            <p:nvPr/>
          </p:nvSpPr>
          <p:spPr>
            <a:xfrm>
              <a:off x="13456598" y="7929263"/>
              <a:ext cx="368866" cy="329674"/>
            </a:xfrm>
            <a:custGeom>
              <a:avLst/>
              <a:gdLst/>
              <a:ahLst/>
              <a:cxnLst>
                <a:cxn ang="0">
                  <a:pos x="wd2" y="hd2"/>
                </a:cxn>
                <a:cxn ang="5400000">
                  <a:pos x="wd2" y="hd2"/>
                </a:cxn>
                <a:cxn ang="10800000">
                  <a:pos x="wd2" y="hd2"/>
                </a:cxn>
                <a:cxn ang="16200000">
                  <a:pos x="wd2" y="hd2"/>
                </a:cxn>
              </a:cxnLst>
              <a:rect l="0" t="0" r="r" b="b"/>
              <a:pathLst>
                <a:path w="21600" h="21484" extrusionOk="0">
                  <a:moveTo>
                    <a:pt x="19415" y="16649"/>
                  </a:moveTo>
                  <a:cubicBezTo>
                    <a:pt x="20161" y="16995"/>
                    <a:pt x="20794" y="17015"/>
                    <a:pt x="20797" y="18016"/>
                  </a:cubicBezTo>
                  <a:lnTo>
                    <a:pt x="21600" y="21484"/>
                  </a:lnTo>
                  <a:lnTo>
                    <a:pt x="0" y="21484"/>
                  </a:lnTo>
                  <a:cubicBezTo>
                    <a:pt x="91" y="20771"/>
                    <a:pt x="349" y="19060"/>
                    <a:pt x="573" y="18136"/>
                  </a:cubicBezTo>
                  <a:cubicBezTo>
                    <a:pt x="679" y="17700"/>
                    <a:pt x="1212" y="16975"/>
                    <a:pt x="2036" y="16624"/>
                  </a:cubicBezTo>
                  <a:cubicBezTo>
                    <a:pt x="4050" y="15766"/>
                    <a:pt x="6877" y="14370"/>
                    <a:pt x="7251" y="13724"/>
                  </a:cubicBezTo>
                  <a:cubicBezTo>
                    <a:pt x="7484" y="13323"/>
                    <a:pt x="7579" y="13743"/>
                    <a:pt x="7681" y="13421"/>
                  </a:cubicBezTo>
                  <a:cubicBezTo>
                    <a:pt x="7916" y="12679"/>
                    <a:pt x="7968" y="11587"/>
                    <a:pt x="7968" y="11587"/>
                  </a:cubicBezTo>
                  <a:cubicBezTo>
                    <a:pt x="7848" y="11494"/>
                    <a:pt x="7572" y="10786"/>
                    <a:pt x="7434" y="10117"/>
                  </a:cubicBezTo>
                  <a:cubicBezTo>
                    <a:pt x="7387" y="9891"/>
                    <a:pt x="7082" y="9884"/>
                    <a:pt x="6846" y="8995"/>
                  </a:cubicBezTo>
                  <a:cubicBezTo>
                    <a:pt x="6653" y="8263"/>
                    <a:pt x="6425" y="7272"/>
                    <a:pt x="6518" y="6932"/>
                  </a:cubicBezTo>
                  <a:cubicBezTo>
                    <a:pt x="6566" y="6758"/>
                    <a:pt x="6695" y="6822"/>
                    <a:pt x="6716" y="6831"/>
                  </a:cubicBezTo>
                  <a:cubicBezTo>
                    <a:pt x="6697" y="6706"/>
                    <a:pt x="6673" y="6705"/>
                    <a:pt x="6649" y="6531"/>
                  </a:cubicBezTo>
                  <a:cubicBezTo>
                    <a:pt x="6603" y="6199"/>
                    <a:pt x="6428" y="5653"/>
                    <a:pt x="6414" y="5330"/>
                  </a:cubicBezTo>
                  <a:cubicBezTo>
                    <a:pt x="6302" y="2941"/>
                    <a:pt x="6814" y="1517"/>
                    <a:pt x="7802" y="834"/>
                  </a:cubicBezTo>
                  <a:cubicBezTo>
                    <a:pt x="8064" y="653"/>
                    <a:pt x="9136" y="145"/>
                    <a:pt x="9462" y="64"/>
                  </a:cubicBezTo>
                  <a:cubicBezTo>
                    <a:pt x="10187" y="-116"/>
                    <a:pt x="11659" y="109"/>
                    <a:pt x="12338" y="443"/>
                  </a:cubicBezTo>
                  <a:cubicBezTo>
                    <a:pt x="14203" y="1346"/>
                    <a:pt x="14766" y="2285"/>
                    <a:pt x="14624" y="5330"/>
                  </a:cubicBezTo>
                  <a:cubicBezTo>
                    <a:pt x="14599" y="5877"/>
                    <a:pt x="14486" y="6618"/>
                    <a:pt x="14433" y="6945"/>
                  </a:cubicBezTo>
                  <a:cubicBezTo>
                    <a:pt x="14521" y="6860"/>
                    <a:pt x="14606" y="6807"/>
                    <a:pt x="14679" y="6813"/>
                  </a:cubicBezTo>
                  <a:cubicBezTo>
                    <a:pt x="14982" y="6833"/>
                    <a:pt x="14696" y="8105"/>
                    <a:pt x="14460" y="8995"/>
                  </a:cubicBezTo>
                  <a:cubicBezTo>
                    <a:pt x="14225" y="9884"/>
                    <a:pt x="13904" y="9888"/>
                    <a:pt x="13872" y="10117"/>
                  </a:cubicBezTo>
                  <a:cubicBezTo>
                    <a:pt x="13761" y="10901"/>
                    <a:pt x="13490" y="11361"/>
                    <a:pt x="13347" y="11576"/>
                  </a:cubicBezTo>
                  <a:cubicBezTo>
                    <a:pt x="13347" y="11576"/>
                    <a:pt x="13436" y="12775"/>
                    <a:pt x="13704" y="13449"/>
                  </a:cubicBezTo>
                  <a:cubicBezTo>
                    <a:pt x="13812" y="13730"/>
                    <a:pt x="13931" y="13430"/>
                    <a:pt x="14102" y="13742"/>
                  </a:cubicBezTo>
                  <a:cubicBezTo>
                    <a:pt x="14018" y="13588"/>
                    <a:pt x="14272" y="14339"/>
                    <a:pt x="15405" y="14858"/>
                  </a:cubicBezTo>
                  <a:cubicBezTo>
                    <a:pt x="17512" y="15825"/>
                    <a:pt x="18500" y="16226"/>
                    <a:pt x="19415" y="1664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92" name="Shape 34259">
              <a:extLst>
                <a:ext uri="{FF2B5EF4-FFF2-40B4-BE49-F238E27FC236}">
                  <a16:creationId xmlns:a16="http://schemas.microsoft.com/office/drawing/2014/main" id="{499C2926-2CC8-41B2-9F52-BC1725F5A17B}"/>
                </a:ext>
              </a:extLst>
            </p:cNvPr>
            <p:cNvSpPr/>
            <p:nvPr/>
          </p:nvSpPr>
          <p:spPr>
            <a:xfrm>
              <a:off x="12160172" y="6699066"/>
              <a:ext cx="392924" cy="351174"/>
            </a:xfrm>
            <a:custGeom>
              <a:avLst/>
              <a:gdLst/>
              <a:ahLst/>
              <a:cxnLst>
                <a:cxn ang="0">
                  <a:pos x="wd2" y="hd2"/>
                </a:cxn>
                <a:cxn ang="5400000">
                  <a:pos x="wd2" y="hd2"/>
                </a:cxn>
                <a:cxn ang="10800000">
                  <a:pos x="wd2" y="hd2"/>
                </a:cxn>
                <a:cxn ang="16200000">
                  <a:pos x="wd2" y="hd2"/>
                </a:cxn>
              </a:cxnLst>
              <a:rect l="0" t="0" r="r" b="b"/>
              <a:pathLst>
                <a:path w="21600" h="21484" extrusionOk="0">
                  <a:moveTo>
                    <a:pt x="19415" y="16649"/>
                  </a:moveTo>
                  <a:cubicBezTo>
                    <a:pt x="20161" y="16995"/>
                    <a:pt x="20794" y="17015"/>
                    <a:pt x="20797" y="18016"/>
                  </a:cubicBezTo>
                  <a:lnTo>
                    <a:pt x="21600" y="21484"/>
                  </a:lnTo>
                  <a:lnTo>
                    <a:pt x="0" y="21484"/>
                  </a:lnTo>
                  <a:cubicBezTo>
                    <a:pt x="91" y="20771"/>
                    <a:pt x="349" y="19060"/>
                    <a:pt x="573" y="18136"/>
                  </a:cubicBezTo>
                  <a:cubicBezTo>
                    <a:pt x="679" y="17700"/>
                    <a:pt x="1212" y="16975"/>
                    <a:pt x="2036" y="16624"/>
                  </a:cubicBezTo>
                  <a:cubicBezTo>
                    <a:pt x="4050" y="15766"/>
                    <a:pt x="6877" y="14370"/>
                    <a:pt x="7251" y="13724"/>
                  </a:cubicBezTo>
                  <a:cubicBezTo>
                    <a:pt x="7484" y="13323"/>
                    <a:pt x="7579" y="13743"/>
                    <a:pt x="7681" y="13421"/>
                  </a:cubicBezTo>
                  <a:cubicBezTo>
                    <a:pt x="7916" y="12679"/>
                    <a:pt x="7968" y="11587"/>
                    <a:pt x="7968" y="11587"/>
                  </a:cubicBezTo>
                  <a:cubicBezTo>
                    <a:pt x="7848" y="11494"/>
                    <a:pt x="7572" y="10786"/>
                    <a:pt x="7434" y="10117"/>
                  </a:cubicBezTo>
                  <a:cubicBezTo>
                    <a:pt x="7387" y="9891"/>
                    <a:pt x="7082" y="9884"/>
                    <a:pt x="6846" y="8995"/>
                  </a:cubicBezTo>
                  <a:cubicBezTo>
                    <a:pt x="6653" y="8263"/>
                    <a:pt x="6425" y="7272"/>
                    <a:pt x="6518" y="6932"/>
                  </a:cubicBezTo>
                  <a:cubicBezTo>
                    <a:pt x="6566" y="6758"/>
                    <a:pt x="6695" y="6822"/>
                    <a:pt x="6716" y="6831"/>
                  </a:cubicBezTo>
                  <a:cubicBezTo>
                    <a:pt x="6697" y="6706"/>
                    <a:pt x="6673" y="6705"/>
                    <a:pt x="6649" y="6531"/>
                  </a:cubicBezTo>
                  <a:cubicBezTo>
                    <a:pt x="6603" y="6199"/>
                    <a:pt x="6428" y="5653"/>
                    <a:pt x="6414" y="5330"/>
                  </a:cubicBezTo>
                  <a:cubicBezTo>
                    <a:pt x="6302" y="2941"/>
                    <a:pt x="6814" y="1517"/>
                    <a:pt x="7802" y="834"/>
                  </a:cubicBezTo>
                  <a:cubicBezTo>
                    <a:pt x="8064" y="653"/>
                    <a:pt x="9136" y="145"/>
                    <a:pt x="9462" y="64"/>
                  </a:cubicBezTo>
                  <a:cubicBezTo>
                    <a:pt x="10187" y="-116"/>
                    <a:pt x="11659" y="109"/>
                    <a:pt x="12338" y="443"/>
                  </a:cubicBezTo>
                  <a:cubicBezTo>
                    <a:pt x="14203" y="1346"/>
                    <a:pt x="14766" y="2285"/>
                    <a:pt x="14624" y="5330"/>
                  </a:cubicBezTo>
                  <a:cubicBezTo>
                    <a:pt x="14599" y="5877"/>
                    <a:pt x="14486" y="6618"/>
                    <a:pt x="14433" y="6945"/>
                  </a:cubicBezTo>
                  <a:cubicBezTo>
                    <a:pt x="14521" y="6860"/>
                    <a:pt x="14606" y="6807"/>
                    <a:pt x="14679" y="6813"/>
                  </a:cubicBezTo>
                  <a:cubicBezTo>
                    <a:pt x="14982" y="6833"/>
                    <a:pt x="14696" y="8105"/>
                    <a:pt x="14460" y="8995"/>
                  </a:cubicBezTo>
                  <a:cubicBezTo>
                    <a:pt x="14225" y="9884"/>
                    <a:pt x="13904" y="9888"/>
                    <a:pt x="13872" y="10117"/>
                  </a:cubicBezTo>
                  <a:cubicBezTo>
                    <a:pt x="13761" y="10901"/>
                    <a:pt x="13490" y="11361"/>
                    <a:pt x="13347" y="11576"/>
                  </a:cubicBezTo>
                  <a:cubicBezTo>
                    <a:pt x="13347" y="11576"/>
                    <a:pt x="13436" y="12775"/>
                    <a:pt x="13704" y="13449"/>
                  </a:cubicBezTo>
                  <a:cubicBezTo>
                    <a:pt x="13812" y="13730"/>
                    <a:pt x="13931" y="13430"/>
                    <a:pt x="14102" y="13742"/>
                  </a:cubicBezTo>
                  <a:cubicBezTo>
                    <a:pt x="14018" y="13588"/>
                    <a:pt x="14272" y="14339"/>
                    <a:pt x="15405" y="14858"/>
                  </a:cubicBezTo>
                  <a:cubicBezTo>
                    <a:pt x="17512" y="15825"/>
                    <a:pt x="18500" y="16226"/>
                    <a:pt x="19415" y="1664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93" name="Shape 34260">
              <a:extLst>
                <a:ext uri="{FF2B5EF4-FFF2-40B4-BE49-F238E27FC236}">
                  <a16:creationId xmlns:a16="http://schemas.microsoft.com/office/drawing/2014/main" id="{AF681DAF-BC28-42F0-9D15-B39D1F3255CB}"/>
                </a:ext>
              </a:extLst>
            </p:cNvPr>
            <p:cNvSpPr/>
            <p:nvPr/>
          </p:nvSpPr>
          <p:spPr>
            <a:xfrm>
              <a:off x="10867845" y="10886425"/>
              <a:ext cx="279004" cy="249360"/>
            </a:xfrm>
            <a:custGeom>
              <a:avLst/>
              <a:gdLst/>
              <a:ahLst/>
              <a:cxnLst>
                <a:cxn ang="0">
                  <a:pos x="wd2" y="hd2"/>
                </a:cxn>
                <a:cxn ang="5400000">
                  <a:pos x="wd2" y="hd2"/>
                </a:cxn>
                <a:cxn ang="10800000">
                  <a:pos x="wd2" y="hd2"/>
                </a:cxn>
                <a:cxn ang="16200000">
                  <a:pos x="wd2" y="hd2"/>
                </a:cxn>
              </a:cxnLst>
              <a:rect l="0" t="0" r="r" b="b"/>
              <a:pathLst>
                <a:path w="21600" h="21484" extrusionOk="0">
                  <a:moveTo>
                    <a:pt x="19415" y="16649"/>
                  </a:moveTo>
                  <a:cubicBezTo>
                    <a:pt x="20161" y="16995"/>
                    <a:pt x="20794" y="17015"/>
                    <a:pt x="20797" y="18016"/>
                  </a:cubicBezTo>
                  <a:lnTo>
                    <a:pt x="21600" y="21484"/>
                  </a:lnTo>
                  <a:lnTo>
                    <a:pt x="0" y="21484"/>
                  </a:lnTo>
                  <a:cubicBezTo>
                    <a:pt x="91" y="20771"/>
                    <a:pt x="349" y="19060"/>
                    <a:pt x="573" y="18136"/>
                  </a:cubicBezTo>
                  <a:cubicBezTo>
                    <a:pt x="679" y="17700"/>
                    <a:pt x="1212" y="16975"/>
                    <a:pt x="2036" y="16624"/>
                  </a:cubicBezTo>
                  <a:cubicBezTo>
                    <a:pt x="4050" y="15766"/>
                    <a:pt x="6877" y="14370"/>
                    <a:pt x="7251" y="13724"/>
                  </a:cubicBezTo>
                  <a:cubicBezTo>
                    <a:pt x="7484" y="13323"/>
                    <a:pt x="7579" y="13743"/>
                    <a:pt x="7681" y="13421"/>
                  </a:cubicBezTo>
                  <a:cubicBezTo>
                    <a:pt x="7916" y="12679"/>
                    <a:pt x="7968" y="11587"/>
                    <a:pt x="7968" y="11587"/>
                  </a:cubicBezTo>
                  <a:cubicBezTo>
                    <a:pt x="7848" y="11494"/>
                    <a:pt x="7572" y="10786"/>
                    <a:pt x="7434" y="10117"/>
                  </a:cubicBezTo>
                  <a:cubicBezTo>
                    <a:pt x="7387" y="9891"/>
                    <a:pt x="7082" y="9884"/>
                    <a:pt x="6846" y="8995"/>
                  </a:cubicBezTo>
                  <a:cubicBezTo>
                    <a:pt x="6653" y="8263"/>
                    <a:pt x="6425" y="7272"/>
                    <a:pt x="6518" y="6932"/>
                  </a:cubicBezTo>
                  <a:cubicBezTo>
                    <a:pt x="6566" y="6758"/>
                    <a:pt x="6695" y="6822"/>
                    <a:pt x="6716" y="6831"/>
                  </a:cubicBezTo>
                  <a:cubicBezTo>
                    <a:pt x="6697" y="6706"/>
                    <a:pt x="6673" y="6705"/>
                    <a:pt x="6649" y="6531"/>
                  </a:cubicBezTo>
                  <a:cubicBezTo>
                    <a:pt x="6603" y="6199"/>
                    <a:pt x="6428" y="5653"/>
                    <a:pt x="6414" y="5330"/>
                  </a:cubicBezTo>
                  <a:cubicBezTo>
                    <a:pt x="6302" y="2941"/>
                    <a:pt x="6814" y="1517"/>
                    <a:pt x="7802" y="834"/>
                  </a:cubicBezTo>
                  <a:cubicBezTo>
                    <a:pt x="8064" y="653"/>
                    <a:pt x="9136" y="145"/>
                    <a:pt x="9462" y="64"/>
                  </a:cubicBezTo>
                  <a:cubicBezTo>
                    <a:pt x="10187" y="-116"/>
                    <a:pt x="11659" y="109"/>
                    <a:pt x="12338" y="443"/>
                  </a:cubicBezTo>
                  <a:cubicBezTo>
                    <a:pt x="14203" y="1346"/>
                    <a:pt x="14766" y="2285"/>
                    <a:pt x="14624" y="5330"/>
                  </a:cubicBezTo>
                  <a:cubicBezTo>
                    <a:pt x="14599" y="5877"/>
                    <a:pt x="14486" y="6618"/>
                    <a:pt x="14433" y="6945"/>
                  </a:cubicBezTo>
                  <a:cubicBezTo>
                    <a:pt x="14521" y="6860"/>
                    <a:pt x="14606" y="6807"/>
                    <a:pt x="14679" y="6813"/>
                  </a:cubicBezTo>
                  <a:cubicBezTo>
                    <a:pt x="14982" y="6833"/>
                    <a:pt x="14696" y="8105"/>
                    <a:pt x="14460" y="8995"/>
                  </a:cubicBezTo>
                  <a:cubicBezTo>
                    <a:pt x="14225" y="9884"/>
                    <a:pt x="13904" y="9888"/>
                    <a:pt x="13872" y="10117"/>
                  </a:cubicBezTo>
                  <a:cubicBezTo>
                    <a:pt x="13761" y="10901"/>
                    <a:pt x="13490" y="11361"/>
                    <a:pt x="13347" y="11576"/>
                  </a:cubicBezTo>
                  <a:cubicBezTo>
                    <a:pt x="13347" y="11576"/>
                    <a:pt x="13436" y="12775"/>
                    <a:pt x="13704" y="13449"/>
                  </a:cubicBezTo>
                  <a:cubicBezTo>
                    <a:pt x="13812" y="13730"/>
                    <a:pt x="13931" y="13430"/>
                    <a:pt x="14102" y="13742"/>
                  </a:cubicBezTo>
                  <a:cubicBezTo>
                    <a:pt x="14018" y="13588"/>
                    <a:pt x="14272" y="14339"/>
                    <a:pt x="15405" y="14858"/>
                  </a:cubicBezTo>
                  <a:cubicBezTo>
                    <a:pt x="17512" y="15825"/>
                    <a:pt x="18500" y="16226"/>
                    <a:pt x="19415" y="1664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94" name="Shape 34261">
              <a:extLst>
                <a:ext uri="{FF2B5EF4-FFF2-40B4-BE49-F238E27FC236}">
                  <a16:creationId xmlns:a16="http://schemas.microsoft.com/office/drawing/2014/main" id="{0D4667A9-0E1F-4CF9-BF13-2339E272571F}"/>
                </a:ext>
              </a:extLst>
            </p:cNvPr>
            <p:cNvSpPr/>
            <p:nvPr/>
          </p:nvSpPr>
          <p:spPr>
            <a:xfrm>
              <a:off x="12725585" y="12289966"/>
              <a:ext cx="373054" cy="303140"/>
            </a:xfrm>
            <a:custGeom>
              <a:avLst/>
              <a:gdLst/>
              <a:ahLst/>
              <a:cxnLst>
                <a:cxn ang="0">
                  <a:pos x="wd2" y="hd2"/>
                </a:cxn>
                <a:cxn ang="5400000">
                  <a:pos x="wd2" y="hd2"/>
                </a:cxn>
                <a:cxn ang="10800000">
                  <a:pos x="wd2" y="hd2"/>
                </a:cxn>
                <a:cxn ang="16200000">
                  <a:pos x="wd2" y="hd2"/>
                </a:cxn>
              </a:cxnLst>
              <a:rect l="0" t="0" r="r" b="b"/>
              <a:pathLst>
                <a:path w="21600" h="21600" extrusionOk="0">
                  <a:moveTo>
                    <a:pt x="21600" y="2559"/>
                  </a:moveTo>
                  <a:cubicBezTo>
                    <a:pt x="20805" y="2994"/>
                    <a:pt x="19949" y="3285"/>
                    <a:pt x="19055" y="3417"/>
                  </a:cubicBezTo>
                  <a:cubicBezTo>
                    <a:pt x="19968" y="2742"/>
                    <a:pt x="20672" y="1676"/>
                    <a:pt x="21003" y="401"/>
                  </a:cubicBezTo>
                  <a:cubicBezTo>
                    <a:pt x="20147" y="1026"/>
                    <a:pt x="19198" y="1478"/>
                    <a:pt x="18187" y="1722"/>
                  </a:cubicBezTo>
                  <a:cubicBezTo>
                    <a:pt x="17379" y="665"/>
                    <a:pt x="16228" y="0"/>
                    <a:pt x="14953" y="0"/>
                  </a:cubicBezTo>
                  <a:cubicBezTo>
                    <a:pt x="12506" y="0"/>
                    <a:pt x="10524" y="2441"/>
                    <a:pt x="10524" y="5454"/>
                  </a:cubicBezTo>
                  <a:cubicBezTo>
                    <a:pt x="10524" y="5881"/>
                    <a:pt x="10561" y="6298"/>
                    <a:pt x="10637" y="6694"/>
                  </a:cubicBezTo>
                  <a:cubicBezTo>
                    <a:pt x="6954" y="6468"/>
                    <a:pt x="3689" y="4296"/>
                    <a:pt x="1504" y="998"/>
                  </a:cubicBezTo>
                  <a:cubicBezTo>
                    <a:pt x="1122" y="1806"/>
                    <a:pt x="903" y="2742"/>
                    <a:pt x="903" y="3739"/>
                  </a:cubicBezTo>
                  <a:cubicBezTo>
                    <a:pt x="903" y="5631"/>
                    <a:pt x="1686" y="7302"/>
                    <a:pt x="2875" y="8279"/>
                  </a:cubicBezTo>
                  <a:cubicBezTo>
                    <a:pt x="2149" y="8248"/>
                    <a:pt x="1466" y="8005"/>
                    <a:pt x="868" y="7599"/>
                  </a:cubicBezTo>
                  <a:cubicBezTo>
                    <a:pt x="868" y="7618"/>
                    <a:pt x="868" y="7641"/>
                    <a:pt x="868" y="7666"/>
                  </a:cubicBezTo>
                  <a:cubicBezTo>
                    <a:pt x="868" y="10307"/>
                    <a:pt x="2395" y="12512"/>
                    <a:pt x="4423" y="13011"/>
                  </a:cubicBezTo>
                  <a:cubicBezTo>
                    <a:pt x="4051" y="13134"/>
                    <a:pt x="3658" y="13201"/>
                    <a:pt x="3255" y="13201"/>
                  </a:cubicBezTo>
                  <a:cubicBezTo>
                    <a:pt x="2970" y="13201"/>
                    <a:pt x="2691" y="13168"/>
                    <a:pt x="2420" y="13106"/>
                  </a:cubicBezTo>
                  <a:cubicBezTo>
                    <a:pt x="2983" y="15270"/>
                    <a:pt x="4621" y="16846"/>
                    <a:pt x="6561" y="16890"/>
                  </a:cubicBezTo>
                  <a:cubicBezTo>
                    <a:pt x="5042" y="18353"/>
                    <a:pt x="3134" y="19225"/>
                    <a:pt x="1056" y="19225"/>
                  </a:cubicBezTo>
                  <a:cubicBezTo>
                    <a:pt x="700" y="19225"/>
                    <a:pt x="347" y="19197"/>
                    <a:pt x="0" y="19149"/>
                  </a:cubicBezTo>
                  <a:cubicBezTo>
                    <a:pt x="1963" y="20695"/>
                    <a:pt x="4290" y="21600"/>
                    <a:pt x="6791" y="21600"/>
                  </a:cubicBezTo>
                  <a:cubicBezTo>
                    <a:pt x="14943" y="21600"/>
                    <a:pt x="19401" y="13291"/>
                    <a:pt x="19401" y="6084"/>
                  </a:cubicBezTo>
                  <a:cubicBezTo>
                    <a:pt x="19401" y="5851"/>
                    <a:pt x="19396" y="5613"/>
                    <a:pt x="19388" y="5380"/>
                  </a:cubicBezTo>
                  <a:cubicBezTo>
                    <a:pt x="20253" y="4614"/>
                    <a:pt x="21005" y="3652"/>
                    <a:pt x="21600" y="2559"/>
                  </a:cubicBezTo>
                  <a:cubicBezTo>
                    <a:pt x="21600" y="2559"/>
                    <a:pt x="21600" y="2559"/>
                    <a:pt x="21600" y="255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95" name="Shape 34262">
              <a:extLst>
                <a:ext uri="{FF2B5EF4-FFF2-40B4-BE49-F238E27FC236}">
                  <a16:creationId xmlns:a16="http://schemas.microsoft.com/office/drawing/2014/main" id="{A7D50D99-4E6F-46B6-8F2A-EE8715A11793}"/>
                </a:ext>
              </a:extLst>
            </p:cNvPr>
            <p:cNvSpPr/>
            <p:nvPr/>
          </p:nvSpPr>
          <p:spPr>
            <a:xfrm>
              <a:off x="13639147" y="5652275"/>
              <a:ext cx="728794" cy="541076"/>
            </a:xfrm>
            <a:custGeom>
              <a:avLst/>
              <a:gdLst/>
              <a:ahLst/>
              <a:cxnLst>
                <a:cxn ang="0">
                  <a:pos x="wd2" y="hd2"/>
                </a:cxn>
                <a:cxn ang="5400000">
                  <a:pos x="wd2" y="hd2"/>
                </a:cxn>
                <a:cxn ang="10800000">
                  <a:pos x="wd2" y="hd2"/>
                </a:cxn>
                <a:cxn ang="16200000">
                  <a:pos x="wd2" y="hd2"/>
                </a:cxn>
              </a:cxnLst>
              <a:rect l="0" t="0" r="r" b="b"/>
              <a:pathLst>
                <a:path w="21600" h="21600" extrusionOk="0">
                  <a:moveTo>
                    <a:pt x="20085" y="8532"/>
                  </a:moveTo>
                  <a:lnTo>
                    <a:pt x="17798" y="8532"/>
                  </a:lnTo>
                  <a:lnTo>
                    <a:pt x="17798" y="12676"/>
                  </a:lnTo>
                  <a:cubicBezTo>
                    <a:pt x="17798" y="14711"/>
                    <a:pt x="16603" y="16373"/>
                    <a:pt x="15079" y="16373"/>
                  </a:cubicBezTo>
                  <a:lnTo>
                    <a:pt x="9158" y="16373"/>
                  </a:lnTo>
                  <a:lnTo>
                    <a:pt x="9158" y="17810"/>
                  </a:lnTo>
                  <a:cubicBezTo>
                    <a:pt x="9158" y="18927"/>
                    <a:pt x="9837" y="19832"/>
                    <a:pt x="10673" y="19832"/>
                  </a:cubicBezTo>
                  <a:lnTo>
                    <a:pt x="16728" y="19832"/>
                  </a:lnTo>
                  <a:lnTo>
                    <a:pt x="19181" y="21600"/>
                  </a:lnTo>
                  <a:lnTo>
                    <a:pt x="19181" y="19832"/>
                  </a:lnTo>
                  <a:lnTo>
                    <a:pt x="20085" y="19832"/>
                  </a:lnTo>
                  <a:cubicBezTo>
                    <a:pt x="20922" y="19832"/>
                    <a:pt x="21600" y="18927"/>
                    <a:pt x="21600" y="17810"/>
                  </a:cubicBezTo>
                  <a:lnTo>
                    <a:pt x="21600" y="10554"/>
                  </a:lnTo>
                  <a:cubicBezTo>
                    <a:pt x="21600" y="9438"/>
                    <a:pt x="20922" y="8532"/>
                    <a:pt x="20085" y="8532"/>
                  </a:cubicBezTo>
                  <a:close/>
                  <a:moveTo>
                    <a:pt x="6912" y="15450"/>
                  </a:moveTo>
                  <a:lnTo>
                    <a:pt x="6689" y="15450"/>
                  </a:lnTo>
                  <a:lnTo>
                    <a:pt x="2592" y="18372"/>
                  </a:lnTo>
                  <a:lnTo>
                    <a:pt x="2592" y="15450"/>
                  </a:lnTo>
                  <a:lnTo>
                    <a:pt x="2074" y="15450"/>
                  </a:lnTo>
                  <a:cubicBezTo>
                    <a:pt x="928" y="15450"/>
                    <a:pt x="0" y="14211"/>
                    <a:pt x="0" y="12683"/>
                  </a:cubicBezTo>
                  <a:lnTo>
                    <a:pt x="0" y="2767"/>
                  </a:lnTo>
                  <a:cubicBezTo>
                    <a:pt x="0" y="1239"/>
                    <a:pt x="928" y="0"/>
                    <a:pt x="2074" y="0"/>
                  </a:cubicBezTo>
                  <a:lnTo>
                    <a:pt x="15034" y="0"/>
                  </a:lnTo>
                  <a:cubicBezTo>
                    <a:pt x="16179" y="0"/>
                    <a:pt x="17107" y="1239"/>
                    <a:pt x="17107" y="2767"/>
                  </a:cubicBezTo>
                  <a:lnTo>
                    <a:pt x="17107" y="4381"/>
                  </a:lnTo>
                  <a:lnTo>
                    <a:pt x="17107" y="8532"/>
                  </a:lnTo>
                  <a:lnTo>
                    <a:pt x="17107" y="12676"/>
                  </a:lnTo>
                  <a:cubicBezTo>
                    <a:pt x="17107" y="14205"/>
                    <a:pt x="16224" y="15450"/>
                    <a:pt x="15079" y="15450"/>
                  </a:cubicBezTo>
                  <a:lnTo>
                    <a:pt x="9158" y="15450"/>
                  </a:lnTo>
                  <a:cubicBezTo>
                    <a:pt x="9158" y="15450"/>
                    <a:pt x="6912" y="15450"/>
                    <a:pt x="6912" y="1545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96" name="Shape 34263">
              <a:extLst>
                <a:ext uri="{FF2B5EF4-FFF2-40B4-BE49-F238E27FC236}">
                  <a16:creationId xmlns:a16="http://schemas.microsoft.com/office/drawing/2014/main" id="{CC6CBBC0-A0AD-4F61-A966-5DCAE30ADA62}"/>
                </a:ext>
              </a:extLst>
            </p:cNvPr>
            <p:cNvSpPr/>
            <p:nvPr/>
          </p:nvSpPr>
          <p:spPr>
            <a:xfrm>
              <a:off x="14075163" y="6302567"/>
              <a:ext cx="163854" cy="351178"/>
            </a:xfrm>
            <a:custGeom>
              <a:avLst/>
              <a:gdLst/>
              <a:ahLst/>
              <a:cxnLst>
                <a:cxn ang="0">
                  <a:pos x="wd2" y="hd2"/>
                </a:cxn>
                <a:cxn ang="5400000">
                  <a:pos x="wd2" y="hd2"/>
                </a:cxn>
                <a:cxn ang="10800000">
                  <a:pos x="wd2" y="hd2"/>
                </a:cxn>
                <a:cxn ang="16200000">
                  <a:pos x="wd2" y="hd2"/>
                </a:cxn>
              </a:cxnLst>
              <a:rect l="0" t="0" r="r" b="b"/>
              <a:pathLst>
                <a:path w="21600" h="21600" extrusionOk="0">
                  <a:moveTo>
                    <a:pt x="14362" y="21600"/>
                  </a:moveTo>
                  <a:lnTo>
                    <a:pt x="4786" y="21600"/>
                  </a:lnTo>
                  <a:lnTo>
                    <a:pt x="4786" y="10800"/>
                  </a:lnTo>
                  <a:lnTo>
                    <a:pt x="0" y="10800"/>
                  </a:lnTo>
                  <a:lnTo>
                    <a:pt x="0" y="7077"/>
                  </a:lnTo>
                  <a:lnTo>
                    <a:pt x="4786" y="7077"/>
                  </a:lnTo>
                  <a:lnTo>
                    <a:pt x="4786" y="4842"/>
                  </a:lnTo>
                  <a:cubicBezTo>
                    <a:pt x="4786" y="1806"/>
                    <a:pt x="7489" y="0"/>
                    <a:pt x="15162" y="0"/>
                  </a:cubicBezTo>
                  <a:lnTo>
                    <a:pt x="21552" y="0"/>
                  </a:lnTo>
                  <a:lnTo>
                    <a:pt x="21552" y="3723"/>
                  </a:lnTo>
                  <a:lnTo>
                    <a:pt x="17560" y="3723"/>
                  </a:lnTo>
                  <a:cubicBezTo>
                    <a:pt x="14572" y="3723"/>
                    <a:pt x="14372" y="4243"/>
                    <a:pt x="14372" y="5214"/>
                  </a:cubicBezTo>
                  <a:lnTo>
                    <a:pt x="14362" y="7077"/>
                  </a:lnTo>
                  <a:lnTo>
                    <a:pt x="21600" y="7077"/>
                  </a:lnTo>
                  <a:lnTo>
                    <a:pt x="20752" y="10800"/>
                  </a:lnTo>
                  <a:lnTo>
                    <a:pt x="14362" y="10800"/>
                  </a:lnTo>
                  <a:cubicBezTo>
                    <a:pt x="14362" y="10800"/>
                    <a:pt x="14362" y="21600"/>
                    <a:pt x="14362"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97" name="Shape 34264">
              <a:extLst>
                <a:ext uri="{FF2B5EF4-FFF2-40B4-BE49-F238E27FC236}">
                  <a16:creationId xmlns:a16="http://schemas.microsoft.com/office/drawing/2014/main" id="{108A8CEB-6669-4CA1-B5E8-CD388E3D8CB7}"/>
                </a:ext>
              </a:extLst>
            </p:cNvPr>
            <p:cNvSpPr/>
            <p:nvPr/>
          </p:nvSpPr>
          <p:spPr>
            <a:xfrm>
              <a:off x="11378351" y="9431234"/>
              <a:ext cx="527920" cy="391942"/>
            </a:xfrm>
            <a:custGeom>
              <a:avLst/>
              <a:gdLst/>
              <a:ahLst/>
              <a:cxnLst>
                <a:cxn ang="0">
                  <a:pos x="wd2" y="hd2"/>
                </a:cxn>
                <a:cxn ang="5400000">
                  <a:pos x="wd2" y="hd2"/>
                </a:cxn>
                <a:cxn ang="10800000">
                  <a:pos x="wd2" y="hd2"/>
                </a:cxn>
                <a:cxn ang="16200000">
                  <a:pos x="wd2" y="hd2"/>
                </a:cxn>
              </a:cxnLst>
              <a:rect l="0" t="0" r="r" b="b"/>
              <a:pathLst>
                <a:path w="21600" h="21600" extrusionOk="0">
                  <a:moveTo>
                    <a:pt x="20085" y="8532"/>
                  </a:moveTo>
                  <a:lnTo>
                    <a:pt x="17798" y="8532"/>
                  </a:lnTo>
                  <a:lnTo>
                    <a:pt x="17798" y="12676"/>
                  </a:lnTo>
                  <a:cubicBezTo>
                    <a:pt x="17798" y="14711"/>
                    <a:pt x="16603" y="16373"/>
                    <a:pt x="15079" y="16373"/>
                  </a:cubicBezTo>
                  <a:lnTo>
                    <a:pt x="9158" y="16373"/>
                  </a:lnTo>
                  <a:lnTo>
                    <a:pt x="9158" y="17810"/>
                  </a:lnTo>
                  <a:cubicBezTo>
                    <a:pt x="9158" y="18927"/>
                    <a:pt x="9837" y="19832"/>
                    <a:pt x="10673" y="19832"/>
                  </a:cubicBezTo>
                  <a:lnTo>
                    <a:pt x="16728" y="19832"/>
                  </a:lnTo>
                  <a:lnTo>
                    <a:pt x="19181" y="21600"/>
                  </a:lnTo>
                  <a:lnTo>
                    <a:pt x="19181" y="19832"/>
                  </a:lnTo>
                  <a:lnTo>
                    <a:pt x="20085" y="19832"/>
                  </a:lnTo>
                  <a:cubicBezTo>
                    <a:pt x="20922" y="19832"/>
                    <a:pt x="21600" y="18927"/>
                    <a:pt x="21600" y="17810"/>
                  </a:cubicBezTo>
                  <a:lnTo>
                    <a:pt x="21600" y="10554"/>
                  </a:lnTo>
                  <a:cubicBezTo>
                    <a:pt x="21600" y="9438"/>
                    <a:pt x="20922" y="8532"/>
                    <a:pt x="20085" y="8532"/>
                  </a:cubicBezTo>
                  <a:close/>
                  <a:moveTo>
                    <a:pt x="6912" y="15450"/>
                  </a:moveTo>
                  <a:lnTo>
                    <a:pt x="6689" y="15450"/>
                  </a:lnTo>
                  <a:lnTo>
                    <a:pt x="2592" y="18372"/>
                  </a:lnTo>
                  <a:lnTo>
                    <a:pt x="2592" y="15450"/>
                  </a:lnTo>
                  <a:lnTo>
                    <a:pt x="2074" y="15450"/>
                  </a:lnTo>
                  <a:cubicBezTo>
                    <a:pt x="928" y="15450"/>
                    <a:pt x="0" y="14211"/>
                    <a:pt x="0" y="12683"/>
                  </a:cubicBezTo>
                  <a:lnTo>
                    <a:pt x="0" y="2767"/>
                  </a:lnTo>
                  <a:cubicBezTo>
                    <a:pt x="0" y="1239"/>
                    <a:pt x="928" y="0"/>
                    <a:pt x="2074" y="0"/>
                  </a:cubicBezTo>
                  <a:lnTo>
                    <a:pt x="15034" y="0"/>
                  </a:lnTo>
                  <a:cubicBezTo>
                    <a:pt x="16179" y="0"/>
                    <a:pt x="17107" y="1239"/>
                    <a:pt x="17107" y="2767"/>
                  </a:cubicBezTo>
                  <a:lnTo>
                    <a:pt x="17107" y="4381"/>
                  </a:lnTo>
                  <a:lnTo>
                    <a:pt x="17107" y="8532"/>
                  </a:lnTo>
                  <a:lnTo>
                    <a:pt x="17107" y="12676"/>
                  </a:lnTo>
                  <a:cubicBezTo>
                    <a:pt x="17107" y="14205"/>
                    <a:pt x="16224" y="15450"/>
                    <a:pt x="15079" y="15450"/>
                  </a:cubicBezTo>
                  <a:lnTo>
                    <a:pt x="9158" y="15450"/>
                  </a:lnTo>
                  <a:cubicBezTo>
                    <a:pt x="9158" y="15450"/>
                    <a:pt x="6912" y="15450"/>
                    <a:pt x="6912" y="1545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98" name="Shape 34265">
              <a:extLst>
                <a:ext uri="{FF2B5EF4-FFF2-40B4-BE49-F238E27FC236}">
                  <a16:creationId xmlns:a16="http://schemas.microsoft.com/office/drawing/2014/main" id="{4050123F-E21A-418F-A53F-07F524E8194C}"/>
                </a:ext>
              </a:extLst>
            </p:cNvPr>
            <p:cNvSpPr/>
            <p:nvPr/>
          </p:nvSpPr>
          <p:spPr>
            <a:xfrm>
              <a:off x="13182794" y="4769147"/>
              <a:ext cx="316260" cy="234800"/>
            </a:xfrm>
            <a:custGeom>
              <a:avLst/>
              <a:gdLst/>
              <a:ahLst/>
              <a:cxnLst>
                <a:cxn ang="0">
                  <a:pos x="wd2" y="hd2"/>
                </a:cxn>
                <a:cxn ang="5400000">
                  <a:pos x="wd2" y="hd2"/>
                </a:cxn>
                <a:cxn ang="10800000">
                  <a:pos x="wd2" y="hd2"/>
                </a:cxn>
                <a:cxn ang="16200000">
                  <a:pos x="wd2" y="hd2"/>
                </a:cxn>
              </a:cxnLst>
              <a:rect l="0" t="0" r="r" b="b"/>
              <a:pathLst>
                <a:path w="21600" h="21600" extrusionOk="0">
                  <a:moveTo>
                    <a:pt x="20085" y="8532"/>
                  </a:moveTo>
                  <a:lnTo>
                    <a:pt x="17798" y="8532"/>
                  </a:lnTo>
                  <a:lnTo>
                    <a:pt x="17798" y="12676"/>
                  </a:lnTo>
                  <a:cubicBezTo>
                    <a:pt x="17798" y="14711"/>
                    <a:pt x="16603" y="16373"/>
                    <a:pt x="15079" y="16373"/>
                  </a:cubicBezTo>
                  <a:lnTo>
                    <a:pt x="9158" y="16373"/>
                  </a:lnTo>
                  <a:lnTo>
                    <a:pt x="9158" y="17810"/>
                  </a:lnTo>
                  <a:cubicBezTo>
                    <a:pt x="9158" y="18927"/>
                    <a:pt x="9837" y="19832"/>
                    <a:pt x="10673" y="19832"/>
                  </a:cubicBezTo>
                  <a:lnTo>
                    <a:pt x="16728" y="19832"/>
                  </a:lnTo>
                  <a:lnTo>
                    <a:pt x="19181" y="21600"/>
                  </a:lnTo>
                  <a:lnTo>
                    <a:pt x="19181" y="19832"/>
                  </a:lnTo>
                  <a:lnTo>
                    <a:pt x="20085" y="19832"/>
                  </a:lnTo>
                  <a:cubicBezTo>
                    <a:pt x="20922" y="19832"/>
                    <a:pt x="21600" y="18927"/>
                    <a:pt x="21600" y="17810"/>
                  </a:cubicBezTo>
                  <a:lnTo>
                    <a:pt x="21600" y="10554"/>
                  </a:lnTo>
                  <a:cubicBezTo>
                    <a:pt x="21600" y="9438"/>
                    <a:pt x="20922" y="8532"/>
                    <a:pt x="20085" y="8532"/>
                  </a:cubicBezTo>
                  <a:close/>
                  <a:moveTo>
                    <a:pt x="6912" y="15450"/>
                  </a:moveTo>
                  <a:lnTo>
                    <a:pt x="6689" y="15450"/>
                  </a:lnTo>
                  <a:lnTo>
                    <a:pt x="2592" y="18372"/>
                  </a:lnTo>
                  <a:lnTo>
                    <a:pt x="2592" y="15450"/>
                  </a:lnTo>
                  <a:lnTo>
                    <a:pt x="2074" y="15450"/>
                  </a:lnTo>
                  <a:cubicBezTo>
                    <a:pt x="928" y="15450"/>
                    <a:pt x="0" y="14211"/>
                    <a:pt x="0" y="12683"/>
                  </a:cubicBezTo>
                  <a:lnTo>
                    <a:pt x="0" y="2767"/>
                  </a:lnTo>
                  <a:cubicBezTo>
                    <a:pt x="0" y="1239"/>
                    <a:pt x="928" y="0"/>
                    <a:pt x="2074" y="0"/>
                  </a:cubicBezTo>
                  <a:lnTo>
                    <a:pt x="15034" y="0"/>
                  </a:lnTo>
                  <a:cubicBezTo>
                    <a:pt x="16179" y="0"/>
                    <a:pt x="17107" y="1239"/>
                    <a:pt x="17107" y="2767"/>
                  </a:cubicBezTo>
                  <a:lnTo>
                    <a:pt x="17107" y="4381"/>
                  </a:lnTo>
                  <a:lnTo>
                    <a:pt x="17107" y="8532"/>
                  </a:lnTo>
                  <a:lnTo>
                    <a:pt x="17107" y="12676"/>
                  </a:lnTo>
                  <a:cubicBezTo>
                    <a:pt x="17107" y="14205"/>
                    <a:pt x="16224" y="15450"/>
                    <a:pt x="15079" y="15450"/>
                  </a:cubicBezTo>
                  <a:lnTo>
                    <a:pt x="9158" y="15450"/>
                  </a:lnTo>
                  <a:cubicBezTo>
                    <a:pt x="9158" y="15450"/>
                    <a:pt x="6912" y="15450"/>
                    <a:pt x="6912" y="1545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grpSp>
    </p:spTree>
    <p:extLst>
      <p:ext uri="{BB962C8B-B14F-4D97-AF65-F5344CB8AC3E}">
        <p14:creationId xmlns:p14="http://schemas.microsoft.com/office/powerpoint/2010/main" val="2133225737"/>
      </p:ext>
    </p:extLst>
  </p:cSld>
  <p:clrMapOvr>
    <a:masterClrMapping/>
  </p:clrMapOvr>
</p:sld>
</file>

<file path=ppt/theme/theme1.xml><?xml version="1.0" encoding="utf-8"?>
<a:theme xmlns:a="http://schemas.openxmlformats.org/drawingml/2006/main" name="Thème HEC">
  <a:themeElements>
    <a:clrScheme name="HEC2">
      <a:dk1>
        <a:srgbClr val="000000"/>
      </a:dk1>
      <a:lt1>
        <a:srgbClr val="FFFFFF"/>
      </a:lt1>
      <a:dk2>
        <a:srgbClr val="97999B"/>
      </a:dk2>
      <a:lt2>
        <a:srgbClr val="EFF0F0"/>
      </a:lt2>
      <a:accent1>
        <a:srgbClr val="009FDF"/>
      </a:accent1>
      <a:accent2>
        <a:srgbClr val="003C71"/>
      </a:accent2>
      <a:accent3>
        <a:srgbClr val="D40F7D"/>
      </a:accent3>
      <a:accent4>
        <a:srgbClr val="FE5000"/>
      </a:accent4>
      <a:accent5>
        <a:srgbClr val="00C1D5"/>
      </a:accent5>
      <a:accent6>
        <a:srgbClr val="005EB8"/>
      </a:accent6>
      <a:hlink>
        <a:srgbClr val="003C71"/>
      </a:hlink>
      <a:folHlink>
        <a:srgbClr val="9678D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wrap="square" lIns="91440" tIns="45720" rIns="91440" bIns="45720" rtlCol="0">
        <a:normAutofit/>
      </a:bodyPr>
      <a:lstStyle>
        <a:defPPr marL="154800" indent="-154800">
          <a:buClr>
            <a:schemeClr val="accent2"/>
          </a:buClr>
          <a:buSzPct val="125000"/>
          <a:buFont typeface="Arial" panose="020B0604020202020204" pitchFamily="34" charset="0"/>
          <a:buChar char="•"/>
          <a:defRPr sz="1670" dirty="0" smtClean="0"/>
        </a:defPPr>
      </a:lstStyle>
    </a:txDef>
  </a:objectDefaults>
  <a:extraClrSchemeLst/>
  <a:extLst>
    <a:ext uri="{05A4C25C-085E-4340-85A3-A5531E510DB2}">
      <thm15:themeFamily xmlns:thm15="http://schemas.microsoft.com/office/thememl/2012/main" name="Presentation5" id="{674E6988-9F81-9C4F-A395-617E099076A1}" vid="{7BA8343F-A308-F34A-AE1C-33F4B935B6F1}"/>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CBA47EBC066B745A5CD7C315910EB78" ma:contentTypeVersion="3" ma:contentTypeDescription="Create a new document." ma:contentTypeScope="" ma:versionID="3c475ebf5c37c9908ef278591141ee10">
  <xsd:schema xmlns:xsd="http://www.w3.org/2001/XMLSchema" xmlns:xs="http://www.w3.org/2001/XMLSchema" xmlns:p="http://schemas.microsoft.com/office/2006/metadata/properties" xmlns:ns2="abcda3d6-2d03-49e1-9293-8daf0cc773fd" targetNamespace="http://schemas.microsoft.com/office/2006/metadata/properties" ma:root="true" ma:fieldsID="f940d8203d3249c8262e44e123d73b5d" ns2:_="">
    <xsd:import namespace="abcda3d6-2d03-49e1-9293-8daf0cc773fd"/>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bcda3d6-2d03-49e1-9293-8daf0cc773f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84259E8-D2BE-4824-AE6E-932FEC63EAA1}"/>
</file>

<file path=customXml/itemProps2.xml><?xml version="1.0" encoding="utf-8"?>
<ds:datastoreItem xmlns:ds="http://schemas.openxmlformats.org/officeDocument/2006/customXml" ds:itemID="{2D6141D5-534E-40EF-87F9-94F4A59F4F6E}">
  <ds:schemaRefs>
    <ds:schemaRef ds:uri="http://schemas.microsoft.com/office/2006/documentManagement/types"/>
    <ds:schemaRef ds:uri="abcda3d6-2d03-49e1-9293-8daf0cc773fd"/>
    <ds:schemaRef ds:uri="http://purl.org/dc/terms/"/>
    <ds:schemaRef ds:uri="http://purl.org/dc/dcmitype/"/>
    <ds:schemaRef ds:uri="http://schemas.microsoft.com/office/2006/metadata/properties"/>
    <ds:schemaRef ds:uri="http://www.w3.org/XML/1998/namespace"/>
    <ds:schemaRef ds:uri="http://purl.org/dc/elements/1.1/"/>
    <ds:schemaRef ds:uri="http://schemas.openxmlformats.org/package/2006/metadata/core-properties"/>
    <ds:schemaRef ds:uri="http://schemas.microsoft.com/office/infopath/2007/PartnerControls"/>
  </ds:schemaRefs>
</ds:datastoreItem>
</file>

<file path=customXml/itemProps3.xml><?xml version="1.0" encoding="utf-8"?>
<ds:datastoreItem xmlns:ds="http://schemas.openxmlformats.org/officeDocument/2006/customXml" ds:itemID="{F73A95D8-8933-4B93-B09A-4B7DB8E47BF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170</TotalTime>
  <Words>1181</Words>
  <Application>Microsoft Office PowerPoint</Application>
  <PresentationFormat>Personnalisé</PresentationFormat>
  <Paragraphs>225</Paragraphs>
  <Slides>32</Slides>
  <Notes>32</Notes>
  <HiddenSlides>0</HiddenSlides>
  <MMClips>0</MMClips>
  <ScaleCrop>false</ScaleCrop>
  <HeadingPairs>
    <vt:vector size="8" baseType="variant">
      <vt:variant>
        <vt:lpstr>Polices utilisées</vt:lpstr>
      </vt:variant>
      <vt:variant>
        <vt:i4>8</vt:i4>
      </vt:variant>
      <vt:variant>
        <vt:lpstr>Thème</vt:lpstr>
      </vt:variant>
      <vt:variant>
        <vt:i4>1</vt:i4>
      </vt:variant>
      <vt:variant>
        <vt:lpstr>Serveurs OLE incorporés</vt:lpstr>
      </vt:variant>
      <vt:variant>
        <vt:i4>2</vt:i4>
      </vt:variant>
      <vt:variant>
        <vt:lpstr>Titres des diapositives</vt:lpstr>
      </vt:variant>
      <vt:variant>
        <vt:i4>32</vt:i4>
      </vt:variant>
    </vt:vector>
  </HeadingPairs>
  <TitlesOfParts>
    <vt:vector size="43" baseType="lpstr">
      <vt:lpstr>Arial</vt:lpstr>
      <vt:lpstr>Arial Black</vt:lpstr>
      <vt:lpstr>Calibri</vt:lpstr>
      <vt:lpstr>Cambria Math</vt:lpstr>
      <vt:lpstr>Lato Light</vt:lpstr>
      <vt:lpstr>Times</vt:lpstr>
      <vt:lpstr>Times New Roman</vt:lpstr>
      <vt:lpstr>Wingdings</vt:lpstr>
      <vt:lpstr>Thème HEC</vt:lpstr>
      <vt:lpstr>Equation</vt:lpstr>
      <vt:lpstr>Équation</vt:lpstr>
      <vt:lpstr>OPER10500 Gestion des opérations</vt:lpstr>
      <vt:lpstr>Carte conceptuelle</vt:lpstr>
      <vt:lpstr>Carte conceptuelle</vt:lpstr>
      <vt:lpstr>Rappel – 1ère partie</vt:lpstr>
      <vt:lpstr>Gérer l’incertitude de la demande</vt:lpstr>
      <vt:lpstr>Introduction au stock de sécurité Variation de la demande</vt:lpstr>
      <vt:lpstr>Propriétés statistiques de la courbe de distribution normale</vt:lpstr>
      <vt:lpstr>Point de commande : Quantité fixe – Période variable</vt:lpstr>
      <vt:lpstr>Point de commande : Quantité fixe – Période variable</vt:lpstr>
      <vt:lpstr>Point de commande : Quantité fixe – Période variable</vt:lpstr>
      <vt:lpstr>Exercice Point de commande</vt:lpstr>
      <vt:lpstr>Présentation PowerPoint</vt:lpstr>
      <vt:lpstr>Solution</vt:lpstr>
      <vt:lpstr>Exercice Point de commande (suite)</vt:lpstr>
      <vt:lpstr>Solution</vt:lpstr>
      <vt:lpstr>Solution</vt:lpstr>
      <vt:lpstr>Système à double casier</vt:lpstr>
      <vt:lpstr>Réapprovisionnement périodique : Quantité variable – Période fixe</vt:lpstr>
      <vt:lpstr>Réapprovisionnement périodique : Quantité variable – Période fixe</vt:lpstr>
      <vt:lpstr>Réapprovisionnement périodique : Quantité variable – Période fixe</vt:lpstr>
      <vt:lpstr>Exercice Réapprovisionnement périodique</vt:lpstr>
      <vt:lpstr>Solution</vt:lpstr>
      <vt:lpstr>Exercice Réapprovisionnement périodique (suite)</vt:lpstr>
      <vt:lpstr>Solution</vt:lpstr>
      <vt:lpstr>Solution</vt:lpstr>
      <vt:lpstr>Réapprovisionnement périodique : Quantité variable – Période fixe</vt:lpstr>
      <vt:lpstr>Exercice Calcul de l’intervalle optimal</vt:lpstr>
      <vt:lpstr>Solution</vt:lpstr>
      <vt:lpstr>Solution</vt:lpstr>
      <vt:lpstr>Utilisation des 2 modèles</vt:lpstr>
      <vt:lpstr>Notions de base…</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veronique poirier</dc:creator>
  <cp:lastModifiedBy>Véronique Poirier</cp:lastModifiedBy>
  <cp:revision>54</cp:revision>
  <dcterms:created xsi:type="dcterms:W3CDTF">2020-06-30T18:50:58Z</dcterms:created>
  <dcterms:modified xsi:type="dcterms:W3CDTF">2026-06-01T15:40:29Z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0x0101001CBA47EBC066B745A5CD7C315910EB78</vt:lpwstr>
  </property>
</Properties>
</file>