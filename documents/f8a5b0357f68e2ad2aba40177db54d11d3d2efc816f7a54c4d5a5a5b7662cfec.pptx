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147482434" r:id="rId2"/>
    <p:sldId id="2147482433" r:id="rId3"/>
    <p:sldId id="271" r:id="rId4"/>
    <p:sldId id="256" r:id="rId5"/>
    <p:sldId id="257" r:id="rId6"/>
    <p:sldId id="258" r:id="rId7"/>
    <p:sldId id="259" r:id="rId8"/>
    <p:sldId id="272" r:id="rId9"/>
    <p:sldId id="269" r:id="rId10"/>
    <p:sldId id="267" r:id="rId11"/>
    <p:sldId id="270" r:id="rId12"/>
    <p:sldId id="2147482435" r:id="rId13"/>
    <p:sldId id="273" r:id="rId14"/>
    <p:sldId id="275" r:id="rId15"/>
    <p:sldId id="277" r:id="rId16"/>
    <p:sldId id="280" r:id="rId17"/>
    <p:sldId id="279" r:id="rId18"/>
    <p:sldId id="274" r:id="rId19"/>
    <p:sldId id="2147482436" r:id="rId20"/>
    <p:sldId id="2147482437" r:id="rId21"/>
    <p:sldId id="214748243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9F2F7B-CB80-4806-B24F-7D2E7E85EB62}" v="15" dt="2026-09-24T22:40:24.2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624" y="62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e-Christine Albert" userId="92be09ad-f68b-4da4-9d23-5d96f19a2174" providerId="ADAL" clId="{0D4468B7-707B-4BE9-8337-A7AE689FF0DB}"/>
    <pc:docChg chg="undo redo custSel addSld delSld modSld sldOrd addSection delSection">
      <pc:chgData name="Marie-Christine Albert" userId="92be09ad-f68b-4da4-9d23-5d96f19a2174" providerId="ADAL" clId="{0D4468B7-707B-4BE9-8337-A7AE689FF0DB}" dt="2026-09-24T22:43:25.144" v="4409" actId="1076"/>
      <pc:docMkLst>
        <pc:docMk/>
      </pc:docMkLst>
      <pc:sldChg chg="addSp delSp modSp mod">
        <pc:chgData name="Marie-Christine Albert" userId="92be09ad-f68b-4da4-9d23-5d96f19a2174" providerId="ADAL" clId="{0D4468B7-707B-4BE9-8337-A7AE689FF0DB}" dt="2026-09-21T01:49:46.603" v="3299" actId="1035"/>
        <pc:sldMkLst>
          <pc:docMk/>
          <pc:sldMk cId="0" sldId="256"/>
        </pc:sldMkLst>
        <pc:spChg chg="mod">
          <ac:chgData name="Marie-Christine Albert" userId="92be09ad-f68b-4da4-9d23-5d96f19a2174" providerId="ADAL" clId="{0D4468B7-707B-4BE9-8337-A7AE689FF0DB}" dt="2026-09-15T23:55:05.239" v="751" actId="207"/>
          <ac:spMkLst>
            <pc:docMk/>
            <pc:sldMk cId="0" sldId="256"/>
            <ac:spMk id="2" creationId="{00000000-0000-0000-0000-000000000000}"/>
          </ac:spMkLst>
        </pc:spChg>
        <pc:spChg chg="add mod">
          <ac:chgData name="Marie-Christine Albert" userId="92be09ad-f68b-4da4-9d23-5d96f19a2174" providerId="ADAL" clId="{0D4468B7-707B-4BE9-8337-A7AE689FF0DB}" dt="2026-09-21T01:49:46.603" v="3299" actId="1035"/>
          <ac:spMkLst>
            <pc:docMk/>
            <pc:sldMk cId="0" sldId="256"/>
            <ac:spMk id="4" creationId="{A5314A62-FA31-59EF-F82A-A65319773B60}"/>
          </ac:spMkLst>
        </pc:spChg>
        <pc:spChg chg="mod">
          <ac:chgData name="Marie-Christine Albert" userId="92be09ad-f68b-4da4-9d23-5d96f19a2174" providerId="ADAL" clId="{0D4468B7-707B-4BE9-8337-A7AE689FF0DB}" dt="2026-09-20T01:55:51.692" v="1616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0T02:31:22.361" v="2503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1T01:46:22.196" v="3279"/>
          <ac:spMkLst>
            <pc:docMk/>
            <pc:sldMk cId="0" sldId="256"/>
            <ac:spMk id="18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0T01:56:56.369" v="1667" actId="20577"/>
          <ac:spMkLst>
            <pc:docMk/>
            <pc:sldMk cId="0" sldId="256"/>
            <ac:spMk id="19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1T01:46:22.196" v="3279"/>
          <ac:spMkLst>
            <pc:docMk/>
            <pc:sldMk cId="0" sldId="256"/>
            <ac:spMk id="20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0T01:57:01.469" v="1668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1T01:46:22.196" v="3279"/>
          <ac:spMkLst>
            <pc:docMk/>
            <pc:sldMk cId="0" sldId="256"/>
            <ac:spMk id="22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0T02:31:39.740" v="2507" actId="107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1T01:46:22.196" v="3279"/>
          <ac:spMkLst>
            <pc:docMk/>
            <pc:sldMk cId="0" sldId="256"/>
            <ac:spMk id="24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1T01:44:12.296" v="3258" actId="20577"/>
          <ac:spMkLst>
            <pc:docMk/>
            <pc:sldMk cId="0" sldId="256"/>
            <ac:spMk id="25" creationId="{00000000-0000-0000-0000-000000000000}"/>
          </ac:spMkLst>
        </pc:spChg>
        <pc:spChg chg="add mod">
          <ac:chgData name="Marie-Christine Albert" userId="92be09ad-f68b-4da4-9d23-5d96f19a2174" providerId="ADAL" clId="{0D4468B7-707B-4BE9-8337-A7AE689FF0DB}" dt="2026-09-20T02:31:55.835" v="2511"/>
          <ac:spMkLst>
            <pc:docMk/>
            <pc:sldMk cId="0" sldId="256"/>
            <ac:spMk id="26" creationId="{493D4AA6-127C-CF30-9BB1-D112D7A26C89}"/>
          </ac:spMkLst>
        </pc:spChg>
        <pc:picChg chg="mod">
          <ac:chgData name="Marie-Christine Albert" userId="92be09ad-f68b-4da4-9d23-5d96f19a2174" providerId="ADAL" clId="{0D4468B7-707B-4BE9-8337-A7AE689FF0DB}" dt="2026-09-20T01:57:05.212" v="1669" actId="14100"/>
          <ac:picMkLst>
            <pc:docMk/>
            <pc:sldMk cId="0" sldId="256"/>
            <ac:picMk id="27" creationId="{5B006804-36FE-4A69-B517-4F07B7D63F95}"/>
          </ac:picMkLst>
        </pc:picChg>
      </pc:sldChg>
      <pc:sldChg chg="addSp delSp modSp add mod setBg">
        <pc:chgData name="Marie-Christine Albert" userId="92be09ad-f68b-4da4-9d23-5d96f19a2174" providerId="ADAL" clId="{0D4468B7-707B-4BE9-8337-A7AE689FF0DB}" dt="2026-09-21T01:49:41.165" v="3295" actId="1076"/>
        <pc:sldMkLst>
          <pc:docMk/>
          <pc:sldMk cId="0" sldId="257"/>
        </pc:sldMkLst>
        <pc:spChg chg="mod">
          <ac:chgData name="Marie-Christine Albert" userId="92be09ad-f68b-4da4-9d23-5d96f19a2174" providerId="ADAL" clId="{0D4468B7-707B-4BE9-8337-A7AE689FF0DB}" dt="2026-09-15T23:55:01.299" v="750" actId="207"/>
          <ac:spMkLst>
            <pc:docMk/>
            <pc:sldMk cId="0" sldId="257"/>
            <ac:spMk id="2" creationId="{00000000-0000-0000-0000-000000000000}"/>
          </ac:spMkLst>
        </pc:spChg>
        <pc:spChg chg="add mod">
          <ac:chgData name="Marie-Christine Albert" userId="92be09ad-f68b-4da4-9d23-5d96f19a2174" providerId="ADAL" clId="{0D4468B7-707B-4BE9-8337-A7AE689FF0DB}" dt="2026-09-21T01:44:24.715" v="3260"/>
          <ac:spMkLst>
            <pc:docMk/>
            <pc:sldMk cId="0" sldId="257"/>
            <ac:spMk id="12" creationId="{EC4B55E2-8928-E293-C879-A5D2EA9E7B28}"/>
          </ac:spMkLst>
        </pc:spChg>
        <pc:spChg chg="mod">
          <ac:chgData name="Marie-Christine Albert" userId="92be09ad-f68b-4da4-9d23-5d96f19a2174" providerId="ADAL" clId="{0D4468B7-707B-4BE9-8337-A7AE689FF0DB}" dt="2026-09-21T01:46:22.196" v="3279"/>
          <ac:spMkLst>
            <pc:docMk/>
            <pc:sldMk cId="0" sldId="257"/>
            <ac:spMk id="14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1T01:46:22.196" v="3279"/>
          <ac:spMkLst>
            <pc:docMk/>
            <pc:sldMk cId="0" sldId="257"/>
            <ac:spMk id="37" creationId="{00000000-0000-0000-0000-000000000000}"/>
          </ac:spMkLst>
        </pc:spChg>
        <pc:spChg chg="add mod">
          <ac:chgData name="Marie-Christine Albert" userId="92be09ad-f68b-4da4-9d23-5d96f19a2174" providerId="ADAL" clId="{0D4468B7-707B-4BE9-8337-A7AE689FF0DB}" dt="2026-09-21T01:49:41.165" v="3295" actId="1076"/>
          <ac:spMkLst>
            <pc:docMk/>
            <pc:sldMk cId="0" sldId="257"/>
            <ac:spMk id="42" creationId="{F14E0F2B-016B-0434-D3BE-E4FC1334A3CD}"/>
          </ac:spMkLst>
        </pc:spChg>
        <pc:spChg chg="mod">
          <ac:chgData name="Marie-Christine Albert" userId="92be09ad-f68b-4da4-9d23-5d96f19a2174" providerId="ADAL" clId="{0D4468B7-707B-4BE9-8337-A7AE689FF0DB}" dt="2026-09-21T01:46:22.196" v="3279"/>
          <ac:spMkLst>
            <pc:docMk/>
            <pc:sldMk cId="0" sldId="257"/>
            <ac:spMk id="43" creationId="{00000000-0000-0000-0000-000000000000}"/>
          </ac:spMkLst>
        </pc:spChg>
        <pc:picChg chg="add mod">
          <ac:chgData name="Marie-Christine Albert" userId="92be09ad-f68b-4da4-9d23-5d96f19a2174" providerId="ADAL" clId="{0D4468B7-707B-4BE9-8337-A7AE689FF0DB}" dt="2026-09-20T02:00:51.818" v="1685" actId="1076"/>
          <ac:picMkLst>
            <pc:docMk/>
            <pc:sldMk cId="0" sldId="257"/>
            <ac:picMk id="27" creationId="{1A57CEB1-C58C-AA93-DAAB-7F0B2561A5B8}"/>
          </ac:picMkLst>
        </pc:picChg>
      </pc:sldChg>
      <pc:sldChg chg="addSp delSp modSp add mod setBg">
        <pc:chgData name="Marie-Christine Albert" userId="92be09ad-f68b-4da4-9d23-5d96f19a2174" providerId="ADAL" clId="{0D4468B7-707B-4BE9-8337-A7AE689FF0DB}" dt="2026-09-21T01:49:36.022" v="3294" actId="1076"/>
        <pc:sldMkLst>
          <pc:docMk/>
          <pc:sldMk cId="0" sldId="258"/>
        </pc:sldMkLst>
        <pc:spChg chg="mod">
          <ac:chgData name="Marie-Christine Albert" userId="92be09ad-f68b-4da4-9d23-5d96f19a2174" providerId="ADAL" clId="{0D4468B7-707B-4BE9-8337-A7AE689FF0DB}" dt="2026-09-15T23:54:54.652" v="749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0T02:32:07.552" v="2514" actId="1076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Marie-Christine Albert" userId="92be09ad-f68b-4da4-9d23-5d96f19a2174" providerId="ADAL" clId="{0D4468B7-707B-4BE9-8337-A7AE689FF0DB}" dt="2026-09-21T01:44:28.190" v="3262"/>
          <ac:spMkLst>
            <pc:docMk/>
            <pc:sldMk cId="0" sldId="258"/>
            <ac:spMk id="12" creationId="{E76DCA72-5A0E-3544-14AE-80B37CD83F75}"/>
          </ac:spMkLst>
        </pc:spChg>
        <pc:spChg chg="mod">
          <ac:chgData name="Marie-Christine Albert" userId="92be09ad-f68b-4da4-9d23-5d96f19a2174" providerId="ADAL" clId="{0D4468B7-707B-4BE9-8337-A7AE689FF0DB}" dt="2026-09-20T02:32:10.562" v="2515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1T01:46:22.196" v="3279"/>
          <ac:spMkLst>
            <pc:docMk/>
            <pc:sldMk cId="0" sldId="258"/>
            <ac:spMk id="39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1T01:46:22.196" v="3279"/>
          <ac:spMkLst>
            <pc:docMk/>
            <pc:sldMk cId="0" sldId="258"/>
            <ac:spMk id="55" creationId="{00000000-0000-0000-0000-000000000000}"/>
          </ac:spMkLst>
        </pc:spChg>
        <pc:spChg chg="add mod">
          <ac:chgData name="Marie-Christine Albert" userId="92be09ad-f68b-4da4-9d23-5d96f19a2174" providerId="ADAL" clId="{0D4468B7-707B-4BE9-8337-A7AE689FF0DB}" dt="2026-09-21T01:49:36.022" v="3294" actId="1076"/>
          <ac:spMkLst>
            <pc:docMk/>
            <pc:sldMk cId="0" sldId="258"/>
            <ac:spMk id="59" creationId="{0888174B-570E-C26C-5566-323231696293}"/>
          </ac:spMkLst>
        </pc:spChg>
      </pc:sldChg>
      <pc:sldChg chg="addSp delSp modSp add mod setBg">
        <pc:chgData name="Marie-Christine Albert" userId="92be09ad-f68b-4da4-9d23-5d96f19a2174" providerId="ADAL" clId="{0D4468B7-707B-4BE9-8337-A7AE689FF0DB}" dt="2026-09-21T01:49:31.381" v="3293" actId="1076"/>
        <pc:sldMkLst>
          <pc:docMk/>
          <pc:sldMk cId="0" sldId="259"/>
        </pc:sldMkLst>
        <pc:spChg chg="mod">
          <ac:chgData name="Marie-Christine Albert" userId="92be09ad-f68b-4da4-9d23-5d96f19a2174" providerId="ADAL" clId="{0D4468B7-707B-4BE9-8337-A7AE689FF0DB}" dt="2026-09-15T23:54:48.951" v="748" actId="207"/>
          <ac:spMkLst>
            <pc:docMk/>
            <pc:sldMk cId="0" sldId="259"/>
            <ac:spMk id="2" creationId="{00000000-0000-0000-0000-000000000000}"/>
          </ac:spMkLst>
        </pc:spChg>
        <pc:spChg chg="add mod">
          <ac:chgData name="Marie-Christine Albert" userId="92be09ad-f68b-4da4-9d23-5d96f19a2174" providerId="ADAL" clId="{0D4468B7-707B-4BE9-8337-A7AE689FF0DB}" dt="2026-09-21T01:44:33.056" v="3264"/>
          <ac:spMkLst>
            <pc:docMk/>
            <pc:sldMk cId="0" sldId="259"/>
            <ac:spMk id="15" creationId="{74E56F9A-9545-F104-9D11-738F7644BE81}"/>
          </ac:spMkLst>
        </pc:spChg>
        <pc:spChg chg="mod">
          <ac:chgData name="Marie-Christine Albert" userId="92be09ad-f68b-4da4-9d23-5d96f19a2174" providerId="ADAL" clId="{0D4468B7-707B-4BE9-8337-A7AE689FF0DB}" dt="2026-08-31T20:28:50.441" v="3" actId="14100"/>
          <ac:spMkLst>
            <pc:docMk/>
            <pc:sldMk cId="0" sldId="259"/>
            <ac:spMk id="22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1T01:46:22.196" v="3279"/>
          <ac:spMkLst>
            <pc:docMk/>
            <pc:sldMk cId="0" sldId="259"/>
            <ac:spMk id="28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0T02:04:49.443" v="1748" actId="6549"/>
          <ac:spMkLst>
            <pc:docMk/>
            <pc:sldMk cId="0" sldId="259"/>
            <ac:spMk id="36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1T01:46:22.196" v="3279"/>
          <ac:spMkLst>
            <pc:docMk/>
            <pc:sldMk cId="0" sldId="259"/>
            <ac:spMk id="58" creationId="{00000000-0000-0000-0000-000000000000}"/>
          </ac:spMkLst>
        </pc:spChg>
        <pc:spChg chg="add mod">
          <ac:chgData name="Marie-Christine Albert" userId="92be09ad-f68b-4da4-9d23-5d96f19a2174" providerId="ADAL" clId="{0D4468B7-707B-4BE9-8337-A7AE689FF0DB}" dt="2026-09-21T01:49:31.381" v="3293" actId="1076"/>
          <ac:spMkLst>
            <pc:docMk/>
            <pc:sldMk cId="0" sldId="259"/>
            <ac:spMk id="63" creationId="{A3B98CEA-9E4D-50A1-3691-353645EDD31C}"/>
          </ac:spMkLst>
        </pc:spChg>
      </pc:sldChg>
      <pc:sldChg chg="addSp delSp modSp add mod setBg">
        <pc:chgData name="Marie-Christine Albert" userId="92be09ad-f68b-4da4-9d23-5d96f19a2174" providerId="ADAL" clId="{0D4468B7-707B-4BE9-8337-A7AE689FF0DB}" dt="2026-09-21T01:49:08.730" v="3289" actId="1076"/>
        <pc:sldMkLst>
          <pc:docMk/>
          <pc:sldMk cId="0" sldId="267"/>
        </pc:sldMkLst>
        <pc:spChg chg="mod">
          <ac:chgData name="Marie-Christine Albert" userId="92be09ad-f68b-4da4-9d23-5d96f19a2174" providerId="ADAL" clId="{0D4468B7-707B-4BE9-8337-A7AE689FF0DB}" dt="2026-09-07T20:58:18.554" v="704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07T20:58:24.065" v="731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0T02:07:16.748" v="1769" actId="6549"/>
          <ac:spMkLst>
            <pc:docMk/>
            <pc:sldMk cId="0" sldId="267"/>
            <ac:spMk id="7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1T01:46:22.196" v="3279"/>
          <ac:spMkLst>
            <pc:docMk/>
            <pc:sldMk cId="0" sldId="267"/>
            <ac:spMk id="10" creationId="{00000000-0000-0000-0000-000000000000}"/>
          </ac:spMkLst>
        </pc:spChg>
        <pc:spChg chg="add mod">
          <ac:chgData name="Marie-Christine Albert" userId="92be09ad-f68b-4da4-9d23-5d96f19a2174" providerId="ADAL" clId="{0D4468B7-707B-4BE9-8337-A7AE689FF0DB}" dt="2026-09-21T01:44:44.067" v="3268"/>
          <ac:spMkLst>
            <pc:docMk/>
            <pc:sldMk cId="0" sldId="267"/>
            <ac:spMk id="11" creationId="{B5555D4B-7E80-E78E-D36A-73B1359D18B2}"/>
          </ac:spMkLst>
        </pc:spChg>
        <pc:spChg chg="mod">
          <ac:chgData name="Marie-Christine Albert" userId="92be09ad-f68b-4da4-9d23-5d96f19a2174" providerId="ADAL" clId="{0D4468B7-707B-4BE9-8337-A7AE689FF0DB}" dt="2026-09-20T02:07:23.638" v="1770" actId="6549"/>
          <ac:spMkLst>
            <pc:docMk/>
            <pc:sldMk cId="0" sldId="267"/>
            <ac:spMk id="15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1T01:46:22.196" v="3279"/>
          <ac:spMkLst>
            <pc:docMk/>
            <pc:sldMk cId="0" sldId="267"/>
            <ac:spMk id="18" creationId="{00000000-0000-0000-0000-000000000000}"/>
          </ac:spMkLst>
        </pc:spChg>
        <pc:spChg chg="add mod">
          <ac:chgData name="Marie-Christine Albert" userId="92be09ad-f68b-4da4-9d23-5d96f19a2174" providerId="ADAL" clId="{0D4468B7-707B-4BE9-8337-A7AE689FF0DB}" dt="2026-09-21T01:49:08.730" v="3289" actId="1076"/>
          <ac:spMkLst>
            <pc:docMk/>
            <pc:sldMk cId="0" sldId="267"/>
            <ac:spMk id="26" creationId="{BBFC5A2D-00D1-4086-46FB-49E969B08CA1}"/>
          </ac:spMkLst>
        </pc:spChg>
      </pc:sldChg>
      <pc:sldChg chg="addSp delSp modSp add mod setBg">
        <pc:chgData name="Marie-Christine Albert" userId="92be09ad-f68b-4da4-9d23-5d96f19a2174" providerId="ADAL" clId="{0D4468B7-707B-4BE9-8337-A7AE689FF0DB}" dt="2026-09-21T01:49:25.108" v="3292" actId="1076"/>
        <pc:sldMkLst>
          <pc:docMk/>
          <pc:sldMk cId="0" sldId="269"/>
        </pc:sldMkLst>
        <pc:spChg chg="mod">
          <ac:chgData name="Marie-Christine Albert" userId="92be09ad-f68b-4da4-9d23-5d96f19a2174" providerId="ADAL" clId="{0D4468B7-707B-4BE9-8337-A7AE689FF0DB}" dt="2026-09-20T01:54:21.472" v="1600" actId="1076"/>
          <ac:spMkLst>
            <pc:docMk/>
            <pc:sldMk cId="0" sldId="269"/>
            <ac:spMk id="4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07T21:04:45.092" v="738" actId="1076"/>
          <ac:spMkLst>
            <pc:docMk/>
            <pc:sldMk cId="0" sldId="269"/>
            <ac:spMk id="6" creationId="{00000000-0000-0000-0000-000000000000}"/>
          </ac:spMkLst>
        </pc:spChg>
        <pc:spChg chg="add mod">
          <ac:chgData name="Marie-Christine Albert" userId="92be09ad-f68b-4da4-9d23-5d96f19a2174" providerId="ADAL" clId="{0D4468B7-707B-4BE9-8337-A7AE689FF0DB}" dt="2026-09-21T01:44:39.555" v="3266"/>
          <ac:spMkLst>
            <pc:docMk/>
            <pc:sldMk cId="0" sldId="269"/>
            <ac:spMk id="8" creationId="{94D4C457-930C-0133-FC46-A429BF30051F}"/>
          </ac:spMkLst>
        </pc:spChg>
        <pc:spChg chg="mod">
          <ac:chgData name="Marie-Christine Albert" userId="92be09ad-f68b-4da4-9d23-5d96f19a2174" providerId="ADAL" clId="{0D4468B7-707B-4BE9-8337-A7AE689FF0DB}" dt="2026-09-21T01:46:22.196" v="3279"/>
          <ac:spMkLst>
            <pc:docMk/>
            <pc:sldMk cId="0" sldId="269"/>
            <ac:spMk id="9" creationId="{00000000-0000-0000-0000-000000000000}"/>
          </ac:spMkLst>
        </pc:spChg>
        <pc:spChg chg="add mod">
          <ac:chgData name="Marie-Christine Albert" userId="92be09ad-f68b-4da4-9d23-5d96f19a2174" providerId="ADAL" clId="{0D4468B7-707B-4BE9-8337-A7AE689FF0DB}" dt="2026-09-21T01:49:25.108" v="3292" actId="1076"/>
          <ac:spMkLst>
            <pc:docMk/>
            <pc:sldMk cId="0" sldId="269"/>
            <ac:spMk id="14" creationId="{DD2B0294-773C-7F56-3484-75DD0EC5A902}"/>
          </ac:spMkLst>
        </pc:spChg>
        <pc:spChg chg="mod">
          <ac:chgData name="Marie-Christine Albert" userId="92be09ad-f68b-4da4-9d23-5d96f19a2174" providerId="ADAL" clId="{0D4468B7-707B-4BE9-8337-A7AE689FF0DB}" dt="2026-09-21T01:48:49.910" v="3286" actId="1076"/>
          <ac:spMkLst>
            <pc:docMk/>
            <pc:sldMk cId="0" sldId="269"/>
            <ac:spMk id="26" creationId="{00000000-0000-0000-0000-000000000000}"/>
          </ac:spMkLst>
        </pc:spChg>
        <pc:picChg chg="add mod">
          <ac:chgData name="Marie-Christine Albert" userId="92be09ad-f68b-4da4-9d23-5d96f19a2174" providerId="ADAL" clId="{0D4468B7-707B-4BE9-8337-A7AE689FF0DB}" dt="2026-09-21T01:48:51.649" v="3287" actId="14100"/>
          <ac:picMkLst>
            <pc:docMk/>
            <pc:sldMk cId="0" sldId="269"/>
            <ac:picMk id="1026" creationId="{F19CF78D-E486-1E9E-0389-BA8CFFE1A73A}"/>
          </ac:picMkLst>
        </pc:picChg>
      </pc:sldChg>
      <pc:sldChg chg="addSp delSp modSp add del mod setBg">
        <pc:chgData name="Marie-Christine Albert" userId="92be09ad-f68b-4da4-9d23-5d96f19a2174" providerId="ADAL" clId="{0D4468B7-707B-4BE9-8337-A7AE689FF0DB}" dt="2026-09-21T01:49:14.646" v="3290" actId="1076"/>
        <pc:sldMkLst>
          <pc:docMk/>
          <pc:sldMk cId="0" sldId="270"/>
        </pc:sldMkLst>
        <pc:spChg chg="mod">
          <ac:chgData name="Marie-Christine Albert" userId="92be09ad-f68b-4da4-9d23-5d96f19a2174" providerId="ADAL" clId="{0D4468B7-707B-4BE9-8337-A7AE689FF0DB}" dt="2026-09-20T00:06:36.170" v="855" actId="20577"/>
          <ac:spMkLst>
            <pc:docMk/>
            <pc:sldMk cId="0" sldId="270"/>
            <ac:spMk id="3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0T02:40:05.607" v="2619" actId="14100"/>
          <ac:spMkLst>
            <pc:docMk/>
            <pc:sldMk cId="0" sldId="270"/>
            <ac:spMk id="4" creationId="{00000000-0000-0000-0000-000000000000}"/>
          </ac:spMkLst>
        </pc:spChg>
        <pc:spChg chg="del mod">
          <ac:chgData name="Marie-Christine Albert" userId="92be09ad-f68b-4da4-9d23-5d96f19a2174" providerId="ADAL" clId="{0D4468B7-707B-4BE9-8337-A7AE689FF0DB}" dt="2026-09-20T02:33:46.001" v="2528" actId="1076"/>
          <ac:spMkLst>
            <pc:docMk/>
            <pc:sldMk cId="0" sldId="270"/>
            <ac:spMk id="5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0T02:40:18.050" v="2625" actId="20577"/>
          <ac:spMkLst>
            <pc:docMk/>
            <pc:sldMk cId="0" sldId="270"/>
            <ac:spMk id="6" creationId="{00000000-0000-0000-0000-000000000000}"/>
          </ac:spMkLst>
        </pc:spChg>
        <pc:spChg chg="add mod">
          <ac:chgData name="Marie-Christine Albert" userId="92be09ad-f68b-4da4-9d23-5d96f19a2174" providerId="ADAL" clId="{0D4468B7-707B-4BE9-8337-A7AE689FF0DB}" dt="2026-09-21T01:44:48.643" v="3270"/>
          <ac:spMkLst>
            <pc:docMk/>
            <pc:sldMk cId="0" sldId="270"/>
            <ac:spMk id="7" creationId="{87F56A4A-243A-81F5-1BE4-AD79252BB82E}"/>
          </ac:spMkLst>
        </pc:spChg>
        <pc:spChg chg="del mod">
          <ac:chgData name="Marie-Christine Albert" userId="92be09ad-f68b-4da4-9d23-5d96f19a2174" providerId="ADAL" clId="{0D4468B7-707B-4BE9-8337-A7AE689FF0DB}" dt="2026-09-20T02:40:48.521" v="2643" actId="14100"/>
          <ac:spMkLst>
            <pc:docMk/>
            <pc:sldMk cId="0" sldId="270"/>
            <ac:spMk id="11" creationId="{00000000-0000-0000-0000-000000000000}"/>
          </ac:spMkLst>
        </pc:spChg>
        <pc:spChg chg="del mod">
          <ac:chgData name="Marie-Christine Albert" userId="92be09ad-f68b-4da4-9d23-5d96f19a2174" providerId="ADAL" clId="{0D4468B7-707B-4BE9-8337-A7AE689FF0DB}" dt="2026-09-21T01:46:22.196" v="3279"/>
          <ac:spMkLst>
            <pc:docMk/>
            <pc:sldMk cId="0" sldId="270"/>
            <ac:spMk id="12" creationId="{00000000-0000-0000-0000-000000000000}"/>
          </ac:spMkLst>
        </pc:spChg>
        <pc:spChg chg="del mod">
          <ac:chgData name="Marie-Christine Albert" userId="92be09ad-f68b-4da4-9d23-5d96f19a2174" providerId="ADAL" clId="{0D4468B7-707B-4BE9-8337-A7AE689FF0DB}" dt="2026-09-20T02:40:33.627" v="2637" actId="1076"/>
          <ac:spMkLst>
            <pc:docMk/>
            <pc:sldMk cId="0" sldId="270"/>
            <ac:spMk id="14" creationId="{00000000-0000-0000-0000-000000000000}"/>
          </ac:spMkLst>
        </pc:spChg>
        <pc:spChg chg="del mod">
          <ac:chgData name="Marie-Christine Albert" userId="92be09ad-f68b-4da4-9d23-5d96f19a2174" providerId="ADAL" clId="{0D4468B7-707B-4BE9-8337-A7AE689FF0DB}" dt="2026-09-20T02:33:54.492" v="2529" actId="1076"/>
          <ac:spMkLst>
            <pc:docMk/>
            <pc:sldMk cId="0" sldId="270"/>
            <ac:spMk id="15" creationId="{00000000-0000-0000-0000-000000000000}"/>
          </ac:spMkLst>
        </pc:spChg>
        <pc:spChg chg="del mod">
          <ac:chgData name="Marie-Christine Albert" userId="92be09ad-f68b-4da4-9d23-5d96f19a2174" providerId="ADAL" clId="{0D4468B7-707B-4BE9-8337-A7AE689FF0DB}" dt="2026-09-20T02:40:23.746" v="2629" actId="14100"/>
          <ac:spMkLst>
            <pc:docMk/>
            <pc:sldMk cId="0" sldId="270"/>
            <ac:spMk id="16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0T02:40:46.234" v="2642" actId="14100"/>
          <ac:spMkLst>
            <pc:docMk/>
            <pc:sldMk cId="0" sldId="270"/>
            <ac:spMk id="21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1T01:46:22.196" v="3279"/>
          <ac:spMkLst>
            <pc:docMk/>
            <pc:sldMk cId="0" sldId="270"/>
            <ac:spMk id="22" creationId="{00000000-0000-0000-0000-000000000000}"/>
          </ac:spMkLst>
        </pc:spChg>
        <pc:spChg chg="add mod">
          <ac:chgData name="Marie-Christine Albert" userId="92be09ad-f68b-4da4-9d23-5d96f19a2174" providerId="ADAL" clId="{0D4468B7-707B-4BE9-8337-A7AE689FF0DB}" dt="2026-09-21T01:49:14.646" v="3290" actId="1076"/>
          <ac:spMkLst>
            <pc:docMk/>
            <pc:sldMk cId="0" sldId="270"/>
            <ac:spMk id="56" creationId="{49C8E74E-DCAD-9303-3312-0704FD03BB19}"/>
          </ac:spMkLst>
        </pc:spChg>
        <pc:picChg chg="add mod">
          <ac:chgData name="Marie-Christine Albert" userId="92be09ad-f68b-4da4-9d23-5d96f19a2174" providerId="ADAL" clId="{0D4468B7-707B-4BE9-8337-A7AE689FF0DB}" dt="2026-09-20T02:33:46.001" v="2528" actId="1076"/>
          <ac:picMkLst>
            <pc:docMk/>
            <pc:sldMk cId="0" sldId="270"/>
            <ac:picMk id="40" creationId="{ED122072-716F-E4A9-B4D6-BF90D0D35789}"/>
          </ac:picMkLst>
        </pc:picChg>
        <pc:picChg chg="add mod">
          <ac:chgData name="Marie-Christine Albert" userId="92be09ad-f68b-4da4-9d23-5d96f19a2174" providerId="ADAL" clId="{0D4468B7-707B-4BE9-8337-A7AE689FF0DB}" dt="2026-09-20T02:33:54.492" v="2529" actId="1076"/>
          <ac:picMkLst>
            <pc:docMk/>
            <pc:sldMk cId="0" sldId="270"/>
            <ac:picMk id="42" creationId="{BEE78143-011C-982A-0902-204BCBACB720}"/>
          </ac:picMkLst>
        </pc:picChg>
        <pc:picChg chg="add mod">
          <ac:chgData name="Marie-Christine Albert" userId="92be09ad-f68b-4da4-9d23-5d96f19a2174" providerId="ADAL" clId="{0D4468B7-707B-4BE9-8337-A7AE689FF0DB}" dt="2026-09-20T02:40:29.002" v="2633" actId="1076"/>
          <ac:picMkLst>
            <pc:docMk/>
            <pc:sldMk cId="0" sldId="270"/>
            <ac:picMk id="45" creationId="{52835238-B8C9-7F1A-E18D-AD728927A47B}"/>
          </ac:picMkLst>
        </pc:picChg>
        <pc:picChg chg="add mod">
          <ac:chgData name="Marie-Christine Albert" userId="92be09ad-f68b-4da4-9d23-5d96f19a2174" providerId="ADAL" clId="{0D4468B7-707B-4BE9-8337-A7AE689FF0DB}" dt="2026-09-20T02:40:37.828" v="2639" actId="1076"/>
          <ac:picMkLst>
            <pc:docMk/>
            <pc:sldMk cId="0" sldId="270"/>
            <ac:picMk id="46" creationId="{CDB24D2B-27BF-CCA5-3E51-EA7BAEBF8473}"/>
          </ac:picMkLst>
        </pc:picChg>
      </pc:sldChg>
      <pc:sldChg chg="addSp delSp new mod modClrScheme chgLayout">
        <pc:chgData name="Marie-Christine Albert" userId="92be09ad-f68b-4da4-9d23-5d96f19a2174" providerId="ADAL" clId="{0D4468B7-707B-4BE9-8337-A7AE689FF0DB}" dt="2026-09-20T00:37:23.241" v="1100"/>
        <pc:sldMkLst>
          <pc:docMk/>
          <pc:sldMk cId="3172239950" sldId="271"/>
        </pc:sldMkLst>
        <pc:picChg chg="add">
          <ac:chgData name="Marie-Christine Albert" userId="92be09ad-f68b-4da4-9d23-5d96f19a2174" providerId="ADAL" clId="{0D4468B7-707B-4BE9-8337-A7AE689FF0DB}" dt="2026-09-20T00:37:23.241" v="1100"/>
          <ac:picMkLst>
            <pc:docMk/>
            <pc:sldMk cId="3172239950" sldId="271"/>
            <ac:picMk id="2050" creationId="{C5035DB3-DFF5-C3B3-B375-B07847516864}"/>
          </ac:picMkLst>
        </pc:picChg>
      </pc:sldChg>
      <pc:sldChg chg="addSp new ord">
        <pc:chgData name="Marie-Christine Albert" userId="92be09ad-f68b-4da4-9d23-5d96f19a2174" providerId="ADAL" clId="{0D4468B7-707B-4BE9-8337-A7AE689FF0DB}" dt="2026-09-20T02:01:30.736" v="1708"/>
        <pc:sldMkLst>
          <pc:docMk/>
          <pc:sldMk cId="326879428" sldId="272"/>
        </pc:sldMkLst>
        <pc:picChg chg="add">
          <ac:chgData name="Marie-Christine Albert" userId="92be09ad-f68b-4da4-9d23-5d96f19a2174" providerId="ADAL" clId="{0D4468B7-707B-4BE9-8337-A7AE689FF0DB}" dt="2026-09-20T00:38:27.570" v="1102"/>
          <ac:picMkLst>
            <pc:docMk/>
            <pc:sldMk cId="326879428" sldId="272"/>
            <ac:picMk id="3074" creationId="{8C4497C6-E04E-0202-6744-105774F8EB93}"/>
          </ac:picMkLst>
        </pc:picChg>
      </pc:sldChg>
      <pc:sldChg chg="addSp modSp new">
        <pc:chgData name="Marie-Christine Albert" userId="92be09ad-f68b-4da4-9d23-5d96f19a2174" providerId="ADAL" clId="{0D4468B7-707B-4BE9-8337-A7AE689FF0DB}" dt="2026-09-20T00:43:18.246" v="1110" actId="1035"/>
        <pc:sldMkLst>
          <pc:docMk/>
          <pc:sldMk cId="130835485" sldId="273"/>
        </pc:sldMkLst>
        <pc:picChg chg="add mod">
          <ac:chgData name="Marie-Christine Albert" userId="92be09ad-f68b-4da4-9d23-5d96f19a2174" providerId="ADAL" clId="{0D4468B7-707B-4BE9-8337-A7AE689FF0DB}" dt="2026-09-20T00:43:18.246" v="1110" actId="1035"/>
          <ac:picMkLst>
            <pc:docMk/>
            <pc:sldMk cId="130835485" sldId="273"/>
            <ac:picMk id="4098" creationId="{79C7F29D-BFCD-B43C-1FA3-0473E1823857}"/>
          </ac:picMkLst>
        </pc:picChg>
      </pc:sldChg>
      <pc:sldChg chg="addSp new">
        <pc:chgData name="Marie-Christine Albert" userId="92be09ad-f68b-4da4-9d23-5d96f19a2174" providerId="ADAL" clId="{0D4468B7-707B-4BE9-8337-A7AE689FF0DB}" dt="2026-09-20T00:54:25.464" v="1112"/>
        <pc:sldMkLst>
          <pc:docMk/>
          <pc:sldMk cId="91448999" sldId="274"/>
        </pc:sldMkLst>
        <pc:picChg chg="add">
          <ac:chgData name="Marie-Christine Albert" userId="92be09ad-f68b-4da4-9d23-5d96f19a2174" providerId="ADAL" clId="{0D4468B7-707B-4BE9-8337-A7AE689FF0DB}" dt="2026-09-20T00:54:25.464" v="1112"/>
          <ac:picMkLst>
            <pc:docMk/>
            <pc:sldMk cId="91448999" sldId="274"/>
            <ac:picMk id="5122" creationId="{6247F2B6-0FF2-BEDB-B56F-4D993E89AB4A}"/>
          </ac:picMkLst>
        </pc:picChg>
      </pc:sldChg>
      <pc:sldChg chg="addSp delSp modSp add mod">
        <pc:chgData name="Marie-Christine Albert" userId="92be09ad-f68b-4da4-9d23-5d96f19a2174" providerId="ADAL" clId="{0D4468B7-707B-4BE9-8337-A7AE689FF0DB}" dt="2026-09-21T01:49:59.768" v="3302" actId="1035"/>
        <pc:sldMkLst>
          <pc:docMk/>
          <pc:sldMk cId="0" sldId="275"/>
        </pc:sldMkLst>
        <pc:spChg chg="mod">
          <ac:chgData name="Marie-Christine Albert" userId="92be09ad-f68b-4da4-9d23-5d96f19a2174" providerId="ADAL" clId="{0D4468B7-707B-4BE9-8337-A7AE689FF0DB}" dt="2026-09-20T01:18:15.889" v="1180" actId="20577"/>
          <ac:spMkLst>
            <pc:docMk/>
            <pc:sldMk cId="0" sldId="275"/>
            <ac:spMk id="3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0T01:09:48.146" v="1134" actId="1076"/>
          <ac:spMkLst>
            <pc:docMk/>
            <pc:sldMk cId="0" sldId="275"/>
            <ac:spMk id="4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0T02:11:53.035" v="1797" actId="1076"/>
          <ac:spMkLst>
            <pc:docMk/>
            <pc:sldMk cId="0" sldId="275"/>
            <ac:spMk id="8" creationId="{00000000-0000-0000-0000-000000000000}"/>
          </ac:spMkLst>
        </pc:spChg>
        <pc:spChg chg="add mod">
          <ac:chgData name="Marie-Christine Albert" userId="92be09ad-f68b-4da4-9d23-5d96f19a2174" providerId="ADAL" clId="{0D4468B7-707B-4BE9-8337-A7AE689FF0DB}" dt="2026-09-21T01:44:57.262" v="3274"/>
          <ac:spMkLst>
            <pc:docMk/>
            <pc:sldMk cId="0" sldId="275"/>
            <ac:spMk id="11" creationId="{0E615FF3-7CA3-AF0D-8C96-B71687982B50}"/>
          </ac:spMkLst>
        </pc:spChg>
        <pc:spChg chg="add mod">
          <ac:chgData name="Marie-Christine Albert" userId="92be09ad-f68b-4da4-9d23-5d96f19a2174" providerId="ADAL" clId="{0D4468B7-707B-4BE9-8337-A7AE689FF0DB}" dt="2026-09-21T01:49:59.768" v="3302" actId="1035"/>
          <ac:spMkLst>
            <pc:docMk/>
            <pc:sldMk cId="0" sldId="275"/>
            <ac:spMk id="12" creationId="{2482B696-BA47-B408-C3D6-154424E6BE06}"/>
          </ac:spMkLst>
        </pc:spChg>
        <pc:spChg chg="mod">
          <ac:chgData name="Marie-Christine Albert" userId="92be09ad-f68b-4da4-9d23-5d96f19a2174" providerId="ADAL" clId="{0D4468B7-707B-4BE9-8337-A7AE689FF0DB}" dt="2026-09-21T01:46:22.196" v="3279"/>
          <ac:spMkLst>
            <pc:docMk/>
            <pc:sldMk cId="0" sldId="275"/>
            <ac:spMk id="21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1T01:46:22.196" v="3279"/>
          <ac:spMkLst>
            <pc:docMk/>
            <pc:sldMk cId="0" sldId="275"/>
            <ac:spMk id="32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1T01:46:22.196" v="3279"/>
          <ac:spMkLst>
            <pc:docMk/>
            <pc:sldMk cId="0" sldId="275"/>
            <ac:spMk id="48" creationId="{00000000-0000-0000-0000-000000000000}"/>
          </ac:spMkLst>
        </pc:spChg>
        <pc:picChg chg="add mod">
          <ac:chgData name="Marie-Christine Albert" userId="92be09ad-f68b-4da4-9d23-5d96f19a2174" providerId="ADAL" clId="{0D4468B7-707B-4BE9-8337-A7AE689FF0DB}" dt="2026-09-20T02:13:04.580" v="1812" actId="1076"/>
          <ac:picMkLst>
            <pc:docMk/>
            <pc:sldMk cId="0" sldId="275"/>
            <ac:picMk id="37" creationId="{82A438A4-7449-7B39-8241-8DB96B553250}"/>
          </ac:picMkLst>
        </pc:picChg>
        <pc:picChg chg="mod">
          <ac:chgData name="Marie-Christine Albert" userId="92be09ad-f68b-4da4-9d23-5d96f19a2174" providerId="ADAL" clId="{0D4468B7-707B-4BE9-8337-A7AE689FF0DB}" dt="2026-09-20T01:09:58.365" v="1139" actId="1076"/>
          <ac:picMkLst>
            <pc:docMk/>
            <pc:sldMk cId="0" sldId="275"/>
            <ac:picMk id="53" creationId="{D577F30D-5795-97A0-526E-5FC49A00E7A4}"/>
          </ac:picMkLst>
        </pc:picChg>
        <pc:picChg chg="add mod">
          <ac:chgData name="Marie-Christine Albert" userId="92be09ad-f68b-4da4-9d23-5d96f19a2174" providerId="ADAL" clId="{0D4468B7-707B-4BE9-8337-A7AE689FF0DB}" dt="2026-09-20T02:10:38.889" v="1786" actId="1076"/>
          <ac:picMkLst>
            <pc:docMk/>
            <pc:sldMk cId="0" sldId="275"/>
            <ac:picMk id="6148" creationId="{C382C594-3D4F-5E4A-FE5F-9F254C968C3E}"/>
          </ac:picMkLst>
        </pc:picChg>
      </pc:sldChg>
      <pc:sldChg chg="addSp delSp modSp add mod">
        <pc:chgData name="Marie-Christine Albert" userId="92be09ad-f68b-4da4-9d23-5d96f19a2174" providerId="ADAL" clId="{0D4468B7-707B-4BE9-8337-A7AE689FF0DB}" dt="2026-09-21T01:56:00.219" v="3535" actId="6549"/>
        <pc:sldMkLst>
          <pc:docMk/>
          <pc:sldMk cId="0" sldId="277"/>
        </pc:sldMkLst>
        <pc:spChg chg="mod">
          <ac:chgData name="Marie-Christine Albert" userId="92be09ad-f68b-4da4-9d23-5d96f19a2174" providerId="ADAL" clId="{0D4468B7-707B-4BE9-8337-A7AE689FF0DB}" dt="2026-09-20T01:14:39.013" v="1159" actId="1076"/>
          <ac:spMkLst>
            <pc:docMk/>
            <pc:sldMk cId="0" sldId="277"/>
            <ac:spMk id="2" creationId="{00000000-0000-0000-0000-000000000000}"/>
          </ac:spMkLst>
        </pc:spChg>
        <pc:spChg chg="add mod">
          <ac:chgData name="Marie-Christine Albert" userId="92be09ad-f68b-4da4-9d23-5d96f19a2174" providerId="ADAL" clId="{0D4468B7-707B-4BE9-8337-A7AE689FF0DB}" dt="2026-09-21T01:45:03.357" v="3276"/>
          <ac:spMkLst>
            <pc:docMk/>
            <pc:sldMk cId="0" sldId="277"/>
            <ac:spMk id="3" creationId="{5D95399D-CDCB-D936-EDCD-674EC9E70214}"/>
          </ac:spMkLst>
        </pc:spChg>
        <pc:spChg chg="mod">
          <ac:chgData name="Marie-Christine Albert" userId="92be09ad-f68b-4da4-9d23-5d96f19a2174" providerId="ADAL" clId="{0D4468B7-707B-4BE9-8337-A7AE689FF0DB}" dt="2026-09-20T01:14:36.024" v="1158" actId="1076"/>
          <ac:spMkLst>
            <pc:docMk/>
            <pc:sldMk cId="0" sldId="277"/>
            <ac:spMk id="4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0T01:14:36.024" v="1158" actId="1076"/>
          <ac:spMkLst>
            <pc:docMk/>
            <pc:sldMk cId="0" sldId="277"/>
            <ac:spMk id="5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0T01:14:36.024" v="1158" actId="1076"/>
          <ac:spMkLst>
            <pc:docMk/>
            <pc:sldMk cId="0" sldId="277"/>
            <ac:spMk id="6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0T01:14:36.024" v="1158" actId="1076"/>
          <ac:spMkLst>
            <pc:docMk/>
            <pc:sldMk cId="0" sldId="277"/>
            <ac:spMk id="7" creationId="{00000000-0000-0000-0000-000000000000}"/>
          </ac:spMkLst>
        </pc:spChg>
        <pc:spChg chg="add mod">
          <ac:chgData name="Marie-Christine Albert" userId="92be09ad-f68b-4da4-9d23-5d96f19a2174" providerId="ADAL" clId="{0D4468B7-707B-4BE9-8337-A7AE689FF0DB}" dt="2026-09-21T01:46:22.196" v="3279"/>
          <ac:spMkLst>
            <pc:docMk/>
            <pc:sldMk cId="0" sldId="277"/>
            <ac:spMk id="11" creationId="{D088FD3C-38E8-042E-935A-4E6BF3FFB1EB}"/>
          </ac:spMkLst>
        </pc:spChg>
        <pc:spChg chg="add mod ord">
          <ac:chgData name="Marie-Christine Albert" userId="92be09ad-f68b-4da4-9d23-5d96f19a2174" providerId="ADAL" clId="{0D4468B7-707B-4BE9-8337-A7AE689FF0DB}" dt="2026-09-20T01:14:26.194" v="1157" actId="1076"/>
          <ac:spMkLst>
            <pc:docMk/>
            <pc:sldMk cId="0" sldId="277"/>
            <ac:spMk id="13" creationId="{A917D468-FEB5-C01C-90F0-0E995F082EAC}"/>
          </ac:spMkLst>
        </pc:spChg>
        <pc:spChg chg="add mod">
          <ac:chgData name="Marie-Christine Albert" userId="92be09ad-f68b-4da4-9d23-5d96f19a2174" providerId="ADAL" clId="{0D4468B7-707B-4BE9-8337-A7AE689FF0DB}" dt="2026-09-20T01:18:25.998" v="1195" actId="20577"/>
          <ac:spMkLst>
            <pc:docMk/>
            <pc:sldMk cId="0" sldId="277"/>
            <ac:spMk id="14" creationId="{27FBCB3E-455C-150E-6E91-A356ACD64EA1}"/>
          </ac:spMkLst>
        </pc:spChg>
        <pc:spChg chg="add del mod">
          <ac:chgData name="Marie-Christine Albert" userId="92be09ad-f68b-4da4-9d23-5d96f19a2174" providerId="ADAL" clId="{0D4468B7-707B-4BE9-8337-A7AE689FF0DB}" dt="2026-09-20T02:14:40.147" v="1842" actId="20577"/>
          <ac:spMkLst>
            <pc:docMk/>
            <pc:sldMk cId="0" sldId="277"/>
            <ac:spMk id="15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0T02:14:23.740" v="1831" actId="20577"/>
          <ac:spMkLst>
            <pc:docMk/>
            <pc:sldMk cId="0" sldId="277"/>
            <ac:spMk id="16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0T02:14:30.641" v="1837" actId="20577"/>
          <ac:spMkLst>
            <pc:docMk/>
            <pc:sldMk cId="0" sldId="277"/>
            <ac:spMk id="17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0T02:14:27.230" v="1834" actId="20577"/>
          <ac:spMkLst>
            <pc:docMk/>
            <pc:sldMk cId="0" sldId="277"/>
            <ac:spMk id="18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0T02:14:34.402" v="1840" actId="20577"/>
          <ac:spMkLst>
            <pc:docMk/>
            <pc:sldMk cId="0" sldId="277"/>
            <ac:spMk id="19" creationId="{00000000-0000-0000-0000-000000000000}"/>
          </ac:spMkLst>
        </pc:spChg>
        <pc:spChg chg="add mod">
          <ac:chgData name="Marie-Christine Albert" userId="92be09ad-f68b-4da4-9d23-5d96f19a2174" providerId="ADAL" clId="{0D4468B7-707B-4BE9-8337-A7AE689FF0DB}" dt="2026-09-21T01:50:05.300" v="3307" actId="1036"/>
          <ac:spMkLst>
            <pc:docMk/>
            <pc:sldMk cId="0" sldId="277"/>
            <ac:spMk id="24" creationId="{E70B37B5-0CAC-AB9D-98BA-A556BBDC5A45}"/>
          </ac:spMkLst>
        </pc:spChg>
        <pc:spChg chg="add mod ord">
          <ac:chgData name="Marie-Christine Albert" userId="92be09ad-f68b-4da4-9d23-5d96f19a2174" providerId="ADAL" clId="{0D4468B7-707B-4BE9-8337-A7AE689FF0DB}" dt="2026-09-21T01:56:00.219" v="3535" actId="6549"/>
          <ac:spMkLst>
            <pc:docMk/>
            <pc:sldMk cId="0" sldId="277"/>
            <ac:spMk id="25" creationId="{DFA941D8-C584-A7CC-D903-C44207B2192C}"/>
          </ac:spMkLst>
        </pc:spChg>
        <pc:picChg chg="add mod">
          <ac:chgData name="Marie-Christine Albert" userId="92be09ad-f68b-4da4-9d23-5d96f19a2174" providerId="ADAL" clId="{0D4468B7-707B-4BE9-8337-A7AE689FF0DB}" dt="2026-09-20T02:37:59.099" v="2577" actId="1440"/>
          <ac:picMkLst>
            <pc:docMk/>
            <pc:sldMk cId="0" sldId="277"/>
            <ac:picMk id="27" creationId="{58FA022D-BEBE-F836-8001-D2DDE3D03ED8}"/>
          </ac:picMkLst>
        </pc:picChg>
      </pc:sldChg>
      <pc:sldChg chg="addSp delSp modSp add mod">
        <pc:chgData name="Marie-Christine Albert" userId="92be09ad-f68b-4da4-9d23-5d96f19a2174" providerId="ADAL" clId="{0D4468B7-707B-4BE9-8337-A7AE689FF0DB}" dt="2026-09-21T01:50:23.923" v="3315" actId="20577"/>
        <pc:sldMkLst>
          <pc:docMk/>
          <pc:sldMk cId="160838629" sldId="279"/>
        </pc:sldMkLst>
        <pc:spChg chg="add mod">
          <ac:chgData name="Marie-Christine Albert" userId="92be09ad-f68b-4da4-9d23-5d96f19a2174" providerId="ADAL" clId="{0D4468B7-707B-4BE9-8337-A7AE689FF0DB}" dt="2026-09-21T01:45:07.387" v="3278"/>
          <ac:spMkLst>
            <pc:docMk/>
            <pc:sldMk cId="160838629" sldId="279"/>
            <ac:spMk id="4" creationId="{944E8895-903D-FBB7-BAAE-3AA3DF3697BF}"/>
          </ac:spMkLst>
        </pc:spChg>
        <pc:spChg chg="add mod">
          <ac:chgData name="Marie-Christine Albert" userId="92be09ad-f68b-4da4-9d23-5d96f19a2174" providerId="ADAL" clId="{0D4468B7-707B-4BE9-8337-A7AE689FF0DB}" dt="2026-09-20T01:46:10.984" v="1538" actId="1076"/>
          <ac:spMkLst>
            <pc:docMk/>
            <pc:sldMk cId="160838629" sldId="279"/>
            <ac:spMk id="25" creationId="{6A4C7019-1A44-4016-F735-81CA971A63C3}"/>
          </ac:spMkLst>
        </pc:spChg>
        <pc:spChg chg="add mod">
          <ac:chgData name="Marie-Christine Albert" userId="92be09ad-f68b-4da4-9d23-5d96f19a2174" providerId="ADAL" clId="{0D4468B7-707B-4BE9-8337-A7AE689FF0DB}" dt="2026-09-20T01:45:59.317" v="1533" actId="14100"/>
          <ac:spMkLst>
            <pc:docMk/>
            <pc:sldMk cId="160838629" sldId="279"/>
            <ac:spMk id="27" creationId="{3833E547-FAE0-AA32-A276-BCB56EC6ACFA}"/>
          </ac:spMkLst>
        </pc:spChg>
        <pc:spChg chg="add mod">
          <ac:chgData name="Marie-Christine Albert" userId="92be09ad-f68b-4da4-9d23-5d96f19a2174" providerId="ADAL" clId="{0D4468B7-707B-4BE9-8337-A7AE689FF0DB}" dt="2026-09-21T01:50:23.923" v="3315" actId="20577"/>
          <ac:spMkLst>
            <pc:docMk/>
            <pc:sldMk cId="160838629" sldId="279"/>
            <ac:spMk id="29" creationId="{315E3213-CE14-2B0A-FEAB-F54B306F4CB7}"/>
          </ac:spMkLst>
        </pc:spChg>
        <pc:spChg chg="add mod">
          <ac:chgData name="Marie-Christine Albert" userId="92be09ad-f68b-4da4-9d23-5d96f19a2174" providerId="ADAL" clId="{0D4468B7-707B-4BE9-8337-A7AE689FF0DB}" dt="2026-09-20T01:46:13.451" v="1539" actId="1076"/>
          <ac:spMkLst>
            <pc:docMk/>
            <pc:sldMk cId="160838629" sldId="279"/>
            <ac:spMk id="31" creationId="{A117A298-659F-5CFA-693E-83DEF32E39F2}"/>
          </ac:spMkLst>
        </pc:spChg>
        <pc:spChg chg="add mod">
          <ac:chgData name="Marie-Christine Albert" userId="92be09ad-f68b-4da4-9d23-5d96f19a2174" providerId="ADAL" clId="{0D4468B7-707B-4BE9-8337-A7AE689FF0DB}" dt="2026-09-20T01:53:03.514" v="1588" actId="1076"/>
          <ac:spMkLst>
            <pc:docMk/>
            <pc:sldMk cId="160838629" sldId="279"/>
            <ac:spMk id="33" creationId="{C057FD56-F748-CBA8-E6FE-E17EAC66A224}"/>
          </ac:spMkLst>
        </pc:spChg>
        <pc:spChg chg="add mod">
          <ac:chgData name="Marie-Christine Albert" userId="92be09ad-f68b-4da4-9d23-5d96f19a2174" providerId="ADAL" clId="{0D4468B7-707B-4BE9-8337-A7AE689FF0DB}" dt="2026-09-20T01:51:50.710" v="1573" actId="1076"/>
          <ac:spMkLst>
            <pc:docMk/>
            <pc:sldMk cId="160838629" sldId="279"/>
            <ac:spMk id="41" creationId="{A452029F-CB74-A3A0-35EC-DC696C23B7EC}"/>
          </ac:spMkLst>
        </pc:spChg>
        <pc:spChg chg="add mod">
          <ac:chgData name="Marie-Christine Albert" userId="92be09ad-f68b-4da4-9d23-5d96f19a2174" providerId="ADAL" clId="{0D4468B7-707B-4BE9-8337-A7AE689FF0DB}" dt="2026-09-21T01:50:20.564" v="3312" actId="20577"/>
          <ac:spMkLst>
            <pc:docMk/>
            <pc:sldMk cId="160838629" sldId="279"/>
            <ac:spMk id="42" creationId="{84480333-50A9-B416-7590-AA1A0184251B}"/>
          </ac:spMkLst>
        </pc:spChg>
        <pc:spChg chg="add mod">
          <ac:chgData name="Marie-Christine Albert" userId="92be09ad-f68b-4da4-9d23-5d96f19a2174" providerId="ADAL" clId="{0D4468B7-707B-4BE9-8337-A7AE689FF0DB}" dt="2026-09-20T02:49:12.785" v="2985" actId="1076"/>
          <ac:spMkLst>
            <pc:docMk/>
            <pc:sldMk cId="160838629" sldId="279"/>
            <ac:spMk id="43" creationId="{CE78D9B9-2C72-6E36-E26A-952C20C9F20F}"/>
          </ac:spMkLst>
        </pc:spChg>
        <pc:spChg chg="add mod">
          <ac:chgData name="Marie-Christine Albert" userId="92be09ad-f68b-4da4-9d23-5d96f19a2174" providerId="ADAL" clId="{0D4468B7-707B-4BE9-8337-A7AE689FF0DB}" dt="2026-09-21T01:46:22.196" v="3279"/>
          <ac:spMkLst>
            <pc:docMk/>
            <pc:sldMk cId="160838629" sldId="279"/>
            <ac:spMk id="73" creationId="{23A03636-6D48-3585-DCA1-C336705839D1}"/>
          </ac:spMkLst>
        </pc:spChg>
        <pc:spChg chg="add mod">
          <ac:chgData name="Marie-Christine Albert" userId="92be09ad-f68b-4da4-9d23-5d96f19a2174" providerId="ADAL" clId="{0D4468B7-707B-4BE9-8337-A7AE689FF0DB}" dt="2026-09-20T01:52:07.308" v="1576" actId="14100"/>
          <ac:spMkLst>
            <pc:docMk/>
            <pc:sldMk cId="160838629" sldId="279"/>
            <ac:spMk id="76" creationId="{BF923EAC-B246-79B6-C2D6-23CCA4BB7B33}"/>
          </ac:spMkLst>
        </pc:spChg>
        <pc:spChg chg="add mod">
          <ac:chgData name="Marie-Christine Albert" userId="92be09ad-f68b-4da4-9d23-5d96f19a2174" providerId="ADAL" clId="{0D4468B7-707B-4BE9-8337-A7AE689FF0DB}" dt="2026-09-21T01:46:22.196" v="3279"/>
          <ac:spMkLst>
            <pc:docMk/>
            <pc:sldMk cId="160838629" sldId="279"/>
            <ac:spMk id="77" creationId="{470F2728-99AF-D316-F52D-FA4F2FD2B016}"/>
          </ac:spMkLst>
        </pc:spChg>
        <pc:spChg chg="add mod">
          <ac:chgData name="Marie-Christine Albert" userId="92be09ad-f68b-4da4-9d23-5d96f19a2174" providerId="ADAL" clId="{0D4468B7-707B-4BE9-8337-A7AE689FF0DB}" dt="2026-09-21T01:50:10.932" v="3308" actId="1076"/>
          <ac:spMkLst>
            <pc:docMk/>
            <pc:sldMk cId="160838629" sldId="279"/>
            <ac:spMk id="81" creationId="{9935E845-453E-57CD-6A76-A98342AD672F}"/>
          </ac:spMkLst>
        </pc:spChg>
        <pc:spChg chg="add mod">
          <ac:chgData name="Marie-Christine Albert" userId="92be09ad-f68b-4da4-9d23-5d96f19a2174" providerId="ADAL" clId="{0D4468B7-707B-4BE9-8337-A7AE689FF0DB}" dt="2026-09-20T02:02:43.573" v="1730"/>
          <ac:spMkLst>
            <pc:docMk/>
            <pc:sldMk cId="160838629" sldId="279"/>
            <ac:spMk id="82" creationId="{7F2EE139-CD60-7B01-88E7-EF6F6D3533CA}"/>
          </ac:spMkLst>
        </pc:spChg>
        <pc:picChg chg="add mod">
          <ac:chgData name="Marie-Christine Albert" userId="92be09ad-f68b-4da4-9d23-5d96f19a2174" providerId="ADAL" clId="{0D4468B7-707B-4BE9-8337-A7AE689FF0DB}" dt="2026-09-20T02:16:04.680" v="1847" actId="1076"/>
          <ac:picMkLst>
            <pc:docMk/>
            <pc:sldMk cId="160838629" sldId="279"/>
            <ac:picMk id="105" creationId="{56E3A91F-24DE-87A5-65E6-E9EA95A9C679}"/>
          </ac:picMkLst>
        </pc:picChg>
        <pc:picChg chg="add mod">
          <ac:chgData name="Marie-Christine Albert" userId="92be09ad-f68b-4da4-9d23-5d96f19a2174" providerId="ADAL" clId="{0D4468B7-707B-4BE9-8337-A7AE689FF0DB}" dt="2026-09-20T02:48:54.177" v="2981" actId="1076"/>
          <ac:picMkLst>
            <pc:docMk/>
            <pc:sldMk cId="160838629" sldId="279"/>
            <ac:picMk id="107" creationId="{CA3ACDFE-35E1-4066-F634-F28E8FF3B274}"/>
          </ac:picMkLst>
        </pc:picChg>
        <pc:picChg chg="add mod">
          <ac:chgData name="Marie-Christine Albert" userId="92be09ad-f68b-4da4-9d23-5d96f19a2174" providerId="ADAL" clId="{0D4468B7-707B-4BE9-8337-A7AE689FF0DB}" dt="2026-09-20T02:49:15.189" v="2986" actId="1076"/>
          <ac:picMkLst>
            <pc:docMk/>
            <pc:sldMk cId="160838629" sldId="279"/>
            <ac:picMk id="9218" creationId="{E4B58C49-4E7E-4C0F-2F5E-48191D134865}"/>
          </ac:picMkLst>
        </pc:picChg>
      </pc:sldChg>
      <pc:sldChg chg="addSp delSp modSp new mod setBg">
        <pc:chgData name="Marie-Christine Albert" userId="92be09ad-f68b-4da4-9d23-5d96f19a2174" providerId="ADAL" clId="{0D4468B7-707B-4BE9-8337-A7AE689FF0DB}" dt="2026-09-21T01:46:22.196" v="3279"/>
        <pc:sldMkLst>
          <pc:docMk/>
          <pc:sldMk cId="4056395680" sldId="280"/>
        </pc:sldMkLst>
        <pc:spChg chg="add mod">
          <ac:chgData name="Marie-Christine Albert" userId="92be09ad-f68b-4da4-9d23-5d96f19a2174" providerId="ADAL" clId="{0D4468B7-707B-4BE9-8337-A7AE689FF0DB}" dt="2026-09-20T01:35:06.647" v="1411"/>
          <ac:spMkLst>
            <pc:docMk/>
            <pc:sldMk cId="4056395680" sldId="280"/>
            <ac:spMk id="2" creationId="{462A7749-ED88-8C4A-CED0-3D6A68D172EC}"/>
          </ac:spMkLst>
        </pc:spChg>
        <pc:spChg chg="add mod">
          <ac:chgData name="Marie-Christine Albert" userId="92be09ad-f68b-4da4-9d23-5d96f19a2174" providerId="ADAL" clId="{0D4468B7-707B-4BE9-8337-A7AE689FF0DB}" dt="2026-09-20T01:35:13.280" v="1412"/>
          <ac:spMkLst>
            <pc:docMk/>
            <pc:sldMk cId="4056395680" sldId="280"/>
            <ac:spMk id="3" creationId="{1B661DA6-330F-C642-DFF0-16474C1B7CE0}"/>
          </ac:spMkLst>
        </pc:spChg>
        <pc:spChg chg="add mod">
          <ac:chgData name="Marie-Christine Albert" userId="92be09ad-f68b-4da4-9d23-5d96f19a2174" providerId="ADAL" clId="{0D4468B7-707B-4BE9-8337-A7AE689FF0DB}" dt="2026-09-20T01:42:00.340" v="1500" actId="1076"/>
          <ac:spMkLst>
            <pc:docMk/>
            <pc:sldMk cId="4056395680" sldId="280"/>
            <ac:spMk id="4" creationId="{FDC6D5F8-6D8A-2E5E-AF79-AA71E72BE17C}"/>
          </ac:spMkLst>
        </pc:spChg>
        <pc:spChg chg="add mod">
          <ac:chgData name="Marie-Christine Albert" userId="92be09ad-f68b-4da4-9d23-5d96f19a2174" providerId="ADAL" clId="{0D4468B7-707B-4BE9-8337-A7AE689FF0DB}" dt="2026-09-20T01:42:11.568" v="1505" actId="14100"/>
          <ac:spMkLst>
            <pc:docMk/>
            <pc:sldMk cId="4056395680" sldId="280"/>
            <ac:spMk id="5" creationId="{04606A54-4988-AC02-C02B-66AF8A334FDB}"/>
          </ac:spMkLst>
        </pc:spChg>
        <pc:spChg chg="add mod">
          <ac:chgData name="Marie-Christine Albert" userId="92be09ad-f68b-4da4-9d23-5d96f19a2174" providerId="ADAL" clId="{0D4468B7-707B-4BE9-8337-A7AE689FF0DB}" dt="2026-09-20T01:42:40.025" v="1511" actId="14100"/>
          <ac:spMkLst>
            <pc:docMk/>
            <pc:sldMk cId="4056395680" sldId="280"/>
            <ac:spMk id="6" creationId="{B70DA3D5-C625-BCD9-54C3-44054B56FB2F}"/>
          </ac:spMkLst>
        </pc:spChg>
        <pc:spChg chg="add mod">
          <ac:chgData name="Marie-Christine Albert" userId="92be09ad-f68b-4da4-9d23-5d96f19a2174" providerId="ADAL" clId="{0D4468B7-707B-4BE9-8337-A7AE689FF0DB}" dt="2026-09-20T01:40:39.325" v="1479" actId="14100"/>
          <ac:spMkLst>
            <pc:docMk/>
            <pc:sldMk cId="4056395680" sldId="280"/>
            <ac:spMk id="7" creationId="{5C211DBF-C30B-DE73-1D9D-19359363FCAD}"/>
          </ac:spMkLst>
        </pc:spChg>
        <pc:spChg chg="add mod">
          <ac:chgData name="Marie-Christine Albert" userId="92be09ad-f68b-4da4-9d23-5d96f19a2174" providerId="ADAL" clId="{0D4468B7-707B-4BE9-8337-A7AE689FF0DB}" dt="2026-09-20T01:41:29.642" v="1495" actId="1076"/>
          <ac:spMkLst>
            <pc:docMk/>
            <pc:sldMk cId="4056395680" sldId="280"/>
            <ac:spMk id="8" creationId="{561F6199-9366-067F-722C-7A2D496ABBA4}"/>
          </ac:spMkLst>
        </pc:spChg>
        <pc:spChg chg="add mod">
          <ac:chgData name="Marie-Christine Albert" userId="92be09ad-f68b-4da4-9d23-5d96f19a2174" providerId="ADAL" clId="{0D4468B7-707B-4BE9-8337-A7AE689FF0DB}" dt="2026-09-20T01:43:25.176" v="1517" actId="1076"/>
          <ac:spMkLst>
            <pc:docMk/>
            <pc:sldMk cId="4056395680" sldId="280"/>
            <ac:spMk id="10" creationId="{DF5BDA26-024B-8818-35E0-C73324CE9B62}"/>
          </ac:spMkLst>
        </pc:spChg>
        <pc:spChg chg="add mod">
          <ac:chgData name="Marie-Christine Albert" userId="92be09ad-f68b-4da4-9d23-5d96f19a2174" providerId="ADAL" clId="{0D4468B7-707B-4BE9-8337-A7AE689FF0DB}" dt="2026-09-20T01:43:25.176" v="1517" actId="1076"/>
          <ac:spMkLst>
            <pc:docMk/>
            <pc:sldMk cId="4056395680" sldId="280"/>
            <ac:spMk id="11" creationId="{62BA12BC-EF61-A032-34B7-71F792A83B96}"/>
          </ac:spMkLst>
        </pc:spChg>
        <pc:spChg chg="add mod">
          <ac:chgData name="Marie-Christine Albert" userId="92be09ad-f68b-4da4-9d23-5d96f19a2174" providerId="ADAL" clId="{0D4468B7-707B-4BE9-8337-A7AE689FF0DB}" dt="2026-09-20T01:43:25.176" v="1517" actId="1076"/>
          <ac:spMkLst>
            <pc:docMk/>
            <pc:sldMk cId="4056395680" sldId="280"/>
            <ac:spMk id="12" creationId="{344D158D-9DCF-75C7-7B42-B767B02B9A57}"/>
          </ac:spMkLst>
        </pc:spChg>
        <pc:spChg chg="add mod">
          <ac:chgData name="Marie-Christine Albert" userId="92be09ad-f68b-4da4-9d23-5d96f19a2174" providerId="ADAL" clId="{0D4468B7-707B-4BE9-8337-A7AE689FF0DB}" dt="2026-09-20T01:43:25.176" v="1517" actId="1076"/>
          <ac:spMkLst>
            <pc:docMk/>
            <pc:sldMk cId="4056395680" sldId="280"/>
            <ac:spMk id="13" creationId="{1D1DCA3D-D262-B77A-0541-0515A7217145}"/>
          </ac:spMkLst>
        </pc:spChg>
        <pc:spChg chg="add mod">
          <ac:chgData name="Marie-Christine Albert" userId="92be09ad-f68b-4da4-9d23-5d96f19a2174" providerId="ADAL" clId="{0D4468B7-707B-4BE9-8337-A7AE689FF0DB}" dt="2026-09-21T01:46:22.196" v="3279"/>
          <ac:spMkLst>
            <pc:docMk/>
            <pc:sldMk cId="4056395680" sldId="280"/>
            <ac:spMk id="17" creationId="{59BC3EC2-A800-03C4-8002-F1B1C26D16CD}"/>
          </ac:spMkLst>
        </pc:spChg>
        <pc:spChg chg="add mod">
          <ac:chgData name="Marie-Christine Albert" userId="92be09ad-f68b-4da4-9d23-5d96f19a2174" providerId="ADAL" clId="{0D4468B7-707B-4BE9-8337-A7AE689FF0DB}" dt="2026-09-20T01:54:57.155" v="1607"/>
          <ac:spMkLst>
            <pc:docMk/>
            <pc:sldMk cId="4056395680" sldId="280"/>
            <ac:spMk id="19" creationId="{C0142B81-98BB-EC80-0348-92DDD624691C}"/>
          </ac:spMkLst>
        </pc:spChg>
        <pc:spChg chg="add mod">
          <ac:chgData name="Marie-Christine Albert" userId="92be09ad-f68b-4da4-9d23-5d96f19a2174" providerId="ADAL" clId="{0D4468B7-707B-4BE9-8337-A7AE689FF0DB}" dt="2026-09-20T02:02:28.209" v="1727"/>
          <ac:spMkLst>
            <pc:docMk/>
            <pc:sldMk cId="4056395680" sldId="280"/>
            <ac:spMk id="21" creationId="{EA5C27C9-2635-9C73-9907-5D221552225C}"/>
          </ac:spMkLst>
        </pc:spChg>
        <pc:spChg chg="add">
          <ac:chgData name="Marie-Christine Albert" userId="92be09ad-f68b-4da4-9d23-5d96f19a2174" providerId="ADAL" clId="{0D4468B7-707B-4BE9-8337-A7AE689FF0DB}" dt="2026-09-20T01:34:54.302" v="1408" actId="26606"/>
          <ac:spMkLst>
            <pc:docMk/>
            <pc:sldMk cId="4056395680" sldId="280"/>
            <ac:spMk id="7172" creationId="{42A4FC2C-047E-45A5-965D-8E1E3BF09BC6}"/>
          </ac:spMkLst>
        </pc:spChg>
        <pc:picChg chg="add mod">
          <ac:chgData name="Marie-Christine Albert" userId="92be09ad-f68b-4da4-9d23-5d96f19a2174" providerId="ADAL" clId="{0D4468B7-707B-4BE9-8337-A7AE689FF0DB}" dt="2026-09-20T01:42:07.001" v="1504" actId="14100"/>
          <ac:picMkLst>
            <pc:docMk/>
            <pc:sldMk cId="4056395680" sldId="280"/>
            <ac:picMk id="15" creationId="{9115A9D4-22B6-42F7-D3B7-FB25B33E1BA8}"/>
          </ac:picMkLst>
        </pc:picChg>
        <pc:picChg chg="add mod">
          <ac:chgData name="Marie-Christine Albert" userId="92be09ad-f68b-4da4-9d23-5d96f19a2174" providerId="ADAL" clId="{0D4468B7-707B-4BE9-8337-A7AE689FF0DB}" dt="2026-09-20T01:43:30.718" v="1518" actId="1076"/>
          <ac:picMkLst>
            <pc:docMk/>
            <pc:sldMk cId="4056395680" sldId="280"/>
            <ac:picMk id="16" creationId="{0FA4F692-4704-10F3-0FF3-BE5AF0841ECD}"/>
          </ac:picMkLst>
        </pc:picChg>
      </pc:sldChg>
      <pc:sldChg chg="modSp add del mod">
        <pc:chgData name="Marie-Christine Albert" userId="92be09ad-f68b-4da4-9d23-5d96f19a2174" providerId="ADAL" clId="{0D4468B7-707B-4BE9-8337-A7AE689FF0DB}" dt="2026-09-24T22:23:33.673" v="4227"/>
        <pc:sldMkLst>
          <pc:docMk/>
          <pc:sldMk cId="2748550378" sldId="2147482430"/>
        </pc:sldMkLst>
        <pc:spChg chg="mod">
          <ac:chgData name="Marie-Christine Albert" userId="92be09ad-f68b-4da4-9d23-5d96f19a2174" providerId="ADAL" clId="{0D4468B7-707B-4BE9-8337-A7AE689FF0DB}" dt="2026-09-24T22:23:33.673" v="4227"/>
          <ac:spMkLst>
            <pc:docMk/>
            <pc:sldMk cId="2748550378" sldId="2147482430"/>
            <ac:spMk id="3" creationId="{433EAB45-A7E1-66E9-C485-E9A7ACD6DFD6}"/>
          </ac:spMkLst>
        </pc:spChg>
        <pc:spChg chg="mod">
          <ac:chgData name="Marie-Christine Albert" userId="92be09ad-f68b-4da4-9d23-5d96f19a2174" providerId="ADAL" clId="{0D4468B7-707B-4BE9-8337-A7AE689FF0DB}" dt="2026-09-24T22:23:33.673" v="4227"/>
          <ac:spMkLst>
            <pc:docMk/>
            <pc:sldMk cId="2748550378" sldId="2147482430"/>
            <ac:spMk id="4" creationId="{9AD4750B-5F13-8D61-4030-5C534CDE2AF9}"/>
          </ac:spMkLst>
        </pc:spChg>
      </pc:sldChg>
      <pc:sldChg chg="addSp delSp modSp add mod modClrScheme chgLayout">
        <pc:chgData name="Marie-Christine Albert" userId="92be09ad-f68b-4da4-9d23-5d96f19a2174" providerId="ADAL" clId="{0D4468B7-707B-4BE9-8337-A7AE689FF0DB}" dt="2026-09-24T22:04:07.742" v="4172" actId="403"/>
        <pc:sldMkLst>
          <pc:docMk/>
          <pc:sldMk cId="1181037698" sldId="2147482433"/>
        </pc:sldMkLst>
        <pc:spChg chg="mod ord">
          <ac:chgData name="Marie-Christine Albert" userId="92be09ad-f68b-4da4-9d23-5d96f19a2174" providerId="ADAL" clId="{0D4468B7-707B-4BE9-8337-A7AE689FF0DB}" dt="2026-09-24T22:04:07.742" v="4172" actId="403"/>
          <ac:spMkLst>
            <pc:docMk/>
            <pc:sldMk cId="1181037698" sldId="2147482433"/>
            <ac:spMk id="11" creationId="{8C1102A5-3D9A-C223-C99C-4EFDA601E871}"/>
          </ac:spMkLst>
        </pc:spChg>
        <pc:picChg chg="add mod">
          <ac:chgData name="Marie-Christine Albert" userId="92be09ad-f68b-4da4-9d23-5d96f19a2174" providerId="ADAL" clId="{0D4468B7-707B-4BE9-8337-A7AE689FF0DB}" dt="2026-09-20T02:46:23.042" v="2935" actId="167"/>
          <ac:picMkLst>
            <pc:docMk/>
            <pc:sldMk cId="1181037698" sldId="2147482433"/>
            <ac:picMk id="3" creationId="{47EAE657-3978-683E-E148-D4826F43543D}"/>
          </ac:picMkLst>
        </pc:picChg>
      </pc:sldChg>
      <pc:sldChg chg="addSp delSp modSp new mod">
        <pc:chgData name="Marie-Christine Albert" userId="92be09ad-f68b-4da4-9d23-5d96f19a2174" providerId="ADAL" clId="{0D4468B7-707B-4BE9-8337-A7AE689FF0DB}" dt="2026-09-21T01:54:46.171" v="3534" actId="1076"/>
        <pc:sldMkLst>
          <pc:docMk/>
          <pc:sldMk cId="2597207108" sldId="2147482434"/>
        </pc:sldMkLst>
        <pc:spChg chg="add mod">
          <ac:chgData name="Marie-Christine Albert" userId="92be09ad-f68b-4da4-9d23-5d96f19a2174" providerId="ADAL" clId="{0D4468B7-707B-4BE9-8337-A7AE689FF0DB}" dt="2026-09-21T01:54:46.171" v="3534" actId="1076"/>
          <ac:spMkLst>
            <pc:docMk/>
            <pc:sldMk cId="2597207108" sldId="2147482434"/>
            <ac:spMk id="4" creationId="{29305D43-F502-0128-8280-B54BDAF9615C}"/>
          </ac:spMkLst>
        </pc:spChg>
        <pc:picChg chg="add mod">
          <ac:chgData name="Marie-Christine Albert" userId="92be09ad-f68b-4da4-9d23-5d96f19a2174" providerId="ADAL" clId="{0D4468B7-707B-4BE9-8337-A7AE689FF0DB}" dt="2026-09-21T01:53:14.445" v="3501" actId="1076"/>
          <ac:picMkLst>
            <pc:docMk/>
            <pc:sldMk cId="2597207108" sldId="2147482434"/>
            <ac:picMk id="11266" creationId="{E3683EF6-623C-226A-BEFC-ABA1738A6687}"/>
          </ac:picMkLst>
        </pc:picChg>
      </pc:sldChg>
      <pc:sldChg chg="addSp delSp modSp add mod">
        <pc:chgData name="Marie-Christine Albert" userId="92be09ad-f68b-4da4-9d23-5d96f19a2174" providerId="ADAL" clId="{0D4468B7-707B-4BE9-8337-A7AE689FF0DB}" dt="2026-09-21T01:49:20.717" v="3291" actId="1076"/>
        <pc:sldMkLst>
          <pc:docMk/>
          <pc:sldMk cId="3914383050" sldId="2147482435"/>
        </pc:sldMkLst>
        <pc:spChg chg="add mod">
          <ac:chgData name="Marie-Christine Albert" userId="92be09ad-f68b-4da4-9d23-5d96f19a2174" providerId="ADAL" clId="{0D4468B7-707B-4BE9-8337-A7AE689FF0DB}" dt="2026-09-21T01:44:52.423" v="3272"/>
          <ac:spMkLst>
            <pc:docMk/>
            <pc:sldMk cId="3914383050" sldId="2147482435"/>
            <ac:spMk id="4" creationId="{B37EA8F9-4E13-B569-DA7B-A33F34A80ACE}"/>
          </ac:spMkLst>
        </pc:spChg>
        <pc:spChg chg="mod">
          <ac:chgData name="Marie-Christine Albert" userId="92be09ad-f68b-4da4-9d23-5d96f19a2174" providerId="ADAL" clId="{0D4468B7-707B-4BE9-8337-A7AE689FF0DB}" dt="2026-09-20T02:35:44.857" v="2567" actId="1076"/>
          <ac:spMkLst>
            <pc:docMk/>
            <pc:sldMk cId="3914383050" sldId="2147482435"/>
            <ac:spMk id="24" creationId="{5BD49330-0B6F-3513-6352-9975D187860F}"/>
          </ac:spMkLst>
        </pc:spChg>
        <pc:spChg chg="mod">
          <ac:chgData name="Marie-Christine Albert" userId="92be09ad-f68b-4da4-9d23-5d96f19a2174" providerId="ADAL" clId="{0D4468B7-707B-4BE9-8337-A7AE689FF0DB}" dt="2026-09-20T02:34:06.941" v="2531" actId="1076"/>
          <ac:spMkLst>
            <pc:docMk/>
            <pc:sldMk cId="3914383050" sldId="2147482435"/>
            <ac:spMk id="25" creationId="{929805FE-AF09-229F-1056-7C39298FA84B}"/>
          </ac:spMkLst>
        </pc:spChg>
        <pc:spChg chg="mod">
          <ac:chgData name="Marie-Christine Albert" userId="92be09ad-f68b-4da4-9d23-5d96f19a2174" providerId="ADAL" clId="{0D4468B7-707B-4BE9-8337-A7AE689FF0DB}" dt="2026-09-20T02:35:30.510" v="2559" actId="1076"/>
          <ac:spMkLst>
            <pc:docMk/>
            <pc:sldMk cId="3914383050" sldId="2147482435"/>
            <ac:spMk id="26" creationId="{E48D464E-FF30-1A09-26E6-F37199D8E7C5}"/>
          </ac:spMkLst>
        </pc:spChg>
        <pc:spChg chg="mod">
          <ac:chgData name="Marie-Christine Albert" userId="92be09ad-f68b-4da4-9d23-5d96f19a2174" providerId="ADAL" clId="{0D4468B7-707B-4BE9-8337-A7AE689FF0DB}" dt="2026-09-20T02:41:01.131" v="2645" actId="14100"/>
          <ac:spMkLst>
            <pc:docMk/>
            <pc:sldMk cId="3914383050" sldId="2147482435"/>
            <ac:spMk id="31" creationId="{04E4064E-D0D2-67B3-D7E5-54F1FE91E44A}"/>
          </ac:spMkLst>
        </pc:spChg>
        <pc:spChg chg="mod">
          <ac:chgData name="Marie-Christine Albert" userId="92be09ad-f68b-4da4-9d23-5d96f19a2174" providerId="ADAL" clId="{0D4468B7-707B-4BE9-8337-A7AE689FF0DB}" dt="2026-09-21T01:46:22.196" v="3279"/>
          <ac:spMkLst>
            <pc:docMk/>
            <pc:sldMk cId="3914383050" sldId="2147482435"/>
            <ac:spMk id="32" creationId="{75F14763-6114-458B-C2FF-39D47CDCA56F}"/>
          </ac:spMkLst>
        </pc:spChg>
        <pc:spChg chg="mod">
          <ac:chgData name="Marie-Christine Albert" userId="92be09ad-f68b-4da4-9d23-5d96f19a2174" providerId="ADAL" clId="{0D4468B7-707B-4BE9-8337-A7AE689FF0DB}" dt="2026-09-21T01:49:20.717" v="3291" actId="1076"/>
          <ac:spMkLst>
            <pc:docMk/>
            <pc:sldMk cId="3914383050" sldId="2147482435"/>
            <ac:spMk id="56" creationId="{0AA2C564-0E68-867E-E26B-60AA567903A7}"/>
          </ac:spMkLst>
        </pc:spChg>
        <pc:picChg chg="mod">
          <ac:chgData name="Marie-Christine Albert" userId="92be09ad-f68b-4da4-9d23-5d96f19a2174" providerId="ADAL" clId="{0D4468B7-707B-4BE9-8337-A7AE689FF0DB}" dt="2026-09-20T02:36:16.009" v="2571" actId="1076"/>
          <ac:picMkLst>
            <pc:docMk/>
            <pc:sldMk cId="3914383050" sldId="2147482435"/>
            <ac:picMk id="52" creationId="{9CDC9B64-0B6C-2C47-3E7B-DDB420CDD66B}"/>
          </ac:picMkLst>
        </pc:picChg>
        <pc:picChg chg="mod">
          <ac:chgData name="Marie-Christine Albert" userId="92be09ad-f68b-4da4-9d23-5d96f19a2174" providerId="ADAL" clId="{0D4468B7-707B-4BE9-8337-A7AE689FF0DB}" dt="2026-09-20T02:36:19.803" v="2572" actId="1076"/>
          <ac:picMkLst>
            <pc:docMk/>
            <pc:sldMk cId="3914383050" sldId="2147482435"/>
            <ac:picMk id="55" creationId="{9373A805-8BB2-E1FF-8F14-92FD271A20A0}"/>
          </ac:picMkLst>
        </pc:picChg>
      </pc:sldChg>
      <pc:sldChg chg="addSp delSp modSp add mod setBg">
        <pc:chgData name="Marie-Christine Albert" userId="92be09ad-f68b-4da4-9d23-5d96f19a2174" providerId="ADAL" clId="{0D4468B7-707B-4BE9-8337-A7AE689FF0DB}" dt="2026-09-24T22:17:47.032" v="4222" actId="1076"/>
        <pc:sldMkLst>
          <pc:docMk/>
          <pc:sldMk cId="0" sldId="2147482436"/>
        </pc:sldMkLst>
        <pc:spChg chg="mod">
          <ac:chgData name="Marie-Christine Albert" userId="92be09ad-f68b-4da4-9d23-5d96f19a2174" providerId="ADAL" clId="{0D4468B7-707B-4BE9-8337-A7AE689FF0DB}" dt="2026-09-24T22:16:54.103" v="4212" actId="20577"/>
          <ac:spMkLst>
            <pc:docMk/>
            <pc:sldMk cId="0" sldId="2147482436"/>
            <ac:spMk id="3" creationId="{00000000-0000-0000-0000-000000000000}"/>
          </ac:spMkLst>
        </pc:spChg>
        <pc:spChg chg="del mod">
          <ac:chgData name="Marie-Christine Albert" userId="92be09ad-f68b-4da4-9d23-5d96f19a2174" providerId="ADAL" clId="{0D4468B7-707B-4BE9-8337-A7AE689FF0DB}" dt="2026-09-24T22:16:45.174" v="4176"/>
          <ac:spMkLst>
            <pc:docMk/>
            <pc:sldMk cId="0" sldId="2147482436"/>
            <ac:spMk id="4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4T22:17:06.995" v="4217" actId="404"/>
          <ac:spMkLst>
            <pc:docMk/>
            <pc:sldMk cId="0" sldId="2147482436"/>
            <ac:spMk id="14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4T22:17:06.995" v="4217" actId="404"/>
          <ac:spMkLst>
            <pc:docMk/>
            <pc:sldMk cId="0" sldId="2147482436"/>
            <ac:spMk id="15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4T22:17:06.995" v="4217" actId="404"/>
          <ac:spMkLst>
            <pc:docMk/>
            <pc:sldMk cId="0" sldId="2147482436"/>
            <ac:spMk id="16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17:26.463" v="4218" actId="478"/>
          <ac:spMkLst>
            <pc:docMk/>
            <pc:sldMk cId="0" sldId="2147482436"/>
            <ac:spMk id="24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17:26.463" v="4218" actId="478"/>
          <ac:spMkLst>
            <pc:docMk/>
            <pc:sldMk cId="0" sldId="2147482436"/>
            <ac:spMk id="25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17:41.404" v="4221" actId="478"/>
          <ac:spMkLst>
            <pc:docMk/>
            <pc:sldMk cId="0" sldId="2147482436"/>
            <ac:spMk id="28" creationId="{00000000-0000-0000-0000-000000000000}"/>
          </ac:spMkLst>
        </pc:spChg>
        <pc:spChg chg="add mod">
          <ac:chgData name="Marie-Christine Albert" userId="92be09ad-f68b-4da4-9d23-5d96f19a2174" providerId="ADAL" clId="{0D4468B7-707B-4BE9-8337-A7AE689FF0DB}" dt="2026-09-24T22:17:47.032" v="4222" actId="1076"/>
          <ac:spMkLst>
            <pc:docMk/>
            <pc:sldMk cId="0" sldId="2147482436"/>
            <ac:spMk id="29" creationId="{5CC734BA-0028-4AFE-EA81-5F6465C7CB9E}"/>
          </ac:spMkLst>
        </pc:spChg>
      </pc:sldChg>
      <pc:sldChg chg="addSp delSp modSp add mod setBg">
        <pc:chgData name="Marie-Christine Albert" userId="92be09ad-f68b-4da4-9d23-5d96f19a2174" providerId="ADAL" clId="{0D4468B7-707B-4BE9-8337-A7AE689FF0DB}" dt="2026-09-24T22:43:25.144" v="4409" actId="1076"/>
        <pc:sldMkLst>
          <pc:docMk/>
          <pc:sldMk cId="0" sldId="2147482437"/>
        </pc:sldMkLst>
        <pc:spChg chg="mod">
          <ac:chgData name="Marie-Christine Albert" userId="92be09ad-f68b-4da4-9d23-5d96f19a2174" providerId="ADAL" clId="{0D4468B7-707B-4BE9-8337-A7AE689FF0DB}" dt="2026-09-24T22:23:59.895" v="4232" actId="1076"/>
          <ac:spMkLst>
            <pc:docMk/>
            <pc:sldMk cId="0" sldId="2147482437"/>
            <ac:spMk id="3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4T22:29:59.909" v="4304" actId="1038"/>
          <ac:spMkLst>
            <pc:docMk/>
            <pc:sldMk cId="0" sldId="2147482437"/>
            <ac:spMk id="4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4T22:24:10.082" v="4250" actId="20577"/>
          <ac:spMkLst>
            <pc:docMk/>
            <pc:sldMk cId="0" sldId="2147482437"/>
            <ac:spMk id="6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4T22:41:10.407" v="4360" actId="14100"/>
          <ac:spMkLst>
            <pc:docMk/>
            <pc:sldMk cId="0" sldId="2147482437"/>
            <ac:spMk id="11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4T22:28:13.091" v="4289" actId="1076"/>
          <ac:spMkLst>
            <pc:docMk/>
            <pc:sldMk cId="0" sldId="2147482437"/>
            <ac:spMk id="12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4T22:42:23.944" v="4396" actId="1076"/>
          <ac:spMkLst>
            <pc:docMk/>
            <pc:sldMk cId="0" sldId="2147482437"/>
            <ac:spMk id="13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24:19.003" v="4253" actId="478"/>
          <ac:spMkLst>
            <pc:docMk/>
            <pc:sldMk cId="0" sldId="2147482437"/>
            <ac:spMk id="14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24:19.003" v="4253" actId="478"/>
          <ac:spMkLst>
            <pc:docMk/>
            <pc:sldMk cId="0" sldId="2147482437"/>
            <ac:spMk id="15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24:19.003" v="4253" actId="478"/>
          <ac:spMkLst>
            <pc:docMk/>
            <pc:sldMk cId="0" sldId="2147482437"/>
            <ac:spMk id="16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24:19.003" v="4253" actId="478"/>
          <ac:spMkLst>
            <pc:docMk/>
            <pc:sldMk cId="0" sldId="2147482437"/>
            <ac:spMk id="17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24:19.003" v="4253" actId="478"/>
          <ac:spMkLst>
            <pc:docMk/>
            <pc:sldMk cId="0" sldId="2147482437"/>
            <ac:spMk id="18" creationId="{00000000-0000-0000-0000-000000000000}"/>
          </ac:spMkLst>
        </pc:spChg>
        <pc:spChg chg="del mod">
          <ac:chgData name="Marie-Christine Albert" userId="92be09ad-f68b-4da4-9d23-5d96f19a2174" providerId="ADAL" clId="{0D4468B7-707B-4BE9-8337-A7AE689FF0DB}" dt="2026-09-24T22:41:03.336" v="4356" actId="478"/>
          <ac:spMkLst>
            <pc:docMk/>
            <pc:sldMk cId="0" sldId="2147482437"/>
            <ac:spMk id="19" creationId="{00000000-0000-0000-0000-000000000000}"/>
          </ac:spMkLst>
        </pc:spChg>
        <pc:spChg chg="del mod">
          <ac:chgData name="Marie-Christine Albert" userId="92be09ad-f68b-4da4-9d23-5d96f19a2174" providerId="ADAL" clId="{0D4468B7-707B-4BE9-8337-A7AE689FF0DB}" dt="2026-09-24T22:41:05.006" v="4357" actId="478"/>
          <ac:spMkLst>
            <pc:docMk/>
            <pc:sldMk cId="0" sldId="2147482437"/>
            <ac:spMk id="20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4T22:42:19.471" v="4395" actId="255"/>
          <ac:spMkLst>
            <pc:docMk/>
            <pc:sldMk cId="0" sldId="2147482437"/>
            <ac:spMk id="21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24:26.960" v="4254" actId="478"/>
          <ac:spMkLst>
            <pc:docMk/>
            <pc:sldMk cId="0" sldId="2147482437"/>
            <ac:spMk id="22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24:26.960" v="4254" actId="478"/>
          <ac:spMkLst>
            <pc:docMk/>
            <pc:sldMk cId="0" sldId="2147482437"/>
            <ac:spMk id="23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24:26.960" v="4254" actId="478"/>
          <ac:spMkLst>
            <pc:docMk/>
            <pc:sldMk cId="0" sldId="2147482437"/>
            <ac:spMk id="24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24:26.960" v="4254" actId="478"/>
          <ac:spMkLst>
            <pc:docMk/>
            <pc:sldMk cId="0" sldId="2147482437"/>
            <ac:spMk id="25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24:26.960" v="4254" actId="478"/>
          <ac:spMkLst>
            <pc:docMk/>
            <pc:sldMk cId="0" sldId="2147482437"/>
            <ac:spMk id="26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24:26.960" v="4254" actId="478"/>
          <ac:spMkLst>
            <pc:docMk/>
            <pc:sldMk cId="0" sldId="2147482437"/>
            <ac:spMk id="29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24:26.960" v="4254" actId="478"/>
          <ac:spMkLst>
            <pc:docMk/>
            <pc:sldMk cId="0" sldId="2147482437"/>
            <ac:spMk id="30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24:26.960" v="4254" actId="478"/>
          <ac:spMkLst>
            <pc:docMk/>
            <pc:sldMk cId="0" sldId="2147482437"/>
            <ac:spMk id="31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24:26.960" v="4254" actId="478"/>
          <ac:spMkLst>
            <pc:docMk/>
            <pc:sldMk cId="0" sldId="2147482437"/>
            <ac:spMk id="32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24:26.960" v="4254" actId="478"/>
          <ac:spMkLst>
            <pc:docMk/>
            <pc:sldMk cId="0" sldId="2147482437"/>
            <ac:spMk id="33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4T22:43:13.412" v="4406" actId="1076"/>
          <ac:spMkLst>
            <pc:docMk/>
            <pc:sldMk cId="0" sldId="2147482437"/>
            <ac:spMk id="34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4T22:25:45.786" v="4274" actId="14100"/>
          <ac:spMkLst>
            <pc:docMk/>
            <pc:sldMk cId="0" sldId="2147482437"/>
            <ac:spMk id="35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4T22:29:21.839" v="4297" actId="14100"/>
          <ac:spMkLst>
            <pc:docMk/>
            <pc:sldMk cId="0" sldId="2147482437"/>
            <ac:spMk id="36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25:01.994" v="4265" actId="478"/>
          <ac:spMkLst>
            <pc:docMk/>
            <pc:sldMk cId="0" sldId="2147482437"/>
            <ac:spMk id="37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25:01.994" v="4265" actId="478"/>
          <ac:spMkLst>
            <pc:docMk/>
            <pc:sldMk cId="0" sldId="2147482437"/>
            <ac:spMk id="38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25:01.994" v="4265" actId="478"/>
          <ac:spMkLst>
            <pc:docMk/>
            <pc:sldMk cId="0" sldId="2147482437"/>
            <ac:spMk id="39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25:15.046" v="4269" actId="478"/>
          <ac:spMkLst>
            <pc:docMk/>
            <pc:sldMk cId="0" sldId="2147482437"/>
            <ac:spMk id="40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25:15.046" v="4269" actId="478"/>
          <ac:spMkLst>
            <pc:docMk/>
            <pc:sldMk cId="0" sldId="2147482437"/>
            <ac:spMk id="41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4T22:43:06.052" v="4402" actId="1076"/>
          <ac:spMkLst>
            <pc:docMk/>
            <pc:sldMk cId="0" sldId="2147482437"/>
            <ac:spMk id="42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4T22:43:16.803" v="4407" actId="1076"/>
          <ac:spMkLst>
            <pc:docMk/>
            <pc:sldMk cId="0" sldId="2147482437"/>
            <ac:spMk id="43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4T22:43:20.199" v="4408" actId="1076"/>
          <ac:spMkLst>
            <pc:docMk/>
            <pc:sldMk cId="0" sldId="2147482437"/>
            <ac:spMk id="44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4T22:29:15.901" v="4295" actId="1076"/>
          <ac:spMkLst>
            <pc:docMk/>
            <pc:sldMk cId="0" sldId="2147482437"/>
            <ac:spMk id="45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4T22:25:34.926" v="4272" actId="14100"/>
          <ac:spMkLst>
            <pc:docMk/>
            <pc:sldMk cId="0" sldId="2147482437"/>
            <ac:spMk id="46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25:56.625" v="4275" actId="478"/>
          <ac:spMkLst>
            <pc:docMk/>
            <pc:sldMk cId="0" sldId="2147482437"/>
            <ac:spMk id="50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25:59.483" v="4276" actId="478"/>
          <ac:spMkLst>
            <pc:docMk/>
            <pc:sldMk cId="0" sldId="2147482437"/>
            <ac:spMk id="51" creationId="{00000000-0000-0000-0000-000000000000}"/>
          </ac:spMkLst>
        </pc:spChg>
        <pc:spChg chg="add del mod">
          <ac:chgData name="Marie-Christine Albert" userId="92be09ad-f68b-4da4-9d23-5d96f19a2174" providerId="ADAL" clId="{0D4468B7-707B-4BE9-8337-A7AE689FF0DB}" dt="2026-09-24T22:24:54.557" v="4264" actId="478"/>
          <ac:spMkLst>
            <pc:docMk/>
            <pc:sldMk cId="0" sldId="2147482437"/>
            <ac:spMk id="52" creationId="{A3E9DC37-9E7A-7491-971F-5D41B637AE33}"/>
          </ac:spMkLst>
        </pc:spChg>
        <pc:spChg chg="add del mod">
          <ac:chgData name="Marie-Christine Albert" userId="92be09ad-f68b-4da4-9d23-5d96f19a2174" providerId="ADAL" clId="{0D4468B7-707B-4BE9-8337-A7AE689FF0DB}" dt="2026-09-24T22:24:54.557" v="4264" actId="478"/>
          <ac:spMkLst>
            <pc:docMk/>
            <pc:sldMk cId="0" sldId="2147482437"/>
            <ac:spMk id="53" creationId="{F1BD90B8-44FD-710B-1C18-D7CA6F285ABD}"/>
          </ac:spMkLst>
        </pc:spChg>
        <pc:spChg chg="add mod">
          <ac:chgData name="Marie-Christine Albert" userId="92be09ad-f68b-4da4-9d23-5d96f19a2174" providerId="ADAL" clId="{0D4468B7-707B-4BE9-8337-A7AE689FF0DB}" dt="2026-09-24T22:26:00.018" v="4277"/>
          <ac:spMkLst>
            <pc:docMk/>
            <pc:sldMk cId="0" sldId="2147482437"/>
            <ac:spMk id="54" creationId="{62E1AF5D-7DD9-AC99-EC4E-DA93F9B5DD52}"/>
          </ac:spMkLst>
        </pc:spChg>
        <pc:spChg chg="add mod">
          <ac:chgData name="Marie-Christine Albert" userId="92be09ad-f68b-4da4-9d23-5d96f19a2174" providerId="ADAL" clId="{0D4468B7-707B-4BE9-8337-A7AE689FF0DB}" dt="2026-09-24T22:26:00.018" v="4277"/>
          <ac:spMkLst>
            <pc:docMk/>
            <pc:sldMk cId="0" sldId="2147482437"/>
            <ac:spMk id="55" creationId="{41DD19BB-94E3-71C4-DE95-6DB290FB83DB}"/>
          </ac:spMkLst>
        </pc:spChg>
        <pc:spChg chg="add mod">
          <ac:chgData name="Marie-Christine Albert" userId="92be09ad-f68b-4da4-9d23-5d96f19a2174" providerId="ADAL" clId="{0D4468B7-707B-4BE9-8337-A7AE689FF0DB}" dt="2026-09-24T22:42:19.471" v="4395" actId="255"/>
          <ac:spMkLst>
            <pc:docMk/>
            <pc:sldMk cId="0" sldId="2147482437"/>
            <ac:spMk id="58" creationId="{2493C5BD-B78F-0783-519B-BB49F7AFF998}"/>
          </ac:spMkLst>
        </pc:spChg>
        <pc:picChg chg="add mod">
          <ac:chgData name="Marie-Christine Albert" userId="92be09ad-f68b-4da4-9d23-5d96f19a2174" providerId="ADAL" clId="{0D4468B7-707B-4BE9-8337-A7AE689FF0DB}" dt="2026-09-24T22:43:25.144" v="4409" actId="1076"/>
          <ac:picMkLst>
            <pc:docMk/>
            <pc:sldMk cId="0" sldId="2147482437"/>
            <ac:picMk id="56" creationId="{4929E9D8-0438-013A-CEFE-5BB4779CFB5D}"/>
          </ac:picMkLst>
        </pc:picChg>
      </pc:sldChg>
      <pc:sldChg chg="addSp delSp modSp add mod setBg">
        <pc:chgData name="Marie-Christine Albert" userId="92be09ad-f68b-4da4-9d23-5d96f19a2174" providerId="ADAL" clId="{0D4468B7-707B-4BE9-8337-A7AE689FF0DB}" dt="2026-09-24T22:40:47.093" v="4355" actId="14100"/>
        <pc:sldMkLst>
          <pc:docMk/>
          <pc:sldMk cId="0" sldId="2147482438"/>
        </pc:sldMkLst>
        <pc:spChg chg="del mod">
          <ac:chgData name="Marie-Christine Albert" userId="92be09ad-f68b-4da4-9d23-5d96f19a2174" providerId="ADAL" clId="{0D4468B7-707B-4BE9-8337-A7AE689FF0DB}" dt="2026-09-24T22:36:41.252" v="4329" actId="478"/>
          <ac:spMkLst>
            <pc:docMk/>
            <pc:sldMk cId="0" sldId="2147482438"/>
            <ac:spMk id="5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36:41.252" v="4329" actId="478"/>
          <ac:spMkLst>
            <pc:docMk/>
            <pc:sldMk cId="0" sldId="2147482438"/>
            <ac:spMk id="6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36:41.252" v="4329" actId="478"/>
          <ac:spMkLst>
            <pc:docMk/>
            <pc:sldMk cId="0" sldId="2147482438"/>
            <ac:spMk id="7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36:41.252" v="4329" actId="478"/>
          <ac:spMkLst>
            <pc:docMk/>
            <pc:sldMk cId="0" sldId="2147482438"/>
            <ac:spMk id="8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36:41.252" v="4329" actId="478"/>
          <ac:spMkLst>
            <pc:docMk/>
            <pc:sldMk cId="0" sldId="2147482438"/>
            <ac:spMk id="13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36:41.252" v="4329" actId="478"/>
          <ac:spMkLst>
            <pc:docMk/>
            <pc:sldMk cId="0" sldId="2147482438"/>
            <ac:spMk id="15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36:41.252" v="4329" actId="478"/>
          <ac:spMkLst>
            <pc:docMk/>
            <pc:sldMk cId="0" sldId="2147482438"/>
            <ac:spMk id="16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36:41.252" v="4329" actId="478"/>
          <ac:spMkLst>
            <pc:docMk/>
            <pc:sldMk cId="0" sldId="2147482438"/>
            <ac:spMk id="20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35:19.242" v="4314" actId="478"/>
          <ac:spMkLst>
            <pc:docMk/>
            <pc:sldMk cId="0" sldId="2147482438"/>
            <ac:spMk id="21" creationId="{00000000-0000-0000-0000-000000000000}"/>
          </ac:spMkLst>
        </pc:spChg>
        <pc:spChg chg="del mod">
          <ac:chgData name="Marie-Christine Albert" userId="92be09ad-f68b-4da4-9d23-5d96f19a2174" providerId="ADAL" clId="{0D4468B7-707B-4BE9-8337-A7AE689FF0DB}" dt="2026-09-24T22:35:22.355" v="4316" actId="478"/>
          <ac:spMkLst>
            <pc:docMk/>
            <pc:sldMk cId="0" sldId="2147482438"/>
            <ac:spMk id="23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35:31.936" v="4317" actId="478"/>
          <ac:spMkLst>
            <pc:docMk/>
            <pc:sldMk cId="0" sldId="2147482438"/>
            <ac:spMk id="24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35:36.505" v="4318" actId="478"/>
          <ac:spMkLst>
            <pc:docMk/>
            <pc:sldMk cId="0" sldId="2147482438"/>
            <ac:spMk id="25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35:40.726" v="4319" actId="478"/>
          <ac:spMkLst>
            <pc:docMk/>
            <pc:sldMk cId="0" sldId="2147482438"/>
            <ac:spMk id="26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4T22:35:45.404" v="4321" actId="1076"/>
          <ac:spMkLst>
            <pc:docMk/>
            <pc:sldMk cId="0" sldId="2147482438"/>
            <ac:spMk id="27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4T22:35:48.253" v="4322" actId="1076"/>
          <ac:spMkLst>
            <pc:docMk/>
            <pc:sldMk cId="0" sldId="2147482438"/>
            <ac:spMk id="28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36:41.252" v="4329" actId="478"/>
          <ac:spMkLst>
            <pc:docMk/>
            <pc:sldMk cId="0" sldId="2147482438"/>
            <ac:spMk id="29" creationId="{00000000-0000-0000-0000-000000000000}"/>
          </ac:spMkLst>
        </pc:spChg>
        <pc:spChg chg="add del">
          <ac:chgData name="Marie-Christine Albert" userId="92be09ad-f68b-4da4-9d23-5d96f19a2174" providerId="ADAL" clId="{0D4468B7-707B-4BE9-8337-A7AE689FF0DB}" dt="2026-09-24T22:36:41.252" v="4329" actId="478"/>
          <ac:spMkLst>
            <pc:docMk/>
            <pc:sldMk cId="0" sldId="2147482438"/>
            <ac:spMk id="31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4T22:40:42.709" v="4354" actId="14100"/>
          <ac:spMkLst>
            <pc:docMk/>
            <pc:sldMk cId="0" sldId="2147482438"/>
            <ac:spMk id="40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4T22:40:47.093" v="4355" actId="14100"/>
          <ac:spMkLst>
            <pc:docMk/>
            <pc:sldMk cId="0" sldId="2147482438"/>
            <ac:spMk id="41" creationId="{00000000-0000-0000-0000-000000000000}"/>
          </ac:spMkLst>
        </pc:spChg>
        <pc:spChg chg="mod">
          <ac:chgData name="Marie-Christine Albert" userId="92be09ad-f68b-4da4-9d23-5d96f19a2174" providerId="ADAL" clId="{0D4468B7-707B-4BE9-8337-A7AE689FF0DB}" dt="2026-09-24T22:40:39.047" v="4353" actId="14100"/>
          <ac:spMkLst>
            <pc:docMk/>
            <pc:sldMk cId="0" sldId="2147482438"/>
            <ac:spMk id="42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36:14.303" v="4326" actId="478"/>
          <ac:spMkLst>
            <pc:docMk/>
            <pc:sldMk cId="0" sldId="2147482438"/>
            <ac:spMk id="43" creationId="{00000000-0000-0000-0000-000000000000}"/>
          </ac:spMkLst>
        </pc:spChg>
        <pc:spChg chg="del">
          <ac:chgData name="Marie-Christine Albert" userId="92be09ad-f68b-4da4-9d23-5d96f19a2174" providerId="ADAL" clId="{0D4468B7-707B-4BE9-8337-A7AE689FF0DB}" dt="2026-09-24T22:36:11.422" v="4325" actId="478"/>
          <ac:spMkLst>
            <pc:docMk/>
            <pc:sldMk cId="0" sldId="2147482438"/>
            <ac:spMk id="44" creationId="{00000000-0000-0000-0000-000000000000}"/>
          </ac:spMkLst>
        </pc:spChg>
        <pc:spChg chg="add mod">
          <ac:chgData name="Marie-Christine Albert" userId="92be09ad-f68b-4da4-9d23-5d96f19a2174" providerId="ADAL" clId="{0D4468B7-707B-4BE9-8337-A7AE689FF0DB}" dt="2026-09-24T22:36:22.424" v="4327"/>
          <ac:spMkLst>
            <pc:docMk/>
            <pc:sldMk cId="0" sldId="2147482438"/>
            <ac:spMk id="45" creationId="{0275B216-7481-2CD3-6DB6-F5BE9377EAD1}"/>
          </ac:spMkLst>
        </pc:spChg>
        <pc:spChg chg="add mod">
          <ac:chgData name="Marie-Christine Albert" userId="92be09ad-f68b-4da4-9d23-5d96f19a2174" providerId="ADAL" clId="{0D4468B7-707B-4BE9-8337-A7AE689FF0DB}" dt="2026-09-24T22:36:22.424" v="4327"/>
          <ac:spMkLst>
            <pc:docMk/>
            <pc:sldMk cId="0" sldId="2147482438"/>
            <ac:spMk id="46" creationId="{C2B9BE9A-4C79-1991-044B-F2C4747BCC60}"/>
          </ac:spMkLst>
        </pc:spChg>
        <pc:spChg chg="add mod">
          <ac:chgData name="Marie-Christine Albert" userId="92be09ad-f68b-4da4-9d23-5d96f19a2174" providerId="ADAL" clId="{0D4468B7-707B-4BE9-8337-A7AE689FF0DB}" dt="2026-09-24T22:40:08.780" v="4346" actId="14100"/>
          <ac:spMkLst>
            <pc:docMk/>
            <pc:sldMk cId="0" sldId="2147482438"/>
            <ac:spMk id="52" creationId="{7469DEFE-6F0F-3223-5436-CC7A3AE9EA69}"/>
          </ac:spMkLst>
        </pc:spChg>
        <pc:spChg chg="add mod">
          <ac:chgData name="Marie-Christine Albert" userId="92be09ad-f68b-4da4-9d23-5d96f19a2174" providerId="ADAL" clId="{0D4468B7-707B-4BE9-8337-A7AE689FF0DB}" dt="2026-09-24T22:40:08.780" v="4346" actId="14100"/>
          <ac:spMkLst>
            <pc:docMk/>
            <pc:sldMk cId="0" sldId="2147482438"/>
            <ac:spMk id="53" creationId="{AE34FCB8-EF57-0ACD-B310-3E8D65DE548F}"/>
          </ac:spMkLst>
        </pc:spChg>
        <pc:spChg chg="add del mod">
          <ac:chgData name="Marie-Christine Albert" userId="92be09ad-f68b-4da4-9d23-5d96f19a2174" providerId="ADAL" clId="{0D4468B7-707B-4BE9-8337-A7AE689FF0DB}" dt="2026-09-24T22:40:19.398" v="4349"/>
          <ac:spMkLst>
            <pc:docMk/>
            <pc:sldMk cId="0" sldId="2147482438"/>
            <ac:spMk id="54" creationId="{2F6F6113-D950-6B93-E7FE-877AAEBAE1F2}"/>
          </ac:spMkLst>
        </pc:spChg>
        <pc:spChg chg="add mod">
          <ac:chgData name="Marie-Christine Albert" userId="92be09ad-f68b-4da4-9d23-5d96f19a2174" providerId="ADAL" clId="{0D4468B7-707B-4BE9-8337-A7AE689FF0DB}" dt="2026-09-24T22:40:28.999" v="4351" actId="1076"/>
          <ac:spMkLst>
            <pc:docMk/>
            <pc:sldMk cId="0" sldId="2147482438"/>
            <ac:spMk id="55" creationId="{D77DE176-6C4B-DC6A-CD0A-8E5C70704419}"/>
          </ac:spMkLst>
        </pc:spChg>
        <pc:picChg chg="add del mod">
          <ac:chgData name="Marie-Christine Albert" userId="92be09ad-f68b-4da4-9d23-5d96f19a2174" providerId="ADAL" clId="{0D4468B7-707B-4BE9-8337-A7AE689FF0DB}" dt="2026-09-24T22:36:47.390" v="4333" actId="478"/>
          <ac:picMkLst>
            <pc:docMk/>
            <pc:sldMk cId="0" sldId="2147482438"/>
            <ac:picMk id="47" creationId="{DD112F4F-0EC9-F452-8168-4FD4BEAFB6BD}"/>
          </ac:picMkLst>
        </pc:picChg>
        <pc:picChg chg="add mod">
          <ac:chgData name="Marie-Christine Albert" userId="92be09ad-f68b-4da4-9d23-5d96f19a2174" providerId="ADAL" clId="{0D4468B7-707B-4BE9-8337-A7AE689FF0DB}" dt="2026-09-24T22:39:36.120" v="4338" actId="1076"/>
          <ac:picMkLst>
            <pc:docMk/>
            <pc:sldMk cId="0" sldId="2147482438"/>
            <ac:picMk id="49" creationId="{1660825A-5927-EB81-0E32-6B38E95F978A}"/>
          </ac:picMkLst>
        </pc:picChg>
        <pc:picChg chg="add del">
          <ac:chgData name="Marie-Christine Albert" userId="92be09ad-f68b-4da4-9d23-5d96f19a2174" providerId="ADAL" clId="{0D4468B7-707B-4BE9-8337-A7AE689FF0DB}" dt="2026-09-24T22:39:45.339" v="4340" actId="478"/>
          <ac:picMkLst>
            <pc:docMk/>
            <pc:sldMk cId="0" sldId="2147482438"/>
            <ac:picMk id="51" creationId="{8281F480-6AFB-0E2C-FBD7-08C77B42832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596A0F-FA0C-42B6-8D9F-8C376C05899A}" type="datetimeFigureOut">
              <a:rPr lang="fr-CA" smtClean="0"/>
              <a:t>2026-09-24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3B5162-8984-4418-A8AA-1D776212FD9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85647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3B5162-8984-4418-A8AA-1D776212FD9B}" type="slidenum">
              <a:rPr lang="fr-CA" smtClean="0"/>
              <a:t>17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04397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 descr="Une image contenant motif, tissu, girafe&#10;&#10;Le contenu généré par l’IA peut être incorrect.">
            <a:extLst>
              <a:ext uri="{FF2B5EF4-FFF2-40B4-BE49-F238E27FC236}">
                <a16:creationId xmlns:a16="http://schemas.microsoft.com/office/drawing/2014/main" id="{8ABDB5D2-CDDF-EF93-42A1-53DAEA1DBC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34"/>
          <a:stretch>
            <a:fillRect/>
          </a:stretch>
        </p:blipFill>
        <p:spPr>
          <a:xfrm>
            <a:off x="1" y="-93877"/>
            <a:ext cx="12192001" cy="6909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1433" y="5718810"/>
            <a:ext cx="1219200" cy="109728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marL="154794" indent="-154794" defTabSz="457182">
              <a:buClr>
                <a:srgbClr val="003C71"/>
              </a:buClr>
              <a:buSzPct val="125000"/>
              <a:buFont typeface="Arial" panose="020B0604020202020204" pitchFamily="34" charset="0"/>
              <a:buChar char="•"/>
            </a:pPr>
            <a:endParaRPr lang="en-US" sz="1670" dirty="0">
              <a:solidFill>
                <a:srgbClr val="0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38400" y="1466772"/>
            <a:ext cx="10915200" cy="480024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Titre 1"/>
          <p:cNvSpPr>
            <a:spLocks noGrp="1"/>
          </p:cNvSpPr>
          <p:nvPr>
            <p:ph type="title" hasCustomPrompt="1"/>
          </p:nvPr>
        </p:nvSpPr>
        <p:spPr>
          <a:xfrm>
            <a:off x="638400" y="577216"/>
            <a:ext cx="10915200" cy="747360"/>
          </a:xfrm>
        </p:spPr>
        <p:txBody>
          <a:bodyPr/>
          <a:lstStyle>
            <a:lvl1pPr>
              <a:defRPr sz="2400" baseline="0"/>
            </a:lvl1pPr>
          </a:lstStyle>
          <a:p>
            <a:r>
              <a:rPr lang="fr-FR" dirty="0"/>
              <a:t>Espace titre, sous-titre, légende…</a:t>
            </a:r>
            <a:endParaRPr lang="fr-CA" dirty="0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77750"/>
            <a:ext cx="3860800" cy="22226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670">
                <a:solidFill>
                  <a:schemeClr val="accent2"/>
                </a:solidFill>
              </a:defRPr>
            </a:lvl1pPr>
          </a:lstStyle>
          <a:p>
            <a:r>
              <a:rPr lang="fr-CA" dirty="0">
                <a:solidFill>
                  <a:srgbClr val="003C71"/>
                </a:solidFill>
              </a:rPr>
              <a:t>@2025. Marie-Christine ALBERT. Tous droits réservés.</a:t>
            </a:r>
          </a:p>
        </p:txBody>
      </p:sp>
      <p:sp>
        <p:nvSpPr>
          <p:cNvPr id="11" name="Rectangle 10" descr="Marbre liquide blanc et or">
            <a:extLst>
              <a:ext uri="{FF2B5EF4-FFF2-40B4-BE49-F238E27FC236}">
                <a16:creationId xmlns:a16="http://schemas.microsoft.com/office/drawing/2014/main" id="{44CA937F-7AB2-EB6E-EE8B-3E0948E2A956}"/>
              </a:ext>
            </a:extLst>
          </p:cNvPr>
          <p:cNvSpPr/>
          <p:nvPr userDrawn="1"/>
        </p:nvSpPr>
        <p:spPr>
          <a:xfrm rot="5400000">
            <a:off x="5990334" y="825756"/>
            <a:ext cx="54863" cy="1203553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160"/>
          </a:p>
        </p:txBody>
      </p:sp>
    </p:spTree>
    <p:extLst>
      <p:ext uri="{BB962C8B-B14F-4D97-AF65-F5344CB8AC3E}">
        <p14:creationId xmlns:p14="http://schemas.microsoft.com/office/powerpoint/2010/main" val="31374659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37B85C-AA32-1638-C280-81099B4DE6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16A105F-6C62-BA2D-19FC-216941602E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11266" name="Picture 2" descr="Image générée 1">
            <a:extLst>
              <a:ext uri="{FF2B5EF4-FFF2-40B4-BE49-F238E27FC236}">
                <a16:creationId xmlns:a16="http://schemas.microsoft.com/office/drawing/2014/main" id="{E3683EF6-623C-226A-BEFC-ABA1738A6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8874"/>
            <a:ext cx="121856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9305D43-F502-0128-8280-B54BDAF9615C}"/>
              </a:ext>
            </a:extLst>
          </p:cNvPr>
          <p:cNvSpPr txBox="1"/>
          <p:nvPr/>
        </p:nvSpPr>
        <p:spPr>
          <a:xfrm>
            <a:off x="181087" y="6046371"/>
            <a:ext cx="11066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chemeClr val="bg1"/>
                </a:solidFill>
              </a:rPr>
              <a:t>Préparé par Marie-Christine ALBERT,  Maître d’enseignement en comportement organisationnel</a:t>
            </a:r>
          </a:p>
          <a:p>
            <a:r>
              <a:rPr lang="fr-CA" dirty="0">
                <a:solidFill>
                  <a:schemeClr val="bg1"/>
                </a:solidFill>
              </a:rPr>
              <a:t>À partir du manuel et du matériel proposé par  Estelle M. MORIN, Professeure titulaire</a:t>
            </a:r>
          </a:p>
        </p:txBody>
      </p:sp>
    </p:spTree>
    <p:extLst>
      <p:ext uri="{BB962C8B-B14F-4D97-AF65-F5344CB8AC3E}">
        <p14:creationId xmlns:p14="http://schemas.microsoft.com/office/powerpoint/2010/main" val="2597207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0AD86-B36C-9293-2263-51A8DE911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 générée 1">
            <a:extLst>
              <a:ext uri="{FF2B5EF4-FFF2-40B4-BE49-F238E27FC236}">
                <a16:creationId xmlns:a16="http://schemas.microsoft.com/office/drawing/2014/main" id="{47EAE657-3978-683E-E148-D4826F435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56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8C1102A5-3D9A-C223-C99C-4EFDA601E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11414760" cy="4525963"/>
          </a:xfrm>
          <a:solidFill>
            <a:schemeClr val="bg2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endParaRPr lang="fr-CA" sz="2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fr-CA" sz="2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fr-CA" sz="2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fr-CA" sz="2400" b="1" dirty="0">
                <a:solidFill>
                  <a:schemeClr val="tx1"/>
                </a:solidFill>
              </a:rPr>
              <a:t>Attention! Ce document a été conçu pour vous aider à organiser et consolider vos apprentissages en cours. Si le travail préalable n'a pas été réalisé (</a:t>
            </a:r>
            <a:r>
              <a:rPr lang="fr-CA" sz="2400" b="1" dirty="0" err="1">
                <a:solidFill>
                  <a:schemeClr val="tx1"/>
                </a:solidFill>
              </a:rPr>
              <a:t>i.e</a:t>
            </a:r>
            <a:r>
              <a:rPr lang="fr-CA" sz="2400" b="1" dirty="0">
                <a:solidFill>
                  <a:schemeClr val="tx1"/>
                </a:solidFill>
              </a:rPr>
              <a:t> lecture du manuel, présence en classe, prise de note, etc.), l'utilisation de ce document à lui seul ne sera pas suffisant pour assurer votre réussite aux évaluations. </a:t>
            </a:r>
          </a:p>
          <a:p>
            <a:pPr marL="0" indent="0" algn="ctr">
              <a:buNone/>
            </a:pPr>
            <a:endParaRPr lang="fr-CA" sz="2400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fr-CA" sz="2400" b="1" dirty="0">
                <a:solidFill>
                  <a:schemeClr val="tx1"/>
                </a:solidFill>
              </a:rPr>
              <a:t>Veuillez noter également que le matériel de révision peut varier d’un enseignant à l’autre et que ce contenu a été créer pour un groupe spécifique (bien qu’il puisse être intéressant pour d’autres groupes).</a:t>
            </a:r>
          </a:p>
          <a:p>
            <a:pPr marL="0" indent="0">
              <a:buNone/>
            </a:pPr>
            <a:endParaRPr lang="fr-CA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CA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CA" sz="2300" b="1" dirty="0">
                <a:solidFill>
                  <a:schemeClr val="tx1"/>
                </a:solidFill>
              </a:rPr>
              <a:t>Comment utiliser ce document? Nous vous recommandons…</a:t>
            </a:r>
          </a:p>
          <a:p>
            <a:pPr marL="0" indent="0">
              <a:buNone/>
            </a:pPr>
            <a:endParaRPr lang="fr-CA" sz="2100" b="1" dirty="0">
              <a:solidFill>
                <a:schemeClr val="tx1"/>
              </a:solidFill>
            </a:endParaRPr>
          </a:p>
          <a:p>
            <a:r>
              <a:rPr lang="fr-CA" sz="1800" dirty="0">
                <a:solidFill>
                  <a:schemeClr val="tx1"/>
                </a:solidFill>
              </a:rPr>
              <a:t>D’imprimer le document en format de 1 diapositive par page;</a:t>
            </a:r>
          </a:p>
          <a:p>
            <a:r>
              <a:rPr lang="fr-CA" sz="1800" dirty="0">
                <a:solidFill>
                  <a:schemeClr val="tx1"/>
                </a:solidFill>
              </a:rPr>
              <a:t>De compléter les modèles, schémas et sections à partir de vos notes et du manuel;</a:t>
            </a:r>
          </a:p>
          <a:p>
            <a:r>
              <a:rPr lang="fr-CA" sz="1800" dirty="0">
                <a:solidFill>
                  <a:schemeClr val="tx1"/>
                </a:solidFill>
              </a:rPr>
              <a:t>D’ajouter vos propres explications, exemples et liens entre les concepts;</a:t>
            </a:r>
          </a:p>
          <a:p>
            <a:pPr marL="0" indent="0" algn="r">
              <a:buNone/>
            </a:pPr>
            <a:r>
              <a:rPr lang="fr-CA" sz="2400" dirty="0">
                <a:solidFill>
                  <a:schemeClr val="tx1"/>
                </a:solidFill>
              </a:rPr>
              <a:t>Bonne étude!</a:t>
            </a:r>
          </a:p>
          <a:p>
            <a:pPr algn="ctr"/>
            <a:endParaRPr lang="fr-CA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037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générée 1">
            <a:extLst>
              <a:ext uri="{FF2B5EF4-FFF2-40B4-BE49-F238E27FC236}">
                <a16:creationId xmlns:a16="http://schemas.microsoft.com/office/drawing/2014/main" id="{C5035DB3-DFF5-C3B3-B375-B07847516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121856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2239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3390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rPr lang="fr-CA" dirty="0"/>
              <a:t>Chapitre 1: La personnalité. Respecter les différences individuelles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38912" y="1353312"/>
            <a:ext cx="2505456" cy="4956048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1353312"/>
            <a:ext cx="82296" cy="4956048"/>
          </a:xfrm>
          <a:prstGeom prst="rect">
            <a:avLst/>
          </a:prstGeom>
          <a:solidFill>
            <a:srgbClr val="09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1517082" cy="5601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20" b="1">
                <a:solidFill>
                  <a:srgbClr val="1B2026"/>
                </a:solidFill>
                <a:latin typeface="Aptos Display"/>
              </a:defRPr>
            </a:pPr>
            <a:r>
              <a:rPr dirty="0" err="1"/>
              <a:t>Qu’est-ce</a:t>
            </a:r>
            <a:r>
              <a:rPr dirty="0"/>
              <a:t> </a:t>
            </a:r>
            <a:r>
              <a:rPr dirty="0" err="1"/>
              <a:t>que</a:t>
            </a:r>
            <a:br>
              <a:rPr dirty="0"/>
            </a:br>
            <a:r>
              <a:rPr dirty="0"/>
              <a:t>la </a:t>
            </a:r>
            <a:r>
              <a:rPr dirty="0" err="1"/>
              <a:t>personnalité</a:t>
            </a:r>
            <a:r>
              <a:rPr dirty="0"/>
              <a:t>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2219" y="1435608"/>
            <a:ext cx="2505456" cy="4956048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74136" y="1353312"/>
            <a:ext cx="82296" cy="4956048"/>
          </a:xfrm>
          <a:prstGeom prst="rect">
            <a:avLst/>
          </a:prstGeom>
          <a:solidFill>
            <a:srgbClr val="CD9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75304" y="1536192"/>
            <a:ext cx="2079287" cy="5601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20" b="1">
                <a:solidFill>
                  <a:srgbClr val="1B2026"/>
                </a:solidFill>
                <a:latin typeface="Aptos Display"/>
              </a:defRPr>
            </a:pPr>
            <a:r>
              <a:rPr dirty="0"/>
              <a:t>Les premières </a:t>
            </a:r>
            <a:r>
              <a:rPr dirty="0" err="1"/>
              <a:t>théories</a:t>
            </a:r>
            <a:br>
              <a:rPr dirty="0"/>
            </a:br>
            <a:r>
              <a:rPr dirty="0"/>
              <a:t>de la </a:t>
            </a:r>
            <a:r>
              <a:rPr dirty="0" err="1"/>
              <a:t>personnalité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309360" y="1353312"/>
            <a:ext cx="2505456" cy="4956048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353312"/>
            <a:ext cx="82296" cy="4956048"/>
          </a:xfrm>
          <a:prstGeom prst="rect">
            <a:avLst/>
          </a:prstGeom>
          <a:solidFill>
            <a:srgbClr val="48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1536192"/>
            <a:ext cx="1662956" cy="794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20" b="1">
                <a:solidFill>
                  <a:srgbClr val="1B2026"/>
                </a:solidFill>
                <a:latin typeface="Aptos Display"/>
              </a:defRPr>
            </a:pPr>
            <a:r>
              <a:rPr dirty="0" err="1"/>
              <a:t>Comprendre</a:t>
            </a:r>
            <a:r>
              <a:rPr dirty="0"/>
              <a:t> la </a:t>
            </a:r>
            <a:endParaRPr lang="fr-CA" dirty="0"/>
          </a:p>
          <a:p>
            <a:pPr>
              <a:defRPr sz="1520" b="1">
                <a:solidFill>
                  <a:srgbClr val="1B2026"/>
                </a:solidFill>
                <a:latin typeface="Aptos Display"/>
              </a:defRPr>
            </a:pPr>
            <a:r>
              <a:rPr dirty="0" err="1"/>
              <a:t>dynamique</a:t>
            </a:r>
            <a:br>
              <a:rPr dirty="0"/>
            </a:br>
            <a:r>
              <a:rPr dirty="0"/>
              <a:t>de la </a:t>
            </a:r>
            <a:r>
              <a:rPr dirty="0" err="1"/>
              <a:t>personnalité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9244584" y="1353312"/>
            <a:ext cx="2505456" cy="4956048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44584" y="1353312"/>
            <a:ext cx="82296" cy="4956048"/>
          </a:xfrm>
          <a:prstGeom prst="rect">
            <a:avLst/>
          </a:prstGeom>
          <a:solidFill>
            <a:srgbClr val="09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45752" y="1536192"/>
            <a:ext cx="2113788" cy="794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20" b="1">
                <a:solidFill>
                  <a:srgbClr val="1B2026"/>
                </a:solidFill>
                <a:latin typeface="Aptos Display"/>
              </a:defRPr>
            </a:pPr>
            <a:r>
              <a:rPr dirty="0"/>
              <a:t>Les </a:t>
            </a:r>
            <a:r>
              <a:rPr dirty="0" err="1"/>
              <a:t>stades</a:t>
            </a:r>
            <a:r>
              <a:rPr dirty="0"/>
              <a:t> de </a:t>
            </a:r>
            <a:endParaRPr lang="fr-CA" dirty="0"/>
          </a:p>
          <a:p>
            <a:pPr>
              <a:defRPr sz="1520" b="1">
                <a:solidFill>
                  <a:srgbClr val="1B2026"/>
                </a:solidFill>
                <a:latin typeface="Aptos Display"/>
              </a:defRPr>
            </a:pPr>
            <a:r>
              <a:rPr dirty="0" err="1"/>
              <a:t>développement</a:t>
            </a:r>
            <a:br>
              <a:rPr dirty="0"/>
            </a:br>
            <a:r>
              <a:rPr dirty="0"/>
              <a:t>de la </a:t>
            </a:r>
            <a:r>
              <a:rPr dirty="0" err="1"/>
              <a:t>personnalité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621792" y="3963446"/>
            <a:ext cx="21396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40" i="1">
                <a:solidFill>
                  <a:srgbClr val="5C6570"/>
                </a:solidFill>
                <a:latin typeface="Aptos"/>
              </a:defRPr>
            </a:pPr>
            <a:r>
              <a:rPr lang="fr-CA" sz="1200" dirty="0"/>
              <a:t>(Friedman et Kern, 2014). </a:t>
            </a:r>
            <a:endParaRPr lang="fr-CA" sz="1100" dirty="0"/>
          </a:p>
        </p:txBody>
      </p:sp>
      <p:sp>
        <p:nvSpPr>
          <p:cNvPr id="18" name="TextBox 17"/>
          <p:cNvSpPr txBox="1"/>
          <p:nvPr/>
        </p:nvSpPr>
        <p:spPr>
          <a:xfrm>
            <a:off x="640080" y="4420092"/>
            <a:ext cx="21396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96FB8"/>
                </a:solidFill>
                <a:latin typeface="Aptos"/>
              </a:defRPr>
            </a:pPr>
            <a:r>
              <a:rPr lang="fr-CA" dirty="0"/>
              <a:t>Fonctionnement/dynamique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016" y="2267712"/>
            <a:ext cx="2139696" cy="162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B2026"/>
                </a:solidFill>
                <a:latin typeface="Aptos"/>
              </a:defRPr>
            </a:pPr>
            <a:endParaRPr lang="fr-CA" dirty="0"/>
          </a:p>
          <a:p>
            <a:pPr>
              <a:spcAft>
                <a:spcPts val="200"/>
              </a:spcAft>
              <a:defRPr sz="1100" b="1">
                <a:solidFill>
                  <a:srgbClr val="1B2026"/>
                </a:solidFill>
                <a:latin typeface="Aptos"/>
              </a:defRPr>
            </a:pPr>
            <a:r>
              <a:rPr dirty="0"/>
              <a:t>Freud → affection / sécurité</a:t>
            </a:r>
          </a:p>
          <a:p>
            <a:pPr>
              <a:spcAft>
                <a:spcPts val="200"/>
              </a:spcAft>
              <a:defRPr sz="1100" b="1">
                <a:solidFill>
                  <a:srgbClr val="1B2026"/>
                </a:solidFill>
                <a:latin typeface="Aptos"/>
              </a:defRPr>
            </a:pPr>
            <a:endParaRPr lang="fr-CA" dirty="0"/>
          </a:p>
          <a:p>
            <a:pPr>
              <a:spcAft>
                <a:spcPts val="200"/>
              </a:spcAft>
              <a:defRPr sz="1100" b="1">
                <a:solidFill>
                  <a:srgbClr val="1B2026"/>
                </a:solidFill>
                <a:latin typeface="Aptos"/>
              </a:defRPr>
            </a:pPr>
            <a:endParaRPr lang="fr-CA" dirty="0"/>
          </a:p>
          <a:p>
            <a:pPr>
              <a:spcAft>
                <a:spcPts val="200"/>
              </a:spcAft>
              <a:defRPr sz="1100" b="1">
                <a:solidFill>
                  <a:srgbClr val="1B2026"/>
                </a:solidFill>
                <a:latin typeface="Aptos"/>
              </a:defRPr>
            </a:pPr>
            <a:r>
              <a:rPr dirty="0"/>
              <a:t>Adler → </a:t>
            </a:r>
            <a:r>
              <a:rPr dirty="0" err="1"/>
              <a:t>pouvoir</a:t>
            </a:r>
            <a:r>
              <a:rPr dirty="0"/>
              <a:t> / </a:t>
            </a:r>
            <a:r>
              <a:rPr dirty="0" err="1"/>
              <a:t>autonomie</a:t>
            </a:r>
            <a:endParaRPr dirty="0"/>
          </a:p>
          <a:p>
            <a:pPr>
              <a:spcAft>
                <a:spcPts val="200"/>
              </a:spcAft>
              <a:defRPr sz="1100" b="1">
                <a:solidFill>
                  <a:srgbClr val="1B2026"/>
                </a:solidFill>
                <a:latin typeface="Aptos"/>
              </a:defRPr>
            </a:pPr>
            <a:endParaRPr lang="fr-CA" dirty="0"/>
          </a:p>
          <a:p>
            <a:pPr>
              <a:spcAft>
                <a:spcPts val="200"/>
              </a:spcAft>
              <a:defRPr sz="1100" b="1">
                <a:solidFill>
                  <a:srgbClr val="1B2026"/>
                </a:solidFill>
                <a:latin typeface="Aptos"/>
              </a:defRPr>
            </a:pPr>
            <a:endParaRPr lang="fr-CA" dirty="0"/>
          </a:p>
          <a:p>
            <a:pPr>
              <a:spcAft>
                <a:spcPts val="200"/>
              </a:spcAft>
              <a:defRPr sz="1100" b="1">
                <a:solidFill>
                  <a:srgbClr val="1B2026"/>
                </a:solidFill>
                <a:latin typeface="Aptos"/>
              </a:defRPr>
            </a:pPr>
            <a:r>
              <a:rPr dirty="0"/>
              <a:t>Jung → </a:t>
            </a:r>
            <a:r>
              <a:rPr dirty="0" err="1"/>
              <a:t>sens</a:t>
            </a:r>
            <a:r>
              <a:rPr dirty="0"/>
              <a:t> / </a:t>
            </a:r>
            <a:r>
              <a:rPr dirty="0" err="1"/>
              <a:t>actualisation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3575304" y="4191492"/>
            <a:ext cx="21396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D9537"/>
                </a:solidFill>
                <a:latin typeface="Aptos"/>
              </a:defRPr>
            </a:pPr>
            <a:r>
              <a:rPr lang="fr-CA" dirty="0"/>
              <a:t>Fonctionnement/dynamique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6510528" y="2780673"/>
            <a:ext cx="2139696" cy="125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40" i="1">
                <a:solidFill>
                  <a:srgbClr val="5C6570"/>
                </a:solidFill>
                <a:latin typeface="Aptos"/>
              </a:defRPr>
            </a:pPr>
            <a:endParaRPr lang="fr-CA" dirty="0"/>
          </a:p>
          <a:p>
            <a:pPr>
              <a:defRPr sz="840" i="1">
                <a:solidFill>
                  <a:srgbClr val="5C6570"/>
                </a:solidFill>
                <a:latin typeface="Aptos"/>
              </a:defRPr>
            </a:pPr>
            <a:endParaRPr lang="fr-CA" dirty="0"/>
          </a:p>
          <a:p>
            <a:pPr>
              <a:defRPr sz="840" i="1">
                <a:solidFill>
                  <a:srgbClr val="5C6570"/>
                </a:solidFill>
                <a:latin typeface="Aptos"/>
              </a:defRPr>
            </a:pPr>
            <a:endParaRPr lang="fr-CA" dirty="0"/>
          </a:p>
          <a:p>
            <a:pPr>
              <a:defRPr sz="840" i="1">
                <a:solidFill>
                  <a:srgbClr val="5C6570"/>
                </a:solidFill>
                <a:latin typeface="Aptos"/>
              </a:defRPr>
            </a:pPr>
            <a:endParaRPr lang="fr-CA" dirty="0"/>
          </a:p>
          <a:p>
            <a:pPr>
              <a:defRPr sz="840" i="1">
                <a:solidFill>
                  <a:srgbClr val="5C6570"/>
                </a:solidFill>
                <a:latin typeface="Aptos"/>
              </a:defRPr>
            </a:pPr>
            <a:endParaRPr lang="fr-CA" dirty="0"/>
          </a:p>
          <a:p>
            <a:pPr>
              <a:defRPr sz="840" i="1">
                <a:solidFill>
                  <a:srgbClr val="5C6570"/>
                </a:solidFill>
                <a:latin typeface="Aptos"/>
              </a:defRPr>
            </a:pPr>
            <a:endParaRPr lang="fr-CA" dirty="0"/>
          </a:p>
          <a:p>
            <a:pPr>
              <a:defRPr sz="840" i="1">
                <a:solidFill>
                  <a:srgbClr val="5C6570"/>
                </a:solidFill>
                <a:latin typeface="Aptos"/>
              </a:defRPr>
            </a:pPr>
            <a:endParaRPr lang="fr-CA" dirty="0"/>
          </a:p>
          <a:p>
            <a:pPr>
              <a:defRPr sz="840" i="1">
                <a:solidFill>
                  <a:srgbClr val="5C6570"/>
                </a:solidFill>
                <a:latin typeface="Aptos"/>
              </a:defRPr>
            </a:pPr>
            <a:endParaRPr lang="fr-CA" dirty="0"/>
          </a:p>
          <a:p>
            <a:pPr>
              <a:defRPr sz="840" i="1">
                <a:solidFill>
                  <a:srgbClr val="5C6570"/>
                </a:solidFill>
                <a:latin typeface="Aptos"/>
              </a:defRPr>
            </a:pPr>
            <a:r>
              <a:rPr dirty="0"/>
              <a:t>Hogan &amp; Roberts (2000)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4264644"/>
            <a:ext cx="21396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89768"/>
                </a:solidFill>
                <a:latin typeface="Aptos"/>
              </a:defRPr>
            </a:pPr>
            <a:r>
              <a:rPr lang="fr-CA" dirty="0"/>
              <a:t>Fonctionnement/dynamique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9445752" y="2145658"/>
            <a:ext cx="2139696" cy="217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80" b="1">
                <a:solidFill>
                  <a:srgbClr val="1B2026"/>
                </a:solidFill>
                <a:latin typeface="Aptos"/>
              </a:defRPr>
            </a:pPr>
            <a:endParaRPr lang="fr-CA" dirty="0"/>
          </a:p>
          <a:p>
            <a:pPr>
              <a:spcAft>
                <a:spcPts val="200"/>
              </a:spcAft>
              <a:defRPr sz="1080" b="1">
                <a:solidFill>
                  <a:srgbClr val="1B2026"/>
                </a:solidFill>
                <a:latin typeface="Aptos"/>
              </a:defRPr>
            </a:pPr>
            <a:r>
              <a:rPr dirty="0" err="1"/>
              <a:t>Âge</a:t>
            </a:r>
            <a:r>
              <a:rPr dirty="0"/>
              <a:t> </a:t>
            </a:r>
            <a:r>
              <a:rPr dirty="0" err="1"/>
              <a:t>tendre</a:t>
            </a:r>
            <a:r>
              <a:rPr dirty="0"/>
              <a:t> → </a:t>
            </a:r>
            <a:r>
              <a:rPr dirty="0" err="1"/>
              <a:t>enfance</a:t>
            </a:r>
            <a:endParaRPr lang="fr-CA" dirty="0"/>
          </a:p>
          <a:p>
            <a:pPr>
              <a:spcAft>
                <a:spcPts val="200"/>
              </a:spcAft>
              <a:defRPr sz="1080" b="1">
                <a:solidFill>
                  <a:srgbClr val="1B2026"/>
                </a:solidFill>
                <a:latin typeface="Aptos"/>
              </a:defRPr>
            </a:pPr>
            <a:endParaRPr lang="fr-CA" dirty="0"/>
          </a:p>
          <a:p>
            <a:pPr>
              <a:spcAft>
                <a:spcPts val="200"/>
              </a:spcAft>
              <a:defRPr sz="1080" b="1">
                <a:solidFill>
                  <a:srgbClr val="1B2026"/>
                </a:solidFill>
                <a:latin typeface="Aptos"/>
              </a:defRPr>
            </a:pPr>
            <a:endParaRPr lang="fr-CA" dirty="0"/>
          </a:p>
          <a:p>
            <a:pPr>
              <a:spcAft>
                <a:spcPts val="200"/>
              </a:spcAft>
              <a:defRPr sz="1080" b="1">
                <a:solidFill>
                  <a:srgbClr val="1B2026"/>
                </a:solidFill>
                <a:latin typeface="Aptos"/>
              </a:defRPr>
            </a:pPr>
            <a:r>
              <a:rPr dirty="0"/>
              <a:t>Bel </a:t>
            </a:r>
            <a:r>
              <a:rPr dirty="0" err="1"/>
              <a:t>âge</a:t>
            </a:r>
            <a:r>
              <a:rPr dirty="0"/>
              <a:t> → jeunesse</a:t>
            </a:r>
          </a:p>
          <a:p>
            <a:pPr>
              <a:spcAft>
                <a:spcPts val="200"/>
              </a:spcAft>
              <a:defRPr sz="1080" b="1">
                <a:solidFill>
                  <a:srgbClr val="1B2026"/>
                </a:solidFill>
                <a:latin typeface="Aptos"/>
              </a:defRPr>
            </a:pPr>
            <a:endParaRPr lang="fr-CA" dirty="0"/>
          </a:p>
          <a:p>
            <a:pPr>
              <a:spcAft>
                <a:spcPts val="200"/>
              </a:spcAft>
              <a:defRPr sz="1080" b="1">
                <a:solidFill>
                  <a:srgbClr val="1B2026"/>
                </a:solidFill>
                <a:latin typeface="Aptos"/>
              </a:defRPr>
            </a:pPr>
            <a:endParaRPr lang="fr-CA" dirty="0"/>
          </a:p>
          <a:p>
            <a:pPr>
              <a:spcAft>
                <a:spcPts val="200"/>
              </a:spcAft>
              <a:defRPr sz="1080" b="1">
                <a:solidFill>
                  <a:srgbClr val="1B2026"/>
                </a:solidFill>
                <a:latin typeface="Aptos"/>
              </a:defRPr>
            </a:pPr>
            <a:r>
              <a:rPr dirty="0" err="1"/>
              <a:t>Âge</a:t>
            </a:r>
            <a:r>
              <a:rPr dirty="0"/>
              <a:t> </a:t>
            </a:r>
            <a:r>
              <a:rPr dirty="0" err="1"/>
              <a:t>mûr</a:t>
            </a:r>
            <a:r>
              <a:rPr dirty="0"/>
              <a:t> → </a:t>
            </a:r>
            <a:r>
              <a:rPr dirty="0" err="1"/>
              <a:t>mitan</a:t>
            </a:r>
            <a:endParaRPr dirty="0"/>
          </a:p>
          <a:p>
            <a:pPr>
              <a:spcAft>
                <a:spcPts val="200"/>
              </a:spcAft>
              <a:defRPr sz="1080" b="1">
                <a:solidFill>
                  <a:srgbClr val="1B2026"/>
                </a:solidFill>
                <a:latin typeface="Aptos"/>
              </a:defRPr>
            </a:pPr>
            <a:endParaRPr lang="fr-CA" dirty="0"/>
          </a:p>
          <a:p>
            <a:pPr>
              <a:spcAft>
                <a:spcPts val="200"/>
              </a:spcAft>
              <a:defRPr sz="1080" b="1">
                <a:solidFill>
                  <a:srgbClr val="1B2026"/>
                </a:solidFill>
                <a:latin typeface="Aptos"/>
              </a:defRPr>
            </a:pPr>
            <a:endParaRPr lang="fr-CA" dirty="0"/>
          </a:p>
          <a:p>
            <a:pPr>
              <a:spcAft>
                <a:spcPts val="200"/>
              </a:spcAft>
              <a:defRPr sz="1080" b="1">
                <a:solidFill>
                  <a:srgbClr val="1B2026"/>
                </a:solidFill>
                <a:latin typeface="Aptos"/>
              </a:defRPr>
            </a:pPr>
            <a:r>
              <a:rPr dirty="0" err="1"/>
              <a:t>Âge</a:t>
            </a:r>
            <a:r>
              <a:rPr dirty="0"/>
              <a:t> d’or → </a:t>
            </a:r>
            <a:r>
              <a:rPr dirty="0" err="1"/>
              <a:t>vieillesse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9419844" y="4296707"/>
            <a:ext cx="21396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96FB8"/>
                </a:solidFill>
                <a:latin typeface="Aptos"/>
              </a:defRPr>
            </a:pPr>
            <a:r>
              <a:rPr lang="fr-CA" dirty="0"/>
              <a:t>Fonctionnement/dynamique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9179116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sz="850" dirty="0"/>
              <a:t>Cette fiche offre une vue d’ensemble de quelques éléments du chapitre. Pour consolider votre compréhension, utilisez-la en complément de la lecture, des séances en classe et des exercices.</a:t>
            </a:r>
            <a:endParaRPr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5B006804-36FE-4A69-B517-4F07B7D63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905" y="2364647"/>
            <a:ext cx="2232404" cy="1255728"/>
          </a:xfrm>
          <a:prstGeom prst="rect">
            <a:avLst/>
          </a:prstGeom>
        </p:spPr>
      </p:pic>
      <p:sp>
        <p:nvSpPr>
          <p:cNvPr id="4" name="TextBox 24">
            <a:extLst>
              <a:ext uri="{FF2B5EF4-FFF2-40B4-BE49-F238E27FC236}">
                <a16:creationId xmlns:a16="http://schemas.microsoft.com/office/drawing/2014/main" id="{A5314A62-FA31-59EF-F82A-A65319773B60}"/>
              </a:ext>
            </a:extLst>
          </p:cNvPr>
          <p:cNvSpPr txBox="1"/>
          <p:nvPr/>
        </p:nvSpPr>
        <p:spPr>
          <a:xfrm>
            <a:off x="9682036" y="6486144"/>
            <a:ext cx="220925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dirty="0"/>
              <a:t>©2026. Préparé par : Marie-Christine Albert</a:t>
            </a:r>
            <a:endParaRPr dirty="0"/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493D4AA6-127C-CF30-9BB1-D112D7A26C89}"/>
              </a:ext>
            </a:extLst>
          </p:cNvPr>
          <p:cNvSpPr txBox="1"/>
          <p:nvPr/>
        </p:nvSpPr>
        <p:spPr>
          <a:xfrm>
            <a:off x="731520" y="2350008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170B3"/>
                </a:solidFill>
                <a:latin typeface="Aptos"/>
              </a:defRPr>
            </a:pPr>
            <a:r>
              <a:rPr dirty="0" err="1"/>
              <a:t>Définition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65176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 err="1"/>
              <a:t>Chapitre</a:t>
            </a:r>
            <a:r>
              <a:rPr dirty="0"/>
              <a:t> 1 : La </a:t>
            </a:r>
            <a:r>
              <a:rPr dirty="0" err="1"/>
              <a:t>personnalité</a:t>
            </a:r>
            <a:r>
              <a:rPr dirty="0"/>
              <a:t>. Respecter les </a:t>
            </a:r>
            <a:r>
              <a:rPr dirty="0" err="1"/>
              <a:t>différences</a:t>
            </a:r>
            <a:r>
              <a:rPr dirty="0"/>
              <a:t> </a:t>
            </a:r>
            <a:r>
              <a:rPr dirty="0" err="1"/>
              <a:t>individuelles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38912" y="1325880"/>
            <a:ext cx="2788920" cy="4983480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1325880"/>
            <a:ext cx="82296" cy="4983480"/>
          </a:xfrm>
          <a:prstGeom prst="rect">
            <a:avLst/>
          </a:prstGeom>
          <a:solidFill>
            <a:srgbClr val="117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01568" y="1325880"/>
            <a:ext cx="4617720" cy="4983480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01568" y="1325880"/>
            <a:ext cx="82296" cy="4983480"/>
          </a:xfrm>
          <a:prstGeom prst="rect">
            <a:avLst/>
          </a:prstGeom>
          <a:solidFill>
            <a:srgbClr val="D9A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193024" y="1325880"/>
            <a:ext cx="3566160" cy="4983480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93024" y="1325880"/>
            <a:ext cx="82296" cy="4983480"/>
          </a:xfrm>
          <a:prstGeom prst="rect">
            <a:avLst/>
          </a:prstGeom>
          <a:solidFill>
            <a:srgbClr val="439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581912"/>
            <a:ext cx="2240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0F19"/>
                </a:solidFill>
                <a:latin typeface="Aptos Display"/>
              </a:defRPr>
            </a:pPr>
            <a:r>
              <a:rPr dirty="0" err="1"/>
              <a:t>L’approche</a:t>
            </a:r>
            <a:r>
              <a:rPr dirty="0"/>
              <a:t> </a:t>
            </a:r>
            <a:r>
              <a:rPr dirty="0" err="1"/>
              <a:t>centrée</a:t>
            </a:r>
            <a:br>
              <a:rPr dirty="0"/>
            </a:br>
            <a:r>
              <a:rPr dirty="0"/>
              <a:t>sur les traits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50008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170B3"/>
                </a:solidFill>
                <a:latin typeface="Aptos"/>
              </a:defRPr>
            </a:pPr>
            <a:r>
              <a:rPr dirty="0" err="1"/>
              <a:t>Définition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31520" y="3823716"/>
            <a:ext cx="2176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i="1">
                <a:solidFill>
                  <a:srgbClr val="5C6774"/>
                </a:solidFill>
                <a:latin typeface="Aptos"/>
              </a:defRPr>
            </a:pPr>
            <a:r>
              <a:rPr dirty="0"/>
              <a:t>Allport • Cattell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79392"/>
            <a:ext cx="1939955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170B3"/>
                </a:solidFill>
                <a:latin typeface="Aptos"/>
              </a:defRPr>
            </a:pPr>
            <a:r>
              <a:rPr lang="fr-CA" dirty="0"/>
              <a:t>Fonctionnement/dynamique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3703320" y="1581912"/>
            <a:ext cx="39776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0F19"/>
                </a:solidFill>
                <a:latin typeface="Aptos Display"/>
              </a:defRPr>
            </a:pPr>
            <a:r>
              <a:rPr dirty="0"/>
              <a:t>Le </a:t>
            </a:r>
            <a:r>
              <a:rPr dirty="0" err="1"/>
              <a:t>modèle</a:t>
            </a:r>
            <a:r>
              <a:rPr dirty="0"/>
              <a:t> des cinq </a:t>
            </a:r>
            <a:r>
              <a:rPr dirty="0" err="1"/>
              <a:t>facteurs</a:t>
            </a:r>
            <a:r>
              <a:rPr dirty="0"/>
              <a:t> (Big Five)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304288"/>
            <a:ext cx="124358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" b="1">
                <a:solidFill>
                  <a:srgbClr val="D9A237"/>
                </a:solidFill>
                <a:latin typeface="Aptos"/>
              </a:defRPr>
            </a:pPr>
            <a:r>
              <a:t>O  Ouverture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743200"/>
            <a:ext cx="124358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" b="1">
                <a:solidFill>
                  <a:srgbClr val="D9A237"/>
                </a:solidFill>
                <a:latin typeface="Aptos"/>
              </a:defRPr>
            </a:pPr>
            <a:r>
              <a:t>C  Conscienciosité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182112"/>
            <a:ext cx="124358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" b="1">
                <a:solidFill>
                  <a:srgbClr val="D9A237"/>
                </a:solidFill>
                <a:latin typeface="Aptos"/>
              </a:defRPr>
            </a:pPr>
            <a:r>
              <a:t>E  Extraversion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621024"/>
            <a:ext cx="124358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" b="1">
                <a:solidFill>
                  <a:srgbClr val="D9A237"/>
                </a:solidFill>
                <a:latin typeface="Aptos"/>
              </a:defRPr>
            </a:pPr>
            <a:r>
              <a:t>A  Agréabilité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059935"/>
            <a:ext cx="124358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" b="1">
                <a:solidFill>
                  <a:srgbClr val="D9A237"/>
                </a:solidFill>
                <a:latin typeface="Aptos"/>
              </a:defRPr>
            </a:pPr>
            <a:r>
              <a:t>N  Névrosisme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86200" y="4764024"/>
            <a:ext cx="3520440" cy="32004"/>
          </a:xfrm>
          <a:prstGeom prst="rect">
            <a:avLst/>
          </a:prstGeom>
          <a:solidFill>
            <a:srgbClr val="5C6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831336" y="4700016"/>
            <a:ext cx="128016" cy="128016"/>
          </a:xfrm>
          <a:prstGeom prst="ellipse">
            <a:avLst/>
          </a:prstGeom>
          <a:solidFill>
            <a:srgbClr val="D9A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75304" y="4873752"/>
            <a:ext cx="6583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80F19"/>
                </a:solidFill>
                <a:latin typeface="Aptos"/>
              </a:defRPr>
            </a:pPr>
            <a:r>
              <a:t>Inadapté</a:t>
            </a:r>
            <a:br/>
            <a:r>
              <a:t>bas</a:t>
            </a:r>
          </a:p>
        </p:txBody>
      </p:sp>
      <p:sp>
        <p:nvSpPr>
          <p:cNvPr id="31" name="Oval 30"/>
          <p:cNvSpPr/>
          <p:nvPr/>
        </p:nvSpPr>
        <p:spPr>
          <a:xfrm>
            <a:off x="4956048" y="4700016"/>
            <a:ext cx="128016" cy="128016"/>
          </a:xfrm>
          <a:prstGeom prst="ellipse">
            <a:avLst/>
          </a:prstGeom>
          <a:solidFill>
            <a:srgbClr val="D9A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00016" y="4873752"/>
            <a:ext cx="6583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80F19"/>
                </a:solidFill>
                <a:latin typeface="Aptos"/>
              </a:defRPr>
            </a:pPr>
            <a:r>
              <a:t>Normal</a:t>
            </a:r>
            <a:br/>
            <a:r>
              <a:t>bas</a:t>
            </a:r>
          </a:p>
        </p:txBody>
      </p:sp>
      <p:sp>
        <p:nvSpPr>
          <p:cNvPr id="33" name="Oval 32"/>
          <p:cNvSpPr/>
          <p:nvPr/>
        </p:nvSpPr>
        <p:spPr>
          <a:xfrm>
            <a:off x="6117336" y="4700016"/>
            <a:ext cx="128016" cy="128016"/>
          </a:xfrm>
          <a:prstGeom prst="ellipse">
            <a:avLst/>
          </a:prstGeom>
          <a:solidFill>
            <a:srgbClr val="D9A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61304" y="4873752"/>
            <a:ext cx="6583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80F19"/>
                </a:solidFill>
                <a:latin typeface="Aptos"/>
              </a:defRPr>
            </a:pPr>
            <a:r>
              <a:t>Normal</a:t>
            </a:r>
            <a:br/>
            <a:r>
              <a:t>élevé</a:t>
            </a:r>
          </a:p>
        </p:txBody>
      </p:sp>
      <p:sp>
        <p:nvSpPr>
          <p:cNvPr id="35" name="Oval 34"/>
          <p:cNvSpPr/>
          <p:nvPr/>
        </p:nvSpPr>
        <p:spPr>
          <a:xfrm>
            <a:off x="7351775" y="4700016"/>
            <a:ext cx="128016" cy="128016"/>
          </a:xfrm>
          <a:prstGeom prst="ellipse">
            <a:avLst/>
          </a:prstGeom>
          <a:solidFill>
            <a:srgbClr val="D9A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95744" y="4873752"/>
            <a:ext cx="6583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80F19"/>
                </a:solidFill>
                <a:latin typeface="Aptos"/>
              </a:defRPr>
            </a:pPr>
            <a:r>
              <a:t>Inadapté</a:t>
            </a:r>
            <a:br/>
            <a:r>
              <a:t>élevé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88910" y="5379720"/>
            <a:ext cx="1939955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A237"/>
                </a:solidFill>
                <a:latin typeface="Aptos"/>
              </a:defRPr>
            </a:pPr>
            <a:r>
              <a:rPr lang="fr-CA" dirty="0"/>
              <a:t>Fonctionnement/dynamique</a:t>
            </a:r>
            <a:endParaRPr dirty="0"/>
          </a:p>
        </p:txBody>
      </p:sp>
      <p:sp>
        <p:nvSpPr>
          <p:cNvPr id="39" name="TextBox 38"/>
          <p:cNvSpPr txBox="1"/>
          <p:nvPr/>
        </p:nvSpPr>
        <p:spPr>
          <a:xfrm>
            <a:off x="8485632" y="1581912"/>
            <a:ext cx="2926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0F19"/>
                </a:solidFill>
                <a:latin typeface="Aptos Display"/>
              </a:defRPr>
            </a:pPr>
            <a:r>
              <a:rPr dirty="0"/>
              <a:t>Le </a:t>
            </a:r>
            <a:r>
              <a:rPr dirty="0" err="1"/>
              <a:t>modèle</a:t>
            </a:r>
            <a:r>
              <a:rPr dirty="0"/>
              <a:t> HEXACO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0496" y="376732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i="1">
                <a:solidFill>
                  <a:srgbClr val="5C6774"/>
                </a:solidFill>
                <a:latin typeface="Aptos"/>
              </a:defRPr>
            </a:pPr>
            <a:r>
              <a:t>Ashton &amp; Lee (2001)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0496" y="4212336"/>
            <a:ext cx="1939955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439763"/>
                </a:solidFill>
                <a:latin typeface="Aptos"/>
              </a:defRPr>
            </a:pPr>
            <a:r>
              <a:rPr lang="fr-CA" dirty="0"/>
              <a:t>Fonctionnement/dynamique</a:t>
            </a:r>
            <a:endParaRPr dirty="0"/>
          </a:p>
        </p:txBody>
      </p:sp>
      <p:pic>
        <p:nvPicPr>
          <p:cNvPr id="27" name="Espace réservé du contenu 12">
            <a:extLst>
              <a:ext uri="{FF2B5EF4-FFF2-40B4-BE49-F238E27FC236}">
                <a16:creationId xmlns:a16="http://schemas.microsoft.com/office/drawing/2014/main" id="{1A57CEB1-C58C-AA93-DAAB-7F0B2561A5B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8273" t="1525" r="7195" b="419"/>
          <a:stretch>
            <a:fillRect/>
          </a:stretch>
        </p:blipFill>
        <p:spPr>
          <a:xfrm>
            <a:off x="8449056" y="2067450"/>
            <a:ext cx="2926080" cy="2000450"/>
          </a:xfrm>
          <a:prstGeom prst="rect">
            <a:avLst/>
          </a:prstGeom>
          <a:noFill/>
        </p:spPr>
      </p:pic>
      <p:sp>
        <p:nvSpPr>
          <p:cNvPr id="42" name="TextBox 24">
            <a:extLst>
              <a:ext uri="{FF2B5EF4-FFF2-40B4-BE49-F238E27FC236}">
                <a16:creationId xmlns:a16="http://schemas.microsoft.com/office/drawing/2014/main" id="{F14E0F2B-016B-0434-D3BE-E4FC1334A3CD}"/>
              </a:ext>
            </a:extLst>
          </p:cNvPr>
          <p:cNvSpPr txBox="1"/>
          <p:nvPr/>
        </p:nvSpPr>
        <p:spPr>
          <a:xfrm>
            <a:off x="9682036" y="6488110"/>
            <a:ext cx="220925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dirty="0"/>
              <a:t>©2026. Préparé par : Marie-Christine Albert</a:t>
            </a:r>
            <a:endParaRPr dirty="0"/>
          </a:p>
        </p:txBody>
      </p:sp>
      <p:sp>
        <p:nvSpPr>
          <p:cNvPr id="12" name="TextBox 24">
            <a:extLst>
              <a:ext uri="{FF2B5EF4-FFF2-40B4-BE49-F238E27FC236}">
                <a16:creationId xmlns:a16="http://schemas.microsoft.com/office/drawing/2014/main" id="{EC4B55E2-8928-E293-C879-A5D2EA9E7B28}"/>
              </a:ext>
            </a:extLst>
          </p:cNvPr>
          <p:cNvSpPr txBox="1"/>
          <p:nvPr/>
        </p:nvSpPr>
        <p:spPr>
          <a:xfrm>
            <a:off x="502920" y="6473952"/>
            <a:ext cx="9179116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sz="850" dirty="0"/>
              <a:t>Cette fiche offre une vue d’ensemble de quelques éléments du chapitre. Pour consolider votre compréhension, utilisez-la en complément de la lecture, des séances en classe et des exercices.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Chapitre 1 : La personnalité. Respecter les différences individuelles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325880"/>
            <a:ext cx="2423160" cy="4983480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1325880"/>
            <a:ext cx="82296" cy="4983480"/>
          </a:xfrm>
          <a:prstGeom prst="rect">
            <a:avLst/>
          </a:prstGeom>
          <a:solidFill>
            <a:srgbClr val="12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054096" y="1325880"/>
            <a:ext cx="5532120" cy="4983480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054096" y="1325880"/>
            <a:ext cx="82296" cy="4983480"/>
          </a:xfrm>
          <a:prstGeom prst="rect">
            <a:avLst/>
          </a:prstGeom>
          <a:solidFill>
            <a:srgbClr val="DDA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778240" y="1325880"/>
            <a:ext cx="2971800" cy="4983480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78240" y="1325880"/>
            <a:ext cx="82296" cy="4983480"/>
          </a:xfrm>
          <a:prstGeom prst="rect">
            <a:avLst/>
          </a:prstGeom>
          <a:solidFill>
            <a:srgbClr val="44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1783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80F19"/>
                </a:solidFill>
                <a:latin typeface="Aptos Display"/>
              </a:defRPr>
            </a:pPr>
            <a:r>
              <a:rPr dirty="0" err="1"/>
              <a:t>L’approche</a:t>
            </a:r>
            <a:r>
              <a:rPr dirty="0"/>
              <a:t> </a:t>
            </a:r>
            <a:r>
              <a:rPr dirty="0" err="1"/>
              <a:t>centrée</a:t>
            </a:r>
            <a:br>
              <a:rPr dirty="0"/>
            </a:br>
            <a:r>
              <a:rPr dirty="0"/>
              <a:t>sur les </a:t>
            </a:r>
            <a:r>
              <a:rPr dirty="0" err="1"/>
              <a:t>personnes</a:t>
            </a:r>
            <a:r>
              <a:rPr dirty="0"/>
              <a:t> :</a:t>
            </a:r>
            <a:br>
              <a:rPr dirty="0"/>
            </a:br>
            <a:r>
              <a:rPr dirty="0"/>
              <a:t>les typologies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270B2"/>
                </a:solidFill>
                <a:latin typeface="Aptos"/>
              </a:defRPr>
            </a:pPr>
            <a:r>
              <a:t>Définition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12439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90" b="0" i="1">
                <a:solidFill>
                  <a:srgbClr val="5B6774"/>
                </a:solidFill>
                <a:latin typeface="Aptos"/>
              </a:defRPr>
            </a:pPr>
            <a:r>
              <a:rPr dirty="0"/>
              <a:t>Block (1971)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07992"/>
            <a:ext cx="1620957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270B2"/>
                </a:solidFill>
                <a:latin typeface="Aptos"/>
              </a:defRPr>
            </a:pPr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ça</a:t>
            </a:r>
            <a:r>
              <a:rPr dirty="0"/>
              <a:t> nous </a:t>
            </a:r>
            <a:r>
              <a:rPr dirty="0" err="1"/>
              <a:t>permet</a:t>
            </a:r>
            <a:r>
              <a:rPr dirty="0"/>
              <a:t> </a:t>
            </a:r>
            <a:endParaRPr lang="fr-CA" dirty="0"/>
          </a:p>
          <a:p>
            <a:pPr>
              <a:defRPr sz="1050" b="1">
                <a:solidFill>
                  <a:srgbClr val="1270B2"/>
                </a:solidFill>
                <a:latin typeface="Aptos"/>
              </a:defRPr>
            </a:pPr>
            <a:r>
              <a:rPr dirty="0"/>
              <a:t>de </a:t>
            </a:r>
            <a:r>
              <a:rPr dirty="0" err="1"/>
              <a:t>comprendre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3456432" y="1645920"/>
            <a:ext cx="4709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80F19"/>
                </a:solidFill>
                <a:latin typeface="Aptos Display"/>
              </a:defRPr>
            </a:pPr>
            <a:r>
              <a:t>La typologie psychologique de Jung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011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1">
                <a:solidFill>
                  <a:srgbClr val="5B6774"/>
                </a:solidFill>
                <a:latin typeface="Aptos"/>
              </a:defRPr>
            </a:pPr>
            <a:r>
              <a:t>Carl G. Jung (1921, 1976)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235000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DA435"/>
                </a:solidFill>
                <a:latin typeface="Aptos"/>
              </a:defRPr>
            </a:pPr>
            <a:r>
              <a:t>L’attitude-type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4760" y="3090672"/>
            <a:ext cx="141732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DA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0" y="3182112"/>
            <a:ext cx="1325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19" b="1">
                <a:solidFill>
                  <a:srgbClr val="080F19"/>
                </a:solidFill>
                <a:latin typeface="Aptos"/>
              </a:defRPr>
            </a:pPr>
            <a:r>
              <a:t>EXTRAVERSION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3090672"/>
            <a:ext cx="141732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DA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3182112"/>
            <a:ext cx="1325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19" b="1">
                <a:solidFill>
                  <a:srgbClr val="080F19"/>
                </a:solidFill>
                <a:latin typeface="Aptos"/>
              </a:defRPr>
            </a:pPr>
            <a:r>
              <a:t>INTROVERSION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212080" y="3282696"/>
            <a:ext cx="1417320" cy="0"/>
          </a:xfrm>
          <a:prstGeom prst="line">
            <a:avLst/>
          </a:prstGeom>
          <a:ln w="19050">
            <a:solidFill>
              <a:srgbClr val="DDA4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456432" y="363931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DA435"/>
                </a:solidFill>
                <a:latin typeface="Aptos"/>
              </a:defRPr>
            </a:pPr>
            <a:r>
              <a:t>Les fonctions psychologiques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93008" y="4389120"/>
            <a:ext cx="10515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DA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66160" y="4480560"/>
            <a:ext cx="9052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DDA435"/>
                </a:solidFill>
                <a:latin typeface="Aptos"/>
              </a:defRPr>
            </a:pPr>
            <a:r>
              <a:t>S  Sensation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4389120"/>
            <a:ext cx="10515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DA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36592" y="4480560"/>
            <a:ext cx="9052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DDA435"/>
                </a:solidFill>
                <a:latin typeface="Aptos"/>
              </a:defRPr>
            </a:pPr>
            <a:r>
              <a:t>T  Pensée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33872" y="4389120"/>
            <a:ext cx="10515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DA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07024" y="4480560"/>
            <a:ext cx="9052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DDA435"/>
                </a:solidFill>
                <a:latin typeface="Aptos"/>
              </a:defRPr>
            </a:pPr>
            <a:r>
              <a:t>F  Sentiment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04304" y="4389120"/>
            <a:ext cx="10515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DA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77456" y="4480560"/>
            <a:ext cx="9052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DDA435"/>
                </a:solidFill>
                <a:latin typeface="Aptos"/>
              </a:defRPr>
            </a:pPr>
            <a:r>
              <a:t>N  Intuition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56432" y="5504688"/>
            <a:ext cx="1939955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DA435"/>
                </a:solidFill>
                <a:latin typeface="Aptos"/>
              </a:defRPr>
            </a:pPr>
            <a:r>
              <a:rPr lang="fr-CA" dirty="0"/>
              <a:t>Fonctionnement/dynamique</a:t>
            </a:r>
            <a:endParaRPr dirty="0"/>
          </a:p>
        </p:txBody>
      </p:sp>
      <p:sp>
        <p:nvSpPr>
          <p:cNvPr id="41" name="TextBox 40"/>
          <p:cNvSpPr txBox="1"/>
          <p:nvPr/>
        </p:nvSpPr>
        <p:spPr>
          <a:xfrm>
            <a:off x="9162288" y="1645920"/>
            <a:ext cx="2194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20" b="1">
                <a:solidFill>
                  <a:srgbClr val="080F19"/>
                </a:solidFill>
                <a:latin typeface="Aptos Display"/>
              </a:defRPr>
            </a:pPr>
            <a:r>
              <a:t>La dynamique des</a:t>
            </a:r>
            <a:br/>
            <a:r>
              <a:t>fonctions psychologiques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57715" y="2339339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90" b="0" i="1">
                <a:solidFill>
                  <a:srgbClr val="5B6774"/>
                </a:solidFill>
                <a:latin typeface="Aptos"/>
              </a:defRPr>
            </a:pPr>
            <a:r>
              <a:rPr dirty="0"/>
              <a:t>Jung (1921, 1976)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89720" y="2670048"/>
            <a:ext cx="2084831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449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72016" y="2734056"/>
            <a:ext cx="19202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0" b="1">
                <a:solidFill>
                  <a:srgbClr val="449764"/>
                </a:solidFill>
                <a:latin typeface="Aptos"/>
              </a:defRPr>
            </a:pPr>
            <a:r>
              <a:t>DOMINANTE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89720" y="3328415"/>
            <a:ext cx="2084831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2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272016" y="3392423"/>
            <a:ext cx="19202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0" b="1">
                <a:solidFill>
                  <a:srgbClr val="1270B2"/>
                </a:solidFill>
                <a:latin typeface="Aptos"/>
              </a:defRPr>
            </a:pPr>
            <a:r>
              <a:t>AUXILIAIRE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89720" y="3986783"/>
            <a:ext cx="2084831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DA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272016" y="4050791"/>
            <a:ext cx="19202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0" b="1">
                <a:solidFill>
                  <a:srgbClr val="DDA435"/>
                </a:solidFill>
                <a:latin typeface="Aptos"/>
              </a:defRPr>
            </a:pPr>
            <a:r>
              <a:t>TERTIAIRE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89720" y="4645151"/>
            <a:ext cx="2084831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5B6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272016" y="4709159"/>
            <a:ext cx="19202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0" b="1">
                <a:solidFill>
                  <a:srgbClr val="5B6774"/>
                </a:solidFill>
                <a:latin typeface="Aptos"/>
              </a:defRPr>
            </a:pPr>
            <a:r>
              <a:t>INFÉRIEURE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62288" y="5422392"/>
            <a:ext cx="1939955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449764"/>
                </a:solidFill>
                <a:latin typeface="Aptos"/>
              </a:defRPr>
            </a:pPr>
            <a:r>
              <a:rPr lang="fr-CA" dirty="0"/>
              <a:t>Fonctionnement/dynamique</a:t>
            </a:r>
            <a:endParaRPr dirty="0"/>
          </a:p>
        </p:txBody>
      </p:sp>
      <p:sp>
        <p:nvSpPr>
          <p:cNvPr id="59" name="TextBox 24">
            <a:extLst>
              <a:ext uri="{FF2B5EF4-FFF2-40B4-BE49-F238E27FC236}">
                <a16:creationId xmlns:a16="http://schemas.microsoft.com/office/drawing/2014/main" id="{0888174B-570E-C26C-5566-323231696293}"/>
              </a:ext>
            </a:extLst>
          </p:cNvPr>
          <p:cNvSpPr txBox="1"/>
          <p:nvPr/>
        </p:nvSpPr>
        <p:spPr>
          <a:xfrm>
            <a:off x="9540781" y="6473952"/>
            <a:ext cx="220925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dirty="0"/>
              <a:t>©2026. Préparé par : Marie-Christine Albert</a:t>
            </a:r>
            <a:endParaRPr dirty="0"/>
          </a:p>
        </p:txBody>
      </p:sp>
      <p:sp>
        <p:nvSpPr>
          <p:cNvPr id="12" name="TextBox 24">
            <a:extLst>
              <a:ext uri="{FF2B5EF4-FFF2-40B4-BE49-F238E27FC236}">
                <a16:creationId xmlns:a16="http://schemas.microsoft.com/office/drawing/2014/main" id="{E76DCA72-5A0E-3544-14AE-80B37CD83F75}"/>
              </a:ext>
            </a:extLst>
          </p:cNvPr>
          <p:cNvSpPr txBox="1"/>
          <p:nvPr/>
        </p:nvSpPr>
        <p:spPr>
          <a:xfrm>
            <a:off x="502920" y="6473952"/>
            <a:ext cx="9179116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sz="850" dirty="0"/>
              <a:t>Cette fiche offre une vue d’ensemble de quelques éléments du chapitre. Pour consolider votre compréhension, utilisez-la en complément de la lecture, des séances en classe et des exercices.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Chapitre 1 : La personnalité. Respecter les différences individuelles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325880"/>
            <a:ext cx="3703320" cy="4983480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1325880"/>
            <a:ext cx="82296" cy="4983480"/>
          </a:xfrm>
          <a:prstGeom prst="rect">
            <a:avLst/>
          </a:prstGeom>
          <a:solidFill>
            <a:srgbClr val="12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42816" y="1325880"/>
            <a:ext cx="3703320" cy="4983480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242816" y="1325880"/>
            <a:ext cx="82296" cy="4983480"/>
          </a:xfrm>
          <a:prstGeom prst="rect">
            <a:avLst/>
          </a:prstGeom>
          <a:solidFill>
            <a:srgbClr val="DDA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0" y="1325880"/>
            <a:ext cx="3703320" cy="4983480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46720" y="1325880"/>
            <a:ext cx="82296" cy="4983480"/>
          </a:xfrm>
          <a:prstGeom prst="rect">
            <a:avLst/>
          </a:prstGeom>
          <a:solidFill>
            <a:srgbClr val="44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609344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20" b="1" i="0">
                <a:solidFill>
                  <a:srgbClr val="080F19"/>
                </a:solidFill>
                <a:latin typeface="Aptos"/>
              </a:defRPr>
            </a:pPr>
            <a:r>
              <a:t>Décrire la personnalité à partir de ses comportements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157984"/>
            <a:ext cx="2971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270B2"/>
                </a:solidFill>
                <a:latin typeface="Aptos"/>
              </a:defRPr>
            </a:pPr>
            <a:r>
              <a:t>Observer des comportements récurrents et consistants sur une période prolongée et dans des contextes variés.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2788920"/>
            <a:ext cx="384048" cy="384048"/>
          </a:xfrm>
          <a:prstGeom prst="ellipse">
            <a:avLst/>
          </a:prstGeom>
          <a:solidFill>
            <a:srgbClr val="12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2871215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779776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40" b="1" i="0">
                <a:solidFill>
                  <a:srgbClr val="1270B2"/>
                </a:solidFill>
                <a:latin typeface="Aptos"/>
              </a:defRPr>
            </a:pPr>
            <a:r>
              <a:t>IDENTIFIER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3447287"/>
            <a:ext cx="384048" cy="384048"/>
          </a:xfrm>
          <a:prstGeom prst="ellipse">
            <a:avLst/>
          </a:prstGeom>
          <a:solidFill>
            <a:srgbClr val="12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3529583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3438144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40" b="1" i="0">
                <a:solidFill>
                  <a:srgbClr val="1270B2"/>
                </a:solidFill>
                <a:latin typeface="Aptos"/>
              </a:defRPr>
            </a:pPr>
            <a:r>
              <a:t>STRUCTURER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" y="4105655"/>
            <a:ext cx="384048" cy="384048"/>
          </a:xfrm>
          <a:prstGeom prst="ellipse">
            <a:avLst/>
          </a:prstGeom>
          <a:solidFill>
            <a:srgbClr val="12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4187951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4096511"/>
            <a:ext cx="1574292" cy="23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40" b="1" i="0">
                <a:solidFill>
                  <a:srgbClr val="1270B2"/>
                </a:solidFill>
                <a:latin typeface="Aptos"/>
              </a:defRPr>
            </a:pPr>
            <a:r>
              <a:rPr dirty="0"/>
              <a:t>CONTEXTUALISER</a:t>
            </a:r>
          </a:p>
        </p:txBody>
      </p:sp>
      <p:sp>
        <p:nvSpPr>
          <p:cNvPr id="24" name="Oval 23"/>
          <p:cNvSpPr/>
          <p:nvPr/>
        </p:nvSpPr>
        <p:spPr>
          <a:xfrm>
            <a:off x="841248" y="4764023"/>
            <a:ext cx="384048" cy="384048"/>
          </a:xfrm>
          <a:prstGeom prst="ellipse">
            <a:avLst/>
          </a:prstGeom>
          <a:solidFill>
            <a:srgbClr val="12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" y="4846319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4754879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40" b="1" i="0">
                <a:solidFill>
                  <a:srgbClr val="1270B2"/>
                </a:solidFill>
                <a:latin typeface="Aptos"/>
              </a:defRPr>
            </a:pPr>
            <a:r>
              <a:t>ANALYSER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5513832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1" i="0">
                <a:solidFill>
                  <a:srgbClr val="1270B2"/>
                </a:solidFill>
                <a:latin typeface="Aptos"/>
              </a:defRPr>
            </a:pPr>
            <a:r>
              <a:rPr lang="fr-CA" dirty="0"/>
              <a:t>Fonctionnement/dynamique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4599432" y="1609344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20" b="1" i="0">
                <a:solidFill>
                  <a:srgbClr val="080F19"/>
                </a:solidFill>
                <a:latin typeface="Aptos"/>
              </a:defRPr>
            </a:pPr>
            <a:r>
              <a:t>Personnalités normales, difficiles et anormales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90288" y="2240280"/>
            <a:ext cx="301752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90872" y="2322576"/>
            <a:ext cx="2816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1270B2"/>
                </a:solidFill>
                <a:latin typeface="Aptos"/>
              </a:defRPr>
            </a:pPr>
            <a:r>
              <a:t>NORMALE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90288" y="3401568"/>
            <a:ext cx="301752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A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90872" y="3483864"/>
            <a:ext cx="2816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DDA435"/>
                </a:solidFill>
                <a:latin typeface="Aptos"/>
              </a:defRPr>
            </a:pPr>
            <a:r>
              <a:t>DIFFICILE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18304" y="3712464"/>
            <a:ext cx="2889504" cy="218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0" i="0">
                <a:solidFill>
                  <a:srgbClr val="080F19"/>
                </a:solidFill>
                <a:latin typeface="Aptos"/>
              </a:defRPr>
            </a:pPr>
            <a:r>
              <a:rPr dirty="0"/>
              <a:t>•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90288" y="4681728"/>
            <a:ext cx="301752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1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90872" y="4764024"/>
            <a:ext cx="2816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B14646"/>
                </a:solidFill>
                <a:latin typeface="Aptos"/>
              </a:defRPr>
            </a:pPr>
            <a:r>
              <a:t>ANORMALE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26864" y="5879592"/>
            <a:ext cx="29443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B14646"/>
                </a:solidFill>
                <a:latin typeface="Aptos"/>
              </a:defRPr>
            </a:pPr>
            <a:r>
              <a:rPr dirty="0"/>
              <a:t>Un </a:t>
            </a:r>
            <a:r>
              <a:rPr dirty="0" err="1"/>
              <a:t>comportement</a:t>
            </a:r>
            <a:r>
              <a:rPr dirty="0"/>
              <a:t> </a:t>
            </a:r>
            <a:r>
              <a:rPr dirty="0" err="1"/>
              <a:t>inhabituel</a:t>
            </a:r>
            <a:r>
              <a:rPr dirty="0"/>
              <a:t> dans </a:t>
            </a:r>
            <a:r>
              <a:rPr dirty="0" err="1"/>
              <a:t>une</a:t>
            </a:r>
            <a:r>
              <a:rPr dirty="0"/>
              <a:t> situation donnée ne </a:t>
            </a:r>
            <a:r>
              <a:rPr dirty="0" err="1"/>
              <a:t>suffit</a:t>
            </a:r>
            <a:r>
              <a:rPr dirty="0"/>
              <a:t> pas à </a:t>
            </a:r>
            <a:r>
              <a:rPr dirty="0" err="1"/>
              <a:t>conclure</a:t>
            </a:r>
            <a:r>
              <a:rPr dirty="0"/>
              <a:t> à un </a:t>
            </a:r>
            <a:r>
              <a:rPr dirty="0" err="1"/>
              <a:t>problème</a:t>
            </a:r>
            <a:r>
              <a:rPr dirty="0"/>
              <a:t> de </a:t>
            </a:r>
            <a:r>
              <a:rPr dirty="0" err="1"/>
              <a:t>personnalité</a:t>
            </a:r>
            <a:r>
              <a:rPr dirty="0"/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4192" y="1609344"/>
            <a:ext cx="3172968" cy="547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80" b="1" i="0">
                <a:solidFill>
                  <a:srgbClr val="080F19"/>
                </a:solidFill>
                <a:latin typeface="Aptos"/>
              </a:defRPr>
            </a:pPr>
            <a:r>
              <a:rPr dirty="0" err="1"/>
              <a:t>Comprendre</a:t>
            </a:r>
            <a:r>
              <a:rPr dirty="0"/>
              <a:t> les </a:t>
            </a:r>
            <a:r>
              <a:rPr dirty="0" err="1"/>
              <a:t>comportements</a:t>
            </a:r>
            <a:r>
              <a:rPr dirty="0"/>
              <a:t> </a:t>
            </a:r>
            <a:r>
              <a:rPr dirty="0" err="1"/>
              <a:t>problématiques</a:t>
            </a:r>
            <a:r>
              <a:rPr dirty="0"/>
              <a:t> : Karen Horney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4192" y="217627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" b="1" i="0">
                <a:solidFill>
                  <a:srgbClr val="449764"/>
                </a:solidFill>
                <a:latin typeface="Aptos"/>
              </a:defRPr>
            </a:pPr>
            <a:r>
              <a:t>CONFLIT SOUVENT INCONSCIENT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30768" y="2487168"/>
            <a:ext cx="1225296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449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03920" y="2596896"/>
            <a:ext cx="10789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449764"/>
                </a:solidFill>
                <a:latin typeface="Aptos"/>
              </a:defRPr>
            </a:pPr>
            <a:r>
              <a:t>Besoin d’affection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31552" y="2487168"/>
            <a:ext cx="1225296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449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204704" y="2596896"/>
            <a:ext cx="10789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449764"/>
                </a:solidFill>
                <a:latin typeface="Aptos"/>
              </a:defRPr>
            </a:pPr>
            <a:r>
              <a:rPr dirty="0" err="1"/>
              <a:t>Besoin</a:t>
            </a:r>
            <a:r>
              <a:rPr dirty="0"/>
              <a:t> de </a:t>
            </a:r>
            <a:r>
              <a:rPr dirty="0" err="1"/>
              <a:t>pouvoir</a:t>
            </a:r>
            <a:endParaRPr dirty="0"/>
          </a:p>
        </p:txBody>
      </p:sp>
      <p:sp>
        <p:nvSpPr>
          <p:cNvPr id="49" name="TextBox 48"/>
          <p:cNvSpPr txBox="1"/>
          <p:nvPr/>
        </p:nvSpPr>
        <p:spPr>
          <a:xfrm>
            <a:off x="9747504" y="265176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449764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40156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 i="0">
                <a:solidFill>
                  <a:srgbClr val="449764"/>
                </a:solidFill>
                <a:latin typeface="Aptos"/>
              </a:defRPr>
            </a:pPr>
            <a:r>
              <a:t>ALLER VERS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3968496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 i="0">
                <a:solidFill>
                  <a:srgbClr val="449764"/>
                </a:solidFill>
                <a:latin typeface="Aptos"/>
              </a:defRPr>
            </a:pPr>
            <a:r>
              <a:t>ALLER CONTRE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45354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 i="0">
                <a:solidFill>
                  <a:srgbClr val="449764"/>
                </a:solidFill>
                <a:latin typeface="Aptos"/>
              </a:defRPr>
            </a:pPr>
            <a:r>
              <a:t>S’ÉLOIGNER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510016" y="4888992"/>
            <a:ext cx="292608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49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638032" y="4998720"/>
            <a:ext cx="267004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 i="0">
                <a:solidFill>
                  <a:srgbClr val="449764"/>
                </a:solidFill>
                <a:latin typeface="Aptos"/>
              </a:defRPr>
            </a:pPr>
            <a:r>
              <a:t>Nous pouvons tous adopter ces trois attitudes. Cela reste normal tant que l’attitude est adaptée aux circonstances.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40495" y="5638711"/>
            <a:ext cx="335957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1" i="0">
                <a:solidFill>
                  <a:srgbClr val="449764"/>
                </a:solidFill>
                <a:latin typeface="Aptos"/>
              </a:defRPr>
            </a:pPr>
            <a:r>
              <a:rPr lang="fr-CA" dirty="0"/>
              <a:t>Fonctionnement/dynamique</a:t>
            </a:r>
            <a:endParaRPr dirty="0"/>
          </a:p>
        </p:txBody>
      </p:sp>
      <p:sp>
        <p:nvSpPr>
          <p:cNvPr id="63" name="TextBox 24">
            <a:extLst>
              <a:ext uri="{FF2B5EF4-FFF2-40B4-BE49-F238E27FC236}">
                <a16:creationId xmlns:a16="http://schemas.microsoft.com/office/drawing/2014/main" id="{A3B98CEA-9E4D-50A1-3691-353645EDD31C}"/>
              </a:ext>
            </a:extLst>
          </p:cNvPr>
          <p:cNvSpPr txBox="1"/>
          <p:nvPr/>
        </p:nvSpPr>
        <p:spPr>
          <a:xfrm>
            <a:off x="9639570" y="6497204"/>
            <a:ext cx="220925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dirty="0"/>
              <a:t>©2026. Préparé par : Marie-Christine Albert</a:t>
            </a:r>
            <a:endParaRPr dirty="0"/>
          </a:p>
        </p:txBody>
      </p:sp>
      <p:sp>
        <p:nvSpPr>
          <p:cNvPr id="15" name="TextBox 24">
            <a:extLst>
              <a:ext uri="{FF2B5EF4-FFF2-40B4-BE49-F238E27FC236}">
                <a16:creationId xmlns:a16="http://schemas.microsoft.com/office/drawing/2014/main" id="{74E56F9A-9545-F104-9D11-738F7644BE81}"/>
              </a:ext>
            </a:extLst>
          </p:cNvPr>
          <p:cNvSpPr txBox="1"/>
          <p:nvPr/>
        </p:nvSpPr>
        <p:spPr>
          <a:xfrm>
            <a:off x="502920" y="6473952"/>
            <a:ext cx="9179116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sz="850" dirty="0"/>
              <a:t>Cette fiche offre une vue d’ensemble de quelques éléments du chapitre. Pour consolider votre compréhension, utilisez-la en complément de la lecture, des séances en classe et des exercices.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 générée 1">
            <a:extLst>
              <a:ext uri="{FF2B5EF4-FFF2-40B4-BE49-F238E27FC236}">
                <a16:creationId xmlns:a16="http://schemas.microsoft.com/office/drawing/2014/main" id="{8C4497C6-E04E-0202-6744-105774F8E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121856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879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05541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 err="1"/>
              <a:t>Chapitre</a:t>
            </a:r>
            <a:r>
              <a:rPr dirty="0"/>
              <a:t> 2 : La perception — </a:t>
            </a:r>
            <a:r>
              <a:rPr lang="fr-CA" dirty="0"/>
              <a:t>Prendre de bonnes décisions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75488" y="713232"/>
            <a:ext cx="3401568" cy="5715000"/>
          </a:xfrm>
          <a:prstGeom prst="roundRect">
            <a:avLst/>
          </a:prstGeom>
          <a:solidFill>
            <a:srgbClr val="FFFFFF"/>
          </a:solidFill>
          <a:ln>
            <a:solidFill>
              <a:srgbClr val="D7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475488" y="960120"/>
            <a:ext cx="100584" cy="5468112"/>
          </a:xfrm>
          <a:prstGeom prst="rect">
            <a:avLst/>
          </a:prstGeom>
          <a:solidFill>
            <a:srgbClr val="107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909827"/>
            <a:ext cx="27506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4354F"/>
                </a:solidFill>
                <a:latin typeface="Georgia"/>
              </a:defRPr>
            </a:pPr>
            <a:r>
              <a:rPr dirty="0" err="1"/>
              <a:t>Qu’est-ce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perception?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4204284"/>
            <a:ext cx="197682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77B7"/>
                </a:solidFill>
                <a:latin typeface="Arial"/>
              </a:defRPr>
            </a:pPr>
            <a:r>
              <a:rPr lang="fr-CA" dirty="0"/>
              <a:t>Fonctionnement/dynamique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025043" y="896112"/>
            <a:ext cx="760780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354F"/>
                </a:solidFill>
                <a:latin typeface="Georgia"/>
              </a:defRPr>
            </a:pPr>
            <a:r>
              <a:t>Les niveaux de conscience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0644" y="5163473"/>
            <a:ext cx="197682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77B7"/>
                </a:solidFill>
                <a:latin typeface="Arial"/>
              </a:defRPr>
            </a:pPr>
            <a:r>
              <a:rPr lang="fr-CA" dirty="0"/>
              <a:t>Fonctionnement/dynamique</a:t>
            </a:r>
            <a:endParaRPr dirty="0"/>
          </a:p>
        </p:txBody>
      </p:sp>
      <p:sp>
        <p:nvSpPr>
          <p:cNvPr id="14" name="TextBox 24">
            <a:extLst>
              <a:ext uri="{FF2B5EF4-FFF2-40B4-BE49-F238E27FC236}">
                <a16:creationId xmlns:a16="http://schemas.microsoft.com/office/drawing/2014/main" id="{DD2B0294-773C-7F56-3484-75DD0EC5A902}"/>
              </a:ext>
            </a:extLst>
          </p:cNvPr>
          <p:cNvSpPr txBox="1"/>
          <p:nvPr/>
        </p:nvSpPr>
        <p:spPr>
          <a:xfrm>
            <a:off x="9682036" y="6488110"/>
            <a:ext cx="220925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dirty="0"/>
              <a:t>©2026. Préparé par : Marie-Christine Albert</a:t>
            </a:r>
            <a:endParaRPr dirty="0"/>
          </a:p>
        </p:txBody>
      </p:sp>
      <p:sp>
        <p:nvSpPr>
          <p:cNvPr id="8" name="TextBox 24">
            <a:extLst>
              <a:ext uri="{FF2B5EF4-FFF2-40B4-BE49-F238E27FC236}">
                <a16:creationId xmlns:a16="http://schemas.microsoft.com/office/drawing/2014/main" id="{94D4C457-930C-0133-FC46-A429BF30051F}"/>
              </a:ext>
            </a:extLst>
          </p:cNvPr>
          <p:cNvSpPr txBox="1"/>
          <p:nvPr/>
        </p:nvSpPr>
        <p:spPr>
          <a:xfrm>
            <a:off x="502920" y="6473952"/>
            <a:ext cx="9179116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sz="850" dirty="0"/>
              <a:t>Cette fiche offre une vue d’ensemble de quelques éléments du chapitre. Pour consolider votre compréhension, utilisez-la en complément de la lecture, des séances en classe et des exercices.</a:t>
            </a:r>
            <a:endParaRPr dirty="0"/>
          </a:p>
        </p:txBody>
      </p:sp>
      <p:pic>
        <p:nvPicPr>
          <p:cNvPr id="1026" name="Picture 2" descr="Image générée 1">
            <a:extLst>
              <a:ext uri="{FF2B5EF4-FFF2-40B4-BE49-F238E27FC236}">
                <a16:creationId xmlns:a16="http://schemas.microsoft.com/office/drawing/2014/main" id="{F19CF78D-E486-1E9E-0389-BA8CFFE1A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689" y="1349182"/>
            <a:ext cx="7217202" cy="3662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" y="-9144"/>
            <a:ext cx="12191695" cy="713232"/>
          </a:xfrm>
          <a:prstGeom prst="rect">
            <a:avLst/>
          </a:prstGeom>
          <a:solidFill>
            <a:srgbClr val="16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05541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 err="1"/>
              <a:t>Chapitre</a:t>
            </a:r>
            <a:r>
              <a:rPr dirty="0"/>
              <a:t> 2 : La perception — </a:t>
            </a:r>
            <a:r>
              <a:rPr lang="fr-CA" dirty="0"/>
              <a:t>Prendre de bonnes décisions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5486400" cy="5422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00584" cy="5422392"/>
          </a:xfrm>
          <a:prstGeom prst="rect">
            <a:avLst/>
          </a:prstGeom>
          <a:solidFill>
            <a:srgbClr val="0F7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124712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354E"/>
                </a:solidFill>
                <a:latin typeface="Georgia"/>
              </a:defRPr>
            </a:pPr>
            <a:r>
              <a:t>Cycle perceptuel de Neisser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563624"/>
            <a:ext cx="276710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75B8"/>
                </a:solidFill>
                <a:latin typeface="Arial"/>
              </a:defRPr>
            </a:pPr>
            <a:r>
              <a:rPr dirty="0"/>
              <a:t>DES ATTENTES AUX REPRÉSENTATIONS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130552"/>
            <a:ext cx="4974336" cy="2587752"/>
          </a:xfrm>
          <a:prstGeom prst="round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neisser_diagram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875" y="2258568"/>
            <a:ext cx="2678488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8" y="4864607"/>
            <a:ext cx="189186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75B8"/>
                </a:solidFill>
                <a:latin typeface="Arial"/>
              </a:defRPr>
            </a:pPr>
            <a:r>
              <a:rPr lang="fr-CA" dirty="0"/>
              <a:t>Fonctionnement/dynamique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199632" y="960120"/>
            <a:ext cx="5486400" cy="5422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960120"/>
            <a:ext cx="100584" cy="5422392"/>
          </a:xfrm>
          <a:prstGeom prst="rect">
            <a:avLst/>
          </a:prstGeom>
          <a:solidFill>
            <a:srgbClr val="4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55664" y="1124712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354E"/>
                </a:solidFill>
                <a:latin typeface="Georgia"/>
              </a:defRPr>
            </a:pPr>
            <a:r>
              <a:t>Développement de l’intelligence — Piaget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1563624"/>
            <a:ext cx="279916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9669"/>
                </a:solidFill>
                <a:latin typeface="Arial"/>
              </a:defRPr>
            </a:pPr>
            <a:r>
              <a:rPr dirty="0"/>
              <a:t>DE L’ÉQUILIBRE À LA TRANSFORMATION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55664" y="2130552"/>
            <a:ext cx="4974336" cy="2587752"/>
          </a:xfrm>
          <a:prstGeom prst="roundRect">
            <a:avLst/>
          </a:prstGeom>
          <a:solidFill>
            <a:srgbClr val="F0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piaget_diagram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498" y="2258568"/>
            <a:ext cx="2878666" cy="2331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92240" y="4864607"/>
            <a:ext cx="189186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9669"/>
                </a:solidFill>
                <a:latin typeface="Arial"/>
              </a:defRPr>
            </a:pPr>
            <a:r>
              <a:rPr lang="fr-CA" dirty="0"/>
              <a:t>Fonctionnement/dynamique</a:t>
            </a:r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6080760" y="1078992"/>
            <a:ext cx="16459" cy="5074920"/>
          </a:xfrm>
          <a:prstGeom prst="rect">
            <a:avLst/>
          </a:prstGeom>
          <a:solidFill>
            <a:srgbClr val="D8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BBFC5A2D-00D1-4086-46FB-49E969B08CA1}"/>
              </a:ext>
            </a:extLst>
          </p:cNvPr>
          <p:cNvSpPr txBox="1"/>
          <p:nvPr/>
        </p:nvSpPr>
        <p:spPr>
          <a:xfrm>
            <a:off x="9591040" y="6445504"/>
            <a:ext cx="220925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dirty="0"/>
              <a:t>©2026. Préparé par : Marie-Christine Albert</a:t>
            </a:r>
            <a:endParaRPr dirty="0"/>
          </a:p>
        </p:txBody>
      </p:sp>
      <p:sp>
        <p:nvSpPr>
          <p:cNvPr id="11" name="TextBox 24">
            <a:extLst>
              <a:ext uri="{FF2B5EF4-FFF2-40B4-BE49-F238E27FC236}">
                <a16:creationId xmlns:a16="http://schemas.microsoft.com/office/drawing/2014/main" id="{B5555D4B-7E80-E78E-D36A-73B1359D18B2}"/>
              </a:ext>
            </a:extLst>
          </p:cNvPr>
          <p:cNvSpPr txBox="1"/>
          <p:nvPr/>
        </p:nvSpPr>
        <p:spPr>
          <a:xfrm>
            <a:off x="502920" y="6473952"/>
            <a:ext cx="9179116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sz="850" dirty="0"/>
              <a:t>Cette fiche offre une vue d’ensemble de quelques éléments du chapitre. Pour consolider votre compréhension, utilisez-la en complément de la lecture, des séances en classe et des exercices.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2B5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14324"/>
            <a:ext cx="109728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dirty="0" err="1">
                <a:solidFill>
                  <a:srgbClr val="FFFFFF"/>
                </a:solidFill>
                <a:latin typeface="Aptos"/>
              </a:rPr>
              <a:t>Chapitre</a:t>
            </a:r>
            <a:r>
              <a:rPr sz="2200" b="1" dirty="0">
                <a:solidFill>
                  <a:srgbClr val="FFFFFF"/>
                </a:solidFill>
                <a:latin typeface="Aptos"/>
              </a:rPr>
              <a:t> 2 : La perception. </a:t>
            </a:r>
            <a:r>
              <a:rPr lang="fr-CA" sz="2200" b="1" dirty="0">
                <a:solidFill>
                  <a:srgbClr val="FFFFFF"/>
                </a:solidFill>
                <a:latin typeface="Aptos"/>
              </a:rPr>
              <a:t>Prendre de bonnes décisions</a:t>
            </a:r>
            <a:endParaRPr sz="2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33032" y="1138955"/>
            <a:ext cx="5694038" cy="5074920"/>
          </a:xfrm>
          <a:prstGeom prst="roundRect">
            <a:avLst/>
          </a:prstGeom>
          <a:solidFill>
            <a:srgbClr val="F1F8FD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475488" y="1125462"/>
            <a:ext cx="91440" cy="5074920"/>
          </a:xfrm>
          <a:prstGeom prst="rect">
            <a:avLst/>
          </a:prstGeom>
          <a:solidFill>
            <a:srgbClr val="148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" y="1423979"/>
            <a:ext cx="5219724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dirty="0" err="1">
                <a:solidFill>
                  <a:srgbClr val="103765"/>
                </a:solidFill>
                <a:latin typeface="Aptos"/>
              </a:rPr>
              <a:t>Pourquoi</a:t>
            </a:r>
            <a:r>
              <a:rPr sz="1700" b="1" dirty="0">
                <a:solidFill>
                  <a:srgbClr val="103765"/>
                </a:solidFill>
                <a:latin typeface="Aptos"/>
              </a:rPr>
              <a:t> les </a:t>
            </a:r>
            <a:r>
              <a:rPr sz="1700" b="1" dirty="0" err="1">
                <a:solidFill>
                  <a:srgbClr val="103765"/>
                </a:solidFill>
                <a:latin typeface="Aptos"/>
              </a:rPr>
              <a:t>biais</a:t>
            </a:r>
            <a:r>
              <a:rPr lang="fr-CA" sz="1700" b="1" dirty="0">
                <a:solidFill>
                  <a:srgbClr val="103765"/>
                </a:solidFill>
                <a:latin typeface="Aptos"/>
              </a:rPr>
              <a:t>  </a:t>
            </a:r>
            <a:r>
              <a:rPr sz="1700" b="1" dirty="0" err="1">
                <a:solidFill>
                  <a:srgbClr val="103765"/>
                </a:solidFill>
                <a:latin typeface="Aptos"/>
              </a:rPr>
              <a:t>apparaissent-ils</a:t>
            </a:r>
            <a:r>
              <a:rPr sz="1700" b="1" dirty="0">
                <a:solidFill>
                  <a:srgbClr val="103765"/>
                </a:solidFill>
                <a:latin typeface="Aptos"/>
              </a:rPr>
              <a:t>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5100" y="4492518"/>
            <a:ext cx="5219725" cy="140683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9619" y="4616506"/>
            <a:ext cx="3035129" cy="264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fr-CA" sz="1120" b="1" dirty="0">
                <a:solidFill>
                  <a:srgbClr val="1489C7"/>
                </a:solidFill>
                <a:latin typeface="Aptos"/>
              </a:rPr>
              <a:t>Fonctionnement/dynamique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4917" y="1111555"/>
            <a:ext cx="5191444" cy="5074920"/>
          </a:xfrm>
          <a:prstGeom prst="roundRect">
            <a:avLst/>
          </a:prstGeom>
          <a:solidFill>
            <a:srgbClr val="FFFAEE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6976" y="1084155"/>
            <a:ext cx="91440" cy="5074920"/>
          </a:xfrm>
          <a:prstGeom prst="rect">
            <a:avLst/>
          </a:prstGeom>
          <a:solidFill>
            <a:srgbClr val="E0A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37525" y="1382672"/>
            <a:ext cx="4131920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dirty="0">
                <a:solidFill>
                  <a:srgbClr val="103765"/>
                </a:solidFill>
                <a:latin typeface="Aptos"/>
              </a:rPr>
              <a:t>Comment prendre</a:t>
            </a:r>
            <a:r>
              <a:rPr lang="fr-CA" sz="1700" b="1" dirty="0">
                <a:solidFill>
                  <a:srgbClr val="103765"/>
                </a:solidFill>
                <a:latin typeface="Aptos"/>
              </a:rPr>
              <a:t>  </a:t>
            </a:r>
            <a:r>
              <a:rPr sz="1700" b="1" dirty="0">
                <a:solidFill>
                  <a:srgbClr val="103765"/>
                </a:solidFill>
                <a:latin typeface="Aptos"/>
              </a:rPr>
              <a:t>du </a:t>
            </a:r>
            <a:r>
              <a:rPr sz="1700" b="1" dirty="0" err="1">
                <a:solidFill>
                  <a:srgbClr val="103765"/>
                </a:solidFill>
                <a:latin typeface="Aptos"/>
              </a:rPr>
              <a:t>recul</a:t>
            </a:r>
            <a:r>
              <a:rPr sz="1700" b="1" dirty="0">
                <a:solidFill>
                  <a:srgbClr val="103765"/>
                </a:solidFill>
                <a:latin typeface="Aptos"/>
              </a:rPr>
              <a:t>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37524" y="4520930"/>
            <a:ext cx="4678987" cy="13784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spcBef>
                <a:spcPts val="225"/>
              </a:spcBef>
              <a:defRPr sz="1120">
                <a:solidFill>
                  <a:srgbClr val="1A2A36"/>
                </a:solidFill>
                <a:latin typeface="Arial"/>
              </a:defRPr>
            </a:pPr>
            <a:endParaRPr lang="fr-CA" sz="1000" dirty="0"/>
          </a:p>
          <a:p>
            <a:pPr algn="just">
              <a:spcBef>
                <a:spcPts val="225"/>
              </a:spcBef>
              <a:defRPr sz="1120">
                <a:solidFill>
                  <a:srgbClr val="1A2A36"/>
                </a:solidFill>
                <a:latin typeface="Arial"/>
              </a:defRPr>
            </a:pPr>
            <a:r>
              <a:rPr lang="fr-CA" sz="1000" dirty="0"/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0700" y="4619985"/>
            <a:ext cx="2805692" cy="264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fr-CA" sz="1120" b="1" dirty="0">
                <a:solidFill>
                  <a:srgbClr val="E0A41D"/>
                </a:solidFill>
                <a:latin typeface="Aptos"/>
              </a:rPr>
              <a:t>Fonctionnement/dynamique</a:t>
            </a:r>
            <a:endParaRPr sz="1120" b="1" dirty="0">
              <a:solidFill>
                <a:srgbClr val="E0A41D"/>
              </a:solidFill>
              <a:latin typeface="Aptos"/>
            </a:endParaRPr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ED122072-716F-E4A9-B4D6-BF90D0D35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4" y="2751059"/>
            <a:ext cx="12" cy="6"/>
          </a:xfrm>
          <a:prstGeom prst="rect">
            <a:avLst/>
          </a:prstGeom>
        </p:spPr>
      </p:pic>
      <p:pic>
        <p:nvPicPr>
          <p:cNvPr id="42" name="Image 41">
            <a:extLst>
              <a:ext uri="{FF2B5EF4-FFF2-40B4-BE49-F238E27FC236}">
                <a16:creationId xmlns:a16="http://schemas.microsoft.com/office/drawing/2014/main" id="{BEE78143-011C-982A-0902-204BCBACB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874" y="3278712"/>
            <a:ext cx="12" cy="6"/>
          </a:xfrm>
          <a:prstGeom prst="rect">
            <a:avLst/>
          </a:prstGeom>
        </p:spPr>
      </p:pic>
      <p:pic>
        <p:nvPicPr>
          <p:cNvPr id="45" name="Image 44">
            <a:extLst>
              <a:ext uri="{FF2B5EF4-FFF2-40B4-BE49-F238E27FC236}">
                <a16:creationId xmlns:a16="http://schemas.microsoft.com/office/drawing/2014/main" id="{52835238-B8C9-7F1A-E18D-AD728927A4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28" b="1"/>
          <a:stretch>
            <a:fillRect/>
          </a:stretch>
        </p:blipFill>
        <p:spPr>
          <a:xfrm>
            <a:off x="1478323" y="1861929"/>
            <a:ext cx="3488896" cy="1657446"/>
          </a:xfrm>
          <a:prstGeom prst="rect">
            <a:avLst/>
          </a:prstGeom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CDB24D2B-27BF-CCA5-3E51-EA7BAEBF84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7" r="2083" b="1"/>
          <a:stretch>
            <a:fillRect/>
          </a:stretch>
        </p:blipFill>
        <p:spPr>
          <a:xfrm>
            <a:off x="7791972" y="1834713"/>
            <a:ext cx="3201194" cy="1702437"/>
          </a:xfrm>
          <a:custGeom>
            <a:avLst/>
            <a:gdLst/>
            <a:ahLst/>
            <a:cxnLst/>
            <a:rect l="l" t="t" r="r" b="b"/>
            <a:pathLst>
              <a:path w="10630858" h="5869478">
                <a:moveTo>
                  <a:pt x="5791061" y="218"/>
                </a:moveTo>
                <a:cubicBezTo>
                  <a:pt x="5877327" y="-560"/>
                  <a:pt x="5971399" y="626"/>
                  <a:pt x="6073275" y="5793"/>
                </a:cubicBezTo>
                <a:cubicBezTo>
                  <a:pt x="6098744" y="7086"/>
                  <a:pt x="6121786" y="8165"/>
                  <a:pt x="6142651" y="9057"/>
                </a:cubicBezTo>
                <a:lnTo>
                  <a:pt x="6164185" y="9874"/>
                </a:lnTo>
                <a:lnTo>
                  <a:pt x="6258731" y="5793"/>
                </a:lnTo>
                <a:lnTo>
                  <a:pt x="6319194" y="2002"/>
                </a:lnTo>
                <a:lnTo>
                  <a:pt x="6413049" y="11772"/>
                </a:lnTo>
                <a:cubicBezTo>
                  <a:pt x="6592720" y="42783"/>
                  <a:pt x="6774188" y="66100"/>
                  <a:pt x="6956654" y="46745"/>
                </a:cubicBezTo>
                <a:cubicBezTo>
                  <a:pt x="7082424" y="33223"/>
                  <a:pt x="7207994" y="25294"/>
                  <a:pt x="7334364" y="25763"/>
                </a:cubicBezTo>
                <a:cubicBezTo>
                  <a:pt x="7624835" y="25763"/>
                  <a:pt x="7915502" y="28559"/>
                  <a:pt x="8205974" y="22730"/>
                </a:cubicBezTo>
                <a:cubicBezTo>
                  <a:pt x="8464499" y="17601"/>
                  <a:pt x="8722029" y="6412"/>
                  <a:pt x="8980756" y="34620"/>
                </a:cubicBezTo>
                <a:cubicBezTo>
                  <a:pt x="9362658" y="76124"/>
                  <a:pt x="9746556" y="62832"/>
                  <a:pt x="10129655" y="57937"/>
                </a:cubicBezTo>
                <a:lnTo>
                  <a:pt x="10163726" y="56766"/>
                </a:lnTo>
                <a:lnTo>
                  <a:pt x="10254950" y="73131"/>
                </a:lnTo>
                <a:lnTo>
                  <a:pt x="10311819" y="101928"/>
                </a:lnTo>
                <a:cubicBezTo>
                  <a:pt x="10479504" y="200737"/>
                  <a:pt x="10591476" y="367254"/>
                  <a:pt x="10625532" y="561669"/>
                </a:cubicBezTo>
                <a:lnTo>
                  <a:pt x="10626834" y="578090"/>
                </a:lnTo>
                <a:lnTo>
                  <a:pt x="10611964" y="734537"/>
                </a:lnTo>
                <a:cubicBezTo>
                  <a:pt x="10602387" y="823467"/>
                  <a:pt x="10587763" y="913306"/>
                  <a:pt x="10611964" y="1001326"/>
                </a:cubicBezTo>
                <a:cubicBezTo>
                  <a:pt x="10628543" y="1062669"/>
                  <a:pt x="10632231" y="1127783"/>
                  <a:pt x="10622705" y="1191154"/>
                </a:cubicBezTo>
                <a:cubicBezTo>
                  <a:pt x="10606645" y="1303627"/>
                  <a:pt x="10603293" y="1418084"/>
                  <a:pt x="10612740" y="1531572"/>
                </a:cubicBezTo>
                <a:cubicBezTo>
                  <a:pt x="10618978" y="1606398"/>
                  <a:pt x="10618020" y="1681815"/>
                  <a:pt x="10609893" y="1756397"/>
                </a:cubicBezTo>
                <a:cubicBezTo>
                  <a:pt x="10599152" y="1856690"/>
                  <a:pt x="10582457" y="1958800"/>
                  <a:pt x="10602776" y="2059394"/>
                </a:cubicBezTo>
                <a:cubicBezTo>
                  <a:pt x="10635130" y="2219226"/>
                  <a:pt x="10628659" y="2378906"/>
                  <a:pt x="10615717" y="2539949"/>
                </a:cubicBezTo>
                <a:cubicBezTo>
                  <a:pt x="10606011" y="2659785"/>
                  <a:pt x="10595269" y="2780984"/>
                  <a:pt x="10614682" y="2902183"/>
                </a:cubicBezTo>
                <a:cubicBezTo>
                  <a:pt x="10623029" y="2958418"/>
                  <a:pt x="10623029" y="3015928"/>
                  <a:pt x="10614682" y="3072165"/>
                </a:cubicBezTo>
                <a:cubicBezTo>
                  <a:pt x="10604587" y="3147914"/>
                  <a:pt x="10595010" y="3222907"/>
                  <a:pt x="10607952" y="3299413"/>
                </a:cubicBezTo>
                <a:cubicBezTo>
                  <a:pt x="10613646" y="3332743"/>
                  <a:pt x="10617917" y="3366376"/>
                  <a:pt x="10620894" y="3400009"/>
                </a:cubicBezTo>
                <a:cubicBezTo>
                  <a:pt x="10626822" y="3485877"/>
                  <a:pt x="10624699" y="3572233"/>
                  <a:pt x="10614553" y="3657556"/>
                </a:cubicBezTo>
                <a:cubicBezTo>
                  <a:pt x="10604846" y="3756637"/>
                  <a:pt x="10620635" y="3856323"/>
                  <a:pt x="10607694" y="3955100"/>
                </a:cubicBezTo>
                <a:cubicBezTo>
                  <a:pt x="10598504" y="4034653"/>
                  <a:pt x="10598155" y="4115265"/>
                  <a:pt x="10606658" y="4194923"/>
                </a:cubicBezTo>
                <a:cubicBezTo>
                  <a:pt x="10621954" y="4345512"/>
                  <a:pt x="10620998" y="4497755"/>
                  <a:pt x="10603811" y="4648057"/>
                </a:cubicBezTo>
                <a:cubicBezTo>
                  <a:pt x="10593198" y="4735775"/>
                  <a:pt x="10587116" y="4826067"/>
                  <a:pt x="10606140" y="4912119"/>
                </a:cubicBezTo>
                <a:cubicBezTo>
                  <a:pt x="10628530" y="5013245"/>
                  <a:pt x="10633189" y="5114446"/>
                  <a:pt x="10629921" y="5215515"/>
                </a:cubicBezTo>
                <a:lnTo>
                  <a:pt x="10625356" y="5273604"/>
                </a:lnTo>
                <a:lnTo>
                  <a:pt x="10624284" y="5284086"/>
                </a:lnTo>
                <a:cubicBezTo>
                  <a:pt x="10601148" y="5404993"/>
                  <a:pt x="10545219" y="5529874"/>
                  <a:pt x="10458692" y="5632218"/>
                </a:cubicBezTo>
                <a:lnTo>
                  <a:pt x="10418904" y="5670857"/>
                </a:lnTo>
                <a:lnTo>
                  <a:pt x="10417064" y="5673484"/>
                </a:lnTo>
                <a:cubicBezTo>
                  <a:pt x="10307992" y="5802550"/>
                  <a:pt x="10158402" y="5877799"/>
                  <a:pt x="9954609" y="5858572"/>
                </a:cubicBezTo>
                <a:cubicBezTo>
                  <a:pt x="9860355" y="5870096"/>
                  <a:pt x="9750551" y="5855439"/>
                  <a:pt x="9657171" y="5854061"/>
                </a:cubicBezTo>
                <a:lnTo>
                  <a:pt x="9612467" y="5856387"/>
                </a:lnTo>
                <a:lnTo>
                  <a:pt x="9279984" y="5838331"/>
                </a:lnTo>
                <a:cubicBezTo>
                  <a:pt x="9153141" y="5834280"/>
                  <a:pt x="9026273" y="5834164"/>
                  <a:pt x="8899305" y="5841275"/>
                </a:cubicBezTo>
                <a:cubicBezTo>
                  <a:pt x="8761407" y="5850940"/>
                  <a:pt x="8623304" y="5854733"/>
                  <a:pt x="8485266" y="5852671"/>
                </a:cubicBezTo>
                <a:lnTo>
                  <a:pt x="8314842" y="5842884"/>
                </a:lnTo>
                <a:lnTo>
                  <a:pt x="8193631" y="5825368"/>
                </a:lnTo>
                <a:lnTo>
                  <a:pt x="8029897" y="5818284"/>
                </a:lnTo>
                <a:lnTo>
                  <a:pt x="8028296" y="5817260"/>
                </a:lnTo>
                <a:lnTo>
                  <a:pt x="8008332" y="5817260"/>
                </a:lnTo>
                <a:lnTo>
                  <a:pt x="8006732" y="5818114"/>
                </a:lnTo>
                <a:lnTo>
                  <a:pt x="7839115" y="5825368"/>
                </a:lnTo>
                <a:lnTo>
                  <a:pt x="7801585" y="5830791"/>
                </a:lnTo>
                <a:lnTo>
                  <a:pt x="7734233" y="5834980"/>
                </a:lnTo>
                <a:lnTo>
                  <a:pt x="7482820" y="5855530"/>
                </a:lnTo>
                <a:lnTo>
                  <a:pt x="7445741" y="5854102"/>
                </a:lnTo>
                <a:lnTo>
                  <a:pt x="7403701" y="5858035"/>
                </a:lnTo>
                <a:lnTo>
                  <a:pt x="7155292" y="5854564"/>
                </a:lnTo>
                <a:cubicBezTo>
                  <a:pt x="6874805" y="5835913"/>
                  <a:pt x="6593917" y="5824488"/>
                  <a:pt x="6312830" y="5849900"/>
                </a:cubicBezTo>
                <a:lnTo>
                  <a:pt x="6232577" y="5855788"/>
                </a:lnTo>
                <a:lnTo>
                  <a:pt x="6231985" y="5855764"/>
                </a:lnTo>
                <a:lnTo>
                  <a:pt x="6166003" y="5858572"/>
                </a:lnTo>
                <a:cubicBezTo>
                  <a:pt x="6100624" y="5861901"/>
                  <a:pt x="6043822" y="5864887"/>
                  <a:pt x="5993271" y="5866513"/>
                </a:cubicBezTo>
                <a:lnTo>
                  <a:pt x="5925657" y="5866398"/>
                </a:lnTo>
                <a:lnTo>
                  <a:pt x="5833706" y="5859695"/>
                </a:lnTo>
                <a:cubicBezTo>
                  <a:pt x="5697214" y="5841788"/>
                  <a:pt x="5559607" y="5838897"/>
                  <a:pt x="5422657" y="5851067"/>
                </a:cubicBezTo>
                <a:lnTo>
                  <a:pt x="5250035" y="5858044"/>
                </a:lnTo>
                <a:lnTo>
                  <a:pt x="5151093" y="5858278"/>
                </a:lnTo>
                <a:lnTo>
                  <a:pt x="4972680" y="5851067"/>
                </a:lnTo>
                <a:cubicBezTo>
                  <a:pt x="4829141" y="5841741"/>
                  <a:pt x="4685204" y="5826120"/>
                  <a:pt x="4542066" y="5842905"/>
                </a:cubicBezTo>
                <a:cubicBezTo>
                  <a:pt x="4491758" y="5848734"/>
                  <a:pt x="4441488" y="5852626"/>
                  <a:pt x="4391242" y="5854962"/>
                </a:cubicBezTo>
                <a:lnTo>
                  <a:pt x="4246482" y="5857576"/>
                </a:lnTo>
                <a:lnTo>
                  <a:pt x="4221030" y="5856572"/>
                </a:lnTo>
                <a:lnTo>
                  <a:pt x="4218005" y="5856681"/>
                </a:lnTo>
                <a:lnTo>
                  <a:pt x="3939367" y="5844305"/>
                </a:lnTo>
                <a:cubicBezTo>
                  <a:pt x="3773470" y="5832648"/>
                  <a:pt x="3606974" y="5815626"/>
                  <a:pt x="3441875" y="5843140"/>
                </a:cubicBezTo>
                <a:cubicBezTo>
                  <a:pt x="3386806" y="5851400"/>
                  <a:pt x="3331601" y="5858126"/>
                  <a:pt x="3276306" y="5863318"/>
                </a:cubicBezTo>
                <a:lnTo>
                  <a:pt x="3225006" y="5866706"/>
                </a:lnTo>
                <a:lnTo>
                  <a:pt x="3194056" y="5866407"/>
                </a:lnTo>
                <a:lnTo>
                  <a:pt x="3082891" y="5863061"/>
                </a:lnTo>
                <a:lnTo>
                  <a:pt x="3013959" y="5869302"/>
                </a:lnTo>
                <a:cubicBezTo>
                  <a:pt x="2910698" y="5871464"/>
                  <a:pt x="2845426" y="5852913"/>
                  <a:pt x="2748311" y="5858572"/>
                </a:cubicBezTo>
                <a:cubicBezTo>
                  <a:pt x="2736171" y="5859279"/>
                  <a:pt x="2721419" y="5860082"/>
                  <a:pt x="2704411" y="5860936"/>
                </a:cubicBezTo>
                <a:lnTo>
                  <a:pt x="2650475" y="5863440"/>
                </a:lnTo>
                <a:lnTo>
                  <a:pt x="2436349" y="5854816"/>
                </a:lnTo>
                <a:cubicBezTo>
                  <a:pt x="2095150" y="5845165"/>
                  <a:pt x="1753811" y="5845122"/>
                  <a:pt x="1412584" y="5830782"/>
                </a:cubicBezTo>
                <a:cubicBezTo>
                  <a:pt x="1262458" y="5824256"/>
                  <a:pt x="1113131" y="5859227"/>
                  <a:pt x="963404" y="5861093"/>
                </a:cubicBezTo>
                <a:cubicBezTo>
                  <a:pt x="896140" y="5861967"/>
                  <a:pt x="828812" y="5861342"/>
                  <a:pt x="761431" y="5859896"/>
                </a:cubicBezTo>
                <a:lnTo>
                  <a:pt x="637698" y="5856158"/>
                </a:lnTo>
                <a:lnTo>
                  <a:pt x="592997" y="5853711"/>
                </a:lnTo>
                <a:cubicBezTo>
                  <a:pt x="391136" y="5830428"/>
                  <a:pt x="227663" y="5724844"/>
                  <a:pt x="123577" y="5564333"/>
                </a:cubicBezTo>
                <a:lnTo>
                  <a:pt x="99502" y="5518240"/>
                </a:lnTo>
                <a:lnTo>
                  <a:pt x="95609" y="5512764"/>
                </a:lnTo>
                <a:lnTo>
                  <a:pt x="86221" y="5492812"/>
                </a:lnTo>
                <a:lnTo>
                  <a:pt x="61763" y="5445986"/>
                </a:lnTo>
                <a:lnTo>
                  <a:pt x="56991" y="5430695"/>
                </a:lnTo>
                <a:lnTo>
                  <a:pt x="41922" y="5398673"/>
                </a:lnTo>
                <a:lnTo>
                  <a:pt x="25760" y="5339273"/>
                </a:lnTo>
                <a:lnTo>
                  <a:pt x="16811" y="5271956"/>
                </a:lnTo>
                <a:cubicBezTo>
                  <a:pt x="9305" y="5238090"/>
                  <a:pt x="4710" y="5203585"/>
                  <a:pt x="3092" y="5168860"/>
                </a:cubicBezTo>
                <a:cubicBezTo>
                  <a:pt x="-7132" y="5042101"/>
                  <a:pt x="10081" y="4917108"/>
                  <a:pt x="24446" y="4791844"/>
                </a:cubicBezTo>
                <a:cubicBezTo>
                  <a:pt x="34023" y="4712006"/>
                  <a:pt x="48647" y="4631352"/>
                  <a:pt x="24446" y="4552331"/>
                </a:cubicBezTo>
                <a:cubicBezTo>
                  <a:pt x="7867" y="4497261"/>
                  <a:pt x="4180" y="4438805"/>
                  <a:pt x="13705" y="4381912"/>
                </a:cubicBezTo>
                <a:cubicBezTo>
                  <a:pt x="29766" y="4280940"/>
                  <a:pt x="33117" y="4178184"/>
                  <a:pt x="23670" y="4076300"/>
                </a:cubicBezTo>
                <a:cubicBezTo>
                  <a:pt x="17432" y="4009125"/>
                  <a:pt x="18390" y="3941419"/>
                  <a:pt x="26517" y="3874462"/>
                </a:cubicBezTo>
                <a:cubicBezTo>
                  <a:pt x="37258" y="3784423"/>
                  <a:pt x="53954" y="3692752"/>
                  <a:pt x="33635" y="3602444"/>
                </a:cubicBezTo>
                <a:cubicBezTo>
                  <a:pt x="1280" y="3458954"/>
                  <a:pt x="7751" y="3315599"/>
                  <a:pt x="20694" y="3171022"/>
                </a:cubicBezTo>
                <a:cubicBezTo>
                  <a:pt x="30400" y="3063439"/>
                  <a:pt x="41141" y="2954632"/>
                  <a:pt x="21728" y="2845824"/>
                </a:cubicBezTo>
                <a:cubicBezTo>
                  <a:pt x="13381" y="2795337"/>
                  <a:pt x="13381" y="2743709"/>
                  <a:pt x="21728" y="2693221"/>
                </a:cubicBezTo>
                <a:cubicBezTo>
                  <a:pt x="31823" y="2625218"/>
                  <a:pt x="41400" y="2557892"/>
                  <a:pt x="28458" y="2489208"/>
                </a:cubicBezTo>
                <a:cubicBezTo>
                  <a:pt x="22764" y="2459285"/>
                  <a:pt x="18493" y="2429092"/>
                  <a:pt x="15516" y="2398898"/>
                </a:cubicBezTo>
                <a:cubicBezTo>
                  <a:pt x="9589" y="2321809"/>
                  <a:pt x="11711" y="2244283"/>
                  <a:pt x="21857" y="2167683"/>
                </a:cubicBezTo>
                <a:cubicBezTo>
                  <a:pt x="31564" y="2078733"/>
                  <a:pt x="15776" y="1989238"/>
                  <a:pt x="28717" y="1900560"/>
                </a:cubicBezTo>
                <a:cubicBezTo>
                  <a:pt x="37907" y="1829142"/>
                  <a:pt x="38255" y="1756772"/>
                  <a:pt x="29752" y="1685258"/>
                </a:cubicBezTo>
                <a:cubicBezTo>
                  <a:pt x="14456" y="1550065"/>
                  <a:pt x="15412" y="1413389"/>
                  <a:pt x="32599" y="1278454"/>
                </a:cubicBezTo>
                <a:cubicBezTo>
                  <a:pt x="43212" y="1199704"/>
                  <a:pt x="49294" y="1118644"/>
                  <a:pt x="30270" y="1041390"/>
                </a:cubicBezTo>
                <a:cubicBezTo>
                  <a:pt x="-14509" y="859818"/>
                  <a:pt x="11634" y="677973"/>
                  <a:pt x="30270" y="497354"/>
                </a:cubicBezTo>
                <a:lnTo>
                  <a:pt x="31725" y="472895"/>
                </a:lnTo>
                <a:lnTo>
                  <a:pt x="43781" y="427827"/>
                </a:lnTo>
                <a:lnTo>
                  <a:pt x="50994" y="413476"/>
                </a:lnTo>
                <a:lnTo>
                  <a:pt x="58372" y="387895"/>
                </a:lnTo>
                <a:cubicBezTo>
                  <a:pt x="111660" y="254431"/>
                  <a:pt x="198390" y="154469"/>
                  <a:pt x="306361" y="90092"/>
                </a:cubicBezTo>
                <a:lnTo>
                  <a:pt x="343340" y="71955"/>
                </a:lnTo>
                <a:lnTo>
                  <a:pt x="451947" y="55771"/>
                </a:lnTo>
                <a:lnTo>
                  <a:pt x="480681" y="50638"/>
                </a:lnTo>
                <a:lnTo>
                  <a:pt x="500476" y="51097"/>
                </a:lnTo>
                <a:cubicBezTo>
                  <a:pt x="614729" y="49684"/>
                  <a:pt x="728933" y="43772"/>
                  <a:pt x="843024" y="32056"/>
                </a:cubicBezTo>
                <a:cubicBezTo>
                  <a:pt x="1123212" y="7156"/>
                  <a:pt x="1404499" y="3566"/>
                  <a:pt x="1685086" y="21332"/>
                </a:cubicBezTo>
                <a:cubicBezTo>
                  <a:pt x="1938623" y="33688"/>
                  <a:pt x="2191759" y="64000"/>
                  <a:pt x="2445896" y="38121"/>
                </a:cubicBezTo>
                <a:cubicBezTo>
                  <a:pt x="2489616" y="33690"/>
                  <a:pt x="2532937" y="26111"/>
                  <a:pt x="2576333" y="19030"/>
                </a:cubicBezTo>
                <a:lnTo>
                  <a:pt x="2696353" y="4251"/>
                </a:lnTo>
                <a:lnTo>
                  <a:pt x="2745536" y="5232"/>
                </a:lnTo>
                <a:cubicBezTo>
                  <a:pt x="2818993" y="6452"/>
                  <a:pt x="2887864" y="7004"/>
                  <a:pt x="2947014" y="5793"/>
                </a:cubicBezTo>
                <a:cubicBezTo>
                  <a:pt x="3006163" y="4584"/>
                  <a:pt x="3060036" y="3178"/>
                  <a:pt x="3110399" y="1949"/>
                </a:cubicBezTo>
                <a:lnTo>
                  <a:pt x="3199002" y="221"/>
                </a:lnTo>
                <a:lnTo>
                  <a:pt x="3325015" y="3583"/>
                </a:lnTo>
                <a:cubicBezTo>
                  <a:pt x="3530714" y="12997"/>
                  <a:pt x="3736239" y="28910"/>
                  <a:pt x="3941762" y="43248"/>
                </a:cubicBezTo>
                <a:cubicBezTo>
                  <a:pt x="4091489" y="53739"/>
                  <a:pt x="4241215" y="66563"/>
                  <a:pt x="4390942" y="37886"/>
                </a:cubicBezTo>
                <a:cubicBezTo>
                  <a:pt x="4517292" y="15154"/>
                  <a:pt x="4645537" y="10467"/>
                  <a:pt x="4772844" y="23896"/>
                </a:cubicBezTo>
                <a:cubicBezTo>
                  <a:pt x="4885597" y="37327"/>
                  <a:pt x="4999052" y="40520"/>
                  <a:pt x="5112224" y="33456"/>
                </a:cubicBezTo>
                <a:lnTo>
                  <a:pt x="5477482" y="6922"/>
                </a:lnTo>
                <a:lnTo>
                  <a:pt x="5517883" y="7607"/>
                </a:lnTo>
                <a:lnTo>
                  <a:pt x="5555683" y="6426"/>
                </a:lnTo>
                <a:cubicBezTo>
                  <a:pt x="5626335" y="3737"/>
                  <a:pt x="5704795" y="995"/>
                  <a:pt x="5791061" y="218"/>
                </a:cubicBezTo>
                <a:close/>
              </a:path>
            </a:pathLst>
          </a:custGeom>
        </p:spPr>
      </p:pic>
      <p:sp>
        <p:nvSpPr>
          <p:cNvPr id="56" name="TextBox 24">
            <a:extLst>
              <a:ext uri="{FF2B5EF4-FFF2-40B4-BE49-F238E27FC236}">
                <a16:creationId xmlns:a16="http://schemas.microsoft.com/office/drawing/2014/main" id="{49C8E74E-DCAD-9303-3312-0704FD03BB19}"/>
              </a:ext>
            </a:extLst>
          </p:cNvPr>
          <p:cNvSpPr txBox="1"/>
          <p:nvPr/>
        </p:nvSpPr>
        <p:spPr>
          <a:xfrm>
            <a:off x="9682036" y="6502669"/>
            <a:ext cx="220925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dirty="0"/>
              <a:t>©2026. Préparé par : Marie-Christine Albert</a:t>
            </a:r>
            <a:endParaRPr dirty="0"/>
          </a:p>
        </p:txBody>
      </p:sp>
      <p:sp>
        <p:nvSpPr>
          <p:cNvPr id="7" name="TextBox 24">
            <a:extLst>
              <a:ext uri="{FF2B5EF4-FFF2-40B4-BE49-F238E27FC236}">
                <a16:creationId xmlns:a16="http://schemas.microsoft.com/office/drawing/2014/main" id="{87F56A4A-243A-81F5-1BE4-AD79252BB82E}"/>
              </a:ext>
            </a:extLst>
          </p:cNvPr>
          <p:cNvSpPr txBox="1"/>
          <p:nvPr/>
        </p:nvSpPr>
        <p:spPr>
          <a:xfrm>
            <a:off x="502920" y="6473952"/>
            <a:ext cx="9179116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sz="850" dirty="0"/>
              <a:t>Cette fiche offre une vue d’ensemble de quelques éléments du chapitre. Pour consolider votre compréhension, utilisez-la en complément de la lecture, des séances en classe et des exercices.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1E53-F045-ED1A-EFFE-626472C8E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26BC50-6587-FEDB-0D1E-2A9748F13EED}"/>
              </a:ext>
            </a:extLst>
          </p:cNvPr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2B5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118DAD-2E06-91DD-62F6-54D607D74DB8}"/>
              </a:ext>
            </a:extLst>
          </p:cNvPr>
          <p:cNvSpPr txBox="1"/>
          <p:nvPr/>
        </p:nvSpPr>
        <p:spPr>
          <a:xfrm>
            <a:off x="658368" y="214324"/>
            <a:ext cx="109728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dirty="0" err="1">
                <a:solidFill>
                  <a:srgbClr val="FFFFFF"/>
                </a:solidFill>
                <a:latin typeface="Aptos"/>
              </a:rPr>
              <a:t>Chapitre</a:t>
            </a:r>
            <a:r>
              <a:rPr sz="2200" b="1" dirty="0">
                <a:solidFill>
                  <a:srgbClr val="FFFFFF"/>
                </a:solidFill>
                <a:latin typeface="Aptos"/>
              </a:rPr>
              <a:t> 2 : La perception. </a:t>
            </a:r>
            <a:r>
              <a:rPr lang="fr-CA" sz="2200" b="1" dirty="0">
                <a:solidFill>
                  <a:srgbClr val="FFFFFF"/>
                </a:solidFill>
                <a:latin typeface="Aptos"/>
              </a:rPr>
              <a:t>Prendre de bonnes décisions</a:t>
            </a:r>
            <a:endParaRPr sz="2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BD49330-0B6F-3513-6352-9975D187860F}"/>
              </a:ext>
            </a:extLst>
          </p:cNvPr>
          <p:cNvSpPr/>
          <p:nvPr/>
        </p:nvSpPr>
        <p:spPr>
          <a:xfrm>
            <a:off x="607254" y="998074"/>
            <a:ext cx="11023914" cy="5074920"/>
          </a:xfrm>
          <a:prstGeom prst="roundRect">
            <a:avLst/>
          </a:prstGeom>
          <a:solidFill>
            <a:srgbClr val="F1FAF6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9805FE-AF09-229F-1056-7C39298FA84B}"/>
              </a:ext>
            </a:extLst>
          </p:cNvPr>
          <p:cNvSpPr/>
          <p:nvPr/>
        </p:nvSpPr>
        <p:spPr>
          <a:xfrm>
            <a:off x="487680" y="1050908"/>
            <a:ext cx="91440" cy="5074920"/>
          </a:xfrm>
          <a:prstGeom prst="rect">
            <a:avLst/>
          </a:prstGeom>
          <a:solidFill>
            <a:srgbClr val="2A9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8D464E-FF30-1A09-26E6-F37199D8E7C5}"/>
              </a:ext>
            </a:extLst>
          </p:cNvPr>
          <p:cNvSpPr txBox="1"/>
          <p:nvPr/>
        </p:nvSpPr>
        <p:spPr>
          <a:xfrm>
            <a:off x="1135036" y="1215838"/>
            <a:ext cx="7713996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dirty="0" err="1">
                <a:solidFill>
                  <a:srgbClr val="103765"/>
                </a:solidFill>
                <a:latin typeface="Aptos"/>
              </a:rPr>
              <a:t>Résoudre</a:t>
            </a:r>
            <a:r>
              <a:rPr sz="1700" b="1" dirty="0">
                <a:solidFill>
                  <a:srgbClr val="103765"/>
                </a:solidFill>
                <a:latin typeface="Aptos"/>
              </a:rPr>
              <a:t> des </a:t>
            </a:r>
            <a:r>
              <a:rPr sz="1700" b="1" dirty="0" err="1">
                <a:solidFill>
                  <a:srgbClr val="103765"/>
                </a:solidFill>
                <a:latin typeface="Aptos"/>
              </a:rPr>
              <a:t>problèmes</a:t>
            </a:r>
            <a:r>
              <a:rPr lang="fr-CA" sz="1700" b="1" dirty="0">
                <a:solidFill>
                  <a:srgbClr val="103765"/>
                </a:solidFill>
                <a:latin typeface="Aptos"/>
              </a:rPr>
              <a:t> </a:t>
            </a:r>
            <a:r>
              <a:rPr sz="1700" b="1" dirty="0">
                <a:solidFill>
                  <a:srgbClr val="103765"/>
                </a:solidFill>
                <a:latin typeface="Aptos"/>
              </a:rPr>
              <a:t>et prendre de </a:t>
            </a:r>
            <a:r>
              <a:rPr sz="1700" b="1" dirty="0" err="1">
                <a:solidFill>
                  <a:srgbClr val="103765"/>
                </a:solidFill>
                <a:latin typeface="Aptos"/>
              </a:rPr>
              <a:t>bonnes</a:t>
            </a:r>
            <a:r>
              <a:rPr sz="1700" b="1" dirty="0">
                <a:solidFill>
                  <a:srgbClr val="103765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103765"/>
                </a:solidFill>
                <a:latin typeface="Aptos"/>
              </a:rPr>
              <a:t>décisions</a:t>
            </a:r>
            <a:endParaRPr sz="1700" b="1" dirty="0">
              <a:solidFill>
                <a:srgbClr val="103765"/>
              </a:solidFill>
              <a:latin typeface="Aptos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4E4064E-D0D2-67B3-D7E5-54F1FE91E44A}"/>
              </a:ext>
            </a:extLst>
          </p:cNvPr>
          <p:cNvSpPr/>
          <p:nvPr/>
        </p:nvSpPr>
        <p:spPr>
          <a:xfrm>
            <a:off x="1072553" y="4935794"/>
            <a:ext cx="10362364" cy="101814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25"/>
              </a:spcBef>
              <a:defRPr sz="1120">
                <a:solidFill>
                  <a:srgbClr val="1A2A36"/>
                </a:solidFill>
                <a:latin typeface="Arial"/>
              </a:defRPr>
            </a:pPr>
            <a:endParaRPr lang="fr-CA" sz="1000" i="1" dirty="0">
              <a:solidFill>
                <a:schemeClr val="tx1"/>
              </a:solidFill>
            </a:endParaRPr>
          </a:p>
          <a:p>
            <a:pPr algn="just">
              <a:spcBef>
                <a:spcPts val="225"/>
              </a:spcBef>
              <a:defRPr sz="1120">
                <a:solidFill>
                  <a:srgbClr val="1A2A36"/>
                </a:solidFill>
                <a:latin typeface="Arial"/>
              </a:defRPr>
            </a:pPr>
            <a:r>
              <a:rPr lang="fr-CA" sz="1000" dirty="0">
                <a:solidFill>
                  <a:schemeClr val="tx1"/>
                </a:solidFill>
              </a:rPr>
              <a:t>.</a:t>
            </a:r>
            <a:endParaRPr lang="fr-CA" sz="2800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F14763-6114-458B-C2FF-39D47CDCA56F}"/>
              </a:ext>
            </a:extLst>
          </p:cNvPr>
          <p:cNvSpPr txBox="1"/>
          <p:nvPr/>
        </p:nvSpPr>
        <p:spPr>
          <a:xfrm>
            <a:off x="1135036" y="5031779"/>
            <a:ext cx="8876041" cy="264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fr-CA" sz="1120" b="1" dirty="0">
                <a:solidFill>
                  <a:srgbClr val="2A9C5B"/>
                </a:solidFill>
                <a:latin typeface="Aptos"/>
              </a:rPr>
              <a:t>Fonctionnement/dynamique</a:t>
            </a:r>
            <a:endParaRPr sz="1120" b="1" dirty="0">
              <a:solidFill>
                <a:srgbClr val="2A9C5B"/>
              </a:solidFill>
              <a:latin typeface="Aptos"/>
            </a:endParaRPr>
          </a:p>
        </p:txBody>
      </p:sp>
      <p:pic>
        <p:nvPicPr>
          <p:cNvPr id="52" name="Image 51">
            <a:extLst>
              <a:ext uri="{FF2B5EF4-FFF2-40B4-BE49-F238E27FC236}">
                <a16:creationId xmlns:a16="http://schemas.microsoft.com/office/drawing/2014/main" id="{9CDC9B64-0B6C-2C47-3E7B-DDB420CDD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66" y="1635167"/>
            <a:ext cx="4243823" cy="2094210"/>
          </a:xfrm>
          <a:prstGeom prst="rect">
            <a:avLst/>
          </a:prstGeom>
        </p:spPr>
      </p:pic>
      <p:pic>
        <p:nvPicPr>
          <p:cNvPr id="55" name="Image 54">
            <a:extLst>
              <a:ext uri="{FF2B5EF4-FFF2-40B4-BE49-F238E27FC236}">
                <a16:creationId xmlns:a16="http://schemas.microsoft.com/office/drawing/2014/main" id="{9373A805-8BB2-E1FF-8F14-92FD271A2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735" y="1441262"/>
            <a:ext cx="4706456" cy="2648788"/>
          </a:xfrm>
          <a:prstGeom prst="rect">
            <a:avLst/>
          </a:prstGeom>
        </p:spPr>
      </p:pic>
      <p:sp>
        <p:nvSpPr>
          <p:cNvPr id="56" name="TextBox 24">
            <a:extLst>
              <a:ext uri="{FF2B5EF4-FFF2-40B4-BE49-F238E27FC236}">
                <a16:creationId xmlns:a16="http://schemas.microsoft.com/office/drawing/2014/main" id="{0AA2C564-0E68-867E-E26B-60AA567903A7}"/>
              </a:ext>
            </a:extLst>
          </p:cNvPr>
          <p:cNvSpPr txBox="1"/>
          <p:nvPr/>
        </p:nvSpPr>
        <p:spPr>
          <a:xfrm>
            <a:off x="9682036" y="6473952"/>
            <a:ext cx="220925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dirty="0"/>
              <a:t>©2026. Préparé par : Marie-Christine Albert</a:t>
            </a:r>
            <a:endParaRPr dirty="0"/>
          </a:p>
        </p:txBody>
      </p:sp>
      <p:sp>
        <p:nvSpPr>
          <p:cNvPr id="4" name="TextBox 24">
            <a:extLst>
              <a:ext uri="{FF2B5EF4-FFF2-40B4-BE49-F238E27FC236}">
                <a16:creationId xmlns:a16="http://schemas.microsoft.com/office/drawing/2014/main" id="{B37EA8F9-4E13-B569-DA7B-A33F34A80ACE}"/>
              </a:ext>
            </a:extLst>
          </p:cNvPr>
          <p:cNvSpPr txBox="1"/>
          <p:nvPr/>
        </p:nvSpPr>
        <p:spPr>
          <a:xfrm>
            <a:off x="502920" y="6473952"/>
            <a:ext cx="9179116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sz="850" dirty="0"/>
              <a:t>Cette fiche offre une vue d’ensemble de quelques éléments du chapitre. Pour consolider votre compréhension, utilisez-la en complément de la lecture, des séances en classe et des exercices.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4383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générée 1">
            <a:extLst>
              <a:ext uri="{FF2B5EF4-FFF2-40B4-BE49-F238E27FC236}">
                <a16:creationId xmlns:a16="http://schemas.microsoft.com/office/drawing/2014/main" id="{79C7F29D-BFCD-B43C-1FA3-0473E1823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-30480"/>
            <a:ext cx="121856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835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6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3754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Aptos"/>
              </a:rPr>
              <a:t>Chapitre</a:t>
            </a:r>
            <a:r>
              <a:rPr sz="2200" b="1" i="0" dirty="0">
                <a:solidFill>
                  <a:srgbClr val="FFFFFF"/>
                </a:solidFill>
                <a:latin typeface="Aptos"/>
              </a:rPr>
              <a:t> 3 : La motivation. </a:t>
            </a:r>
            <a:r>
              <a:rPr sz="2200" b="1" i="0" dirty="0" err="1">
                <a:solidFill>
                  <a:srgbClr val="FFFFFF"/>
                </a:solidFill>
                <a:latin typeface="Aptos"/>
              </a:rPr>
              <a:t>Stimuler</a:t>
            </a:r>
            <a:r>
              <a:rPr sz="2200" b="1" i="0" dirty="0">
                <a:solidFill>
                  <a:srgbClr val="FFFFFF"/>
                </a:solidFill>
                <a:latin typeface="Aptos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Aptos"/>
              </a:rPr>
              <a:t>l’engagement</a:t>
            </a:r>
            <a:r>
              <a:rPr lang="fr-CA" sz="2200" b="1" dirty="0">
                <a:solidFill>
                  <a:srgbClr val="FFFFFF"/>
                </a:solidFill>
                <a:latin typeface="Aptos"/>
              </a:rPr>
              <a:t> en donnant</a:t>
            </a:r>
            <a:r>
              <a:rPr sz="2200" b="1" i="0" dirty="0">
                <a:solidFill>
                  <a:srgbClr val="FFFFFF"/>
                </a:solidFill>
                <a:latin typeface="Aptos"/>
              </a:rPr>
              <a:t> un </a:t>
            </a:r>
            <a:r>
              <a:rPr sz="2200" b="1" i="0" dirty="0" err="1">
                <a:solidFill>
                  <a:srgbClr val="FFFFFF"/>
                </a:solidFill>
                <a:latin typeface="Aptos"/>
              </a:rPr>
              <a:t>sens</a:t>
            </a:r>
            <a:r>
              <a:rPr sz="2200" b="1" i="0" dirty="0">
                <a:solidFill>
                  <a:srgbClr val="FFFFFF"/>
                </a:solidFill>
                <a:latin typeface="Aptos"/>
              </a:rPr>
              <a:t> au travail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335024"/>
            <a:ext cx="3429000" cy="498348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" cy="4983480"/>
          </a:xfrm>
          <a:prstGeom prst="rect">
            <a:avLst/>
          </a:prstGeom>
          <a:solidFill>
            <a:srgbClr val="0C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65676" y="1298448"/>
            <a:ext cx="3429000" cy="498348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33087" y="1298448"/>
            <a:ext cx="91440" cy="4983480"/>
          </a:xfrm>
          <a:prstGeom prst="rect">
            <a:avLst/>
          </a:prstGeom>
          <a:solidFill>
            <a:srgbClr val="4C9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918703" y="1277210"/>
            <a:ext cx="3913632" cy="498348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27264" y="1298448"/>
            <a:ext cx="91440" cy="4983480"/>
          </a:xfrm>
          <a:prstGeom prst="rect">
            <a:avLst/>
          </a:prstGeom>
          <a:solidFill>
            <a:srgbClr val="D69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572768"/>
            <a:ext cx="27889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50" b="1" i="0">
                <a:solidFill>
                  <a:srgbClr val="0F2037"/>
                </a:solidFill>
                <a:latin typeface="Aptos"/>
              </a:rPr>
              <a:t>Qu’est-ce que
la motivation?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166360"/>
            <a:ext cx="2743200" cy="18312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fr-CA" sz="950" b="1" i="0" dirty="0">
                <a:solidFill>
                  <a:srgbClr val="0C7EBE"/>
                </a:solidFill>
                <a:latin typeface="Aptos"/>
              </a:rPr>
              <a:t>Fonctionnement/dynamique</a:t>
            </a:r>
            <a:endParaRPr sz="950" b="1" i="0" dirty="0">
              <a:solidFill>
                <a:srgbClr val="0C7EBE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53128" y="1572768"/>
            <a:ext cx="27432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50" b="1" i="0">
                <a:solidFill>
                  <a:srgbClr val="0F2037"/>
                </a:solidFill>
                <a:latin typeface="Aptos"/>
              </a:rPr>
              <a:t>Intelligence et
affectivité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3128" y="5156921"/>
            <a:ext cx="2743200" cy="18312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fr-CA" sz="950" b="1" i="0" dirty="0">
                <a:solidFill>
                  <a:srgbClr val="4C9766"/>
                </a:solidFill>
                <a:latin typeface="Aptos"/>
              </a:rPr>
              <a:t>Fonctionnement/dynamique</a:t>
            </a:r>
            <a:endParaRPr sz="950" b="1" i="0" dirty="0">
              <a:solidFill>
                <a:srgbClr val="4C9766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165592" y="1572768"/>
            <a:ext cx="30632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50" b="1" i="0">
                <a:solidFill>
                  <a:srgbClr val="0F2037"/>
                </a:solidFill>
                <a:latin typeface="Aptos"/>
              </a:rPr>
              <a:t>Deux formes de régulation
de la motivation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65592" y="5166360"/>
            <a:ext cx="3108960" cy="18312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fr-CA" sz="950" b="1" i="0" dirty="0">
                <a:solidFill>
                  <a:srgbClr val="D69F30"/>
                </a:solidFill>
                <a:latin typeface="Aptos"/>
              </a:rPr>
              <a:t>Fonctionnement/dynamique</a:t>
            </a:r>
            <a:endParaRPr sz="950" b="1" i="0" dirty="0">
              <a:solidFill>
                <a:srgbClr val="D69F30"/>
              </a:solidFill>
              <a:latin typeface="Aptos"/>
            </a:endParaRPr>
          </a:p>
        </p:txBody>
      </p:sp>
      <p:pic>
        <p:nvPicPr>
          <p:cNvPr id="53" name="Image 52">
            <a:extLst>
              <a:ext uri="{FF2B5EF4-FFF2-40B4-BE49-F238E27FC236}">
                <a16:creationId xmlns:a16="http://schemas.microsoft.com/office/drawing/2014/main" id="{D577F30D-5795-97A0-526E-5FC49A00E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02" y="3649427"/>
            <a:ext cx="2816659" cy="1059733"/>
          </a:xfrm>
          <a:prstGeom prst="rect">
            <a:avLst/>
          </a:prstGeom>
        </p:spPr>
      </p:pic>
      <p:sp>
        <p:nvSpPr>
          <p:cNvPr id="12" name="TextBox 24">
            <a:extLst>
              <a:ext uri="{FF2B5EF4-FFF2-40B4-BE49-F238E27FC236}">
                <a16:creationId xmlns:a16="http://schemas.microsoft.com/office/drawing/2014/main" id="{2482B696-BA47-B408-C3D6-154424E6BE06}"/>
              </a:ext>
            </a:extLst>
          </p:cNvPr>
          <p:cNvSpPr txBox="1"/>
          <p:nvPr/>
        </p:nvSpPr>
        <p:spPr>
          <a:xfrm>
            <a:off x="9682036" y="6480239"/>
            <a:ext cx="220925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dirty="0"/>
              <a:t>©2026. Préparé par : Marie-Christine Albert</a:t>
            </a:r>
            <a:endParaRPr dirty="0"/>
          </a:p>
        </p:txBody>
      </p:sp>
      <p:pic>
        <p:nvPicPr>
          <p:cNvPr id="6148" name="Picture 4" descr="Image générée 1">
            <a:extLst>
              <a:ext uri="{FF2B5EF4-FFF2-40B4-BE49-F238E27FC236}">
                <a16:creationId xmlns:a16="http://schemas.microsoft.com/office/drawing/2014/main" id="{C382C594-3D4F-5E4A-FE5F-9F254C968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832" y="2747366"/>
            <a:ext cx="3080815" cy="2176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Image 36">
            <a:extLst>
              <a:ext uri="{FF2B5EF4-FFF2-40B4-BE49-F238E27FC236}">
                <a16:creationId xmlns:a16="http://schemas.microsoft.com/office/drawing/2014/main" id="{82A438A4-7449-7B39-8241-8DB96B553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2335" y="3016451"/>
            <a:ext cx="3810000" cy="1638300"/>
          </a:xfrm>
          <a:prstGeom prst="rect">
            <a:avLst/>
          </a:prstGeom>
        </p:spPr>
      </p:pic>
      <p:sp>
        <p:nvSpPr>
          <p:cNvPr id="11" name="TextBox 24">
            <a:extLst>
              <a:ext uri="{FF2B5EF4-FFF2-40B4-BE49-F238E27FC236}">
                <a16:creationId xmlns:a16="http://schemas.microsoft.com/office/drawing/2014/main" id="{0E615FF3-7CA3-AF0D-8C96-B71687982B50}"/>
              </a:ext>
            </a:extLst>
          </p:cNvPr>
          <p:cNvSpPr txBox="1"/>
          <p:nvPr/>
        </p:nvSpPr>
        <p:spPr>
          <a:xfrm>
            <a:off x="502920" y="6473952"/>
            <a:ext cx="9179116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sz="850" dirty="0"/>
              <a:t>Cette fiche offre une vue d’ensemble de quelques éléments du chapitre. Pour consolider votre compréhension, utilisez-la en complément de la lecture, des séances en classe et des exercices.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14">
            <a:extLst>
              <a:ext uri="{FF2B5EF4-FFF2-40B4-BE49-F238E27FC236}">
                <a16:creationId xmlns:a16="http://schemas.microsoft.com/office/drawing/2014/main" id="{DFA941D8-C584-A7CC-D903-C44207B2192C}"/>
              </a:ext>
            </a:extLst>
          </p:cNvPr>
          <p:cNvSpPr/>
          <p:nvPr/>
        </p:nvSpPr>
        <p:spPr>
          <a:xfrm>
            <a:off x="1089661" y="3242513"/>
            <a:ext cx="4608576" cy="2345436"/>
          </a:xfrm>
          <a:prstGeom prst="roundRect">
            <a:avLst/>
          </a:prstGeom>
          <a:solidFill>
            <a:srgbClr val="FFFFFF"/>
          </a:solidFill>
          <a:ln>
            <a:solidFill>
              <a:srgbClr val="D7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CA" sz="1620" b="1">
                <a:solidFill>
                  <a:srgbClr val="174169"/>
                </a:solidFill>
                <a:latin typeface="Aptos Display"/>
              </a:rPr>
              <a:t>Hebb</a:t>
            </a:r>
            <a:endParaRPr sz="1620" b="1" dirty="0">
              <a:solidFill>
                <a:srgbClr val="174169"/>
              </a:solidFill>
              <a:latin typeface="Aptos Display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00432" y="995660"/>
            <a:ext cx="5921044" cy="4385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50" b="1" dirty="0">
                <a:solidFill>
                  <a:srgbClr val="174169"/>
                </a:solidFill>
                <a:latin typeface="Aptos Display"/>
              </a:rPr>
              <a:t>De la </a:t>
            </a:r>
            <a:r>
              <a:rPr sz="2250" b="1" dirty="0" err="1">
                <a:solidFill>
                  <a:srgbClr val="174169"/>
                </a:solidFill>
                <a:latin typeface="Aptos Display"/>
              </a:rPr>
              <a:t>régulation</a:t>
            </a:r>
            <a:r>
              <a:rPr sz="2250" b="1" dirty="0">
                <a:solidFill>
                  <a:srgbClr val="174169"/>
                </a:solidFill>
                <a:latin typeface="Aptos Display"/>
              </a:rPr>
              <a:t> de </a:t>
            </a:r>
            <a:r>
              <a:rPr sz="2250" b="1" dirty="0" err="1">
                <a:solidFill>
                  <a:srgbClr val="174169"/>
                </a:solidFill>
                <a:latin typeface="Aptos Display"/>
              </a:rPr>
              <a:t>l’énergie</a:t>
            </a:r>
            <a:r>
              <a:rPr sz="2250" b="1" dirty="0">
                <a:solidFill>
                  <a:srgbClr val="174169"/>
                </a:solidFill>
                <a:latin typeface="Aptos Display"/>
              </a:rPr>
              <a:t> à </a:t>
            </a:r>
            <a:r>
              <a:rPr sz="2250" b="1" dirty="0" err="1">
                <a:solidFill>
                  <a:srgbClr val="174169"/>
                </a:solidFill>
                <a:latin typeface="Aptos Display"/>
              </a:rPr>
              <a:t>l’état</a:t>
            </a:r>
            <a:r>
              <a:rPr sz="2250" b="1" dirty="0">
                <a:solidFill>
                  <a:srgbClr val="174169"/>
                </a:solidFill>
                <a:latin typeface="Aptos Display"/>
              </a:rPr>
              <a:t> </a:t>
            </a:r>
            <a:r>
              <a:rPr sz="2250" b="1" dirty="0" err="1">
                <a:solidFill>
                  <a:srgbClr val="174169"/>
                </a:solidFill>
                <a:latin typeface="Aptos Display"/>
              </a:rPr>
              <a:t>d’activation</a:t>
            </a:r>
            <a:endParaRPr sz="2250" b="1" dirty="0">
              <a:solidFill>
                <a:srgbClr val="174169"/>
              </a:solidFill>
              <a:latin typeface="Aptos Display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885188" y="1965452"/>
            <a:ext cx="1851660" cy="946404"/>
          </a:xfrm>
          <a:prstGeom prst="roundRect">
            <a:avLst/>
          </a:prstGeom>
          <a:solidFill>
            <a:srgbClr val="FDF8ED"/>
          </a:solidFill>
          <a:ln w="25400">
            <a:solidFill>
              <a:srgbClr val="CC91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60" b="1" dirty="0" err="1">
                <a:solidFill>
                  <a:srgbClr val="222C36"/>
                </a:solidFill>
                <a:latin typeface="Aptos"/>
              </a:rPr>
              <a:t>Demandes</a:t>
            </a:r>
            <a:r>
              <a:rPr sz="1260" b="1" dirty="0">
                <a:solidFill>
                  <a:srgbClr val="222C36"/>
                </a:solidFill>
                <a:latin typeface="Aptos"/>
              </a:rPr>
              <a:t>
</a:t>
            </a:r>
            <a:r>
              <a:rPr sz="1260" b="1" dirty="0" err="1">
                <a:solidFill>
                  <a:srgbClr val="222C36"/>
                </a:solidFill>
                <a:latin typeface="Aptos"/>
              </a:rPr>
              <a:t>réelles</a:t>
            </a:r>
            <a:r>
              <a:rPr sz="1260" b="1" dirty="0">
                <a:solidFill>
                  <a:srgbClr val="222C36"/>
                </a:solidFill>
                <a:latin typeface="Aptos"/>
              </a:rPr>
              <a:t> </a:t>
            </a:r>
            <a:r>
              <a:rPr sz="1260" b="1" dirty="0" err="1">
                <a:solidFill>
                  <a:srgbClr val="222C36"/>
                </a:solidFill>
                <a:latin typeface="Aptos"/>
              </a:rPr>
              <a:t>ou</a:t>
            </a:r>
            <a:r>
              <a:rPr sz="1260" b="1" dirty="0">
                <a:solidFill>
                  <a:srgbClr val="222C36"/>
                </a:solidFill>
                <a:latin typeface="Aptos"/>
              </a:rPr>
              <a:t> </a:t>
            </a:r>
            <a:r>
              <a:rPr sz="1260" b="1" dirty="0" err="1">
                <a:solidFill>
                  <a:srgbClr val="222C36"/>
                </a:solidFill>
                <a:latin typeface="Aptos"/>
              </a:rPr>
              <a:t>anticipées</a:t>
            </a:r>
            <a:endParaRPr sz="1260" b="1" dirty="0">
              <a:solidFill>
                <a:srgbClr val="222C36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148328" y="1965452"/>
            <a:ext cx="1851660" cy="946404"/>
          </a:xfrm>
          <a:prstGeom prst="roundRect">
            <a:avLst/>
          </a:prstGeom>
          <a:solidFill>
            <a:srgbClr val="EFF7FC"/>
          </a:solidFill>
          <a:ln w="25400">
            <a:solidFill>
              <a:srgbClr val="2484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60" b="1">
                <a:solidFill>
                  <a:srgbClr val="222C36"/>
                </a:solidFill>
                <a:latin typeface="Aptos"/>
              </a:rPr>
              <a:t>Homéostasie
+
Allostasie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1468" y="1965452"/>
            <a:ext cx="1851660" cy="946404"/>
          </a:xfrm>
          <a:prstGeom prst="roundRect">
            <a:avLst/>
          </a:prstGeom>
          <a:solidFill>
            <a:srgbClr val="F1F7F0"/>
          </a:solidFill>
          <a:ln w="25400">
            <a:solidFill>
              <a:srgbClr val="4C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60" b="1" dirty="0" err="1">
                <a:solidFill>
                  <a:srgbClr val="222C36"/>
                </a:solidFill>
                <a:latin typeface="Aptos"/>
              </a:rPr>
              <a:t>Mobilisation</a:t>
            </a:r>
            <a:r>
              <a:rPr sz="1260" b="1" dirty="0">
                <a:solidFill>
                  <a:srgbClr val="222C36"/>
                </a:solidFill>
                <a:latin typeface="Aptos"/>
              </a:rPr>
              <a:t> /
</a:t>
            </a:r>
            <a:r>
              <a:rPr sz="1260" b="1" dirty="0" err="1">
                <a:solidFill>
                  <a:srgbClr val="222C36"/>
                </a:solidFill>
                <a:latin typeface="Aptos"/>
              </a:rPr>
              <a:t>régulation</a:t>
            </a:r>
            <a:r>
              <a:rPr sz="1260" b="1" dirty="0">
                <a:solidFill>
                  <a:srgbClr val="222C36"/>
                </a:solidFill>
                <a:latin typeface="Aptos"/>
              </a:rPr>
              <a:t> des
</a:t>
            </a:r>
            <a:r>
              <a:rPr sz="1260" b="1" dirty="0" err="1">
                <a:solidFill>
                  <a:srgbClr val="222C36"/>
                </a:solidFill>
                <a:latin typeface="Aptos"/>
              </a:rPr>
              <a:t>ressources</a:t>
            </a:r>
            <a:endParaRPr sz="1260" b="1" dirty="0">
              <a:solidFill>
                <a:srgbClr val="222C36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674608" y="1965452"/>
            <a:ext cx="1851660" cy="9464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7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60" b="1">
                <a:solidFill>
                  <a:srgbClr val="222C36"/>
                </a:solidFill>
                <a:latin typeface="Aptos"/>
              </a:rPr>
              <a:t>Niveau d’activation
et de tension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36848" y="2442769"/>
            <a:ext cx="411480" cy="0"/>
          </a:xfrm>
          <a:prstGeom prst="line">
            <a:avLst/>
          </a:prstGeom>
          <a:ln w="27940">
            <a:solidFill>
              <a:srgbClr val="17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99988" y="2442769"/>
            <a:ext cx="411480" cy="0"/>
          </a:xfrm>
          <a:prstGeom prst="line">
            <a:avLst/>
          </a:prstGeom>
          <a:ln w="27940">
            <a:solidFill>
              <a:srgbClr val="17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63128" y="2442769"/>
            <a:ext cx="411480" cy="0"/>
          </a:xfrm>
          <a:prstGeom prst="line">
            <a:avLst/>
          </a:prstGeom>
          <a:ln w="27940">
            <a:solidFill>
              <a:srgbClr val="17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11468" y="3220466"/>
            <a:ext cx="4608576" cy="2345436"/>
          </a:xfrm>
          <a:prstGeom prst="roundRect">
            <a:avLst/>
          </a:prstGeom>
          <a:solidFill>
            <a:srgbClr val="FFFFFF"/>
          </a:solidFill>
          <a:ln>
            <a:solidFill>
              <a:srgbClr val="D7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20" b="1" dirty="0">
                <a:solidFill>
                  <a:srgbClr val="174169"/>
                </a:solidFill>
                <a:latin typeface="Aptos Display"/>
              </a:rPr>
              <a:t>THAYER : ÉNERGIE </a:t>
            </a:r>
            <a:r>
              <a:rPr lang="fr-CA" sz="1620" b="1" dirty="0">
                <a:solidFill>
                  <a:srgbClr val="174169"/>
                </a:solidFill>
                <a:latin typeface="Aptos Display"/>
              </a:rPr>
              <a:t>/</a:t>
            </a:r>
            <a:r>
              <a:rPr sz="1620" b="1" dirty="0">
                <a:solidFill>
                  <a:srgbClr val="174169"/>
                </a:solidFill>
                <a:latin typeface="Aptos Display"/>
              </a:rPr>
              <a:t> TENSION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5244" y="3837686"/>
            <a:ext cx="1645920" cy="740664"/>
          </a:xfrm>
          <a:prstGeom prst="rect">
            <a:avLst/>
          </a:prstGeom>
          <a:solidFill>
            <a:srgbClr val="B83F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36" b="1" dirty="0">
                <a:solidFill>
                  <a:srgbClr val="FFFFFF"/>
                </a:solidFill>
                <a:latin typeface="Aptos"/>
              </a:rPr>
              <a:t>ÉPUISEMENT</a:t>
            </a:r>
            <a:endParaRPr lang="fr-CA" sz="1036" b="1" dirty="0">
              <a:solidFill>
                <a:srgbClr val="FFFFFF"/>
              </a:solidFill>
              <a:latin typeface="Aptos"/>
            </a:endParaRPr>
          </a:p>
          <a:p>
            <a:pPr algn="ctr"/>
            <a:endParaRPr lang="fr-CA" sz="1036" b="1" dirty="0">
              <a:solidFill>
                <a:srgbClr val="FFFFFF"/>
              </a:solidFill>
              <a:latin typeface="Aptos"/>
            </a:endParaRPr>
          </a:p>
          <a:p>
            <a:pPr algn="ctr"/>
            <a:endParaRPr sz="1036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798052" y="3837686"/>
            <a:ext cx="1645920" cy="740664"/>
          </a:xfrm>
          <a:prstGeom prst="rect">
            <a:avLst/>
          </a:prstGeom>
          <a:solidFill>
            <a:srgbClr val="DC74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36" b="1" dirty="0">
                <a:solidFill>
                  <a:srgbClr val="FFFFFF"/>
                </a:solidFill>
                <a:latin typeface="Aptos"/>
              </a:rPr>
              <a:t>TENSION
NERVEUSE</a:t>
            </a:r>
            <a:endParaRPr lang="fr-CA" sz="1036" b="1" dirty="0">
              <a:solidFill>
                <a:srgbClr val="FFFFFF"/>
              </a:solidFill>
              <a:latin typeface="Aptos"/>
            </a:endParaRPr>
          </a:p>
          <a:p>
            <a:pPr algn="ctr"/>
            <a:endParaRPr lang="fr-CA" sz="1036" b="1" dirty="0">
              <a:solidFill>
                <a:srgbClr val="FFFFFF"/>
              </a:solidFill>
              <a:latin typeface="Aptos"/>
            </a:endParaRPr>
          </a:p>
          <a:p>
            <a:pPr algn="ctr"/>
            <a:endParaRPr sz="1036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905244" y="4660646"/>
            <a:ext cx="1645920" cy="740664"/>
          </a:xfrm>
          <a:prstGeom prst="rect">
            <a:avLst/>
          </a:prstGeom>
          <a:solidFill>
            <a:srgbClr val="5A60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36" b="1" dirty="0">
                <a:solidFill>
                  <a:srgbClr val="FFFFFF"/>
                </a:solidFill>
                <a:latin typeface="Aptos"/>
              </a:rPr>
              <a:t>ENDORMISSEMENT</a:t>
            </a:r>
            <a:endParaRPr lang="fr-CA" sz="1036" b="1" dirty="0">
              <a:solidFill>
                <a:srgbClr val="FFFFFF"/>
              </a:solidFill>
              <a:latin typeface="Aptos"/>
            </a:endParaRPr>
          </a:p>
          <a:p>
            <a:pPr algn="ctr"/>
            <a:endParaRPr lang="fr-CA" sz="1036" b="1" dirty="0">
              <a:solidFill>
                <a:srgbClr val="FFFFFF"/>
              </a:solidFill>
              <a:latin typeface="Aptos"/>
            </a:endParaRPr>
          </a:p>
          <a:p>
            <a:pPr algn="ctr"/>
            <a:endParaRPr sz="1036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798052" y="4660646"/>
            <a:ext cx="1645920" cy="740664"/>
          </a:xfrm>
          <a:prstGeom prst="rect">
            <a:avLst/>
          </a:prstGeom>
          <a:solidFill>
            <a:srgbClr val="4C70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36" b="1" dirty="0">
                <a:solidFill>
                  <a:srgbClr val="FFFFFF"/>
                </a:solidFill>
                <a:latin typeface="Aptos"/>
              </a:rPr>
              <a:t>ENTRAIN</a:t>
            </a:r>
            <a:endParaRPr lang="fr-CA" sz="1036" b="1" dirty="0">
              <a:solidFill>
                <a:srgbClr val="FFFFFF"/>
              </a:solidFill>
              <a:latin typeface="Aptos"/>
            </a:endParaRPr>
          </a:p>
          <a:p>
            <a:pPr algn="ctr"/>
            <a:endParaRPr lang="fr-CA" sz="1036" b="1" dirty="0">
              <a:solidFill>
                <a:srgbClr val="FFFFFF"/>
              </a:solidFill>
              <a:latin typeface="Aptos"/>
            </a:endParaRPr>
          </a:p>
          <a:p>
            <a:pPr algn="ctr"/>
            <a:endParaRPr sz="1036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20">
            <a:extLst>
              <a:ext uri="{FF2B5EF4-FFF2-40B4-BE49-F238E27FC236}">
                <a16:creationId xmlns:a16="http://schemas.microsoft.com/office/drawing/2014/main" id="{D088FD3C-38E8-042E-935A-4E6BF3FFB1EB}"/>
              </a:ext>
            </a:extLst>
          </p:cNvPr>
          <p:cNvSpPr txBox="1"/>
          <p:nvPr/>
        </p:nvSpPr>
        <p:spPr>
          <a:xfrm>
            <a:off x="749808" y="5692994"/>
            <a:ext cx="10270236" cy="18312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fr-CA" sz="950" b="1" i="0" dirty="0">
                <a:solidFill>
                  <a:srgbClr val="0C7EBE"/>
                </a:solidFill>
                <a:latin typeface="Aptos"/>
              </a:rPr>
              <a:t>Fonctionnement/dynamique</a:t>
            </a:r>
            <a:endParaRPr sz="950" b="1" i="0" dirty="0">
              <a:solidFill>
                <a:srgbClr val="0C7EBE"/>
              </a:solidFill>
              <a:latin typeface="Apto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17D468-FEB5-C01C-90F0-0E995F082EAC}"/>
              </a:ext>
            </a:extLst>
          </p:cNvPr>
          <p:cNvSpPr/>
          <p:nvPr/>
        </p:nvSpPr>
        <p:spPr>
          <a:xfrm>
            <a:off x="305" y="-28771"/>
            <a:ext cx="12191695" cy="960120"/>
          </a:xfrm>
          <a:prstGeom prst="rect">
            <a:avLst/>
          </a:prstGeom>
          <a:solidFill>
            <a:srgbClr val="26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27FBCB3E-455C-150E-6E91-A356ACD64EA1}"/>
              </a:ext>
            </a:extLst>
          </p:cNvPr>
          <p:cNvSpPr txBox="1"/>
          <p:nvPr/>
        </p:nvSpPr>
        <p:spPr>
          <a:xfrm>
            <a:off x="594360" y="256032"/>
            <a:ext cx="10972800" cy="3754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Aptos"/>
              </a:rPr>
              <a:t>Chapitre</a:t>
            </a:r>
            <a:r>
              <a:rPr sz="2200" b="1" i="0" dirty="0">
                <a:solidFill>
                  <a:srgbClr val="FFFFFF"/>
                </a:solidFill>
                <a:latin typeface="Aptos"/>
              </a:rPr>
              <a:t> 3 : La motivation. </a:t>
            </a:r>
            <a:r>
              <a:rPr sz="2200" b="1" i="0" dirty="0" err="1">
                <a:solidFill>
                  <a:srgbClr val="FFFFFF"/>
                </a:solidFill>
                <a:latin typeface="Aptos"/>
              </a:rPr>
              <a:t>Stimuler</a:t>
            </a:r>
            <a:r>
              <a:rPr sz="2200" b="1" i="0" dirty="0">
                <a:solidFill>
                  <a:srgbClr val="FFFFFF"/>
                </a:solidFill>
                <a:latin typeface="Aptos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Aptos"/>
              </a:rPr>
              <a:t>l’engagement</a:t>
            </a:r>
            <a:r>
              <a:rPr lang="fr-CA" sz="2200" b="1" dirty="0">
                <a:solidFill>
                  <a:srgbClr val="FFFFFF"/>
                </a:solidFill>
                <a:latin typeface="Aptos"/>
              </a:rPr>
              <a:t> en </a:t>
            </a:r>
            <a:r>
              <a:rPr sz="2200" b="1" i="0" dirty="0" err="1">
                <a:solidFill>
                  <a:srgbClr val="FFFFFF"/>
                </a:solidFill>
                <a:latin typeface="Aptos"/>
              </a:rPr>
              <a:t>donn</a:t>
            </a:r>
            <a:r>
              <a:rPr lang="fr-CA" sz="2200" b="1" i="0" dirty="0" err="1">
                <a:solidFill>
                  <a:srgbClr val="FFFFFF"/>
                </a:solidFill>
                <a:latin typeface="Aptos"/>
              </a:rPr>
              <a:t>ant</a:t>
            </a:r>
            <a:r>
              <a:rPr lang="fr-CA" sz="2200" b="1" i="0" dirty="0">
                <a:solidFill>
                  <a:srgbClr val="FFFFFF"/>
                </a:solidFill>
                <a:latin typeface="Aptos"/>
              </a:rPr>
              <a:t> u</a:t>
            </a:r>
            <a:r>
              <a:rPr sz="2200" b="1" i="0" dirty="0">
                <a:solidFill>
                  <a:srgbClr val="FFFFFF"/>
                </a:solidFill>
                <a:latin typeface="Aptos"/>
              </a:rPr>
              <a:t>n </a:t>
            </a:r>
            <a:r>
              <a:rPr sz="2200" b="1" i="0" dirty="0" err="1">
                <a:solidFill>
                  <a:srgbClr val="FFFFFF"/>
                </a:solidFill>
                <a:latin typeface="Aptos"/>
              </a:rPr>
              <a:t>sens</a:t>
            </a:r>
            <a:r>
              <a:rPr sz="2200" b="1" i="0" dirty="0">
                <a:solidFill>
                  <a:srgbClr val="FFFFFF"/>
                </a:solidFill>
                <a:latin typeface="Aptos"/>
              </a:rPr>
              <a:t> au travail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70B37B5-0CAC-AB9D-98BA-A556BBDC5A45}"/>
              </a:ext>
            </a:extLst>
          </p:cNvPr>
          <p:cNvSpPr txBox="1"/>
          <p:nvPr/>
        </p:nvSpPr>
        <p:spPr>
          <a:xfrm>
            <a:off x="9682036" y="6472302"/>
            <a:ext cx="220925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dirty="0"/>
              <a:t>©2026. Préparé par : Marie-Christine Albert</a:t>
            </a:r>
            <a:endParaRPr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58FA022D-BEBE-F836-8001-D2DDE3D03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604" y="3517527"/>
            <a:ext cx="4076700" cy="20478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24">
            <a:extLst>
              <a:ext uri="{FF2B5EF4-FFF2-40B4-BE49-F238E27FC236}">
                <a16:creationId xmlns:a16="http://schemas.microsoft.com/office/drawing/2014/main" id="{5D95399D-CDCB-D936-EDCD-674EC9E70214}"/>
              </a:ext>
            </a:extLst>
          </p:cNvPr>
          <p:cNvSpPr txBox="1"/>
          <p:nvPr/>
        </p:nvSpPr>
        <p:spPr>
          <a:xfrm>
            <a:off x="502920" y="6473952"/>
            <a:ext cx="9179116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sz="850" dirty="0"/>
              <a:t>Cette fiche offre une vue d’ensemble de quelques éléments du chapitre. Pour consolider votre compréhension, utilisez-la en complément de la lecture, des séances en classe et des exercices.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717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2A7749-ED88-8C4A-CED0-3D6A68D172EC}"/>
              </a:ext>
            </a:extLst>
          </p:cNvPr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26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661DA6-330F-C642-DFF0-16474C1B7CE0}"/>
              </a:ext>
            </a:extLst>
          </p:cNvPr>
          <p:cNvSpPr txBox="1"/>
          <p:nvPr/>
        </p:nvSpPr>
        <p:spPr>
          <a:xfrm>
            <a:off x="566928" y="201168"/>
            <a:ext cx="11064240" cy="4754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100" b="1" dirty="0" err="1">
                <a:solidFill>
                  <a:srgbClr val="FFFFFF"/>
                </a:solidFill>
                <a:latin typeface="Aptos"/>
              </a:rPr>
              <a:t>Chapitre</a:t>
            </a:r>
            <a:r>
              <a:rPr sz="2100" b="1" dirty="0">
                <a:solidFill>
                  <a:srgbClr val="FFFFFF"/>
                </a:solidFill>
                <a:latin typeface="Aptos"/>
              </a:rPr>
              <a:t> 3 : La motivation. </a:t>
            </a:r>
            <a:r>
              <a:rPr sz="2100" b="1" dirty="0" err="1">
                <a:solidFill>
                  <a:srgbClr val="FFFFFF"/>
                </a:solidFill>
                <a:latin typeface="Aptos"/>
              </a:rPr>
              <a:t>Stimuler</a:t>
            </a:r>
            <a:r>
              <a:rPr sz="21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2100" b="1" dirty="0" err="1">
                <a:solidFill>
                  <a:srgbClr val="FFFFFF"/>
                </a:solidFill>
                <a:latin typeface="Aptos"/>
              </a:rPr>
              <a:t>l’engagement</a:t>
            </a:r>
            <a:r>
              <a:rPr sz="2100" b="1" dirty="0">
                <a:solidFill>
                  <a:srgbClr val="FFFFFF"/>
                </a:solidFill>
                <a:latin typeface="Aptos"/>
              </a:rPr>
              <a:t>, donner un </a:t>
            </a:r>
            <a:r>
              <a:rPr sz="2100" b="1" dirty="0" err="1">
                <a:solidFill>
                  <a:srgbClr val="FFFFFF"/>
                </a:solidFill>
                <a:latin typeface="Aptos"/>
              </a:rPr>
              <a:t>sens</a:t>
            </a:r>
            <a:r>
              <a:rPr sz="2100" b="1" dirty="0">
                <a:solidFill>
                  <a:srgbClr val="FFFFFF"/>
                </a:solidFill>
                <a:latin typeface="Aptos"/>
              </a:rPr>
              <a:t> au travail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FDC6D5F8-6D8A-2E5E-AF79-AA71E72BE17C}"/>
              </a:ext>
            </a:extLst>
          </p:cNvPr>
          <p:cNvSpPr txBox="1"/>
          <p:nvPr/>
        </p:nvSpPr>
        <p:spPr>
          <a:xfrm>
            <a:off x="300432" y="995660"/>
            <a:ext cx="5334474" cy="4385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CA" sz="2250" b="1" dirty="0">
                <a:solidFill>
                  <a:srgbClr val="174169"/>
                </a:solidFill>
                <a:latin typeface="Aptos Display"/>
              </a:rPr>
              <a:t>La régulation des comportements motivés</a:t>
            </a:r>
            <a:endParaRPr sz="2250" b="1" dirty="0">
              <a:solidFill>
                <a:srgbClr val="174169"/>
              </a:solidFill>
              <a:latin typeface="Aptos Display"/>
            </a:endParaRPr>
          </a:p>
        </p:txBody>
      </p:sp>
      <p:sp>
        <p:nvSpPr>
          <p:cNvPr id="5" name="Rounded Rectangle 9">
            <a:extLst>
              <a:ext uri="{FF2B5EF4-FFF2-40B4-BE49-F238E27FC236}">
                <a16:creationId xmlns:a16="http://schemas.microsoft.com/office/drawing/2014/main" id="{04606A54-4988-AC02-C02B-66AF8A334FDB}"/>
              </a:ext>
            </a:extLst>
          </p:cNvPr>
          <p:cNvSpPr/>
          <p:nvPr/>
        </p:nvSpPr>
        <p:spPr>
          <a:xfrm>
            <a:off x="622434" y="1554480"/>
            <a:ext cx="4563873" cy="3952240"/>
          </a:xfrm>
          <a:prstGeom prst="roundRect">
            <a:avLst/>
          </a:prstGeom>
          <a:solidFill>
            <a:srgbClr val="F7F9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0DA3D5-C625-BCD9-54C3-44054B56FB2F}"/>
              </a:ext>
            </a:extLst>
          </p:cNvPr>
          <p:cNvSpPr/>
          <p:nvPr/>
        </p:nvSpPr>
        <p:spPr>
          <a:xfrm>
            <a:off x="484632" y="1554480"/>
            <a:ext cx="45719" cy="4043680"/>
          </a:xfrm>
          <a:prstGeom prst="rect">
            <a:avLst/>
          </a:prstGeom>
          <a:solidFill>
            <a:srgbClr val="17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5C211DBF-C30B-DE73-1D9D-19359363FCAD}"/>
              </a:ext>
            </a:extLst>
          </p:cNvPr>
          <p:cNvSpPr txBox="1"/>
          <p:nvPr/>
        </p:nvSpPr>
        <p:spPr>
          <a:xfrm>
            <a:off x="1182758" y="1736098"/>
            <a:ext cx="3501002" cy="41857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40" b="1" dirty="0">
                <a:solidFill>
                  <a:srgbClr val="142844"/>
                </a:solidFill>
                <a:latin typeface="Aptos"/>
              </a:rPr>
              <a:t>Fiske — Les </a:t>
            </a:r>
            <a:r>
              <a:rPr sz="1240" b="1" dirty="0" err="1">
                <a:solidFill>
                  <a:srgbClr val="142844"/>
                </a:solidFill>
                <a:latin typeface="Aptos"/>
              </a:rPr>
              <a:t>besoins</a:t>
            </a:r>
            <a:r>
              <a:rPr sz="1240" b="1" dirty="0">
                <a:solidFill>
                  <a:srgbClr val="142844"/>
                </a:solidFill>
                <a:latin typeface="Aptos"/>
              </a:rPr>
              <a:t> </a:t>
            </a:r>
            <a:r>
              <a:rPr sz="1240" b="1" dirty="0" err="1">
                <a:solidFill>
                  <a:srgbClr val="142844"/>
                </a:solidFill>
                <a:latin typeface="Aptos"/>
              </a:rPr>
              <a:t>sociaux</a:t>
            </a:r>
            <a:r>
              <a:rPr sz="1240" b="1" dirty="0">
                <a:solidFill>
                  <a:srgbClr val="142844"/>
                </a:solidFill>
                <a:latin typeface="Aptos"/>
              </a:rPr>
              <a:t>
au service de </a:t>
            </a:r>
            <a:r>
              <a:rPr sz="1240" b="1" dirty="0" err="1">
                <a:solidFill>
                  <a:srgbClr val="142844"/>
                </a:solidFill>
                <a:latin typeface="Aptos"/>
              </a:rPr>
              <a:t>l’adaptation</a:t>
            </a:r>
            <a:endParaRPr sz="1240" b="1" dirty="0">
              <a:solidFill>
                <a:srgbClr val="142844"/>
              </a:solidFill>
              <a:latin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1F6199-9366-067F-722C-7A2D496ABBA4}"/>
              </a:ext>
            </a:extLst>
          </p:cNvPr>
          <p:cNvSpPr/>
          <p:nvPr/>
        </p:nvSpPr>
        <p:spPr>
          <a:xfrm>
            <a:off x="1881699" y="2260854"/>
            <a:ext cx="2103120" cy="22860"/>
          </a:xfrm>
          <a:prstGeom prst="rect">
            <a:avLst/>
          </a:prstGeom>
          <a:solidFill>
            <a:srgbClr val="17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14">
            <a:extLst>
              <a:ext uri="{FF2B5EF4-FFF2-40B4-BE49-F238E27FC236}">
                <a16:creationId xmlns:a16="http://schemas.microsoft.com/office/drawing/2014/main" id="{DF5BDA26-024B-8818-35E0-C73324CE9B62}"/>
              </a:ext>
            </a:extLst>
          </p:cNvPr>
          <p:cNvSpPr/>
          <p:nvPr/>
        </p:nvSpPr>
        <p:spPr>
          <a:xfrm>
            <a:off x="7029992" y="1614039"/>
            <a:ext cx="4450298" cy="3925570"/>
          </a:xfrm>
          <a:prstGeom prst="roundRect">
            <a:avLst/>
          </a:prstGeom>
          <a:solidFill>
            <a:srgbClr val="F7F9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BA12BC-EF61-A032-34B7-71F792A83B96}"/>
              </a:ext>
            </a:extLst>
          </p:cNvPr>
          <p:cNvSpPr/>
          <p:nvPr/>
        </p:nvSpPr>
        <p:spPr>
          <a:xfrm>
            <a:off x="6860911" y="1542665"/>
            <a:ext cx="45719" cy="3952240"/>
          </a:xfrm>
          <a:prstGeom prst="rect">
            <a:avLst/>
          </a:prstGeom>
          <a:solidFill>
            <a:srgbClr val="4A9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344D158D-9DCF-75C7-7B42-B767B02B9A57}"/>
              </a:ext>
            </a:extLst>
          </p:cNvPr>
          <p:cNvSpPr txBox="1"/>
          <p:nvPr/>
        </p:nvSpPr>
        <p:spPr>
          <a:xfrm>
            <a:off x="7812599" y="1761367"/>
            <a:ext cx="2786558" cy="41857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40" b="1" dirty="0">
                <a:solidFill>
                  <a:srgbClr val="142844"/>
                </a:solidFill>
                <a:latin typeface="Aptos"/>
              </a:rPr>
              <a:t>Dweck — Des </a:t>
            </a:r>
            <a:r>
              <a:rPr sz="1240" b="1" dirty="0" err="1">
                <a:solidFill>
                  <a:srgbClr val="142844"/>
                </a:solidFill>
                <a:latin typeface="Aptos"/>
              </a:rPr>
              <a:t>besoins</a:t>
            </a:r>
            <a:r>
              <a:rPr sz="1240" b="1" dirty="0">
                <a:solidFill>
                  <a:srgbClr val="142844"/>
                </a:solidFill>
                <a:latin typeface="Aptos"/>
              </a:rPr>
              <a:t> </a:t>
            </a:r>
            <a:r>
              <a:rPr sz="1240" b="1" dirty="0" err="1">
                <a:solidFill>
                  <a:srgbClr val="142844"/>
                </a:solidFill>
                <a:latin typeface="Aptos"/>
              </a:rPr>
              <a:t>fondamentaux</a:t>
            </a:r>
            <a:r>
              <a:rPr sz="1240" b="1" dirty="0">
                <a:solidFill>
                  <a:srgbClr val="142844"/>
                </a:solidFill>
                <a:latin typeface="Aptos"/>
              </a:rPr>
              <a:t>
aux </a:t>
            </a:r>
            <a:r>
              <a:rPr sz="1240" b="1" dirty="0" err="1">
                <a:solidFill>
                  <a:srgbClr val="142844"/>
                </a:solidFill>
                <a:latin typeface="Aptos"/>
              </a:rPr>
              <a:t>schémas</a:t>
            </a:r>
            <a:r>
              <a:rPr sz="1240" b="1" dirty="0">
                <a:solidFill>
                  <a:srgbClr val="142844"/>
                </a:solidFill>
                <a:latin typeface="Aptos"/>
              </a:rPr>
              <a:t> </a:t>
            </a:r>
            <a:r>
              <a:rPr sz="1240" b="1" dirty="0" err="1">
                <a:solidFill>
                  <a:srgbClr val="142844"/>
                </a:solidFill>
                <a:latin typeface="Aptos"/>
              </a:rPr>
              <a:t>motivationnels</a:t>
            </a:r>
            <a:endParaRPr sz="1240" b="1" dirty="0">
              <a:solidFill>
                <a:srgbClr val="142844"/>
              </a:solidFill>
              <a:latin typeface="Apto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1DCA3D-D262-B77A-0541-0515A7217145}"/>
              </a:ext>
            </a:extLst>
          </p:cNvPr>
          <p:cNvSpPr/>
          <p:nvPr/>
        </p:nvSpPr>
        <p:spPr>
          <a:xfrm>
            <a:off x="8080206" y="2294505"/>
            <a:ext cx="2103120" cy="22860"/>
          </a:xfrm>
          <a:prstGeom prst="rect">
            <a:avLst/>
          </a:prstGeom>
          <a:solidFill>
            <a:srgbClr val="4A9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3" descr="fiske_schema_crop.png">
            <a:extLst>
              <a:ext uri="{FF2B5EF4-FFF2-40B4-BE49-F238E27FC236}">
                <a16:creationId xmlns:a16="http://schemas.microsoft.com/office/drawing/2014/main" id="{9115A9D4-22B6-42F7-D3B7-FB25B33E1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53" y="2517555"/>
            <a:ext cx="4068731" cy="2694524"/>
          </a:xfrm>
          <a:prstGeom prst="rect">
            <a:avLst/>
          </a:prstGeom>
        </p:spPr>
      </p:pic>
      <p:pic>
        <p:nvPicPr>
          <p:cNvPr id="16" name="Picture 3" descr="dweck_schema_intact.png">
            <a:extLst>
              <a:ext uri="{FF2B5EF4-FFF2-40B4-BE49-F238E27FC236}">
                <a16:creationId xmlns:a16="http://schemas.microsoft.com/office/drawing/2014/main" id="{0FA4F692-4704-10F3-0FF3-BE5AF0841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581" y="2592231"/>
            <a:ext cx="2777490" cy="2455164"/>
          </a:xfrm>
          <a:prstGeom prst="rect">
            <a:avLst/>
          </a:prstGeom>
        </p:spPr>
      </p:pic>
      <p:sp>
        <p:nvSpPr>
          <p:cNvPr id="17" name="TextBox 20">
            <a:extLst>
              <a:ext uri="{FF2B5EF4-FFF2-40B4-BE49-F238E27FC236}">
                <a16:creationId xmlns:a16="http://schemas.microsoft.com/office/drawing/2014/main" id="{59BC3EC2-A800-03C4-8002-F1B1C26D16CD}"/>
              </a:ext>
            </a:extLst>
          </p:cNvPr>
          <p:cNvSpPr txBox="1"/>
          <p:nvPr/>
        </p:nvSpPr>
        <p:spPr>
          <a:xfrm>
            <a:off x="880650" y="5769771"/>
            <a:ext cx="10838909" cy="18312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fr-CA" sz="950" b="1" i="0" dirty="0">
                <a:solidFill>
                  <a:srgbClr val="0C7EBE"/>
                </a:solidFill>
                <a:latin typeface="Aptos"/>
              </a:rPr>
              <a:t>Fonctionnement/dynamique</a:t>
            </a:r>
            <a:endParaRPr sz="950" b="1" i="0" dirty="0">
              <a:solidFill>
                <a:srgbClr val="0C7EBE"/>
              </a:solidFill>
              <a:latin typeface="Aptos"/>
            </a:endParaRPr>
          </a:p>
        </p:txBody>
      </p:sp>
      <p:sp>
        <p:nvSpPr>
          <p:cNvPr id="19" name="TextBox 24">
            <a:extLst>
              <a:ext uri="{FF2B5EF4-FFF2-40B4-BE49-F238E27FC236}">
                <a16:creationId xmlns:a16="http://schemas.microsoft.com/office/drawing/2014/main" id="{C0142B81-98BB-EC80-0348-92DDD624691C}"/>
              </a:ext>
            </a:extLst>
          </p:cNvPr>
          <p:cNvSpPr txBox="1"/>
          <p:nvPr/>
        </p:nvSpPr>
        <p:spPr>
          <a:xfrm>
            <a:off x="502920" y="6473952"/>
            <a:ext cx="836158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sz="850" dirty="0"/>
              <a:t>Cette fiche offre une vue d’ensemble du chapitre. Pour consolider votre compréhension, utilisez-la en complément de la lecture, des séances en classe et des exercices.</a:t>
            </a:r>
            <a:endParaRPr dirty="0"/>
          </a:p>
        </p:txBody>
      </p:sp>
      <p:sp>
        <p:nvSpPr>
          <p:cNvPr id="21" name="TextBox 24">
            <a:extLst>
              <a:ext uri="{FF2B5EF4-FFF2-40B4-BE49-F238E27FC236}">
                <a16:creationId xmlns:a16="http://schemas.microsoft.com/office/drawing/2014/main" id="{EA5C27C9-2635-9C73-9907-5D221552225C}"/>
              </a:ext>
            </a:extLst>
          </p:cNvPr>
          <p:cNvSpPr txBox="1"/>
          <p:nvPr/>
        </p:nvSpPr>
        <p:spPr>
          <a:xfrm>
            <a:off x="9326880" y="6488110"/>
            <a:ext cx="220925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dirty="0"/>
              <a:t>©2026. Préparé par : Marie-Christine Albert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6395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CC8B0-323C-E52E-9F6C-4D4C3CAA0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4E2223-784B-9C3C-8DCD-64983363712D}"/>
              </a:ext>
            </a:extLst>
          </p:cNvPr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26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8693DC-890C-5388-13CE-1D968DA45C66}"/>
              </a:ext>
            </a:extLst>
          </p:cNvPr>
          <p:cNvSpPr txBox="1"/>
          <p:nvPr/>
        </p:nvSpPr>
        <p:spPr>
          <a:xfrm>
            <a:off x="566928" y="201168"/>
            <a:ext cx="11064240" cy="4754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100" b="1" dirty="0" err="1">
                <a:solidFill>
                  <a:srgbClr val="FFFFFF"/>
                </a:solidFill>
                <a:latin typeface="Aptos"/>
              </a:rPr>
              <a:t>Chapitre</a:t>
            </a:r>
            <a:r>
              <a:rPr sz="2100" b="1" dirty="0">
                <a:solidFill>
                  <a:srgbClr val="FFFFFF"/>
                </a:solidFill>
                <a:latin typeface="Aptos"/>
              </a:rPr>
              <a:t> 3 : La motivation. </a:t>
            </a:r>
            <a:r>
              <a:rPr sz="2100" b="1" dirty="0" err="1">
                <a:solidFill>
                  <a:srgbClr val="FFFFFF"/>
                </a:solidFill>
                <a:latin typeface="Aptos"/>
              </a:rPr>
              <a:t>Stimuler</a:t>
            </a:r>
            <a:r>
              <a:rPr sz="21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2100" b="1" dirty="0" err="1">
                <a:solidFill>
                  <a:srgbClr val="FFFFFF"/>
                </a:solidFill>
                <a:latin typeface="Aptos"/>
              </a:rPr>
              <a:t>l’engagement</a:t>
            </a:r>
            <a:r>
              <a:rPr sz="2100" b="1" dirty="0">
                <a:solidFill>
                  <a:srgbClr val="FFFFFF"/>
                </a:solidFill>
                <a:latin typeface="Aptos"/>
              </a:rPr>
              <a:t>, donner un </a:t>
            </a:r>
            <a:r>
              <a:rPr sz="2100" b="1" dirty="0" err="1">
                <a:solidFill>
                  <a:srgbClr val="FFFFFF"/>
                </a:solidFill>
                <a:latin typeface="Aptos"/>
              </a:rPr>
              <a:t>sens</a:t>
            </a:r>
            <a:r>
              <a:rPr sz="2100" b="1" dirty="0">
                <a:solidFill>
                  <a:srgbClr val="FFFFFF"/>
                </a:solidFill>
                <a:latin typeface="Aptos"/>
              </a:rPr>
              <a:t> au travail</a:t>
            </a:r>
          </a:p>
        </p:txBody>
      </p:sp>
      <p:sp>
        <p:nvSpPr>
          <p:cNvPr id="25" name="Rounded Rectangle 4">
            <a:extLst>
              <a:ext uri="{FF2B5EF4-FFF2-40B4-BE49-F238E27FC236}">
                <a16:creationId xmlns:a16="http://schemas.microsoft.com/office/drawing/2014/main" id="{6A4C7019-1A44-4016-F735-81CA971A63C3}"/>
              </a:ext>
            </a:extLst>
          </p:cNvPr>
          <p:cNvSpPr/>
          <p:nvPr/>
        </p:nvSpPr>
        <p:spPr>
          <a:xfrm>
            <a:off x="493776" y="1688002"/>
            <a:ext cx="4573475" cy="4681728"/>
          </a:xfrm>
          <a:prstGeom prst="roundRect">
            <a:avLst/>
          </a:prstGeom>
          <a:solidFill>
            <a:srgbClr val="F7F9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833E547-FAE0-AA32-A276-BCB56EC6ACFA}"/>
              </a:ext>
            </a:extLst>
          </p:cNvPr>
          <p:cNvSpPr/>
          <p:nvPr/>
        </p:nvSpPr>
        <p:spPr>
          <a:xfrm>
            <a:off x="411480" y="1664208"/>
            <a:ext cx="82296" cy="4681728"/>
          </a:xfrm>
          <a:prstGeom prst="rect">
            <a:avLst/>
          </a:prstGeom>
          <a:solidFill>
            <a:srgbClr val="D29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315E3213-CE14-2B0A-FEAB-F54B306F4CB7}"/>
              </a:ext>
            </a:extLst>
          </p:cNvPr>
          <p:cNvSpPr txBox="1"/>
          <p:nvPr/>
        </p:nvSpPr>
        <p:spPr>
          <a:xfrm>
            <a:off x="1505662" y="1845588"/>
            <a:ext cx="2359152" cy="41857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40" b="1" dirty="0">
                <a:solidFill>
                  <a:srgbClr val="142844"/>
                </a:solidFill>
                <a:latin typeface="Aptos"/>
              </a:rPr>
              <a:t>La </a:t>
            </a:r>
            <a:r>
              <a:rPr sz="1240" b="1" dirty="0" err="1">
                <a:solidFill>
                  <a:srgbClr val="142844"/>
                </a:solidFill>
                <a:latin typeface="Aptos"/>
              </a:rPr>
              <a:t>théorie</a:t>
            </a:r>
            <a:r>
              <a:rPr sz="1240" b="1" dirty="0">
                <a:solidFill>
                  <a:srgbClr val="142844"/>
                </a:solidFill>
                <a:latin typeface="Aptos"/>
              </a:rPr>
              <a:t> des </a:t>
            </a:r>
            <a:r>
              <a:rPr sz="1240" b="1" dirty="0" err="1">
                <a:solidFill>
                  <a:srgbClr val="142844"/>
                </a:solidFill>
                <a:latin typeface="Aptos"/>
              </a:rPr>
              <a:t>besoins</a:t>
            </a:r>
            <a:r>
              <a:rPr sz="1240" b="1" dirty="0">
                <a:solidFill>
                  <a:srgbClr val="142844"/>
                </a:solidFill>
                <a:latin typeface="Aptos"/>
              </a:rPr>
              <a:t>
Maslow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17A298-659F-5CFA-693E-83DEF32E39F2}"/>
              </a:ext>
            </a:extLst>
          </p:cNvPr>
          <p:cNvSpPr/>
          <p:nvPr/>
        </p:nvSpPr>
        <p:spPr>
          <a:xfrm>
            <a:off x="1633678" y="2335673"/>
            <a:ext cx="2103120" cy="22860"/>
          </a:xfrm>
          <a:prstGeom prst="rect">
            <a:avLst/>
          </a:prstGeom>
          <a:solidFill>
            <a:srgbClr val="D29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8">
            <a:extLst>
              <a:ext uri="{FF2B5EF4-FFF2-40B4-BE49-F238E27FC236}">
                <a16:creationId xmlns:a16="http://schemas.microsoft.com/office/drawing/2014/main" id="{C057FD56-F748-CBA8-E6FE-E17EAC66A224}"/>
              </a:ext>
            </a:extLst>
          </p:cNvPr>
          <p:cNvSpPr txBox="1"/>
          <p:nvPr/>
        </p:nvSpPr>
        <p:spPr>
          <a:xfrm>
            <a:off x="612648" y="2995684"/>
            <a:ext cx="2304288" cy="30632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endParaRPr/>
          </a:p>
        </p:txBody>
      </p:sp>
      <p:sp>
        <p:nvSpPr>
          <p:cNvPr id="41" name="Rounded Rectangle 19">
            <a:extLst>
              <a:ext uri="{FF2B5EF4-FFF2-40B4-BE49-F238E27FC236}">
                <a16:creationId xmlns:a16="http://schemas.microsoft.com/office/drawing/2014/main" id="{A452029F-CB74-A3A0-35EC-DC696C23B7EC}"/>
              </a:ext>
            </a:extLst>
          </p:cNvPr>
          <p:cNvSpPr/>
          <p:nvPr/>
        </p:nvSpPr>
        <p:spPr>
          <a:xfrm>
            <a:off x="5456903" y="1612687"/>
            <a:ext cx="6334138" cy="4681728"/>
          </a:xfrm>
          <a:prstGeom prst="roundRect">
            <a:avLst/>
          </a:prstGeom>
          <a:solidFill>
            <a:srgbClr val="F7F9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21">
            <a:extLst>
              <a:ext uri="{FF2B5EF4-FFF2-40B4-BE49-F238E27FC236}">
                <a16:creationId xmlns:a16="http://schemas.microsoft.com/office/drawing/2014/main" id="{84480333-50A9-B416-7590-AA1A0184251B}"/>
              </a:ext>
            </a:extLst>
          </p:cNvPr>
          <p:cNvSpPr txBox="1"/>
          <p:nvPr/>
        </p:nvSpPr>
        <p:spPr>
          <a:xfrm>
            <a:off x="6059988" y="1820885"/>
            <a:ext cx="2433771" cy="41857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40" b="1" dirty="0" err="1">
                <a:solidFill>
                  <a:srgbClr val="142844"/>
                </a:solidFill>
                <a:latin typeface="Aptos"/>
              </a:rPr>
              <a:t>Théorie</a:t>
            </a:r>
            <a:r>
              <a:rPr sz="1240" b="1" dirty="0">
                <a:solidFill>
                  <a:srgbClr val="142844"/>
                </a:solidFill>
                <a:latin typeface="Aptos"/>
              </a:rPr>
              <a:t> de </a:t>
            </a:r>
            <a:r>
              <a:rPr sz="1240" b="1" dirty="0" err="1">
                <a:solidFill>
                  <a:srgbClr val="142844"/>
                </a:solidFill>
                <a:latin typeface="Aptos"/>
              </a:rPr>
              <a:t>l’autodétermination</a:t>
            </a:r>
            <a:r>
              <a:rPr lang="fr-CA" sz="1240" b="1" dirty="0">
                <a:solidFill>
                  <a:srgbClr val="142844"/>
                </a:solidFill>
                <a:latin typeface="Aptos"/>
              </a:rPr>
              <a:t> </a:t>
            </a:r>
            <a:r>
              <a:rPr sz="1240" b="1" dirty="0">
                <a:solidFill>
                  <a:srgbClr val="142844"/>
                </a:solidFill>
                <a:latin typeface="Aptos"/>
              </a:rPr>
              <a:t>Deci et Ryan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E78D9B9-2C72-6E36-E26A-952C20C9F20F}"/>
              </a:ext>
            </a:extLst>
          </p:cNvPr>
          <p:cNvSpPr/>
          <p:nvPr/>
        </p:nvSpPr>
        <p:spPr>
          <a:xfrm>
            <a:off x="6095847" y="2312813"/>
            <a:ext cx="2103120" cy="22860"/>
          </a:xfrm>
          <a:prstGeom prst="rect">
            <a:avLst/>
          </a:prstGeom>
          <a:solidFill>
            <a:srgbClr val="774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47">
            <a:extLst>
              <a:ext uri="{FF2B5EF4-FFF2-40B4-BE49-F238E27FC236}">
                <a16:creationId xmlns:a16="http://schemas.microsoft.com/office/drawing/2014/main" id="{23A03636-6D48-3585-DCA1-C336705839D1}"/>
              </a:ext>
            </a:extLst>
          </p:cNvPr>
          <p:cNvSpPr txBox="1"/>
          <p:nvPr/>
        </p:nvSpPr>
        <p:spPr>
          <a:xfrm>
            <a:off x="836348" y="5163743"/>
            <a:ext cx="3108960" cy="18312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fr-CA" sz="950" b="1" i="0" dirty="0">
                <a:solidFill>
                  <a:srgbClr val="D69F30"/>
                </a:solidFill>
                <a:latin typeface="Aptos"/>
              </a:rPr>
              <a:t>Fonctionnement/dynamique</a:t>
            </a:r>
            <a:endParaRPr sz="950" b="1" i="0" dirty="0">
              <a:solidFill>
                <a:srgbClr val="D69F30"/>
              </a:solidFill>
              <a:latin typeface="Aptos"/>
            </a:endParaRPr>
          </a:p>
        </p:txBody>
      </p:sp>
      <p:pic>
        <p:nvPicPr>
          <p:cNvPr id="9218" name="Picture 2" descr="Image générée 1">
            <a:extLst>
              <a:ext uri="{FF2B5EF4-FFF2-40B4-BE49-F238E27FC236}">
                <a16:creationId xmlns:a16="http://schemas.microsoft.com/office/drawing/2014/main" id="{E4B58C49-4E7E-4C0F-2F5E-48191D134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4138" y="1876014"/>
            <a:ext cx="1513840" cy="63057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Rectangle 75">
            <a:extLst>
              <a:ext uri="{FF2B5EF4-FFF2-40B4-BE49-F238E27FC236}">
                <a16:creationId xmlns:a16="http://schemas.microsoft.com/office/drawing/2014/main" id="{BF923EAC-B246-79B6-C2D6-23CCA4BB7B33}"/>
              </a:ext>
            </a:extLst>
          </p:cNvPr>
          <p:cNvSpPr/>
          <p:nvPr/>
        </p:nvSpPr>
        <p:spPr>
          <a:xfrm>
            <a:off x="5362694" y="1664207"/>
            <a:ext cx="94208" cy="4630207"/>
          </a:xfrm>
          <a:prstGeom prst="rect">
            <a:avLst/>
          </a:prstGeom>
          <a:solidFill>
            <a:srgbClr val="4A9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31">
            <a:extLst>
              <a:ext uri="{FF2B5EF4-FFF2-40B4-BE49-F238E27FC236}">
                <a16:creationId xmlns:a16="http://schemas.microsoft.com/office/drawing/2014/main" id="{470F2728-99AF-D316-F52D-FA4F2FD2B016}"/>
              </a:ext>
            </a:extLst>
          </p:cNvPr>
          <p:cNvSpPr txBox="1"/>
          <p:nvPr/>
        </p:nvSpPr>
        <p:spPr>
          <a:xfrm>
            <a:off x="5955558" y="5266402"/>
            <a:ext cx="5623794" cy="18312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fr-CA" sz="950" b="1" i="0" dirty="0">
                <a:solidFill>
                  <a:srgbClr val="4C9766"/>
                </a:solidFill>
                <a:latin typeface="Aptos"/>
              </a:rPr>
              <a:t>Fonctionnement/dynamique</a:t>
            </a:r>
            <a:endParaRPr sz="950" b="1" i="0" dirty="0">
              <a:solidFill>
                <a:srgbClr val="4C9766"/>
              </a:solidFill>
              <a:latin typeface="Aptos"/>
            </a:endParaRPr>
          </a:p>
        </p:txBody>
      </p:sp>
      <p:sp>
        <p:nvSpPr>
          <p:cNvPr id="81" name="TextBox 24">
            <a:extLst>
              <a:ext uri="{FF2B5EF4-FFF2-40B4-BE49-F238E27FC236}">
                <a16:creationId xmlns:a16="http://schemas.microsoft.com/office/drawing/2014/main" id="{9935E845-453E-57CD-6A76-A98342AD672F}"/>
              </a:ext>
            </a:extLst>
          </p:cNvPr>
          <p:cNvSpPr txBox="1"/>
          <p:nvPr/>
        </p:nvSpPr>
        <p:spPr>
          <a:xfrm>
            <a:off x="9778094" y="6473952"/>
            <a:ext cx="220925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dirty="0"/>
              <a:t>©2026. Préparé par : Marie-Christine Albert</a:t>
            </a:r>
            <a:endParaRPr dirty="0"/>
          </a:p>
        </p:txBody>
      </p:sp>
      <p:sp>
        <p:nvSpPr>
          <p:cNvPr id="82" name="TextBox 1">
            <a:extLst>
              <a:ext uri="{FF2B5EF4-FFF2-40B4-BE49-F238E27FC236}">
                <a16:creationId xmlns:a16="http://schemas.microsoft.com/office/drawing/2014/main" id="{7F2EE139-CD60-7B01-88E7-EF6F6D3533CA}"/>
              </a:ext>
            </a:extLst>
          </p:cNvPr>
          <p:cNvSpPr txBox="1"/>
          <p:nvPr/>
        </p:nvSpPr>
        <p:spPr>
          <a:xfrm>
            <a:off x="300432" y="995660"/>
            <a:ext cx="5334474" cy="4385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CA" sz="2250" b="1" dirty="0">
                <a:solidFill>
                  <a:srgbClr val="174169"/>
                </a:solidFill>
                <a:latin typeface="Aptos Display"/>
              </a:rPr>
              <a:t>La régulation des comportements motivés</a:t>
            </a:r>
            <a:endParaRPr sz="2250" b="1" dirty="0">
              <a:solidFill>
                <a:srgbClr val="174169"/>
              </a:solidFill>
              <a:latin typeface="Aptos Display"/>
            </a:endParaRPr>
          </a:p>
        </p:txBody>
      </p:sp>
      <p:pic>
        <p:nvPicPr>
          <p:cNvPr id="105" name="Image 104">
            <a:extLst>
              <a:ext uri="{FF2B5EF4-FFF2-40B4-BE49-F238E27FC236}">
                <a16:creationId xmlns:a16="http://schemas.microsoft.com/office/drawing/2014/main" id="{56E3A91F-24DE-87A5-65E6-E9EA95A9C6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538070"/>
            <a:ext cx="4395293" cy="2429890"/>
          </a:xfrm>
          <a:prstGeom prst="rect">
            <a:avLst/>
          </a:prstGeom>
        </p:spPr>
      </p:pic>
      <p:pic>
        <p:nvPicPr>
          <p:cNvPr id="107" name="Image 106">
            <a:extLst>
              <a:ext uri="{FF2B5EF4-FFF2-40B4-BE49-F238E27FC236}">
                <a16:creationId xmlns:a16="http://schemas.microsoft.com/office/drawing/2014/main" id="{CA3ACDFE-35E1-4066-F634-F28E8FF3B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5558" y="2740979"/>
            <a:ext cx="4927166" cy="2428803"/>
          </a:xfrm>
          <a:prstGeom prst="rect">
            <a:avLst/>
          </a:prstGeom>
        </p:spPr>
      </p:pic>
      <p:sp>
        <p:nvSpPr>
          <p:cNvPr id="4" name="TextBox 24">
            <a:extLst>
              <a:ext uri="{FF2B5EF4-FFF2-40B4-BE49-F238E27FC236}">
                <a16:creationId xmlns:a16="http://schemas.microsoft.com/office/drawing/2014/main" id="{944E8895-903D-FBB7-BAAE-3AA3DF3697BF}"/>
              </a:ext>
            </a:extLst>
          </p:cNvPr>
          <p:cNvSpPr txBox="1"/>
          <p:nvPr/>
        </p:nvSpPr>
        <p:spPr>
          <a:xfrm>
            <a:off x="502920" y="6473952"/>
            <a:ext cx="9179116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sz="850" dirty="0"/>
              <a:t>Cette fiche offre une vue d’ensemble de quelques éléments du chapitre. Pour consolider votre compréhension, utilisez-la en complément de la lecture, des séances en classe et des exercices.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838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mage générée 1">
            <a:extLst>
              <a:ext uri="{FF2B5EF4-FFF2-40B4-BE49-F238E27FC236}">
                <a16:creationId xmlns:a16="http://schemas.microsoft.com/office/drawing/2014/main" id="{6247F2B6-0FF2-BEDB-B56F-4D993E89A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121856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48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64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4216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rPr dirty="0" err="1"/>
              <a:t>Chapitre</a:t>
            </a:r>
            <a:r>
              <a:rPr dirty="0"/>
              <a:t> 4 : </a:t>
            </a:r>
            <a:r>
              <a:rPr dirty="0" err="1"/>
              <a:t>L’adaptation</a:t>
            </a:r>
            <a:r>
              <a:rPr lang="fr-CA" dirty="0"/>
              <a:t>. Promouvoir la santé au travail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38912" y="1298448"/>
            <a:ext cx="3154680" cy="4983480"/>
          </a:xfrm>
          <a:prstGeom prst="roundRect">
            <a:avLst/>
          </a:prstGeom>
          <a:solidFill>
            <a:srgbClr val="F3F6F9"/>
          </a:solidFill>
          <a:ln w="15240"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1298448"/>
            <a:ext cx="82296" cy="4983480"/>
          </a:xfrm>
          <a:prstGeom prst="rect">
            <a:avLst/>
          </a:prstGeom>
          <a:solidFill>
            <a:srgbClr val="118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749039" y="1298448"/>
            <a:ext cx="3840480" cy="4983480"/>
          </a:xfrm>
          <a:prstGeom prst="roundRect">
            <a:avLst/>
          </a:prstGeom>
          <a:solidFill>
            <a:srgbClr val="F3F6F9"/>
          </a:solidFill>
          <a:ln w="15240"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749039" y="1298448"/>
            <a:ext cx="82296" cy="4983480"/>
          </a:xfrm>
          <a:prstGeom prst="rect">
            <a:avLst/>
          </a:prstGeom>
          <a:solidFill>
            <a:srgbClr val="D8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44968" y="1298448"/>
            <a:ext cx="4005072" cy="4983480"/>
          </a:xfrm>
          <a:prstGeom prst="roundRect">
            <a:avLst/>
          </a:prstGeom>
          <a:solidFill>
            <a:srgbClr val="F3F6F9"/>
          </a:solidFill>
          <a:ln w="15240"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44968" y="1298448"/>
            <a:ext cx="82296" cy="4983480"/>
          </a:xfrm>
          <a:prstGeom prst="rect">
            <a:avLst/>
          </a:prstGeom>
          <a:solidFill>
            <a:srgbClr val="4C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572768"/>
            <a:ext cx="2606040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1" i="0">
                <a:solidFill>
                  <a:srgbClr val="141B26"/>
                </a:solidFill>
                <a:latin typeface="Aptos"/>
              </a:defRPr>
            </a:pPr>
            <a:r>
              <a:t>Qu’est-ce que</a:t>
            </a:r>
            <a:br/>
            <a:r>
              <a:t>l’adaptation?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04872"/>
            <a:ext cx="237744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 i="0">
                <a:solidFill>
                  <a:srgbClr val="1181BE"/>
                </a:solidFill>
                <a:latin typeface="Aptos"/>
              </a:defRPr>
            </a:pPr>
            <a:r>
              <a:t>Définition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791" y="1572768"/>
            <a:ext cx="3218688" cy="58521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 i="0">
                <a:solidFill>
                  <a:srgbClr val="141B26"/>
                </a:solidFill>
                <a:latin typeface="Aptos"/>
              </a:defRPr>
            </a:pPr>
            <a:r>
              <a:t>Que se passe-t-il lorsque</a:t>
            </a:r>
            <a:br/>
            <a:r>
              <a:t>l’équilibre est perturbé?</a:t>
            </a:r>
          </a:p>
        </p:txBody>
      </p:sp>
      <p:sp>
        <p:nvSpPr>
          <p:cNvPr id="14" name="Oval 13"/>
          <p:cNvSpPr/>
          <p:nvPr/>
        </p:nvSpPr>
        <p:spPr>
          <a:xfrm>
            <a:off x="4224528" y="2377440"/>
            <a:ext cx="868680" cy="868680"/>
          </a:xfrm>
          <a:prstGeom prst="ellipse">
            <a:avLst/>
          </a:prstGeom>
          <a:solidFill>
            <a:srgbClr val="CAD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FFFFFF"/>
                </a:solidFill>
                <a:latin typeface="Aptos"/>
              </a:defRPr>
            </a:pPr>
            <a:r>
              <a:rPr sz="800" dirty="0" err="1"/>
              <a:t>Émotions</a:t>
            </a:r>
            <a:endParaRPr sz="800" dirty="0"/>
          </a:p>
        </p:txBody>
      </p:sp>
      <p:sp>
        <p:nvSpPr>
          <p:cNvPr id="15" name="Oval 14"/>
          <p:cNvSpPr/>
          <p:nvPr/>
        </p:nvSpPr>
        <p:spPr>
          <a:xfrm>
            <a:off x="4224528" y="3456432"/>
            <a:ext cx="868680" cy="868680"/>
          </a:xfrm>
          <a:prstGeom prst="ellipse">
            <a:avLst/>
          </a:prstGeom>
          <a:solidFill>
            <a:srgbClr val="C7C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FFFFFF"/>
                </a:solidFill>
                <a:latin typeface="Aptos"/>
              </a:defRPr>
            </a:pPr>
            <a:r>
              <a:rPr sz="800"/>
              <a:t>Stress</a:t>
            </a:r>
          </a:p>
        </p:txBody>
      </p:sp>
      <p:sp>
        <p:nvSpPr>
          <p:cNvPr id="16" name="Oval 15"/>
          <p:cNvSpPr/>
          <p:nvPr/>
        </p:nvSpPr>
        <p:spPr>
          <a:xfrm>
            <a:off x="6199632" y="2907792"/>
            <a:ext cx="987552" cy="987552"/>
          </a:xfrm>
          <a:prstGeom prst="ellipse">
            <a:avLst/>
          </a:prstGeom>
          <a:solidFill>
            <a:srgbClr val="BC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FFFFFF"/>
                </a:solidFill>
                <a:latin typeface="Aptos"/>
              </a:defRPr>
            </a:pPr>
            <a:r>
              <a:rPr sz="800"/>
              <a:t>Adaptation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72" y="3008376"/>
            <a:ext cx="4114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500" b="1" i="0">
                <a:solidFill>
                  <a:srgbClr val="D8A637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9552" y="3026664"/>
            <a:ext cx="502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300" b="1" i="0">
                <a:solidFill>
                  <a:srgbClr val="A7803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4572000"/>
            <a:ext cx="157276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1" i="0">
                <a:solidFill>
                  <a:srgbClr val="141B26"/>
                </a:solidFill>
                <a:latin typeface="Aptos"/>
              </a:defRPr>
            </a:pPr>
            <a:r>
              <a:t>Rôle des émotions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5358384"/>
            <a:ext cx="1261872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1" i="0">
                <a:solidFill>
                  <a:srgbClr val="141B26"/>
                </a:solidFill>
                <a:latin typeface="Aptos"/>
              </a:defRPr>
            </a:pPr>
            <a:r>
              <a:t>Rôle du stress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572768"/>
            <a:ext cx="333756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50" b="1" i="0">
                <a:solidFill>
                  <a:srgbClr val="141B26"/>
                </a:solidFill>
                <a:latin typeface="Aptos"/>
              </a:defRPr>
            </a:pPr>
            <a:r>
              <a:t>Deux regards sur le stress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240280"/>
            <a:ext cx="1627632" cy="566928"/>
          </a:xfrm>
          <a:prstGeom prst="roundRect">
            <a:avLst/>
          </a:prstGeom>
          <a:solidFill>
            <a:srgbClr val="E5EEF8"/>
          </a:solidFill>
          <a:ln>
            <a:solidFill>
              <a:srgbClr val="118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64D7C"/>
                </a:solidFill>
                <a:latin typeface="Aptos"/>
              </a:defRPr>
            </a:pPr>
            <a:r>
              <a:t>Lazarus et</a:t>
            </a:r>
            <a:br/>
            <a:r>
              <a:t>Folkman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57232" y="2240280"/>
            <a:ext cx="1627632" cy="566928"/>
          </a:xfrm>
          <a:prstGeom prst="roundRect">
            <a:avLst/>
          </a:prstGeom>
          <a:solidFill>
            <a:srgbClr val="E8F1EA"/>
          </a:solidFill>
          <a:ln>
            <a:solidFill>
              <a:srgbClr val="4C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64D7C"/>
                </a:solidFill>
                <a:latin typeface="Aptos"/>
              </a:defRPr>
            </a:pPr>
            <a:r>
              <a:t>Hobfoll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38360" y="2176272"/>
            <a:ext cx="13716" cy="3703320"/>
          </a:xfrm>
          <a:prstGeom prst="rect">
            <a:avLst/>
          </a:prstGeom>
          <a:solidFill>
            <a:srgbClr val="D2D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 i="0">
                <a:solidFill>
                  <a:srgbClr val="646C78"/>
                </a:solidFill>
                <a:latin typeface="Aptos"/>
              </a:defRPr>
            </a:pPr>
            <a:r>
              <a:t>Cette fiche offre une vue d’ensemble de quelques éléments du chapitre. À compléter avec la lecture, les séances en classe et les exercices.</a:t>
            </a:r>
          </a:p>
        </p:txBody>
      </p:sp>
      <p:sp>
        <p:nvSpPr>
          <p:cNvPr id="29" name="TextBox 24">
            <a:extLst>
              <a:ext uri="{FF2B5EF4-FFF2-40B4-BE49-F238E27FC236}">
                <a16:creationId xmlns:a16="http://schemas.microsoft.com/office/drawing/2014/main" id="{5CC734BA-0028-4AFE-EA81-5F6465C7CB9E}"/>
              </a:ext>
            </a:extLst>
          </p:cNvPr>
          <p:cNvSpPr txBox="1"/>
          <p:nvPr/>
        </p:nvSpPr>
        <p:spPr>
          <a:xfrm>
            <a:off x="9540781" y="6481255"/>
            <a:ext cx="220925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dirty="0"/>
              <a:t>©2026. Préparé par : Marie-Christine Albert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64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48" y="109728"/>
            <a:ext cx="10972800" cy="7448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300" b="1" i="0">
                <a:solidFill>
                  <a:srgbClr val="FFFFFF"/>
                </a:solidFill>
                <a:latin typeface="Aptos"/>
              </a:defRPr>
            </a:pPr>
            <a:r>
              <a:rPr lang="fr-CA" dirty="0"/>
              <a:t>Chapitre 4 : L’adaptation. Promouvoir la santé au travail</a:t>
            </a:r>
          </a:p>
          <a:p>
            <a:pPr algn="l">
              <a:defRPr sz="2300" b="1" i="0">
                <a:solidFill>
                  <a:srgbClr val="FFFFFF"/>
                </a:solidFill>
                <a:latin typeface="Aptos"/>
              </a:defRPr>
            </a:pPr>
            <a:r>
              <a:rPr dirty="0"/>
              <a:t>La </a:t>
            </a:r>
            <a:r>
              <a:rPr dirty="0" err="1"/>
              <a:t>théorie</a:t>
            </a:r>
            <a:r>
              <a:rPr dirty="0"/>
              <a:t> de la conservation des </a:t>
            </a:r>
            <a:r>
              <a:rPr dirty="0" err="1"/>
              <a:t>ressources</a:t>
            </a:r>
            <a:r>
              <a:rPr dirty="0"/>
              <a:t> — </a:t>
            </a:r>
            <a:r>
              <a:rPr dirty="0" err="1"/>
              <a:t>Hobfoll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60368" y="1177340"/>
            <a:ext cx="4834889" cy="19659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3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1170432"/>
            <a:ext cx="73152" cy="1965960"/>
          </a:xfrm>
          <a:prstGeom prst="rect">
            <a:avLst/>
          </a:prstGeom>
          <a:solidFill>
            <a:srgbClr val="2A8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1399032"/>
            <a:ext cx="2834640" cy="2754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50" b="1" i="0">
                <a:solidFill>
                  <a:srgbClr val="171F2C"/>
                </a:solidFill>
                <a:latin typeface="Aptos"/>
              </a:defRPr>
            </a:pPr>
            <a:r>
              <a:rPr lang="fr-CA" dirty="0"/>
              <a:t>R</a:t>
            </a:r>
            <a:r>
              <a:rPr dirty="0" err="1"/>
              <a:t>essources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13232" y="1856231"/>
            <a:ext cx="27889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 i="0">
                <a:solidFill>
                  <a:srgbClr val="2A89C5"/>
                </a:solidFill>
                <a:latin typeface="Aptos"/>
              </a:defRPr>
            </a:pPr>
            <a:r>
              <a:t>• Matérielles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67128"/>
            <a:ext cx="27889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 i="0">
                <a:solidFill>
                  <a:srgbClr val="509A6A"/>
                </a:solidFill>
                <a:latin typeface="Aptos"/>
              </a:defRPr>
            </a:pPr>
            <a:r>
              <a:t>• Personnelles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78024"/>
            <a:ext cx="27889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 i="0">
                <a:solidFill>
                  <a:srgbClr val="BA534B"/>
                </a:solidFill>
                <a:latin typeface="Aptos"/>
              </a:defRPr>
            </a:pPr>
            <a:r>
              <a:t>• Sociales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788920"/>
            <a:ext cx="27889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 i="0">
                <a:solidFill>
                  <a:srgbClr val="D39F37"/>
                </a:solidFill>
                <a:latin typeface="Aptos"/>
              </a:defRPr>
            </a:pPr>
            <a:r>
              <a:t>• Énergétiques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56802" y="1146145"/>
            <a:ext cx="6293237" cy="19659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3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62045" y="1176882"/>
            <a:ext cx="73152" cy="1965960"/>
          </a:xfrm>
          <a:prstGeom prst="rect">
            <a:avLst/>
          </a:prstGeom>
          <a:solidFill>
            <a:srgbClr val="78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3956" y="1260897"/>
            <a:ext cx="3427084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550" b="1" i="0">
                <a:solidFill>
                  <a:srgbClr val="171F2C"/>
                </a:solidFill>
                <a:latin typeface="Aptos"/>
              </a:defRPr>
            </a:pPr>
            <a:r>
              <a:rPr sz="1400" dirty="0" err="1"/>
              <a:t>Réservoir</a:t>
            </a:r>
            <a:r>
              <a:rPr sz="1400" dirty="0"/>
              <a:t> de </a:t>
            </a:r>
            <a:r>
              <a:rPr sz="1400" dirty="0" err="1"/>
              <a:t>ressources</a:t>
            </a:r>
            <a:endParaRPr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5649394" y="1910919"/>
            <a:ext cx="4617720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50" b="1" i="0">
                <a:solidFill>
                  <a:srgbClr val="171F2C"/>
                </a:solidFill>
                <a:latin typeface="Aptos"/>
              </a:defRPr>
            </a:pPr>
            <a:r>
              <a:rPr sz="1400" dirty="0" err="1"/>
              <a:t>Caravanes</a:t>
            </a:r>
            <a:r>
              <a:rPr lang="fr-CA" sz="1400" dirty="0"/>
              <a:t> de ressources</a:t>
            </a:r>
            <a:endParaRPr sz="1400" dirty="0"/>
          </a:p>
        </p:txBody>
      </p:sp>
      <p:sp>
        <p:nvSpPr>
          <p:cNvPr id="34" name="Rounded Rectangle 33"/>
          <p:cNvSpPr/>
          <p:nvPr/>
        </p:nvSpPr>
        <p:spPr>
          <a:xfrm>
            <a:off x="438912" y="3383280"/>
            <a:ext cx="7406640" cy="296835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3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38912" y="3383280"/>
            <a:ext cx="45719" cy="2968358"/>
          </a:xfrm>
          <a:prstGeom prst="rect">
            <a:avLst/>
          </a:prstGeom>
          <a:solidFill>
            <a:srgbClr val="78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4943" y="3611880"/>
            <a:ext cx="4437495" cy="2754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50" b="1" i="0">
                <a:solidFill>
                  <a:srgbClr val="171F2C"/>
                </a:solidFill>
                <a:latin typeface="Aptos"/>
              </a:defRPr>
            </a:pPr>
            <a:r>
              <a:rPr dirty="0" err="1"/>
              <a:t>Fonctionnement</a:t>
            </a:r>
            <a:r>
              <a:rPr lang="fr-CA" dirty="0"/>
              <a:t>/</a:t>
            </a:r>
            <a:r>
              <a:rPr dirty="0"/>
              <a:t> </a:t>
            </a:r>
            <a:r>
              <a:rPr dirty="0" err="1"/>
              <a:t>dynamique</a:t>
            </a:r>
            <a:endParaRPr dirty="0"/>
          </a:p>
        </p:txBody>
      </p:sp>
      <p:sp>
        <p:nvSpPr>
          <p:cNvPr id="42" name="TextBox 41"/>
          <p:cNvSpPr txBox="1"/>
          <p:nvPr/>
        </p:nvSpPr>
        <p:spPr>
          <a:xfrm>
            <a:off x="5586472" y="3708595"/>
            <a:ext cx="19202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250" b="1" i="0">
                <a:solidFill>
                  <a:srgbClr val="BA534B"/>
                </a:solidFill>
                <a:latin typeface="Aptos"/>
              </a:defRPr>
            </a:pPr>
            <a:r>
              <a:rPr dirty="0" err="1"/>
              <a:t>Spirale</a:t>
            </a:r>
            <a:r>
              <a:rPr dirty="0"/>
              <a:t> de </a:t>
            </a:r>
            <a:r>
              <a:rPr dirty="0" err="1"/>
              <a:t>pertes</a:t>
            </a:r>
            <a:endParaRPr dirty="0"/>
          </a:p>
        </p:txBody>
      </p:sp>
      <p:sp>
        <p:nvSpPr>
          <p:cNvPr id="43" name="TextBox 42"/>
          <p:cNvSpPr txBox="1"/>
          <p:nvPr/>
        </p:nvSpPr>
        <p:spPr>
          <a:xfrm>
            <a:off x="5647378" y="4593138"/>
            <a:ext cx="19202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50" b="1" i="0">
                <a:solidFill>
                  <a:srgbClr val="2A89C5"/>
                </a:solidFill>
                <a:latin typeface="Aptos"/>
              </a:defRPr>
            </a:pPr>
            <a:r>
              <a:rPr dirty="0" err="1"/>
              <a:t>Stabilisation</a:t>
            </a:r>
            <a:r>
              <a:rPr dirty="0"/>
              <a:t> /</a:t>
            </a:r>
            <a:br>
              <a:rPr dirty="0"/>
            </a:br>
            <a:r>
              <a:rPr dirty="0" err="1"/>
              <a:t>rétablissement</a:t>
            </a:r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5654896" y="5561719"/>
            <a:ext cx="19202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250" b="1" i="0">
                <a:solidFill>
                  <a:srgbClr val="509A6A"/>
                </a:solidFill>
                <a:latin typeface="Aptos"/>
              </a:defRPr>
            </a:pPr>
            <a:r>
              <a:rPr dirty="0" err="1"/>
              <a:t>Spirale</a:t>
            </a:r>
            <a:r>
              <a:rPr dirty="0"/>
              <a:t> de gains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3383279"/>
            <a:ext cx="3703320" cy="2968359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3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010144" y="3364992"/>
            <a:ext cx="91440" cy="3047803"/>
          </a:xfrm>
          <a:prstGeom prst="rect">
            <a:avLst/>
          </a:prstGeom>
          <a:solidFill>
            <a:srgbClr val="D3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02752" y="3611880"/>
            <a:ext cx="31546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 i="0">
                <a:solidFill>
                  <a:srgbClr val="171F2C"/>
                </a:solidFill>
                <a:latin typeface="Aptos"/>
              </a:defRPr>
            </a:pPr>
            <a:r>
              <a:t>Gérer stratégiquement ses ressources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4078224"/>
            <a:ext cx="3063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1" i="0">
                <a:solidFill>
                  <a:srgbClr val="D39F37"/>
                </a:solidFill>
                <a:latin typeface="Aptos"/>
              </a:defRPr>
            </a:pPr>
            <a:r>
              <a:t>Stratégies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5230368"/>
            <a:ext cx="3063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50" b="1" i="0">
                <a:solidFill>
                  <a:srgbClr val="264D7C"/>
                </a:solidFill>
                <a:latin typeface="Aptos"/>
              </a:defRPr>
            </a:pPr>
            <a:r>
              <a:rPr dirty="0"/>
              <a:t>Comment </a:t>
            </a:r>
            <a:r>
              <a:rPr dirty="0" err="1"/>
              <a:t>utiliser</a:t>
            </a:r>
            <a:r>
              <a:rPr dirty="0"/>
              <a:t> </a:t>
            </a:r>
            <a:r>
              <a:rPr dirty="0" err="1"/>
              <a:t>Hobfoll</a:t>
            </a:r>
            <a:r>
              <a:rPr dirty="0"/>
              <a:t> pour aider</a:t>
            </a:r>
            <a:br>
              <a:rPr dirty="0"/>
            </a:b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personne</a:t>
            </a:r>
            <a:r>
              <a:rPr dirty="0"/>
              <a:t> à </a:t>
            </a:r>
            <a:r>
              <a:rPr dirty="0" err="1"/>
              <a:t>s’adapter</a:t>
            </a:r>
            <a:r>
              <a:rPr dirty="0"/>
              <a:t>?</a:t>
            </a:r>
          </a:p>
        </p:txBody>
      </p:sp>
      <p:sp>
        <p:nvSpPr>
          <p:cNvPr id="54" name="TextBox 26">
            <a:extLst>
              <a:ext uri="{FF2B5EF4-FFF2-40B4-BE49-F238E27FC236}">
                <a16:creationId xmlns:a16="http://schemas.microsoft.com/office/drawing/2014/main" id="{62E1AF5D-7DD9-AC99-EC4E-DA93F9B5DD52}"/>
              </a:ext>
            </a:extLst>
          </p:cNvPr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 i="0">
                <a:solidFill>
                  <a:srgbClr val="646C78"/>
                </a:solidFill>
                <a:latin typeface="Aptos"/>
              </a:defRPr>
            </a:pPr>
            <a:r>
              <a:rPr dirty="0"/>
              <a:t>Cette fiche </a:t>
            </a:r>
            <a:r>
              <a:rPr dirty="0" err="1"/>
              <a:t>offre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vue</a:t>
            </a:r>
            <a:r>
              <a:rPr dirty="0"/>
              <a:t> </a:t>
            </a:r>
            <a:r>
              <a:rPr dirty="0" err="1"/>
              <a:t>d’ensemble</a:t>
            </a:r>
            <a:r>
              <a:rPr dirty="0"/>
              <a:t> de </a:t>
            </a:r>
            <a:r>
              <a:rPr dirty="0" err="1"/>
              <a:t>quelques</a:t>
            </a:r>
            <a:r>
              <a:rPr dirty="0"/>
              <a:t> </a:t>
            </a:r>
            <a:r>
              <a:rPr dirty="0" err="1"/>
              <a:t>éléments</a:t>
            </a:r>
            <a:r>
              <a:rPr dirty="0"/>
              <a:t> du </a:t>
            </a:r>
            <a:r>
              <a:rPr dirty="0" err="1"/>
              <a:t>chapitre</a:t>
            </a:r>
            <a:r>
              <a:rPr dirty="0"/>
              <a:t>. À </a:t>
            </a:r>
            <a:r>
              <a:rPr dirty="0" err="1"/>
              <a:t>compléter</a:t>
            </a:r>
            <a:r>
              <a:rPr dirty="0"/>
              <a:t> avec la lecture, les séances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et les </a:t>
            </a:r>
            <a:r>
              <a:rPr dirty="0" err="1"/>
              <a:t>exercices</a:t>
            </a:r>
            <a:r>
              <a:rPr dirty="0"/>
              <a:t>.</a:t>
            </a:r>
          </a:p>
        </p:txBody>
      </p:sp>
      <p:sp>
        <p:nvSpPr>
          <p:cNvPr id="55" name="TextBox 24">
            <a:extLst>
              <a:ext uri="{FF2B5EF4-FFF2-40B4-BE49-F238E27FC236}">
                <a16:creationId xmlns:a16="http://schemas.microsoft.com/office/drawing/2014/main" id="{41DD19BB-94E3-71C4-DE95-6DB290FB83DB}"/>
              </a:ext>
            </a:extLst>
          </p:cNvPr>
          <p:cNvSpPr txBox="1"/>
          <p:nvPr/>
        </p:nvSpPr>
        <p:spPr>
          <a:xfrm>
            <a:off x="9540781" y="6481255"/>
            <a:ext cx="220925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dirty="0"/>
              <a:t>©2026. Préparé par : Marie-Christine Albert</a:t>
            </a:r>
            <a:endParaRPr dirty="0"/>
          </a:p>
        </p:txBody>
      </p:sp>
      <p:pic>
        <p:nvPicPr>
          <p:cNvPr id="56" name="Espace réservé du contenu 6">
            <a:extLst>
              <a:ext uri="{FF2B5EF4-FFF2-40B4-BE49-F238E27FC236}">
                <a16:creationId xmlns:a16="http://schemas.microsoft.com/office/drawing/2014/main" id="{4929E9D8-0438-013A-CEFE-5BB4779CF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7" y="4278073"/>
            <a:ext cx="2680087" cy="1507549"/>
          </a:xfrm>
          <a:prstGeom prst="rect">
            <a:avLst/>
          </a:prstGeom>
          <a:noFill/>
        </p:spPr>
      </p:pic>
      <p:sp>
        <p:nvSpPr>
          <p:cNvPr id="58" name="ZoneTexte 57">
            <a:extLst>
              <a:ext uri="{FF2B5EF4-FFF2-40B4-BE49-F238E27FC236}">
                <a16:creationId xmlns:a16="http://schemas.microsoft.com/office/drawing/2014/main" id="{2493C5BD-B78F-0783-519B-BB49F7AFF998}"/>
              </a:ext>
            </a:extLst>
          </p:cNvPr>
          <p:cNvSpPr txBox="1"/>
          <p:nvPr/>
        </p:nvSpPr>
        <p:spPr>
          <a:xfrm>
            <a:off x="5586472" y="2595699"/>
            <a:ext cx="6145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1400" b="1" dirty="0">
                <a:latin typeface="Aptos" panose="020B0004020202020204" pitchFamily="34" charset="0"/>
              </a:rPr>
              <a:t>Corridors de ressources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2A5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182880"/>
            <a:ext cx="1097280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Aptos"/>
              </a:defRPr>
            </a:pPr>
            <a:r>
              <a:t>Chapitre 4 : L’adaptation. Promouvoir la santé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02920"/>
            <a:ext cx="10972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Le modèle transactionnel — Lazarus et Folkman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" y="5358384"/>
            <a:ext cx="10972800" cy="1024128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0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38912" y="5358384"/>
            <a:ext cx="45719" cy="1024128"/>
          </a:xfrm>
          <a:prstGeom prst="rect">
            <a:avLst/>
          </a:prstGeom>
          <a:solidFill>
            <a:srgbClr val="D6A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3232" y="5493308"/>
            <a:ext cx="10180910" cy="22929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1" i="0">
                <a:solidFill>
                  <a:srgbClr val="2A5384"/>
                </a:solidFill>
                <a:latin typeface="Aptos"/>
              </a:defRPr>
            </a:pPr>
            <a:r>
              <a:rPr dirty="0"/>
              <a:t>Comment </a:t>
            </a:r>
            <a:r>
              <a:rPr dirty="0" err="1"/>
              <a:t>utiliser</a:t>
            </a:r>
            <a:r>
              <a:rPr dirty="0"/>
              <a:t> Lazarus et Folkman pour aider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personne</a:t>
            </a:r>
            <a:r>
              <a:rPr dirty="0"/>
              <a:t> à </a:t>
            </a:r>
            <a:r>
              <a:rPr dirty="0" err="1"/>
              <a:t>s’adapter</a:t>
            </a:r>
            <a:r>
              <a:rPr dirty="0"/>
              <a:t>?</a:t>
            </a:r>
          </a:p>
        </p:txBody>
      </p:sp>
      <p:sp>
        <p:nvSpPr>
          <p:cNvPr id="45" name="TextBox 26">
            <a:extLst>
              <a:ext uri="{FF2B5EF4-FFF2-40B4-BE49-F238E27FC236}">
                <a16:creationId xmlns:a16="http://schemas.microsoft.com/office/drawing/2014/main" id="{0275B216-7481-2CD3-6DB6-F5BE9377EAD1}"/>
              </a:ext>
            </a:extLst>
          </p:cNvPr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 i="0">
                <a:solidFill>
                  <a:srgbClr val="646C78"/>
                </a:solidFill>
                <a:latin typeface="Aptos"/>
              </a:defRPr>
            </a:pPr>
            <a:r>
              <a:rPr dirty="0"/>
              <a:t>Cette fiche </a:t>
            </a:r>
            <a:r>
              <a:rPr dirty="0" err="1"/>
              <a:t>offre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vue</a:t>
            </a:r>
            <a:r>
              <a:rPr dirty="0"/>
              <a:t> </a:t>
            </a:r>
            <a:r>
              <a:rPr dirty="0" err="1"/>
              <a:t>d’ensemble</a:t>
            </a:r>
            <a:r>
              <a:rPr dirty="0"/>
              <a:t> de </a:t>
            </a:r>
            <a:r>
              <a:rPr dirty="0" err="1"/>
              <a:t>quelques</a:t>
            </a:r>
            <a:r>
              <a:rPr dirty="0"/>
              <a:t> </a:t>
            </a:r>
            <a:r>
              <a:rPr dirty="0" err="1"/>
              <a:t>éléments</a:t>
            </a:r>
            <a:r>
              <a:rPr dirty="0"/>
              <a:t> du </a:t>
            </a:r>
            <a:r>
              <a:rPr dirty="0" err="1"/>
              <a:t>chapitre</a:t>
            </a:r>
            <a:r>
              <a:rPr dirty="0"/>
              <a:t>. À </a:t>
            </a:r>
            <a:r>
              <a:rPr dirty="0" err="1"/>
              <a:t>compléter</a:t>
            </a:r>
            <a:r>
              <a:rPr dirty="0"/>
              <a:t> avec la lecture, les séances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et les </a:t>
            </a:r>
            <a:r>
              <a:rPr dirty="0" err="1"/>
              <a:t>exercices</a:t>
            </a:r>
            <a:r>
              <a:rPr dirty="0"/>
              <a:t>.</a:t>
            </a:r>
          </a:p>
        </p:txBody>
      </p:sp>
      <p:sp>
        <p:nvSpPr>
          <p:cNvPr id="46" name="TextBox 24">
            <a:extLst>
              <a:ext uri="{FF2B5EF4-FFF2-40B4-BE49-F238E27FC236}">
                <a16:creationId xmlns:a16="http://schemas.microsoft.com/office/drawing/2014/main" id="{C2B9BE9A-4C79-1991-044B-F2C4747BCC60}"/>
              </a:ext>
            </a:extLst>
          </p:cNvPr>
          <p:cNvSpPr txBox="1"/>
          <p:nvPr/>
        </p:nvSpPr>
        <p:spPr>
          <a:xfrm>
            <a:off x="9540781" y="6481255"/>
            <a:ext cx="220925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rPr lang="fr-CA" dirty="0"/>
              <a:t>©2026. Préparé par : Marie-Christine Albert</a:t>
            </a:r>
            <a:endParaRPr dirty="0"/>
          </a:p>
        </p:txBody>
      </p:sp>
      <p:pic>
        <p:nvPicPr>
          <p:cNvPr id="49" name="Image 48">
            <a:extLst>
              <a:ext uri="{FF2B5EF4-FFF2-40B4-BE49-F238E27FC236}">
                <a16:creationId xmlns:a16="http://schemas.microsoft.com/office/drawing/2014/main" id="{1660825A-5927-EB81-0E32-6B38E95F9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" y="1251381"/>
            <a:ext cx="7018757" cy="3924123"/>
          </a:xfrm>
          <a:prstGeom prst="rect">
            <a:avLst/>
          </a:prstGeom>
        </p:spPr>
      </p:pic>
      <p:sp>
        <p:nvSpPr>
          <p:cNvPr id="52" name="Rounded Rectangle 3">
            <a:extLst>
              <a:ext uri="{FF2B5EF4-FFF2-40B4-BE49-F238E27FC236}">
                <a16:creationId xmlns:a16="http://schemas.microsoft.com/office/drawing/2014/main" id="{7469DEFE-6F0F-3223-5436-CC7A3AE9EA69}"/>
              </a:ext>
            </a:extLst>
          </p:cNvPr>
          <p:cNvSpPr/>
          <p:nvPr/>
        </p:nvSpPr>
        <p:spPr>
          <a:xfrm>
            <a:off x="7539991" y="1474839"/>
            <a:ext cx="4054601" cy="3572649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3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E34FCB8-EF57-0ACD-B310-3E8D65DE548F}"/>
              </a:ext>
            </a:extLst>
          </p:cNvPr>
          <p:cNvSpPr/>
          <p:nvPr/>
        </p:nvSpPr>
        <p:spPr>
          <a:xfrm>
            <a:off x="7518535" y="1467931"/>
            <a:ext cx="61346" cy="3572649"/>
          </a:xfrm>
          <a:prstGeom prst="rect">
            <a:avLst/>
          </a:prstGeom>
          <a:solidFill>
            <a:srgbClr val="2A8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35">
            <a:extLst>
              <a:ext uri="{FF2B5EF4-FFF2-40B4-BE49-F238E27FC236}">
                <a16:creationId xmlns:a16="http://schemas.microsoft.com/office/drawing/2014/main" id="{D77DE176-6C4B-DC6A-CD0A-8E5C70704419}"/>
              </a:ext>
            </a:extLst>
          </p:cNvPr>
          <p:cNvSpPr txBox="1"/>
          <p:nvPr/>
        </p:nvSpPr>
        <p:spPr>
          <a:xfrm>
            <a:off x="7754505" y="1771525"/>
            <a:ext cx="4437495" cy="2754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50" b="1" i="0">
                <a:solidFill>
                  <a:srgbClr val="171F2C"/>
                </a:solidFill>
                <a:latin typeface="Aptos"/>
              </a:defRPr>
            </a:pPr>
            <a:r>
              <a:rPr dirty="0" err="1"/>
              <a:t>Fonctionnement</a:t>
            </a:r>
            <a:r>
              <a:rPr lang="fr-CA" dirty="0"/>
              <a:t>/</a:t>
            </a:r>
            <a:r>
              <a:rPr dirty="0"/>
              <a:t> </a:t>
            </a:r>
            <a:r>
              <a:rPr dirty="0" err="1"/>
              <a:t>dynamique</a:t>
            </a:r>
            <a:endParaRPr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1554</Words>
  <Application>Microsoft Office PowerPoint</Application>
  <PresentationFormat>Grand écran</PresentationFormat>
  <Paragraphs>249</Paragraphs>
  <Slides>21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Marie-Christine Albert</dc:creator>
  <cp:keywords/>
  <dc:description>generated using python-pptx</dc:description>
  <cp:lastModifiedBy>Marie-Christine Albert</cp:lastModifiedBy>
  <cp:revision>7</cp:revision>
  <dcterms:created xsi:type="dcterms:W3CDTF">2013-01-27T09:14:16Z</dcterms:created>
  <dcterms:modified xsi:type="dcterms:W3CDTF">2026-09-24T22:43:26Z</dcterms:modified>
  <cp:category/>
</cp:coreProperties>
</file>