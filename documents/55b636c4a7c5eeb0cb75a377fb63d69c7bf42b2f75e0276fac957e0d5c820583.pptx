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5.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746" r:id="rId5"/>
  </p:sldMasterIdLst>
  <p:notesMasterIdLst>
    <p:notesMasterId r:id="rId44"/>
  </p:notesMasterIdLst>
  <p:sldIdLst>
    <p:sldId id="291" r:id="rId6"/>
    <p:sldId id="258" r:id="rId7"/>
    <p:sldId id="2147482421" r:id="rId8"/>
    <p:sldId id="4224" r:id="rId9"/>
    <p:sldId id="2147482450" r:id="rId10"/>
    <p:sldId id="2147482441" r:id="rId11"/>
    <p:sldId id="260" r:id="rId12"/>
    <p:sldId id="2147482427" r:id="rId13"/>
    <p:sldId id="2147482403" r:id="rId14"/>
    <p:sldId id="4272" r:id="rId15"/>
    <p:sldId id="2147482428" r:id="rId16"/>
    <p:sldId id="2147482422" r:id="rId17"/>
    <p:sldId id="2147482436" r:id="rId18"/>
    <p:sldId id="2147482437" r:id="rId19"/>
    <p:sldId id="2147482438" r:id="rId20"/>
    <p:sldId id="4227" r:id="rId21"/>
    <p:sldId id="2147482439" r:id="rId22"/>
    <p:sldId id="2147482432" r:id="rId23"/>
    <p:sldId id="4226" r:id="rId24"/>
    <p:sldId id="257" r:id="rId25"/>
    <p:sldId id="2147482440" r:id="rId26"/>
    <p:sldId id="314" r:id="rId27"/>
    <p:sldId id="259" r:id="rId28"/>
    <p:sldId id="360" r:id="rId29"/>
    <p:sldId id="4164" r:id="rId30"/>
    <p:sldId id="2147482451" r:id="rId31"/>
    <p:sldId id="2147482447" r:id="rId32"/>
    <p:sldId id="2147482433" r:id="rId33"/>
    <p:sldId id="2147482442" r:id="rId34"/>
    <p:sldId id="2147482445" r:id="rId35"/>
    <p:sldId id="2147482443" r:id="rId36"/>
    <p:sldId id="2147482413" r:id="rId37"/>
    <p:sldId id="2147482454" r:id="rId38"/>
    <p:sldId id="2147482448" r:id="rId39"/>
    <p:sldId id="318" r:id="rId40"/>
    <p:sldId id="256" r:id="rId41"/>
    <p:sldId id="2147482449" r:id="rId42"/>
    <p:sldId id="4137" r:id="rId43"/>
  </p:sldIdLst>
  <p:sldSz cx="9144000" cy="5715000" type="screen16x1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0EB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73333" autoAdjust="0"/>
  </p:normalViewPr>
  <p:slideViewPr>
    <p:cSldViewPr snapToGrid="0">
      <p:cViewPr varScale="1">
        <p:scale>
          <a:sx n="72" d="100"/>
          <a:sy n="72" d="100"/>
        </p:scale>
        <p:origin x="1723" y="58"/>
      </p:cViewPr>
      <p:guideLst/>
    </p:cSldViewPr>
  </p:slideViewPr>
  <p:notesTextViewPr>
    <p:cViewPr>
      <p:scale>
        <a:sx n="150" d="100"/>
        <a:sy n="150" d="100"/>
      </p:scale>
      <p:origin x="0" y="0"/>
    </p:cViewPr>
  </p:notesTextViewPr>
  <p:sorterViewPr>
    <p:cViewPr>
      <p:scale>
        <a:sx n="100" d="100"/>
        <a:sy n="100" d="100"/>
      </p:scale>
      <p:origin x="0" y="-11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Christine Albert" userId="92be09ad-f68b-4da4-9d23-5d96f19a2174" providerId="ADAL" clId="{0D4468B7-707B-4BE9-8337-A7AE689FF0DB}"/>
    <pc:docChg chg="delSld">
      <pc:chgData name="Marie-Christine Albert" userId="92be09ad-f68b-4da4-9d23-5d96f19a2174" providerId="ADAL" clId="{0D4468B7-707B-4BE9-8337-A7AE689FF0DB}" dt="2026-09-03T18:08:03.619" v="4" actId="47"/>
      <pc:docMkLst>
        <pc:docMk/>
      </pc:docMkLst>
      <pc:sldChg chg="del">
        <pc:chgData name="Marie-Christine Albert" userId="92be09ad-f68b-4da4-9d23-5d96f19a2174" providerId="ADAL" clId="{0D4468B7-707B-4BE9-8337-A7AE689FF0DB}" dt="2026-09-03T18:07:42.048" v="0" actId="47"/>
        <pc:sldMkLst>
          <pc:docMk/>
          <pc:sldMk cId="2957020042" sldId="2147482423"/>
        </pc:sldMkLst>
      </pc:sldChg>
      <pc:sldChg chg="del">
        <pc:chgData name="Marie-Christine Albert" userId="92be09ad-f68b-4da4-9d23-5d96f19a2174" providerId="ADAL" clId="{0D4468B7-707B-4BE9-8337-A7AE689FF0DB}" dt="2026-09-03T18:07:53.960" v="2" actId="47"/>
        <pc:sldMkLst>
          <pc:docMk/>
          <pc:sldMk cId="299621018" sldId="2147482452"/>
        </pc:sldMkLst>
      </pc:sldChg>
      <pc:sldChg chg="del">
        <pc:chgData name="Marie-Christine Albert" userId="92be09ad-f68b-4da4-9d23-5d96f19a2174" providerId="ADAL" clId="{0D4468B7-707B-4BE9-8337-A7AE689FF0DB}" dt="2026-09-03T18:07:47.698" v="1" actId="47"/>
        <pc:sldMkLst>
          <pc:docMk/>
          <pc:sldMk cId="0" sldId="2147482453"/>
        </pc:sldMkLst>
      </pc:sldChg>
      <pc:sldChg chg="del">
        <pc:chgData name="Marie-Christine Albert" userId="92be09ad-f68b-4da4-9d23-5d96f19a2174" providerId="ADAL" clId="{0D4468B7-707B-4BE9-8337-A7AE689FF0DB}" dt="2026-09-03T18:08:03.619" v="4" actId="47"/>
        <pc:sldMkLst>
          <pc:docMk/>
          <pc:sldMk cId="651282984" sldId="2147482456"/>
        </pc:sldMkLst>
      </pc:sldChg>
      <pc:sldChg chg="del">
        <pc:chgData name="Marie-Christine Albert" userId="92be09ad-f68b-4da4-9d23-5d96f19a2174" providerId="ADAL" clId="{0D4468B7-707B-4BE9-8337-A7AE689FF0DB}" dt="2026-09-03T18:07:59.534" v="3" actId="47"/>
        <pc:sldMkLst>
          <pc:docMk/>
          <pc:sldMk cId="4087046466" sldId="214748245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B89A8F-DAE6-47F1-8BF0-E23072439A11}"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CA"/>
        </a:p>
      </dgm:t>
    </dgm:pt>
    <dgm:pt modelId="{0D470398-49A3-4E02-A375-671D28F32B60}">
      <dgm:prSet phldrT="[Texte]" phldr="0"/>
      <dgm:spPr/>
      <dgm:t>
        <a:bodyPr/>
        <a:lstStyle/>
        <a:p>
          <a:r>
            <a:rPr lang="fr-CA" noProof="0" dirty="0"/>
            <a:t>Observateurs</a:t>
          </a:r>
        </a:p>
      </dgm:t>
    </dgm:pt>
    <dgm:pt modelId="{BFB47970-B765-4C90-A14E-38AD2EE8BF05}" type="parTrans" cxnId="{009EE5DF-FB53-4BFE-8066-6A405E24C63F}">
      <dgm:prSet/>
      <dgm:spPr/>
      <dgm:t>
        <a:bodyPr/>
        <a:lstStyle/>
        <a:p>
          <a:endParaRPr lang="en-CA"/>
        </a:p>
      </dgm:t>
    </dgm:pt>
    <dgm:pt modelId="{311D973F-95F9-4DD4-B329-0673B184A34B}" type="sibTrans" cxnId="{009EE5DF-FB53-4BFE-8066-6A405E24C63F}">
      <dgm:prSet/>
      <dgm:spPr/>
      <dgm:t>
        <a:bodyPr/>
        <a:lstStyle/>
        <a:p>
          <a:endParaRPr lang="en-CA"/>
        </a:p>
      </dgm:t>
    </dgm:pt>
    <dgm:pt modelId="{ED3F2003-A120-4408-A9E6-85361222D56C}">
      <dgm:prSet phldrT="[Texte]" phldr="0"/>
      <dgm:spPr/>
      <dgm:t>
        <a:bodyPr/>
        <a:lstStyle/>
        <a:p>
          <a:pPr>
            <a:buFont typeface="Wingdings" panose="05000000000000000000" pitchFamily="2" charset="2"/>
            <a:buChar char="§"/>
          </a:pPr>
          <a:r>
            <a:rPr lang="fr-CA" noProof="0" dirty="0"/>
            <a:t>Un ensemble de comportements observables</a:t>
          </a:r>
        </a:p>
      </dgm:t>
    </dgm:pt>
    <dgm:pt modelId="{DBBA5B83-0263-40B5-80B2-40D0F9281CE1}" type="parTrans" cxnId="{C2530CA9-BD79-47AE-9A13-B16F135A480B}">
      <dgm:prSet/>
      <dgm:spPr/>
      <dgm:t>
        <a:bodyPr/>
        <a:lstStyle/>
        <a:p>
          <a:endParaRPr lang="en-CA"/>
        </a:p>
      </dgm:t>
    </dgm:pt>
    <dgm:pt modelId="{D5792C25-DD35-4F74-8626-CC78896442F8}" type="sibTrans" cxnId="{C2530CA9-BD79-47AE-9A13-B16F135A480B}">
      <dgm:prSet/>
      <dgm:spPr/>
      <dgm:t>
        <a:bodyPr/>
        <a:lstStyle/>
        <a:p>
          <a:endParaRPr lang="en-CA"/>
        </a:p>
      </dgm:t>
    </dgm:pt>
    <dgm:pt modelId="{94FDAF59-7E20-4AFD-B5F9-5AF68A9D87FF}">
      <dgm:prSet phldrT="[Texte]" phldr="0"/>
      <dgm:spPr/>
      <dgm:t>
        <a:bodyPr/>
        <a:lstStyle/>
        <a:p>
          <a:r>
            <a:rPr lang="fr-CA" noProof="0" dirty="0"/>
            <a:t>Acteur</a:t>
          </a:r>
        </a:p>
      </dgm:t>
    </dgm:pt>
    <dgm:pt modelId="{DF2EE4EC-0F5B-4CDE-8186-8C421DE67161}" type="parTrans" cxnId="{F174C95E-9AB8-4E9C-AAAB-A91544C8799B}">
      <dgm:prSet/>
      <dgm:spPr/>
      <dgm:t>
        <a:bodyPr/>
        <a:lstStyle/>
        <a:p>
          <a:endParaRPr lang="en-CA"/>
        </a:p>
      </dgm:t>
    </dgm:pt>
    <dgm:pt modelId="{03011866-8091-479F-A3E6-DF7B0B89E8A8}" type="sibTrans" cxnId="{F174C95E-9AB8-4E9C-AAAB-A91544C8799B}">
      <dgm:prSet/>
      <dgm:spPr/>
      <dgm:t>
        <a:bodyPr/>
        <a:lstStyle/>
        <a:p>
          <a:endParaRPr lang="en-CA"/>
        </a:p>
      </dgm:t>
    </dgm:pt>
    <dgm:pt modelId="{1D812053-17D8-4D40-AD0B-205707018EA7}">
      <dgm:prSet phldrT="[Texte]" phldr="0"/>
      <dgm:spPr/>
      <dgm:t>
        <a:bodyPr/>
        <a:lstStyle/>
        <a:p>
          <a:pPr>
            <a:buFont typeface="Wingdings" panose="05000000000000000000" pitchFamily="2" charset="2"/>
            <a:buChar char="§"/>
          </a:pPr>
          <a:r>
            <a:rPr lang="fr-CA" noProof="0" dirty="0"/>
            <a:t>Un ensemble de processus qui expliquent les comportements observés</a:t>
          </a:r>
        </a:p>
      </dgm:t>
    </dgm:pt>
    <dgm:pt modelId="{E90B3BA4-5879-4F89-AB7B-D0283B55B02A}" type="parTrans" cxnId="{68D1BC04-95DA-4E10-A67C-CE1885724259}">
      <dgm:prSet/>
      <dgm:spPr/>
      <dgm:t>
        <a:bodyPr/>
        <a:lstStyle/>
        <a:p>
          <a:endParaRPr lang="en-CA"/>
        </a:p>
      </dgm:t>
    </dgm:pt>
    <dgm:pt modelId="{09D50725-9D80-4C43-B2A8-0F6E29A8CD6A}" type="sibTrans" cxnId="{68D1BC04-95DA-4E10-A67C-CE1885724259}">
      <dgm:prSet/>
      <dgm:spPr/>
      <dgm:t>
        <a:bodyPr/>
        <a:lstStyle/>
        <a:p>
          <a:endParaRPr lang="en-CA"/>
        </a:p>
      </dgm:t>
    </dgm:pt>
    <dgm:pt modelId="{4AEB3244-B1AB-4E1C-B9E8-17572986D898}">
      <dgm:prSet phldrT="[Texte]" phldr="0"/>
      <dgm:spPr/>
      <dgm:t>
        <a:bodyPr/>
        <a:lstStyle/>
        <a:p>
          <a:pPr>
            <a:buFont typeface="Wingdings" panose="05000000000000000000" pitchFamily="2" charset="2"/>
            <a:buChar char="§"/>
          </a:pPr>
          <a:r>
            <a:rPr lang="fr-CA" noProof="0" dirty="0"/>
            <a:t>Le narratif : le concept de soi, l’idéal de soi, l’image des soi</a:t>
          </a:r>
        </a:p>
      </dgm:t>
    </dgm:pt>
    <dgm:pt modelId="{DE5CFDD0-3B74-4725-8487-6FC66C825212}" type="parTrans" cxnId="{D1478B82-345F-482E-984A-73D67C974AD9}">
      <dgm:prSet/>
      <dgm:spPr/>
      <dgm:t>
        <a:bodyPr/>
        <a:lstStyle/>
        <a:p>
          <a:endParaRPr lang="en-CA"/>
        </a:p>
      </dgm:t>
    </dgm:pt>
    <dgm:pt modelId="{E6A6C31F-AEAA-4500-B59D-04ECAC915A05}" type="sibTrans" cxnId="{D1478B82-345F-482E-984A-73D67C974AD9}">
      <dgm:prSet/>
      <dgm:spPr/>
      <dgm:t>
        <a:bodyPr/>
        <a:lstStyle/>
        <a:p>
          <a:endParaRPr lang="en-CA"/>
        </a:p>
      </dgm:t>
    </dgm:pt>
    <dgm:pt modelId="{0D0E93B2-88D7-4CF1-843D-678173831AA4}">
      <dgm:prSet phldrT="[Texte]" phldr="0"/>
      <dgm:spPr/>
      <dgm:t>
        <a:bodyPr/>
        <a:lstStyle/>
        <a:p>
          <a:pPr>
            <a:buFont typeface="Wingdings" panose="05000000000000000000" pitchFamily="2" charset="2"/>
            <a:buChar char="§"/>
          </a:pPr>
          <a:r>
            <a:rPr lang="fr-CA" noProof="0" dirty="0"/>
            <a:t>La réputation (l’impression)</a:t>
          </a:r>
        </a:p>
      </dgm:t>
    </dgm:pt>
    <dgm:pt modelId="{30376BD3-85E4-4D07-B225-F94EBF367AB1}" type="parTrans" cxnId="{FC801621-6C93-45D3-B5D8-EACD8F1B0B5E}">
      <dgm:prSet/>
      <dgm:spPr/>
      <dgm:t>
        <a:bodyPr/>
        <a:lstStyle/>
        <a:p>
          <a:endParaRPr lang="en-CA"/>
        </a:p>
      </dgm:t>
    </dgm:pt>
    <dgm:pt modelId="{4E69A387-7E7C-4E75-9EDC-456277B0B60F}" type="sibTrans" cxnId="{FC801621-6C93-45D3-B5D8-EACD8F1B0B5E}">
      <dgm:prSet/>
      <dgm:spPr/>
      <dgm:t>
        <a:bodyPr/>
        <a:lstStyle/>
        <a:p>
          <a:endParaRPr lang="en-CA"/>
        </a:p>
      </dgm:t>
    </dgm:pt>
    <dgm:pt modelId="{FAD495B4-1CDB-4220-B15A-BE60ADB0A170}">
      <dgm:prSet phldrT="[Texte]" phldr="0"/>
      <dgm:spPr/>
      <dgm:t>
        <a:bodyPr/>
        <a:lstStyle/>
        <a:p>
          <a:pPr>
            <a:buFont typeface="Wingdings" panose="05000000000000000000" pitchFamily="2" charset="2"/>
            <a:buChar char="§"/>
          </a:pPr>
          <a:r>
            <a:rPr lang="fr-CA" noProof="0" dirty="0"/>
            <a:t>L’identité</a:t>
          </a:r>
        </a:p>
      </dgm:t>
    </dgm:pt>
    <dgm:pt modelId="{35A925CD-F373-4145-B88B-EE39E0030DFA}" type="parTrans" cxnId="{65762C08-4EA1-49B3-B6C5-C997DED02196}">
      <dgm:prSet/>
      <dgm:spPr/>
      <dgm:t>
        <a:bodyPr/>
        <a:lstStyle/>
        <a:p>
          <a:endParaRPr lang="en-CA"/>
        </a:p>
      </dgm:t>
    </dgm:pt>
    <dgm:pt modelId="{141E4AA3-CA3A-453C-A042-FA2360BFB567}" type="sibTrans" cxnId="{65762C08-4EA1-49B3-B6C5-C997DED02196}">
      <dgm:prSet/>
      <dgm:spPr/>
      <dgm:t>
        <a:bodyPr/>
        <a:lstStyle/>
        <a:p>
          <a:endParaRPr lang="en-CA"/>
        </a:p>
      </dgm:t>
    </dgm:pt>
    <dgm:pt modelId="{BFB0E017-8B2F-48A8-A49A-F04DC1231C5C}">
      <dgm:prSet phldrT="[Texte]" phldr="0"/>
      <dgm:spPr/>
      <dgm:t>
        <a:bodyPr/>
        <a:lstStyle/>
        <a:p>
          <a:pPr>
            <a:buFont typeface="Wingdings" panose="05000000000000000000" pitchFamily="2" charset="2"/>
            <a:buChar char="§"/>
          </a:pPr>
          <a:r>
            <a:rPr lang="fr-CA" noProof="0" dirty="0"/>
            <a:t>Traits et types</a:t>
          </a:r>
        </a:p>
      </dgm:t>
    </dgm:pt>
    <dgm:pt modelId="{74781780-CE96-419A-A9C5-AD13BC669C87}" type="parTrans" cxnId="{7C820511-477B-410F-9BBC-E69FC64E2A9A}">
      <dgm:prSet/>
      <dgm:spPr/>
      <dgm:t>
        <a:bodyPr/>
        <a:lstStyle/>
        <a:p>
          <a:endParaRPr lang="en-CA"/>
        </a:p>
      </dgm:t>
    </dgm:pt>
    <dgm:pt modelId="{C255424B-B093-4DF6-91D4-3DC9240EDF00}" type="sibTrans" cxnId="{7C820511-477B-410F-9BBC-E69FC64E2A9A}">
      <dgm:prSet/>
      <dgm:spPr/>
      <dgm:t>
        <a:bodyPr/>
        <a:lstStyle/>
        <a:p>
          <a:endParaRPr lang="en-CA"/>
        </a:p>
      </dgm:t>
    </dgm:pt>
    <dgm:pt modelId="{07F44996-C359-49A0-9E99-5CCDB877CAAF}" type="pres">
      <dgm:prSet presAssocID="{34B89A8F-DAE6-47F1-8BF0-E23072439A11}" presName="Name0" presStyleCnt="0">
        <dgm:presLayoutVars>
          <dgm:dir/>
          <dgm:animLvl val="lvl"/>
          <dgm:resizeHandles val="exact"/>
        </dgm:presLayoutVars>
      </dgm:prSet>
      <dgm:spPr/>
    </dgm:pt>
    <dgm:pt modelId="{6FB03F82-8445-452F-ADD8-CECEDFBEC91A}" type="pres">
      <dgm:prSet presAssocID="{0D470398-49A3-4E02-A375-671D28F32B60}" presName="composite" presStyleCnt="0"/>
      <dgm:spPr/>
    </dgm:pt>
    <dgm:pt modelId="{CBE89BF6-4525-4885-B3F1-6C7F70354DE7}" type="pres">
      <dgm:prSet presAssocID="{0D470398-49A3-4E02-A375-671D28F32B60}" presName="parTx" presStyleLbl="alignNode1" presStyleIdx="0" presStyleCnt="2">
        <dgm:presLayoutVars>
          <dgm:chMax val="0"/>
          <dgm:chPref val="0"/>
          <dgm:bulletEnabled val="1"/>
        </dgm:presLayoutVars>
      </dgm:prSet>
      <dgm:spPr/>
    </dgm:pt>
    <dgm:pt modelId="{250A633F-753D-4A70-8F89-F82D7D8F9215}" type="pres">
      <dgm:prSet presAssocID="{0D470398-49A3-4E02-A375-671D28F32B60}" presName="desTx" presStyleLbl="alignAccFollowNode1" presStyleIdx="0" presStyleCnt="2">
        <dgm:presLayoutVars>
          <dgm:bulletEnabled val="1"/>
        </dgm:presLayoutVars>
      </dgm:prSet>
      <dgm:spPr/>
    </dgm:pt>
    <dgm:pt modelId="{F1D77E4A-1E4D-43EA-BA1F-935DC092FA2F}" type="pres">
      <dgm:prSet presAssocID="{311D973F-95F9-4DD4-B329-0673B184A34B}" presName="space" presStyleCnt="0"/>
      <dgm:spPr/>
    </dgm:pt>
    <dgm:pt modelId="{7229DE24-9415-432E-AF69-98D3FF45FB34}" type="pres">
      <dgm:prSet presAssocID="{94FDAF59-7E20-4AFD-B5F9-5AF68A9D87FF}" presName="composite" presStyleCnt="0"/>
      <dgm:spPr/>
    </dgm:pt>
    <dgm:pt modelId="{3DEC4B4B-7DE5-4266-B85A-3F3C507D8640}" type="pres">
      <dgm:prSet presAssocID="{94FDAF59-7E20-4AFD-B5F9-5AF68A9D87FF}" presName="parTx" presStyleLbl="alignNode1" presStyleIdx="1" presStyleCnt="2">
        <dgm:presLayoutVars>
          <dgm:chMax val="0"/>
          <dgm:chPref val="0"/>
          <dgm:bulletEnabled val="1"/>
        </dgm:presLayoutVars>
      </dgm:prSet>
      <dgm:spPr/>
    </dgm:pt>
    <dgm:pt modelId="{6F94CC5A-E1A1-42BC-A2F0-55F794008E97}" type="pres">
      <dgm:prSet presAssocID="{94FDAF59-7E20-4AFD-B5F9-5AF68A9D87FF}" presName="desTx" presStyleLbl="alignAccFollowNode1" presStyleIdx="1" presStyleCnt="2">
        <dgm:presLayoutVars>
          <dgm:bulletEnabled val="1"/>
        </dgm:presLayoutVars>
      </dgm:prSet>
      <dgm:spPr/>
    </dgm:pt>
  </dgm:ptLst>
  <dgm:cxnLst>
    <dgm:cxn modelId="{68D1BC04-95DA-4E10-A67C-CE1885724259}" srcId="{94FDAF59-7E20-4AFD-B5F9-5AF68A9D87FF}" destId="{1D812053-17D8-4D40-AD0B-205707018EA7}" srcOrd="0" destOrd="0" parTransId="{E90B3BA4-5879-4F89-AB7B-D0283B55B02A}" sibTransId="{09D50725-9D80-4C43-B2A8-0F6E29A8CD6A}"/>
    <dgm:cxn modelId="{65762C08-4EA1-49B3-B6C5-C997DED02196}" srcId="{94FDAF59-7E20-4AFD-B5F9-5AF68A9D87FF}" destId="{FAD495B4-1CDB-4220-B15A-BE60ADB0A170}" srcOrd="2" destOrd="0" parTransId="{35A925CD-F373-4145-B88B-EE39E0030DFA}" sibTransId="{141E4AA3-CA3A-453C-A042-FA2360BFB567}"/>
    <dgm:cxn modelId="{7C820511-477B-410F-9BBC-E69FC64E2A9A}" srcId="{0D470398-49A3-4E02-A375-671D28F32B60}" destId="{BFB0E017-8B2F-48A8-A49A-F04DC1231C5C}" srcOrd="1" destOrd="0" parTransId="{74781780-CE96-419A-A9C5-AD13BC669C87}" sibTransId="{C255424B-B093-4DF6-91D4-3DC9240EDF00}"/>
    <dgm:cxn modelId="{FC801621-6C93-45D3-B5D8-EACD8F1B0B5E}" srcId="{0D470398-49A3-4E02-A375-671D28F32B60}" destId="{0D0E93B2-88D7-4CF1-843D-678173831AA4}" srcOrd="2" destOrd="0" parTransId="{30376BD3-85E4-4D07-B225-F94EBF367AB1}" sibTransId="{4E69A387-7E7C-4E75-9EDC-456277B0B60F}"/>
    <dgm:cxn modelId="{6CBFA537-98B8-4B89-B8CC-517D85D1AA7B}" type="presOf" srcId="{94FDAF59-7E20-4AFD-B5F9-5AF68A9D87FF}" destId="{3DEC4B4B-7DE5-4266-B85A-3F3C507D8640}" srcOrd="0" destOrd="0" presId="urn:microsoft.com/office/officeart/2005/8/layout/hList1"/>
    <dgm:cxn modelId="{F174C95E-9AB8-4E9C-AAAB-A91544C8799B}" srcId="{34B89A8F-DAE6-47F1-8BF0-E23072439A11}" destId="{94FDAF59-7E20-4AFD-B5F9-5AF68A9D87FF}" srcOrd="1" destOrd="0" parTransId="{DF2EE4EC-0F5B-4CDE-8186-8C421DE67161}" sibTransId="{03011866-8091-479F-A3E6-DF7B0B89E8A8}"/>
    <dgm:cxn modelId="{5FEE126A-8442-4B3F-9853-7B3F3823C1A8}" type="presOf" srcId="{0D470398-49A3-4E02-A375-671D28F32B60}" destId="{CBE89BF6-4525-4885-B3F1-6C7F70354DE7}" srcOrd="0" destOrd="0" presId="urn:microsoft.com/office/officeart/2005/8/layout/hList1"/>
    <dgm:cxn modelId="{B536516C-C62E-4357-87C7-E20168020ED0}" type="presOf" srcId="{4AEB3244-B1AB-4E1C-B9E8-17572986D898}" destId="{6F94CC5A-E1A1-42BC-A2F0-55F794008E97}" srcOrd="0" destOrd="1" presId="urn:microsoft.com/office/officeart/2005/8/layout/hList1"/>
    <dgm:cxn modelId="{D1478B82-345F-482E-984A-73D67C974AD9}" srcId="{94FDAF59-7E20-4AFD-B5F9-5AF68A9D87FF}" destId="{4AEB3244-B1AB-4E1C-B9E8-17572986D898}" srcOrd="1" destOrd="0" parTransId="{DE5CFDD0-3B74-4725-8487-6FC66C825212}" sibTransId="{E6A6C31F-AEAA-4500-B59D-04ECAC915A05}"/>
    <dgm:cxn modelId="{C0D88D84-2188-44C2-8AFD-00ED8C05B11E}" type="presOf" srcId="{FAD495B4-1CDB-4220-B15A-BE60ADB0A170}" destId="{6F94CC5A-E1A1-42BC-A2F0-55F794008E97}" srcOrd="0" destOrd="2" presId="urn:microsoft.com/office/officeart/2005/8/layout/hList1"/>
    <dgm:cxn modelId="{55AA088C-341B-47EC-BFD1-C03ADEF652B0}" type="presOf" srcId="{0D0E93B2-88D7-4CF1-843D-678173831AA4}" destId="{250A633F-753D-4A70-8F89-F82D7D8F9215}" srcOrd="0" destOrd="2" presId="urn:microsoft.com/office/officeart/2005/8/layout/hList1"/>
    <dgm:cxn modelId="{5D96C08F-EB8C-4BFC-9B8A-55638A95C58D}" type="presOf" srcId="{34B89A8F-DAE6-47F1-8BF0-E23072439A11}" destId="{07F44996-C359-49A0-9E99-5CCDB877CAAF}" srcOrd="0" destOrd="0" presId="urn:microsoft.com/office/officeart/2005/8/layout/hList1"/>
    <dgm:cxn modelId="{194577A7-B23E-4DA7-98D8-B234695E1893}" type="presOf" srcId="{BFB0E017-8B2F-48A8-A49A-F04DC1231C5C}" destId="{250A633F-753D-4A70-8F89-F82D7D8F9215}" srcOrd="0" destOrd="1" presId="urn:microsoft.com/office/officeart/2005/8/layout/hList1"/>
    <dgm:cxn modelId="{C2530CA9-BD79-47AE-9A13-B16F135A480B}" srcId="{0D470398-49A3-4E02-A375-671D28F32B60}" destId="{ED3F2003-A120-4408-A9E6-85361222D56C}" srcOrd="0" destOrd="0" parTransId="{DBBA5B83-0263-40B5-80B2-40D0F9281CE1}" sibTransId="{D5792C25-DD35-4F74-8626-CC78896442F8}"/>
    <dgm:cxn modelId="{1FA475D7-F7EC-4250-82E6-C683DB2A1EF1}" type="presOf" srcId="{1D812053-17D8-4D40-AD0B-205707018EA7}" destId="{6F94CC5A-E1A1-42BC-A2F0-55F794008E97}" srcOrd="0" destOrd="0" presId="urn:microsoft.com/office/officeart/2005/8/layout/hList1"/>
    <dgm:cxn modelId="{0AA6A5D7-7178-4B3F-B760-A7A08EF0CCB7}" type="presOf" srcId="{ED3F2003-A120-4408-A9E6-85361222D56C}" destId="{250A633F-753D-4A70-8F89-F82D7D8F9215}" srcOrd="0" destOrd="0" presId="urn:microsoft.com/office/officeart/2005/8/layout/hList1"/>
    <dgm:cxn modelId="{009EE5DF-FB53-4BFE-8066-6A405E24C63F}" srcId="{34B89A8F-DAE6-47F1-8BF0-E23072439A11}" destId="{0D470398-49A3-4E02-A375-671D28F32B60}" srcOrd="0" destOrd="0" parTransId="{BFB47970-B765-4C90-A14E-38AD2EE8BF05}" sibTransId="{311D973F-95F9-4DD4-B329-0673B184A34B}"/>
    <dgm:cxn modelId="{AC7DC1A7-DEF3-44FA-94E8-A4BE578D5FA0}" type="presParOf" srcId="{07F44996-C359-49A0-9E99-5CCDB877CAAF}" destId="{6FB03F82-8445-452F-ADD8-CECEDFBEC91A}" srcOrd="0" destOrd="0" presId="urn:microsoft.com/office/officeart/2005/8/layout/hList1"/>
    <dgm:cxn modelId="{4F18D70D-EAAF-4AD6-87F0-9AEAB8B6DE13}" type="presParOf" srcId="{6FB03F82-8445-452F-ADD8-CECEDFBEC91A}" destId="{CBE89BF6-4525-4885-B3F1-6C7F70354DE7}" srcOrd="0" destOrd="0" presId="urn:microsoft.com/office/officeart/2005/8/layout/hList1"/>
    <dgm:cxn modelId="{68273EDC-8724-44B1-8C55-EC8B469E7612}" type="presParOf" srcId="{6FB03F82-8445-452F-ADD8-CECEDFBEC91A}" destId="{250A633F-753D-4A70-8F89-F82D7D8F9215}" srcOrd="1" destOrd="0" presId="urn:microsoft.com/office/officeart/2005/8/layout/hList1"/>
    <dgm:cxn modelId="{6CF524FB-8342-437E-A9BA-41253824BCD6}" type="presParOf" srcId="{07F44996-C359-49A0-9E99-5CCDB877CAAF}" destId="{F1D77E4A-1E4D-43EA-BA1F-935DC092FA2F}" srcOrd="1" destOrd="0" presId="urn:microsoft.com/office/officeart/2005/8/layout/hList1"/>
    <dgm:cxn modelId="{8BA24E72-700F-419D-B0E6-24AB59E728F1}" type="presParOf" srcId="{07F44996-C359-49A0-9E99-5CCDB877CAAF}" destId="{7229DE24-9415-432E-AF69-98D3FF45FB34}" srcOrd="2" destOrd="0" presId="urn:microsoft.com/office/officeart/2005/8/layout/hList1"/>
    <dgm:cxn modelId="{D9F12DEF-20D2-486A-87A5-F8DD420AFF07}" type="presParOf" srcId="{7229DE24-9415-432E-AF69-98D3FF45FB34}" destId="{3DEC4B4B-7DE5-4266-B85A-3F3C507D8640}" srcOrd="0" destOrd="0" presId="urn:microsoft.com/office/officeart/2005/8/layout/hList1"/>
    <dgm:cxn modelId="{B49DD8A5-BE6C-4C09-985E-5712C28298F8}" type="presParOf" srcId="{7229DE24-9415-432E-AF69-98D3FF45FB34}" destId="{6F94CC5A-E1A1-42BC-A2F0-55F794008E9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E89BF6-4525-4885-B3F1-6C7F70354DE7}">
      <dsp:nvSpPr>
        <dsp:cNvPr id="0" name=""/>
        <dsp:cNvSpPr/>
      </dsp:nvSpPr>
      <dsp:spPr>
        <a:xfrm>
          <a:off x="27" y="162131"/>
          <a:ext cx="2649949" cy="4320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fr-CA" sz="1500" kern="1200" noProof="0" dirty="0"/>
            <a:t>Observateurs</a:t>
          </a:r>
        </a:p>
      </dsp:txBody>
      <dsp:txXfrm>
        <a:off x="27" y="162131"/>
        <a:ext cx="2649949" cy="432000"/>
      </dsp:txXfrm>
    </dsp:sp>
    <dsp:sp modelId="{250A633F-753D-4A70-8F89-F82D7D8F9215}">
      <dsp:nvSpPr>
        <dsp:cNvPr id="0" name=""/>
        <dsp:cNvSpPr/>
      </dsp:nvSpPr>
      <dsp:spPr>
        <a:xfrm>
          <a:off x="27" y="594131"/>
          <a:ext cx="2649949" cy="2213156"/>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Font typeface="Wingdings" panose="05000000000000000000" pitchFamily="2" charset="2"/>
            <a:buChar char="§"/>
          </a:pPr>
          <a:r>
            <a:rPr lang="fr-CA" sz="1500" kern="1200" noProof="0" dirty="0"/>
            <a:t>Un ensemble de comportements observables</a:t>
          </a:r>
        </a:p>
        <a:p>
          <a:pPr marL="114300" lvl="1" indent="-114300" algn="l" defTabSz="666750">
            <a:lnSpc>
              <a:spcPct val="90000"/>
            </a:lnSpc>
            <a:spcBef>
              <a:spcPct val="0"/>
            </a:spcBef>
            <a:spcAft>
              <a:spcPct val="15000"/>
            </a:spcAft>
            <a:buFont typeface="Wingdings" panose="05000000000000000000" pitchFamily="2" charset="2"/>
            <a:buChar char="§"/>
          </a:pPr>
          <a:r>
            <a:rPr lang="fr-CA" sz="1500" kern="1200" noProof="0" dirty="0"/>
            <a:t>Traits et types</a:t>
          </a:r>
        </a:p>
        <a:p>
          <a:pPr marL="114300" lvl="1" indent="-114300" algn="l" defTabSz="666750">
            <a:lnSpc>
              <a:spcPct val="90000"/>
            </a:lnSpc>
            <a:spcBef>
              <a:spcPct val="0"/>
            </a:spcBef>
            <a:spcAft>
              <a:spcPct val="15000"/>
            </a:spcAft>
            <a:buFont typeface="Wingdings" panose="05000000000000000000" pitchFamily="2" charset="2"/>
            <a:buChar char="§"/>
          </a:pPr>
          <a:r>
            <a:rPr lang="fr-CA" sz="1500" kern="1200" noProof="0" dirty="0"/>
            <a:t>La réputation (l’impression)</a:t>
          </a:r>
        </a:p>
      </dsp:txBody>
      <dsp:txXfrm>
        <a:off x="27" y="594131"/>
        <a:ext cx="2649949" cy="2213156"/>
      </dsp:txXfrm>
    </dsp:sp>
    <dsp:sp modelId="{3DEC4B4B-7DE5-4266-B85A-3F3C507D8640}">
      <dsp:nvSpPr>
        <dsp:cNvPr id="0" name=""/>
        <dsp:cNvSpPr/>
      </dsp:nvSpPr>
      <dsp:spPr>
        <a:xfrm>
          <a:off x="3020969" y="162131"/>
          <a:ext cx="2649949" cy="4320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fr-CA" sz="1500" kern="1200" noProof="0" dirty="0"/>
            <a:t>Acteur</a:t>
          </a:r>
        </a:p>
      </dsp:txBody>
      <dsp:txXfrm>
        <a:off x="3020969" y="162131"/>
        <a:ext cx="2649949" cy="432000"/>
      </dsp:txXfrm>
    </dsp:sp>
    <dsp:sp modelId="{6F94CC5A-E1A1-42BC-A2F0-55F794008E97}">
      <dsp:nvSpPr>
        <dsp:cNvPr id="0" name=""/>
        <dsp:cNvSpPr/>
      </dsp:nvSpPr>
      <dsp:spPr>
        <a:xfrm>
          <a:off x="3020969" y="594131"/>
          <a:ext cx="2649949" cy="2213156"/>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Font typeface="Wingdings" panose="05000000000000000000" pitchFamily="2" charset="2"/>
            <a:buChar char="§"/>
          </a:pPr>
          <a:r>
            <a:rPr lang="fr-CA" sz="1500" kern="1200" noProof="0" dirty="0"/>
            <a:t>Un ensemble de processus qui expliquent les comportements observés</a:t>
          </a:r>
        </a:p>
        <a:p>
          <a:pPr marL="114300" lvl="1" indent="-114300" algn="l" defTabSz="666750">
            <a:lnSpc>
              <a:spcPct val="90000"/>
            </a:lnSpc>
            <a:spcBef>
              <a:spcPct val="0"/>
            </a:spcBef>
            <a:spcAft>
              <a:spcPct val="15000"/>
            </a:spcAft>
            <a:buFont typeface="Wingdings" panose="05000000000000000000" pitchFamily="2" charset="2"/>
            <a:buChar char="§"/>
          </a:pPr>
          <a:r>
            <a:rPr lang="fr-CA" sz="1500" kern="1200" noProof="0" dirty="0"/>
            <a:t>Le narratif : le concept de soi, l’idéal de soi, l’image des soi</a:t>
          </a:r>
        </a:p>
        <a:p>
          <a:pPr marL="114300" lvl="1" indent="-114300" algn="l" defTabSz="666750">
            <a:lnSpc>
              <a:spcPct val="90000"/>
            </a:lnSpc>
            <a:spcBef>
              <a:spcPct val="0"/>
            </a:spcBef>
            <a:spcAft>
              <a:spcPct val="15000"/>
            </a:spcAft>
            <a:buFont typeface="Wingdings" panose="05000000000000000000" pitchFamily="2" charset="2"/>
            <a:buChar char="§"/>
          </a:pPr>
          <a:r>
            <a:rPr lang="fr-CA" sz="1500" kern="1200" noProof="0" dirty="0"/>
            <a:t>L’identité</a:t>
          </a:r>
        </a:p>
      </dsp:txBody>
      <dsp:txXfrm>
        <a:off x="3020969" y="594131"/>
        <a:ext cx="2649949" cy="2213156"/>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44E640-7D2A-42EF-BA39-2B32D5A16C68}" type="datetimeFigureOut">
              <a:rPr lang="fr-CA" smtClean="0"/>
              <a:pPr/>
              <a:t>2026-09-03</a:t>
            </a:fld>
            <a:endParaRPr lang="fr-CA"/>
          </a:p>
        </p:txBody>
      </p:sp>
      <p:sp>
        <p:nvSpPr>
          <p:cNvPr id="4" name="Espace réservé de l'image des diapositives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8BC42A-5C03-431D-B855-CCCF13E3B37E}" type="slidenum">
              <a:rPr lang="fr-CA" smtClean="0"/>
              <a:pPr/>
              <a:t>‹N°›</a:t>
            </a:fld>
            <a:endParaRPr lang="fr-CA"/>
          </a:p>
        </p:txBody>
      </p:sp>
    </p:spTree>
    <p:extLst>
      <p:ext uri="{BB962C8B-B14F-4D97-AF65-F5344CB8AC3E}">
        <p14:creationId xmlns:p14="http://schemas.microsoft.com/office/powerpoint/2010/main" val="426511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descargas.pntic.mec.es/recursos_educativos/It_didac/Leng_ESO/2/09/04_humanisticos/el_ensayo.html"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creativecommons.org/licenses/by-sa/3.0/"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685800"/>
            <a:ext cx="5486400" cy="3429000"/>
          </a:xfrm>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dirty="0">
                <a:hlinkClick r:id="rId3" tooltip="http://descargas.pntic.mec.es/recursos_educativos/It_didac/Leng_ESO/2/09/04_humanisticos/el_ensayo.html"/>
              </a:rPr>
              <a:t>Cette photo</a:t>
            </a:r>
            <a:r>
              <a:rPr lang="fr-CA" sz="1200" dirty="0"/>
              <a:t> par Auteur inconnu est soumise à la licence </a:t>
            </a:r>
            <a:r>
              <a:rPr lang="fr-CA" sz="1200" dirty="0">
                <a:hlinkClick r:id="rId4" tooltip="https://creativecommons.org/licenses/by-sa/3.0/"/>
              </a:rPr>
              <a:t>CC BY-SA</a:t>
            </a:r>
            <a:endParaRPr lang="fr-CA" sz="1200" dirty="0"/>
          </a:p>
          <a:p>
            <a:endParaRPr lang="fr-CA"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CC7E64-3E68-4CA2-B030-24C1350DDC07}" type="slidenum">
              <a:rPr kumimoji="0" lang="fr-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49636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8FB824-C94E-214E-A1DB-DD9B61A25718}"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1619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218FB824-C94E-214E-A1DB-DD9B61A25718}" type="slidenum">
              <a:rPr lang="fr-FR" smtClean="0"/>
              <a:t>3</a:t>
            </a:fld>
            <a:endParaRPr lang="fr-FR"/>
          </a:p>
        </p:txBody>
      </p:sp>
    </p:spTree>
    <p:extLst>
      <p:ext uri="{BB962C8B-B14F-4D97-AF65-F5344CB8AC3E}">
        <p14:creationId xmlns:p14="http://schemas.microsoft.com/office/powerpoint/2010/main" val="4144256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4</a:t>
            </a:fld>
            <a:endParaRPr lang="fr-CA"/>
          </a:p>
        </p:txBody>
      </p:sp>
    </p:spTree>
    <p:extLst>
      <p:ext uri="{BB962C8B-B14F-4D97-AF65-F5344CB8AC3E}">
        <p14:creationId xmlns:p14="http://schemas.microsoft.com/office/powerpoint/2010/main" val="2416700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436EE-F1AC-EBCD-E0DB-2F776476484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07A9CA9-1137-9ACC-A19C-81FAEFDA2EB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A5FD2AD-7A86-F79B-0697-33BC206A094B}"/>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026E7C06-812C-46BE-F1D1-6A68A675A2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8BC42A-5C03-431D-B855-CCCF13E3B37E}" type="slidenum">
              <a:rPr kumimoji="0" lang="fr-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37728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7</a:t>
            </a:fld>
            <a:endParaRPr lang="fr-CA"/>
          </a:p>
        </p:txBody>
      </p:sp>
    </p:spTree>
    <p:extLst>
      <p:ext uri="{BB962C8B-B14F-4D97-AF65-F5344CB8AC3E}">
        <p14:creationId xmlns:p14="http://schemas.microsoft.com/office/powerpoint/2010/main" val="1752703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normAutofit/>
          </a:bodyPr>
          <a:lstStyle/>
          <a:p>
            <a:endParaRPr lang="en-CA" dirty="0"/>
          </a:p>
        </p:txBody>
      </p:sp>
      <p:sp>
        <p:nvSpPr>
          <p:cNvPr id="4" name="Espace réservé du numéro de diapositive 3"/>
          <p:cNvSpPr>
            <a:spLocks noGrp="1"/>
          </p:cNvSpPr>
          <p:nvPr>
            <p:ph type="sldNum" sz="quarter" idx="5"/>
          </p:nvPr>
        </p:nvSpPr>
        <p:spPr/>
        <p:txBody>
          <a:bodyPr/>
          <a:lstStyle/>
          <a:p>
            <a:fld id="{218FB824-C94E-214E-A1DB-DD9B61A25718}" type="slidenum">
              <a:rPr lang="fr-FR" smtClean="0"/>
              <a:t>9</a:t>
            </a:fld>
            <a:endParaRPr lang="fr-FR"/>
          </a:p>
        </p:txBody>
      </p:sp>
    </p:spTree>
    <p:extLst>
      <p:ext uri="{BB962C8B-B14F-4D97-AF65-F5344CB8AC3E}">
        <p14:creationId xmlns:p14="http://schemas.microsoft.com/office/powerpoint/2010/main" val="3748058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normAutofit/>
          </a:bodyPr>
          <a:lstStyle/>
          <a:p>
            <a:pPr marL="0" marR="0" lvl="0" indent="0" algn="l" defTabSz="914400" rtl="0" eaLnBrk="1" fontAlgn="auto" latinLnBrk="0" hangingPunct="1">
              <a:lnSpc>
                <a:spcPct val="200000"/>
              </a:lnSpc>
              <a:spcBef>
                <a:spcPts val="1200"/>
              </a:spcBef>
              <a:spcAft>
                <a:spcPts val="1200"/>
              </a:spcAft>
              <a:buClrTx/>
              <a:buSzTx/>
              <a:buFontTx/>
              <a:buNone/>
              <a:tabLst/>
              <a:defRPr/>
            </a:pPr>
            <a:r>
              <a:rPr lang="en-CA" sz="1200" dirty="0"/>
              <a:t>Composition de la Figure 11. 1 p. 260  et de la figure 2.1 page 13 </a:t>
            </a:r>
            <a:r>
              <a:rPr lang="en-CA" sz="1200" dirty="0" err="1"/>
              <a:t>Traduites</a:t>
            </a:r>
            <a:r>
              <a:rPr lang="en-CA" sz="1200" dirty="0"/>
              <a:t> par E. M. Morin</a:t>
            </a:r>
          </a:p>
          <a:p>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200000"/>
              </a:lnSpc>
              <a:spcBef>
                <a:spcPts val="1200"/>
              </a:spcBef>
              <a:spcAft>
                <a:spcPts val="1200"/>
              </a:spcAft>
              <a:buClrTx/>
              <a:buSzTx/>
              <a:buFontTx/>
              <a:buNone/>
              <a:tabLst/>
              <a:defRPr/>
            </a:pPr>
            <a:endParaRPr lang="fr-CA" dirty="0"/>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10</a:t>
            </a:fld>
            <a:endParaRPr lang="fr-CA"/>
          </a:p>
        </p:txBody>
      </p:sp>
    </p:spTree>
    <p:extLst>
      <p:ext uri="{BB962C8B-B14F-4D97-AF65-F5344CB8AC3E}">
        <p14:creationId xmlns:p14="http://schemas.microsoft.com/office/powerpoint/2010/main" val="3491749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B4FC9-6661-1263-C19F-4376BDF1E27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EF543D0-311D-BD41-1783-1A6B91BEE1C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A46DB0C-43FF-915E-86DF-6C56CFED9263}"/>
              </a:ext>
            </a:extLst>
          </p:cNvPr>
          <p:cNvSpPr>
            <a:spLocks noGrp="1"/>
          </p:cNvSpPr>
          <p:nvPr>
            <p:ph type="body" idx="1"/>
          </p:nvPr>
        </p:nvSpPr>
        <p:spPr/>
        <p:txBody>
          <a:bodyPr/>
          <a:lstStyle/>
          <a:p>
            <a:endParaRPr lang="en-CA" dirty="0"/>
          </a:p>
        </p:txBody>
      </p:sp>
      <p:sp>
        <p:nvSpPr>
          <p:cNvPr id="4" name="Espace réservé du numéro de diapositive 3">
            <a:extLst>
              <a:ext uri="{FF2B5EF4-FFF2-40B4-BE49-F238E27FC236}">
                <a16:creationId xmlns:a16="http://schemas.microsoft.com/office/drawing/2014/main" id="{A437BA27-F666-7056-119E-F6FD09AA8240}"/>
              </a:ext>
            </a:extLst>
          </p:cNvPr>
          <p:cNvSpPr>
            <a:spLocks noGrp="1"/>
          </p:cNvSpPr>
          <p:nvPr>
            <p:ph type="sldNum" sz="quarter" idx="5"/>
          </p:nvPr>
        </p:nvSpPr>
        <p:spPr/>
        <p:txBody>
          <a:bodyPr/>
          <a:lstStyle/>
          <a:p>
            <a:fld id="{218FB824-C94E-214E-A1DB-DD9B61A25718}" type="slidenum">
              <a:rPr lang="fr-FR" smtClean="0"/>
              <a:t>12</a:t>
            </a:fld>
            <a:endParaRPr lang="fr-FR"/>
          </a:p>
        </p:txBody>
      </p:sp>
    </p:spTree>
    <p:extLst>
      <p:ext uri="{BB962C8B-B14F-4D97-AF65-F5344CB8AC3E}">
        <p14:creationId xmlns:p14="http://schemas.microsoft.com/office/powerpoint/2010/main" val="1519444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normAutofit/>
          </a:bodyPr>
          <a:lstStyle/>
          <a:p>
            <a:pPr defTabSz="1000645">
              <a:defRPr/>
            </a:pPr>
            <a:r>
              <a:rPr lang="en-US" sz="1200" dirty="0">
                <a:latin typeface="Calibri" panose="020F0502020204030204" pitchFamily="34" charset="0"/>
              </a:rPr>
              <a:t>Horney, Karen (1945). </a:t>
            </a:r>
            <a:r>
              <a:rPr lang="en-US" sz="1200" i="1" dirty="0">
                <a:latin typeface="Calibri" panose="020F0502020204030204" pitchFamily="34" charset="0"/>
              </a:rPr>
              <a:t>Our Inner Conflicts, </a:t>
            </a:r>
            <a:r>
              <a:rPr lang="en-US" sz="1200" dirty="0">
                <a:latin typeface="Calibri" panose="020F0502020204030204" pitchFamily="34" charset="0"/>
              </a:rPr>
              <a:t>Oxford, England, Norton &amp; Co.</a:t>
            </a:r>
          </a:p>
          <a:p>
            <a:pPr defTabSz="1000645">
              <a:defRPr/>
            </a:pPr>
            <a:endParaRPr lang="en-US" sz="1200" dirty="0">
              <a:latin typeface="Calibri" panose="020F0502020204030204" pitchFamily="34" charset="0"/>
            </a:endParaRPr>
          </a:p>
          <a:p>
            <a:endParaRPr lang="fr-CA" dirty="0"/>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15</a:t>
            </a:fld>
            <a:endParaRPr lang="fr-CA"/>
          </a:p>
        </p:txBody>
      </p:sp>
    </p:spTree>
    <p:extLst>
      <p:ext uri="{BB962C8B-B14F-4D97-AF65-F5344CB8AC3E}">
        <p14:creationId xmlns:p14="http://schemas.microsoft.com/office/powerpoint/2010/main" val="870531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D088-8423-D33E-1442-3541107DEF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F5EAF9F-DAA3-54AF-814D-5B7F57BBF7E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661DE93-8452-6980-54B4-43B53284BD4B}"/>
              </a:ext>
            </a:extLst>
          </p:cNvPr>
          <p:cNvSpPr>
            <a:spLocks noGrp="1"/>
          </p:cNvSpPr>
          <p:nvPr>
            <p:ph type="body" idx="1"/>
          </p:nvPr>
        </p:nvSpPr>
        <p:spPr/>
        <p:txBody>
          <a:bodyPr/>
          <a:lstStyle/>
          <a:p>
            <a:endParaRPr lang="en-CA" dirty="0"/>
          </a:p>
        </p:txBody>
      </p:sp>
      <p:sp>
        <p:nvSpPr>
          <p:cNvPr id="4" name="Espace réservé du numéro de diapositive 3">
            <a:extLst>
              <a:ext uri="{FF2B5EF4-FFF2-40B4-BE49-F238E27FC236}">
                <a16:creationId xmlns:a16="http://schemas.microsoft.com/office/drawing/2014/main" id="{1C383FE5-8028-A609-9FCF-1AE7C28AC587}"/>
              </a:ext>
            </a:extLst>
          </p:cNvPr>
          <p:cNvSpPr>
            <a:spLocks noGrp="1"/>
          </p:cNvSpPr>
          <p:nvPr>
            <p:ph type="sldNum" sz="quarter" idx="5"/>
          </p:nvPr>
        </p:nvSpPr>
        <p:spPr/>
        <p:txBody>
          <a:bodyPr/>
          <a:lstStyle/>
          <a:p>
            <a:fld id="{218FB824-C94E-214E-A1DB-DD9B61A25718}" type="slidenum">
              <a:rPr lang="fr-FR" smtClean="0"/>
              <a:t>18</a:t>
            </a:fld>
            <a:endParaRPr lang="fr-FR"/>
          </a:p>
        </p:txBody>
      </p:sp>
    </p:spTree>
    <p:extLst>
      <p:ext uri="{BB962C8B-B14F-4D97-AF65-F5344CB8AC3E}">
        <p14:creationId xmlns:p14="http://schemas.microsoft.com/office/powerpoint/2010/main" val="3193256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100" dirty="0">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CA" sz="1100" dirty="0">
                <a:latin typeface="Calibri" panose="020F0502020204030204" pitchFamily="34" charset="0"/>
              </a:rPr>
              <a:t>Morin, Estelle M., Caroline Aubé et Kevin J. Johnson (2015). </a:t>
            </a:r>
            <a:r>
              <a:rPr lang="fr-CA" sz="1100" i="1" dirty="0">
                <a:latin typeface="Calibri" panose="020F0502020204030204" pitchFamily="34" charset="0"/>
              </a:rPr>
              <a:t>Psychologie et management, </a:t>
            </a:r>
            <a:r>
              <a:rPr lang="fr-CA" sz="1100" i="0" dirty="0">
                <a:latin typeface="Calibri" panose="020F0502020204030204" pitchFamily="34" charset="0"/>
              </a:rPr>
              <a:t>Montréal, La Chenelière.</a:t>
            </a:r>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22</a:t>
            </a:fld>
            <a:endParaRPr lang="fr-CA"/>
          </a:p>
        </p:txBody>
      </p:sp>
    </p:spTree>
    <p:extLst>
      <p:ext uri="{BB962C8B-B14F-4D97-AF65-F5344CB8AC3E}">
        <p14:creationId xmlns:p14="http://schemas.microsoft.com/office/powerpoint/2010/main" val="1095816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rmAutofit/>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normAutofit/>
          </a:bodyPr>
          <a:lstStyle/>
          <a:p>
            <a:endParaRPr lang="en-CA" dirty="0"/>
          </a:p>
        </p:txBody>
      </p:sp>
      <p:sp>
        <p:nvSpPr>
          <p:cNvPr id="4" name="Espace réservé du numéro de diapositive 3"/>
          <p:cNvSpPr>
            <a:spLocks noGrp="1"/>
          </p:cNvSpPr>
          <p:nvPr>
            <p:ph type="sldNum" sz="quarter" idx="5"/>
          </p:nvPr>
        </p:nvSpPr>
        <p:spPr/>
        <p:txBody>
          <a:bodyPr/>
          <a:lstStyle/>
          <a:p>
            <a:fld id="{218FB824-C94E-214E-A1DB-DD9B61A25718}" type="slidenum">
              <a:rPr lang="fr-FR" smtClean="0"/>
              <a:t>32</a:t>
            </a:fld>
            <a:endParaRPr lang="fr-FR"/>
          </a:p>
        </p:txBody>
      </p:sp>
    </p:spTree>
    <p:extLst>
      <p:ext uri="{BB962C8B-B14F-4D97-AF65-F5344CB8AC3E}">
        <p14:creationId xmlns:p14="http://schemas.microsoft.com/office/powerpoint/2010/main" val="37352111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57066" indent="-291179">
              <a:defRPr sz="2400">
                <a:solidFill>
                  <a:schemeClr val="tx1"/>
                </a:solidFill>
                <a:latin typeface="Arial" panose="020B0604020202020204" pitchFamily="34" charset="0"/>
                <a:ea typeface="ＭＳ Ｐゴシック" panose="020B0600070205080204" pitchFamily="34" charset="-128"/>
              </a:defRPr>
            </a:lvl2pPr>
            <a:lvl3pPr marL="1164717" indent="-232943">
              <a:defRPr sz="2400">
                <a:solidFill>
                  <a:schemeClr val="tx1"/>
                </a:solidFill>
                <a:latin typeface="Arial" panose="020B0604020202020204" pitchFamily="34" charset="0"/>
                <a:ea typeface="ＭＳ Ｐゴシック" panose="020B0600070205080204" pitchFamily="34" charset="-128"/>
              </a:defRPr>
            </a:lvl3pPr>
            <a:lvl4pPr marL="1630604" indent="-232943">
              <a:defRPr sz="2400">
                <a:solidFill>
                  <a:schemeClr val="tx1"/>
                </a:solidFill>
                <a:latin typeface="Arial" panose="020B0604020202020204" pitchFamily="34" charset="0"/>
                <a:ea typeface="ＭＳ Ｐゴシック" panose="020B0600070205080204" pitchFamily="34" charset="-128"/>
              </a:defRPr>
            </a:lvl4pPr>
            <a:lvl5pPr marL="2096491" indent="-232943">
              <a:defRPr sz="2400">
                <a:solidFill>
                  <a:schemeClr val="tx1"/>
                </a:solidFill>
                <a:latin typeface="Arial" panose="020B0604020202020204" pitchFamily="34" charset="0"/>
                <a:ea typeface="ＭＳ Ｐゴシック" panose="020B0600070205080204" pitchFamily="34" charset="-128"/>
              </a:defRPr>
            </a:lvl5pPr>
            <a:lvl6pPr marL="2562377" indent="-23294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3028264" indent="-23294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94151" indent="-23294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960038" indent="-23294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9D3CF387-9F5A-462B-8EAD-113F4B37EAD3}" type="slidenum">
              <a:rPr lang="en-US" altLang="fr-FR" sz="1200"/>
              <a:pPr/>
              <a:t>35</a:t>
            </a:fld>
            <a:endParaRPr lang="en-US" altLang="fr-FR" sz="1200"/>
          </a:p>
        </p:txBody>
      </p:sp>
      <p:sp>
        <p:nvSpPr>
          <p:cNvPr id="124931" name="Rectangle 1026"/>
          <p:cNvSpPr>
            <a:spLocks noGrp="1" noRot="1" noChangeAspect="1" noChangeArrowheads="1" noTextEdit="1"/>
          </p:cNvSpPr>
          <p:nvPr>
            <p:ph type="sldImg"/>
          </p:nvPr>
        </p:nvSpPr>
        <p:spPr>
          <a:xfrm>
            <a:off x="715963" y="696913"/>
            <a:ext cx="5578475" cy="3486150"/>
          </a:xfrm>
          <a:ln/>
        </p:spPr>
      </p:sp>
      <p:sp>
        <p:nvSpPr>
          <p:cNvPr id="124932"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6703278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200" kern="1200" dirty="0">
              <a:solidFill>
                <a:schemeClr val="tx1"/>
              </a:solidFill>
              <a:effectLst/>
              <a:latin typeface="+mn-lt"/>
              <a:ea typeface="+mn-ea"/>
              <a:cs typeface="+mn-cs"/>
            </a:endParaRPr>
          </a:p>
          <a:p>
            <a:endParaRPr lang="fr-CA" dirty="0"/>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36</a:t>
            </a:fld>
            <a:endParaRPr lang="fr-CA"/>
          </a:p>
        </p:txBody>
      </p:sp>
    </p:spTree>
    <p:extLst>
      <p:ext uri="{BB962C8B-B14F-4D97-AF65-F5344CB8AC3E}">
        <p14:creationId xmlns:p14="http://schemas.microsoft.com/office/powerpoint/2010/main" val="37744150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pPr>
              <a:defRPr/>
            </a:pPr>
            <a:fld id="{8DB69702-B48F-4BED-821D-FA28669FCFF5}" type="slidenum">
              <a:rPr lang="fr-CA" smtClean="0"/>
              <a:pPr>
                <a:defRPr/>
              </a:pPr>
              <a:t>38</a:t>
            </a:fld>
            <a:endParaRPr lang="fr-CA"/>
          </a:p>
        </p:txBody>
      </p:sp>
    </p:spTree>
    <p:extLst>
      <p:ext uri="{BB962C8B-B14F-4D97-AF65-F5344CB8AC3E}">
        <p14:creationId xmlns:p14="http://schemas.microsoft.com/office/powerpoint/2010/main" val="33001007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leu HEC - Page titre avec image ">
    <p:spTree>
      <p:nvGrpSpPr>
        <p:cNvPr id="1" name=""/>
        <p:cNvGrpSpPr/>
        <p:nvPr/>
      </p:nvGrpSpPr>
      <p:grpSpPr>
        <a:xfrm>
          <a:off x="0" y="0"/>
          <a:ext cx="0" cy="0"/>
          <a:chOff x="0" y="0"/>
          <a:chExt cx="0" cy="0"/>
        </a:xfrm>
      </p:grpSpPr>
      <p:pic>
        <p:nvPicPr>
          <p:cNvPr id="9" name="Imag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8453" y="1429407"/>
            <a:ext cx="8187094" cy="3802117"/>
          </a:xfrm>
          <a:prstGeom prst="rect">
            <a:avLst/>
          </a:prstGeom>
        </p:spPr>
      </p:pic>
      <p:sp>
        <p:nvSpPr>
          <p:cNvPr id="2" name="Titre 1"/>
          <p:cNvSpPr>
            <a:spLocks noGrp="1"/>
          </p:cNvSpPr>
          <p:nvPr>
            <p:ph type="ctrTitle" hasCustomPrompt="1"/>
          </p:nvPr>
        </p:nvSpPr>
        <p:spPr>
          <a:xfrm>
            <a:off x="478800" y="1429200"/>
            <a:ext cx="5274000" cy="1458000"/>
          </a:xfrm>
          <a:solidFill>
            <a:schemeClr val="accent1">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1">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11" name="Espace réservé du pied de page 10"/>
          <p:cNvSpPr>
            <a:spLocks noGrp="1"/>
          </p:cNvSpPr>
          <p:nvPr>
            <p:ph type="ftr" sz="quarter" idx="14"/>
          </p:nvPr>
        </p:nvSpPr>
        <p:spPr>
          <a:xfrm>
            <a:off x="478452" y="5029200"/>
            <a:ext cx="7674948" cy="199149"/>
          </a:xfrm>
          <a:prstGeom prst="rect">
            <a:avLst/>
          </a:prstGeom>
          <a:solidFill>
            <a:schemeClr val="accent1"/>
          </a:solidFill>
        </p:spPr>
        <p:txBody>
          <a:bodyPr anchor="ctr"/>
          <a:lstStyle>
            <a:lvl1pPr algn="l">
              <a:defRPr sz="1083" cap="all" baseline="0">
                <a:solidFill>
                  <a:schemeClr val="bg1"/>
                </a:solidFill>
              </a:defRPr>
            </a:lvl1pPr>
          </a:lstStyle>
          <a:p>
            <a:r>
              <a:rPr lang="fr-CA" dirty="0">
                <a:solidFill>
                  <a:srgbClr val="FFFFFF"/>
                </a:solidFill>
              </a:rPr>
              <a:t>@2025. Marie-Christine ALBERT. Tous droits réservés.</a:t>
            </a:r>
          </a:p>
        </p:txBody>
      </p:sp>
    </p:spTree>
    <p:extLst>
      <p:ext uri="{BB962C8B-B14F-4D97-AF65-F5344CB8AC3E}">
        <p14:creationId xmlns:p14="http://schemas.microsoft.com/office/powerpoint/2010/main" val="4107955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Bleu HEC - Page titre avec fond uni">
    <p:spTree>
      <p:nvGrpSpPr>
        <p:cNvPr id="1" name=""/>
        <p:cNvGrpSpPr/>
        <p:nvPr/>
      </p:nvGrpSpPr>
      <p:grpSpPr>
        <a:xfrm>
          <a:off x="0" y="0"/>
          <a:ext cx="0" cy="0"/>
          <a:chOff x="0" y="0"/>
          <a:chExt cx="0" cy="0"/>
        </a:xfrm>
      </p:grpSpPr>
      <p:sp>
        <p:nvSpPr>
          <p:cNvPr id="8" name="Rectangle 7"/>
          <p:cNvSpPr/>
          <p:nvPr/>
        </p:nvSpPr>
        <p:spPr>
          <a:xfrm>
            <a:off x="478454" y="1429201"/>
            <a:ext cx="8187095" cy="37991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2" name="Titre 1"/>
          <p:cNvSpPr>
            <a:spLocks noGrp="1"/>
          </p:cNvSpPr>
          <p:nvPr>
            <p:ph type="ctrTitle" hasCustomPrompt="1"/>
          </p:nvPr>
        </p:nvSpPr>
        <p:spPr>
          <a:xfrm>
            <a:off x="478800" y="1429200"/>
            <a:ext cx="5274000" cy="1458000"/>
          </a:xfrm>
          <a:solidFill>
            <a:srgbClr val="009FDF"/>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9FDF"/>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12" name="Espace réservé du pied de page 10"/>
          <p:cNvSpPr>
            <a:spLocks noGrp="1"/>
          </p:cNvSpPr>
          <p:nvPr>
            <p:ph type="ftr" sz="quarter" idx="14"/>
          </p:nvPr>
        </p:nvSpPr>
        <p:spPr>
          <a:xfrm>
            <a:off x="478452" y="5028294"/>
            <a:ext cx="2789288" cy="200055"/>
          </a:xfrm>
          <a:prstGeom prst="rect">
            <a:avLst/>
          </a:prstGeom>
          <a:solidFill>
            <a:schemeClr val="accent1"/>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530950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Bleu HEC - Page titre image à ajouter">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sp>
        <p:nvSpPr>
          <p:cNvPr id="2" name="Titre 1"/>
          <p:cNvSpPr>
            <a:spLocks noGrp="1"/>
          </p:cNvSpPr>
          <p:nvPr>
            <p:ph type="ctrTitle" hasCustomPrompt="1"/>
          </p:nvPr>
        </p:nvSpPr>
        <p:spPr>
          <a:xfrm>
            <a:off x="478800" y="1429200"/>
            <a:ext cx="5274000" cy="1458000"/>
          </a:xfrm>
          <a:solidFill>
            <a:schemeClr val="accent1">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1">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1"/>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756406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Bleu HEC - Page section avec images">
    <p:spTree>
      <p:nvGrpSpPr>
        <p:cNvPr id="1" name=""/>
        <p:cNvGrpSpPr/>
        <p:nvPr/>
      </p:nvGrpSpPr>
      <p:grpSpPr>
        <a:xfrm>
          <a:off x="0" y="0"/>
          <a:ext cx="0" cy="0"/>
          <a:chOff x="0" y="0"/>
          <a:chExt cx="0" cy="0"/>
        </a:xfrm>
      </p:grpSpPr>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pic>
        <p:nvPicPr>
          <p:cNvPr id="8" name="Image 7"/>
          <p:cNvPicPr>
            <a:picLocks noChangeAspect="1"/>
          </p:cNvPicPr>
          <p:nvPr/>
        </p:nvPicPr>
        <p:blipFill rotWithShape="1">
          <a:blip r:embed="rId2" cstate="print">
            <a:extLst>
              <a:ext uri="{28A0092B-C50C-407E-A947-70E740481C1C}">
                <a14:useLocalDpi xmlns:a14="http://schemas.microsoft.com/office/drawing/2010/main" val="0"/>
              </a:ext>
            </a:extLst>
          </a:blip>
          <a:srcRect l="39943" t="-818" b="1229"/>
          <a:stretch/>
        </p:blipFill>
        <p:spPr>
          <a:xfrm>
            <a:off x="5840963" y="1410586"/>
            <a:ext cx="2824582" cy="2161954"/>
          </a:xfrm>
          <a:prstGeom prst="rect">
            <a:avLst/>
          </a:prstGeom>
        </p:spPr>
      </p:pic>
      <p:sp>
        <p:nvSpPr>
          <p:cNvPr id="2" name="Titre 1"/>
          <p:cNvSpPr>
            <a:spLocks noGrp="1"/>
          </p:cNvSpPr>
          <p:nvPr>
            <p:ph type="title" hasCustomPrompt="1"/>
          </p:nvPr>
        </p:nvSpPr>
        <p:spPr>
          <a:xfrm>
            <a:off x="478800" y="1429199"/>
            <a:ext cx="5274000" cy="1458000"/>
          </a:xfrm>
          <a:solidFill>
            <a:schemeClr val="accent1"/>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1"/>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500"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pic>
        <p:nvPicPr>
          <p:cNvPr id="13" name="Image 7"/>
          <p:cNvPicPr>
            <a:picLocks noChangeAspect="1"/>
          </p:cNvPicPr>
          <p:nvPr/>
        </p:nvPicPr>
        <p:blipFill rotWithShape="1">
          <a:blip r:embed="rId2" cstate="print">
            <a:extLst>
              <a:ext uri="{28A0092B-C50C-407E-A947-70E740481C1C}">
                <a14:useLocalDpi xmlns:a14="http://schemas.microsoft.com/office/drawing/2010/main" val="0"/>
              </a:ext>
            </a:extLst>
          </a:blip>
          <a:srcRect l="5886" t="33067" r="64658" b="901"/>
          <a:stretch/>
        </p:blipFill>
        <p:spPr>
          <a:xfrm>
            <a:off x="489600" y="3664688"/>
            <a:ext cx="1497820" cy="1566835"/>
          </a:xfrm>
          <a:prstGeom prst="rect">
            <a:avLst/>
          </a:prstGeom>
        </p:spPr>
      </p:pic>
    </p:spTree>
    <p:extLst>
      <p:ext uri="{BB962C8B-B14F-4D97-AF65-F5344CB8AC3E}">
        <p14:creationId xmlns:p14="http://schemas.microsoft.com/office/powerpoint/2010/main" val="427129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Bleu HEC - Page section sans image">
    <p:spTree>
      <p:nvGrpSpPr>
        <p:cNvPr id="1" name=""/>
        <p:cNvGrpSpPr/>
        <p:nvPr/>
      </p:nvGrpSpPr>
      <p:grpSpPr>
        <a:xfrm>
          <a:off x="0" y="0"/>
          <a:ext cx="0" cy="0"/>
          <a:chOff x="0" y="0"/>
          <a:chExt cx="0" cy="0"/>
        </a:xfrm>
      </p:grpSpPr>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1"/>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1"/>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500"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
        <p:nvSpPr>
          <p:cNvPr id="9" name="Rectangle 8"/>
          <p:cNvSpPr/>
          <p:nvPr/>
        </p:nvSpPr>
        <p:spPr>
          <a:xfrm>
            <a:off x="5838833" y="1429200"/>
            <a:ext cx="2826366" cy="21433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10" name="Rectangle 9"/>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Tree>
    <p:extLst>
      <p:ext uri="{BB962C8B-B14F-4D97-AF65-F5344CB8AC3E}">
        <p14:creationId xmlns:p14="http://schemas.microsoft.com/office/powerpoint/2010/main" val="1889566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urquoise - Page titre avec image ">
    <p:spTree>
      <p:nvGrpSpPr>
        <p:cNvPr id="1" name=""/>
        <p:cNvGrpSpPr/>
        <p:nvPr/>
      </p:nvGrpSpPr>
      <p:grpSpPr>
        <a:xfrm>
          <a:off x="0" y="0"/>
          <a:ext cx="0" cy="0"/>
          <a:chOff x="0" y="0"/>
          <a:chExt cx="0" cy="0"/>
        </a:xfrm>
      </p:grpSpPr>
      <p:pic>
        <p:nvPicPr>
          <p:cNvPr id="8"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3" y="1432837"/>
            <a:ext cx="8187094" cy="3795257"/>
          </a:xfrm>
          <a:prstGeom prst="rect">
            <a:avLst/>
          </a:prstGeom>
        </p:spPr>
      </p:pic>
      <p:sp>
        <p:nvSpPr>
          <p:cNvPr id="2" name="Titre 1"/>
          <p:cNvSpPr>
            <a:spLocks noGrp="1"/>
          </p:cNvSpPr>
          <p:nvPr>
            <p:ph type="ctrTitle" hasCustomPrompt="1"/>
          </p:nvPr>
        </p:nvSpPr>
        <p:spPr>
          <a:xfrm>
            <a:off x="478800" y="1429200"/>
            <a:ext cx="5274000" cy="1458000"/>
          </a:xfrm>
          <a:solidFill>
            <a:schemeClr val="accent5">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5">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5"/>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1233063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urquoise - Page titre avec fond uni">
    <p:spTree>
      <p:nvGrpSpPr>
        <p:cNvPr id="1" name=""/>
        <p:cNvGrpSpPr/>
        <p:nvPr/>
      </p:nvGrpSpPr>
      <p:grpSpPr>
        <a:xfrm>
          <a:off x="0" y="0"/>
          <a:ext cx="0" cy="0"/>
          <a:chOff x="0" y="0"/>
          <a:chExt cx="0" cy="0"/>
        </a:xfrm>
      </p:grpSpPr>
      <p:sp>
        <p:nvSpPr>
          <p:cNvPr id="4" name="Rectangle 3"/>
          <p:cNvSpPr/>
          <p:nvPr/>
        </p:nvSpPr>
        <p:spPr>
          <a:xfrm>
            <a:off x="478454" y="1429201"/>
            <a:ext cx="8187095" cy="37991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2" name="Titre 1"/>
          <p:cNvSpPr>
            <a:spLocks noGrp="1"/>
          </p:cNvSpPr>
          <p:nvPr>
            <p:ph type="ctrTitle" hasCustomPrompt="1"/>
          </p:nvPr>
        </p:nvSpPr>
        <p:spPr>
          <a:xfrm>
            <a:off x="478800" y="1429200"/>
            <a:ext cx="5274000" cy="1458000"/>
          </a:xfrm>
          <a:solidFill>
            <a:srgbClr val="00C1D5"/>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C1D5"/>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5"/>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3051744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urquoise - Page titre avec image à ajouter ">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sp>
        <p:nvSpPr>
          <p:cNvPr id="2" name="Titre 1"/>
          <p:cNvSpPr>
            <a:spLocks noGrp="1"/>
          </p:cNvSpPr>
          <p:nvPr>
            <p:ph type="ctrTitle" hasCustomPrompt="1"/>
          </p:nvPr>
        </p:nvSpPr>
        <p:spPr>
          <a:xfrm>
            <a:off x="478800" y="1429200"/>
            <a:ext cx="5274000" cy="1458000"/>
          </a:xfrm>
          <a:solidFill>
            <a:schemeClr val="accent5">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5">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8" name="Espace réservé du pied de page 10"/>
          <p:cNvSpPr>
            <a:spLocks noGrp="1"/>
          </p:cNvSpPr>
          <p:nvPr>
            <p:ph type="ftr" sz="quarter" idx="14"/>
          </p:nvPr>
        </p:nvSpPr>
        <p:spPr>
          <a:xfrm>
            <a:off x="478452" y="5028294"/>
            <a:ext cx="2789288" cy="200055"/>
          </a:xfrm>
          <a:prstGeom prst="rect">
            <a:avLst/>
          </a:prstGeom>
          <a:solidFill>
            <a:schemeClr val="accent5"/>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2299194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Turquoise - Page section avec image">
    <p:spTree>
      <p:nvGrpSpPr>
        <p:cNvPr id="1" name=""/>
        <p:cNvGrpSpPr/>
        <p:nvPr/>
      </p:nvGrpSpPr>
      <p:grpSpPr>
        <a:xfrm>
          <a:off x="0" y="0"/>
          <a:ext cx="0" cy="0"/>
          <a:chOff x="0" y="0"/>
          <a:chExt cx="0" cy="0"/>
        </a:xfrm>
      </p:grpSpPr>
      <p:pic>
        <p:nvPicPr>
          <p:cNvPr id="9" name="Image 7"/>
          <p:cNvPicPr>
            <a:picLocks noChangeAspect="1"/>
          </p:cNvPicPr>
          <p:nvPr/>
        </p:nvPicPr>
        <p:blipFill rotWithShape="1">
          <a:blip r:embed="rId2">
            <a:extLst>
              <a:ext uri="{28A0092B-C50C-407E-A947-70E740481C1C}">
                <a14:useLocalDpi xmlns:a14="http://schemas.microsoft.com/office/drawing/2010/main" val="0"/>
              </a:ext>
            </a:extLst>
          </a:blip>
          <a:srcRect l="38370" r="1"/>
          <a:stretch/>
        </p:blipFill>
        <p:spPr>
          <a:xfrm>
            <a:off x="5831633" y="1429200"/>
            <a:ext cx="2833914" cy="2143340"/>
          </a:xfrm>
          <a:prstGeom prst="rect">
            <a:avLst/>
          </a:prstGeom>
        </p:spPr>
      </p:pic>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5"/>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5"/>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178199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urquoise - Page section sans image">
    <p:spTree>
      <p:nvGrpSpPr>
        <p:cNvPr id="1" name=""/>
        <p:cNvGrpSpPr/>
        <p:nvPr/>
      </p:nvGrpSpPr>
      <p:grpSpPr>
        <a:xfrm>
          <a:off x="0" y="0"/>
          <a:ext cx="0" cy="0"/>
          <a:chOff x="0" y="0"/>
          <a:chExt cx="0" cy="0"/>
        </a:xfrm>
      </p:grpSpPr>
      <p:sp>
        <p:nvSpPr>
          <p:cNvPr id="8" name="Rectangle 7"/>
          <p:cNvSpPr/>
          <p:nvPr/>
        </p:nvSpPr>
        <p:spPr>
          <a:xfrm>
            <a:off x="5838833" y="1429200"/>
            <a:ext cx="2826366" cy="21433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5"/>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5"/>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1854302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Bleu - Page titre avec image">
    <p:spTree>
      <p:nvGrpSpPr>
        <p:cNvPr id="1" name=""/>
        <p:cNvGrpSpPr/>
        <p:nvPr/>
      </p:nvGrpSpPr>
      <p:grpSpPr>
        <a:xfrm>
          <a:off x="0" y="0"/>
          <a:ext cx="0" cy="0"/>
          <a:chOff x="0" y="0"/>
          <a:chExt cx="0" cy="0"/>
        </a:xfrm>
      </p:grpSpPr>
      <p:pic>
        <p:nvPicPr>
          <p:cNvPr id="9"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4" y="1432837"/>
            <a:ext cx="8187092" cy="3795257"/>
          </a:xfrm>
          <a:prstGeom prst="rect">
            <a:avLst/>
          </a:prstGeom>
        </p:spPr>
      </p:pic>
      <p:sp>
        <p:nvSpPr>
          <p:cNvPr id="2" name="Titre 1"/>
          <p:cNvSpPr>
            <a:spLocks noGrp="1"/>
          </p:cNvSpPr>
          <p:nvPr>
            <p:ph type="ctrTitle" hasCustomPrompt="1"/>
          </p:nvPr>
        </p:nvSpPr>
        <p:spPr>
          <a:xfrm>
            <a:off x="478800" y="1429200"/>
            <a:ext cx="5274000" cy="1458000"/>
          </a:xfrm>
          <a:solidFill>
            <a:schemeClr val="accent6">
              <a:alpha val="80000"/>
            </a:schemeClr>
          </a:solidFill>
        </p:spPr>
        <p:txBody>
          <a:bodyPr bIns="72000">
            <a:normAutofit/>
          </a:bodyPr>
          <a:lstStyle>
            <a:lvl1pPr>
              <a:defRPr sz="3000" baseline="0">
                <a:solidFill>
                  <a:schemeClr val="bg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5EB8">
              <a:alpha val="80000"/>
            </a:srgbClr>
          </a:solidFill>
        </p:spPr>
        <p:txBody>
          <a:bodyPr anchor="ctr" anchorCtr="0">
            <a:normAutofit/>
          </a:bodyPr>
          <a:lstStyle>
            <a:lvl1pPr marL="0" indent="0" algn="l">
              <a:buNone/>
              <a:defRPr sz="1500">
                <a:solidFill>
                  <a:schemeClr val="bg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8" name="Espace réservé du pied de page 10"/>
          <p:cNvSpPr>
            <a:spLocks noGrp="1"/>
          </p:cNvSpPr>
          <p:nvPr>
            <p:ph type="ftr" sz="quarter" idx="14"/>
          </p:nvPr>
        </p:nvSpPr>
        <p:spPr>
          <a:xfrm>
            <a:off x="478452" y="5028294"/>
            <a:ext cx="2789288" cy="200055"/>
          </a:xfrm>
          <a:prstGeom prst="rect">
            <a:avLst/>
          </a:prstGeom>
          <a:solidFill>
            <a:schemeClr val="accent6"/>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44783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Bleu - Page titre avec fond uni">
    <p:spTree>
      <p:nvGrpSpPr>
        <p:cNvPr id="1" name=""/>
        <p:cNvGrpSpPr/>
        <p:nvPr/>
      </p:nvGrpSpPr>
      <p:grpSpPr>
        <a:xfrm>
          <a:off x="0" y="0"/>
          <a:ext cx="0" cy="0"/>
          <a:chOff x="0" y="0"/>
          <a:chExt cx="0" cy="0"/>
        </a:xfrm>
      </p:grpSpPr>
      <p:sp>
        <p:nvSpPr>
          <p:cNvPr id="8" name="Rectangle 7"/>
          <p:cNvSpPr/>
          <p:nvPr/>
        </p:nvSpPr>
        <p:spPr>
          <a:xfrm>
            <a:off x="478454" y="1429201"/>
            <a:ext cx="8187095" cy="37991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2" name="Titre 1"/>
          <p:cNvSpPr>
            <a:spLocks noGrp="1"/>
          </p:cNvSpPr>
          <p:nvPr>
            <p:ph type="ctrTitle" hasCustomPrompt="1"/>
          </p:nvPr>
        </p:nvSpPr>
        <p:spPr>
          <a:xfrm>
            <a:off x="478800" y="1429200"/>
            <a:ext cx="5274000" cy="1458000"/>
          </a:xfrm>
          <a:solidFill>
            <a:srgbClr val="005EB8"/>
          </a:solidFill>
        </p:spPr>
        <p:txBody>
          <a:bodyPr bIns="72000">
            <a:normAutofit/>
          </a:bodyPr>
          <a:lstStyle>
            <a:lvl1pPr>
              <a:defRPr sz="3000" baseline="0">
                <a:solidFill>
                  <a:schemeClr val="bg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5EB8"/>
          </a:solidFill>
        </p:spPr>
        <p:txBody>
          <a:bodyPr anchor="ctr" anchorCtr="0">
            <a:normAutofit/>
          </a:bodyPr>
          <a:lstStyle>
            <a:lvl1pPr marL="0" indent="0" algn="l">
              <a:buNone/>
              <a:defRPr sz="1500">
                <a:solidFill>
                  <a:schemeClr val="bg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6"/>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953675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eu - Page titre avec image à ajouter ">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sp>
        <p:nvSpPr>
          <p:cNvPr id="2" name="Titre 1"/>
          <p:cNvSpPr>
            <a:spLocks noGrp="1"/>
          </p:cNvSpPr>
          <p:nvPr>
            <p:ph type="ctrTitle" hasCustomPrompt="1"/>
          </p:nvPr>
        </p:nvSpPr>
        <p:spPr>
          <a:xfrm>
            <a:off x="478800" y="1429200"/>
            <a:ext cx="5274000" cy="1458000"/>
          </a:xfrm>
          <a:solidFill>
            <a:srgbClr val="005EB8">
              <a:alpha val="80000"/>
            </a:srgbClr>
          </a:solidFill>
        </p:spPr>
        <p:txBody>
          <a:bodyPr bIns="72000">
            <a:normAutofit/>
          </a:bodyPr>
          <a:lstStyle>
            <a:lvl1pPr>
              <a:defRPr sz="3000" baseline="0">
                <a:solidFill>
                  <a:schemeClr val="bg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5EB8">
              <a:alpha val="80000"/>
            </a:srgbClr>
          </a:solidFill>
        </p:spPr>
        <p:txBody>
          <a:bodyPr anchor="ctr" anchorCtr="0">
            <a:normAutofit/>
          </a:bodyPr>
          <a:lstStyle>
            <a:lvl1pPr marL="0" indent="0" algn="l">
              <a:buNone/>
              <a:defRPr sz="1500">
                <a:solidFill>
                  <a:schemeClr val="bg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6"/>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2814782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Bleu - Page section avec images">
    <p:spTree>
      <p:nvGrpSpPr>
        <p:cNvPr id="1" name=""/>
        <p:cNvGrpSpPr/>
        <p:nvPr/>
      </p:nvGrpSpPr>
      <p:grpSpPr>
        <a:xfrm>
          <a:off x="0" y="0"/>
          <a:ext cx="0" cy="0"/>
          <a:chOff x="0" y="0"/>
          <a:chExt cx="0" cy="0"/>
        </a:xfrm>
      </p:grpSpPr>
      <p:pic>
        <p:nvPicPr>
          <p:cNvPr id="11" name="Image 7"/>
          <p:cNvPicPr>
            <a:picLocks noChangeAspect="1"/>
          </p:cNvPicPr>
          <p:nvPr/>
        </p:nvPicPr>
        <p:blipFill rotWithShape="1">
          <a:blip r:embed="rId2">
            <a:extLst>
              <a:ext uri="{28A0092B-C50C-407E-A947-70E740481C1C}">
                <a14:useLocalDpi xmlns:a14="http://schemas.microsoft.com/office/drawing/2010/main" val="0"/>
              </a:ext>
            </a:extLst>
          </a:blip>
          <a:srcRect l="38468" r="2"/>
          <a:stretch/>
        </p:blipFill>
        <p:spPr>
          <a:xfrm>
            <a:off x="5831636" y="1430373"/>
            <a:ext cx="2833565" cy="2142167"/>
          </a:xfrm>
          <a:prstGeom prst="rect">
            <a:avLst/>
          </a:prstGeom>
        </p:spPr>
      </p:pic>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6"/>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bg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6"/>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bg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l="-1" t="45960" r="75910" b="323"/>
          <a:stretch/>
        </p:blipFill>
        <p:spPr>
          <a:xfrm>
            <a:off x="478801" y="3664688"/>
            <a:ext cx="1508619" cy="1566835"/>
          </a:xfrm>
          <a:prstGeom prst="rect">
            <a:avLst/>
          </a:prstGeom>
        </p:spPr>
      </p:pic>
    </p:spTree>
    <p:extLst>
      <p:ext uri="{BB962C8B-B14F-4D97-AF65-F5344CB8AC3E}">
        <p14:creationId xmlns:p14="http://schemas.microsoft.com/office/powerpoint/2010/main" val="2912661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Bleu - Page section sans image">
    <p:spTree>
      <p:nvGrpSpPr>
        <p:cNvPr id="1" name=""/>
        <p:cNvGrpSpPr/>
        <p:nvPr/>
      </p:nvGrpSpPr>
      <p:grpSpPr>
        <a:xfrm>
          <a:off x="0" y="0"/>
          <a:ext cx="0" cy="0"/>
          <a:chOff x="0" y="0"/>
          <a:chExt cx="0" cy="0"/>
        </a:xfrm>
      </p:grpSpPr>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6"/>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bg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6"/>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bg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
        <p:nvSpPr>
          <p:cNvPr id="12" name="Rectangle 11"/>
          <p:cNvSpPr/>
          <p:nvPr/>
        </p:nvSpPr>
        <p:spPr>
          <a:xfrm>
            <a:off x="5838833" y="1429200"/>
            <a:ext cx="2826366" cy="21433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Tree>
    <p:extLst>
      <p:ext uri="{BB962C8B-B14F-4D97-AF65-F5344CB8AC3E}">
        <p14:creationId xmlns:p14="http://schemas.microsoft.com/office/powerpoint/2010/main" val="36267600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Bleu foncé - Page titre avec image ">
    <p:spTree>
      <p:nvGrpSpPr>
        <p:cNvPr id="1" name=""/>
        <p:cNvGrpSpPr/>
        <p:nvPr/>
      </p:nvGrpSpPr>
      <p:grpSpPr>
        <a:xfrm>
          <a:off x="0" y="0"/>
          <a:ext cx="0" cy="0"/>
          <a:chOff x="0" y="0"/>
          <a:chExt cx="0" cy="0"/>
        </a:xfrm>
      </p:grpSpPr>
      <p:pic>
        <p:nvPicPr>
          <p:cNvPr id="8"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4" y="1432837"/>
            <a:ext cx="8187092" cy="3795257"/>
          </a:xfrm>
          <a:prstGeom prst="rect">
            <a:avLst/>
          </a:prstGeom>
        </p:spPr>
      </p:pic>
      <p:sp>
        <p:nvSpPr>
          <p:cNvPr id="2" name="Titre 1"/>
          <p:cNvSpPr>
            <a:spLocks noGrp="1"/>
          </p:cNvSpPr>
          <p:nvPr>
            <p:ph type="ctrTitle" hasCustomPrompt="1"/>
          </p:nvPr>
        </p:nvSpPr>
        <p:spPr>
          <a:xfrm>
            <a:off x="478800" y="1429200"/>
            <a:ext cx="5274000" cy="1458000"/>
          </a:xfrm>
          <a:solidFill>
            <a:schemeClr val="accent2">
              <a:alpha val="80000"/>
            </a:schemeClr>
          </a:solidFill>
        </p:spPr>
        <p:txBody>
          <a:bodyPr bIns="72000">
            <a:normAutofit/>
          </a:bodyPr>
          <a:lstStyle>
            <a:lvl1pPr>
              <a:defRPr sz="3000" baseline="0">
                <a:solidFill>
                  <a:schemeClr val="accent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2">
              <a:alpha val="80000"/>
            </a:schemeClr>
          </a:solidFill>
        </p:spPr>
        <p:txBody>
          <a:bodyPr anchor="ctr" anchorCtr="0">
            <a:normAutofit/>
          </a:bodyPr>
          <a:lstStyle>
            <a:lvl1pPr marL="0" indent="0" algn="l">
              <a:buNone/>
              <a:defRPr sz="1500">
                <a:solidFill>
                  <a:schemeClr val="accent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2"/>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15703446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Bleu foncé - Page titre avec fond uni">
    <p:spTree>
      <p:nvGrpSpPr>
        <p:cNvPr id="1" name=""/>
        <p:cNvGrpSpPr/>
        <p:nvPr/>
      </p:nvGrpSpPr>
      <p:grpSpPr>
        <a:xfrm>
          <a:off x="0" y="0"/>
          <a:ext cx="0" cy="0"/>
          <a:chOff x="0" y="0"/>
          <a:chExt cx="0" cy="0"/>
        </a:xfrm>
      </p:grpSpPr>
      <p:sp>
        <p:nvSpPr>
          <p:cNvPr id="12" name="Rectangle 11"/>
          <p:cNvSpPr/>
          <p:nvPr/>
        </p:nvSpPr>
        <p:spPr>
          <a:xfrm>
            <a:off x="478454" y="1429201"/>
            <a:ext cx="8187095" cy="3799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Titre 1"/>
          <p:cNvSpPr>
            <a:spLocks noGrp="1"/>
          </p:cNvSpPr>
          <p:nvPr>
            <p:ph type="ctrTitle" hasCustomPrompt="1"/>
          </p:nvPr>
        </p:nvSpPr>
        <p:spPr>
          <a:xfrm>
            <a:off x="478800" y="1429200"/>
            <a:ext cx="5274000" cy="1458000"/>
          </a:xfrm>
          <a:solidFill>
            <a:srgbClr val="003C71"/>
          </a:solidFill>
        </p:spPr>
        <p:txBody>
          <a:bodyPr bIns="72000">
            <a:normAutofit/>
          </a:bodyPr>
          <a:lstStyle>
            <a:lvl1pPr>
              <a:defRPr sz="3000" baseline="0">
                <a:solidFill>
                  <a:schemeClr val="accent1"/>
                </a:solidFill>
              </a:defRPr>
            </a:lvl1pPr>
          </a:lstStyle>
          <a:p>
            <a:r>
              <a:rPr lang="fr-FR" dirty="0"/>
              <a:t>Titre de la séance </a:t>
            </a:r>
            <a:endParaRPr lang="fr-CA" dirty="0"/>
          </a:p>
        </p:txBody>
      </p:sp>
      <p:sp>
        <p:nvSpPr>
          <p:cNvPr id="10" name="Sous-titre 2"/>
          <p:cNvSpPr>
            <a:spLocks noGrp="1"/>
          </p:cNvSpPr>
          <p:nvPr>
            <p:ph type="subTitle" idx="1" hasCustomPrompt="1"/>
          </p:nvPr>
        </p:nvSpPr>
        <p:spPr>
          <a:xfrm>
            <a:off x="478800" y="2962656"/>
            <a:ext cx="5266800" cy="402336"/>
          </a:xfrm>
          <a:solidFill>
            <a:srgbClr val="003C71"/>
          </a:solidFill>
        </p:spPr>
        <p:txBody>
          <a:bodyPr anchor="ctr" anchorCtr="0">
            <a:normAutofit/>
          </a:bodyPr>
          <a:lstStyle>
            <a:lvl1pPr marL="0" indent="0" algn="l">
              <a:buNone/>
              <a:defRPr sz="1500">
                <a:solidFill>
                  <a:schemeClr val="accent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sp>
        <p:nvSpPr>
          <p:cNvPr id="8" name="Espace réservé du pied de page 10"/>
          <p:cNvSpPr>
            <a:spLocks noGrp="1"/>
          </p:cNvSpPr>
          <p:nvPr>
            <p:ph type="ftr" sz="quarter" idx="14"/>
          </p:nvPr>
        </p:nvSpPr>
        <p:spPr>
          <a:xfrm>
            <a:off x="478452" y="5028294"/>
            <a:ext cx="2789288" cy="200055"/>
          </a:xfrm>
          <a:prstGeom prst="rect">
            <a:avLst/>
          </a:prstGeom>
          <a:solidFill>
            <a:schemeClr val="accent2"/>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30282744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Bleu foncé - Page titre avec image à ajouter">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Titre 1"/>
          <p:cNvSpPr>
            <a:spLocks noGrp="1"/>
          </p:cNvSpPr>
          <p:nvPr>
            <p:ph type="ctrTitle" hasCustomPrompt="1"/>
          </p:nvPr>
        </p:nvSpPr>
        <p:spPr>
          <a:xfrm>
            <a:off x="478800" y="1429200"/>
            <a:ext cx="5274000" cy="1458000"/>
          </a:xfrm>
          <a:solidFill>
            <a:schemeClr val="accent2">
              <a:alpha val="80000"/>
            </a:schemeClr>
          </a:solidFill>
        </p:spPr>
        <p:txBody>
          <a:bodyPr bIns="72000">
            <a:normAutofit/>
          </a:bodyPr>
          <a:lstStyle>
            <a:lvl1pPr>
              <a:defRPr sz="3000" baseline="0">
                <a:solidFill>
                  <a:schemeClr val="accent1"/>
                </a:solidFill>
              </a:defRPr>
            </a:lvl1pPr>
          </a:lstStyle>
          <a:p>
            <a:r>
              <a:rPr lang="fr-FR" dirty="0"/>
              <a:t>Titre de la séance </a:t>
            </a:r>
            <a:endParaRPr lang="fr-CA" dirty="0"/>
          </a:p>
        </p:txBody>
      </p:sp>
      <p:sp>
        <p:nvSpPr>
          <p:cNvPr id="10" name="Sous-titre 2"/>
          <p:cNvSpPr>
            <a:spLocks noGrp="1"/>
          </p:cNvSpPr>
          <p:nvPr>
            <p:ph type="subTitle" idx="1" hasCustomPrompt="1"/>
          </p:nvPr>
        </p:nvSpPr>
        <p:spPr>
          <a:xfrm>
            <a:off x="478800" y="2962656"/>
            <a:ext cx="5266800" cy="402336"/>
          </a:xfrm>
          <a:solidFill>
            <a:schemeClr val="accent2">
              <a:alpha val="80000"/>
            </a:schemeClr>
          </a:solidFill>
        </p:spPr>
        <p:txBody>
          <a:bodyPr anchor="ctr" anchorCtr="0">
            <a:normAutofit/>
          </a:bodyPr>
          <a:lstStyle>
            <a:lvl1pPr marL="0" indent="0" algn="l">
              <a:buNone/>
              <a:defRPr sz="1500">
                <a:solidFill>
                  <a:schemeClr val="accent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sp>
        <p:nvSpPr>
          <p:cNvPr id="8" name="Espace réservé du pied de page 10"/>
          <p:cNvSpPr>
            <a:spLocks noGrp="1"/>
          </p:cNvSpPr>
          <p:nvPr>
            <p:ph type="ftr" sz="quarter" idx="14"/>
          </p:nvPr>
        </p:nvSpPr>
        <p:spPr>
          <a:xfrm>
            <a:off x="478452" y="5028294"/>
            <a:ext cx="2789288" cy="200055"/>
          </a:xfrm>
          <a:prstGeom prst="rect">
            <a:avLst/>
          </a:prstGeom>
          <a:solidFill>
            <a:schemeClr val="accent2"/>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14549268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Bleu foncé - Page section avec image ">
    <p:spTree>
      <p:nvGrpSpPr>
        <p:cNvPr id="1" name=""/>
        <p:cNvGrpSpPr/>
        <p:nvPr/>
      </p:nvGrpSpPr>
      <p:grpSpPr>
        <a:xfrm>
          <a:off x="0" y="0"/>
          <a:ext cx="0" cy="0"/>
          <a:chOff x="0" y="0"/>
          <a:chExt cx="0" cy="0"/>
        </a:xfrm>
      </p:grpSpPr>
      <p:pic>
        <p:nvPicPr>
          <p:cNvPr id="10" name="Image 7"/>
          <p:cNvPicPr>
            <a:picLocks noChangeAspect="1"/>
          </p:cNvPicPr>
          <p:nvPr/>
        </p:nvPicPr>
        <p:blipFill rotWithShape="1">
          <a:blip r:embed="rId2">
            <a:extLst>
              <a:ext uri="{28A0092B-C50C-407E-A947-70E740481C1C}">
                <a14:useLocalDpi xmlns:a14="http://schemas.microsoft.com/office/drawing/2010/main" val="0"/>
              </a:ext>
            </a:extLst>
          </a:blip>
          <a:srcRect l="38916" b="837"/>
          <a:stretch/>
        </p:blipFill>
        <p:spPr>
          <a:xfrm>
            <a:off x="5831635" y="1432838"/>
            <a:ext cx="2833913" cy="2139703"/>
          </a:xfrm>
          <a:prstGeom prst="rect">
            <a:avLst/>
          </a:prstGeom>
        </p:spPr>
      </p:pic>
      <p:sp>
        <p:nvSpPr>
          <p:cNvPr id="5" name="Rectangle 4"/>
          <p:cNvSpPr/>
          <p:nvPr/>
        </p:nvSpPr>
        <p:spPr>
          <a:xfrm>
            <a:off x="478800" y="3664688"/>
            <a:ext cx="1508620" cy="15668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2"/>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2"/>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20803156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Bleu foncé - Page section sans image">
    <p:spTree>
      <p:nvGrpSpPr>
        <p:cNvPr id="1" name=""/>
        <p:cNvGrpSpPr/>
        <p:nvPr/>
      </p:nvGrpSpPr>
      <p:grpSpPr>
        <a:xfrm>
          <a:off x="0" y="0"/>
          <a:ext cx="0" cy="0"/>
          <a:chOff x="0" y="0"/>
          <a:chExt cx="0" cy="0"/>
        </a:xfrm>
      </p:grpSpPr>
      <p:sp>
        <p:nvSpPr>
          <p:cNvPr id="8" name="Rectangle 7"/>
          <p:cNvSpPr/>
          <p:nvPr/>
        </p:nvSpPr>
        <p:spPr>
          <a:xfrm>
            <a:off x="5838833" y="1429200"/>
            <a:ext cx="2826366" cy="2143340"/>
          </a:xfrm>
          <a:prstGeom prst="rect">
            <a:avLst/>
          </a:prstGeom>
          <a:solidFill>
            <a:srgbClr val="009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5" name="Rectangle 4"/>
          <p:cNvSpPr/>
          <p:nvPr/>
        </p:nvSpPr>
        <p:spPr>
          <a:xfrm>
            <a:off x="478800" y="3664688"/>
            <a:ext cx="1508620" cy="15668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2"/>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2"/>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42362816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numéro de diapositive 5"/>
          <p:cNvSpPr>
            <a:spLocks noGrp="1"/>
          </p:cNvSpPr>
          <p:nvPr>
            <p:ph type="sldNum" sz="quarter" idx="12"/>
          </p:nvPr>
        </p:nvSpPr>
        <p:spPr>
          <a:xfrm>
            <a:off x="372474" y="5384996"/>
            <a:ext cx="464400" cy="136800"/>
          </a:xfrm>
          <a:prstGeom prst="rect">
            <a:avLst/>
          </a:prstGeom>
        </p:spPr>
        <p:txBody>
          <a:bodyPr anchor="t"/>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4" name="Rectangle 3" descr="Marbre liquide blanc et or">
            <a:extLst>
              <a:ext uri="{FF2B5EF4-FFF2-40B4-BE49-F238E27FC236}">
                <a16:creationId xmlns:a16="http://schemas.microsoft.com/office/drawing/2014/main" id="{1BC673FF-D799-55C7-711F-D54B5A8FD60A}"/>
              </a:ext>
            </a:extLst>
          </p:cNvPr>
          <p:cNvSpPr/>
          <p:nvPr userDrawn="1"/>
        </p:nvSpPr>
        <p:spPr>
          <a:xfrm>
            <a:off x="0" y="0"/>
            <a:ext cx="78232" cy="5715000"/>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9" name="Rectangle 8" descr="Marbre liquide blanc et or">
            <a:extLst>
              <a:ext uri="{FF2B5EF4-FFF2-40B4-BE49-F238E27FC236}">
                <a16:creationId xmlns:a16="http://schemas.microsoft.com/office/drawing/2014/main" id="{E3A552FD-B3CA-91CF-AA89-BF8F9B1766AA}"/>
              </a:ext>
            </a:extLst>
          </p:cNvPr>
          <p:cNvSpPr/>
          <p:nvPr userDrawn="1"/>
        </p:nvSpPr>
        <p:spPr>
          <a:xfrm>
            <a:off x="9065766" y="0"/>
            <a:ext cx="78233" cy="5715000"/>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0" name="Rectangle 9" descr="Marbre liquide blanc et or">
            <a:extLst>
              <a:ext uri="{FF2B5EF4-FFF2-40B4-BE49-F238E27FC236}">
                <a16:creationId xmlns:a16="http://schemas.microsoft.com/office/drawing/2014/main" id="{798E5CFE-F843-59D8-4C60-15BE6AD7A562}"/>
              </a:ext>
            </a:extLst>
          </p:cNvPr>
          <p:cNvSpPr/>
          <p:nvPr userDrawn="1"/>
        </p:nvSpPr>
        <p:spPr>
          <a:xfrm rot="5400000">
            <a:off x="4529582" y="-4490897"/>
            <a:ext cx="45719" cy="9026651"/>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17899256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itre et contenu">
    <p:spTree>
      <p:nvGrpSpPr>
        <p:cNvPr id="1" name=""/>
        <p:cNvGrpSpPr/>
        <p:nvPr/>
      </p:nvGrpSpPr>
      <p:grpSpPr>
        <a:xfrm>
          <a:off x="0" y="0"/>
          <a:ext cx="0" cy="0"/>
          <a:chOff x="0" y="0"/>
          <a:chExt cx="0" cy="0"/>
        </a:xfrm>
      </p:grpSpPr>
      <p:pic>
        <p:nvPicPr>
          <p:cNvPr id="17" name="Image 16" descr="Une image contenant motif, tissu, girafe&#10;&#10;Le contenu généré par l’IA peut être incorrect.">
            <a:extLst>
              <a:ext uri="{FF2B5EF4-FFF2-40B4-BE49-F238E27FC236}">
                <a16:creationId xmlns:a16="http://schemas.microsoft.com/office/drawing/2014/main" id="{8ABDB5D2-CDDF-EF93-42A1-53DAEA1DBCF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b="5534"/>
          <a:stretch>
            <a:fillRect/>
          </a:stretch>
        </p:blipFill>
        <p:spPr>
          <a:xfrm>
            <a:off x="0" y="-78231"/>
            <a:ext cx="9144001" cy="5758305"/>
          </a:xfrm>
          <a:prstGeom prst="rect">
            <a:avLst/>
          </a:prstGeom>
        </p:spPr>
      </p:pic>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96649246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4_Titre et contenu">
    <p:spTree>
      <p:nvGrpSpPr>
        <p:cNvPr id="1" name=""/>
        <p:cNvGrpSpPr/>
        <p:nvPr/>
      </p:nvGrpSpPr>
      <p:grpSpPr>
        <a:xfrm>
          <a:off x="0" y="0"/>
          <a:ext cx="0" cy="0"/>
          <a:chOff x="0" y="0"/>
          <a:chExt cx="0" cy="0"/>
        </a:xfrm>
      </p:grpSpPr>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2" name="Image 1" descr="Une image contenant motif, tissu, girafe&#10;&#10;Le contenu généré par l’IA peut être incorrect.">
            <a:extLst>
              <a:ext uri="{FF2B5EF4-FFF2-40B4-BE49-F238E27FC236}">
                <a16:creationId xmlns:a16="http://schemas.microsoft.com/office/drawing/2014/main" id="{8DBB0CB2-4018-A5EF-305D-9C1B5AE0886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r="97638" b="5534"/>
          <a:stretch>
            <a:fillRect/>
          </a:stretch>
        </p:blipFill>
        <p:spPr>
          <a:xfrm>
            <a:off x="0" y="0"/>
            <a:ext cx="215900" cy="5758305"/>
          </a:xfrm>
          <a:prstGeom prst="rect">
            <a:avLst/>
          </a:prstGeom>
        </p:spPr>
      </p:pic>
    </p:spTree>
    <p:extLst>
      <p:ext uri="{BB962C8B-B14F-4D97-AF65-F5344CB8AC3E}">
        <p14:creationId xmlns:p14="http://schemas.microsoft.com/office/powerpoint/2010/main" val="2213843181"/>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3_Titre et contenu">
    <p:spTree>
      <p:nvGrpSpPr>
        <p:cNvPr id="1" name=""/>
        <p:cNvGrpSpPr/>
        <p:nvPr/>
      </p:nvGrpSpPr>
      <p:grpSpPr>
        <a:xfrm>
          <a:off x="0" y="0"/>
          <a:ext cx="0" cy="0"/>
          <a:chOff x="0" y="0"/>
          <a:chExt cx="0" cy="0"/>
        </a:xfrm>
      </p:grpSpPr>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4" name="Rectangle 3" descr="Marbre liquide blanc et or">
            <a:extLst>
              <a:ext uri="{FF2B5EF4-FFF2-40B4-BE49-F238E27FC236}">
                <a16:creationId xmlns:a16="http://schemas.microsoft.com/office/drawing/2014/main" id="{1BC673FF-D799-55C7-711F-D54B5A8FD60A}"/>
              </a:ext>
            </a:extLst>
          </p:cNvPr>
          <p:cNvSpPr/>
          <p:nvPr userDrawn="1"/>
        </p:nvSpPr>
        <p:spPr>
          <a:xfrm>
            <a:off x="-1" y="17462"/>
            <a:ext cx="9144001" cy="5680075"/>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96206073"/>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_Titre et contenu">
    <p:spTree>
      <p:nvGrpSpPr>
        <p:cNvPr id="1" name=""/>
        <p:cNvGrpSpPr/>
        <p:nvPr/>
      </p:nvGrpSpPr>
      <p:grpSpPr>
        <a:xfrm>
          <a:off x="0" y="0"/>
          <a:ext cx="0" cy="0"/>
          <a:chOff x="0" y="0"/>
          <a:chExt cx="0" cy="0"/>
        </a:xfrm>
      </p:grpSpPr>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4" name="Rectangle 3" descr="Marbre liquide blanc et or">
            <a:extLst>
              <a:ext uri="{FF2B5EF4-FFF2-40B4-BE49-F238E27FC236}">
                <a16:creationId xmlns:a16="http://schemas.microsoft.com/office/drawing/2014/main" id="{1BC673FF-D799-55C7-711F-D54B5A8FD60A}"/>
              </a:ext>
            </a:extLst>
          </p:cNvPr>
          <p:cNvSpPr/>
          <p:nvPr userDrawn="1"/>
        </p:nvSpPr>
        <p:spPr>
          <a:xfrm rot="5400000">
            <a:off x="-2725738" y="2725738"/>
            <a:ext cx="5680075" cy="228601"/>
          </a:xfrm>
          <a:prstGeom prst="rect">
            <a:avLst/>
          </a:prstGeom>
          <a:blipFill dpi="0" rotWithShape="1">
            <a:blip r:embed="rId2">
              <a:extLst>
                <a:ext uri="{28A0092B-C50C-407E-A947-70E740481C1C}">
                  <a14:useLocalDpi xmlns:a14="http://schemas.microsoft.com/office/drawing/2010/main" val="0"/>
                </a:ext>
              </a:extLst>
            </a:blip>
            <a:srcRect/>
            <a:stretch>
              <a:fillRect t="-467432" r="-60984" b="-6749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0531171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re et image">
    <p:spTree>
      <p:nvGrpSpPr>
        <p:cNvPr id="1" name=""/>
        <p:cNvGrpSpPr/>
        <p:nvPr/>
      </p:nvGrpSpPr>
      <p:grpSpPr>
        <a:xfrm>
          <a:off x="0" y="0"/>
          <a:ext cx="0" cy="0"/>
          <a:chOff x="0" y="0"/>
          <a:chExt cx="0" cy="0"/>
        </a:xfrm>
      </p:grpSpPr>
      <p:sp>
        <p:nvSpPr>
          <p:cNvPr id="4" name="Espace réservé pour une image  3"/>
          <p:cNvSpPr>
            <a:spLocks noGrp="1"/>
          </p:cNvSpPr>
          <p:nvPr>
            <p:ph type="pic" sz="quarter" idx="10"/>
          </p:nvPr>
        </p:nvSpPr>
        <p:spPr>
          <a:xfrm>
            <a:off x="479425" y="1224000"/>
            <a:ext cx="8185150" cy="3999600"/>
          </a:xfrm>
        </p:spPr>
        <p:txBody>
          <a:bodyPr anchor="ctr"/>
          <a:lstStyle>
            <a:lvl1pPr marL="0" indent="0" algn="ctr">
              <a:buNone/>
              <a:defRPr/>
            </a:lvl1pPr>
          </a:lstStyle>
          <a:p>
            <a:r>
              <a:rPr lang="fr-FR"/>
              <a:t>Cliquez sur l'icône pour ajouter une image</a:t>
            </a:r>
            <a:endParaRPr lang="fr-CA" dirty="0"/>
          </a:p>
        </p:txBody>
      </p:sp>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3" name="Espace réservé du numéro de diapositive 2"/>
          <p:cNvSpPr>
            <a:spLocks noGrp="1"/>
          </p:cNvSpPr>
          <p:nvPr>
            <p:ph type="sldNum" sz="quarter" idx="12"/>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427857389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re et 2 contenus">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78454" y="1224000"/>
            <a:ext cx="4017347" cy="3999600"/>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4" name="Espace réservé du contenu 3"/>
          <p:cNvSpPr>
            <a:spLocks noGrp="1"/>
          </p:cNvSpPr>
          <p:nvPr>
            <p:ph sz="half" idx="2"/>
          </p:nvPr>
        </p:nvSpPr>
        <p:spPr>
          <a:xfrm>
            <a:off x="4648200" y="1224000"/>
            <a:ext cx="4017000" cy="3999600"/>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pied de page 5"/>
          <p:cNvSpPr>
            <a:spLocks noGrp="1"/>
          </p:cNvSpPr>
          <p:nvPr>
            <p:ph type="ftr" sz="quarter" idx="10"/>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7" name="Espace réservé du numéro de diapositive 6"/>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2918174419"/>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re et 2 images">
    <p:spTree>
      <p:nvGrpSpPr>
        <p:cNvPr id="1" name=""/>
        <p:cNvGrpSpPr/>
        <p:nvPr/>
      </p:nvGrpSpPr>
      <p:grpSpPr>
        <a:xfrm>
          <a:off x="0" y="0"/>
          <a:ext cx="0" cy="0"/>
          <a:chOff x="0" y="0"/>
          <a:chExt cx="0" cy="0"/>
        </a:xfrm>
      </p:grpSpPr>
      <p:sp>
        <p:nvSpPr>
          <p:cNvPr id="7" name="Espace réservé pour une image  5"/>
          <p:cNvSpPr>
            <a:spLocks noGrp="1"/>
          </p:cNvSpPr>
          <p:nvPr>
            <p:ph type="pic" sz="quarter" idx="11"/>
          </p:nvPr>
        </p:nvSpPr>
        <p:spPr>
          <a:xfrm>
            <a:off x="4647238" y="1224000"/>
            <a:ext cx="4017962" cy="3999600"/>
          </a:xfrm>
        </p:spPr>
        <p:txBody>
          <a:bodyPr anchor="ctr"/>
          <a:lstStyle>
            <a:lvl1pPr marL="0" indent="0" algn="ctr">
              <a:buFontTx/>
              <a:buNone/>
              <a:defRPr/>
            </a:lvl1pPr>
          </a:lstStyle>
          <a:p>
            <a:r>
              <a:rPr lang="fr-FR"/>
              <a:t>Cliquez sur l'icône pour ajouter une image</a:t>
            </a:r>
            <a:endParaRPr lang="fr-CA" dirty="0"/>
          </a:p>
        </p:txBody>
      </p:sp>
      <p:sp>
        <p:nvSpPr>
          <p:cNvPr id="6" name="Espace réservé pour une image  5"/>
          <p:cNvSpPr>
            <a:spLocks noGrp="1"/>
          </p:cNvSpPr>
          <p:nvPr>
            <p:ph type="pic" sz="quarter" idx="10"/>
          </p:nvPr>
        </p:nvSpPr>
        <p:spPr>
          <a:xfrm>
            <a:off x="477838" y="1224000"/>
            <a:ext cx="4017962" cy="3999600"/>
          </a:xfrm>
        </p:spPr>
        <p:txBody>
          <a:bodyPr anchor="ctr"/>
          <a:lstStyle>
            <a:lvl1pPr marL="0" indent="0" algn="ctr">
              <a:buFontTx/>
              <a:buNone/>
              <a:defRPr/>
            </a:lvl1pPr>
          </a:lstStyle>
          <a:p>
            <a:r>
              <a:rPr lang="fr-FR"/>
              <a:t>Cliquez sur l'icône pour ajouter une image</a:t>
            </a:r>
            <a:endParaRPr lang="fr-CA" dirty="0"/>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4" name="Espace réservé du numéro de diapositive 3"/>
          <p:cNvSpPr>
            <a:spLocks noGrp="1"/>
          </p:cNvSpPr>
          <p:nvPr>
            <p:ph type="sldNum" sz="quarter" idx="13"/>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236796621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re et 3 images">
    <p:spTree>
      <p:nvGrpSpPr>
        <p:cNvPr id="1" name=""/>
        <p:cNvGrpSpPr/>
        <p:nvPr/>
      </p:nvGrpSpPr>
      <p:grpSpPr>
        <a:xfrm>
          <a:off x="0" y="0"/>
          <a:ext cx="0" cy="0"/>
          <a:chOff x="0" y="0"/>
          <a:chExt cx="0" cy="0"/>
        </a:xfrm>
      </p:grpSpPr>
      <p:sp>
        <p:nvSpPr>
          <p:cNvPr id="6" name="Espace réservé pour une image  5"/>
          <p:cNvSpPr>
            <a:spLocks noGrp="1"/>
          </p:cNvSpPr>
          <p:nvPr>
            <p:ph type="pic" sz="quarter" idx="10"/>
          </p:nvPr>
        </p:nvSpPr>
        <p:spPr>
          <a:xfrm>
            <a:off x="477838" y="1224000"/>
            <a:ext cx="2646882" cy="3999600"/>
          </a:xfrm>
        </p:spPr>
        <p:txBody>
          <a:bodyPr anchor="ctr"/>
          <a:lstStyle>
            <a:lvl1pPr marL="0" indent="0" algn="ctr">
              <a:buFontTx/>
              <a:buNone/>
              <a:defRPr/>
            </a:lvl1pPr>
          </a:lstStyle>
          <a:p>
            <a:r>
              <a:rPr lang="fr-FR"/>
              <a:t>Cliquez sur l'icône pour ajouter une image</a:t>
            </a:r>
            <a:endParaRPr lang="fr-CA" dirty="0"/>
          </a:p>
        </p:txBody>
      </p:sp>
      <p:sp>
        <p:nvSpPr>
          <p:cNvPr id="5" name="Espace réservé pour une image  5"/>
          <p:cNvSpPr>
            <a:spLocks noGrp="1"/>
          </p:cNvSpPr>
          <p:nvPr>
            <p:ph type="pic" sz="quarter" idx="11"/>
          </p:nvPr>
        </p:nvSpPr>
        <p:spPr>
          <a:xfrm>
            <a:off x="3242928" y="1224000"/>
            <a:ext cx="2646882" cy="3999600"/>
          </a:xfrm>
        </p:spPr>
        <p:txBody>
          <a:bodyPr anchor="ctr"/>
          <a:lstStyle>
            <a:lvl1pPr marL="0" indent="0" algn="ctr">
              <a:buFontTx/>
              <a:buNone/>
              <a:defRPr/>
            </a:lvl1pPr>
          </a:lstStyle>
          <a:p>
            <a:r>
              <a:rPr lang="fr-FR"/>
              <a:t>Cliquez sur l'icône pour ajouter une image</a:t>
            </a:r>
            <a:endParaRPr lang="fr-CA" dirty="0"/>
          </a:p>
        </p:txBody>
      </p:sp>
      <p:sp>
        <p:nvSpPr>
          <p:cNvPr id="8" name="Espace réservé pour une image  5"/>
          <p:cNvSpPr>
            <a:spLocks noGrp="1"/>
          </p:cNvSpPr>
          <p:nvPr>
            <p:ph type="pic" sz="quarter" idx="12"/>
          </p:nvPr>
        </p:nvSpPr>
        <p:spPr>
          <a:xfrm>
            <a:off x="6008018" y="1224000"/>
            <a:ext cx="2646882" cy="3999600"/>
          </a:xfrm>
        </p:spPr>
        <p:txBody>
          <a:bodyPr anchor="ctr"/>
          <a:lstStyle>
            <a:lvl1pPr marL="0" indent="0" algn="ctr">
              <a:buFontTx/>
              <a:buNone/>
              <a:defRPr/>
            </a:lvl1pPr>
          </a:lstStyle>
          <a:p>
            <a:r>
              <a:rPr lang="fr-FR"/>
              <a:t>Cliquez sur l'icône pour ajouter une image</a:t>
            </a:r>
            <a:endParaRPr lang="fr-CA" dirty="0"/>
          </a:p>
        </p:txBody>
      </p:sp>
      <p:sp>
        <p:nvSpPr>
          <p:cNvPr id="9"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2" name="Espace réservé du pied de page 1"/>
          <p:cNvSpPr>
            <a:spLocks noGrp="1"/>
          </p:cNvSpPr>
          <p:nvPr>
            <p:ph type="ftr" sz="quarter" idx="13"/>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3" name="Espace réservé du numéro de diapositive 2"/>
          <p:cNvSpPr>
            <a:spLocks noGrp="1"/>
          </p:cNvSpPr>
          <p:nvPr>
            <p:ph type="sldNum" sz="quarter" idx="14"/>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3708791818"/>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re et 4 images">
    <p:spTree>
      <p:nvGrpSpPr>
        <p:cNvPr id="1" name=""/>
        <p:cNvGrpSpPr/>
        <p:nvPr/>
      </p:nvGrpSpPr>
      <p:grpSpPr>
        <a:xfrm>
          <a:off x="0" y="0"/>
          <a:ext cx="0" cy="0"/>
          <a:chOff x="0" y="0"/>
          <a:chExt cx="0" cy="0"/>
        </a:xfrm>
      </p:grpSpPr>
      <p:sp>
        <p:nvSpPr>
          <p:cNvPr id="6" name="Espace réservé pour une image  5"/>
          <p:cNvSpPr>
            <a:spLocks noGrp="1"/>
          </p:cNvSpPr>
          <p:nvPr>
            <p:ph type="pic" sz="quarter" idx="10"/>
          </p:nvPr>
        </p:nvSpPr>
        <p:spPr>
          <a:xfrm>
            <a:off x="477836" y="1225910"/>
            <a:ext cx="4023280" cy="1944000"/>
          </a:xfrm>
        </p:spPr>
        <p:txBody>
          <a:bodyPr anchor="ctr"/>
          <a:lstStyle>
            <a:lvl1pPr marL="0" indent="0" algn="ctr">
              <a:buFontTx/>
              <a:buNone/>
              <a:defRPr/>
            </a:lvl1pPr>
          </a:lstStyle>
          <a:p>
            <a:r>
              <a:rPr lang="fr-FR"/>
              <a:t>Cliquez sur l'icône pour ajouter une image</a:t>
            </a:r>
            <a:endParaRPr lang="fr-CA" dirty="0"/>
          </a:p>
        </p:txBody>
      </p:sp>
      <p:sp>
        <p:nvSpPr>
          <p:cNvPr id="9" name="Espace réservé pour une image  5"/>
          <p:cNvSpPr>
            <a:spLocks noGrp="1"/>
          </p:cNvSpPr>
          <p:nvPr>
            <p:ph type="pic" sz="quarter" idx="13"/>
          </p:nvPr>
        </p:nvSpPr>
        <p:spPr>
          <a:xfrm>
            <a:off x="4635797" y="1225909"/>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20" name="Espace réservé pour une image  5"/>
          <p:cNvSpPr>
            <a:spLocks noGrp="1"/>
          </p:cNvSpPr>
          <p:nvPr>
            <p:ph type="pic" sz="quarter" idx="14"/>
          </p:nvPr>
        </p:nvSpPr>
        <p:spPr>
          <a:xfrm>
            <a:off x="477836" y="3285738"/>
            <a:ext cx="4023280" cy="1944000"/>
          </a:xfrm>
        </p:spPr>
        <p:txBody>
          <a:bodyPr anchor="ctr"/>
          <a:lstStyle>
            <a:lvl1pPr marL="0" indent="0" algn="ctr">
              <a:buFontTx/>
              <a:buNone/>
              <a:defRPr/>
            </a:lvl1pPr>
          </a:lstStyle>
          <a:p>
            <a:r>
              <a:rPr lang="fr-FR"/>
              <a:t>Cliquez sur l'icône pour ajouter une image</a:t>
            </a:r>
            <a:endParaRPr lang="fr-CA" dirty="0"/>
          </a:p>
        </p:txBody>
      </p:sp>
      <p:sp>
        <p:nvSpPr>
          <p:cNvPr id="21" name="Espace réservé pour une image  5"/>
          <p:cNvSpPr>
            <a:spLocks noGrp="1"/>
          </p:cNvSpPr>
          <p:nvPr>
            <p:ph type="pic" sz="quarter" idx="15"/>
          </p:nvPr>
        </p:nvSpPr>
        <p:spPr>
          <a:xfrm>
            <a:off x="4635797" y="3285737"/>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8"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3" name="Espace réservé du numéro de diapositive 2"/>
          <p:cNvSpPr>
            <a:spLocks noGrp="1"/>
          </p:cNvSpPr>
          <p:nvPr>
            <p:ph type="sldNum" sz="quarter" idx="17"/>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10"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330887965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re, texte et 2 images ">
    <p:spTree>
      <p:nvGrpSpPr>
        <p:cNvPr id="1" name=""/>
        <p:cNvGrpSpPr/>
        <p:nvPr/>
      </p:nvGrpSpPr>
      <p:grpSpPr>
        <a:xfrm>
          <a:off x="0" y="0"/>
          <a:ext cx="0" cy="0"/>
          <a:chOff x="0" y="0"/>
          <a:chExt cx="0" cy="0"/>
        </a:xfrm>
      </p:grpSpPr>
      <p:sp>
        <p:nvSpPr>
          <p:cNvPr id="12" name="Espace réservé du texte 4"/>
          <p:cNvSpPr>
            <a:spLocks noGrp="1"/>
          </p:cNvSpPr>
          <p:nvPr>
            <p:ph type="body" sz="quarter" idx="17"/>
          </p:nvPr>
        </p:nvSpPr>
        <p:spPr>
          <a:xfrm>
            <a:off x="477838" y="3285737"/>
            <a:ext cx="4022725" cy="1954438"/>
          </a:xfrm>
        </p:spPr>
        <p:txBody>
          <a:bodyPr>
            <a:noAutofit/>
          </a:bodyPr>
          <a:lstStyle>
            <a:lvl1pPr>
              <a:defRPr sz="2000"/>
            </a:lvl1pPr>
            <a:lvl2pPr>
              <a:defRPr sz="2000"/>
            </a:lvl2pPr>
            <a:lvl3pPr>
              <a:defRPr sz="2000"/>
            </a:lvl3pPr>
            <a:lvl4pPr>
              <a:defRPr sz="2000"/>
            </a:lvl4pPr>
            <a:lvl5pPr>
              <a:defRPr sz="2000"/>
            </a:lvl5pPr>
          </a:lstStyle>
          <a:p>
            <a:pPr lvl="0"/>
            <a:r>
              <a:rPr lang="fr-FR"/>
              <a:t>Modifiez les styles du texte du masque</a:t>
            </a:r>
          </a:p>
          <a:p>
            <a:pPr lvl="1"/>
            <a:r>
              <a:rPr lang="fr-FR"/>
              <a:t>Deuxième niveau</a:t>
            </a:r>
          </a:p>
          <a:p>
            <a:pPr lvl="2"/>
            <a:r>
              <a:rPr lang="fr-FR"/>
              <a:t>Troisième niveau</a:t>
            </a:r>
          </a:p>
        </p:txBody>
      </p:sp>
      <p:sp>
        <p:nvSpPr>
          <p:cNvPr id="5" name="Espace réservé du texte 4"/>
          <p:cNvSpPr>
            <a:spLocks noGrp="1"/>
          </p:cNvSpPr>
          <p:nvPr>
            <p:ph type="body" sz="quarter" idx="16"/>
          </p:nvPr>
        </p:nvSpPr>
        <p:spPr>
          <a:xfrm>
            <a:off x="477840" y="1225910"/>
            <a:ext cx="4022725" cy="1943999"/>
          </a:xfrm>
        </p:spPr>
        <p:txBody>
          <a:bodyPr>
            <a:noAutofit/>
          </a:bodyPr>
          <a:lstStyle>
            <a:lvl1pPr>
              <a:defRPr sz="2000"/>
            </a:lvl1pPr>
            <a:lvl2pPr>
              <a:defRPr sz="2000"/>
            </a:lvl2pPr>
            <a:lvl3pPr>
              <a:defRPr sz="2000"/>
            </a:lvl3pPr>
            <a:lvl4pPr>
              <a:defRPr sz="2000"/>
            </a:lvl4pPr>
            <a:lvl5pPr>
              <a:defRPr sz="2000"/>
            </a:lvl5pPr>
          </a:lstStyle>
          <a:p>
            <a:pPr lvl="0"/>
            <a:r>
              <a:rPr lang="fr-FR"/>
              <a:t>Modifiez les styles du texte du masque</a:t>
            </a:r>
          </a:p>
          <a:p>
            <a:pPr lvl="1"/>
            <a:r>
              <a:rPr lang="fr-FR"/>
              <a:t>Deuxième niveau</a:t>
            </a:r>
          </a:p>
          <a:p>
            <a:pPr lvl="2"/>
            <a:r>
              <a:rPr lang="fr-FR"/>
              <a:t>Troisième niveau</a:t>
            </a:r>
          </a:p>
        </p:txBody>
      </p:sp>
      <p:sp>
        <p:nvSpPr>
          <p:cNvPr id="8"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10" name="Espace réservé pour une image  5"/>
          <p:cNvSpPr>
            <a:spLocks noGrp="1"/>
          </p:cNvSpPr>
          <p:nvPr>
            <p:ph type="pic" sz="quarter" idx="13"/>
          </p:nvPr>
        </p:nvSpPr>
        <p:spPr>
          <a:xfrm>
            <a:off x="4635797" y="1225909"/>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11" name="Espace réservé pour une image  5"/>
          <p:cNvSpPr>
            <a:spLocks noGrp="1"/>
          </p:cNvSpPr>
          <p:nvPr>
            <p:ph type="pic" sz="quarter" idx="15"/>
          </p:nvPr>
        </p:nvSpPr>
        <p:spPr>
          <a:xfrm>
            <a:off x="4635797" y="3285737"/>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3" name="Espace réservé du numéro de diapositive 2"/>
          <p:cNvSpPr>
            <a:spLocks noGrp="1"/>
          </p:cNvSpPr>
          <p:nvPr>
            <p:ph type="sldNum" sz="quarter" idx="19"/>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9"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68906750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re, sous-titres 2 contenus">
    <p:spTree>
      <p:nvGrpSpPr>
        <p:cNvPr id="1" name=""/>
        <p:cNvGrpSpPr/>
        <p:nvPr/>
      </p:nvGrpSpPr>
      <p:grpSpPr>
        <a:xfrm>
          <a:off x="0" y="0"/>
          <a:ext cx="0" cy="0"/>
          <a:chOff x="0" y="0"/>
          <a:chExt cx="0" cy="0"/>
        </a:xfrm>
      </p:grpSpPr>
      <p:sp>
        <p:nvSpPr>
          <p:cNvPr id="12" name="Espace réservé du contenu 2"/>
          <p:cNvSpPr>
            <a:spLocks noGrp="1"/>
          </p:cNvSpPr>
          <p:nvPr>
            <p:ph sz="half" idx="10"/>
          </p:nvPr>
        </p:nvSpPr>
        <p:spPr>
          <a:xfrm>
            <a:off x="478454" y="1997211"/>
            <a:ext cx="4017347" cy="3227226"/>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3" name="Espace réservé du texte 2"/>
          <p:cNvSpPr>
            <a:spLocks noGrp="1"/>
          </p:cNvSpPr>
          <p:nvPr>
            <p:ph type="body" idx="1"/>
          </p:nvPr>
        </p:nvSpPr>
        <p:spPr>
          <a:xfrm>
            <a:off x="478800" y="1215025"/>
            <a:ext cx="4018588" cy="782186"/>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14" name="Espace réservé du contenu 2"/>
          <p:cNvSpPr>
            <a:spLocks noGrp="1"/>
          </p:cNvSpPr>
          <p:nvPr>
            <p:ph sz="half" idx="11"/>
          </p:nvPr>
        </p:nvSpPr>
        <p:spPr>
          <a:xfrm>
            <a:off x="4646266" y="1997211"/>
            <a:ext cx="4017347" cy="3227227"/>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15" name="Espace réservé du texte 2"/>
          <p:cNvSpPr>
            <a:spLocks noGrp="1"/>
          </p:cNvSpPr>
          <p:nvPr>
            <p:ph type="body" idx="12"/>
          </p:nvPr>
        </p:nvSpPr>
        <p:spPr>
          <a:xfrm>
            <a:off x="4646612" y="1215026"/>
            <a:ext cx="4018588" cy="782185"/>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7"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4" name="Espace réservé du numéro de diapositive 3"/>
          <p:cNvSpPr>
            <a:spLocks noGrp="1"/>
          </p:cNvSpPr>
          <p:nvPr>
            <p:ph type="sldNum" sz="quarter" idx="14"/>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9"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533566771"/>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re, sous-titres 2 images">
    <p:spTree>
      <p:nvGrpSpPr>
        <p:cNvPr id="1" name=""/>
        <p:cNvGrpSpPr/>
        <p:nvPr/>
      </p:nvGrpSpPr>
      <p:grpSpPr>
        <a:xfrm>
          <a:off x="0" y="0"/>
          <a:ext cx="0" cy="0"/>
          <a:chOff x="0" y="0"/>
          <a:chExt cx="0" cy="0"/>
        </a:xfrm>
      </p:grpSpPr>
      <p:sp>
        <p:nvSpPr>
          <p:cNvPr id="4" name="Espace réservé pour une image  3"/>
          <p:cNvSpPr>
            <a:spLocks noGrp="1"/>
          </p:cNvSpPr>
          <p:nvPr>
            <p:ph type="pic" sz="quarter" idx="13"/>
          </p:nvPr>
        </p:nvSpPr>
        <p:spPr>
          <a:xfrm>
            <a:off x="477838" y="1997338"/>
            <a:ext cx="4019550" cy="3227126"/>
          </a:xfrm>
        </p:spPr>
        <p:txBody>
          <a:bodyPr anchor="ctr"/>
          <a:lstStyle>
            <a:lvl1pPr marL="0" indent="0" algn="ctr">
              <a:buNone/>
              <a:defRPr/>
            </a:lvl1pPr>
          </a:lstStyle>
          <a:p>
            <a:r>
              <a:rPr lang="fr-FR"/>
              <a:t>Cliquez sur l'icône pour ajouter une image</a:t>
            </a:r>
            <a:endParaRPr lang="fr-CA" dirty="0"/>
          </a:p>
        </p:txBody>
      </p:sp>
      <p:sp>
        <p:nvSpPr>
          <p:cNvPr id="9" name="Espace réservé pour une image  3"/>
          <p:cNvSpPr>
            <a:spLocks noGrp="1"/>
          </p:cNvSpPr>
          <p:nvPr>
            <p:ph type="pic" sz="quarter" idx="14"/>
          </p:nvPr>
        </p:nvSpPr>
        <p:spPr>
          <a:xfrm>
            <a:off x="4649788" y="1997211"/>
            <a:ext cx="4015412" cy="3227126"/>
          </a:xfrm>
        </p:spPr>
        <p:txBody>
          <a:bodyPr anchor="ctr"/>
          <a:lstStyle>
            <a:lvl1pPr marL="0" indent="0" algn="ctr">
              <a:buNone/>
              <a:defRPr/>
            </a:lvl1pPr>
          </a:lstStyle>
          <a:p>
            <a:r>
              <a:rPr lang="fr-FR"/>
              <a:t>Cliquez sur l'icône pour ajouter une image</a:t>
            </a:r>
            <a:endParaRPr lang="fr-CA"/>
          </a:p>
        </p:txBody>
      </p:sp>
      <p:sp>
        <p:nvSpPr>
          <p:cNvPr id="7" name="Espace réservé du texte 2"/>
          <p:cNvSpPr>
            <a:spLocks noGrp="1"/>
          </p:cNvSpPr>
          <p:nvPr>
            <p:ph type="body" idx="1"/>
          </p:nvPr>
        </p:nvSpPr>
        <p:spPr>
          <a:xfrm>
            <a:off x="478800" y="1215025"/>
            <a:ext cx="4018588" cy="782186"/>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8" name="Espace réservé du texte 2"/>
          <p:cNvSpPr>
            <a:spLocks noGrp="1"/>
          </p:cNvSpPr>
          <p:nvPr>
            <p:ph type="body" idx="12"/>
          </p:nvPr>
        </p:nvSpPr>
        <p:spPr>
          <a:xfrm>
            <a:off x="4646612" y="1215026"/>
            <a:ext cx="4018588" cy="782185"/>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10"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5" name="Espace réservé du numéro de diapositive 4"/>
          <p:cNvSpPr>
            <a:spLocks noGrp="1"/>
          </p:cNvSpPr>
          <p:nvPr>
            <p:ph type="sldNum" sz="quarter" idx="16"/>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11"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276252712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re, text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560400" y="1224000"/>
            <a:ext cx="5097600" cy="3999600"/>
          </a:xfrm>
        </p:spPr>
        <p:txBody>
          <a:bodyPr>
            <a:normAutofit/>
          </a:bodyPr>
          <a:lstStyle>
            <a:lvl1pPr>
              <a:defRPr sz="2000"/>
            </a:lvl1pPr>
            <a:lvl2pPr>
              <a:defRPr sz="2000"/>
            </a:lvl2pPr>
            <a:lvl3pPr>
              <a:defRPr sz="2000"/>
            </a:lvl3pPr>
            <a:lvl4pPr>
              <a:defRPr sz="2000"/>
            </a:lvl4pPr>
            <a:lvl5pPr>
              <a:defRPr sz="2000"/>
            </a:lvl5pPr>
            <a:lvl6pPr>
              <a:defRPr sz="1667"/>
            </a:lvl6pPr>
            <a:lvl7pPr>
              <a:defRPr sz="1667"/>
            </a:lvl7pPr>
            <a:lvl8pPr>
              <a:defRPr sz="1667"/>
            </a:lvl8pPr>
            <a:lvl9pPr>
              <a:defRPr sz="1667"/>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4" name="Espace réservé du texte 3"/>
          <p:cNvSpPr>
            <a:spLocks noGrp="1"/>
          </p:cNvSpPr>
          <p:nvPr>
            <p:ph type="body" sz="half" idx="2"/>
          </p:nvPr>
        </p:nvSpPr>
        <p:spPr>
          <a:xfrm>
            <a:off x="478800" y="1215025"/>
            <a:ext cx="2988000" cy="4009312"/>
          </a:xfrm>
        </p:spPr>
        <p:txBody>
          <a:bodyPr>
            <a:normAutofit/>
          </a:bodyPr>
          <a:lstStyle>
            <a:lvl1pPr marL="0" indent="0">
              <a:spcAft>
                <a:spcPts val="500"/>
              </a:spcAft>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2" name="Espace réservé du pied de page 1"/>
          <p:cNvSpPr>
            <a:spLocks noGrp="1"/>
          </p:cNvSpPr>
          <p:nvPr>
            <p:ph type="ftr" sz="quarter" idx="10"/>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8" name="Espace réservé du numéro de diapositive 7"/>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334897636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re, texte et image">
    <p:spTree>
      <p:nvGrpSpPr>
        <p:cNvPr id="1" name=""/>
        <p:cNvGrpSpPr/>
        <p:nvPr/>
      </p:nvGrpSpPr>
      <p:grpSpPr>
        <a:xfrm>
          <a:off x="0" y="0"/>
          <a:ext cx="0" cy="0"/>
          <a:chOff x="0" y="0"/>
          <a:chExt cx="0" cy="0"/>
        </a:xfrm>
      </p:grpSpPr>
      <p:sp>
        <p:nvSpPr>
          <p:cNvPr id="5" name="Espace réservé pour une image  4"/>
          <p:cNvSpPr>
            <a:spLocks noGrp="1"/>
          </p:cNvSpPr>
          <p:nvPr>
            <p:ph type="pic" sz="quarter" idx="10"/>
          </p:nvPr>
        </p:nvSpPr>
        <p:spPr>
          <a:xfrm>
            <a:off x="3560765" y="1224000"/>
            <a:ext cx="5104437" cy="3999600"/>
          </a:xfrm>
        </p:spPr>
        <p:txBody>
          <a:bodyPr anchor="ctr"/>
          <a:lstStyle>
            <a:lvl1pPr marL="0" indent="0" algn="ctr">
              <a:buNone/>
              <a:defRPr/>
            </a:lvl1pPr>
          </a:lstStyle>
          <a:p>
            <a:r>
              <a:rPr lang="fr-FR"/>
              <a:t>Cliquez sur l'icône pour ajouter une image</a:t>
            </a:r>
            <a:endParaRPr lang="fr-CA"/>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7" name="Espace réservé du texte 3"/>
          <p:cNvSpPr>
            <a:spLocks noGrp="1"/>
          </p:cNvSpPr>
          <p:nvPr>
            <p:ph type="body" sz="half" idx="2"/>
          </p:nvPr>
        </p:nvSpPr>
        <p:spPr>
          <a:xfrm>
            <a:off x="478800" y="1224000"/>
            <a:ext cx="2988000" cy="3999600"/>
          </a:xfrm>
        </p:spPr>
        <p:txBody>
          <a:bodyPr>
            <a:normAutofit/>
          </a:bodyPr>
          <a:lstStyle>
            <a:lvl1pPr marL="0" indent="0">
              <a:spcAft>
                <a:spcPts val="500"/>
              </a:spcAft>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3" name="Espace réservé du numéro de diapositive 2"/>
          <p:cNvSpPr>
            <a:spLocks noGrp="1"/>
          </p:cNvSpPr>
          <p:nvPr>
            <p:ph type="sldNum" sz="quarter" idx="12"/>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45983418"/>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re, sous-titre et imag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478800" y="1833707"/>
            <a:ext cx="8179200" cy="3394553"/>
          </a:xfrm>
        </p:spPr>
        <p:txBody>
          <a:bodyPr anchor="ctr"/>
          <a:lstStyle>
            <a:lvl1pPr marL="0" indent="0" algn="ctr">
              <a:buNone/>
              <a:defRPr sz="1392"/>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r>
              <a:rPr lang="fr-FR"/>
              <a:t>Cliquez sur l'icône pour ajouter une image</a:t>
            </a:r>
            <a:endParaRPr lang="fr-CA" dirty="0"/>
          </a:p>
        </p:txBody>
      </p:sp>
      <p:sp>
        <p:nvSpPr>
          <p:cNvPr id="4" name="Espace réservé du texte 3"/>
          <p:cNvSpPr>
            <a:spLocks noGrp="1"/>
          </p:cNvSpPr>
          <p:nvPr>
            <p:ph type="body" sz="half" idx="2"/>
          </p:nvPr>
        </p:nvSpPr>
        <p:spPr>
          <a:xfrm>
            <a:off x="478800" y="1217631"/>
            <a:ext cx="8179200" cy="522000"/>
          </a:xfrm>
        </p:spPr>
        <p:txBody>
          <a:bodyPr>
            <a:normAutofit/>
          </a:bodyPr>
          <a:lstStyle>
            <a:lvl1pPr marL="0" indent="0">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numéro de diapositive 5"/>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7"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299756293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re">
    <p:spTree>
      <p:nvGrpSpPr>
        <p:cNvPr id="1" name=""/>
        <p:cNvGrpSpPr/>
        <p:nvPr/>
      </p:nvGrpSpPr>
      <p:grpSpPr>
        <a:xfrm>
          <a:off x="0" y="0"/>
          <a:ext cx="0" cy="0"/>
          <a:chOff x="0" y="0"/>
          <a:chExt cx="0" cy="0"/>
        </a:xfrm>
      </p:grpSpPr>
      <p:sp>
        <p:nvSpPr>
          <p:cNvPr id="3"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5" name="Espace réservé du numéro de diapositive 5"/>
          <p:cNvSpPr>
            <a:spLocks noGrp="1"/>
          </p:cNvSpPr>
          <p:nvPr>
            <p:ph type="sldNum" sz="quarter" idx="11"/>
          </p:nvPr>
        </p:nvSpPr>
        <p:spPr>
          <a:xfrm>
            <a:off x="379562" y="5384996"/>
            <a:ext cx="464400" cy="136800"/>
          </a:xfrm>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6"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66731664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Image pleine écran">
    <p:spTree>
      <p:nvGrpSpPr>
        <p:cNvPr id="1" name=""/>
        <p:cNvGrpSpPr/>
        <p:nvPr/>
      </p:nvGrpSpPr>
      <p:grpSpPr>
        <a:xfrm>
          <a:off x="0" y="0"/>
          <a:ext cx="0" cy="0"/>
          <a:chOff x="0" y="0"/>
          <a:chExt cx="0" cy="0"/>
        </a:xfrm>
      </p:grpSpPr>
      <p:sp>
        <p:nvSpPr>
          <p:cNvPr id="2" name="Rectangle 1"/>
          <p:cNvSpPr/>
          <p:nvPr/>
        </p:nvSpPr>
        <p:spPr>
          <a:xfrm>
            <a:off x="7109927" y="5318450"/>
            <a:ext cx="1716832" cy="3265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3" name="Espace réservé pour une image  2"/>
          <p:cNvSpPr>
            <a:spLocks noGrp="1"/>
          </p:cNvSpPr>
          <p:nvPr>
            <p:ph type="pic" sz="quarter" idx="10"/>
          </p:nvPr>
        </p:nvSpPr>
        <p:spPr>
          <a:xfrm>
            <a:off x="1" y="0"/>
            <a:ext cx="9144000" cy="5715000"/>
          </a:xfrm>
        </p:spPr>
        <p:txBody>
          <a:bodyPr anchor="ctr"/>
          <a:lstStyle>
            <a:lvl1pPr marL="0" indent="0" algn="ctr">
              <a:buFontTx/>
              <a:buNone/>
              <a:defRPr/>
            </a:lvl1pPr>
          </a:lstStyle>
          <a:p>
            <a:r>
              <a:rPr lang="fr-FR"/>
              <a:t>Cliquez sur l'icône pour ajouter une image</a:t>
            </a:r>
            <a:endParaRPr lang="fr-CA"/>
          </a:p>
        </p:txBody>
      </p:sp>
    </p:spTree>
    <p:extLst>
      <p:ext uri="{BB962C8B-B14F-4D97-AF65-F5344CB8AC3E}">
        <p14:creationId xmlns:p14="http://schemas.microsoft.com/office/powerpoint/2010/main" val="5119385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re et image (zoom possible)">
    <p:spTree>
      <p:nvGrpSpPr>
        <p:cNvPr id="1" name=""/>
        <p:cNvGrpSpPr/>
        <p:nvPr/>
      </p:nvGrpSpPr>
      <p:grpSpPr>
        <a:xfrm>
          <a:off x="0" y="0"/>
          <a:ext cx="0" cy="0"/>
          <a:chOff x="0" y="0"/>
          <a:chExt cx="0" cy="0"/>
        </a:xfrm>
      </p:grpSpPr>
      <p:sp>
        <p:nvSpPr>
          <p:cNvPr id="4" name="Espace réservé pour une image  3"/>
          <p:cNvSpPr>
            <a:spLocks noGrp="1"/>
          </p:cNvSpPr>
          <p:nvPr>
            <p:ph type="pic" sz="quarter" idx="10"/>
          </p:nvPr>
        </p:nvSpPr>
        <p:spPr>
          <a:xfrm>
            <a:off x="0" y="1245432"/>
            <a:ext cx="9144000" cy="3999600"/>
          </a:xfrm>
        </p:spPr>
        <p:txBody>
          <a:bodyPr anchor="ctr"/>
          <a:lstStyle>
            <a:lvl1pPr marL="0" indent="0" algn="ctr">
              <a:buNone/>
              <a:defRPr/>
            </a:lvl1pPr>
          </a:lstStyle>
          <a:p>
            <a:r>
              <a:rPr lang="fr-FR"/>
              <a:t>Cliquez sur l'icône pour ajouter une image</a:t>
            </a:r>
            <a:endParaRPr lang="fr-CA" dirty="0"/>
          </a:p>
        </p:txBody>
      </p:sp>
      <p:sp>
        <p:nvSpPr>
          <p:cNvPr id="11" name="Espace réservé du graphique SmartArt 10"/>
          <p:cNvSpPr>
            <a:spLocks noGrp="1"/>
          </p:cNvSpPr>
          <p:nvPr>
            <p:ph type="dgm" sz="quarter" idx="14"/>
          </p:nvPr>
        </p:nvSpPr>
        <p:spPr>
          <a:xfrm>
            <a:off x="0" y="38"/>
            <a:ext cx="9144000" cy="1223963"/>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12" name="Espace réservé du graphique SmartArt 10"/>
          <p:cNvSpPr>
            <a:spLocks noGrp="1"/>
          </p:cNvSpPr>
          <p:nvPr>
            <p:ph type="dgm" sz="quarter" idx="15"/>
          </p:nvPr>
        </p:nvSpPr>
        <p:spPr>
          <a:xfrm>
            <a:off x="0" y="5245032"/>
            <a:ext cx="9144000" cy="469969"/>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2" name="Espace réservé du pied de page 1"/>
          <p:cNvSpPr>
            <a:spLocks noGrp="1"/>
          </p:cNvSpPr>
          <p:nvPr>
            <p:ph type="ftr" sz="quarter" idx="11"/>
          </p:nvPr>
        </p:nvSpPr>
        <p:spPr>
          <a:xfrm>
            <a:off x="3124200" y="5377376"/>
            <a:ext cx="2895600" cy="200464"/>
          </a:xfrm>
          <a:prstGeom prst="rect">
            <a:avLst/>
          </a:prstGeom>
          <a:solidFill>
            <a:schemeClr val="bg1"/>
          </a:solidFill>
        </p:spPr>
        <p:txBody>
          <a:bodyPr/>
          <a:lstStyle/>
          <a:p>
            <a:r>
              <a:rPr lang="fr-CA">
                <a:solidFill>
                  <a:srgbClr val="003C71"/>
                </a:solidFill>
              </a:rPr>
              <a:t>@2025. Marie-Christine ALBERT. Tous droits réservés.</a:t>
            </a:r>
            <a:endParaRPr lang="fr-CA" dirty="0">
              <a:solidFill>
                <a:srgbClr val="003C71"/>
              </a:solidFill>
            </a:endParaRPr>
          </a:p>
        </p:txBody>
      </p:sp>
      <p:sp>
        <p:nvSpPr>
          <p:cNvPr id="3" name="Espace réservé du numéro de diapositive 2"/>
          <p:cNvSpPr>
            <a:spLocks noGrp="1"/>
          </p:cNvSpPr>
          <p:nvPr>
            <p:ph type="sldNum" sz="quarter" idx="12"/>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3649497991"/>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re, sous-titre et image (zoom possibl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0" y="1841327"/>
            <a:ext cx="9144000" cy="3394553"/>
          </a:xfrm>
        </p:spPr>
        <p:txBody>
          <a:bodyPr anchor="ctr"/>
          <a:lstStyle>
            <a:lvl1pPr marL="0" indent="0" algn="ctr">
              <a:buNone/>
              <a:defRPr sz="1392"/>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r>
              <a:rPr lang="fr-FR"/>
              <a:t>Cliquez sur l'icône pour ajouter une image</a:t>
            </a:r>
            <a:endParaRPr lang="fr-CA" dirty="0"/>
          </a:p>
        </p:txBody>
      </p:sp>
      <p:sp>
        <p:nvSpPr>
          <p:cNvPr id="9" name="Espace réservé du graphique SmartArt 10"/>
          <p:cNvSpPr>
            <a:spLocks noGrp="1"/>
          </p:cNvSpPr>
          <p:nvPr>
            <p:ph type="dgm" sz="quarter" idx="16"/>
          </p:nvPr>
        </p:nvSpPr>
        <p:spPr>
          <a:xfrm>
            <a:off x="0" y="5248406"/>
            <a:ext cx="9144000" cy="466595"/>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7" name="Espace réservé du graphique SmartArt 10"/>
          <p:cNvSpPr>
            <a:spLocks noGrp="1"/>
          </p:cNvSpPr>
          <p:nvPr>
            <p:ph type="dgm" sz="quarter" idx="14"/>
          </p:nvPr>
        </p:nvSpPr>
        <p:spPr>
          <a:xfrm>
            <a:off x="0" y="38"/>
            <a:ext cx="9144000" cy="1828763"/>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4" name="Espace réservé du texte 3"/>
          <p:cNvSpPr>
            <a:spLocks noGrp="1"/>
          </p:cNvSpPr>
          <p:nvPr>
            <p:ph type="body" sz="half" idx="2"/>
          </p:nvPr>
        </p:nvSpPr>
        <p:spPr>
          <a:xfrm>
            <a:off x="478800" y="1217631"/>
            <a:ext cx="8179200" cy="522000"/>
          </a:xfrm>
        </p:spPr>
        <p:txBody>
          <a:bodyPr>
            <a:normAutofit/>
          </a:bodyPr>
          <a:lstStyle>
            <a:lvl1pPr marL="0" indent="0">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numéro de diapositive 5"/>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1"/>
          <p:cNvSpPr>
            <a:spLocks noGrp="1"/>
          </p:cNvSpPr>
          <p:nvPr>
            <p:ph type="ftr" sz="quarter" idx="15"/>
          </p:nvPr>
        </p:nvSpPr>
        <p:spPr>
          <a:xfrm>
            <a:off x="3124200" y="5377376"/>
            <a:ext cx="2895600" cy="200464"/>
          </a:xfrm>
          <a:prstGeom prst="rect">
            <a:avLst/>
          </a:prstGeom>
          <a:solidFill>
            <a:schemeClr val="bg1"/>
          </a:solidFill>
        </p:spPr>
        <p:txBody>
          <a:body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321021192"/>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Vide avec logo">
    <p:spTree>
      <p:nvGrpSpPr>
        <p:cNvPr id="1" name=""/>
        <p:cNvGrpSpPr/>
        <p:nvPr/>
      </p:nvGrpSpPr>
      <p:grpSpPr>
        <a:xfrm>
          <a:off x="0" y="0"/>
          <a:ext cx="0" cy="0"/>
          <a:chOff x="0" y="0"/>
          <a:chExt cx="0" cy="0"/>
        </a:xfrm>
      </p:grpSpPr>
      <p:sp>
        <p:nvSpPr>
          <p:cNvPr id="2" name="Espace réservé du pied de page 1"/>
          <p:cNvSpPr>
            <a:spLocks noGrp="1"/>
          </p:cNvSpPr>
          <p:nvPr>
            <p:ph type="ftr" sz="quarter" idx="10"/>
          </p:nvPr>
        </p:nvSpPr>
        <p:spPr>
          <a:xfrm>
            <a:off x="3124200" y="5384996"/>
            <a:ext cx="2895600" cy="136800"/>
          </a:xfrm>
          <a:prstGeom prst="rect">
            <a:avLst/>
          </a:prstGeom>
        </p:spPr>
        <p:txBody>
          <a:bodyPr/>
          <a:lstStyle/>
          <a:p>
            <a:r>
              <a:rPr lang="fr-CA">
                <a:solidFill>
                  <a:srgbClr val="003C71"/>
                </a:solidFill>
              </a:rPr>
              <a:t>@2025. Marie-Christine ALBERT. Tous droits réservés.</a:t>
            </a:r>
            <a:endParaRPr lang="fr-CA" dirty="0">
              <a:solidFill>
                <a:srgbClr val="003C71"/>
              </a:solidFill>
            </a:endParaRPr>
          </a:p>
        </p:txBody>
      </p:sp>
      <p:sp>
        <p:nvSpPr>
          <p:cNvPr id="4" name="Espace réservé du numéro de diapositive 5"/>
          <p:cNvSpPr>
            <a:spLocks noGrp="1"/>
          </p:cNvSpPr>
          <p:nvPr>
            <p:ph type="sldNum" sz="quarter" idx="11"/>
          </p:nvPr>
        </p:nvSpPr>
        <p:spPr>
          <a:xfrm>
            <a:off x="379562" y="5384996"/>
            <a:ext cx="464400" cy="136800"/>
          </a:xfrm>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4752516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Vide sans logo">
    <p:spTree>
      <p:nvGrpSpPr>
        <p:cNvPr id="1" name=""/>
        <p:cNvGrpSpPr/>
        <p:nvPr/>
      </p:nvGrpSpPr>
      <p:grpSpPr>
        <a:xfrm>
          <a:off x="0" y="0"/>
          <a:ext cx="0" cy="0"/>
          <a:chOff x="0" y="0"/>
          <a:chExt cx="0" cy="0"/>
        </a:xfrm>
      </p:grpSpPr>
      <p:sp>
        <p:nvSpPr>
          <p:cNvPr id="2" name="Rectangle 1"/>
          <p:cNvSpPr/>
          <p:nvPr/>
        </p:nvSpPr>
        <p:spPr>
          <a:xfrm>
            <a:off x="7159257" y="5146159"/>
            <a:ext cx="1729562" cy="4820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Tree>
    <p:extLst>
      <p:ext uri="{BB962C8B-B14F-4D97-AF65-F5344CB8AC3E}">
        <p14:creationId xmlns:p14="http://schemas.microsoft.com/office/powerpoint/2010/main" val="28750677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4 Content">
    <p:spTree>
      <p:nvGrpSpPr>
        <p:cNvPr id="1" name=""/>
        <p:cNvGrpSpPr/>
        <p:nvPr/>
      </p:nvGrpSpPr>
      <p:grpSpPr>
        <a:xfrm>
          <a:off x="0" y="0"/>
          <a:ext cx="0" cy="0"/>
          <a:chOff x="0" y="0"/>
          <a:chExt cx="0" cy="0"/>
        </a:xfrm>
      </p:grpSpPr>
      <p:sp>
        <p:nvSpPr>
          <p:cNvPr id="8" name="Rectangle 7"/>
          <p:cNvSpPr/>
          <p:nvPr/>
        </p:nvSpPr>
        <p:spPr>
          <a:xfrm>
            <a:off x="8148923" y="223573"/>
            <a:ext cx="718073"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7202" y="762000"/>
            <a:ext cx="7391401" cy="952500"/>
          </a:xfrm>
        </p:spPr>
        <p:txBody>
          <a:bodyPr/>
          <a:lstStyle/>
          <a:p>
            <a:r>
              <a:rPr lang="fr-CA"/>
              <a:t>Click to edit Master title style</a:t>
            </a:r>
            <a:endParaRPr/>
          </a:p>
        </p:txBody>
      </p:sp>
      <p:sp>
        <p:nvSpPr>
          <p:cNvPr id="3" name="Content Placeholder 2"/>
          <p:cNvSpPr>
            <a:spLocks noGrp="1"/>
          </p:cNvSpPr>
          <p:nvPr>
            <p:ph sz="half" idx="1"/>
          </p:nvPr>
        </p:nvSpPr>
        <p:spPr>
          <a:xfrm>
            <a:off x="4282440" y="1845469"/>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5" name="Date Placeholder 4"/>
          <p:cNvSpPr>
            <a:spLocks noGrp="1"/>
          </p:cNvSpPr>
          <p:nvPr>
            <p:ph type="dt" sz="half" idx="10"/>
          </p:nvPr>
        </p:nvSpPr>
        <p:spPr>
          <a:xfrm>
            <a:off x="7198659" y="5296961"/>
            <a:ext cx="1752600" cy="304271"/>
          </a:xfrm>
          <a:prstGeom prst="rect">
            <a:avLst/>
          </a:prstGeom>
        </p:spPr>
        <p:txBody>
          <a:body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
        <p:nvSpPr>
          <p:cNvPr id="9" name="Content Placeholder 2"/>
          <p:cNvSpPr>
            <a:spLocks noGrp="1"/>
          </p:cNvSpPr>
          <p:nvPr>
            <p:ph sz="half" idx="13"/>
          </p:nvPr>
        </p:nvSpPr>
        <p:spPr>
          <a:xfrm>
            <a:off x="4282440" y="3520811"/>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11" name="Content Placeholder 2"/>
          <p:cNvSpPr>
            <a:spLocks noGrp="1"/>
          </p:cNvSpPr>
          <p:nvPr>
            <p:ph sz="half" idx="14"/>
          </p:nvPr>
        </p:nvSpPr>
        <p:spPr>
          <a:xfrm>
            <a:off x="457200" y="1845469"/>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12" name="Content Placeholder 2"/>
          <p:cNvSpPr>
            <a:spLocks noGrp="1"/>
          </p:cNvSpPr>
          <p:nvPr>
            <p:ph sz="half" idx="15"/>
          </p:nvPr>
        </p:nvSpPr>
        <p:spPr>
          <a:xfrm>
            <a:off x="457200" y="3520811"/>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Tree>
    <p:extLst>
      <p:ext uri="{BB962C8B-B14F-4D97-AF65-F5344CB8AC3E}">
        <p14:creationId xmlns:p14="http://schemas.microsoft.com/office/powerpoint/2010/main" val="7108953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8" name="Rectangle 7"/>
          <p:cNvSpPr/>
          <p:nvPr/>
        </p:nvSpPr>
        <p:spPr>
          <a:xfrm>
            <a:off x="4746811" y="223573"/>
            <a:ext cx="4114800" cy="4724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7199" y="829237"/>
            <a:ext cx="3566160" cy="862853"/>
          </a:xfrm>
        </p:spPr>
        <p:txBody>
          <a:bodyPr anchor="b"/>
          <a:lstStyle>
            <a:lvl1pPr algn="l">
              <a:defRPr sz="1944" b="0"/>
            </a:lvl1pPr>
          </a:lstStyle>
          <a:p>
            <a:r>
              <a:rPr lang="fr-CA"/>
              <a:t>Click to edit Master title style</a:t>
            </a:r>
            <a:endParaRPr/>
          </a:p>
        </p:txBody>
      </p:sp>
      <p:sp>
        <p:nvSpPr>
          <p:cNvPr id="4" name="Text Placeholder 3"/>
          <p:cNvSpPr>
            <a:spLocks noGrp="1"/>
          </p:cNvSpPr>
          <p:nvPr>
            <p:ph type="body" sz="half" idx="2"/>
          </p:nvPr>
        </p:nvSpPr>
        <p:spPr>
          <a:xfrm>
            <a:off x="457199" y="1714502"/>
            <a:ext cx="3566160" cy="3048001"/>
          </a:xfrm>
        </p:spPr>
        <p:txBody>
          <a:bodyPr>
            <a:normAutofit/>
          </a:bodyPr>
          <a:lstStyle>
            <a:lvl1pPr marL="0" indent="0">
              <a:buNone/>
              <a:defRPr sz="1111"/>
            </a:lvl1pPr>
            <a:lvl2pPr marL="317475" indent="0">
              <a:buNone/>
              <a:defRPr sz="833"/>
            </a:lvl2pPr>
            <a:lvl3pPr marL="634950" indent="0">
              <a:buNone/>
              <a:defRPr sz="694"/>
            </a:lvl3pPr>
            <a:lvl4pPr marL="952424" indent="0">
              <a:buNone/>
              <a:defRPr sz="625"/>
            </a:lvl4pPr>
            <a:lvl5pPr marL="1269898" indent="0">
              <a:buNone/>
              <a:defRPr sz="625"/>
            </a:lvl5pPr>
            <a:lvl6pPr marL="1587373" indent="0">
              <a:buNone/>
              <a:defRPr sz="625"/>
            </a:lvl6pPr>
            <a:lvl7pPr marL="1904848" indent="0">
              <a:buNone/>
              <a:defRPr sz="625"/>
            </a:lvl7pPr>
            <a:lvl8pPr marL="2222322" indent="0">
              <a:buNone/>
              <a:defRPr sz="625"/>
            </a:lvl8pPr>
            <a:lvl9pPr marL="2539797" indent="0">
              <a:buNone/>
              <a:defRPr sz="625"/>
            </a:lvl9pPr>
          </a:lstStyle>
          <a:p>
            <a:pPr lvl="0"/>
            <a:r>
              <a:rPr lang="fr-CA"/>
              <a:t>Click to edit Master text styles</a:t>
            </a:r>
          </a:p>
        </p:txBody>
      </p:sp>
      <p:sp>
        <p:nvSpPr>
          <p:cNvPr id="5" name="Date Placeholder 4"/>
          <p:cNvSpPr>
            <a:spLocks noGrp="1"/>
          </p:cNvSpPr>
          <p:nvPr>
            <p:ph type="dt" sz="half" idx="10"/>
          </p:nvPr>
        </p:nvSpPr>
        <p:spPr>
          <a:xfrm>
            <a:off x="161365" y="5103347"/>
            <a:ext cx="1752600" cy="304271"/>
          </a:xfrm>
          <a:prstGeom prst="rect">
            <a:avLst/>
          </a:prstGeom>
        </p:spPr>
        <p:txBody>
          <a:bodyPr/>
          <a:lstStyle>
            <a:lvl1pPr algn="l">
              <a:defRPr/>
            </a:lvl1p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a:xfrm>
            <a:off x="174812" y="5296961"/>
            <a:ext cx="3863788" cy="304271"/>
          </a:xfrm>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
        <p:nvSpPr>
          <p:cNvPr id="10" name="Picture Placeholder 9"/>
          <p:cNvSpPr>
            <a:spLocks noGrp="1"/>
          </p:cNvSpPr>
          <p:nvPr>
            <p:ph type="pic" sz="quarter" idx="13"/>
          </p:nvPr>
        </p:nvSpPr>
        <p:spPr>
          <a:xfrm>
            <a:off x="4760258" y="825501"/>
            <a:ext cx="4096512" cy="4676511"/>
          </a:xfrm>
        </p:spPr>
        <p:txBody>
          <a:bodyPr/>
          <a:lstStyle>
            <a:lvl1pPr>
              <a:buNone/>
              <a:defRPr/>
            </a:lvl1pPr>
          </a:lstStyle>
          <a:p>
            <a:r>
              <a:rPr lang="fr-CA"/>
              <a:t>Click icon to add picture</a:t>
            </a:r>
            <a:endParaRPr/>
          </a:p>
        </p:txBody>
      </p:sp>
    </p:spTree>
    <p:extLst>
      <p:ext uri="{BB962C8B-B14F-4D97-AF65-F5344CB8AC3E}">
        <p14:creationId xmlns:p14="http://schemas.microsoft.com/office/powerpoint/2010/main" val="19612996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2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3429000"/>
            <a:ext cx="8915400" cy="731520"/>
          </a:xfrm>
        </p:spPr>
        <p:txBody>
          <a:bodyPr tIns="137160" bIns="137160" anchor="b">
            <a:normAutofit/>
          </a:bodyPr>
          <a:lstStyle>
            <a:lvl1pPr>
              <a:defRPr sz="1667"/>
            </a:lvl1pPr>
          </a:lstStyle>
          <a:p>
            <a:r>
              <a:rPr lang="fr-CA"/>
              <a:t>Click to edit Master title style</a:t>
            </a:r>
            <a:endParaRPr/>
          </a:p>
        </p:txBody>
      </p:sp>
      <p:sp>
        <p:nvSpPr>
          <p:cNvPr id="3" name="Subtitle 2"/>
          <p:cNvSpPr>
            <a:spLocks noGrp="1"/>
          </p:cNvSpPr>
          <p:nvPr>
            <p:ph type="subTitle" idx="1"/>
          </p:nvPr>
        </p:nvSpPr>
        <p:spPr>
          <a:xfrm>
            <a:off x="914400" y="4168589"/>
            <a:ext cx="8001000" cy="1546413"/>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ormAutofit/>
          </a:bodyPr>
          <a:lstStyle>
            <a:lvl1pPr marL="0" indent="0" algn="l" defTabSz="634950" rtl="0" eaLnBrk="1" latinLnBrk="0" hangingPunct="1">
              <a:buNone/>
              <a:defRPr sz="1111" kern="1200">
                <a:solidFill>
                  <a:schemeClr val="tx1">
                    <a:lumMod val="65000"/>
                    <a:lumOff val="35000"/>
                  </a:schemeClr>
                </a:solidFill>
                <a:latin typeface="+mn-lt"/>
                <a:ea typeface="+mn-ea"/>
                <a:cs typeface="+mn-cs"/>
              </a:defRPr>
            </a:lvl1pPr>
            <a:lvl2pPr marL="317475" indent="0" algn="ctr">
              <a:buNone/>
              <a:defRPr>
                <a:solidFill>
                  <a:schemeClr val="tx1">
                    <a:tint val="75000"/>
                  </a:schemeClr>
                </a:solidFill>
              </a:defRPr>
            </a:lvl2pPr>
            <a:lvl3pPr marL="634950" indent="0" algn="ctr">
              <a:buNone/>
              <a:defRPr>
                <a:solidFill>
                  <a:schemeClr val="tx1">
                    <a:tint val="75000"/>
                  </a:schemeClr>
                </a:solidFill>
              </a:defRPr>
            </a:lvl3pPr>
            <a:lvl4pPr marL="952424" indent="0" algn="ctr">
              <a:buNone/>
              <a:defRPr>
                <a:solidFill>
                  <a:schemeClr val="tx1">
                    <a:tint val="75000"/>
                  </a:schemeClr>
                </a:solidFill>
              </a:defRPr>
            </a:lvl4pPr>
            <a:lvl5pPr marL="1269898" indent="0" algn="ctr">
              <a:buNone/>
              <a:defRPr>
                <a:solidFill>
                  <a:schemeClr val="tx1">
                    <a:tint val="75000"/>
                  </a:schemeClr>
                </a:solidFill>
              </a:defRPr>
            </a:lvl5pPr>
            <a:lvl6pPr marL="1587373" indent="0" algn="ctr">
              <a:buNone/>
              <a:defRPr>
                <a:solidFill>
                  <a:schemeClr val="tx1">
                    <a:tint val="75000"/>
                  </a:schemeClr>
                </a:solidFill>
              </a:defRPr>
            </a:lvl6pPr>
            <a:lvl7pPr marL="1904848" indent="0" algn="ctr">
              <a:buNone/>
              <a:defRPr>
                <a:solidFill>
                  <a:schemeClr val="tx1">
                    <a:tint val="75000"/>
                  </a:schemeClr>
                </a:solidFill>
              </a:defRPr>
            </a:lvl7pPr>
            <a:lvl8pPr marL="2222322" indent="0" algn="ctr">
              <a:buNone/>
              <a:defRPr>
                <a:solidFill>
                  <a:schemeClr val="tx1">
                    <a:tint val="75000"/>
                  </a:schemeClr>
                </a:solidFill>
              </a:defRPr>
            </a:lvl8pPr>
            <a:lvl9pPr marL="2539797" indent="0" algn="ctr">
              <a:buNone/>
              <a:defRPr>
                <a:solidFill>
                  <a:schemeClr val="tx1">
                    <a:tint val="75000"/>
                  </a:schemeClr>
                </a:solidFill>
              </a:defRPr>
            </a:lvl9pPr>
          </a:lstStyle>
          <a:p>
            <a:r>
              <a:rPr lang="fr-CA"/>
              <a:t>Click to edit Master subtitle style</a:t>
            </a:r>
            <a:endParaRPr/>
          </a:p>
        </p:txBody>
      </p:sp>
      <p:sp>
        <p:nvSpPr>
          <p:cNvPr id="9" name="Picture Placeholder 8"/>
          <p:cNvSpPr>
            <a:spLocks noGrp="1"/>
          </p:cNvSpPr>
          <p:nvPr>
            <p:ph type="pic" sz="quarter" idx="13"/>
          </p:nvPr>
        </p:nvSpPr>
        <p:spPr>
          <a:xfrm>
            <a:off x="927100" y="941294"/>
            <a:ext cx="3986784" cy="2484120"/>
          </a:xfrm>
        </p:spPr>
        <p:txBody>
          <a:bodyPr rtlCol="0">
            <a:normAutofit/>
          </a:bodyPr>
          <a:lstStyle>
            <a:lvl1pPr marL="0" indent="0">
              <a:buNone/>
              <a:defRPr sz="1250"/>
            </a:lvl1pPr>
          </a:lstStyle>
          <a:p>
            <a:pPr lvl="0"/>
            <a:r>
              <a:rPr lang="fr-CA" noProof="0"/>
              <a:t>Click icon to add picture</a:t>
            </a:r>
            <a:endParaRPr noProof="0"/>
          </a:p>
        </p:txBody>
      </p:sp>
      <p:sp>
        <p:nvSpPr>
          <p:cNvPr id="7" name="Picture Placeholder 8"/>
          <p:cNvSpPr>
            <a:spLocks noGrp="1"/>
          </p:cNvSpPr>
          <p:nvPr>
            <p:ph type="pic" sz="quarter" idx="14"/>
          </p:nvPr>
        </p:nvSpPr>
        <p:spPr>
          <a:xfrm>
            <a:off x="4928616" y="941294"/>
            <a:ext cx="3986784" cy="2484120"/>
          </a:xfrm>
        </p:spPr>
        <p:txBody>
          <a:bodyPr rtlCol="0">
            <a:normAutofit/>
          </a:bodyPr>
          <a:lstStyle>
            <a:lvl1pPr marL="0" indent="0">
              <a:buNone/>
              <a:defRPr sz="1250"/>
            </a:lvl1pPr>
          </a:lstStyle>
          <a:p>
            <a:pPr lvl="0"/>
            <a:r>
              <a:rPr lang="fr-CA" noProof="0"/>
              <a:t>Click icon to add picture</a:t>
            </a:r>
            <a:endParaRPr noProof="0"/>
          </a:p>
        </p:txBody>
      </p:sp>
      <p:sp>
        <p:nvSpPr>
          <p:cNvPr id="6" name="Date Placeholder 3"/>
          <p:cNvSpPr>
            <a:spLocks noGrp="1"/>
          </p:cNvSpPr>
          <p:nvPr>
            <p:ph type="dt" sz="half" idx="15"/>
          </p:nvPr>
        </p:nvSpPr>
        <p:spPr>
          <a:xfrm>
            <a:off x="457200" y="5031989"/>
            <a:ext cx="2133600" cy="134948"/>
          </a:xfrm>
          <a:prstGeom prst="rect">
            <a:avLst/>
          </a:prstGeom>
        </p:spPr>
        <p:txBody>
          <a:bodyPr/>
          <a:lstStyle>
            <a:lvl1pPr>
              <a:defRPr/>
            </a:lvl1pPr>
          </a:lstStyle>
          <a:p>
            <a:pPr defTabSz="380985">
              <a:defRPr/>
            </a:pPr>
            <a:endParaRPr lang="fr-CA">
              <a:solidFill>
                <a:srgbClr val="000000"/>
              </a:solidFill>
            </a:endParaRPr>
          </a:p>
        </p:txBody>
      </p:sp>
      <p:sp>
        <p:nvSpPr>
          <p:cNvPr id="8" name="Footer Placeholder 4"/>
          <p:cNvSpPr>
            <a:spLocks noGrp="1"/>
          </p:cNvSpPr>
          <p:nvPr>
            <p:ph type="ftr" sz="quarter" idx="16"/>
          </p:nvPr>
        </p:nvSpPr>
        <p:spPr/>
        <p:txBody>
          <a:bodyPr/>
          <a:lstStyle>
            <a:lvl1pPr>
              <a:defRPr/>
            </a:lvl1pPr>
          </a:lstStyle>
          <a:p>
            <a:pPr>
              <a:defRPr/>
            </a:pPr>
            <a:r>
              <a:rPr lang="fr-CA">
                <a:solidFill>
                  <a:srgbClr val="003C71"/>
                </a:solidFill>
              </a:rPr>
              <a:t>@2025. Marie-Christine ALBERT. Tous droits réservés.</a:t>
            </a:r>
          </a:p>
        </p:txBody>
      </p:sp>
    </p:spTree>
    <p:extLst>
      <p:ext uri="{BB962C8B-B14F-4D97-AF65-F5344CB8AC3E}">
        <p14:creationId xmlns:p14="http://schemas.microsoft.com/office/powerpoint/2010/main" val="41858776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cSld name="Picture above Caption">
    <p:spTree>
      <p:nvGrpSpPr>
        <p:cNvPr id="1" name=""/>
        <p:cNvGrpSpPr/>
        <p:nvPr/>
      </p:nvGrpSpPr>
      <p:grpSpPr>
        <a:xfrm>
          <a:off x="0" y="0"/>
          <a:ext cx="0" cy="0"/>
          <a:chOff x="0" y="0"/>
          <a:chExt cx="0" cy="0"/>
        </a:xfrm>
      </p:grpSpPr>
      <p:sp>
        <p:nvSpPr>
          <p:cNvPr id="8" name="Rectangle 7"/>
          <p:cNvSpPr/>
          <p:nvPr/>
        </p:nvSpPr>
        <p:spPr>
          <a:xfrm>
            <a:off x="7216780" y="223573"/>
            <a:ext cx="1639457" cy="3032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8788" y="3556000"/>
            <a:ext cx="6477000" cy="472283"/>
          </a:xfrm>
        </p:spPr>
        <p:txBody>
          <a:bodyPr anchor="b"/>
          <a:lstStyle>
            <a:lvl1pPr algn="l">
              <a:defRPr sz="1944" b="0"/>
            </a:lvl1pPr>
          </a:lstStyle>
          <a:p>
            <a:r>
              <a:rPr lang="fr-CA"/>
              <a:t>Click to edit Master title style</a:t>
            </a:r>
            <a:endParaRPr/>
          </a:p>
        </p:txBody>
      </p:sp>
      <p:sp>
        <p:nvSpPr>
          <p:cNvPr id="3" name="Picture Placeholder 2"/>
          <p:cNvSpPr>
            <a:spLocks noGrp="1"/>
          </p:cNvSpPr>
          <p:nvPr>
            <p:ph type="pic" idx="1"/>
          </p:nvPr>
        </p:nvSpPr>
        <p:spPr>
          <a:xfrm>
            <a:off x="269874" y="223573"/>
            <a:ext cx="6858000" cy="3032760"/>
          </a:xfrm>
        </p:spPr>
        <p:txBody>
          <a:bodyPr/>
          <a:lstStyle>
            <a:lvl1pPr marL="0" indent="0">
              <a:buNone/>
              <a:defRPr sz="2222"/>
            </a:lvl1pPr>
            <a:lvl2pPr marL="317475" indent="0">
              <a:buNone/>
              <a:defRPr sz="1944"/>
            </a:lvl2pPr>
            <a:lvl3pPr marL="634950" indent="0">
              <a:buNone/>
              <a:defRPr sz="1667"/>
            </a:lvl3pPr>
            <a:lvl4pPr marL="952424" indent="0">
              <a:buNone/>
              <a:defRPr sz="1389"/>
            </a:lvl4pPr>
            <a:lvl5pPr marL="1269898" indent="0">
              <a:buNone/>
              <a:defRPr sz="1389"/>
            </a:lvl5pPr>
            <a:lvl6pPr marL="1587373" indent="0">
              <a:buNone/>
              <a:defRPr sz="1389"/>
            </a:lvl6pPr>
            <a:lvl7pPr marL="1904848" indent="0">
              <a:buNone/>
              <a:defRPr sz="1389"/>
            </a:lvl7pPr>
            <a:lvl8pPr marL="2222322" indent="0">
              <a:buNone/>
              <a:defRPr sz="1389"/>
            </a:lvl8pPr>
            <a:lvl9pPr marL="2539797" indent="0">
              <a:buNone/>
              <a:defRPr sz="1389"/>
            </a:lvl9pPr>
          </a:lstStyle>
          <a:p>
            <a:r>
              <a:rPr lang="fr-CA"/>
              <a:t>Click icon to add picture</a:t>
            </a:r>
            <a:endParaRPr/>
          </a:p>
        </p:txBody>
      </p:sp>
      <p:sp>
        <p:nvSpPr>
          <p:cNvPr id="4" name="Text Placeholder 3"/>
          <p:cNvSpPr>
            <a:spLocks noGrp="1"/>
          </p:cNvSpPr>
          <p:nvPr>
            <p:ph type="body" sz="half" idx="2"/>
          </p:nvPr>
        </p:nvSpPr>
        <p:spPr>
          <a:xfrm>
            <a:off x="458788" y="4034119"/>
            <a:ext cx="6475412" cy="1086893"/>
          </a:xfrm>
        </p:spPr>
        <p:txBody>
          <a:bodyPr>
            <a:normAutofit/>
          </a:bodyPr>
          <a:lstStyle>
            <a:lvl1pPr marL="0" indent="0">
              <a:buNone/>
              <a:defRPr sz="1111"/>
            </a:lvl1pPr>
            <a:lvl2pPr marL="317475" indent="0">
              <a:buNone/>
              <a:defRPr sz="833"/>
            </a:lvl2pPr>
            <a:lvl3pPr marL="634950" indent="0">
              <a:buNone/>
              <a:defRPr sz="694"/>
            </a:lvl3pPr>
            <a:lvl4pPr marL="952424" indent="0">
              <a:buNone/>
              <a:defRPr sz="625"/>
            </a:lvl4pPr>
            <a:lvl5pPr marL="1269898" indent="0">
              <a:buNone/>
              <a:defRPr sz="625"/>
            </a:lvl5pPr>
            <a:lvl6pPr marL="1587373" indent="0">
              <a:buNone/>
              <a:defRPr sz="625"/>
            </a:lvl6pPr>
            <a:lvl7pPr marL="1904848" indent="0">
              <a:buNone/>
              <a:defRPr sz="625"/>
            </a:lvl7pPr>
            <a:lvl8pPr marL="2222322" indent="0">
              <a:buNone/>
              <a:defRPr sz="625"/>
            </a:lvl8pPr>
            <a:lvl9pPr marL="2539797" indent="0">
              <a:buNone/>
              <a:defRPr sz="625"/>
            </a:lvl9pPr>
          </a:lstStyle>
          <a:p>
            <a:pPr lvl="0"/>
            <a:r>
              <a:rPr lang="fr-CA"/>
              <a:t>Click to edit Master text styles</a:t>
            </a:r>
          </a:p>
        </p:txBody>
      </p:sp>
      <p:sp>
        <p:nvSpPr>
          <p:cNvPr id="5" name="Date Placeholder 4"/>
          <p:cNvSpPr>
            <a:spLocks noGrp="1"/>
          </p:cNvSpPr>
          <p:nvPr>
            <p:ph type="dt" sz="half" idx="10"/>
          </p:nvPr>
        </p:nvSpPr>
        <p:spPr>
          <a:xfrm>
            <a:off x="7198659" y="5296961"/>
            <a:ext cx="1752600" cy="304271"/>
          </a:xfrm>
          <a:prstGeom prst="rect">
            <a:avLst/>
          </a:prstGeom>
        </p:spPr>
        <p:txBody>
          <a:body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Tree>
    <p:extLst>
      <p:ext uri="{BB962C8B-B14F-4D97-AF65-F5344CB8AC3E}">
        <p14:creationId xmlns:p14="http://schemas.microsoft.com/office/powerpoint/2010/main" val="42154005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Section with Picture">
    <p:spTree>
      <p:nvGrpSpPr>
        <p:cNvPr id="1" name=""/>
        <p:cNvGrpSpPr/>
        <p:nvPr/>
      </p:nvGrpSpPr>
      <p:grpSpPr>
        <a:xfrm>
          <a:off x="0" y="0"/>
          <a:ext cx="0" cy="0"/>
          <a:chOff x="0" y="0"/>
          <a:chExt cx="0" cy="0"/>
        </a:xfrm>
      </p:grpSpPr>
      <p:sp>
        <p:nvSpPr>
          <p:cNvPr id="7" name="Rectangle 6"/>
          <p:cNvSpPr/>
          <p:nvPr/>
        </p:nvSpPr>
        <p:spPr>
          <a:xfrm>
            <a:off x="269875" y="3978089"/>
            <a:ext cx="2971800" cy="1537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3720354" y="2857503"/>
            <a:ext cx="4966446" cy="1165413"/>
          </a:xfrm>
        </p:spPr>
        <p:txBody>
          <a:bodyPr anchor="b" anchorCtr="0"/>
          <a:lstStyle>
            <a:lvl1pPr algn="r">
              <a:defRPr sz="3194" b="0" cap="none" baseline="0"/>
            </a:lvl1pPr>
          </a:lstStyle>
          <a:p>
            <a:r>
              <a:rPr lang="fr-CA"/>
              <a:t>Click to edit Master title style</a:t>
            </a:r>
            <a:endParaRPr/>
          </a:p>
        </p:txBody>
      </p:sp>
      <p:sp>
        <p:nvSpPr>
          <p:cNvPr id="3" name="Text Placeholder 2"/>
          <p:cNvSpPr>
            <a:spLocks noGrp="1"/>
          </p:cNvSpPr>
          <p:nvPr>
            <p:ph type="body" idx="1"/>
          </p:nvPr>
        </p:nvSpPr>
        <p:spPr>
          <a:xfrm>
            <a:off x="3720354" y="4020345"/>
            <a:ext cx="4966446" cy="1100667"/>
          </a:xfrm>
        </p:spPr>
        <p:txBody>
          <a:bodyPr anchor="t" anchorCtr="0">
            <a:normAutofit/>
          </a:bodyPr>
          <a:lstStyle>
            <a:lvl1pPr marL="0" indent="0" algn="r">
              <a:buNone/>
              <a:defRPr sz="1111">
                <a:solidFill>
                  <a:schemeClr val="tx2"/>
                </a:solidFill>
              </a:defRPr>
            </a:lvl1pPr>
            <a:lvl2pPr marL="317475" indent="0">
              <a:buNone/>
              <a:defRPr sz="1250">
                <a:solidFill>
                  <a:schemeClr val="tx1">
                    <a:tint val="75000"/>
                  </a:schemeClr>
                </a:solidFill>
              </a:defRPr>
            </a:lvl2pPr>
            <a:lvl3pPr marL="634950" indent="0">
              <a:buNone/>
              <a:defRPr sz="1111">
                <a:solidFill>
                  <a:schemeClr val="tx1">
                    <a:tint val="75000"/>
                  </a:schemeClr>
                </a:solidFill>
              </a:defRPr>
            </a:lvl3pPr>
            <a:lvl4pPr marL="952424" indent="0">
              <a:buNone/>
              <a:defRPr sz="972">
                <a:solidFill>
                  <a:schemeClr val="tx1">
                    <a:tint val="75000"/>
                  </a:schemeClr>
                </a:solidFill>
              </a:defRPr>
            </a:lvl4pPr>
            <a:lvl5pPr marL="1269898" indent="0">
              <a:buNone/>
              <a:defRPr sz="972">
                <a:solidFill>
                  <a:schemeClr val="tx1">
                    <a:tint val="75000"/>
                  </a:schemeClr>
                </a:solidFill>
              </a:defRPr>
            </a:lvl5pPr>
            <a:lvl6pPr marL="1587373" indent="0">
              <a:buNone/>
              <a:defRPr sz="972">
                <a:solidFill>
                  <a:schemeClr val="tx1">
                    <a:tint val="75000"/>
                  </a:schemeClr>
                </a:solidFill>
              </a:defRPr>
            </a:lvl6pPr>
            <a:lvl7pPr marL="1904848" indent="0">
              <a:buNone/>
              <a:defRPr sz="972">
                <a:solidFill>
                  <a:schemeClr val="tx1">
                    <a:tint val="75000"/>
                  </a:schemeClr>
                </a:solidFill>
              </a:defRPr>
            </a:lvl7pPr>
            <a:lvl8pPr marL="2222322" indent="0">
              <a:buNone/>
              <a:defRPr sz="972">
                <a:solidFill>
                  <a:schemeClr val="tx1">
                    <a:tint val="75000"/>
                  </a:schemeClr>
                </a:solidFill>
              </a:defRPr>
            </a:lvl8pPr>
            <a:lvl9pPr marL="2539797" indent="0">
              <a:buNone/>
              <a:defRPr sz="972">
                <a:solidFill>
                  <a:schemeClr val="tx1">
                    <a:tint val="75000"/>
                  </a:schemeClr>
                </a:solidFill>
              </a:defRPr>
            </a:lvl9pPr>
          </a:lstStyle>
          <a:p>
            <a:pPr lvl="0"/>
            <a:r>
              <a:rPr lang="fr-CA"/>
              <a:t>Click to edit Master text styles</a:t>
            </a:r>
          </a:p>
        </p:txBody>
      </p:sp>
      <p:sp>
        <p:nvSpPr>
          <p:cNvPr id="6" name="Slide Number Placeholder 5"/>
          <p:cNvSpPr>
            <a:spLocks noGrp="1"/>
          </p:cNvSpPr>
          <p:nvPr>
            <p:ph type="sldNum" sz="quarter" idx="12"/>
          </p:nvPr>
        </p:nvSpPr>
        <p:spPr>
          <a:xfrm>
            <a:off x="351212" y="5087473"/>
            <a:ext cx="506506" cy="304271"/>
          </a:xfrm>
        </p:spPr>
        <p:txBody>
          <a:bodyPr/>
          <a:lstStyle/>
          <a:p>
            <a:fld id="{88136B7C-31F5-D340-8DA4-E004E776C911}" type="slidenum">
              <a:rPr lang="en-US" smtClean="0">
                <a:solidFill>
                  <a:prstClr val="white"/>
                </a:solidFill>
              </a:rPr>
              <a:pPr/>
              <a:t>‹N°›</a:t>
            </a:fld>
            <a:endParaRPr lang="en-US">
              <a:solidFill>
                <a:prstClr val="white"/>
              </a:solidFill>
            </a:endParaRPr>
          </a:p>
        </p:txBody>
      </p:sp>
      <p:sp>
        <p:nvSpPr>
          <p:cNvPr id="9" name="Picture Placeholder 8"/>
          <p:cNvSpPr>
            <a:spLocks noGrp="1"/>
          </p:cNvSpPr>
          <p:nvPr>
            <p:ph type="pic" sz="quarter" idx="13"/>
          </p:nvPr>
        </p:nvSpPr>
        <p:spPr>
          <a:xfrm>
            <a:off x="269874" y="223574"/>
            <a:ext cx="2971800" cy="3698876"/>
          </a:xfrm>
        </p:spPr>
        <p:txBody>
          <a:bodyPr/>
          <a:lstStyle>
            <a:lvl1pPr>
              <a:buNone/>
              <a:defRPr/>
            </a:lvl1pPr>
          </a:lstStyle>
          <a:p>
            <a:r>
              <a:rPr lang="fr-CA"/>
              <a:t>Click icon to add picture</a:t>
            </a:r>
            <a:endParaRPr/>
          </a:p>
        </p:txBody>
      </p:sp>
    </p:spTree>
    <p:extLst>
      <p:ext uri="{BB962C8B-B14F-4D97-AF65-F5344CB8AC3E}">
        <p14:creationId xmlns:p14="http://schemas.microsoft.com/office/powerpoint/2010/main" val="24871673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angle 7"/>
          <p:cNvSpPr/>
          <p:nvPr/>
        </p:nvSpPr>
        <p:spPr>
          <a:xfrm>
            <a:off x="8148923" y="223573"/>
            <a:ext cx="718073"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7202" y="762000"/>
            <a:ext cx="7391401" cy="952500"/>
          </a:xfrm>
        </p:spPr>
        <p:txBody>
          <a:bodyPr/>
          <a:lstStyle/>
          <a:p>
            <a:r>
              <a:rPr lang="fr-CA"/>
              <a:t>Click to edit Master title style</a:t>
            </a:r>
            <a:endParaRPr/>
          </a:p>
        </p:txBody>
      </p:sp>
      <p:sp>
        <p:nvSpPr>
          <p:cNvPr id="3" name="Content Placeholder 2"/>
          <p:cNvSpPr>
            <a:spLocks noGrp="1"/>
          </p:cNvSpPr>
          <p:nvPr>
            <p:ph sz="half" idx="1"/>
          </p:nvPr>
        </p:nvSpPr>
        <p:spPr>
          <a:xfrm>
            <a:off x="457200" y="1845470"/>
            <a:ext cx="3566160" cy="3259667"/>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4" name="Content Placeholder 3"/>
          <p:cNvSpPr>
            <a:spLocks noGrp="1"/>
          </p:cNvSpPr>
          <p:nvPr>
            <p:ph sz="half" idx="2"/>
          </p:nvPr>
        </p:nvSpPr>
        <p:spPr>
          <a:xfrm>
            <a:off x="4282440" y="1845470"/>
            <a:ext cx="3566160" cy="3259667"/>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5" name="Date Placeholder 4"/>
          <p:cNvSpPr>
            <a:spLocks noGrp="1"/>
          </p:cNvSpPr>
          <p:nvPr>
            <p:ph type="dt" sz="half" idx="10"/>
          </p:nvPr>
        </p:nvSpPr>
        <p:spPr>
          <a:xfrm>
            <a:off x="7198659" y="5296961"/>
            <a:ext cx="1752600" cy="304271"/>
          </a:xfrm>
          <a:prstGeom prst="rect">
            <a:avLst/>
          </a:prstGeom>
        </p:spPr>
        <p:txBody>
          <a:body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Tree>
    <p:extLst>
      <p:ext uri="{BB962C8B-B14F-4D97-AF65-F5344CB8AC3E}">
        <p14:creationId xmlns:p14="http://schemas.microsoft.com/office/powerpoint/2010/main" val="1332406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Contenu texte">
    <p:spTree>
      <p:nvGrpSpPr>
        <p:cNvPr id="1" name=""/>
        <p:cNvGrpSpPr/>
        <p:nvPr/>
      </p:nvGrpSpPr>
      <p:grpSpPr>
        <a:xfrm>
          <a:off x="0" y="0"/>
          <a:ext cx="0" cy="0"/>
          <a:chOff x="0" y="0"/>
          <a:chExt cx="0" cy="0"/>
        </a:xfrm>
      </p:grpSpPr>
      <p:sp>
        <p:nvSpPr>
          <p:cNvPr id="8" name="Espace réservé du texte 7"/>
          <p:cNvSpPr>
            <a:spLocks noGrp="1"/>
          </p:cNvSpPr>
          <p:nvPr>
            <p:ph type="body" sz="quarter" idx="13" hasCustomPrompt="1"/>
          </p:nvPr>
        </p:nvSpPr>
        <p:spPr>
          <a:xfrm>
            <a:off x="457200" y="1209002"/>
            <a:ext cx="8229600" cy="523009"/>
          </a:xfrm>
        </p:spPr>
        <p:txBody>
          <a:bodyPr>
            <a:noAutofit/>
          </a:bodyPr>
          <a:lstStyle>
            <a:lvl1pPr marL="0" indent="0">
              <a:buNone/>
              <a:defRPr sz="1250" b="1" i="0" baseline="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10" name="Titre 9"/>
          <p:cNvSpPr>
            <a:spLocks noGrp="1"/>
          </p:cNvSpPr>
          <p:nvPr>
            <p:ph type="title"/>
          </p:nvPr>
        </p:nvSpPr>
        <p:spPr/>
        <p:txBody>
          <a:bodyPr/>
          <a:lstStyle/>
          <a:p>
            <a:r>
              <a:rPr lang="fr-FR"/>
              <a:t>Cliquez pour modifier le style du titre</a:t>
            </a:r>
            <a:endParaRPr lang="fr-CA"/>
          </a:p>
        </p:txBody>
      </p:sp>
      <p:sp>
        <p:nvSpPr>
          <p:cNvPr id="13" name="Content Placeholder 12"/>
          <p:cNvSpPr>
            <a:spLocks noGrp="1"/>
          </p:cNvSpPr>
          <p:nvPr>
            <p:ph sz="quarter" idx="14"/>
          </p:nvPr>
        </p:nvSpPr>
        <p:spPr>
          <a:xfrm>
            <a:off x="457200" y="1731700"/>
            <a:ext cx="8229600" cy="3204104"/>
          </a:xfrm>
        </p:spPr>
        <p:txBody>
          <a:bodyPr/>
          <a:lstStyle>
            <a:lvl1pPr marL="0" indent="0">
              <a:buFont typeface="Arial" panose="020B0604020202020204" pitchFamily="34" charset="0"/>
              <a:buNone/>
              <a:defRPr/>
            </a:lvl1pPr>
            <a:lvl2pPr marL="248027" indent="0">
              <a:buFont typeface="Arial" panose="020B0604020202020204" pitchFamily="34" charset="0"/>
              <a:buNone/>
              <a:defRPr/>
            </a:lvl2pPr>
            <a:lvl3pPr marL="497156" indent="0">
              <a:buFont typeface="Arial" panose="020B0604020202020204" pitchFamily="34" charset="0"/>
              <a:buNone/>
              <a:defRPr/>
            </a:lvl3pPr>
            <a:lvl4pPr marL="745184" indent="0">
              <a:buFont typeface="Arial" panose="020B0604020202020204" pitchFamily="34" charset="0"/>
              <a:buNone/>
              <a:defRPr/>
            </a:lvl4pPr>
            <a:lvl5pPr marL="993210" indent="0">
              <a:buFont typeface="Arial" panose="020B0604020202020204" pitchFamily="34" charse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r-CA" dirty="0"/>
          </a:p>
        </p:txBody>
      </p:sp>
    </p:spTree>
    <p:extLst>
      <p:ext uri="{BB962C8B-B14F-4D97-AF65-F5344CB8AC3E}">
        <p14:creationId xmlns:p14="http://schemas.microsoft.com/office/powerpoint/2010/main" val="379455131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65320" y="1561939"/>
            <a:ext cx="8213360" cy="3406062"/>
          </a:xfrm>
        </p:spPr>
        <p:txBody>
          <a:bodyPr anchor="ctr"/>
          <a:lstStyle>
            <a:lvl1pPr marL="0" indent="0" algn="ctr">
              <a:buNone/>
              <a:defRPr b="1" i="0">
                <a:solidFill>
                  <a:schemeClr val="tx1"/>
                </a:solidFill>
                <a:latin typeface="Arial"/>
                <a:cs typeface="Arial"/>
              </a:defRPr>
            </a:lvl1pPr>
            <a:lvl2pPr marL="317475" indent="0" algn="ctr">
              <a:buNone/>
              <a:defRPr>
                <a:solidFill>
                  <a:schemeClr val="tx1">
                    <a:tint val="75000"/>
                  </a:schemeClr>
                </a:solidFill>
              </a:defRPr>
            </a:lvl2pPr>
            <a:lvl3pPr marL="634950" indent="0" algn="ctr">
              <a:buNone/>
              <a:defRPr>
                <a:solidFill>
                  <a:schemeClr val="tx1">
                    <a:tint val="75000"/>
                  </a:schemeClr>
                </a:solidFill>
              </a:defRPr>
            </a:lvl3pPr>
            <a:lvl4pPr marL="952424" indent="0" algn="ctr">
              <a:buNone/>
              <a:defRPr>
                <a:solidFill>
                  <a:schemeClr val="tx1">
                    <a:tint val="75000"/>
                  </a:schemeClr>
                </a:solidFill>
              </a:defRPr>
            </a:lvl4pPr>
            <a:lvl5pPr marL="1269898" indent="0" algn="ctr">
              <a:buNone/>
              <a:defRPr>
                <a:solidFill>
                  <a:schemeClr val="tx1">
                    <a:tint val="75000"/>
                  </a:schemeClr>
                </a:solidFill>
              </a:defRPr>
            </a:lvl5pPr>
            <a:lvl6pPr marL="1587373" indent="0" algn="ctr">
              <a:buNone/>
              <a:defRPr>
                <a:solidFill>
                  <a:schemeClr val="tx1">
                    <a:tint val="75000"/>
                  </a:schemeClr>
                </a:solidFill>
              </a:defRPr>
            </a:lvl6pPr>
            <a:lvl7pPr marL="1904848" indent="0" algn="ctr">
              <a:buNone/>
              <a:defRPr>
                <a:solidFill>
                  <a:schemeClr val="tx1">
                    <a:tint val="75000"/>
                  </a:schemeClr>
                </a:solidFill>
              </a:defRPr>
            </a:lvl7pPr>
            <a:lvl8pPr marL="2222322" indent="0" algn="ctr">
              <a:buNone/>
              <a:defRPr>
                <a:solidFill>
                  <a:schemeClr val="tx1">
                    <a:tint val="75000"/>
                  </a:schemeClr>
                </a:solidFill>
              </a:defRPr>
            </a:lvl8pPr>
            <a:lvl9pPr marL="2539797" indent="0" algn="ctr">
              <a:buNone/>
              <a:defRPr>
                <a:solidFill>
                  <a:schemeClr val="tx1">
                    <a:tint val="75000"/>
                  </a:schemeClr>
                </a:solidFill>
              </a:defRPr>
            </a:lvl9pPr>
          </a:lstStyle>
          <a:p>
            <a:r>
              <a:rPr lang="fr-CA" noProof="0" dirty="0"/>
              <a:t>CLICK TO EDIT MASTER SUBTITLE STYLE</a:t>
            </a:r>
          </a:p>
        </p:txBody>
      </p:sp>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AF88E988-FB04-AB4E-BE5A-59F242AF7F7A}" type="slidenum">
              <a:rPr lang="fr-CA" smtClean="0">
                <a:solidFill>
                  <a:srgbClr val="003C71"/>
                </a:solidFill>
              </a:rPr>
              <a:pPr/>
              <a:t>‹N°›</a:t>
            </a:fld>
            <a:endParaRPr lang="fr-CA" dirty="0">
              <a:solidFill>
                <a:srgbClr val="003C71"/>
              </a:solidFill>
            </a:endParaRPr>
          </a:p>
        </p:txBody>
      </p:sp>
      <p:sp>
        <p:nvSpPr>
          <p:cNvPr id="7" name="Titre 6"/>
          <p:cNvSpPr>
            <a:spLocks noGrp="1"/>
          </p:cNvSpPr>
          <p:nvPr>
            <p:ph type="title"/>
          </p:nvPr>
        </p:nvSpPr>
        <p:spPr/>
        <p:txBody>
          <a:bodyPr/>
          <a:lstStyle/>
          <a:p>
            <a:r>
              <a:rPr lang="fr-FR"/>
              <a:t>Cliquez pour modifier le style du titre</a:t>
            </a:r>
            <a:endParaRPr lang="fr-CA"/>
          </a:p>
        </p:txBody>
      </p:sp>
    </p:spTree>
    <p:extLst>
      <p:ext uri="{BB962C8B-B14F-4D97-AF65-F5344CB8AC3E}">
        <p14:creationId xmlns:p14="http://schemas.microsoft.com/office/powerpoint/2010/main" val="34455600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4" name="Footer Placeholder 3"/>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5" name="Slide Number Placeholder 4"/>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6" name="Titre 5"/>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33525467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8" name="Espace réservé du texte 7"/>
          <p:cNvSpPr>
            <a:spLocks noGrp="1"/>
          </p:cNvSpPr>
          <p:nvPr>
            <p:ph type="body" sz="quarter" idx="13" hasCustomPrompt="1"/>
          </p:nvPr>
        </p:nvSpPr>
        <p:spPr>
          <a:xfrm>
            <a:off x="457200" y="1209818"/>
            <a:ext cx="8229600" cy="523009"/>
          </a:xfrm>
        </p:spPr>
        <p:txBody>
          <a:bodyPr>
            <a:noAutofit/>
          </a:bodyPr>
          <a:lstStyle>
            <a:lvl1pPr marL="0" indent="0">
              <a:buNone/>
              <a:defRPr sz="1250" b="1" i="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9" name="Chart Placeholder 8"/>
          <p:cNvSpPr>
            <a:spLocks noGrp="1"/>
          </p:cNvSpPr>
          <p:nvPr>
            <p:ph type="chart" sz="quarter" idx="14"/>
          </p:nvPr>
        </p:nvSpPr>
        <p:spPr>
          <a:xfrm>
            <a:off x="457200" y="1732827"/>
            <a:ext cx="8229600" cy="3220773"/>
          </a:xfrm>
        </p:spPr>
        <p:txBody>
          <a:bodyPr/>
          <a:lstStyle>
            <a:lvl1pPr marL="0" indent="0">
              <a:buNone/>
              <a:defRPr/>
            </a:lvl1pPr>
          </a:lstStyle>
          <a:p>
            <a:endParaRPr lang="fr-CA" noProof="0" dirty="0"/>
          </a:p>
        </p:txBody>
      </p:sp>
      <p:sp>
        <p:nvSpPr>
          <p:cNvPr id="10" name="Titre 9"/>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34013490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Contenu list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8" name="Espace réservé du texte 7"/>
          <p:cNvSpPr>
            <a:spLocks noGrp="1"/>
          </p:cNvSpPr>
          <p:nvPr>
            <p:ph type="body" sz="quarter" idx="13" hasCustomPrompt="1"/>
          </p:nvPr>
        </p:nvSpPr>
        <p:spPr>
          <a:xfrm>
            <a:off x="457200" y="1209002"/>
            <a:ext cx="8229600" cy="523009"/>
          </a:xfrm>
        </p:spPr>
        <p:txBody>
          <a:bodyPr>
            <a:noAutofit/>
          </a:bodyPr>
          <a:lstStyle>
            <a:lvl1pPr marL="0" indent="0">
              <a:buNone/>
              <a:defRPr sz="1250" b="1" i="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9" name="Titre 8"/>
          <p:cNvSpPr>
            <a:spLocks noGrp="1"/>
          </p:cNvSpPr>
          <p:nvPr>
            <p:ph type="title" hasCustomPrompt="1"/>
          </p:nvPr>
        </p:nvSpPr>
        <p:spPr/>
        <p:txBody>
          <a:bodyPr/>
          <a:lstStyle>
            <a:lvl1pPr>
              <a:defRPr baseline="0"/>
            </a:lvl1pPr>
          </a:lstStyle>
          <a:p>
            <a:r>
              <a:rPr lang="fr-FR" dirty="0"/>
              <a:t>Cliquez pour modifier le style du titre</a:t>
            </a:r>
            <a:endParaRPr lang="fr-CA"/>
          </a:p>
        </p:txBody>
      </p:sp>
      <p:sp>
        <p:nvSpPr>
          <p:cNvPr id="7" name="Text Placeholder 6"/>
          <p:cNvSpPr>
            <a:spLocks noGrp="1"/>
          </p:cNvSpPr>
          <p:nvPr>
            <p:ph type="body" sz="quarter" idx="14"/>
          </p:nvPr>
        </p:nvSpPr>
        <p:spPr>
          <a:xfrm>
            <a:off x="457200" y="1731700"/>
            <a:ext cx="8229600" cy="3204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Tree>
    <p:extLst>
      <p:ext uri="{BB962C8B-B14F-4D97-AF65-F5344CB8AC3E}">
        <p14:creationId xmlns:p14="http://schemas.microsoft.com/office/powerpoint/2010/main" val="116631504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8" name="Espace réservé du texte 7"/>
          <p:cNvSpPr>
            <a:spLocks noGrp="1"/>
          </p:cNvSpPr>
          <p:nvPr>
            <p:ph type="body" sz="quarter" idx="13" hasCustomPrompt="1"/>
          </p:nvPr>
        </p:nvSpPr>
        <p:spPr>
          <a:xfrm>
            <a:off x="457200" y="1209002"/>
            <a:ext cx="8229600" cy="523009"/>
          </a:xfrm>
        </p:spPr>
        <p:txBody>
          <a:bodyPr>
            <a:noAutofit/>
          </a:bodyPr>
          <a:lstStyle>
            <a:lvl1pPr marL="0" indent="0">
              <a:buNone/>
              <a:defRPr sz="1250" b="1" i="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10" name="Table Placeholder 6"/>
          <p:cNvSpPr>
            <a:spLocks noGrp="1"/>
          </p:cNvSpPr>
          <p:nvPr>
            <p:ph type="tbl" sz="quarter" idx="15"/>
          </p:nvPr>
        </p:nvSpPr>
        <p:spPr>
          <a:xfrm>
            <a:off x="457200" y="1732011"/>
            <a:ext cx="8229600" cy="3198479"/>
          </a:xfrm>
        </p:spPr>
        <p:txBody>
          <a:bodyPr/>
          <a:lstStyle>
            <a:lvl1pPr marL="0" indent="0">
              <a:buNone/>
              <a:defRPr/>
            </a:lvl1pPr>
          </a:lstStyle>
          <a:p>
            <a:endParaRPr lang="fr-CA" noProof="0" dirty="0"/>
          </a:p>
        </p:txBody>
      </p:sp>
      <p:sp>
        <p:nvSpPr>
          <p:cNvPr id="9" name="Titre 8"/>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133555685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575135"/>
            <a:ext cx="4038600" cy="3400067"/>
          </a:xfrm>
        </p:spPr>
        <p:txBody>
          <a:bodyPr>
            <a:normAutofit/>
          </a:bodyPr>
          <a:lstStyle>
            <a:lvl1pPr>
              <a:defRPr sz="1389"/>
            </a:lvl1pPr>
            <a:lvl2pPr>
              <a:defRPr sz="1389"/>
            </a:lvl2pPr>
            <a:lvl3pPr>
              <a:defRPr sz="1389"/>
            </a:lvl3pPr>
            <a:lvl4pPr>
              <a:defRPr sz="1389"/>
            </a:lvl4pPr>
            <a:lvl5pPr>
              <a:defRPr sz="1389"/>
            </a:lvl5pPr>
            <a:lvl6pPr>
              <a:defRPr sz="1250"/>
            </a:lvl6pPr>
            <a:lvl7pPr>
              <a:defRPr sz="1250"/>
            </a:lvl7pPr>
            <a:lvl8pPr>
              <a:defRPr sz="1250"/>
            </a:lvl8pPr>
            <a:lvl9pPr>
              <a:defRPr sz="1250"/>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4" name="Content Placeholder 3"/>
          <p:cNvSpPr>
            <a:spLocks noGrp="1"/>
          </p:cNvSpPr>
          <p:nvPr>
            <p:ph sz="half" idx="2"/>
          </p:nvPr>
        </p:nvSpPr>
        <p:spPr>
          <a:xfrm>
            <a:off x="4648200" y="1575135"/>
            <a:ext cx="4038600" cy="3400067"/>
          </a:xfrm>
        </p:spPr>
        <p:txBody>
          <a:bodyPr>
            <a:normAutofit/>
          </a:bodyPr>
          <a:lstStyle>
            <a:lvl1pPr>
              <a:defRPr sz="1389"/>
            </a:lvl1pPr>
            <a:lvl2pPr>
              <a:defRPr sz="1389"/>
            </a:lvl2pPr>
            <a:lvl3pPr>
              <a:defRPr sz="1389"/>
            </a:lvl3pPr>
            <a:lvl4pPr>
              <a:defRPr sz="1389"/>
            </a:lvl4pPr>
            <a:lvl5pPr>
              <a:defRPr sz="1389"/>
            </a:lvl5pPr>
            <a:lvl6pPr>
              <a:defRPr sz="1250"/>
            </a:lvl6pPr>
            <a:lvl7pPr>
              <a:defRPr sz="1250"/>
            </a:lvl7pPr>
            <a:lvl8pPr>
              <a:defRPr sz="1250"/>
            </a:lvl8pPr>
            <a:lvl9pPr>
              <a:defRPr sz="1250"/>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5" name="Date Placeholder 4"/>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6" name="Footer Placeholder 5"/>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7" name="Slide Number Placeholder 6"/>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9" name="Titre 8"/>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168804169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7200" y="1209648"/>
            <a:ext cx="4040188" cy="533135"/>
          </a:xfrm>
        </p:spPr>
        <p:txBody>
          <a:bodyPr anchor="t">
            <a:noAutofit/>
          </a:bodyPr>
          <a:lstStyle>
            <a:lvl1pPr marL="0" indent="0">
              <a:buNone/>
              <a:defRPr sz="1250" b="1" i="0">
                <a:latin typeface="Arial"/>
                <a:cs typeface="Arial"/>
              </a:defRPr>
            </a:lvl1pPr>
            <a:lvl2pPr marL="317475" indent="0">
              <a:buNone/>
              <a:defRPr sz="1389" b="1"/>
            </a:lvl2pPr>
            <a:lvl3pPr marL="634950" indent="0">
              <a:buNone/>
              <a:defRPr sz="1250" b="1"/>
            </a:lvl3pPr>
            <a:lvl4pPr marL="952424" indent="0">
              <a:buNone/>
              <a:defRPr sz="1111" b="1"/>
            </a:lvl4pPr>
            <a:lvl5pPr marL="1269898" indent="0">
              <a:buNone/>
              <a:defRPr sz="1111" b="1"/>
            </a:lvl5pPr>
            <a:lvl6pPr marL="1587373" indent="0">
              <a:buNone/>
              <a:defRPr sz="1111" b="1"/>
            </a:lvl6pPr>
            <a:lvl7pPr marL="1904848" indent="0">
              <a:buNone/>
              <a:defRPr sz="1111" b="1"/>
            </a:lvl7pPr>
            <a:lvl8pPr marL="2222322" indent="0">
              <a:buNone/>
              <a:defRPr sz="1111" b="1"/>
            </a:lvl8pPr>
            <a:lvl9pPr marL="2539797" indent="0">
              <a:buNone/>
              <a:defRPr sz="1111" b="1"/>
            </a:lvl9pPr>
          </a:lstStyle>
          <a:p>
            <a:pPr lvl="0"/>
            <a:r>
              <a:rPr lang="fr-CA" noProof="0" dirty="0"/>
              <a:t>CLICK TO EDIT MASTER TEXT STYLES</a:t>
            </a:r>
          </a:p>
        </p:txBody>
      </p:sp>
      <p:sp>
        <p:nvSpPr>
          <p:cNvPr id="4" name="Content Placeholder 3"/>
          <p:cNvSpPr>
            <a:spLocks noGrp="1"/>
          </p:cNvSpPr>
          <p:nvPr>
            <p:ph sz="half" idx="2"/>
          </p:nvPr>
        </p:nvSpPr>
        <p:spPr>
          <a:xfrm>
            <a:off x="457200" y="1742782"/>
            <a:ext cx="4040188" cy="3210818"/>
          </a:xfrm>
        </p:spPr>
        <p:txBody>
          <a:bodyPr anchor="t">
            <a:normAutofit/>
          </a:bodyPr>
          <a:lstStyle>
            <a:lvl1pPr>
              <a:defRPr sz="1389"/>
            </a:lvl1pPr>
            <a:lvl2pPr>
              <a:defRPr sz="1389"/>
            </a:lvl2pPr>
            <a:lvl3pPr>
              <a:defRPr sz="1389"/>
            </a:lvl3pPr>
            <a:lvl4pPr>
              <a:defRPr sz="1389"/>
            </a:lvl4pPr>
            <a:lvl5pPr>
              <a:defRPr sz="1389"/>
            </a:lvl5pPr>
            <a:lvl6pPr>
              <a:defRPr sz="1111"/>
            </a:lvl6pPr>
            <a:lvl7pPr>
              <a:defRPr sz="1111"/>
            </a:lvl7pPr>
            <a:lvl8pPr>
              <a:defRPr sz="1111"/>
            </a:lvl8pPr>
            <a:lvl9pPr>
              <a:defRPr sz="1111"/>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5" name="Text Placeholder 4"/>
          <p:cNvSpPr>
            <a:spLocks noGrp="1"/>
          </p:cNvSpPr>
          <p:nvPr>
            <p:ph type="body" sz="quarter" idx="3" hasCustomPrompt="1"/>
          </p:nvPr>
        </p:nvSpPr>
        <p:spPr>
          <a:xfrm>
            <a:off x="4645030" y="1209648"/>
            <a:ext cx="4041775" cy="533135"/>
          </a:xfrm>
        </p:spPr>
        <p:txBody>
          <a:bodyPr anchor="t">
            <a:noAutofit/>
          </a:bodyPr>
          <a:lstStyle>
            <a:lvl1pPr marL="0" indent="0">
              <a:buNone/>
              <a:defRPr sz="1250" b="1" i="0">
                <a:latin typeface="Arial"/>
                <a:cs typeface="Arial"/>
              </a:defRPr>
            </a:lvl1pPr>
            <a:lvl2pPr marL="317475" indent="0">
              <a:buNone/>
              <a:defRPr sz="1389" b="1"/>
            </a:lvl2pPr>
            <a:lvl3pPr marL="634950" indent="0">
              <a:buNone/>
              <a:defRPr sz="1250" b="1"/>
            </a:lvl3pPr>
            <a:lvl4pPr marL="952424" indent="0">
              <a:buNone/>
              <a:defRPr sz="1111" b="1"/>
            </a:lvl4pPr>
            <a:lvl5pPr marL="1269898" indent="0">
              <a:buNone/>
              <a:defRPr sz="1111" b="1"/>
            </a:lvl5pPr>
            <a:lvl6pPr marL="1587373" indent="0">
              <a:buNone/>
              <a:defRPr sz="1111" b="1"/>
            </a:lvl6pPr>
            <a:lvl7pPr marL="1904848" indent="0">
              <a:buNone/>
              <a:defRPr sz="1111" b="1"/>
            </a:lvl7pPr>
            <a:lvl8pPr marL="2222322" indent="0">
              <a:buNone/>
              <a:defRPr sz="1111" b="1"/>
            </a:lvl8pPr>
            <a:lvl9pPr marL="2539797" indent="0">
              <a:buNone/>
              <a:defRPr sz="1111" b="1"/>
            </a:lvl9pPr>
          </a:lstStyle>
          <a:p>
            <a:pPr lvl="0"/>
            <a:r>
              <a:rPr lang="fr-CA" noProof="0" dirty="0"/>
              <a:t>CLICK TO EDIT MASTER TEXT STYLES</a:t>
            </a:r>
          </a:p>
        </p:txBody>
      </p:sp>
      <p:sp>
        <p:nvSpPr>
          <p:cNvPr id="6" name="Content Placeholder 5"/>
          <p:cNvSpPr>
            <a:spLocks noGrp="1"/>
          </p:cNvSpPr>
          <p:nvPr>
            <p:ph sz="quarter" idx="4"/>
          </p:nvPr>
        </p:nvSpPr>
        <p:spPr>
          <a:xfrm>
            <a:off x="4645030" y="1742782"/>
            <a:ext cx="4041775" cy="3210818"/>
          </a:xfrm>
        </p:spPr>
        <p:txBody>
          <a:bodyPr anchor="t">
            <a:normAutofit/>
          </a:bodyPr>
          <a:lstStyle>
            <a:lvl1pPr>
              <a:defRPr sz="1389"/>
            </a:lvl1pPr>
            <a:lvl2pPr>
              <a:defRPr sz="1389"/>
            </a:lvl2pPr>
            <a:lvl3pPr>
              <a:defRPr sz="1389"/>
            </a:lvl3pPr>
            <a:lvl4pPr>
              <a:defRPr sz="1389"/>
            </a:lvl4pPr>
            <a:lvl5pPr>
              <a:defRPr sz="1389"/>
            </a:lvl5pPr>
            <a:lvl6pPr>
              <a:defRPr sz="1111"/>
            </a:lvl6pPr>
            <a:lvl7pPr>
              <a:defRPr sz="1111"/>
            </a:lvl7pPr>
            <a:lvl8pPr>
              <a:defRPr sz="1111"/>
            </a:lvl8pPr>
            <a:lvl9pPr>
              <a:defRPr sz="1111"/>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7" name="Date Placeholder 6"/>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8" name="Footer Placeholder 7"/>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9" name="Slide Number Placeholder 8"/>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10" name="Titre 9"/>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34894395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57203" y="1727420"/>
            <a:ext cx="8228779" cy="3240580"/>
          </a:xfrm>
        </p:spPr>
        <p:txBody>
          <a:bodyPr/>
          <a:lstStyle>
            <a:lvl1pPr marL="0" indent="0">
              <a:buNone/>
              <a:defRPr sz="2222"/>
            </a:lvl1pPr>
            <a:lvl2pPr marL="317475" indent="0">
              <a:buNone/>
              <a:defRPr sz="1944"/>
            </a:lvl2pPr>
            <a:lvl3pPr marL="634950" indent="0">
              <a:buNone/>
              <a:defRPr sz="1667"/>
            </a:lvl3pPr>
            <a:lvl4pPr marL="952424" indent="0">
              <a:buNone/>
              <a:defRPr sz="1389"/>
            </a:lvl4pPr>
            <a:lvl5pPr marL="1269898" indent="0">
              <a:buNone/>
              <a:defRPr sz="1389"/>
            </a:lvl5pPr>
            <a:lvl6pPr marL="1587373" indent="0">
              <a:buNone/>
              <a:defRPr sz="1389"/>
            </a:lvl6pPr>
            <a:lvl7pPr marL="1904848" indent="0">
              <a:buNone/>
              <a:defRPr sz="1389"/>
            </a:lvl7pPr>
            <a:lvl8pPr marL="2222322" indent="0">
              <a:buNone/>
              <a:defRPr sz="1389"/>
            </a:lvl8pPr>
            <a:lvl9pPr marL="2539797" indent="0">
              <a:buNone/>
              <a:defRPr sz="1389"/>
            </a:lvl9pPr>
          </a:lstStyle>
          <a:p>
            <a:endParaRPr lang="fr-CA" noProof="0" dirty="0"/>
          </a:p>
        </p:txBody>
      </p:sp>
      <p:sp>
        <p:nvSpPr>
          <p:cNvPr id="4" name="Text Placeholder 3"/>
          <p:cNvSpPr>
            <a:spLocks noGrp="1"/>
          </p:cNvSpPr>
          <p:nvPr>
            <p:ph type="body" sz="half" idx="2" hasCustomPrompt="1"/>
          </p:nvPr>
        </p:nvSpPr>
        <p:spPr>
          <a:xfrm>
            <a:off x="457204" y="1209000"/>
            <a:ext cx="8228779" cy="520716"/>
          </a:xfrm>
        </p:spPr>
        <p:txBody>
          <a:bodyPr>
            <a:normAutofit/>
          </a:bodyPr>
          <a:lstStyle>
            <a:lvl1pPr marL="0" indent="0">
              <a:buNone/>
              <a:defRPr sz="1250" b="1" i="0">
                <a:latin typeface="Arial"/>
                <a:cs typeface="Arial"/>
              </a:defRPr>
            </a:lvl1pPr>
            <a:lvl2pPr marL="317475" indent="0">
              <a:buNone/>
              <a:defRPr sz="833"/>
            </a:lvl2pPr>
            <a:lvl3pPr marL="634950" indent="0">
              <a:buNone/>
              <a:defRPr sz="694"/>
            </a:lvl3pPr>
            <a:lvl4pPr marL="952424" indent="0">
              <a:buNone/>
              <a:defRPr sz="625"/>
            </a:lvl4pPr>
            <a:lvl5pPr marL="1269898" indent="0">
              <a:buNone/>
              <a:defRPr sz="625"/>
            </a:lvl5pPr>
            <a:lvl6pPr marL="1587373" indent="0">
              <a:buNone/>
              <a:defRPr sz="625"/>
            </a:lvl6pPr>
            <a:lvl7pPr marL="1904848" indent="0">
              <a:buNone/>
              <a:defRPr sz="625"/>
            </a:lvl7pPr>
            <a:lvl8pPr marL="2222322" indent="0">
              <a:buNone/>
              <a:defRPr sz="625"/>
            </a:lvl8pPr>
            <a:lvl9pPr marL="2539797" indent="0">
              <a:buNone/>
              <a:defRPr sz="625"/>
            </a:lvl9pPr>
          </a:lstStyle>
          <a:p>
            <a:pPr lvl="0"/>
            <a:r>
              <a:rPr lang="fr-CA" noProof="0" dirty="0"/>
              <a:t>CLICK TO EDIT MASTER TEXT STYLES</a:t>
            </a:r>
          </a:p>
        </p:txBody>
      </p:sp>
      <p:sp>
        <p:nvSpPr>
          <p:cNvPr id="5" name="Date Placeholder 4"/>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6" name="Footer Placeholder 5"/>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7" name="Slide Number Placeholder 6"/>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9" name="Titre 8"/>
          <p:cNvSpPr>
            <a:spLocks noGrp="1"/>
          </p:cNvSpPr>
          <p:nvPr>
            <p:ph type="title"/>
          </p:nvPr>
        </p:nvSpPr>
        <p:spPr/>
        <p:txBody>
          <a:bodyPr/>
          <a:lstStyle/>
          <a:p>
            <a:r>
              <a:rPr lang="fr-FR"/>
              <a:t>Cliquez pour modifier le style du titre</a:t>
            </a:r>
            <a:endParaRPr lang="fr-CA"/>
          </a:p>
        </p:txBody>
      </p:sp>
    </p:spTree>
    <p:extLst>
      <p:ext uri="{BB962C8B-B14F-4D97-AF65-F5344CB8AC3E}">
        <p14:creationId xmlns:p14="http://schemas.microsoft.com/office/powerpoint/2010/main" val="12276465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29297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Vid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28B19A0B-607A-0EDA-B42C-B2939CCB10DE}"/>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7" name="Espace réservé du numéro de diapositive 5">
            <a:extLst>
              <a:ext uri="{FF2B5EF4-FFF2-40B4-BE49-F238E27FC236}">
                <a16:creationId xmlns:a16="http://schemas.microsoft.com/office/drawing/2014/main" id="{A1D0B5C5-4427-36B4-A02D-B6E0B59B9218}"/>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2" name="Espace réservé de la date 3">
            <a:extLst>
              <a:ext uri="{FF2B5EF4-FFF2-40B4-BE49-F238E27FC236}">
                <a16:creationId xmlns:a16="http://schemas.microsoft.com/office/drawing/2014/main" id="{B3508DEF-53AB-3FAC-08EB-06C3869A157E}"/>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486057CC-A079-4D60-BDDA-9079A3D5A558}" type="datetime3">
              <a:rPr lang="fr-CA" smtClean="0"/>
              <a:t>26/09/03</a:t>
            </a:fld>
            <a:endParaRPr lang="fr-FR" dirty="0"/>
          </a:p>
        </p:txBody>
      </p:sp>
    </p:spTree>
    <p:extLst>
      <p:ext uri="{BB962C8B-B14F-4D97-AF65-F5344CB8AC3E}">
        <p14:creationId xmlns:p14="http://schemas.microsoft.com/office/powerpoint/2010/main" val="41183006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6_Titre et contenu">
    <p:spTree>
      <p:nvGrpSpPr>
        <p:cNvPr id="1" name=""/>
        <p:cNvGrpSpPr/>
        <p:nvPr/>
      </p:nvGrpSpPr>
      <p:grpSpPr>
        <a:xfrm>
          <a:off x="0" y="0"/>
          <a:ext cx="0" cy="0"/>
          <a:chOff x="0" y="0"/>
          <a:chExt cx="0" cy="0"/>
        </a:xfrm>
      </p:grpSpPr>
      <p:sp>
        <p:nvSpPr>
          <p:cNvPr id="11" name="Espace réservé du contenu 10">
            <a:extLst>
              <a:ext uri="{FF2B5EF4-FFF2-40B4-BE49-F238E27FC236}">
                <a16:creationId xmlns:a16="http://schemas.microsoft.com/office/drawing/2014/main" id="{5AF6B44E-D477-2902-4B05-E6A76B94BF83}"/>
              </a:ext>
            </a:extLst>
          </p:cNvPr>
          <p:cNvSpPr>
            <a:spLocks noGrp="1"/>
          </p:cNvSpPr>
          <p:nvPr>
            <p:ph sz="quarter" idx="13"/>
          </p:nvPr>
        </p:nvSpPr>
        <p:spPr>
          <a:xfrm>
            <a:off x="521072" y="1220785"/>
            <a:ext cx="8099822" cy="405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12" name="Titre 11">
            <a:extLst>
              <a:ext uri="{FF2B5EF4-FFF2-40B4-BE49-F238E27FC236}">
                <a16:creationId xmlns:a16="http://schemas.microsoft.com/office/drawing/2014/main" id="{CFF8C38C-E4DD-D501-68F4-D434DEF99C05}"/>
              </a:ext>
            </a:extLst>
          </p:cNvPr>
          <p:cNvSpPr>
            <a:spLocks noGrp="1"/>
          </p:cNvSpPr>
          <p:nvPr>
            <p:ph type="title"/>
          </p:nvPr>
        </p:nvSpPr>
        <p:spPr>
          <a:xfrm>
            <a:off x="521070" y="304271"/>
            <a:ext cx="8100000" cy="900000"/>
          </a:xfrm>
        </p:spPr>
        <p:txBody>
          <a:bodyPr/>
          <a:lstStyle/>
          <a:p>
            <a:r>
              <a:rPr lang="fr-FR"/>
              <a:t>Modifiez le style du titre</a:t>
            </a:r>
            <a:endParaRPr lang="en-CA"/>
          </a:p>
        </p:txBody>
      </p:sp>
      <p:sp>
        <p:nvSpPr>
          <p:cNvPr id="3" name="Espace réservé du pied de page 4">
            <a:extLst>
              <a:ext uri="{FF2B5EF4-FFF2-40B4-BE49-F238E27FC236}">
                <a16:creationId xmlns:a16="http://schemas.microsoft.com/office/drawing/2014/main" id="{FB2BFA64-7199-B633-676D-8F0F7C580CDD}"/>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4" name="Espace réservé du numéro de diapositive 5">
            <a:extLst>
              <a:ext uri="{FF2B5EF4-FFF2-40B4-BE49-F238E27FC236}">
                <a16:creationId xmlns:a16="http://schemas.microsoft.com/office/drawing/2014/main" id="{93307F2B-BFB1-C03A-4530-DA45E9C7E8F4}"/>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39692851-B184-2368-9ACB-516D18C2FF19}"/>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spTree>
    <p:extLst>
      <p:ext uri="{BB962C8B-B14F-4D97-AF65-F5344CB8AC3E}">
        <p14:creationId xmlns:p14="http://schemas.microsoft.com/office/powerpoint/2010/main" val="39954868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Ruban bleu gauche bi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56DE1D4-8847-103A-5CEE-74B72EAE4491}"/>
              </a:ext>
            </a:extLst>
          </p:cNvPr>
          <p:cNvSpPr/>
          <p:nvPr userDrawn="1"/>
        </p:nvSpPr>
        <p:spPr>
          <a:xfrm>
            <a:off x="6721" y="0"/>
            <a:ext cx="2052002" cy="5715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 name="Espace réservé du contenu 4">
            <a:extLst>
              <a:ext uri="{FF2B5EF4-FFF2-40B4-BE49-F238E27FC236}">
                <a16:creationId xmlns:a16="http://schemas.microsoft.com/office/drawing/2014/main" id="{434B7241-2F14-2631-5923-8FBBBBD6659C}"/>
              </a:ext>
            </a:extLst>
          </p:cNvPr>
          <p:cNvSpPr>
            <a:spLocks noGrp="1"/>
          </p:cNvSpPr>
          <p:nvPr>
            <p:ph sz="quarter" idx="17"/>
          </p:nvPr>
        </p:nvSpPr>
        <p:spPr>
          <a:xfrm>
            <a:off x="2415779" y="1382448"/>
            <a:ext cx="6480000"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13" name="Titre 12">
            <a:extLst>
              <a:ext uri="{FF2B5EF4-FFF2-40B4-BE49-F238E27FC236}">
                <a16:creationId xmlns:a16="http://schemas.microsoft.com/office/drawing/2014/main" id="{56FCA759-2ED9-576B-33FB-8DCA62E4B2C6}"/>
              </a:ext>
            </a:extLst>
          </p:cNvPr>
          <p:cNvSpPr>
            <a:spLocks noGrp="1"/>
          </p:cNvSpPr>
          <p:nvPr>
            <p:ph type="title"/>
          </p:nvPr>
        </p:nvSpPr>
        <p:spPr>
          <a:xfrm>
            <a:off x="2415779" y="304271"/>
            <a:ext cx="6480000" cy="900000"/>
          </a:xfrm>
        </p:spPr>
        <p:txBody>
          <a:bodyPr/>
          <a:lstStyle/>
          <a:p>
            <a:r>
              <a:rPr lang="fr-FR"/>
              <a:t>Modifiez le style du titre</a:t>
            </a:r>
            <a:endParaRPr lang="en-CA"/>
          </a:p>
        </p:txBody>
      </p:sp>
      <p:sp>
        <p:nvSpPr>
          <p:cNvPr id="6" name="Espace réservé du pied de page 4">
            <a:extLst>
              <a:ext uri="{FF2B5EF4-FFF2-40B4-BE49-F238E27FC236}">
                <a16:creationId xmlns:a16="http://schemas.microsoft.com/office/drawing/2014/main" id="{5C549A38-15C3-06DC-2A2D-422461A480DF}"/>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8" name="Espace réservé du numéro de diapositive 5">
            <a:extLst>
              <a:ext uri="{FF2B5EF4-FFF2-40B4-BE49-F238E27FC236}">
                <a16:creationId xmlns:a16="http://schemas.microsoft.com/office/drawing/2014/main" id="{5294044F-D3A7-408E-08B2-DDFB101807E6}"/>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4" name="Espace réservé de la date 3">
            <a:extLst>
              <a:ext uri="{FF2B5EF4-FFF2-40B4-BE49-F238E27FC236}">
                <a16:creationId xmlns:a16="http://schemas.microsoft.com/office/drawing/2014/main" id="{4C7D0FBC-8587-C20B-606F-96496C828755}"/>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4C8EECAE-2D38-443F-AB57-2C35C22AFF33}" type="datetime3">
              <a:rPr lang="fr-CA" smtClean="0"/>
              <a:t>26/09/03</a:t>
            </a:fld>
            <a:endParaRPr lang="fr-FR" dirty="0"/>
          </a:p>
        </p:txBody>
      </p:sp>
      <p:pic>
        <p:nvPicPr>
          <p:cNvPr id="9" name="Image 8">
            <a:extLst>
              <a:ext uri="{FF2B5EF4-FFF2-40B4-BE49-F238E27FC236}">
                <a16:creationId xmlns:a16="http://schemas.microsoft.com/office/drawing/2014/main" id="{F815554E-F39F-7368-77A0-744E70EEF0C8}"/>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127975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Titre et contenu, alt.">
    <p:spTree>
      <p:nvGrpSpPr>
        <p:cNvPr id="1" name=""/>
        <p:cNvGrpSpPr/>
        <p:nvPr/>
      </p:nvGrpSpPr>
      <p:grpSpPr>
        <a:xfrm>
          <a:off x="0" y="0"/>
          <a:ext cx="0" cy="0"/>
          <a:chOff x="0" y="0"/>
          <a:chExt cx="0" cy="0"/>
        </a:xfrm>
      </p:grpSpPr>
      <p:sp>
        <p:nvSpPr>
          <p:cNvPr id="2" name="Title 1"/>
          <p:cNvSpPr>
            <a:spLocks noGrp="1"/>
          </p:cNvSpPr>
          <p:nvPr>
            <p:ph type="title"/>
          </p:nvPr>
        </p:nvSpPr>
        <p:spPr>
          <a:xfrm>
            <a:off x="498477" y="112060"/>
            <a:ext cx="7556313" cy="829236"/>
          </a:xfrm>
        </p:spPr>
        <p:txBody>
          <a:bodyPr anchor="b"/>
          <a:lstStyle/>
          <a:p>
            <a:r>
              <a:rPr lang="fr-FR"/>
              <a:t>Cliquez pour modifier le style du titre</a:t>
            </a:r>
            <a:endParaRPr/>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a:p>
        </p:txBody>
      </p:sp>
      <p:sp>
        <p:nvSpPr>
          <p:cNvPr id="10" name="Text Placeholder 3"/>
          <p:cNvSpPr>
            <a:spLocks noGrp="1"/>
          </p:cNvSpPr>
          <p:nvPr>
            <p:ph type="body" sz="half" idx="2"/>
          </p:nvPr>
        </p:nvSpPr>
        <p:spPr>
          <a:xfrm>
            <a:off x="498518" y="941296"/>
            <a:ext cx="7558960" cy="645583"/>
          </a:xfrm>
        </p:spPr>
        <p:txBody>
          <a:bodyPr rtlCol="0">
            <a:noAutofit/>
          </a:bodyPr>
          <a:lstStyle>
            <a:lvl1pPr marL="0" indent="0">
              <a:buNone/>
              <a:defRPr kumimoji="0" sz="1800" b="0" i="0" u="none" strike="noStrike" kern="1200" cap="none" spc="0" normalizeH="0" baseline="0">
                <a:ln>
                  <a:noFill/>
                </a:ln>
                <a:solidFill>
                  <a:schemeClr val="accent3"/>
                </a:solidFill>
                <a:effectLst/>
                <a:uLnTx/>
                <a:uFillTx/>
                <a:latin typeface="+mj-lt"/>
                <a:ea typeface="+mj-ea"/>
                <a:cs typeface="+mj-cs"/>
              </a:defRPr>
            </a:lvl1pPr>
            <a:lvl2pPr marL="342887" indent="0">
              <a:buNone/>
              <a:defRPr sz="900"/>
            </a:lvl2pPr>
            <a:lvl3pPr marL="685773" indent="0">
              <a:buNone/>
              <a:defRPr sz="750"/>
            </a:lvl3pPr>
            <a:lvl4pPr marL="1028659" indent="0">
              <a:buNone/>
              <a:defRPr sz="675"/>
            </a:lvl4pPr>
            <a:lvl5pPr marL="1371545" indent="0">
              <a:buNone/>
              <a:defRPr sz="675"/>
            </a:lvl5pPr>
            <a:lvl6pPr marL="1714432" indent="0">
              <a:buNone/>
              <a:defRPr sz="675"/>
            </a:lvl6pPr>
            <a:lvl7pPr marL="2057318" indent="0">
              <a:buNone/>
              <a:defRPr sz="675"/>
            </a:lvl7pPr>
            <a:lvl8pPr marL="2400204" indent="0">
              <a:buNone/>
              <a:defRPr sz="675"/>
            </a:lvl8pPr>
            <a:lvl9pPr marL="2743090" indent="0">
              <a:buNone/>
              <a:defRPr sz="675"/>
            </a:lvl9pPr>
          </a:lstStyle>
          <a:p>
            <a:pPr lvl="0"/>
            <a:r>
              <a:rPr lang="fr-FR"/>
              <a:t>Cliquez pour modifier les styles du texte du masque</a:t>
            </a:r>
          </a:p>
        </p:txBody>
      </p:sp>
      <p:sp>
        <p:nvSpPr>
          <p:cNvPr id="7" name="Date Placeholder 3"/>
          <p:cNvSpPr>
            <a:spLocks noGrp="1"/>
          </p:cNvSpPr>
          <p:nvPr>
            <p:ph type="dt" sz="half" idx="10"/>
          </p:nvPr>
        </p:nvSpPr>
        <p:spPr>
          <a:xfrm>
            <a:off x="7198659" y="5296961"/>
            <a:ext cx="1752600" cy="304271"/>
          </a:xfrm>
          <a:prstGeom prst="rect">
            <a:avLst/>
          </a:prstGeom>
        </p:spPr>
        <p:txBody>
          <a:bodyPr/>
          <a:lstStyle>
            <a:lvl1pPr>
              <a:defRPr smtClean="0"/>
            </a:lvl1pPr>
          </a:lstStyle>
          <a:p>
            <a:endParaRPr lang="fr-CA" dirty="0"/>
          </a:p>
        </p:txBody>
      </p:sp>
      <p:sp>
        <p:nvSpPr>
          <p:cNvPr id="8" name="Footer Placeholder 4"/>
          <p:cNvSpPr>
            <a:spLocks noGrp="1"/>
          </p:cNvSpPr>
          <p:nvPr>
            <p:ph type="ftr" sz="quarter" idx="11"/>
          </p:nvPr>
        </p:nvSpPr>
        <p:spPr/>
        <p:txBody>
          <a:bodyPr/>
          <a:lstStyle>
            <a:lvl1pPr>
              <a:defRPr/>
            </a:lvl1pPr>
          </a:lstStyle>
          <a:p>
            <a:r>
              <a:rPr lang="fr-CA">
                <a:solidFill>
                  <a:prstClr val="black">
                    <a:lumMod val="65000"/>
                    <a:lumOff val="35000"/>
                  </a:prstClr>
                </a:solidFill>
              </a:rPr>
              <a:t>© 2017. Albert et Prost. Tous droits réservés.</a:t>
            </a:r>
            <a:endParaRPr lang="fr-CA" dirty="0">
              <a:solidFill>
                <a:prstClr val="black">
                  <a:lumMod val="65000"/>
                  <a:lumOff val="35000"/>
                </a:prstClr>
              </a:solidFill>
            </a:endParaRPr>
          </a:p>
        </p:txBody>
      </p:sp>
      <p:sp>
        <p:nvSpPr>
          <p:cNvPr id="9" name="Slide Number Placeholder 5"/>
          <p:cNvSpPr>
            <a:spLocks noGrp="1"/>
          </p:cNvSpPr>
          <p:nvPr>
            <p:ph type="sldNum" sz="quarter" idx="12"/>
          </p:nvPr>
        </p:nvSpPr>
        <p:spPr/>
        <p:txBody>
          <a:bodyPr/>
          <a:lstStyle>
            <a:lvl1pPr>
              <a:defRPr smtClean="0"/>
            </a:lvl1pPr>
          </a:lstStyle>
          <a:p>
            <a:fld id="{6491A115-B5EE-41E7-B446-D649FDCEC9EA}" type="slidenum">
              <a:rPr lang="fr-CA">
                <a:solidFill>
                  <a:prstClr val="white"/>
                </a:solidFill>
              </a:rPr>
              <a:pPr/>
              <a:t>‹N°›</a:t>
            </a:fld>
            <a:endParaRPr lang="fr-CA" dirty="0">
              <a:solidFill>
                <a:prstClr val="white"/>
              </a:solidFill>
            </a:endParaRPr>
          </a:p>
        </p:txBody>
      </p:sp>
    </p:spTree>
    <p:extLst>
      <p:ext uri="{BB962C8B-B14F-4D97-AF65-F5344CB8AC3E}">
        <p14:creationId xmlns:p14="http://schemas.microsoft.com/office/powerpoint/2010/main" val="26355016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3306532" y="735235"/>
            <a:ext cx="5184000" cy="2880000"/>
          </a:xfrm>
          <a:prstGeom prst="rect">
            <a:avLst/>
          </a:prstGeom>
          <a:solidFill>
            <a:srgbClr val="0070C0"/>
          </a:solidFill>
          <a:ln>
            <a:solidFill>
              <a:srgbClr val="0070C0"/>
            </a:solidFill>
          </a:ln>
        </p:spPr>
        <p:txBody>
          <a:bodyPr bIns="72000">
            <a:normAutofit/>
          </a:bodyPr>
          <a:lstStyle>
            <a:lvl1pPr>
              <a:defRPr sz="3240">
                <a:solidFill>
                  <a:schemeClr val="bg1"/>
                </a:solidFill>
              </a:defRPr>
            </a:lvl1pPr>
          </a:lstStyle>
          <a:p>
            <a:r>
              <a:rPr lang="fr-FR" noProof="0"/>
              <a:t>Modifiez le style du titre</a:t>
            </a:r>
            <a:endParaRPr lang="fr-CA" noProof="0" dirty="0"/>
          </a:p>
        </p:txBody>
      </p:sp>
      <p:sp>
        <p:nvSpPr>
          <p:cNvPr id="3" name="Sous-titre 2"/>
          <p:cNvSpPr>
            <a:spLocks noGrp="1"/>
          </p:cNvSpPr>
          <p:nvPr>
            <p:ph type="subTitle" idx="1"/>
          </p:nvPr>
        </p:nvSpPr>
        <p:spPr>
          <a:xfrm>
            <a:off x="3306534" y="3706999"/>
            <a:ext cx="5184000" cy="1440000"/>
          </a:xfrm>
          <a:prstGeom prst="rect">
            <a:avLst/>
          </a:prstGeom>
          <a:solidFill>
            <a:srgbClr val="F1842D"/>
          </a:solidFill>
          <a:ln>
            <a:solidFill>
              <a:srgbClr val="F1842D"/>
            </a:solidFill>
          </a:ln>
        </p:spPr>
        <p:txBody>
          <a:bodyPr anchor="ctr" anchorCtr="0">
            <a:normAutofit/>
          </a:bodyPr>
          <a:lstStyle>
            <a:lvl1pPr marL="0" indent="0" algn="l">
              <a:buNone/>
              <a:defRPr sz="2000">
                <a:solidFill>
                  <a:schemeClr val="bg1"/>
                </a:solidFill>
              </a:defRPr>
            </a:lvl1pPr>
            <a:lvl2pPr marL="457196" indent="0" algn="ctr">
              <a:buNone/>
              <a:defRPr>
                <a:solidFill>
                  <a:schemeClr val="tx1">
                    <a:tint val="75000"/>
                  </a:schemeClr>
                </a:solidFill>
              </a:defRPr>
            </a:lvl2pPr>
            <a:lvl3pPr marL="914391" indent="0" algn="ctr">
              <a:buNone/>
              <a:defRPr>
                <a:solidFill>
                  <a:schemeClr val="tx1">
                    <a:tint val="75000"/>
                  </a:schemeClr>
                </a:solidFill>
              </a:defRPr>
            </a:lvl3pPr>
            <a:lvl4pPr marL="1371587" indent="0" algn="ctr">
              <a:buNone/>
              <a:defRPr>
                <a:solidFill>
                  <a:schemeClr val="tx1">
                    <a:tint val="75000"/>
                  </a:schemeClr>
                </a:solidFill>
              </a:defRPr>
            </a:lvl4pPr>
            <a:lvl5pPr marL="1828782" indent="0" algn="ctr">
              <a:buNone/>
              <a:defRPr>
                <a:solidFill>
                  <a:schemeClr val="tx1">
                    <a:tint val="75000"/>
                  </a:schemeClr>
                </a:solidFill>
              </a:defRPr>
            </a:lvl5pPr>
            <a:lvl6pPr marL="2285978" indent="0" algn="ctr">
              <a:buNone/>
              <a:defRPr>
                <a:solidFill>
                  <a:schemeClr val="tx1">
                    <a:tint val="75000"/>
                  </a:schemeClr>
                </a:solidFill>
              </a:defRPr>
            </a:lvl6pPr>
            <a:lvl7pPr marL="2743173" indent="0" algn="ctr">
              <a:buNone/>
              <a:defRPr>
                <a:solidFill>
                  <a:schemeClr val="tx1">
                    <a:tint val="75000"/>
                  </a:schemeClr>
                </a:solidFill>
              </a:defRPr>
            </a:lvl7pPr>
            <a:lvl8pPr marL="3200368" indent="0" algn="ctr">
              <a:buNone/>
              <a:defRPr>
                <a:solidFill>
                  <a:schemeClr val="tx1">
                    <a:tint val="75000"/>
                  </a:schemeClr>
                </a:solidFill>
              </a:defRPr>
            </a:lvl8pPr>
            <a:lvl9pPr marL="3657563" indent="0" algn="ctr">
              <a:buNone/>
              <a:defRPr>
                <a:solidFill>
                  <a:schemeClr val="tx1">
                    <a:tint val="75000"/>
                  </a:schemeClr>
                </a:solidFill>
              </a:defRPr>
            </a:lvl9pPr>
          </a:lstStyle>
          <a:p>
            <a:r>
              <a:rPr lang="fr-FR" noProof="0"/>
              <a:t>Modifiez le style des sous-titres du masque</a:t>
            </a:r>
            <a:endParaRPr lang="en-CA" noProof="0" dirty="0"/>
          </a:p>
        </p:txBody>
      </p:sp>
      <p:sp>
        <p:nvSpPr>
          <p:cNvPr id="8" name="Espace réservé pour une image  7">
            <a:extLst>
              <a:ext uri="{FF2B5EF4-FFF2-40B4-BE49-F238E27FC236}">
                <a16:creationId xmlns:a16="http://schemas.microsoft.com/office/drawing/2014/main" id="{EEF31420-BB04-27E2-0CA3-1F2EF02E37A6}"/>
              </a:ext>
            </a:extLst>
          </p:cNvPr>
          <p:cNvSpPr>
            <a:spLocks noGrp="1"/>
          </p:cNvSpPr>
          <p:nvPr>
            <p:ph type="pic" sz="quarter" idx="16"/>
          </p:nvPr>
        </p:nvSpPr>
        <p:spPr>
          <a:xfrm>
            <a:off x="691568" y="1322293"/>
            <a:ext cx="2511000" cy="3830240"/>
          </a:xfrm>
        </p:spPr>
        <p:txBody>
          <a:bodyPr/>
          <a:lstStyle/>
          <a:p>
            <a:r>
              <a:rPr lang="fr-FR" dirty="0"/>
              <a:t>Cliquez sur l'icône pour ajouter une image</a:t>
            </a:r>
            <a:endParaRPr lang="en-CA" dirty="0"/>
          </a:p>
        </p:txBody>
      </p:sp>
      <p:sp>
        <p:nvSpPr>
          <p:cNvPr id="4" name="Espace réservé du pied de page 4">
            <a:extLst>
              <a:ext uri="{FF2B5EF4-FFF2-40B4-BE49-F238E27FC236}">
                <a16:creationId xmlns:a16="http://schemas.microsoft.com/office/drawing/2014/main" id="{6E884C3B-57F4-A4FF-CC7B-57CCCD92B75E}"/>
              </a:ext>
            </a:extLst>
          </p:cNvPr>
          <p:cNvSpPr>
            <a:spLocks noGrp="1"/>
          </p:cNvSpPr>
          <p:nvPr>
            <p:ph type="ftr" sz="quarter" idx="3"/>
          </p:nvPr>
        </p:nvSpPr>
        <p:spPr>
          <a:xfrm>
            <a:off x="662269" y="5341784"/>
            <a:ext cx="30861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a:t>© 2026. Estelle M. Morin, Ph. D.  Tous droits réservés.</a:t>
            </a:r>
            <a:endParaRPr lang="fr-FR" dirty="0"/>
          </a:p>
        </p:txBody>
      </p:sp>
      <p:pic>
        <p:nvPicPr>
          <p:cNvPr id="10" name="Image 9">
            <a:extLst>
              <a:ext uri="{FF2B5EF4-FFF2-40B4-BE49-F238E27FC236}">
                <a16:creationId xmlns:a16="http://schemas.microsoft.com/office/drawing/2014/main" id="{B0266933-E4E6-9D3F-5C8A-5C0EBD90B113}"/>
              </a:ext>
            </a:extLst>
          </p:cNvPr>
          <p:cNvPicPr>
            <a:picLocks noChangeAspect="1"/>
          </p:cNvPicPr>
          <p:nvPr userDrawn="1"/>
        </p:nvPicPr>
        <p:blipFill>
          <a:blip r:embed="rId2"/>
          <a:stretch>
            <a:fillRect/>
          </a:stretch>
        </p:blipFill>
        <p:spPr>
          <a:xfrm>
            <a:off x="3764424" y="5349175"/>
            <a:ext cx="359999" cy="300000"/>
          </a:xfrm>
          <a:prstGeom prst="rect">
            <a:avLst/>
          </a:prstGeom>
        </p:spPr>
      </p:pic>
      <p:pic>
        <p:nvPicPr>
          <p:cNvPr id="6" name="Image 5">
            <a:extLst>
              <a:ext uri="{FF2B5EF4-FFF2-40B4-BE49-F238E27FC236}">
                <a16:creationId xmlns:a16="http://schemas.microsoft.com/office/drawing/2014/main" id="{01EE37DD-F066-5704-A72B-E68204A5C403}"/>
              </a:ext>
            </a:extLst>
          </p:cNvPr>
          <p:cNvPicPr>
            <a:picLocks noChangeAspect="1"/>
          </p:cNvPicPr>
          <p:nvPr userDrawn="1"/>
        </p:nvPicPr>
        <p:blipFill>
          <a:blip r:embed="rId3"/>
          <a:stretch>
            <a:fillRect/>
          </a:stretch>
        </p:blipFill>
        <p:spPr>
          <a:xfrm>
            <a:off x="662269" y="729725"/>
            <a:ext cx="2638952" cy="592569"/>
          </a:xfrm>
          <a:prstGeom prst="rect">
            <a:avLst/>
          </a:prstGeom>
        </p:spPr>
      </p:pic>
      <p:sp>
        <p:nvSpPr>
          <p:cNvPr id="9" name="Espace réservé de la date 3">
            <a:extLst>
              <a:ext uri="{FF2B5EF4-FFF2-40B4-BE49-F238E27FC236}">
                <a16:creationId xmlns:a16="http://schemas.microsoft.com/office/drawing/2014/main" id="{E8FC1B01-B490-F561-E51B-4693BD6B3ECC}"/>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sp>
        <p:nvSpPr>
          <p:cNvPr id="11" name="Espace réservé du numéro de diapositive 5">
            <a:extLst>
              <a:ext uri="{FF2B5EF4-FFF2-40B4-BE49-F238E27FC236}">
                <a16:creationId xmlns:a16="http://schemas.microsoft.com/office/drawing/2014/main" id="{5860B3AB-5BB2-2E9B-F986-F617E3C76291}"/>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Tree>
    <p:extLst>
      <p:ext uri="{BB962C8B-B14F-4D97-AF65-F5344CB8AC3E}">
        <p14:creationId xmlns:p14="http://schemas.microsoft.com/office/powerpoint/2010/main" val="336459463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ous-titre et contenu">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4FF0BF6-F2E3-460F-BCF4-131EACB390C4}"/>
              </a:ext>
            </a:extLst>
          </p:cNvPr>
          <p:cNvSpPr>
            <a:spLocks noGrp="1"/>
          </p:cNvSpPr>
          <p:nvPr>
            <p:ph type="dt" sz="half" idx="10"/>
          </p:nvPr>
        </p:nvSpPr>
        <p:spPr/>
        <p:txBody>
          <a:bodyPr/>
          <a:lstStyle/>
          <a:p>
            <a:fld id="{85F8B956-549D-4BAA-9E5F-E4FBE9C54A75}" type="datetime3">
              <a:rPr lang="fr-CA" noProof="0" smtClean="0"/>
              <a:t>26/09/03</a:t>
            </a:fld>
            <a:endParaRPr lang="fr-CA" noProof="0" dirty="0"/>
          </a:p>
        </p:txBody>
      </p:sp>
      <p:sp>
        <p:nvSpPr>
          <p:cNvPr id="4" name="Espace réservé du pied de page 3">
            <a:extLst>
              <a:ext uri="{FF2B5EF4-FFF2-40B4-BE49-F238E27FC236}">
                <a16:creationId xmlns:a16="http://schemas.microsoft.com/office/drawing/2014/main" id="{F5B80A45-D212-4F67-9581-D5A012794D46}"/>
              </a:ext>
            </a:extLst>
          </p:cNvPr>
          <p:cNvSpPr>
            <a:spLocks noGrp="1"/>
          </p:cNvSpPr>
          <p:nvPr>
            <p:ph type="ftr" sz="quarter" idx="11"/>
          </p:nvPr>
        </p:nvSpPr>
        <p:spPr/>
        <p:txBody>
          <a:bodyPr/>
          <a:lstStyle/>
          <a:p>
            <a:r>
              <a:rPr lang="fr-CA" noProof="0"/>
              <a:t>© 2026. Estelle M. Morin, Ph. D.  Tous droits réservés.</a:t>
            </a:r>
            <a:endParaRPr lang="fr-CA" noProof="0" dirty="0"/>
          </a:p>
        </p:txBody>
      </p:sp>
      <p:sp>
        <p:nvSpPr>
          <p:cNvPr id="5" name="Espace réservé du numéro de diapositive 4">
            <a:extLst>
              <a:ext uri="{FF2B5EF4-FFF2-40B4-BE49-F238E27FC236}">
                <a16:creationId xmlns:a16="http://schemas.microsoft.com/office/drawing/2014/main" id="{E444D38D-F6AA-4968-9271-F80CD60B3475}"/>
              </a:ext>
            </a:extLst>
          </p:cNvPr>
          <p:cNvSpPr>
            <a:spLocks noGrp="1"/>
          </p:cNvSpPr>
          <p:nvPr>
            <p:ph type="sldNum" sz="quarter" idx="12"/>
          </p:nvPr>
        </p:nvSpPr>
        <p:spPr/>
        <p:txBody>
          <a:bodyPr/>
          <a:lstStyle/>
          <a:p>
            <a:fld id="{77B8E65F-5E3F-4E73-B056-4D0181456FB2}" type="slidenum">
              <a:rPr lang="fr-CA" noProof="0" smtClean="0"/>
              <a:pPr/>
              <a:t>‹N°›</a:t>
            </a:fld>
            <a:endParaRPr lang="fr-CA" noProof="0" dirty="0"/>
          </a:p>
        </p:txBody>
      </p:sp>
      <p:sp>
        <p:nvSpPr>
          <p:cNvPr id="7" name="Espace réservé du contenu 6">
            <a:extLst>
              <a:ext uri="{FF2B5EF4-FFF2-40B4-BE49-F238E27FC236}">
                <a16:creationId xmlns:a16="http://schemas.microsoft.com/office/drawing/2014/main" id="{618CBC6F-23F3-497D-8C7F-05B8C0BB7663}"/>
              </a:ext>
            </a:extLst>
          </p:cNvPr>
          <p:cNvSpPr>
            <a:spLocks noGrp="1"/>
          </p:cNvSpPr>
          <p:nvPr>
            <p:ph sz="quarter" idx="13"/>
          </p:nvPr>
        </p:nvSpPr>
        <p:spPr>
          <a:xfrm>
            <a:off x="535434" y="2556658"/>
            <a:ext cx="8100000" cy="210000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2" name="Titre 1">
            <a:extLst>
              <a:ext uri="{FF2B5EF4-FFF2-40B4-BE49-F238E27FC236}">
                <a16:creationId xmlns:a16="http://schemas.microsoft.com/office/drawing/2014/main" id="{1BF08BF1-5E94-21B5-EC4A-72869D1E3750}"/>
              </a:ext>
            </a:extLst>
          </p:cNvPr>
          <p:cNvSpPr>
            <a:spLocks noGrp="1"/>
          </p:cNvSpPr>
          <p:nvPr>
            <p:ph type="title"/>
          </p:nvPr>
        </p:nvSpPr>
        <p:spPr>
          <a:xfrm>
            <a:off x="534520" y="1043868"/>
            <a:ext cx="8100000" cy="1500000"/>
          </a:xfrm>
        </p:spPr>
        <p:txBody>
          <a:bodyPr/>
          <a:lstStyle/>
          <a:p>
            <a:r>
              <a:rPr lang="fr-FR"/>
              <a:t>Modifiez le style du titre</a:t>
            </a:r>
            <a:endParaRPr lang="en-CA"/>
          </a:p>
        </p:txBody>
      </p:sp>
    </p:spTree>
    <p:extLst>
      <p:ext uri="{BB962C8B-B14F-4D97-AF65-F5344CB8AC3E}">
        <p14:creationId xmlns:p14="http://schemas.microsoft.com/office/powerpoint/2010/main" val="367601897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11" name="Espace réservé du contenu 10">
            <a:extLst>
              <a:ext uri="{FF2B5EF4-FFF2-40B4-BE49-F238E27FC236}">
                <a16:creationId xmlns:a16="http://schemas.microsoft.com/office/drawing/2014/main" id="{5AF6B44E-D477-2902-4B05-E6A76B94BF83}"/>
              </a:ext>
            </a:extLst>
          </p:cNvPr>
          <p:cNvSpPr>
            <a:spLocks noGrp="1"/>
          </p:cNvSpPr>
          <p:nvPr>
            <p:ph sz="quarter" idx="13"/>
          </p:nvPr>
        </p:nvSpPr>
        <p:spPr>
          <a:xfrm>
            <a:off x="521072" y="1220785"/>
            <a:ext cx="8099822" cy="405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12" name="Titre 11">
            <a:extLst>
              <a:ext uri="{FF2B5EF4-FFF2-40B4-BE49-F238E27FC236}">
                <a16:creationId xmlns:a16="http://schemas.microsoft.com/office/drawing/2014/main" id="{CFF8C38C-E4DD-D501-68F4-D434DEF99C05}"/>
              </a:ext>
            </a:extLst>
          </p:cNvPr>
          <p:cNvSpPr>
            <a:spLocks noGrp="1"/>
          </p:cNvSpPr>
          <p:nvPr>
            <p:ph type="title"/>
          </p:nvPr>
        </p:nvSpPr>
        <p:spPr>
          <a:xfrm>
            <a:off x="521070" y="304271"/>
            <a:ext cx="8100000" cy="900000"/>
          </a:xfrm>
        </p:spPr>
        <p:txBody>
          <a:bodyPr/>
          <a:lstStyle/>
          <a:p>
            <a:r>
              <a:rPr lang="fr-FR"/>
              <a:t>Modifiez le style du titre</a:t>
            </a:r>
            <a:endParaRPr lang="en-CA"/>
          </a:p>
        </p:txBody>
      </p:sp>
      <p:sp>
        <p:nvSpPr>
          <p:cNvPr id="3" name="Espace réservé du pied de page 4">
            <a:extLst>
              <a:ext uri="{FF2B5EF4-FFF2-40B4-BE49-F238E27FC236}">
                <a16:creationId xmlns:a16="http://schemas.microsoft.com/office/drawing/2014/main" id="{FB2BFA64-7199-B633-676D-8F0F7C580CDD}"/>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4" name="Espace réservé du numéro de diapositive 5">
            <a:extLst>
              <a:ext uri="{FF2B5EF4-FFF2-40B4-BE49-F238E27FC236}">
                <a16:creationId xmlns:a16="http://schemas.microsoft.com/office/drawing/2014/main" id="{93307F2B-BFB1-C03A-4530-DA45E9C7E8F4}"/>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39692851-B184-2368-9ACB-516D18C2FF19}"/>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spTree>
    <p:extLst>
      <p:ext uri="{BB962C8B-B14F-4D97-AF65-F5344CB8AC3E}">
        <p14:creationId xmlns:p14="http://schemas.microsoft.com/office/powerpoint/2010/main" val="425871085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eux contenus superposés">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522918" y="969525"/>
            <a:ext cx="8100000" cy="2100000"/>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517148" y="3136502"/>
            <a:ext cx="8100000" cy="2100000"/>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e la date 4"/>
          <p:cNvSpPr>
            <a:spLocks noGrp="1"/>
          </p:cNvSpPr>
          <p:nvPr>
            <p:ph type="dt" sz="half" idx="10"/>
          </p:nvPr>
        </p:nvSpPr>
        <p:spPr/>
        <p:txBody>
          <a:bodyPr/>
          <a:lstStyle/>
          <a:p>
            <a:fld id="{9839FC96-9DAF-4369-B233-13B7D50B9D33}" type="datetime3">
              <a:rPr lang="fr-CA" noProof="0" smtClean="0"/>
              <a:t>26/09/03</a:t>
            </a:fld>
            <a:endParaRPr lang="fr-CA" noProof="0" dirty="0"/>
          </a:p>
        </p:txBody>
      </p:sp>
      <p:sp>
        <p:nvSpPr>
          <p:cNvPr id="6" name="Espace réservé du pied de page 5"/>
          <p:cNvSpPr>
            <a:spLocks noGrp="1"/>
          </p:cNvSpPr>
          <p:nvPr>
            <p:ph type="ftr" sz="quarter" idx="11"/>
          </p:nvPr>
        </p:nvSpPr>
        <p:spPr/>
        <p:txBody>
          <a:bodyPr/>
          <a:lstStyle/>
          <a:p>
            <a:r>
              <a:rPr lang="fr-CA" noProof="0"/>
              <a:t>© 2026. Estelle M. Morin, Ph. D.  Tous droits réservés.</a:t>
            </a:r>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
        <p:nvSpPr>
          <p:cNvPr id="8" name="Titre 7">
            <a:extLst>
              <a:ext uri="{FF2B5EF4-FFF2-40B4-BE49-F238E27FC236}">
                <a16:creationId xmlns:a16="http://schemas.microsoft.com/office/drawing/2014/main" id="{41DC53B4-013B-8D43-C9E1-6BB1858DBFD4}"/>
              </a:ext>
            </a:extLst>
          </p:cNvPr>
          <p:cNvSpPr>
            <a:spLocks noGrp="1"/>
          </p:cNvSpPr>
          <p:nvPr>
            <p:ph type="title"/>
          </p:nvPr>
        </p:nvSpPr>
        <p:spPr>
          <a:xfrm>
            <a:off x="527796" y="304271"/>
            <a:ext cx="8100000" cy="600000"/>
          </a:xfrm>
        </p:spPr>
        <p:txBody>
          <a:bodyPr/>
          <a:lstStyle>
            <a:lvl1pPr algn="ctr">
              <a:defRPr/>
            </a:lvl1pPr>
          </a:lstStyle>
          <a:p>
            <a:r>
              <a:rPr lang="fr-FR"/>
              <a:t>Modifiez le style du titre</a:t>
            </a:r>
            <a:endParaRPr lang="en-CA"/>
          </a:p>
        </p:txBody>
      </p:sp>
    </p:spTree>
    <p:extLst>
      <p:ext uri="{BB962C8B-B14F-4D97-AF65-F5344CB8AC3E}">
        <p14:creationId xmlns:p14="http://schemas.microsoft.com/office/powerpoint/2010/main" val="263216849"/>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re seulement">
    <p:spTree>
      <p:nvGrpSpPr>
        <p:cNvPr id="1" name=""/>
        <p:cNvGrpSpPr/>
        <p:nvPr/>
      </p:nvGrpSpPr>
      <p:grpSpPr>
        <a:xfrm>
          <a:off x="0" y="0"/>
          <a:ext cx="0" cy="0"/>
          <a:chOff x="0" y="0"/>
          <a:chExt cx="0" cy="0"/>
        </a:xfrm>
      </p:grpSpPr>
      <p:sp>
        <p:nvSpPr>
          <p:cNvPr id="12" name="Titre 11">
            <a:extLst>
              <a:ext uri="{FF2B5EF4-FFF2-40B4-BE49-F238E27FC236}">
                <a16:creationId xmlns:a16="http://schemas.microsoft.com/office/drawing/2014/main" id="{CFF8C38C-E4DD-D501-68F4-D434DEF99C05}"/>
              </a:ext>
            </a:extLst>
          </p:cNvPr>
          <p:cNvSpPr>
            <a:spLocks noGrp="1"/>
          </p:cNvSpPr>
          <p:nvPr>
            <p:ph type="title"/>
          </p:nvPr>
        </p:nvSpPr>
        <p:spPr>
          <a:xfrm>
            <a:off x="628649" y="304271"/>
            <a:ext cx="8100000" cy="900000"/>
          </a:xfrm>
        </p:spPr>
        <p:txBody>
          <a:bodyPr/>
          <a:lstStyle/>
          <a:p>
            <a:r>
              <a:rPr lang="fr-FR"/>
              <a:t>Modifiez le style du titre</a:t>
            </a:r>
            <a:endParaRPr lang="en-CA"/>
          </a:p>
        </p:txBody>
      </p:sp>
      <p:sp>
        <p:nvSpPr>
          <p:cNvPr id="3" name="Espace réservé du pied de page 4">
            <a:extLst>
              <a:ext uri="{FF2B5EF4-FFF2-40B4-BE49-F238E27FC236}">
                <a16:creationId xmlns:a16="http://schemas.microsoft.com/office/drawing/2014/main" id="{A19080F9-87F3-402C-3A69-4C83D9A4CB43}"/>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4" name="Espace réservé du numéro de diapositive 5">
            <a:extLst>
              <a:ext uri="{FF2B5EF4-FFF2-40B4-BE49-F238E27FC236}">
                <a16:creationId xmlns:a16="http://schemas.microsoft.com/office/drawing/2014/main" id="{B40E8024-D031-D1BD-D1D0-08C07485F39D}"/>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5C48F2F4-6A59-05B0-DB92-3F7A11DE856B}"/>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spTree>
    <p:extLst>
      <p:ext uri="{BB962C8B-B14F-4D97-AF65-F5344CB8AC3E}">
        <p14:creationId xmlns:p14="http://schemas.microsoft.com/office/powerpoint/2010/main" val="127374705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re sous-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F11ED8-C809-FE02-918C-9ABDF9BFCABC}"/>
              </a:ext>
            </a:extLst>
          </p:cNvPr>
          <p:cNvSpPr>
            <a:spLocks noGrp="1"/>
          </p:cNvSpPr>
          <p:nvPr>
            <p:ph type="title" hasCustomPrompt="1"/>
          </p:nvPr>
        </p:nvSpPr>
        <p:spPr>
          <a:xfrm>
            <a:off x="527795" y="296799"/>
            <a:ext cx="8100000" cy="600000"/>
          </a:xfrm>
        </p:spPr>
        <p:txBody>
          <a:bodyPr>
            <a:normAutofit/>
          </a:bodyPr>
          <a:lstStyle>
            <a:lvl1pPr>
              <a:defRPr sz="2700"/>
            </a:lvl1pPr>
          </a:lstStyle>
          <a:p>
            <a:r>
              <a:rPr lang="fr-CA" dirty="0"/>
              <a:t>Modifier le titre</a:t>
            </a:r>
            <a:endParaRPr lang="fr-FR" dirty="0"/>
          </a:p>
        </p:txBody>
      </p:sp>
      <p:sp>
        <p:nvSpPr>
          <p:cNvPr id="24" name="Espace réservé du texte 14">
            <a:extLst>
              <a:ext uri="{FF2B5EF4-FFF2-40B4-BE49-F238E27FC236}">
                <a16:creationId xmlns:a16="http://schemas.microsoft.com/office/drawing/2014/main" id="{443B1B8B-3F72-FE45-18E9-4AFA46FB9FB7}"/>
              </a:ext>
            </a:extLst>
          </p:cNvPr>
          <p:cNvSpPr>
            <a:spLocks noGrp="1"/>
          </p:cNvSpPr>
          <p:nvPr>
            <p:ph type="body" sz="quarter" idx="15" hasCustomPrompt="1"/>
          </p:nvPr>
        </p:nvSpPr>
        <p:spPr>
          <a:xfrm>
            <a:off x="527795" y="913201"/>
            <a:ext cx="8100000" cy="300000"/>
          </a:xfrm>
        </p:spPr>
        <p:txBody>
          <a:bodyPr>
            <a:normAutofit/>
          </a:bodyPr>
          <a:lstStyle>
            <a:lvl1pPr marL="0" indent="0">
              <a:buNone/>
              <a:defRPr sz="1500"/>
            </a:lvl1pPr>
          </a:lstStyle>
          <a:p>
            <a:pPr lvl="0"/>
            <a:r>
              <a:rPr lang="fr-CA" dirty="0"/>
              <a:t>Cliquez pour modifier le texte</a:t>
            </a:r>
          </a:p>
        </p:txBody>
      </p:sp>
      <p:sp>
        <p:nvSpPr>
          <p:cNvPr id="10" name="Espace réservé du contenu 9">
            <a:extLst>
              <a:ext uri="{FF2B5EF4-FFF2-40B4-BE49-F238E27FC236}">
                <a16:creationId xmlns:a16="http://schemas.microsoft.com/office/drawing/2014/main" id="{EE506604-ED91-F5C7-37C7-4719801C1275}"/>
              </a:ext>
            </a:extLst>
          </p:cNvPr>
          <p:cNvSpPr>
            <a:spLocks noGrp="1"/>
          </p:cNvSpPr>
          <p:nvPr>
            <p:ph sz="quarter" idx="16"/>
          </p:nvPr>
        </p:nvSpPr>
        <p:spPr>
          <a:xfrm>
            <a:off x="527447" y="1434820"/>
            <a:ext cx="8099822"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12" name="Espace réservé du pied de page 4">
            <a:extLst>
              <a:ext uri="{FF2B5EF4-FFF2-40B4-BE49-F238E27FC236}">
                <a16:creationId xmlns:a16="http://schemas.microsoft.com/office/drawing/2014/main" id="{E27FE692-E30B-AE33-D584-852C02377093}"/>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13" name="Espace réservé du numéro de diapositive 5">
            <a:extLst>
              <a:ext uri="{FF2B5EF4-FFF2-40B4-BE49-F238E27FC236}">
                <a16:creationId xmlns:a16="http://schemas.microsoft.com/office/drawing/2014/main" id="{B4C7F0D9-A62F-FD5D-D19C-362DD5D44188}"/>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3" name="Espace réservé de la date 3">
            <a:extLst>
              <a:ext uri="{FF2B5EF4-FFF2-40B4-BE49-F238E27FC236}">
                <a16:creationId xmlns:a16="http://schemas.microsoft.com/office/drawing/2014/main" id="{26D0743E-5000-B6A6-C729-149F88F0DFD5}"/>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8C7B20C7-816F-4B00-B352-ACA52675A11F}" type="datetime3">
              <a:rPr lang="fr-CA" smtClean="0"/>
              <a:t>26/09/03</a:t>
            </a:fld>
            <a:endParaRPr lang="fr-FR" dirty="0"/>
          </a:p>
        </p:txBody>
      </p:sp>
    </p:spTree>
    <p:extLst>
      <p:ext uri="{BB962C8B-B14F-4D97-AF65-F5344CB8AC3E}">
        <p14:creationId xmlns:p14="http://schemas.microsoft.com/office/powerpoint/2010/main" val="3781391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re 2 contenus droite">
    <p:spTree>
      <p:nvGrpSpPr>
        <p:cNvPr id="1" name=""/>
        <p:cNvGrpSpPr/>
        <p:nvPr/>
      </p:nvGrpSpPr>
      <p:grpSpPr>
        <a:xfrm>
          <a:off x="0" y="0"/>
          <a:ext cx="0" cy="0"/>
          <a:chOff x="0" y="0"/>
          <a:chExt cx="0" cy="0"/>
        </a:xfrm>
      </p:grpSpPr>
      <p:sp>
        <p:nvSpPr>
          <p:cNvPr id="4" name="Espace réservé du contenu 8">
            <a:extLst>
              <a:ext uri="{FF2B5EF4-FFF2-40B4-BE49-F238E27FC236}">
                <a16:creationId xmlns:a16="http://schemas.microsoft.com/office/drawing/2014/main" id="{A185335A-4AC0-7C7E-518C-13EEC3E75B2A}"/>
              </a:ext>
            </a:extLst>
          </p:cNvPr>
          <p:cNvSpPr>
            <a:spLocks noGrp="1"/>
          </p:cNvSpPr>
          <p:nvPr>
            <p:ph sz="quarter" idx="13"/>
          </p:nvPr>
        </p:nvSpPr>
        <p:spPr>
          <a:xfrm>
            <a:off x="523337" y="1232465"/>
            <a:ext cx="2700000" cy="4050000"/>
          </a:xfrm>
          <a:prstGeom prst="rect">
            <a:avLst/>
          </a:prstGeom>
        </p:spPr>
        <p:txBody>
          <a:bodyPr/>
          <a:lstStyle>
            <a:lvl1pPr marL="0" indent="0">
              <a:buNone/>
              <a:defRPr/>
            </a:lvl1pPr>
          </a:lstStyle>
          <a:p>
            <a:pPr lvl="0"/>
            <a:r>
              <a:rPr lang="fr-FR"/>
              <a:t>Cliquez pour modifier les styles du texte du masque</a:t>
            </a:r>
          </a:p>
        </p:txBody>
      </p:sp>
      <p:sp>
        <p:nvSpPr>
          <p:cNvPr id="5" name="Espace réservé du contenu 10">
            <a:extLst>
              <a:ext uri="{FF2B5EF4-FFF2-40B4-BE49-F238E27FC236}">
                <a16:creationId xmlns:a16="http://schemas.microsoft.com/office/drawing/2014/main" id="{1EBBADB7-0604-4E46-2F54-2C238D5165EA}"/>
              </a:ext>
            </a:extLst>
          </p:cNvPr>
          <p:cNvSpPr>
            <a:spLocks noGrp="1"/>
          </p:cNvSpPr>
          <p:nvPr>
            <p:ph sz="quarter" idx="14"/>
          </p:nvPr>
        </p:nvSpPr>
        <p:spPr>
          <a:xfrm>
            <a:off x="3242168" y="1231486"/>
            <a:ext cx="5400000" cy="405000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10" name="Titre 9">
            <a:extLst>
              <a:ext uri="{FF2B5EF4-FFF2-40B4-BE49-F238E27FC236}">
                <a16:creationId xmlns:a16="http://schemas.microsoft.com/office/drawing/2014/main" id="{AAC9DCC1-DD43-6C46-D334-1EC6ACF5DF9A}"/>
              </a:ext>
            </a:extLst>
          </p:cNvPr>
          <p:cNvSpPr>
            <a:spLocks noGrp="1"/>
          </p:cNvSpPr>
          <p:nvPr>
            <p:ph type="title"/>
          </p:nvPr>
        </p:nvSpPr>
        <p:spPr/>
        <p:txBody>
          <a:bodyPr/>
          <a:lstStyle/>
          <a:p>
            <a:r>
              <a:rPr lang="fr-FR"/>
              <a:t>Modifiez le style du titre</a:t>
            </a:r>
            <a:endParaRPr lang="en-CA"/>
          </a:p>
        </p:txBody>
      </p:sp>
      <p:sp>
        <p:nvSpPr>
          <p:cNvPr id="3" name="Espace réservé du pied de page 4">
            <a:extLst>
              <a:ext uri="{FF2B5EF4-FFF2-40B4-BE49-F238E27FC236}">
                <a16:creationId xmlns:a16="http://schemas.microsoft.com/office/drawing/2014/main" id="{71F000C4-1306-A83C-CDF4-8DFD69366D1F}"/>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8" name="Espace réservé du numéro de diapositive 5">
            <a:extLst>
              <a:ext uri="{FF2B5EF4-FFF2-40B4-BE49-F238E27FC236}">
                <a16:creationId xmlns:a16="http://schemas.microsoft.com/office/drawing/2014/main" id="{7ED0218D-ACDF-4B01-1ABE-C398A0AE0DEC}"/>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6" name="Espace réservé de la date 3">
            <a:extLst>
              <a:ext uri="{FF2B5EF4-FFF2-40B4-BE49-F238E27FC236}">
                <a16:creationId xmlns:a16="http://schemas.microsoft.com/office/drawing/2014/main" id="{CC619224-6A22-ABC6-029F-57518082A2F9}"/>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58070337-2158-4E55-A50A-A2C3E5B63008}" type="datetime3">
              <a:rPr lang="fr-CA" smtClean="0"/>
              <a:t>26/09/03</a:t>
            </a:fld>
            <a:endParaRPr lang="fr-FR" dirty="0"/>
          </a:p>
        </p:txBody>
      </p:sp>
    </p:spTree>
    <p:extLst>
      <p:ext uri="{BB962C8B-B14F-4D97-AF65-F5344CB8AC3E}">
        <p14:creationId xmlns:p14="http://schemas.microsoft.com/office/powerpoint/2010/main" val="198922756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re deux contenus gauche">
    <p:spTree>
      <p:nvGrpSpPr>
        <p:cNvPr id="1" name=""/>
        <p:cNvGrpSpPr/>
        <p:nvPr/>
      </p:nvGrpSpPr>
      <p:grpSpPr>
        <a:xfrm>
          <a:off x="0" y="0"/>
          <a:ext cx="0" cy="0"/>
          <a:chOff x="0" y="0"/>
          <a:chExt cx="0" cy="0"/>
        </a:xfrm>
      </p:grpSpPr>
      <p:sp>
        <p:nvSpPr>
          <p:cNvPr id="4" name="Espace réservé du contenu 8">
            <a:extLst>
              <a:ext uri="{FF2B5EF4-FFF2-40B4-BE49-F238E27FC236}">
                <a16:creationId xmlns:a16="http://schemas.microsoft.com/office/drawing/2014/main" id="{A185335A-4AC0-7C7E-518C-13EEC3E75B2A}"/>
              </a:ext>
            </a:extLst>
          </p:cNvPr>
          <p:cNvSpPr>
            <a:spLocks noGrp="1"/>
          </p:cNvSpPr>
          <p:nvPr>
            <p:ph sz="quarter" idx="13"/>
          </p:nvPr>
        </p:nvSpPr>
        <p:spPr>
          <a:xfrm>
            <a:off x="523337" y="1224994"/>
            <a:ext cx="5400000" cy="4050000"/>
          </a:xfrm>
          <a:prstGeom prst="rect">
            <a:avLst/>
          </a:prstGeom>
        </p:spPr>
        <p:txBody>
          <a:bodyPr/>
          <a:lstStyle>
            <a:lvl1pPr marL="0" indent="0">
              <a:buNone/>
              <a:defRPr/>
            </a:lvl1pPr>
          </a:lstStyle>
          <a:p>
            <a:pPr lvl="0"/>
            <a:r>
              <a:rPr lang="fr-FR"/>
              <a:t>Cliquez pour modifier les styles du texte du masque</a:t>
            </a:r>
          </a:p>
        </p:txBody>
      </p:sp>
      <p:sp>
        <p:nvSpPr>
          <p:cNvPr id="5" name="Espace réservé du contenu 10">
            <a:extLst>
              <a:ext uri="{FF2B5EF4-FFF2-40B4-BE49-F238E27FC236}">
                <a16:creationId xmlns:a16="http://schemas.microsoft.com/office/drawing/2014/main" id="{1EBBADB7-0604-4E46-2F54-2C238D5165EA}"/>
              </a:ext>
            </a:extLst>
          </p:cNvPr>
          <p:cNvSpPr>
            <a:spLocks noGrp="1"/>
          </p:cNvSpPr>
          <p:nvPr>
            <p:ph sz="quarter" idx="14"/>
          </p:nvPr>
        </p:nvSpPr>
        <p:spPr>
          <a:xfrm>
            <a:off x="5938310" y="1224014"/>
            <a:ext cx="2700000" cy="405000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10" name="Titre 9">
            <a:extLst>
              <a:ext uri="{FF2B5EF4-FFF2-40B4-BE49-F238E27FC236}">
                <a16:creationId xmlns:a16="http://schemas.microsoft.com/office/drawing/2014/main" id="{AAC9DCC1-DD43-6C46-D334-1EC6ACF5DF9A}"/>
              </a:ext>
            </a:extLst>
          </p:cNvPr>
          <p:cNvSpPr>
            <a:spLocks noGrp="1"/>
          </p:cNvSpPr>
          <p:nvPr>
            <p:ph type="title"/>
          </p:nvPr>
        </p:nvSpPr>
        <p:spPr/>
        <p:txBody>
          <a:bodyPr/>
          <a:lstStyle/>
          <a:p>
            <a:r>
              <a:rPr lang="fr-FR"/>
              <a:t>Modifiez le style du titre</a:t>
            </a:r>
            <a:endParaRPr lang="en-CA"/>
          </a:p>
        </p:txBody>
      </p:sp>
      <p:sp>
        <p:nvSpPr>
          <p:cNvPr id="3" name="Espace réservé du pied de page 4">
            <a:extLst>
              <a:ext uri="{FF2B5EF4-FFF2-40B4-BE49-F238E27FC236}">
                <a16:creationId xmlns:a16="http://schemas.microsoft.com/office/drawing/2014/main" id="{A5F17E52-8648-A0FC-3DBB-B587D846CE17}"/>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8" name="Espace réservé du numéro de diapositive 5">
            <a:extLst>
              <a:ext uri="{FF2B5EF4-FFF2-40B4-BE49-F238E27FC236}">
                <a16:creationId xmlns:a16="http://schemas.microsoft.com/office/drawing/2014/main" id="{D12B6519-F3CC-8CBF-58EC-80B7CBC4844C}"/>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6" name="Espace réservé de la date 3">
            <a:extLst>
              <a:ext uri="{FF2B5EF4-FFF2-40B4-BE49-F238E27FC236}">
                <a16:creationId xmlns:a16="http://schemas.microsoft.com/office/drawing/2014/main" id="{051F6E00-4A0D-56F1-30DC-1D2305F382A4}"/>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09C10C7C-B60B-47DB-896A-98CD74E80943}" type="datetime3">
              <a:rPr lang="fr-CA" smtClean="0"/>
              <a:t>26/09/03</a:t>
            </a:fld>
            <a:endParaRPr lang="fr-FR" dirty="0"/>
          </a:p>
        </p:txBody>
      </p:sp>
    </p:spTree>
    <p:extLst>
      <p:ext uri="{BB962C8B-B14F-4D97-AF65-F5344CB8AC3E}">
        <p14:creationId xmlns:p14="http://schemas.microsoft.com/office/powerpoint/2010/main" val="398600278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u et titre">
    <p:bg>
      <p:bgPr>
        <a:solidFill>
          <a:schemeClr val="bg1"/>
        </a:solidFill>
        <a:effectLst/>
      </p:bgPr>
    </p:bg>
    <p:spTree>
      <p:nvGrpSpPr>
        <p:cNvPr id="1" name=""/>
        <p:cNvGrpSpPr/>
        <p:nvPr/>
      </p:nvGrpSpPr>
      <p:grpSpPr>
        <a:xfrm>
          <a:off x="0" y="0"/>
          <a:ext cx="0" cy="0"/>
          <a:chOff x="0" y="0"/>
          <a:chExt cx="0" cy="0"/>
        </a:xfrm>
      </p:grpSpPr>
      <p:sp>
        <p:nvSpPr>
          <p:cNvPr id="10" name="Espace réservé du contenu 9">
            <a:extLst>
              <a:ext uri="{FF2B5EF4-FFF2-40B4-BE49-F238E27FC236}">
                <a16:creationId xmlns:a16="http://schemas.microsoft.com/office/drawing/2014/main" id="{0E3D9591-3434-40C7-9154-BEB5633A20F2}"/>
              </a:ext>
            </a:extLst>
          </p:cNvPr>
          <p:cNvSpPr>
            <a:spLocks noGrp="1"/>
          </p:cNvSpPr>
          <p:nvPr>
            <p:ph sz="quarter" idx="15"/>
          </p:nvPr>
        </p:nvSpPr>
        <p:spPr>
          <a:xfrm>
            <a:off x="522743" y="440432"/>
            <a:ext cx="8100000" cy="420000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2" name="Titre 1">
            <a:extLst>
              <a:ext uri="{FF2B5EF4-FFF2-40B4-BE49-F238E27FC236}">
                <a16:creationId xmlns:a16="http://schemas.microsoft.com/office/drawing/2014/main" id="{89B597EE-03E5-09BC-4B09-666DCEE89910}"/>
              </a:ext>
            </a:extLst>
          </p:cNvPr>
          <p:cNvSpPr>
            <a:spLocks noGrp="1"/>
          </p:cNvSpPr>
          <p:nvPr>
            <p:ph type="title"/>
          </p:nvPr>
        </p:nvSpPr>
        <p:spPr>
          <a:xfrm>
            <a:off x="527796" y="4659626"/>
            <a:ext cx="8100000" cy="600000"/>
          </a:xfrm>
        </p:spPr>
        <p:txBody>
          <a:bodyPr>
            <a:normAutofit/>
          </a:bodyPr>
          <a:lstStyle>
            <a:lvl1pPr algn="ctr">
              <a:defRPr sz="2700"/>
            </a:lvl1pPr>
          </a:lstStyle>
          <a:p>
            <a:r>
              <a:rPr lang="fr-FR"/>
              <a:t>Modifiez le style du titre</a:t>
            </a:r>
            <a:endParaRPr lang="en-CA" dirty="0"/>
          </a:p>
        </p:txBody>
      </p:sp>
      <p:sp>
        <p:nvSpPr>
          <p:cNvPr id="7" name="Espace réservé du pied de page 4">
            <a:extLst>
              <a:ext uri="{FF2B5EF4-FFF2-40B4-BE49-F238E27FC236}">
                <a16:creationId xmlns:a16="http://schemas.microsoft.com/office/drawing/2014/main" id="{693B1A5D-22D6-1D0C-E0B2-AD99F50697D3}"/>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8" name="Espace réservé du numéro de diapositive 5">
            <a:extLst>
              <a:ext uri="{FF2B5EF4-FFF2-40B4-BE49-F238E27FC236}">
                <a16:creationId xmlns:a16="http://schemas.microsoft.com/office/drawing/2014/main" id="{21DF7722-B04E-1B29-EF84-52076CD09E2F}"/>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3" name="Espace réservé de la date 3">
            <a:extLst>
              <a:ext uri="{FF2B5EF4-FFF2-40B4-BE49-F238E27FC236}">
                <a16:creationId xmlns:a16="http://schemas.microsoft.com/office/drawing/2014/main" id="{C388F9CB-CB1F-7E45-C100-607F29F7E74E}"/>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1C058D93-C318-462B-BCBF-01EB9939B098}" type="datetime3">
              <a:rPr lang="fr-CA" smtClean="0"/>
              <a:t>26/09/03</a:t>
            </a:fld>
            <a:endParaRPr lang="fr-FR" dirty="0"/>
          </a:p>
        </p:txBody>
      </p:sp>
    </p:spTree>
    <p:extLst>
      <p:ext uri="{BB962C8B-B14F-4D97-AF65-F5344CB8AC3E}">
        <p14:creationId xmlns:p14="http://schemas.microsoft.com/office/powerpoint/2010/main" val="117612177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u seulement">
    <p:bg>
      <p:bgPr>
        <a:solidFill>
          <a:schemeClr val="bg1"/>
        </a:solidFill>
        <a:effectLst/>
      </p:bgPr>
    </p:bg>
    <p:spTree>
      <p:nvGrpSpPr>
        <p:cNvPr id="1" name=""/>
        <p:cNvGrpSpPr/>
        <p:nvPr/>
      </p:nvGrpSpPr>
      <p:grpSpPr>
        <a:xfrm>
          <a:off x="0" y="0"/>
          <a:ext cx="0" cy="0"/>
          <a:chOff x="0" y="0"/>
          <a:chExt cx="0" cy="0"/>
        </a:xfrm>
      </p:grpSpPr>
      <p:sp>
        <p:nvSpPr>
          <p:cNvPr id="10" name="Espace réservé du contenu 9">
            <a:extLst>
              <a:ext uri="{FF2B5EF4-FFF2-40B4-BE49-F238E27FC236}">
                <a16:creationId xmlns:a16="http://schemas.microsoft.com/office/drawing/2014/main" id="{0E3D9591-3434-40C7-9154-BEB5633A20F2}"/>
              </a:ext>
            </a:extLst>
          </p:cNvPr>
          <p:cNvSpPr>
            <a:spLocks noGrp="1"/>
          </p:cNvSpPr>
          <p:nvPr>
            <p:ph sz="quarter" idx="15"/>
          </p:nvPr>
        </p:nvSpPr>
        <p:spPr>
          <a:xfrm>
            <a:off x="522743" y="440432"/>
            <a:ext cx="8100000" cy="480000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6" name="Espace réservé du pied de page 4">
            <a:extLst>
              <a:ext uri="{FF2B5EF4-FFF2-40B4-BE49-F238E27FC236}">
                <a16:creationId xmlns:a16="http://schemas.microsoft.com/office/drawing/2014/main" id="{8BF380E0-0E40-C99E-1B35-C97771A3B830}"/>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7" name="Espace réservé du numéro de diapositive 5">
            <a:extLst>
              <a:ext uri="{FF2B5EF4-FFF2-40B4-BE49-F238E27FC236}">
                <a16:creationId xmlns:a16="http://schemas.microsoft.com/office/drawing/2014/main" id="{E8206D0B-E5B5-D3F9-4473-7210188058ED}"/>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3" name="Espace réservé de la date 3">
            <a:extLst>
              <a:ext uri="{FF2B5EF4-FFF2-40B4-BE49-F238E27FC236}">
                <a16:creationId xmlns:a16="http://schemas.microsoft.com/office/drawing/2014/main" id="{39705D24-8685-DE53-4AB1-E338970F509C}"/>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5BA203F9-B1D4-4D41-A8D2-8E8F8E196883}" type="datetime3">
              <a:rPr lang="fr-CA" smtClean="0"/>
              <a:t>26/09/03</a:t>
            </a:fld>
            <a:endParaRPr lang="fr-FR" dirty="0"/>
          </a:p>
        </p:txBody>
      </p:sp>
    </p:spTree>
    <p:extLst>
      <p:ext uri="{BB962C8B-B14F-4D97-AF65-F5344CB8AC3E}">
        <p14:creationId xmlns:p14="http://schemas.microsoft.com/office/powerpoint/2010/main" val="404464317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eux contenus superposés sans titre">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529645" y="373745"/>
            <a:ext cx="8100000" cy="2400000"/>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530597" y="2832716"/>
            <a:ext cx="8100000" cy="2400000"/>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8" name="Espace réservé du pied de page 4">
            <a:extLst>
              <a:ext uri="{FF2B5EF4-FFF2-40B4-BE49-F238E27FC236}">
                <a16:creationId xmlns:a16="http://schemas.microsoft.com/office/drawing/2014/main" id="{9CAB5BA8-8EF4-C4DF-BC6B-ED717385EB5B}"/>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9" name="Espace réservé du numéro de diapositive 5">
            <a:extLst>
              <a:ext uri="{FF2B5EF4-FFF2-40B4-BE49-F238E27FC236}">
                <a16:creationId xmlns:a16="http://schemas.microsoft.com/office/drawing/2014/main" id="{EB221341-3195-8CEB-97A7-0CC38C60670D}"/>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4B2BD0B6-C967-5760-1489-6BA54449CF34}"/>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spTree>
    <p:extLst>
      <p:ext uri="{BB962C8B-B14F-4D97-AF65-F5344CB8AC3E}">
        <p14:creationId xmlns:p14="http://schemas.microsoft.com/office/powerpoint/2010/main" val="1698603031"/>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re adresse et contenu">
    <p:spTree>
      <p:nvGrpSpPr>
        <p:cNvPr id="1" name=""/>
        <p:cNvGrpSpPr/>
        <p:nvPr/>
      </p:nvGrpSpPr>
      <p:grpSpPr>
        <a:xfrm>
          <a:off x="0" y="0"/>
          <a:ext cx="0" cy="0"/>
          <a:chOff x="0" y="0"/>
          <a:chExt cx="0" cy="0"/>
        </a:xfrm>
      </p:grpSpPr>
      <p:sp>
        <p:nvSpPr>
          <p:cNvPr id="4" name="Espace réservé du texte 3"/>
          <p:cNvSpPr>
            <a:spLocks noGrp="1"/>
          </p:cNvSpPr>
          <p:nvPr>
            <p:ph type="body" sz="half" idx="2"/>
          </p:nvPr>
        </p:nvSpPr>
        <p:spPr>
          <a:xfrm>
            <a:off x="527796" y="1218615"/>
            <a:ext cx="8100001" cy="600000"/>
          </a:xfrm>
          <a:prstGeom prst="rect">
            <a:avLst/>
          </a:prstGeom>
        </p:spPr>
        <p:txBody>
          <a:bodyPr anchor="ctr">
            <a:normAutofit/>
          </a:bodyPr>
          <a:lstStyle>
            <a:lvl1pPr marL="0" indent="0">
              <a:buNone/>
              <a:defRPr sz="1800" b="0" cap="none" baseline="0">
                <a:solidFill>
                  <a:schemeClr val="accent3">
                    <a:lumMod val="50000"/>
                  </a:schemeClr>
                </a:solidFill>
                <a:latin typeface="Visby CF" pitchFamily="50" charset="0"/>
              </a:defRPr>
            </a:lvl1pPr>
            <a:lvl2pPr marL="457196" indent="0">
              <a:buNone/>
              <a:defRPr sz="1200"/>
            </a:lvl2pPr>
            <a:lvl3pPr marL="914391" indent="0">
              <a:buNone/>
              <a:defRPr sz="1000"/>
            </a:lvl3pPr>
            <a:lvl4pPr marL="1371587" indent="0">
              <a:buNone/>
              <a:defRPr sz="900"/>
            </a:lvl4pPr>
            <a:lvl5pPr marL="1828782" indent="0">
              <a:buNone/>
              <a:defRPr sz="900"/>
            </a:lvl5pPr>
            <a:lvl6pPr marL="2285978" indent="0">
              <a:buNone/>
              <a:defRPr sz="900"/>
            </a:lvl6pPr>
            <a:lvl7pPr marL="2743173" indent="0">
              <a:buNone/>
              <a:defRPr sz="900"/>
            </a:lvl7pPr>
            <a:lvl8pPr marL="3200368" indent="0">
              <a:buNone/>
              <a:defRPr sz="900"/>
            </a:lvl8pPr>
            <a:lvl9pPr marL="3657563" indent="0">
              <a:buNone/>
              <a:defRPr sz="900"/>
            </a:lvl9pPr>
          </a:lstStyle>
          <a:p>
            <a:pPr lvl="0"/>
            <a:r>
              <a:rPr lang="fr-FR" noProof="0"/>
              <a:t>Cliquez pour modifier les styles du texte du masque</a:t>
            </a:r>
          </a:p>
        </p:txBody>
      </p:sp>
      <p:sp>
        <p:nvSpPr>
          <p:cNvPr id="9" name="Espace réservé du contenu 8">
            <a:extLst>
              <a:ext uri="{FF2B5EF4-FFF2-40B4-BE49-F238E27FC236}">
                <a16:creationId xmlns:a16="http://schemas.microsoft.com/office/drawing/2014/main" id="{0088EA49-477B-4CB1-8DFD-8B97E2FFFF7F}"/>
              </a:ext>
            </a:extLst>
          </p:cNvPr>
          <p:cNvSpPr>
            <a:spLocks noGrp="1"/>
          </p:cNvSpPr>
          <p:nvPr>
            <p:ph sz="quarter" idx="13"/>
          </p:nvPr>
        </p:nvSpPr>
        <p:spPr>
          <a:xfrm>
            <a:off x="527795" y="1848876"/>
            <a:ext cx="8100000" cy="330000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3" name="Titre 2">
            <a:extLst>
              <a:ext uri="{FF2B5EF4-FFF2-40B4-BE49-F238E27FC236}">
                <a16:creationId xmlns:a16="http://schemas.microsoft.com/office/drawing/2014/main" id="{D7106B41-FB20-04A7-5090-D555000258AC}"/>
              </a:ext>
            </a:extLst>
          </p:cNvPr>
          <p:cNvSpPr>
            <a:spLocks noGrp="1"/>
          </p:cNvSpPr>
          <p:nvPr>
            <p:ph type="title"/>
          </p:nvPr>
        </p:nvSpPr>
        <p:spPr/>
        <p:txBody>
          <a:bodyPr/>
          <a:lstStyle/>
          <a:p>
            <a:r>
              <a:rPr lang="fr-FR"/>
              <a:t>Modifiez le style du titre</a:t>
            </a:r>
            <a:endParaRPr lang="en-CA" dirty="0"/>
          </a:p>
        </p:txBody>
      </p:sp>
      <p:sp>
        <p:nvSpPr>
          <p:cNvPr id="8" name="Espace réservé du pied de page 4">
            <a:extLst>
              <a:ext uri="{FF2B5EF4-FFF2-40B4-BE49-F238E27FC236}">
                <a16:creationId xmlns:a16="http://schemas.microsoft.com/office/drawing/2014/main" id="{91A1808A-3267-847B-76DA-7F64F89F1BDE}"/>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10" name="Espace réservé du numéro de diapositive 5">
            <a:extLst>
              <a:ext uri="{FF2B5EF4-FFF2-40B4-BE49-F238E27FC236}">
                <a16:creationId xmlns:a16="http://schemas.microsoft.com/office/drawing/2014/main" id="{9C87177D-A62D-B756-7787-73C4AC25E2AE}"/>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1832EF3E-0ABA-A717-73C5-4E4610A7C005}"/>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spTree>
    <p:extLst>
      <p:ext uri="{BB962C8B-B14F-4D97-AF65-F5344CB8AC3E}">
        <p14:creationId xmlns:p14="http://schemas.microsoft.com/office/powerpoint/2010/main" val="2801911822"/>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Titre adresse Code QR">
    <p:spTree>
      <p:nvGrpSpPr>
        <p:cNvPr id="1" name=""/>
        <p:cNvGrpSpPr/>
        <p:nvPr/>
      </p:nvGrpSpPr>
      <p:grpSpPr>
        <a:xfrm>
          <a:off x="0" y="0"/>
          <a:ext cx="0" cy="0"/>
          <a:chOff x="0" y="0"/>
          <a:chExt cx="0" cy="0"/>
        </a:xfrm>
      </p:grpSpPr>
      <p:sp>
        <p:nvSpPr>
          <p:cNvPr id="4" name="Espace réservé du texte 3"/>
          <p:cNvSpPr>
            <a:spLocks noGrp="1"/>
          </p:cNvSpPr>
          <p:nvPr>
            <p:ph type="body" sz="half" idx="2"/>
          </p:nvPr>
        </p:nvSpPr>
        <p:spPr>
          <a:xfrm>
            <a:off x="527796" y="1218615"/>
            <a:ext cx="8100001" cy="450000"/>
          </a:xfrm>
          <a:prstGeom prst="rect">
            <a:avLst/>
          </a:prstGeom>
        </p:spPr>
        <p:txBody>
          <a:bodyPr anchor="ctr">
            <a:normAutofit/>
          </a:bodyPr>
          <a:lstStyle>
            <a:lvl1pPr marL="0" indent="0">
              <a:buNone/>
              <a:defRPr sz="1800" b="0" cap="none" baseline="0">
                <a:solidFill>
                  <a:schemeClr val="accent3">
                    <a:lumMod val="50000"/>
                  </a:schemeClr>
                </a:solidFill>
                <a:latin typeface="Visby CF" pitchFamily="50" charset="0"/>
              </a:defRPr>
            </a:lvl1pPr>
            <a:lvl2pPr marL="457196" indent="0">
              <a:buNone/>
              <a:defRPr sz="1200"/>
            </a:lvl2pPr>
            <a:lvl3pPr marL="914391" indent="0">
              <a:buNone/>
              <a:defRPr sz="1000"/>
            </a:lvl3pPr>
            <a:lvl4pPr marL="1371587" indent="0">
              <a:buNone/>
              <a:defRPr sz="900"/>
            </a:lvl4pPr>
            <a:lvl5pPr marL="1828782" indent="0">
              <a:buNone/>
              <a:defRPr sz="900"/>
            </a:lvl5pPr>
            <a:lvl6pPr marL="2285978" indent="0">
              <a:buNone/>
              <a:defRPr sz="900"/>
            </a:lvl6pPr>
            <a:lvl7pPr marL="2743173" indent="0">
              <a:buNone/>
              <a:defRPr sz="900"/>
            </a:lvl7pPr>
            <a:lvl8pPr marL="3200368" indent="0">
              <a:buNone/>
              <a:defRPr sz="900"/>
            </a:lvl8pPr>
            <a:lvl9pPr marL="3657563" indent="0">
              <a:buNone/>
              <a:defRPr sz="900"/>
            </a:lvl9pPr>
          </a:lstStyle>
          <a:p>
            <a:pPr lvl="0"/>
            <a:r>
              <a:rPr lang="fr-FR" noProof="0"/>
              <a:t>Cliquez pour modifier les styles du texte du masque</a:t>
            </a:r>
          </a:p>
        </p:txBody>
      </p:sp>
      <p:sp>
        <p:nvSpPr>
          <p:cNvPr id="9" name="Espace réservé du contenu 8">
            <a:extLst>
              <a:ext uri="{FF2B5EF4-FFF2-40B4-BE49-F238E27FC236}">
                <a16:creationId xmlns:a16="http://schemas.microsoft.com/office/drawing/2014/main" id="{0088EA49-477B-4CB1-8DFD-8B97E2FFFF7F}"/>
              </a:ext>
            </a:extLst>
          </p:cNvPr>
          <p:cNvSpPr>
            <a:spLocks noGrp="1"/>
          </p:cNvSpPr>
          <p:nvPr>
            <p:ph sz="quarter" idx="13"/>
          </p:nvPr>
        </p:nvSpPr>
        <p:spPr>
          <a:xfrm>
            <a:off x="527795" y="1682959"/>
            <a:ext cx="4860000" cy="360000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3" name="Titre 2">
            <a:extLst>
              <a:ext uri="{FF2B5EF4-FFF2-40B4-BE49-F238E27FC236}">
                <a16:creationId xmlns:a16="http://schemas.microsoft.com/office/drawing/2014/main" id="{D7106B41-FB20-04A7-5090-D555000258AC}"/>
              </a:ext>
            </a:extLst>
          </p:cNvPr>
          <p:cNvSpPr>
            <a:spLocks noGrp="1"/>
          </p:cNvSpPr>
          <p:nvPr>
            <p:ph type="title"/>
          </p:nvPr>
        </p:nvSpPr>
        <p:spPr/>
        <p:txBody>
          <a:bodyPr/>
          <a:lstStyle/>
          <a:p>
            <a:r>
              <a:rPr lang="fr-FR"/>
              <a:t>Modifiez le style du titre</a:t>
            </a:r>
            <a:endParaRPr lang="en-CA" dirty="0"/>
          </a:p>
        </p:txBody>
      </p:sp>
      <p:sp>
        <p:nvSpPr>
          <p:cNvPr id="12" name="Espace réservé du contenu 11">
            <a:extLst>
              <a:ext uri="{FF2B5EF4-FFF2-40B4-BE49-F238E27FC236}">
                <a16:creationId xmlns:a16="http://schemas.microsoft.com/office/drawing/2014/main" id="{68ABC021-E672-11AA-FBD0-513851FD1547}"/>
              </a:ext>
            </a:extLst>
          </p:cNvPr>
          <p:cNvSpPr>
            <a:spLocks noGrp="1"/>
          </p:cNvSpPr>
          <p:nvPr>
            <p:ph sz="quarter" idx="14"/>
          </p:nvPr>
        </p:nvSpPr>
        <p:spPr>
          <a:xfrm>
            <a:off x="5405295" y="1683139"/>
            <a:ext cx="3240000"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dirty="0"/>
          </a:p>
        </p:txBody>
      </p:sp>
      <p:sp>
        <p:nvSpPr>
          <p:cNvPr id="8" name="Espace réservé du pied de page 4">
            <a:extLst>
              <a:ext uri="{FF2B5EF4-FFF2-40B4-BE49-F238E27FC236}">
                <a16:creationId xmlns:a16="http://schemas.microsoft.com/office/drawing/2014/main" id="{254A7B49-F107-78A1-7B6E-0D63E3C9B5AA}"/>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10" name="Espace réservé du numéro de diapositive 5">
            <a:extLst>
              <a:ext uri="{FF2B5EF4-FFF2-40B4-BE49-F238E27FC236}">
                <a16:creationId xmlns:a16="http://schemas.microsoft.com/office/drawing/2014/main" id="{A8AEEFC3-13C7-ED39-1062-B16538745775}"/>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BBF33A3E-7651-844A-A23B-D4C9FC234191}"/>
              </a:ext>
            </a:extLst>
          </p:cNvPr>
          <p:cNvSpPr>
            <a:spLocks noGrp="1"/>
          </p:cNvSpPr>
          <p:nvPr>
            <p:ph type="dt" sz="half" idx="15"/>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25EE8721-DF9C-4BF7-A7BE-370CCF13593C}" type="datetime3">
              <a:rPr lang="fr-CA" smtClean="0"/>
              <a:t>26/09/03</a:t>
            </a:fld>
            <a:endParaRPr lang="fr-FR" dirty="0"/>
          </a:p>
        </p:txBody>
      </p:sp>
    </p:spTree>
    <p:extLst>
      <p:ext uri="{BB962C8B-B14F-4D97-AF65-F5344CB8AC3E}">
        <p14:creationId xmlns:p14="http://schemas.microsoft.com/office/powerpoint/2010/main" val="2597055114"/>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527796" y="1245936"/>
            <a:ext cx="4050000" cy="4050000"/>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4580862" y="1238467"/>
            <a:ext cx="4050000" cy="4050000"/>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8" name="Titre 7">
            <a:extLst>
              <a:ext uri="{FF2B5EF4-FFF2-40B4-BE49-F238E27FC236}">
                <a16:creationId xmlns:a16="http://schemas.microsoft.com/office/drawing/2014/main" id="{E75EE0AC-F310-91D1-D09E-22060200F411}"/>
              </a:ext>
            </a:extLst>
          </p:cNvPr>
          <p:cNvSpPr>
            <a:spLocks noGrp="1"/>
          </p:cNvSpPr>
          <p:nvPr>
            <p:ph type="title"/>
          </p:nvPr>
        </p:nvSpPr>
        <p:spPr/>
        <p:txBody>
          <a:bodyPr/>
          <a:lstStyle>
            <a:lvl1pPr algn="ctr">
              <a:defRPr/>
            </a:lvl1pPr>
          </a:lstStyle>
          <a:p>
            <a:r>
              <a:rPr lang="fr-FR"/>
              <a:t>Modifiez le style du titre</a:t>
            </a:r>
            <a:endParaRPr lang="en-CA"/>
          </a:p>
        </p:txBody>
      </p:sp>
      <p:sp>
        <p:nvSpPr>
          <p:cNvPr id="9" name="Espace réservé du pied de page 4">
            <a:extLst>
              <a:ext uri="{FF2B5EF4-FFF2-40B4-BE49-F238E27FC236}">
                <a16:creationId xmlns:a16="http://schemas.microsoft.com/office/drawing/2014/main" id="{DF3562A4-4005-65F1-97CB-65EDFF4338D3}"/>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10" name="Espace réservé du numéro de diapositive 5">
            <a:extLst>
              <a:ext uri="{FF2B5EF4-FFF2-40B4-BE49-F238E27FC236}">
                <a16:creationId xmlns:a16="http://schemas.microsoft.com/office/drawing/2014/main" id="{7A79E926-36A8-4BB5-D5BB-666009A31829}"/>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B952CF8F-AEA6-374A-F47A-50D58451A84C}"/>
              </a:ext>
            </a:extLst>
          </p:cNvPr>
          <p:cNvSpPr>
            <a:spLocks noGrp="1"/>
          </p:cNvSpPr>
          <p:nvPr>
            <p:ph type="dt" sz="half" idx="10"/>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452488F2-BDFC-456B-BED0-F834E0758835}" type="datetime3">
              <a:rPr lang="fr-CA" smtClean="0"/>
              <a:t>26/09/03</a:t>
            </a:fld>
            <a:endParaRPr lang="fr-FR" dirty="0"/>
          </a:p>
        </p:txBody>
      </p:sp>
    </p:spTree>
    <p:extLst>
      <p:ext uri="{BB962C8B-B14F-4D97-AF65-F5344CB8AC3E}">
        <p14:creationId xmlns:p14="http://schemas.microsoft.com/office/powerpoint/2010/main" val="3358725283"/>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eux contenus et titre">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527796" y="319584"/>
            <a:ext cx="4050000" cy="4050000"/>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4587586" y="319587"/>
            <a:ext cx="4050000" cy="4050000"/>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8" name="Titre 7">
            <a:extLst>
              <a:ext uri="{FF2B5EF4-FFF2-40B4-BE49-F238E27FC236}">
                <a16:creationId xmlns:a16="http://schemas.microsoft.com/office/drawing/2014/main" id="{E75EE0AC-F310-91D1-D09E-22060200F411}"/>
              </a:ext>
            </a:extLst>
          </p:cNvPr>
          <p:cNvSpPr>
            <a:spLocks noGrp="1"/>
          </p:cNvSpPr>
          <p:nvPr>
            <p:ph type="title"/>
          </p:nvPr>
        </p:nvSpPr>
        <p:spPr>
          <a:xfrm>
            <a:off x="534520" y="4390682"/>
            <a:ext cx="8100000" cy="900000"/>
          </a:xfrm>
        </p:spPr>
        <p:txBody>
          <a:bodyPr/>
          <a:lstStyle>
            <a:lvl1pPr algn="ctr">
              <a:defRPr/>
            </a:lvl1pPr>
          </a:lstStyle>
          <a:p>
            <a:r>
              <a:rPr lang="fr-FR"/>
              <a:t>Modifiez le style du titre</a:t>
            </a:r>
            <a:endParaRPr lang="en-CA"/>
          </a:p>
        </p:txBody>
      </p:sp>
      <p:sp>
        <p:nvSpPr>
          <p:cNvPr id="9" name="Espace réservé du pied de page 4">
            <a:extLst>
              <a:ext uri="{FF2B5EF4-FFF2-40B4-BE49-F238E27FC236}">
                <a16:creationId xmlns:a16="http://schemas.microsoft.com/office/drawing/2014/main" id="{C025FA51-5B19-0EE8-6489-7E8BF36540E4}"/>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10" name="Espace réservé du numéro de diapositive 5">
            <a:extLst>
              <a:ext uri="{FF2B5EF4-FFF2-40B4-BE49-F238E27FC236}">
                <a16:creationId xmlns:a16="http://schemas.microsoft.com/office/drawing/2014/main" id="{6ED12AEE-A95C-B9B1-DA98-E40E7E5EC5B7}"/>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7A69726B-FEBC-988B-B5A1-3BC33CAF2D89}"/>
              </a:ext>
            </a:extLst>
          </p:cNvPr>
          <p:cNvSpPr>
            <a:spLocks noGrp="1"/>
          </p:cNvSpPr>
          <p:nvPr>
            <p:ph type="dt" sz="half" idx="10"/>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F5F8BBBC-96FD-4F82-8312-89AE6923F0F0}" type="datetime3">
              <a:rPr lang="fr-CA" smtClean="0"/>
              <a:t>26/09/03</a:t>
            </a:fld>
            <a:endParaRPr lang="fr-FR" dirty="0"/>
          </a:p>
        </p:txBody>
      </p:sp>
    </p:spTree>
    <p:extLst>
      <p:ext uri="{BB962C8B-B14F-4D97-AF65-F5344CB8AC3E}">
        <p14:creationId xmlns:p14="http://schemas.microsoft.com/office/powerpoint/2010/main" val="3562456047"/>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I/3 2/3 et titre">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527796" y="327055"/>
            <a:ext cx="2700000" cy="4050000"/>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3236157" y="319587"/>
            <a:ext cx="5400000" cy="4050000"/>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8" name="Titre 7">
            <a:extLst>
              <a:ext uri="{FF2B5EF4-FFF2-40B4-BE49-F238E27FC236}">
                <a16:creationId xmlns:a16="http://schemas.microsoft.com/office/drawing/2014/main" id="{E75EE0AC-F310-91D1-D09E-22060200F411}"/>
              </a:ext>
            </a:extLst>
          </p:cNvPr>
          <p:cNvSpPr>
            <a:spLocks noGrp="1"/>
          </p:cNvSpPr>
          <p:nvPr>
            <p:ph type="title"/>
          </p:nvPr>
        </p:nvSpPr>
        <p:spPr>
          <a:xfrm>
            <a:off x="527796" y="4390682"/>
            <a:ext cx="8100000" cy="900000"/>
          </a:xfrm>
        </p:spPr>
        <p:txBody>
          <a:bodyPr/>
          <a:lstStyle>
            <a:lvl1pPr algn="ctr">
              <a:defRPr/>
            </a:lvl1pPr>
          </a:lstStyle>
          <a:p>
            <a:r>
              <a:rPr lang="fr-FR"/>
              <a:t>Modifiez le style du titre</a:t>
            </a:r>
            <a:endParaRPr lang="en-CA"/>
          </a:p>
        </p:txBody>
      </p:sp>
      <p:sp>
        <p:nvSpPr>
          <p:cNvPr id="9" name="Espace réservé du pied de page 4">
            <a:extLst>
              <a:ext uri="{FF2B5EF4-FFF2-40B4-BE49-F238E27FC236}">
                <a16:creationId xmlns:a16="http://schemas.microsoft.com/office/drawing/2014/main" id="{6860B758-BDE1-E338-5D8C-4C0F9C2F3874}"/>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10" name="Espace réservé du numéro de diapositive 5">
            <a:extLst>
              <a:ext uri="{FF2B5EF4-FFF2-40B4-BE49-F238E27FC236}">
                <a16:creationId xmlns:a16="http://schemas.microsoft.com/office/drawing/2014/main" id="{91C597FD-7B49-4416-6794-FC07C331196C}"/>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1D0E4D09-32B8-4077-17FD-274515CD898D}"/>
              </a:ext>
            </a:extLst>
          </p:cNvPr>
          <p:cNvSpPr>
            <a:spLocks noGrp="1"/>
          </p:cNvSpPr>
          <p:nvPr>
            <p:ph type="dt" sz="half" idx="10"/>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2CF779C6-E4D9-4FDD-87D9-12A43AAEFFB9}" type="datetime3">
              <a:rPr lang="fr-CA" smtClean="0"/>
              <a:t>26/09/03</a:t>
            </a:fld>
            <a:endParaRPr lang="fr-FR" dirty="0"/>
          </a:p>
        </p:txBody>
      </p:sp>
    </p:spTree>
    <p:extLst>
      <p:ext uri="{BB962C8B-B14F-4D97-AF65-F5344CB8AC3E}">
        <p14:creationId xmlns:p14="http://schemas.microsoft.com/office/powerpoint/2010/main" val="3618359716"/>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u agrandi">
    <p:spTree>
      <p:nvGrpSpPr>
        <p:cNvPr id="1" name=""/>
        <p:cNvGrpSpPr/>
        <p:nvPr/>
      </p:nvGrpSpPr>
      <p:grpSpPr>
        <a:xfrm>
          <a:off x="0" y="0"/>
          <a:ext cx="0" cy="0"/>
          <a:chOff x="0" y="0"/>
          <a:chExt cx="0" cy="0"/>
        </a:xfrm>
      </p:grpSpPr>
      <p:sp>
        <p:nvSpPr>
          <p:cNvPr id="9" name="Espace réservé du contenu 8">
            <a:extLst>
              <a:ext uri="{FF2B5EF4-FFF2-40B4-BE49-F238E27FC236}">
                <a16:creationId xmlns:a16="http://schemas.microsoft.com/office/drawing/2014/main" id="{17D4BDAD-7CBB-483C-8E56-7B2C38CE20F6}"/>
              </a:ext>
            </a:extLst>
          </p:cNvPr>
          <p:cNvSpPr>
            <a:spLocks noGrp="1"/>
          </p:cNvSpPr>
          <p:nvPr>
            <p:ph sz="quarter" idx="13"/>
          </p:nvPr>
        </p:nvSpPr>
        <p:spPr>
          <a:xfrm>
            <a:off x="347756" y="1090681"/>
            <a:ext cx="2970000" cy="4200000"/>
          </a:xfrm>
          <a:prstGeom prst="rect">
            <a:avLst/>
          </a:prstGeom>
        </p:spPr>
        <p:txBody>
          <a:bodyPr/>
          <a:lstStyle>
            <a:lvl1pPr marL="0" indent="0">
              <a:buNone/>
              <a:defRPr/>
            </a:lvl1pPr>
          </a:lstStyle>
          <a:p>
            <a:pPr lvl="0"/>
            <a:r>
              <a:rPr lang="fr-FR"/>
              <a:t>Cliquez pour modifier les styles du texte du masque</a:t>
            </a:r>
          </a:p>
        </p:txBody>
      </p:sp>
      <p:sp>
        <p:nvSpPr>
          <p:cNvPr id="11" name="Espace réservé du contenu 10">
            <a:extLst>
              <a:ext uri="{FF2B5EF4-FFF2-40B4-BE49-F238E27FC236}">
                <a16:creationId xmlns:a16="http://schemas.microsoft.com/office/drawing/2014/main" id="{1E3C764C-63F8-4445-874B-9643411EC34A}"/>
              </a:ext>
            </a:extLst>
          </p:cNvPr>
          <p:cNvSpPr>
            <a:spLocks noGrp="1"/>
          </p:cNvSpPr>
          <p:nvPr>
            <p:ph sz="quarter" idx="14"/>
          </p:nvPr>
        </p:nvSpPr>
        <p:spPr>
          <a:xfrm>
            <a:off x="3329575" y="184012"/>
            <a:ext cx="5400000" cy="510000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2" name="Titre 1">
            <a:extLst>
              <a:ext uri="{FF2B5EF4-FFF2-40B4-BE49-F238E27FC236}">
                <a16:creationId xmlns:a16="http://schemas.microsoft.com/office/drawing/2014/main" id="{796B6AB6-F074-006E-156B-E349842623E1}"/>
              </a:ext>
            </a:extLst>
          </p:cNvPr>
          <p:cNvSpPr>
            <a:spLocks noGrp="1"/>
          </p:cNvSpPr>
          <p:nvPr>
            <p:ph type="title"/>
          </p:nvPr>
        </p:nvSpPr>
        <p:spPr>
          <a:xfrm>
            <a:off x="341024" y="177272"/>
            <a:ext cx="2970000" cy="900000"/>
          </a:xfrm>
        </p:spPr>
        <p:txBody>
          <a:bodyPr>
            <a:noAutofit/>
          </a:bodyPr>
          <a:lstStyle>
            <a:lvl1pPr>
              <a:defRPr sz="2700"/>
            </a:lvl1pPr>
          </a:lstStyle>
          <a:p>
            <a:r>
              <a:rPr lang="fr-FR"/>
              <a:t>Modifiez le style du titre</a:t>
            </a:r>
            <a:endParaRPr lang="en-CA" dirty="0"/>
          </a:p>
        </p:txBody>
      </p:sp>
      <p:sp>
        <p:nvSpPr>
          <p:cNvPr id="4" name="Espace réservé du pied de page 4">
            <a:extLst>
              <a:ext uri="{FF2B5EF4-FFF2-40B4-BE49-F238E27FC236}">
                <a16:creationId xmlns:a16="http://schemas.microsoft.com/office/drawing/2014/main" id="{408F4918-DD4E-413A-FCE3-30B982777DA6}"/>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8" name="Espace réservé du numéro de diapositive 5">
            <a:extLst>
              <a:ext uri="{FF2B5EF4-FFF2-40B4-BE49-F238E27FC236}">
                <a16:creationId xmlns:a16="http://schemas.microsoft.com/office/drawing/2014/main" id="{F7ECDEDF-E7CA-1B1D-7EEA-6C34BAA3721A}"/>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8B616E32-3CB5-CD14-066B-6104B3CC1319}"/>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spTree>
    <p:extLst>
      <p:ext uri="{BB962C8B-B14F-4D97-AF65-F5344CB8AC3E}">
        <p14:creationId xmlns:p14="http://schemas.microsoft.com/office/powerpoint/2010/main" val="2819386843"/>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eux contenus sans titre">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527796" y="864938"/>
            <a:ext cx="4050000" cy="4050000"/>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4587586" y="857471"/>
            <a:ext cx="4050000" cy="4050000"/>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e la date 4"/>
          <p:cNvSpPr>
            <a:spLocks noGrp="1"/>
          </p:cNvSpPr>
          <p:nvPr>
            <p:ph type="dt" sz="half" idx="10"/>
          </p:nvPr>
        </p:nvSpPr>
        <p:spPr/>
        <p:txBody>
          <a:bodyPr/>
          <a:lstStyle/>
          <a:p>
            <a:fld id="{041E6748-00DD-4296-883B-872EA435E712}" type="datetime3">
              <a:rPr lang="fr-CA" noProof="0" smtClean="0"/>
              <a:t>26/09/03</a:t>
            </a:fld>
            <a:endParaRPr lang="fr-CA" noProof="0" dirty="0"/>
          </a:p>
        </p:txBody>
      </p:sp>
      <p:sp>
        <p:nvSpPr>
          <p:cNvPr id="6" name="Espace réservé du pied de page 5"/>
          <p:cNvSpPr>
            <a:spLocks noGrp="1"/>
          </p:cNvSpPr>
          <p:nvPr>
            <p:ph type="ftr" sz="quarter" idx="11"/>
          </p:nvPr>
        </p:nvSpPr>
        <p:spPr/>
        <p:txBody>
          <a:bodyPr/>
          <a:lstStyle/>
          <a:p>
            <a:r>
              <a:rPr lang="fr-CA" noProof="0"/>
              <a:t>© 2026. Estelle M. Morin, Ph. D.  Tous droits réservés.</a:t>
            </a:r>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extLst>
      <p:ext uri="{BB962C8B-B14F-4D97-AF65-F5344CB8AC3E}">
        <p14:creationId xmlns:p14="http://schemas.microsoft.com/office/powerpoint/2010/main" val="3805040135"/>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521550" y="2061552"/>
            <a:ext cx="4051686" cy="3220225"/>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4580862" y="2061554"/>
            <a:ext cx="4046934" cy="3235401"/>
          </a:xfrm>
          <a:prstGeom prst="rect">
            <a:avLst/>
          </a:prstGeom>
        </p:spPr>
        <p:txBody>
          <a:bodyPr>
            <a:normAutofit/>
          </a:bodyPr>
          <a:lstStyle>
            <a:lvl1pPr>
              <a:defRPr sz="180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e la date 4"/>
          <p:cNvSpPr>
            <a:spLocks noGrp="1"/>
          </p:cNvSpPr>
          <p:nvPr>
            <p:ph type="dt" sz="half" idx="10"/>
          </p:nvPr>
        </p:nvSpPr>
        <p:spPr/>
        <p:txBody>
          <a:bodyPr/>
          <a:lstStyle/>
          <a:p>
            <a:fld id="{D4EC05B9-66ED-4904-8A83-1C2F49BEE518}" type="datetime3">
              <a:rPr lang="fr-CA" noProof="0" smtClean="0"/>
              <a:t>26/09/03</a:t>
            </a:fld>
            <a:endParaRPr lang="fr-CA" noProof="0" dirty="0"/>
          </a:p>
        </p:txBody>
      </p:sp>
      <p:sp>
        <p:nvSpPr>
          <p:cNvPr id="6" name="Espace réservé du pied de page 5"/>
          <p:cNvSpPr>
            <a:spLocks noGrp="1"/>
          </p:cNvSpPr>
          <p:nvPr>
            <p:ph type="ftr" sz="quarter" idx="11"/>
          </p:nvPr>
        </p:nvSpPr>
        <p:spPr/>
        <p:txBody>
          <a:bodyPr/>
          <a:lstStyle/>
          <a:p>
            <a:r>
              <a:rPr lang="fr-CA" noProof="0"/>
              <a:t>© 2026. Estelle M. Morin, Ph. D.  Tous droits réservés.</a:t>
            </a:r>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
        <p:nvSpPr>
          <p:cNvPr id="8" name="Espace réservé du contenu 7">
            <a:extLst>
              <a:ext uri="{FF2B5EF4-FFF2-40B4-BE49-F238E27FC236}">
                <a16:creationId xmlns:a16="http://schemas.microsoft.com/office/drawing/2014/main" id="{FF505152-E624-4F10-9E12-50E88C5274FF}"/>
              </a:ext>
            </a:extLst>
          </p:cNvPr>
          <p:cNvSpPr>
            <a:spLocks noGrp="1"/>
          </p:cNvSpPr>
          <p:nvPr>
            <p:ph sz="quarter" idx="13"/>
          </p:nvPr>
        </p:nvSpPr>
        <p:spPr>
          <a:xfrm>
            <a:off x="527796" y="1236376"/>
            <a:ext cx="4051686" cy="810000"/>
          </a:xfrm>
          <a:prstGeom prst="rect">
            <a:avLst/>
          </a:prstGeom>
        </p:spPr>
        <p:txBody>
          <a:bodyPr anchor="ctr">
            <a:normAutofit/>
          </a:bodyPr>
          <a:lstStyle>
            <a:lvl1pPr marL="0" indent="0" algn="ctr">
              <a:buNone/>
              <a:defRPr lang="fr-FR" sz="2100" b="1" kern="1200" dirty="0" smtClean="0">
                <a:solidFill>
                  <a:schemeClr val="accent3">
                    <a:lumMod val="50000"/>
                  </a:schemeClr>
                </a:solidFill>
                <a:latin typeface="Visby CF" pitchFamily="50" charset="0"/>
                <a:ea typeface="+mn-ea"/>
                <a:cs typeface="+mn-cs"/>
              </a:defRPr>
            </a:lvl1pPr>
          </a:lstStyle>
          <a:p>
            <a:pPr marL="0" lvl="0" indent="0" algn="ctr" defTabSz="914391" rtl="0" eaLnBrk="1" latinLnBrk="0" hangingPunct="1">
              <a:spcBef>
                <a:spcPct val="20000"/>
              </a:spcBef>
              <a:buClr>
                <a:schemeClr val="accent2"/>
              </a:buClr>
              <a:buSzPct val="125000"/>
              <a:buFont typeface="Arial" pitchFamily="34" charset="0"/>
              <a:buNone/>
            </a:pPr>
            <a:r>
              <a:rPr lang="fr-FR"/>
              <a:t>Cliquez pour modifier les styles du texte du masque</a:t>
            </a:r>
          </a:p>
        </p:txBody>
      </p:sp>
      <p:sp>
        <p:nvSpPr>
          <p:cNvPr id="11" name="Espace réservé du contenu 10">
            <a:extLst>
              <a:ext uri="{FF2B5EF4-FFF2-40B4-BE49-F238E27FC236}">
                <a16:creationId xmlns:a16="http://schemas.microsoft.com/office/drawing/2014/main" id="{B5830B13-657B-40A5-A1E5-CD275A41582D}"/>
              </a:ext>
            </a:extLst>
          </p:cNvPr>
          <p:cNvSpPr>
            <a:spLocks noGrp="1"/>
          </p:cNvSpPr>
          <p:nvPr>
            <p:ph sz="quarter" idx="14"/>
          </p:nvPr>
        </p:nvSpPr>
        <p:spPr>
          <a:xfrm>
            <a:off x="4592172" y="1219213"/>
            <a:ext cx="4055796" cy="842101"/>
          </a:xfrm>
          <a:prstGeom prst="rect">
            <a:avLst/>
          </a:prstGeom>
        </p:spPr>
        <p:txBody>
          <a:bodyPr anchor="ctr">
            <a:normAutofit/>
          </a:bodyPr>
          <a:lstStyle>
            <a:lvl1pPr marL="0" indent="0" algn="ctr">
              <a:buNone/>
              <a:defRPr sz="2100" b="1">
                <a:solidFill>
                  <a:schemeClr val="accent3">
                    <a:lumMod val="50000"/>
                  </a:schemeClr>
                </a:solidFill>
              </a:defRPr>
            </a:lvl1pPr>
          </a:lstStyle>
          <a:p>
            <a:pPr lvl="0"/>
            <a:r>
              <a:rPr lang="fr-FR"/>
              <a:t>Cliquez pour modifier les styles du texte du masque</a:t>
            </a:r>
          </a:p>
        </p:txBody>
      </p:sp>
      <p:sp>
        <p:nvSpPr>
          <p:cNvPr id="9" name="Titre 8">
            <a:extLst>
              <a:ext uri="{FF2B5EF4-FFF2-40B4-BE49-F238E27FC236}">
                <a16:creationId xmlns:a16="http://schemas.microsoft.com/office/drawing/2014/main" id="{7F22C304-048A-757A-C130-CDB74ED076B1}"/>
              </a:ext>
            </a:extLst>
          </p:cNvPr>
          <p:cNvSpPr>
            <a:spLocks noGrp="1"/>
          </p:cNvSpPr>
          <p:nvPr>
            <p:ph type="title"/>
          </p:nvPr>
        </p:nvSpPr>
        <p:spPr/>
        <p:txBody>
          <a:bodyPr/>
          <a:lstStyle>
            <a:lvl1pPr algn="ctr">
              <a:defRPr/>
            </a:lvl1pPr>
          </a:lstStyle>
          <a:p>
            <a:r>
              <a:rPr lang="fr-FR"/>
              <a:t>Modifiez le style du titre</a:t>
            </a:r>
            <a:endParaRPr lang="en-CA" dirty="0"/>
          </a:p>
        </p:txBody>
      </p:sp>
    </p:spTree>
    <p:extLst>
      <p:ext uri="{BB962C8B-B14F-4D97-AF65-F5344CB8AC3E}">
        <p14:creationId xmlns:p14="http://schemas.microsoft.com/office/powerpoint/2010/main" val="2048045675"/>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re contenu vide droi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087A26-B4FE-BC7E-C891-522D4E29A83C}"/>
              </a:ext>
            </a:extLst>
          </p:cNvPr>
          <p:cNvSpPr>
            <a:spLocks noGrp="1"/>
          </p:cNvSpPr>
          <p:nvPr>
            <p:ph type="title"/>
          </p:nvPr>
        </p:nvSpPr>
        <p:spPr>
          <a:xfrm>
            <a:off x="527796" y="304271"/>
            <a:ext cx="3375000" cy="900000"/>
          </a:xfrm>
        </p:spPr>
        <p:txBody>
          <a:bodyPr>
            <a:noAutofit/>
          </a:bodyPr>
          <a:lstStyle>
            <a:lvl1pPr>
              <a:defRPr sz="3000"/>
            </a:lvl1pPr>
          </a:lstStyle>
          <a:p>
            <a:r>
              <a:rPr lang="fr-FR"/>
              <a:t>Modifiez le style du titre</a:t>
            </a:r>
            <a:endParaRPr lang="en-CA"/>
          </a:p>
        </p:txBody>
      </p:sp>
      <p:sp>
        <p:nvSpPr>
          <p:cNvPr id="9" name="Espace réservé du contenu 8">
            <a:extLst>
              <a:ext uri="{FF2B5EF4-FFF2-40B4-BE49-F238E27FC236}">
                <a16:creationId xmlns:a16="http://schemas.microsoft.com/office/drawing/2014/main" id="{859B94D9-ED9C-7978-AE50-198D7E6E08F1}"/>
              </a:ext>
            </a:extLst>
          </p:cNvPr>
          <p:cNvSpPr>
            <a:spLocks noGrp="1"/>
          </p:cNvSpPr>
          <p:nvPr>
            <p:ph sz="quarter" idx="13"/>
          </p:nvPr>
        </p:nvSpPr>
        <p:spPr>
          <a:xfrm>
            <a:off x="527447" y="1352020"/>
            <a:ext cx="3375000" cy="3750000"/>
          </a:xfrm>
        </p:spPr>
        <p:txBody>
          <a:bodyPr anchor="ctr">
            <a:normAutofit/>
          </a:bodyPr>
          <a:lstStyle>
            <a:lvl1pPr marL="0" indent="0">
              <a:buFont typeface="Arial" panose="020B0604020202020204" pitchFamily="34" charset="0"/>
              <a:buNone/>
              <a:defRPr sz="2250"/>
            </a:lvl1pPr>
            <a:lvl2pPr>
              <a:buNone/>
              <a:defRPr sz="2100"/>
            </a:lvl2pPr>
            <a:lvl3pPr>
              <a:buNone/>
              <a:defRPr sz="2100"/>
            </a:lvl3pPr>
            <a:lvl4pPr>
              <a:buNone/>
              <a:defRPr sz="2100"/>
            </a:lvl4pPr>
            <a:lvl5pPr>
              <a:buNone/>
              <a:defRPr sz="2100"/>
            </a:lvl5pPr>
          </a:lstStyle>
          <a:p>
            <a:pPr lvl="0"/>
            <a:r>
              <a:rPr lang="fr-FR"/>
              <a:t>Cliquez pour modifier les styles du texte du masque</a:t>
            </a:r>
          </a:p>
        </p:txBody>
      </p:sp>
      <p:sp>
        <p:nvSpPr>
          <p:cNvPr id="4" name="Espace réservé du pied de page 4">
            <a:extLst>
              <a:ext uri="{FF2B5EF4-FFF2-40B4-BE49-F238E27FC236}">
                <a16:creationId xmlns:a16="http://schemas.microsoft.com/office/drawing/2014/main" id="{A5878FA7-2637-0B18-8650-563B31A290A4}"/>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5" name="Espace réservé du numéro de diapositive 5">
            <a:extLst>
              <a:ext uri="{FF2B5EF4-FFF2-40B4-BE49-F238E27FC236}">
                <a16:creationId xmlns:a16="http://schemas.microsoft.com/office/drawing/2014/main" id="{AAC33985-B481-37F6-D2A7-AF221A4B8884}"/>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6" name="Espace réservé de la date 3">
            <a:extLst>
              <a:ext uri="{FF2B5EF4-FFF2-40B4-BE49-F238E27FC236}">
                <a16:creationId xmlns:a16="http://schemas.microsoft.com/office/drawing/2014/main" id="{7EE5B797-2775-D60C-DFF1-9690E2518675}"/>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spTree>
    <p:extLst>
      <p:ext uri="{BB962C8B-B14F-4D97-AF65-F5344CB8AC3E}">
        <p14:creationId xmlns:p14="http://schemas.microsoft.com/office/powerpoint/2010/main" val="218719146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re sous-titre 3 contenus">
    <p:spTree>
      <p:nvGrpSpPr>
        <p:cNvPr id="1" name=""/>
        <p:cNvGrpSpPr/>
        <p:nvPr/>
      </p:nvGrpSpPr>
      <p:grpSpPr>
        <a:xfrm>
          <a:off x="0" y="0"/>
          <a:ext cx="0" cy="0"/>
          <a:chOff x="0" y="0"/>
          <a:chExt cx="0" cy="0"/>
        </a:xfrm>
      </p:grpSpPr>
      <p:sp>
        <p:nvSpPr>
          <p:cNvPr id="4" name="Espace réservé du texte 14">
            <a:extLst>
              <a:ext uri="{FF2B5EF4-FFF2-40B4-BE49-F238E27FC236}">
                <a16:creationId xmlns:a16="http://schemas.microsoft.com/office/drawing/2014/main" id="{A2F140DC-C29F-6F95-6BEF-BE1C77C78CCE}"/>
              </a:ext>
            </a:extLst>
          </p:cNvPr>
          <p:cNvSpPr>
            <a:spLocks noGrp="1"/>
          </p:cNvSpPr>
          <p:nvPr>
            <p:ph type="body" sz="quarter" idx="17"/>
          </p:nvPr>
        </p:nvSpPr>
        <p:spPr>
          <a:xfrm>
            <a:off x="6199971" y="1571779"/>
            <a:ext cx="2430000" cy="3600000"/>
          </a:xfrm>
        </p:spPr>
        <p:txBody>
          <a:bodyPr>
            <a:normAutofit/>
          </a:bodyPr>
          <a:lstStyle>
            <a:lvl1pPr>
              <a:defRPr sz="1500"/>
            </a:lvl1pPr>
            <a:lvl2pPr>
              <a:defRPr sz="1500"/>
            </a:lvl2pPr>
            <a:lvl3pPr>
              <a:defRPr sz="1500"/>
            </a:lvl3pPr>
            <a:lvl4pPr>
              <a:defRPr sz="1500"/>
            </a:lvl4pPr>
            <a:lvl5pPr>
              <a:defRPr sz="15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texte 14">
            <a:extLst>
              <a:ext uri="{FF2B5EF4-FFF2-40B4-BE49-F238E27FC236}">
                <a16:creationId xmlns:a16="http://schemas.microsoft.com/office/drawing/2014/main" id="{F1DE8EB9-1AEB-E259-4A05-84C441643B11}"/>
              </a:ext>
            </a:extLst>
          </p:cNvPr>
          <p:cNvSpPr>
            <a:spLocks noGrp="1"/>
          </p:cNvSpPr>
          <p:nvPr>
            <p:ph type="body" sz="quarter" idx="18"/>
          </p:nvPr>
        </p:nvSpPr>
        <p:spPr>
          <a:xfrm>
            <a:off x="3357158" y="1586721"/>
            <a:ext cx="2430000" cy="3600000"/>
          </a:xfrm>
        </p:spPr>
        <p:txBody>
          <a:bodyPr>
            <a:normAutofit/>
          </a:bodyPr>
          <a:lstStyle>
            <a:lvl1pPr>
              <a:defRPr sz="1500"/>
            </a:lvl1pPr>
            <a:lvl2pPr>
              <a:defRPr sz="1500"/>
            </a:lvl2pPr>
            <a:lvl3pPr>
              <a:defRPr sz="1500"/>
            </a:lvl3pPr>
            <a:lvl4pPr>
              <a:defRPr sz="1500"/>
            </a:lvl4pPr>
            <a:lvl5pPr>
              <a:defRPr sz="15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6" name="Espace réservé du texte 14">
            <a:extLst>
              <a:ext uri="{FF2B5EF4-FFF2-40B4-BE49-F238E27FC236}">
                <a16:creationId xmlns:a16="http://schemas.microsoft.com/office/drawing/2014/main" id="{9A9F2290-71D4-4469-2CBE-F7CF649EE709}"/>
              </a:ext>
            </a:extLst>
          </p:cNvPr>
          <p:cNvSpPr>
            <a:spLocks noGrp="1"/>
          </p:cNvSpPr>
          <p:nvPr>
            <p:ph type="body" sz="quarter" idx="19"/>
          </p:nvPr>
        </p:nvSpPr>
        <p:spPr>
          <a:xfrm>
            <a:off x="534518" y="1579252"/>
            <a:ext cx="2430000" cy="3600000"/>
          </a:xfrm>
        </p:spPr>
        <p:txBody>
          <a:bodyPr>
            <a:normAutofit/>
          </a:bodyPr>
          <a:lstStyle>
            <a:lvl1pPr>
              <a:defRPr sz="1500"/>
            </a:lvl1pPr>
            <a:lvl2pPr>
              <a:defRPr sz="1500"/>
            </a:lvl2pPr>
            <a:lvl3pPr>
              <a:defRPr sz="1500"/>
            </a:lvl3pPr>
            <a:lvl4pPr>
              <a:defRPr sz="1500"/>
            </a:lvl4pPr>
            <a:lvl5pPr>
              <a:defRPr sz="15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9" name="Titre 1">
            <a:extLst>
              <a:ext uri="{FF2B5EF4-FFF2-40B4-BE49-F238E27FC236}">
                <a16:creationId xmlns:a16="http://schemas.microsoft.com/office/drawing/2014/main" id="{E3A7B1BF-A92F-9BCC-78A9-D7D0C2914FE2}"/>
              </a:ext>
            </a:extLst>
          </p:cNvPr>
          <p:cNvSpPr>
            <a:spLocks noGrp="1"/>
          </p:cNvSpPr>
          <p:nvPr>
            <p:ph type="title" hasCustomPrompt="1"/>
          </p:nvPr>
        </p:nvSpPr>
        <p:spPr>
          <a:xfrm>
            <a:off x="527797" y="304270"/>
            <a:ext cx="8100000" cy="600000"/>
          </a:xfrm>
        </p:spPr>
        <p:txBody>
          <a:bodyPr>
            <a:normAutofit/>
          </a:bodyPr>
          <a:lstStyle>
            <a:lvl1pPr>
              <a:defRPr sz="2700"/>
            </a:lvl1pPr>
          </a:lstStyle>
          <a:p>
            <a:r>
              <a:rPr lang="fr-CA" dirty="0"/>
              <a:t>Modifier le titre</a:t>
            </a:r>
            <a:endParaRPr lang="fr-FR" dirty="0"/>
          </a:p>
        </p:txBody>
      </p:sp>
      <p:sp>
        <p:nvSpPr>
          <p:cNvPr id="10" name="Espace réservé du texte 14">
            <a:extLst>
              <a:ext uri="{FF2B5EF4-FFF2-40B4-BE49-F238E27FC236}">
                <a16:creationId xmlns:a16="http://schemas.microsoft.com/office/drawing/2014/main" id="{4AF8DDBA-8AC7-19DC-AEB6-BAD1CB5D4697}"/>
              </a:ext>
            </a:extLst>
          </p:cNvPr>
          <p:cNvSpPr>
            <a:spLocks noGrp="1"/>
          </p:cNvSpPr>
          <p:nvPr>
            <p:ph type="body" sz="quarter" idx="15" hasCustomPrompt="1"/>
          </p:nvPr>
        </p:nvSpPr>
        <p:spPr>
          <a:xfrm>
            <a:off x="527798" y="928143"/>
            <a:ext cx="8100000" cy="300000"/>
          </a:xfrm>
        </p:spPr>
        <p:txBody>
          <a:bodyPr anchor="ctr">
            <a:normAutofit/>
          </a:bodyPr>
          <a:lstStyle>
            <a:lvl1pPr marL="0" indent="0">
              <a:buNone/>
              <a:defRPr sz="1500"/>
            </a:lvl1pPr>
          </a:lstStyle>
          <a:p>
            <a:pPr lvl="0"/>
            <a:r>
              <a:rPr lang="fr-CA" dirty="0"/>
              <a:t>Cliquez pour modifier le texte</a:t>
            </a:r>
          </a:p>
        </p:txBody>
      </p:sp>
      <p:sp>
        <p:nvSpPr>
          <p:cNvPr id="3" name="Espace réservé du pied de page 4">
            <a:extLst>
              <a:ext uri="{FF2B5EF4-FFF2-40B4-BE49-F238E27FC236}">
                <a16:creationId xmlns:a16="http://schemas.microsoft.com/office/drawing/2014/main" id="{48A3BD78-DF48-4418-FB3E-3E065292FB33}"/>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7" name="Espace réservé du numéro de diapositive 5">
            <a:extLst>
              <a:ext uri="{FF2B5EF4-FFF2-40B4-BE49-F238E27FC236}">
                <a16:creationId xmlns:a16="http://schemas.microsoft.com/office/drawing/2014/main" id="{FC37EEB3-6C0F-C913-EF52-215980FFF66F}"/>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8" name="Espace réservé de la date 3">
            <a:extLst>
              <a:ext uri="{FF2B5EF4-FFF2-40B4-BE49-F238E27FC236}">
                <a16:creationId xmlns:a16="http://schemas.microsoft.com/office/drawing/2014/main" id="{8AFA6B4C-159C-2A30-CD96-E6C6385C1DAC}"/>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6029C608-7157-4114-A822-C6F55E2AB4EB}" type="datetime3">
              <a:rPr lang="fr-CA" smtClean="0"/>
              <a:t>26/09/03</a:t>
            </a:fld>
            <a:endParaRPr lang="fr-FR" dirty="0"/>
          </a:p>
        </p:txBody>
      </p:sp>
    </p:spTree>
    <p:extLst>
      <p:ext uri="{BB962C8B-B14F-4D97-AF65-F5344CB8AC3E}">
        <p14:creationId xmlns:p14="http://schemas.microsoft.com/office/powerpoint/2010/main" val="41225908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re sous-titre contenu">
    <p:spTree>
      <p:nvGrpSpPr>
        <p:cNvPr id="1" name=""/>
        <p:cNvGrpSpPr/>
        <p:nvPr/>
      </p:nvGrpSpPr>
      <p:grpSpPr>
        <a:xfrm>
          <a:off x="0" y="0"/>
          <a:ext cx="0" cy="0"/>
          <a:chOff x="0" y="0"/>
          <a:chExt cx="0" cy="0"/>
        </a:xfrm>
      </p:grpSpPr>
      <p:sp>
        <p:nvSpPr>
          <p:cNvPr id="6" name="Espace réservé du texte 14">
            <a:extLst>
              <a:ext uri="{FF2B5EF4-FFF2-40B4-BE49-F238E27FC236}">
                <a16:creationId xmlns:a16="http://schemas.microsoft.com/office/drawing/2014/main" id="{9A9F2290-71D4-4469-2CBE-F7CF649EE709}"/>
              </a:ext>
            </a:extLst>
          </p:cNvPr>
          <p:cNvSpPr>
            <a:spLocks noGrp="1"/>
          </p:cNvSpPr>
          <p:nvPr>
            <p:ph type="body" sz="quarter" idx="19"/>
          </p:nvPr>
        </p:nvSpPr>
        <p:spPr>
          <a:xfrm>
            <a:off x="444347" y="1474662"/>
            <a:ext cx="3780000" cy="3600000"/>
          </a:xfrm>
        </p:spPr>
        <p:txBody>
          <a:bodyPr>
            <a:normAutofit/>
          </a:bodyPr>
          <a:lstStyle>
            <a:lvl1pPr>
              <a:defRPr sz="1500"/>
            </a:lvl1pPr>
            <a:lvl2pPr>
              <a:defRPr sz="1500"/>
            </a:lvl2pPr>
            <a:lvl3pPr>
              <a:defRPr sz="1500"/>
            </a:lvl3pPr>
            <a:lvl4pPr>
              <a:defRPr sz="1500"/>
            </a:lvl4pPr>
            <a:lvl5pPr>
              <a:defRPr sz="15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10" name="Titre 1">
            <a:extLst>
              <a:ext uri="{FF2B5EF4-FFF2-40B4-BE49-F238E27FC236}">
                <a16:creationId xmlns:a16="http://schemas.microsoft.com/office/drawing/2014/main" id="{4EEBF1E4-DEF3-CDC8-2811-ECF32F59DD4B}"/>
              </a:ext>
            </a:extLst>
          </p:cNvPr>
          <p:cNvSpPr>
            <a:spLocks noGrp="1"/>
          </p:cNvSpPr>
          <p:nvPr>
            <p:ph type="title" hasCustomPrompt="1"/>
          </p:nvPr>
        </p:nvSpPr>
        <p:spPr>
          <a:xfrm>
            <a:off x="444347" y="304270"/>
            <a:ext cx="3780000" cy="600000"/>
          </a:xfrm>
        </p:spPr>
        <p:txBody>
          <a:bodyPr>
            <a:normAutofit/>
          </a:bodyPr>
          <a:lstStyle>
            <a:lvl1pPr>
              <a:defRPr sz="2700"/>
            </a:lvl1pPr>
          </a:lstStyle>
          <a:p>
            <a:r>
              <a:rPr lang="fr-CA" dirty="0"/>
              <a:t>Modifier le titre</a:t>
            </a:r>
            <a:endParaRPr lang="fr-FR" dirty="0"/>
          </a:p>
        </p:txBody>
      </p:sp>
      <p:sp>
        <p:nvSpPr>
          <p:cNvPr id="12" name="Espace réservé du texte 14">
            <a:extLst>
              <a:ext uri="{FF2B5EF4-FFF2-40B4-BE49-F238E27FC236}">
                <a16:creationId xmlns:a16="http://schemas.microsoft.com/office/drawing/2014/main" id="{48E977D4-067D-4006-79AA-D8905C70E276}"/>
              </a:ext>
            </a:extLst>
          </p:cNvPr>
          <p:cNvSpPr>
            <a:spLocks noGrp="1"/>
          </p:cNvSpPr>
          <p:nvPr>
            <p:ph type="body" sz="quarter" idx="15" hasCustomPrompt="1"/>
          </p:nvPr>
        </p:nvSpPr>
        <p:spPr>
          <a:xfrm>
            <a:off x="444347" y="935613"/>
            <a:ext cx="3780000" cy="300000"/>
          </a:xfrm>
        </p:spPr>
        <p:txBody>
          <a:bodyPr>
            <a:normAutofit/>
          </a:bodyPr>
          <a:lstStyle>
            <a:lvl1pPr marL="0" indent="0">
              <a:buNone/>
              <a:defRPr sz="1500"/>
            </a:lvl1pPr>
          </a:lstStyle>
          <a:p>
            <a:pPr lvl="0"/>
            <a:r>
              <a:rPr lang="fr-CA" dirty="0"/>
              <a:t>Cliquez pour modifier le texte</a:t>
            </a:r>
          </a:p>
        </p:txBody>
      </p:sp>
      <p:sp>
        <p:nvSpPr>
          <p:cNvPr id="3" name="Espace réservé du pied de page 4">
            <a:extLst>
              <a:ext uri="{FF2B5EF4-FFF2-40B4-BE49-F238E27FC236}">
                <a16:creationId xmlns:a16="http://schemas.microsoft.com/office/drawing/2014/main" id="{2F7FCE80-FC51-33A0-2990-4EC66A3B0692}"/>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7" name="Espace réservé du contenu 6">
            <a:extLst>
              <a:ext uri="{FF2B5EF4-FFF2-40B4-BE49-F238E27FC236}">
                <a16:creationId xmlns:a16="http://schemas.microsoft.com/office/drawing/2014/main" id="{DC2BC4F9-A74C-CAB8-21D1-F147343C68D8}"/>
              </a:ext>
            </a:extLst>
          </p:cNvPr>
          <p:cNvSpPr>
            <a:spLocks noGrp="1"/>
          </p:cNvSpPr>
          <p:nvPr>
            <p:ph sz="quarter" idx="20"/>
          </p:nvPr>
        </p:nvSpPr>
        <p:spPr>
          <a:xfrm>
            <a:off x="4545107" y="-1"/>
            <a:ext cx="4590000" cy="57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5" name="Espace réservé de la date 3">
            <a:extLst>
              <a:ext uri="{FF2B5EF4-FFF2-40B4-BE49-F238E27FC236}">
                <a16:creationId xmlns:a16="http://schemas.microsoft.com/office/drawing/2014/main" id="{713CE9D8-936E-F864-231A-611E2F69DF56}"/>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B6B0FD0B-BF99-4B63-A9C3-0821412D1294}" type="datetime3">
              <a:rPr lang="fr-CA" smtClean="0"/>
              <a:t>26/09/03</a:t>
            </a:fld>
            <a:endParaRPr lang="fr-FR" dirty="0"/>
          </a:p>
        </p:txBody>
      </p:sp>
      <p:sp>
        <p:nvSpPr>
          <p:cNvPr id="8" name="Espace réservé du numéro de diapositive 5">
            <a:extLst>
              <a:ext uri="{FF2B5EF4-FFF2-40B4-BE49-F238E27FC236}">
                <a16:creationId xmlns:a16="http://schemas.microsoft.com/office/drawing/2014/main" id="{0D676321-E78B-CFE1-2716-1662A8741B1F}"/>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Tree>
    <p:extLst>
      <p:ext uri="{BB962C8B-B14F-4D97-AF65-F5344CB8AC3E}">
        <p14:creationId xmlns:p14="http://schemas.microsoft.com/office/powerpoint/2010/main" val="306807625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28B19A0B-607A-0EDA-B42C-B2939CCB10DE}"/>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7" name="Espace réservé du numéro de diapositive 5">
            <a:extLst>
              <a:ext uri="{FF2B5EF4-FFF2-40B4-BE49-F238E27FC236}">
                <a16:creationId xmlns:a16="http://schemas.microsoft.com/office/drawing/2014/main" id="{A1D0B5C5-4427-36B4-A02D-B6E0B59B9218}"/>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2" name="Espace réservé de la date 3">
            <a:extLst>
              <a:ext uri="{FF2B5EF4-FFF2-40B4-BE49-F238E27FC236}">
                <a16:creationId xmlns:a16="http://schemas.microsoft.com/office/drawing/2014/main" id="{B3508DEF-53AB-3FAC-08EB-06C3869A157E}"/>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486057CC-A079-4D60-BDDA-9079A3D5A558}" type="datetime3">
              <a:rPr lang="fr-CA" smtClean="0"/>
              <a:t>26/09/03</a:t>
            </a:fld>
            <a:endParaRPr lang="fr-FR" dirty="0"/>
          </a:p>
        </p:txBody>
      </p:sp>
    </p:spTree>
    <p:extLst>
      <p:ext uri="{BB962C8B-B14F-4D97-AF65-F5344CB8AC3E}">
        <p14:creationId xmlns:p14="http://schemas.microsoft.com/office/powerpoint/2010/main" val="93347179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ection orange">
    <p:bg>
      <p:bgPr>
        <a:solidFill>
          <a:srgbClr val="F1842D"/>
        </a:solidFill>
        <a:effectLst/>
      </p:bgPr>
    </p:bg>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950927BE-2223-35B2-5943-FB989F791FB6}"/>
              </a:ext>
            </a:extLst>
          </p:cNvPr>
          <p:cNvSpPr>
            <a:spLocks noGrp="1"/>
          </p:cNvSpPr>
          <p:nvPr>
            <p:ph type="ctrTitle" hasCustomPrompt="1"/>
          </p:nvPr>
        </p:nvSpPr>
        <p:spPr>
          <a:xfrm>
            <a:off x="654410" y="849403"/>
            <a:ext cx="6480000" cy="2400000"/>
          </a:xfrm>
        </p:spPr>
        <p:txBody>
          <a:bodyPr anchor="b">
            <a:normAutofit/>
          </a:bodyPr>
          <a:lstStyle>
            <a:lvl1pPr marL="0" marR="0" indent="0" algn="l" defTabSz="685800" rtl="0" eaLnBrk="1" fontAlgn="auto" latinLnBrk="0" hangingPunct="1">
              <a:lnSpc>
                <a:spcPct val="90000"/>
              </a:lnSpc>
              <a:spcBef>
                <a:spcPct val="0"/>
              </a:spcBef>
              <a:spcAft>
                <a:spcPts val="0"/>
              </a:spcAft>
              <a:buClrTx/>
              <a:buSzTx/>
              <a:buFontTx/>
              <a:buNone/>
              <a:tabLst/>
              <a:defRPr sz="3600">
                <a:solidFill>
                  <a:schemeClr val="bg1"/>
                </a:solidFill>
              </a:defRPr>
            </a:lvl1pPr>
          </a:lstStyle>
          <a:p>
            <a:r>
              <a:rPr lang="fr-CA" dirty="0"/>
              <a:t>Lorem ipsum </a:t>
            </a:r>
            <a:r>
              <a:rPr lang="fr-CA" dirty="0" err="1"/>
              <a:t>dolor</a:t>
            </a:r>
            <a:r>
              <a:rPr lang="fr-CA" dirty="0"/>
              <a:t> </a:t>
            </a:r>
            <a:br>
              <a:rPr lang="fr-CA" dirty="0"/>
            </a:br>
            <a:r>
              <a:rPr lang="fr-CA" dirty="0" err="1"/>
              <a:t>sit</a:t>
            </a:r>
            <a:r>
              <a:rPr lang="fr-CA" dirty="0"/>
              <a:t> </a:t>
            </a:r>
            <a:r>
              <a:rPr lang="fr-CA" dirty="0" err="1"/>
              <a:t>amet</a:t>
            </a:r>
            <a:r>
              <a:rPr lang="fr-CA" dirty="0"/>
              <a:t>, </a:t>
            </a:r>
            <a:r>
              <a:rPr lang="fr-CA" dirty="0" err="1"/>
              <a:t>consectetur</a:t>
            </a:r>
            <a:r>
              <a:rPr lang="fr-CA" dirty="0"/>
              <a:t> </a:t>
            </a:r>
            <a:r>
              <a:rPr lang="fr-CA" dirty="0" err="1"/>
              <a:t>adipiscing</a:t>
            </a:r>
            <a:r>
              <a:rPr lang="fr-CA" dirty="0"/>
              <a:t> </a:t>
            </a:r>
            <a:r>
              <a:rPr lang="fr-CA" dirty="0" err="1"/>
              <a:t>elit</a:t>
            </a:r>
            <a:r>
              <a:rPr lang="fr-CA" dirty="0"/>
              <a:t>.</a:t>
            </a:r>
            <a:endParaRPr lang="fr-FR" dirty="0"/>
          </a:p>
        </p:txBody>
      </p:sp>
      <p:sp>
        <p:nvSpPr>
          <p:cNvPr id="7" name="Sous-titre 2">
            <a:extLst>
              <a:ext uri="{FF2B5EF4-FFF2-40B4-BE49-F238E27FC236}">
                <a16:creationId xmlns:a16="http://schemas.microsoft.com/office/drawing/2014/main" id="{C6681AE7-3D42-53C5-7C59-80D198229B17}"/>
              </a:ext>
            </a:extLst>
          </p:cNvPr>
          <p:cNvSpPr>
            <a:spLocks noGrp="1"/>
          </p:cNvSpPr>
          <p:nvPr>
            <p:ph type="subTitle" idx="1" hasCustomPrompt="1"/>
          </p:nvPr>
        </p:nvSpPr>
        <p:spPr>
          <a:xfrm>
            <a:off x="654410" y="3341870"/>
            <a:ext cx="6480000" cy="1200000"/>
          </a:xfrm>
          <a:solidFill>
            <a:srgbClr val="F1842D"/>
          </a:solidFill>
        </p:spPr>
        <p:txBody>
          <a:bodyPr>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CA" dirty="0"/>
              <a:t>Ed </a:t>
            </a:r>
            <a:r>
              <a:rPr lang="fr-CA" dirty="0" err="1"/>
              <a:t>eleifend</a:t>
            </a:r>
            <a:r>
              <a:rPr lang="fr-CA" dirty="0"/>
              <a:t>, </a:t>
            </a:r>
            <a:r>
              <a:rPr lang="fr-CA" dirty="0" err="1"/>
              <a:t>justo</a:t>
            </a:r>
            <a:r>
              <a:rPr lang="fr-CA" dirty="0"/>
              <a:t> vitae </a:t>
            </a:r>
            <a:r>
              <a:rPr lang="fr-CA" dirty="0" err="1"/>
              <a:t>efficitur</a:t>
            </a:r>
            <a:r>
              <a:rPr lang="fr-CA" dirty="0"/>
              <a:t> </a:t>
            </a:r>
            <a:r>
              <a:rPr lang="fr-CA" dirty="0" err="1"/>
              <a:t>pellentesque</a:t>
            </a:r>
            <a:r>
              <a:rPr lang="fr-CA" dirty="0"/>
              <a:t>, magna </a:t>
            </a:r>
            <a:r>
              <a:rPr lang="fr-CA" dirty="0" err="1"/>
              <a:t>augue</a:t>
            </a:r>
            <a:r>
              <a:rPr lang="fr-CA" dirty="0"/>
              <a:t> cursus </a:t>
            </a:r>
            <a:r>
              <a:rPr lang="fr-CA" dirty="0" err="1"/>
              <a:t>ligula</a:t>
            </a:r>
            <a:r>
              <a:rPr lang="fr-CA" dirty="0"/>
              <a:t>, in </a:t>
            </a:r>
            <a:r>
              <a:rPr lang="fr-CA" dirty="0" err="1"/>
              <a:t>hendrerit</a:t>
            </a:r>
            <a:r>
              <a:rPr lang="fr-CA" dirty="0"/>
              <a:t> </a:t>
            </a:r>
            <a:r>
              <a:rPr lang="fr-CA" dirty="0" err="1"/>
              <a:t>nulla</a:t>
            </a:r>
            <a:r>
              <a:rPr lang="fr-CA" dirty="0"/>
              <a:t> </a:t>
            </a:r>
            <a:r>
              <a:rPr lang="fr-CA" dirty="0" err="1"/>
              <a:t>sem</a:t>
            </a:r>
            <a:r>
              <a:rPr lang="fr-CA" dirty="0"/>
              <a:t> </a:t>
            </a:r>
            <a:r>
              <a:rPr lang="fr-CA" dirty="0" err="1"/>
              <a:t>quis</a:t>
            </a:r>
            <a:r>
              <a:rPr lang="fr-CA" dirty="0"/>
              <a:t> </a:t>
            </a:r>
            <a:r>
              <a:rPr lang="fr-CA" dirty="0" err="1"/>
              <a:t>lacus</a:t>
            </a:r>
            <a:r>
              <a:rPr lang="fr-CA" dirty="0"/>
              <a:t>. </a:t>
            </a:r>
            <a:endParaRPr lang="fr-FR" dirty="0"/>
          </a:p>
        </p:txBody>
      </p:sp>
      <p:sp>
        <p:nvSpPr>
          <p:cNvPr id="3" name="Espace réservé du pied de page 4">
            <a:extLst>
              <a:ext uri="{FF2B5EF4-FFF2-40B4-BE49-F238E27FC236}">
                <a16:creationId xmlns:a16="http://schemas.microsoft.com/office/drawing/2014/main" id="{A693178E-6E00-FC00-936E-0F9454669300}"/>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5" name="Espace réservé du numéro de diapositive 5">
            <a:extLst>
              <a:ext uri="{FF2B5EF4-FFF2-40B4-BE49-F238E27FC236}">
                <a16:creationId xmlns:a16="http://schemas.microsoft.com/office/drawing/2014/main" id="{39A77258-A249-4DCE-85A5-EFD4EE8DCA47}"/>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6" name="Espace réservé de la date 3">
            <a:extLst>
              <a:ext uri="{FF2B5EF4-FFF2-40B4-BE49-F238E27FC236}">
                <a16:creationId xmlns:a16="http://schemas.microsoft.com/office/drawing/2014/main" id="{ABAD952A-4086-0892-01EB-2AD058446E74}"/>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6B96D467-C08E-4941-BA16-187F16F60585}" type="datetime3">
              <a:rPr lang="fr-CA" smtClean="0"/>
              <a:t>26/09/03</a:t>
            </a:fld>
            <a:endParaRPr lang="fr-FR" dirty="0"/>
          </a:p>
        </p:txBody>
      </p:sp>
    </p:spTree>
    <p:extLst>
      <p:ext uri="{BB962C8B-B14F-4D97-AF65-F5344CB8AC3E}">
        <p14:creationId xmlns:p14="http://schemas.microsoft.com/office/powerpoint/2010/main" val="30873799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Section orange">
    <p:bg>
      <p:bgPr>
        <a:solidFill>
          <a:srgbClr val="F1842D"/>
        </a:solidFill>
        <a:effectLst/>
      </p:bgPr>
    </p:bg>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950927BE-2223-35B2-5943-FB989F791FB6}"/>
              </a:ext>
            </a:extLst>
          </p:cNvPr>
          <p:cNvSpPr>
            <a:spLocks noGrp="1"/>
          </p:cNvSpPr>
          <p:nvPr>
            <p:ph type="ctrTitle" hasCustomPrompt="1"/>
          </p:nvPr>
        </p:nvSpPr>
        <p:spPr>
          <a:xfrm>
            <a:off x="654410" y="849403"/>
            <a:ext cx="6480000" cy="2400000"/>
          </a:xfrm>
        </p:spPr>
        <p:txBody>
          <a:bodyPr anchor="b">
            <a:normAutofit/>
          </a:bodyPr>
          <a:lstStyle>
            <a:lvl1pPr marL="0" marR="0" indent="0" algn="l" defTabSz="685800" rtl="0" eaLnBrk="1" fontAlgn="auto" latinLnBrk="0" hangingPunct="1">
              <a:lnSpc>
                <a:spcPct val="90000"/>
              </a:lnSpc>
              <a:spcBef>
                <a:spcPct val="0"/>
              </a:spcBef>
              <a:spcAft>
                <a:spcPts val="0"/>
              </a:spcAft>
              <a:buClrTx/>
              <a:buSzTx/>
              <a:buFontTx/>
              <a:buNone/>
              <a:tabLst/>
              <a:defRPr sz="3600">
                <a:solidFill>
                  <a:schemeClr val="bg1"/>
                </a:solidFill>
              </a:defRPr>
            </a:lvl1pPr>
          </a:lstStyle>
          <a:p>
            <a:r>
              <a:rPr lang="fr-CA" dirty="0"/>
              <a:t>Lorem ipsum </a:t>
            </a:r>
            <a:r>
              <a:rPr lang="fr-CA" dirty="0" err="1"/>
              <a:t>dolor</a:t>
            </a:r>
            <a:r>
              <a:rPr lang="fr-CA" dirty="0"/>
              <a:t> </a:t>
            </a:r>
            <a:br>
              <a:rPr lang="fr-CA" dirty="0"/>
            </a:br>
            <a:r>
              <a:rPr lang="fr-CA" dirty="0" err="1"/>
              <a:t>sit</a:t>
            </a:r>
            <a:r>
              <a:rPr lang="fr-CA" dirty="0"/>
              <a:t> </a:t>
            </a:r>
            <a:r>
              <a:rPr lang="fr-CA" dirty="0" err="1"/>
              <a:t>amet</a:t>
            </a:r>
            <a:r>
              <a:rPr lang="fr-CA" dirty="0"/>
              <a:t>, </a:t>
            </a:r>
            <a:r>
              <a:rPr lang="fr-CA" dirty="0" err="1"/>
              <a:t>consectetur</a:t>
            </a:r>
            <a:r>
              <a:rPr lang="fr-CA" dirty="0"/>
              <a:t> </a:t>
            </a:r>
            <a:r>
              <a:rPr lang="fr-CA" dirty="0" err="1"/>
              <a:t>adipiscing</a:t>
            </a:r>
            <a:r>
              <a:rPr lang="fr-CA" dirty="0"/>
              <a:t> </a:t>
            </a:r>
            <a:r>
              <a:rPr lang="fr-CA" dirty="0" err="1"/>
              <a:t>elit</a:t>
            </a:r>
            <a:r>
              <a:rPr lang="fr-CA" dirty="0"/>
              <a:t>.</a:t>
            </a:r>
            <a:endParaRPr lang="fr-FR" dirty="0"/>
          </a:p>
        </p:txBody>
      </p:sp>
      <p:sp>
        <p:nvSpPr>
          <p:cNvPr id="7" name="Sous-titre 2">
            <a:extLst>
              <a:ext uri="{FF2B5EF4-FFF2-40B4-BE49-F238E27FC236}">
                <a16:creationId xmlns:a16="http://schemas.microsoft.com/office/drawing/2014/main" id="{C6681AE7-3D42-53C5-7C59-80D198229B17}"/>
              </a:ext>
            </a:extLst>
          </p:cNvPr>
          <p:cNvSpPr>
            <a:spLocks noGrp="1"/>
          </p:cNvSpPr>
          <p:nvPr>
            <p:ph type="subTitle" idx="1" hasCustomPrompt="1"/>
          </p:nvPr>
        </p:nvSpPr>
        <p:spPr>
          <a:xfrm>
            <a:off x="654410" y="3341870"/>
            <a:ext cx="6480000" cy="1200000"/>
          </a:xfrm>
          <a:solidFill>
            <a:srgbClr val="F1842D"/>
          </a:solidFill>
        </p:spPr>
        <p:txBody>
          <a:bodyPr>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CA" dirty="0"/>
              <a:t>Ed </a:t>
            </a:r>
            <a:r>
              <a:rPr lang="fr-CA" dirty="0" err="1"/>
              <a:t>eleifend</a:t>
            </a:r>
            <a:r>
              <a:rPr lang="fr-CA" dirty="0"/>
              <a:t>, </a:t>
            </a:r>
            <a:r>
              <a:rPr lang="fr-CA" dirty="0" err="1"/>
              <a:t>justo</a:t>
            </a:r>
            <a:r>
              <a:rPr lang="fr-CA" dirty="0"/>
              <a:t> vitae </a:t>
            </a:r>
            <a:r>
              <a:rPr lang="fr-CA" dirty="0" err="1"/>
              <a:t>efficitur</a:t>
            </a:r>
            <a:r>
              <a:rPr lang="fr-CA" dirty="0"/>
              <a:t> </a:t>
            </a:r>
            <a:r>
              <a:rPr lang="fr-CA" dirty="0" err="1"/>
              <a:t>pellentesque</a:t>
            </a:r>
            <a:r>
              <a:rPr lang="fr-CA" dirty="0"/>
              <a:t>, magna </a:t>
            </a:r>
            <a:r>
              <a:rPr lang="fr-CA" dirty="0" err="1"/>
              <a:t>augue</a:t>
            </a:r>
            <a:r>
              <a:rPr lang="fr-CA" dirty="0"/>
              <a:t> cursus </a:t>
            </a:r>
            <a:r>
              <a:rPr lang="fr-CA" dirty="0" err="1"/>
              <a:t>ligula</a:t>
            </a:r>
            <a:r>
              <a:rPr lang="fr-CA" dirty="0"/>
              <a:t>, in </a:t>
            </a:r>
            <a:r>
              <a:rPr lang="fr-CA" dirty="0" err="1"/>
              <a:t>hendrerit</a:t>
            </a:r>
            <a:r>
              <a:rPr lang="fr-CA" dirty="0"/>
              <a:t> </a:t>
            </a:r>
            <a:r>
              <a:rPr lang="fr-CA" dirty="0" err="1"/>
              <a:t>nulla</a:t>
            </a:r>
            <a:r>
              <a:rPr lang="fr-CA" dirty="0"/>
              <a:t> </a:t>
            </a:r>
            <a:r>
              <a:rPr lang="fr-CA" dirty="0" err="1"/>
              <a:t>sem</a:t>
            </a:r>
            <a:r>
              <a:rPr lang="fr-CA" dirty="0"/>
              <a:t> </a:t>
            </a:r>
            <a:r>
              <a:rPr lang="fr-CA" dirty="0" err="1"/>
              <a:t>quis</a:t>
            </a:r>
            <a:r>
              <a:rPr lang="fr-CA" dirty="0"/>
              <a:t> </a:t>
            </a:r>
            <a:r>
              <a:rPr lang="fr-CA" dirty="0" err="1"/>
              <a:t>lacus</a:t>
            </a:r>
            <a:r>
              <a:rPr lang="fr-CA" dirty="0"/>
              <a:t>. </a:t>
            </a:r>
            <a:endParaRPr lang="fr-FR" dirty="0"/>
          </a:p>
        </p:txBody>
      </p:sp>
      <p:sp>
        <p:nvSpPr>
          <p:cNvPr id="3" name="Espace réservé du pied de page 4">
            <a:extLst>
              <a:ext uri="{FF2B5EF4-FFF2-40B4-BE49-F238E27FC236}">
                <a16:creationId xmlns:a16="http://schemas.microsoft.com/office/drawing/2014/main" id="{A693178E-6E00-FC00-936E-0F9454669300}"/>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5" name="Espace réservé du numéro de diapositive 5">
            <a:extLst>
              <a:ext uri="{FF2B5EF4-FFF2-40B4-BE49-F238E27FC236}">
                <a16:creationId xmlns:a16="http://schemas.microsoft.com/office/drawing/2014/main" id="{39A77258-A249-4DCE-85A5-EFD4EE8DCA47}"/>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6" name="Espace réservé de la date 3">
            <a:extLst>
              <a:ext uri="{FF2B5EF4-FFF2-40B4-BE49-F238E27FC236}">
                <a16:creationId xmlns:a16="http://schemas.microsoft.com/office/drawing/2014/main" id="{ABAD952A-4086-0892-01EB-2AD058446E74}"/>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175B4A60-63C9-4588-8BBC-FF46023F5A4F}" type="datetime3">
              <a:rPr lang="fr-CA" smtClean="0"/>
              <a:t>26/09/03</a:t>
            </a:fld>
            <a:endParaRPr lang="fr-FR" dirty="0"/>
          </a:p>
        </p:txBody>
      </p:sp>
    </p:spTree>
    <p:extLst>
      <p:ext uri="{BB962C8B-B14F-4D97-AF65-F5344CB8AC3E}">
        <p14:creationId xmlns:p14="http://schemas.microsoft.com/office/powerpoint/2010/main" val="420946709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Ruban orange gauche">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1B330D51-E8FF-FCD5-6E13-CD57FBED7B9A}"/>
              </a:ext>
            </a:extLst>
          </p:cNvPr>
          <p:cNvSpPr>
            <a:spLocks noGrp="1"/>
          </p:cNvSpPr>
          <p:nvPr>
            <p:ph type="title" hasCustomPrompt="1"/>
          </p:nvPr>
        </p:nvSpPr>
        <p:spPr>
          <a:xfrm>
            <a:off x="2415354" y="304270"/>
            <a:ext cx="6480000" cy="600000"/>
          </a:xfrm>
        </p:spPr>
        <p:txBody>
          <a:bodyPr>
            <a:normAutofit/>
          </a:bodyPr>
          <a:lstStyle>
            <a:lvl1pPr>
              <a:defRPr sz="2700"/>
            </a:lvl1pPr>
          </a:lstStyle>
          <a:p>
            <a:r>
              <a:rPr lang="fr-CA" dirty="0"/>
              <a:t>Modifier le titre</a:t>
            </a:r>
            <a:endParaRPr lang="fr-FR" dirty="0"/>
          </a:p>
        </p:txBody>
      </p:sp>
      <p:sp>
        <p:nvSpPr>
          <p:cNvPr id="10" name="Espace réservé du texte 14">
            <a:extLst>
              <a:ext uri="{FF2B5EF4-FFF2-40B4-BE49-F238E27FC236}">
                <a16:creationId xmlns:a16="http://schemas.microsoft.com/office/drawing/2014/main" id="{150D21ED-DD4C-C107-7549-72573B209FD3}"/>
              </a:ext>
            </a:extLst>
          </p:cNvPr>
          <p:cNvSpPr>
            <a:spLocks noGrp="1"/>
          </p:cNvSpPr>
          <p:nvPr>
            <p:ph type="body" sz="quarter" idx="15" hasCustomPrompt="1"/>
          </p:nvPr>
        </p:nvSpPr>
        <p:spPr>
          <a:xfrm>
            <a:off x="2415354" y="920672"/>
            <a:ext cx="6480000" cy="300000"/>
          </a:xfrm>
        </p:spPr>
        <p:txBody>
          <a:bodyPr anchor="ctr">
            <a:normAutofit/>
          </a:bodyPr>
          <a:lstStyle>
            <a:lvl1pPr marL="0" indent="0">
              <a:buNone/>
              <a:defRPr sz="1500"/>
            </a:lvl1pPr>
          </a:lstStyle>
          <a:p>
            <a:pPr lvl="0"/>
            <a:r>
              <a:rPr lang="fr-CA" dirty="0"/>
              <a:t>Cliquez pour modifier le texte</a:t>
            </a:r>
          </a:p>
        </p:txBody>
      </p:sp>
      <p:sp>
        <p:nvSpPr>
          <p:cNvPr id="5" name="Espace réservé du pied de page 4">
            <a:extLst>
              <a:ext uri="{FF2B5EF4-FFF2-40B4-BE49-F238E27FC236}">
                <a16:creationId xmlns:a16="http://schemas.microsoft.com/office/drawing/2014/main" id="{238047D2-AF16-46AA-F53C-254FDEE0908C}"/>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CB9F2FDC-D55D-0E11-7FA1-A51BBE46B2E4}"/>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11" name="Espace réservé du contenu 10">
            <a:extLst>
              <a:ext uri="{FF2B5EF4-FFF2-40B4-BE49-F238E27FC236}">
                <a16:creationId xmlns:a16="http://schemas.microsoft.com/office/drawing/2014/main" id="{48A9AA4C-9A19-8E2F-E574-8F460877C027}"/>
              </a:ext>
            </a:extLst>
          </p:cNvPr>
          <p:cNvSpPr>
            <a:spLocks noGrp="1"/>
          </p:cNvSpPr>
          <p:nvPr>
            <p:ph sz="quarter" idx="16"/>
          </p:nvPr>
        </p:nvSpPr>
        <p:spPr>
          <a:xfrm>
            <a:off x="2415779" y="1472172"/>
            <a:ext cx="6479381"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4" name="Espace réservé de la date 3">
            <a:extLst>
              <a:ext uri="{FF2B5EF4-FFF2-40B4-BE49-F238E27FC236}">
                <a16:creationId xmlns:a16="http://schemas.microsoft.com/office/drawing/2014/main" id="{47962227-48BF-0028-E391-AA0C48B787F5}"/>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29DD71F4-E623-4F62-BFE9-B7447B501135}" type="datetime3">
              <a:rPr lang="fr-CA" smtClean="0"/>
              <a:t>26/09/03</a:t>
            </a:fld>
            <a:endParaRPr lang="fr-FR" dirty="0"/>
          </a:p>
        </p:txBody>
      </p:sp>
      <p:sp>
        <p:nvSpPr>
          <p:cNvPr id="9" name="Rectangle 8">
            <a:extLst>
              <a:ext uri="{FF2B5EF4-FFF2-40B4-BE49-F238E27FC236}">
                <a16:creationId xmlns:a16="http://schemas.microsoft.com/office/drawing/2014/main" id="{646353B9-6548-819A-1870-1C691DBDD933}"/>
              </a:ext>
            </a:extLst>
          </p:cNvPr>
          <p:cNvSpPr/>
          <p:nvPr userDrawn="1"/>
        </p:nvSpPr>
        <p:spPr>
          <a:xfrm>
            <a:off x="5402" y="0"/>
            <a:ext cx="2052002" cy="5715000"/>
          </a:xfrm>
          <a:prstGeom prst="rect">
            <a:avLst/>
          </a:prstGeom>
          <a:solidFill>
            <a:srgbClr val="F184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pic>
        <p:nvPicPr>
          <p:cNvPr id="14" name="Image 13">
            <a:extLst>
              <a:ext uri="{FF2B5EF4-FFF2-40B4-BE49-F238E27FC236}">
                <a16:creationId xmlns:a16="http://schemas.microsoft.com/office/drawing/2014/main" id="{8C043EE4-5945-A731-ED0D-20F17E3665A4}"/>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16927553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Ruban orange à gauche bi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56DE1D4-8847-103A-5CEE-74B72EAE4491}"/>
              </a:ext>
            </a:extLst>
          </p:cNvPr>
          <p:cNvSpPr/>
          <p:nvPr userDrawn="1"/>
        </p:nvSpPr>
        <p:spPr>
          <a:xfrm>
            <a:off x="6721" y="0"/>
            <a:ext cx="2052002" cy="5715000"/>
          </a:xfrm>
          <a:prstGeom prst="rect">
            <a:avLst/>
          </a:prstGeom>
          <a:solidFill>
            <a:srgbClr val="F184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 name="Espace réservé du contenu 4">
            <a:extLst>
              <a:ext uri="{FF2B5EF4-FFF2-40B4-BE49-F238E27FC236}">
                <a16:creationId xmlns:a16="http://schemas.microsoft.com/office/drawing/2014/main" id="{434B7241-2F14-2631-5923-8FBBBBD6659C}"/>
              </a:ext>
            </a:extLst>
          </p:cNvPr>
          <p:cNvSpPr>
            <a:spLocks noGrp="1"/>
          </p:cNvSpPr>
          <p:nvPr>
            <p:ph sz="quarter" idx="17"/>
          </p:nvPr>
        </p:nvSpPr>
        <p:spPr>
          <a:xfrm>
            <a:off x="2415779" y="1382448"/>
            <a:ext cx="6480000"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13" name="Titre 12">
            <a:extLst>
              <a:ext uri="{FF2B5EF4-FFF2-40B4-BE49-F238E27FC236}">
                <a16:creationId xmlns:a16="http://schemas.microsoft.com/office/drawing/2014/main" id="{56FCA759-2ED9-576B-33FB-8DCA62E4B2C6}"/>
              </a:ext>
            </a:extLst>
          </p:cNvPr>
          <p:cNvSpPr>
            <a:spLocks noGrp="1"/>
          </p:cNvSpPr>
          <p:nvPr>
            <p:ph type="title"/>
          </p:nvPr>
        </p:nvSpPr>
        <p:spPr>
          <a:xfrm>
            <a:off x="2415779" y="304271"/>
            <a:ext cx="6480000" cy="900000"/>
          </a:xfrm>
        </p:spPr>
        <p:txBody>
          <a:bodyPr/>
          <a:lstStyle/>
          <a:p>
            <a:r>
              <a:rPr lang="fr-FR"/>
              <a:t>Modifiez le style du titre</a:t>
            </a:r>
            <a:endParaRPr lang="en-CA"/>
          </a:p>
        </p:txBody>
      </p:sp>
      <p:sp>
        <p:nvSpPr>
          <p:cNvPr id="6" name="Espace réservé du pied de page 4">
            <a:extLst>
              <a:ext uri="{FF2B5EF4-FFF2-40B4-BE49-F238E27FC236}">
                <a16:creationId xmlns:a16="http://schemas.microsoft.com/office/drawing/2014/main" id="{04A89103-8B47-14EF-8873-7FEF7B905D12}"/>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8" name="Espace réservé du numéro de diapositive 5">
            <a:extLst>
              <a:ext uri="{FF2B5EF4-FFF2-40B4-BE49-F238E27FC236}">
                <a16:creationId xmlns:a16="http://schemas.microsoft.com/office/drawing/2014/main" id="{3DB91DA9-D8E8-31C6-A417-7980C3010C50}"/>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4" name="Espace réservé de la date 3">
            <a:extLst>
              <a:ext uri="{FF2B5EF4-FFF2-40B4-BE49-F238E27FC236}">
                <a16:creationId xmlns:a16="http://schemas.microsoft.com/office/drawing/2014/main" id="{85DB7EE1-DDFE-6889-2550-D1D4640F6030}"/>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D560AD55-9B80-4770-B0EC-1A5D97D2E5F1}" type="datetime3">
              <a:rPr lang="fr-CA" smtClean="0"/>
              <a:t>26/09/03</a:t>
            </a:fld>
            <a:endParaRPr lang="fr-FR" dirty="0"/>
          </a:p>
        </p:txBody>
      </p:sp>
      <p:pic>
        <p:nvPicPr>
          <p:cNvPr id="9" name="Image 8">
            <a:extLst>
              <a:ext uri="{FF2B5EF4-FFF2-40B4-BE49-F238E27FC236}">
                <a16:creationId xmlns:a16="http://schemas.microsoft.com/office/drawing/2014/main" id="{A7F4CE62-012D-F181-A0A6-654E69AE4082}"/>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354559465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Ruban orange haut dro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rot="16200000">
            <a:off x="3784950" y="-3784948"/>
            <a:ext cx="1574103" cy="9144000"/>
          </a:xfrm>
          <a:prstGeom prst="rect">
            <a:avLst/>
          </a:prstGeom>
          <a:solidFill>
            <a:srgbClr val="F184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1">
            <a:extLst>
              <a:ext uri="{FF2B5EF4-FFF2-40B4-BE49-F238E27FC236}">
                <a16:creationId xmlns:a16="http://schemas.microsoft.com/office/drawing/2014/main" id="{A1106F36-D662-FC8A-8AD2-2100FA3436D4}"/>
              </a:ext>
            </a:extLst>
          </p:cNvPr>
          <p:cNvSpPr>
            <a:spLocks noGrp="1"/>
          </p:cNvSpPr>
          <p:nvPr>
            <p:ph type="title" hasCustomPrompt="1"/>
          </p:nvPr>
        </p:nvSpPr>
        <p:spPr>
          <a:xfrm>
            <a:off x="2361565" y="330590"/>
            <a:ext cx="6480000" cy="600000"/>
          </a:xfrm>
        </p:spPr>
        <p:txBody>
          <a:bodyPr>
            <a:normAutofit/>
          </a:bodyPr>
          <a:lstStyle>
            <a:lvl1pPr>
              <a:defRPr sz="2700">
                <a:solidFill>
                  <a:schemeClr val="bg1"/>
                </a:solidFill>
              </a:defRPr>
            </a:lvl1pPr>
          </a:lstStyle>
          <a:p>
            <a:r>
              <a:rPr lang="fr-CA" dirty="0"/>
              <a:t>Modifier le titre</a:t>
            </a:r>
            <a:endParaRPr lang="fr-FR" dirty="0"/>
          </a:p>
        </p:txBody>
      </p:sp>
      <p:sp>
        <p:nvSpPr>
          <p:cNvPr id="11" name="Espace réservé du texte 14">
            <a:extLst>
              <a:ext uri="{FF2B5EF4-FFF2-40B4-BE49-F238E27FC236}">
                <a16:creationId xmlns:a16="http://schemas.microsoft.com/office/drawing/2014/main" id="{F7DD285F-857B-1CC6-B701-3E7FFE0CC7CA}"/>
              </a:ext>
            </a:extLst>
          </p:cNvPr>
          <p:cNvSpPr>
            <a:spLocks noGrp="1"/>
          </p:cNvSpPr>
          <p:nvPr>
            <p:ph type="body" sz="quarter" idx="15" hasCustomPrompt="1"/>
          </p:nvPr>
        </p:nvSpPr>
        <p:spPr>
          <a:xfrm>
            <a:off x="2361565" y="939521"/>
            <a:ext cx="6480000" cy="300000"/>
          </a:xfrm>
        </p:spPr>
        <p:txBody>
          <a:bodyPr anchor="ctr">
            <a:normAutofit/>
          </a:bodyPr>
          <a:lstStyle>
            <a:lvl1pPr marL="0" indent="0">
              <a:buNone/>
              <a:defRPr sz="1500">
                <a:solidFill>
                  <a:schemeClr val="bg1"/>
                </a:solidFill>
              </a:defRPr>
            </a:lvl1pPr>
          </a:lstStyle>
          <a:p>
            <a:pPr lvl="0"/>
            <a:r>
              <a:rPr lang="fr-CA" dirty="0"/>
              <a:t>Cliquez pour modifier le texte</a:t>
            </a:r>
          </a:p>
        </p:txBody>
      </p:sp>
      <p:sp>
        <p:nvSpPr>
          <p:cNvPr id="5" name="Espace réservé du contenu 4">
            <a:extLst>
              <a:ext uri="{FF2B5EF4-FFF2-40B4-BE49-F238E27FC236}">
                <a16:creationId xmlns:a16="http://schemas.microsoft.com/office/drawing/2014/main" id="{F15ADDAB-2B98-32BA-6322-6EAC09DFA5B8}"/>
              </a:ext>
            </a:extLst>
          </p:cNvPr>
          <p:cNvSpPr>
            <a:spLocks noGrp="1"/>
          </p:cNvSpPr>
          <p:nvPr>
            <p:ph sz="quarter" idx="16"/>
          </p:nvPr>
        </p:nvSpPr>
        <p:spPr>
          <a:xfrm>
            <a:off x="3202080" y="1814883"/>
            <a:ext cx="567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pied de page 4">
            <a:extLst>
              <a:ext uri="{FF2B5EF4-FFF2-40B4-BE49-F238E27FC236}">
                <a16:creationId xmlns:a16="http://schemas.microsoft.com/office/drawing/2014/main" id="{D2E2BE15-4D83-8F88-B1E9-77D18F1BE336}"/>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91A94F7E-C17C-2CBB-F6DB-1A24D2CCF650}"/>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8" name="Espace réservé du contenu 7">
            <a:extLst>
              <a:ext uri="{FF2B5EF4-FFF2-40B4-BE49-F238E27FC236}">
                <a16:creationId xmlns:a16="http://schemas.microsoft.com/office/drawing/2014/main" id="{D215B9B2-E9D4-7A1F-4C94-A8D06D9B7951}"/>
              </a:ext>
            </a:extLst>
          </p:cNvPr>
          <p:cNvSpPr>
            <a:spLocks noGrp="1"/>
          </p:cNvSpPr>
          <p:nvPr>
            <p:ph sz="quarter" idx="17"/>
          </p:nvPr>
        </p:nvSpPr>
        <p:spPr>
          <a:xfrm>
            <a:off x="254930" y="1800803"/>
            <a:ext cx="270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7" name="Espace réservé de la date 3">
            <a:extLst>
              <a:ext uri="{FF2B5EF4-FFF2-40B4-BE49-F238E27FC236}">
                <a16:creationId xmlns:a16="http://schemas.microsoft.com/office/drawing/2014/main" id="{7E2B2B52-618E-FDB8-AED4-122581A8210E}"/>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624E182A-0535-4352-B9B7-EE2EE3E5B02D}" type="datetime3">
              <a:rPr lang="fr-CA" smtClean="0"/>
              <a:t>26/09/03</a:t>
            </a:fld>
            <a:endParaRPr lang="fr-FR" dirty="0"/>
          </a:p>
        </p:txBody>
      </p:sp>
    </p:spTree>
    <p:extLst>
      <p:ext uri="{BB962C8B-B14F-4D97-AF65-F5344CB8AC3E}">
        <p14:creationId xmlns:p14="http://schemas.microsoft.com/office/powerpoint/2010/main" val="367615720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Ruban orange haut gauch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rot="16200000">
            <a:off x="3784950" y="-3784948"/>
            <a:ext cx="1574103" cy="9144000"/>
          </a:xfrm>
          <a:prstGeom prst="rect">
            <a:avLst/>
          </a:prstGeom>
          <a:solidFill>
            <a:srgbClr val="F184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1">
            <a:extLst>
              <a:ext uri="{FF2B5EF4-FFF2-40B4-BE49-F238E27FC236}">
                <a16:creationId xmlns:a16="http://schemas.microsoft.com/office/drawing/2014/main" id="{A1106F36-D662-FC8A-8AD2-2100FA3436D4}"/>
              </a:ext>
            </a:extLst>
          </p:cNvPr>
          <p:cNvSpPr>
            <a:spLocks noGrp="1"/>
          </p:cNvSpPr>
          <p:nvPr>
            <p:ph type="title" hasCustomPrompt="1"/>
          </p:nvPr>
        </p:nvSpPr>
        <p:spPr>
          <a:xfrm>
            <a:off x="2361565" y="330590"/>
            <a:ext cx="6480000" cy="600000"/>
          </a:xfrm>
        </p:spPr>
        <p:txBody>
          <a:bodyPr>
            <a:normAutofit/>
          </a:bodyPr>
          <a:lstStyle>
            <a:lvl1pPr>
              <a:defRPr sz="2700">
                <a:solidFill>
                  <a:schemeClr val="bg1"/>
                </a:solidFill>
              </a:defRPr>
            </a:lvl1pPr>
          </a:lstStyle>
          <a:p>
            <a:r>
              <a:rPr lang="fr-CA" dirty="0"/>
              <a:t>Modifier le titre</a:t>
            </a:r>
            <a:endParaRPr lang="fr-FR" dirty="0"/>
          </a:p>
        </p:txBody>
      </p:sp>
      <p:sp>
        <p:nvSpPr>
          <p:cNvPr id="11" name="Espace réservé du texte 14">
            <a:extLst>
              <a:ext uri="{FF2B5EF4-FFF2-40B4-BE49-F238E27FC236}">
                <a16:creationId xmlns:a16="http://schemas.microsoft.com/office/drawing/2014/main" id="{F7DD285F-857B-1CC6-B701-3E7FFE0CC7CA}"/>
              </a:ext>
            </a:extLst>
          </p:cNvPr>
          <p:cNvSpPr>
            <a:spLocks noGrp="1"/>
          </p:cNvSpPr>
          <p:nvPr>
            <p:ph type="body" sz="quarter" idx="15" hasCustomPrompt="1"/>
          </p:nvPr>
        </p:nvSpPr>
        <p:spPr>
          <a:xfrm>
            <a:off x="2361565" y="939521"/>
            <a:ext cx="6480000" cy="300000"/>
          </a:xfrm>
        </p:spPr>
        <p:txBody>
          <a:bodyPr anchor="ctr">
            <a:normAutofit/>
          </a:bodyPr>
          <a:lstStyle>
            <a:lvl1pPr marL="0" indent="0">
              <a:buNone/>
              <a:defRPr sz="1500">
                <a:solidFill>
                  <a:schemeClr val="bg1"/>
                </a:solidFill>
              </a:defRPr>
            </a:lvl1pPr>
          </a:lstStyle>
          <a:p>
            <a:pPr lvl="0"/>
            <a:r>
              <a:rPr lang="fr-CA" dirty="0"/>
              <a:t>Cliquez pour modifier le texte</a:t>
            </a:r>
          </a:p>
        </p:txBody>
      </p:sp>
      <p:sp>
        <p:nvSpPr>
          <p:cNvPr id="5" name="Espace réservé du contenu 4">
            <a:extLst>
              <a:ext uri="{FF2B5EF4-FFF2-40B4-BE49-F238E27FC236}">
                <a16:creationId xmlns:a16="http://schemas.microsoft.com/office/drawing/2014/main" id="{F15ADDAB-2B98-32BA-6322-6EAC09DFA5B8}"/>
              </a:ext>
            </a:extLst>
          </p:cNvPr>
          <p:cNvSpPr>
            <a:spLocks noGrp="1"/>
          </p:cNvSpPr>
          <p:nvPr>
            <p:ph sz="quarter" idx="16"/>
          </p:nvPr>
        </p:nvSpPr>
        <p:spPr>
          <a:xfrm>
            <a:off x="257174" y="1799942"/>
            <a:ext cx="567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pied de page 4">
            <a:extLst>
              <a:ext uri="{FF2B5EF4-FFF2-40B4-BE49-F238E27FC236}">
                <a16:creationId xmlns:a16="http://schemas.microsoft.com/office/drawing/2014/main" id="{C93B150B-6AA9-F1E1-7C20-5AACC72EEB49}"/>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10632764-AF87-C774-A5A2-31E6495D9C1C}"/>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7" name="Espace réservé du contenu 7">
            <a:extLst>
              <a:ext uri="{FF2B5EF4-FFF2-40B4-BE49-F238E27FC236}">
                <a16:creationId xmlns:a16="http://schemas.microsoft.com/office/drawing/2014/main" id="{9FF4C9F4-3D36-2E3A-2521-487420C13426}"/>
              </a:ext>
            </a:extLst>
          </p:cNvPr>
          <p:cNvSpPr>
            <a:spLocks noGrp="1"/>
          </p:cNvSpPr>
          <p:nvPr>
            <p:ph sz="quarter" idx="17"/>
          </p:nvPr>
        </p:nvSpPr>
        <p:spPr>
          <a:xfrm>
            <a:off x="6198528" y="1793332"/>
            <a:ext cx="270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8" name="Espace réservé de la date 3">
            <a:extLst>
              <a:ext uri="{FF2B5EF4-FFF2-40B4-BE49-F238E27FC236}">
                <a16:creationId xmlns:a16="http://schemas.microsoft.com/office/drawing/2014/main" id="{74240456-0B18-EAF8-C4DB-E2E55FD039BE}"/>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FD7BFDAE-63D8-4550-9058-4F375D0F6E9D}" type="datetime3">
              <a:rPr lang="fr-CA" smtClean="0"/>
              <a:t>26/09/03</a:t>
            </a:fld>
            <a:endParaRPr lang="fr-FR" dirty="0"/>
          </a:p>
        </p:txBody>
      </p:sp>
    </p:spTree>
    <p:extLst>
      <p:ext uri="{BB962C8B-B14F-4D97-AF65-F5344CB8AC3E}">
        <p14:creationId xmlns:p14="http://schemas.microsoft.com/office/powerpoint/2010/main" val="120014424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Ruban orange haut conten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rot="16200000">
            <a:off x="3784949" y="-3784948"/>
            <a:ext cx="1574103" cy="9144000"/>
          </a:xfrm>
          <a:prstGeom prst="rect">
            <a:avLst/>
          </a:prstGeom>
          <a:solidFill>
            <a:srgbClr val="F184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1">
            <a:extLst>
              <a:ext uri="{FF2B5EF4-FFF2-40B4-BE49-F238E27FC236}">
                <a16:creationId xmlns:a16="http://schemas.microsoft.com/office/drawing/2014/main" id="{A1106F36-D662-FC8A-8AD2-2100FA3436D4}"/>
              </a:ext>
            </a:extLst>
          </p:cNvPr>
          <p:cNvSpPr>
            <a:spLocks noGrp="1"/>
          </p:cNvSpPr>
          <p:nvPr>
            <p:ph type="title" hasCustomPrompt="1"/>
          </p:nvPr>
        </p:nvSpPr>
        <p:spPr>
          <a:xfrm>
            <a:off x="2415354" y="330590"/>
            <a:ext cx="64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5" name="Espace réservé du contenu 4">
            <a:extLst>
              <a:ext uri="{FF2B5EF4-FFF2-40B4-BE49-F238E27FC236}">
                <a16:creationId xmlns:a16="http://schemas.microsoft.com/office/drawing/2014/main" id="{F15ADDAB-2B98-32BA-6322-6EAC09DFA5B8}"/>
              </a:ext>
            </a:extLst>
          </p:cNvPr>
          <p:cNvSpPr>
            <a:spLocks noGrp="1"/>
          </p:cNvSpPr>
          <p:nvPr>
            <p:ph sz="quarter" idx="16"/>
          </p:nvPr>
        </p:nvSpPr>
        <p:spPr>
          <a:xfrm>
            <a:off x="255492" y="1792474"/>
            <a:ext cx="864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pied de page 4">
            <a:extLst>
              <a:ext uri="{FF2B5EF4-FFF2-40B4-BE49-F238E27FC236}">
                <a16:creationId xmlns:a16="http://schemas.microsoft.com/office/drawing/2014/main" id="{6601AABE-8CD3-4100-A0DE-A499D1E12FD7}"/>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e la date 3">
            <a:extLst>
              <a:ext uri="{FF2B5EF4-FFF2-40B4-BE49-F238E27FC236}">
                <a16:creationId xmlns:a16="http://schemas.microsoft.com/office/drawing/2014/main" id="{1913E310-6F46-93DE-4809-E8C37353773D}"/>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278B30AB-E7CA-4C42-81E9-C9061D898241}" type="datetime3">
              <a:rPr lang="fr-CA" smtClean="0"/>
              <a:t>26/09/03</a:t>
            </a:fld>
            <a:endParaRPr lang="fr-FR" dirty="0"/>
          </a:p>
        </p:txBody>
      </p:sp>
      <p:sp>
        <p:nvSpPr>
          <p:cNvPr id="7" name="Espace réservé du numéro de diapositive 5">
            <a:extLst>
              <a:ext uri="{FF2B5EF4-FFF2-40B4-BE49-F238E27FC236}">
                <a16:creationId xmlns:a16="http://schemas.microsoft.com/office/drawing/2014/main" id="{2CED86F3-2321-46C8-A891-8B7C436AB711}"/>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Tree>
    <p:extLst>
      <p:ext uri="{BB962C8B-B14F-4D97-AF65-F5344CB8AC3E}">
        <p14:creationId xmlns:p14="http://schemas.microsoft.com/office/powerpoint/2010/main" val="190378767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Ruban orange haut milie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rot="16200000">
            <a:off x="3784949" y="-3784948"/>
            <a:ext cx="1574103" cy="9144000"/>
          </a:xfrm>
          <a:prstGeom prst="rect">
            <a:avLst/>
          </a:prstGeom>
          <a:solidFill>
            <a:srgbClr val="F184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 name="Espace réservé du contenu 4">
            <a:extLst>
              <a:ext uri="{FF2B5EF4-FFF2-40B4-BE49-F238E27FC236}">
                <a16:creationId xmlns:a16="http://schemas.microsoft.com/office/drawing/2014/main" id="{F15ADDAB-2B98-32BA-6322-6EAC09DFA5B8}"/>
              </a:ext>
            </a:extLst>
          </p:cNvPr>
          <p:cNvSpPr>
            <a:spLocks noGrp="1"/>
          </p:cNvSpPr>
          <p:nvPr>
            <p:ph sz="quarter" idx="16"/>
          </p:nvPr>
        </p:nvSpPr>
        <p:spPr>
          <a:xfrm>
            <a:off x="255492" y="1792474"/>
            <a:ext cx="8640000" cy="330000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pied de page 4">
            <a:extLst>
              <a:ext uri="{FF2B5EF4-FFF2-40B4-BE49-F238E27FC236}">
                <a16:creationId xmlns:a16="http://schemas.microsoft.com/office/drawing/2014/main" id="{6601AABE-8CD3-4100-A0DE-A499D1E12FD7}"/>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e la date 3">
            <a:extLst>
              <a:ext uri="{FF2B5EF4-FFF2-40B4-BE49-F238E27FC236}">
                <a16:creationId xmlns:a16="http://schemas.microsoft.com/office/drawing/2014/main" id="{1913E310-6F46-93DE-4809-E8C37353773D}"/>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135132E1-3705-49C1-B885-99547BE070FC}" type="datetime3">
              <a:rPr lang="fr-CA" smtClean="0"/>
              <a:t>26/09/03</a:t>
            </a:fld>
            <a:endParaRPr lang="fr-FR" dirty="0"/>
          </a:p>
        </p:txBody>
      </p:sp>
      <p:sp>
        <p:nvSpPr>
          <p:cNvPr id="7" name="Espace réservé du numéro de diapositive 5">
            <a:extLst>
              <a:ext uri="{FF2B5EF4-FFF2-40B4-BE49-F238E27FC236}">
                <a16:creationId xmlns:a16="http://schemas.microsoft.com/office/drawing/2014/main" id="{2CED86F3-2321-46C8-A891-8B7C436AB711}"/>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2" name="Titre 1">
            <a:extLst>
              <a:ext uri="{FF2B5EF4-FFF2-40B4-BE49-F238E27FC236}">
                <a16:creationId xmlns:a16="http://schemas.microsoft.com/office/drawing/2014/main" id="{BA844D95-1FA8-DB80-D356-FCA86E0F08ED}"/>
              </a:ext>
            </a:extLst>
          </p:cNvPr>
          <p:cNvSpPr>
            <a:spLocks noGrp="1"/>
          </p:cNvSpPr>
          <p:nvPr>
            <p:ph type="title"/>
          </p:nvPr>
        </p:nvSpPr>
        <p:spPr/>
        <p:txBody>
          <a:bodyPr/>
          <a:lstStyle>
            <a:lvl1pPr algn="ctr">
              <a:defRPr>
                <a:solidFill>
                  <a:schemeClr val="bg1"/>
                </a:solidFill>
              </a:defRPr>
            </a:lvl1pPr>
          </a:lstStyle>
          <a:p>
            <a:r>
              <a:rPr lang="fr-FR"/>
              <a:t>Modifiez le style du titre</a:t>
            </a:r>
            <a:endParaRPr lang="en-CA"/>
          </a:p>
        </p:txBody>
      </p:sp>
    </p:spTree>
    <p:extLst>
      <p:ext uri="{BB962C8B-B14F-4D97-AF65-F5344CB8AC3E}">
        <p14:creationId xmlns:p14="http://schemas.microsoft.com/office/powerpoint/2010/main" val="229257300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Ruban orange deux contenu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rot="16200000">
            <a:off x="3784949" y="-3784948"/>
            <a:ext cx="1574103" cy="9144000"/>
          </a:xfrm>
          <a:prstGeom prst="rect">
            <a:avLst/>
          </a:prstGeom>
          <a:solidFill>
            <a:srgbClr val="F184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 name="Espace réservé du contenu 4">
            <a:extLst>
              <a:ext uri="{FF2B5EF4-FFF2-40B4-BE49-F238E27FC236}">
                <a16:creationId xmlns:a16="http://schemas.microsoft.com/office/drawing/2014/main" id="{F15ADDAB-2B98-32BA-6322-6EAC09DFA5B8}"/>
              </a:ext>
            </a:extLst>
          </p:cNvPr>
          <p:cNvSpPr>
            <a:spLocks noGrp="1"/>
          </p:cNvSpPr>
          <p:nvPr>
            <p:ph sz="quarter" idx="16"/>
          </p:nvPr>
        </p:nvSpPr>
        <p:spPr>
          <a:xfrm>
            <a:off x="255492" y="1792474"/>
            <a:ext cx="4320000" cy="330000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pied de page 4">
            <a:extLst>
              <a:ext uri="{FF2B5EF4-FFF2-40B4-BE49-F238E27FC236}">
                <a16:creationId xmlns:a16="http://schemas.microsoft.com/office/drawing/2014/main" id="{6601AABE-8CD3-4100-A0DE-A499D1E12FD7}"/>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e la date 3">
            <a:extLst>
              <a:ext uri="{FF2B5EF4-FFF2-40B4-BE49-F238E27FC236}">
                <a16:creationId xmlns:a16="http://schemas.microsoft.com/office/drawing/2014/main" id="{1913E310-6F46-93DE-4809-E8C37353773D}"/>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5C47DC95-1841-4270-BEA4-E3E1EA66C7EB}" type="datetime3">
              <a:rPr lang="fr-CA" smtClean="0"/>
              <a:t>26/09/03</a:t>
            </a:fld>
            <a:endParaRPr lang="fr-FR" dirty="0"/>
          </a:p>
        </p:txBody>
      </p:sp>
      <p:sp>
        <p:nvSpPr>
          <p:cNvPr id="7" name="Espace réservé du numéro de diapositive 5">
            <a:extLst>
              <a:ext uri="{FF2B5EF4-FFF2-40B4-BE49-F238E27FC236}">
                <a16:creationId xmlns:a16="http://schemas.microsoft.com/office/drawing/2014/main" id="{2CED86F3-2321-46C8-A891-8B7C436AB711}"/>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2" name="Titre 1">
            <a:extLst>
              <a:ext uri="{FF2B5EF4-FFF2-40B4-BE49-F238E27FC236}">
                <a16:creationId xmlns:a16="http://schemas.microsoft.com/office/drawing/2014/main" id="{BA844D95-1FA8-DB80-D356-FCA86E0F08ED}"/>
              </a:ext>
            </a:extLst>
          </p:cNvPr>
          <p:cNvSpPr>
            <a:spLocks noGrp="1"/>
          </p:cNvSpPr>
          <p:nvPr>
            <p:ph type="title"/>
          </p:nvPr>
        </p:nvSpPr>
        <p:spPr/>
        <p:txBody>
          <a:bodyPr/>
          <a:lstStyle>
            <a:lvl1pPr algn="ctr">
              <a:defRPr>
                <a:solidFill>
                  <a:schemeClr val="bg1"/>
                </a:solidFill>
              </a:defRPr>
            </a:lvl1pPr>
          </a:lstStyle>
          <a:p>
            <a:r>
              <a:rPr lang="fr-FR"/>
              <a:t>Modifiez le style du titre</a:t>
            </a:r>
            <a:endParaRPr lang="en-CA"/>
          </a:p>
        </p:txBody>
      </p:sp>
      <p:sp>
        <p:nvSpPr>
          <p:cNvPr id="8" name="Espace réservé du contenu 4">
            <a:extLst>
              <a:ext uri="{FF2B5EF4-FFF2-40B4-BE49-F238E27FC236}">
                <a16:creationId xmlns:a16="http://schemas.microsoft.com/office/drawing/2014/main" id="{0952F094-252C-674E-7F52-638503F04906}"/>
              </a:ext>
            </a:extLst>
          </p:cNvPr>
          <p:cNvSpPr>
            <a:spLocks noGrp="1"/>
          </p:cNvSpPr>
          <p:nvPr>
            <p:ph sz="quarter" idx="17"/>
          </p:nvPr>
        </p:nvSpPr>
        <p:spPr>
          <a:xfrm>
            <a:off x="4592168" y="1792477"/>
            <a:ext cx="4320000" cy="330000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70736155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Ruban orange trois contenu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rot="16200000">
            <a:off x="3784949" y="-3784948"/>
            <a:ext cx="1574103" cy="9144000"/>
          </a:xfrm>
          <a:prstGeom prst="rect">
            <a:avLst/>
          </a:prstGeom>
          <a:solidFill>
            <a:srgbClr val="F184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 name="Espace réservé du contenu 4">
            <a:extLst>
              <a:ext uri="{FF2B5EF4-FFF2-40B4-BE49-F238E27FC236}">
                <a16:creationId xmlns:a16="http://schemas.microsoft.com/office/drawing/2014/main" id="{F15ADDAB-2B98-32BA-6322-6EAC09DFA5B8}"/>
              </a:ext>
            </a:extLst>
          </p:cNvPr>
          <p:cNvSpPr>
            <a:spLocks noGrp="1"/>
          </p:cNvSpPr>
          <p:nvPr>
            <p:ph sz="quarter" idx="16"/>
          </p:nvPr>
        </p:nvSpPr>
        <p:spPr>
          <a:xfrm>
            <a:off x="242045" y="1672944"/>
            <a:ext cx="4320000" cy="180000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pied de page 4">
            <a:extLst>
              <a:ext uri="{FF2B5EF4-FFF2-40B4-BE49-F238E27FC236}">
                <a16:creationId xmlns:a16="http://schemas.microsoft.com/office/drawing/2014/main" id="{6601AABE-8CD3-4100-A0DE-A499D1E12FD7}"/>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e la date 3">
            <a:extLst>
              <a:ext uri="{FF2B5EF4-FFF2-40B4-BE49-F238E27FC236}">
                <a16:creationId xmlns:a16="http://schemas.microsoft.com/office/drawing/2014/main" id="{1913E310-6F46-93DE-4809-E8C37353773D}"/>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97B06795-50E3-4A62-8D9B-789697EEE89E}" type="datetime3">
              <a:rPr lang="fr-CA" smtClean="0"/>
              <a:t>26/09/03</a:t>
            </a:fld>
            <a:endParaRPr lang="fr-FR" dirty="0"/>
          </a:p>
        </p:txBody>
      </p:sp>
      <p:sp>
        <p:nvSpPr>
          <p:cNvPr id="7" name="Espace réservé du numéro de diapositive 5">
            <a:extLst>
              <a:ext uri="{FF2B5EF4-FFF2-40B4-BE49-F238E27FC236}">
                <a16:creationId xmlns:a16="http://schemas.microsoft.com/office/drawing/2014/main" id="{2CED86F3-2321-46C8-A891-8B7C436AB711}"/>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2" name="Titre 1">
            <a:extLst>
              <a:ext uri="{FF2B5EF4-FFF2-40B4-BE49-F238E27FC236}">
                <a16:creationId xmlns:a16="http://schemas.microsoft.com/office/drawing/2014/main" id="{BA844D95-1FA8-DB80-D356-FCA86E0F08ED}"/>
              </a:ext>
            </a:extLst>
          </p:cNvPr>
          <p:cNvSpPr>
            <a:spLocks noGrp="1"/>
          </p:cNvSpPr>
          <p:nvPr>
            <p:ph type="title"/>
          </p:nvPr>
        </p:nvSpPr>
        <p:spPr/>
        <p:txBody>
          <a:bodyPr/>
          <a:lstStyle>
            <a:lvl1pPr algn="ctr">
              <a:defRPr>
                <a:solidFill>
                  <a:schemeClr val="bg1"/>
                </a:solidFill>
              </a:defRPr>
            </a:lvl1pPr>
          </a:lstStyle>
          <a:p>
            <a:r>
              <a:rPr lang="fr-FR"/>
              <a:t>Modifiez le style du titre</a:t>
            </a:r>
            <a:endParaRPr lang="en-CA"/>
          </a:p>
        </p:txBody>
      </p:sp>
      <p:sp>
        <p:nvSpPr>
          <p:cNvPr id="8" name="Espace réservé du contenu 4">
            <a:extLst>
              <a:ext uri="{FF2B5EF4-FFF2-40B4-BE49-F238E27FC236}">
                <a16:creationId xmlns:a16="http://schemas.microsoft.com/office/drawing/2014/main" id="{0952F094-252C-674E-7F52-638503F04906}"/>
              </a:ext>
            </a:extLst>
          </p:cNvPr>
          <p:cNvSpPr>
            <a:spLocks noGrp="1"/>
          </p:cNvSpPr>
          <p:nvPr>
            <p:ph sz="quarter" idx="17"/>
          </p:nvPr>
        </p:nvSpPr>
        <p:spPr>
          <a:xfrm>
            <a:off x="4578722" y="1672947"/>
            <a:ext cx="4320000" cy="180000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9" name="Espace réservé du contenu 4">
            <a:extLst>
              <a:ext uri="{FF2B5EF4-FFF2-40B4-BE49-F238E27FC236}">
                <a16:creationId xmlns:a16="http://schemas.microsoft.com/office/drawing/2014/main" id="{CFE16BE0-5572-2FA4-0667-1ABC57EA5825}"/>
              </a:ext>
            </a:extLst>
          </p:cNvPr>
          <p:cNvSpPr>
            <a:spLocks noGrp="1"/>
          </p:cNvSpPr>
          <p:nvPr>
            <p:ph sz="quarter" idx="18"/>
          </p:nvPr>
        </p:nvSpPr>
        <p:spPr>
          <a:xfrm>
            <a:off x="242044" y="3488298"/>
            <a:ext cx="8640000" cy="180000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394211054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Ruban orange dro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7091998" y="-7470"/>
            <a:ext cx="2052002" cy="5715000"/>
          </a:xfrm>
          <a:prstGeom prst="rect">
            <a:avLst/>
          </a:prstGeom>
          <a:solidFill>
            <a:srgbClr val="F184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 name="Titre 1">
            <a:extLst>
              <a:ext uri="{FF2B5EF4-FFF2-40B4-BE49-F238E27FC236}">
                <a16:creationId xmlns:a16="http://schemas.microsoft.com/office/drawing/2014/main" id="{82F11ED8-C809-FE02-918C-9ABDF9BFCABC}"/>
              </a:ext>
            </a:extLst>
          </p:cNvPr>
          <p:cNvSpPr>
            <a:spLocks noGrp="1"/>
          </p:cNvSpPr>
          <p:nvPr>
            <p:ph type="title" hasCustomPrompt="1"/>
          </p:nvPr>
        </p:nvSpPr>
        <p:spPr>
          <a:xfrm>
            <a:off x="399191" y="304270"/>
            <a:ext cx="6480000" cy="600000"/>
          </a:xfrm>
        </p:spPr>
        <p:txBody>
          <a:bodyPr>
            <a:normAutofit/>
          </a:bodyPr>
          <a:lstStyle>
            <a:lvl1pPr>
              <a:defRPr sz="2700"/>
            </a:lvl1pPr>
          </a:lstStyle>
          <a:p>
            <a:r>
              <a:rPr lang="fr-CA" dirty="0"/>
              <a:t>Modifier le titre</a:t>
            </a:r>
            <a:endParaRPr lang="fr-FR" dirty="0"/>
          </a:p>
        </p:txBody>
      </p:sp>
      <p:sp>
        <p:nvSpPr>
          <p:cNvPr id="24" name="Espace réservé du texte 14">
            <a:extLst>
              <a:ext uri="{FF2B5EF4-FFF2-40B4-BE49-F238E27FC236}">
                <a16:creationId xmlns:a16="http://schemas.microsoft.com/office/drawing/2014/main" id="{443B1B8B-3F72-FE45-18E9-4AFA46FB9FB7}"/>
              </a:ext>
            </a:extLst>
          </p:cNvPr>
          <p:cNvSpPr>
            <a:spLocks noGrp="1"/>
          </p:cNvSpPr>
          <p:nvPr>
            <p:ph type="body" sz="quarter" idx="15" hasCustomPrompt="1"/>
          </p:nvPr>
        </p:nvSpPr>
        <p:spPr>
          <a:xfrm>
            <a:off x="399191" y="934118"/>
            <a:ext cx="6480000" cy="300000"/>
          </a:xfrm>
        </p:spPr>
        <p:txBody>
          <a:bodyPr>
            <a:normAutofit/>
          </a:bodyPr>
          <a:lstStyle>
            <a:lvl1pPr marL="0" indent="0">
              <a:buNone/>
              <a:defRPr sz="1500"/>
            </a:lvl1pPr>
          </a:lstStyle>
          <a:p>
            <a:pPr lvl="0"/>
            <a:r>
              <a:rPr lang="fr-CA" dirty="0"/>
              <a:t>Modifier le sous-titre</a:t>
            </a:r>
          </a:p>
        </p:txBody>
      </p:sp>
      <p:sp>
        <p:nvSpPr>
          <p:cNvPr id="6" name="Espace réservé du pied de page 4">
            <a:extLst>
              <a:ext uri="{FF2B5EF4-FFF2-40B4-BE49-F238E27FC236}">
                <a16:creationId xmlns:a16="http://schemas.microsoft.com/office/drawing/2014/main" id="{70BB6DDA-CED6-7290-6B3E-A5EADA9EADC1}"/>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8" name="Espace réservé du numéro de diapositive 5">
            <a:extLst>
              <a:ext uri="{FF2B5EF4-FFF2-40B4-BE49-F238E27FC236}">
                <a16:creationId xmlns:a16="http://schemas.microsoft.com/office/drawing/2014/main" id="{A9B601B0-CBC4-4029-07CB-CA756780FDB4}"/>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7" name="Espace réservé du contenu 6">
            <a:extLst>
              <a:ext uri="{FF2B5EF4-FFF2-40B4-BE49-F238E27FC236}">
                <a16:creationId xmlns:a16="http://schemas.microsoft.com/office/drawing/2014/main" id="{A7DFE162-6C4F-87F7-EBE8-6A51AC04D477}"/>
              </a:ext>
            </a:extLst>
          </p:cNvPr>
          <p:cNvSpPr>
            <a:spLocks noGrp="1"/>
          </p:cNvSpPr>
          <p:nvPr>
            <p:ph sz="quarter" idx="16"/>
          </p:nvPr>
        </p:nvSpPr>
        <p:spPr>
          <a:xfrm>
            <a:off x="403409" y="1539019"/>
            <a:ext cx="6480000"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5" name="Espace réservé de la date 3">
            <a:extLst>
              <a:ext uri="{FF2B5EF4-FFF2-40B4-BE49-F238E27FC236}">
                <a16:creationId xmlns:a16="http://schemas.microsoft.com/office/drawing/2014/main" id="{012C726D-8BC8-FF7A-56ED-BFEDD68D3875}"/>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spTree>
    <p:extLst>
      <p:ext uri="{BB962C8B-B14F-4D97-AF65-F5344CB8AC3E}">
        <p14:creationId xmlns:p14="http://schemas.microsoft.com/office/powerpoint/2010/main" val="107155111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Ruban orange droite bi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7092001" y="0"/>
            <a:ext cx="2052002" cy="5715000"/>
          </a:xfrm>
          <a:prstGeom prst="rect">
            <a:avLst/>
          </a:prstGeom>
          <a:solidFill>
            <a:srgbClr val="F184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8">
            <a:extLst>
              <a:ext uri="{FF2B5EF4-FFF2-40B4-BE49-F238E27FC236}">
                <a16:creationId xmlns:a16="http://schemas.microsoft.com/office/drawing/2014/main" id="{39975E0B-A63C-E46F-4BDB-B17AEAF751F9}"/>
              </a:ext>
            </a:extLst>
          </p:cNvPr>
          <p:cNvSpPr>
            <a:spLocks noGrp="1"/>
          </p:cNvSpPr>
          <p:nvPr>
            <p:ph type="title"/>
          </p:nvPr>
        </p:nvSpPr>
        <p:spPr>
          <a:xfrm>
            <a:off x="399191" y="304271"/>
            <a:ext cx="6480000" cy="900000"/>
          </a:xfrm>
        </p:spPr>
        <p:txBody>
          <a:bodyPr/>
          <a:lstStyle/>
          <a:p>
            <a:r>
              <a:rPr lang="fr-FR"/>
              <a:t>Modifiez le style du titre</a:t>
            </a:r>
            <a:endParaRPr lang="en-CA"/>
          </a:p>
        </p:txBody>
      </p:sp>
      <p:sp>
        <p:nvSpPr>
          <p:cNvPr id="11" name="Espace réservé du contenu 10">
            <a:extLst>
              <a:ext uri="{FF2B5EF4-FFF2-40B4-BE49-F238E27FC236}">
                <a16:creationId xmlns:a16="http://schemas.microsoft.com/office/drawing/2014/main" id="{DA03A288-B51A-49AF-061A-37A09F584A21}"/>
              </a:ext>
            </a:extLst>
          </p:cNvPr>
          <p:cNvSpPr>
            <a:spLocks noGrp="1"/>
          </p:cNvSpPr>
          <p:nvPr>
            <p:ph sz="quarter" idx="13"/>
          </p:nvPr>
        </p:nvSpPr>
        <p:spPr>
          <a:xfrm>
            <a:off x="398860" y="1471083"/>
            <a:ext cx="6480000"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dirty="0"/>
          </a:p>
        </p:txBody>
      </p:sp>
      <p:sp>
        <p:nvSpPr>
          <p:cNvPr id="4" name="Espace réservé du pied de page 4">
            <a:extLst>
              <a:ext uri="{FF2B5EF4-FFF2-40B4-BE49-F238E27FC236}">
                <a16:creationId xmlns:a16="http://schemas.microsoft.com/office/drawing/2014/main" id="{6A5E59E4-EBCA-1F48-B0F7-139FE809092D}"/>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1EF6A52C-58D2-8B6E-7518-F013BCCF8967}"/>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9C06369E-83F2-D089-6D5F-6D43F3504CF6}"/>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spTree>
    <p:extLst>
      <p:ext uri="{BB962C8B-B14F-4D97-AF65-F5344CB8AC3E}">
        <p14:creationId xmlns:p14="http://schemas.microsoft.com/office/powerpoint/2010/main" val="285847607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Orange Contenu dro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0" y="0"/>
            <a:ext cx="4572000" cy="5715000"/>
          </a:xfrm>
          <a:prstGeom prst="rect">
            <a:avLst/>
          </a:prstGeom>
          <a:solidFill>
            <a:srgbClr val="F184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 name="Titre 1">
            <a:extLst>
              <a:ext uri="{FF2B5EF4-FFF2-40B4-BE49-F238E27FC236}">
                <a16:creationId xmlns:a16="http://schemas.microsoft.com/office/drawing/2014/main" id="{82F11ED8-C809-FE02-918C-9ABDF9BFCABC}"/>
              </a:ext>
            </a:extLst>
          </p:cNvPr>
          <p:cNvSpPr>
            <a:spLocks noGrp="1"/>
          </p:cNvSpPr>
          <p:nvPr>
            <p:ph type="title" hasCustomPrompt="1"/>
          </p:nvPr>
        </p:nvSpPr>
        <p:spPr>
          <a:xfrm>
            <a:off x="419100" y="467343"/>
            <a:ext cx="37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15" name="Espace réservé du texte 14">
            <a:extLst>
              <a:ext uri="{FF2B5EF4-FFF2-40B4-BE49-F238E27FC236}">
                <a16:creationId xmlns:a16="http://schemas.microsoft.com/office/drawing/2014/main" id="{107C957A-FB0B-F991-5CD7-DEF8376A2AA4}"/>
              </a:ext>
            </a:extLst>
          </p:cNvPr>
          <p:cNvSpPr>
            <a:spLocks noGrp="1"/>
          </p:cNvSpPr>
          <p:nvPr>
            <p:ph type="body" sz="quarter" idx="13"/>
          </p:nvPr>
        </p:nvSpPr>
        <p:spPr>
          <a:xfrm>
            <a:off x="419100" y="2278064"/>
            <a:ext cx="3780000" cy="270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24" name="Espace réservé du texte 14">
            <a:extLst>
              <a:ext uri="{FF2B5EF4-FFF2-40B4-BE49-F238E27FC236}">
                <a16:creationId xmlns:a16="http://schemas.microsoft.com/office/drawing/2014/main" id="{443B1B8B-3F72-FE45-18E9-4AFA46FB9FB7}"/>
              </a:ext>
            </a:extLst>
          </p:cNvPr>
          <p:cNvSpPr>
            <a:spLocks noGrp="1"/>
          </p:cNvSpPr>
          <p:nvPr>
            <p:ph type="body" sz="quarter" idx="15"/>
          </p:nvPr>
        </p:nvSpPr>
        <p:spPr>
          <a:xfrm>
            <a:off x="419100" y="1391923"/>
            <a:ext cx="3780000" cy="600000"/>
          </a:xfrm>
        </p:spPr>
        <p:txBody>
          <a:bodyPr anchor="ctr">
            <a:normAutofit/>
          </a:bodyPr>
          <a:lstStyle>
            <a:lvl1pPr marL="0" indent="0">
              <a:buNone/>
              <a:defRPr sz="1500">
                <a:solidFill>
                  <a:schemeClr val="bg1"/>
                </a:solidFill>
              </a:defRPr>
            </a:lvl1pPr>
          </a:lstStyle>
          <a:p>
            <a:pPr lvl="0"/>
            <a:r>
              <a:rPr lang="fr-FR"/>
              <a:t>Cliquez pour modifier les styles du texte du masque</a:t>
            </a:r>
          </a:p>
        </p:txBody>
      </p:sp>
      <p:sp>
        <p:nvSpPr>
          <p:cNvPr id="4" name="Espace réservé du contenu 7">
            <a:extLst>
              <a:ext uri="{FF2B5EF4-FFF2-40B4-BE49-F238E27FC236}">
                <a16:creationId xmlns:a16="http://schemas.microsoft.com/office/drawing/2014/main" id="{E4154B48-A1AA-D4C1-AFA6-4CECCD90838C}"/>
              </a:ext>
            </a:extLst>
          </p:cNvPr>
          <p:cNvSpPr>
            <a:spLocks noGrp="1"/>
          </p:cNvSpPr>
          <p:nvPr>
            <p:ph sz="quarter" idx="16"/>
          </p:nvPr>
        </p:nvSpPr>
        <p:spPr>
          <a:xfrm>
            <a:off x="4970930" y="459829"/>
            <a:ext cx="3915000" cy="4350000"/>
          </a:xfrm>
        </p:spPr>
        <p:txBody>
          <a:bodyPr anchor="t"/>
          <a:lstStyle>
            <a:lvl1pPr marL="0" indent="0" algn="ctr">
              <a:buNone/>
              <a:defRPr/>
            </a:lvl1pPr>
          </a:lstStyle>
          <a:p>
            <a:pPr lvl="0"/>
            <a:r>
              <a:rPr lang="fr-FR"/>
              <a:t>Cliquez pour modifier les styles du texte du masque</a:t>
            </a:r>
          </a:p>
          <a:p>
            <a:pPr lvl="1"/>
            <a:r>
              <a:rPr lang="fr-FR"/>
              <a:t>Deuxième niveau</a:t>
            </a:r>
          </a:p>
          <a:p>
            <a:pPr lvl="2"/>
            <a:r>
              <a:rPr lang="fr-FR"/>
              <a:t>Troisième niveau</a:t>
            </a:r>
          </a:p>
        </p:txBody>
      </p:sp>
      <p:sp>
        <p:nvSpPr>
          <p:cNvPr id="7" name="Espace réservé du pied de page 4">
            <a:extLst>
              <a:ext uri="{FF2B5EF4-FFF2-40B4-BE49-F238E27FC236}">
                <a16:creationId xmlns:a16="http://schemas.microsoft.com/office/drawing/2014/main" id="{51DC1D27-51F2-8E55-5007-93212D793376}"/>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8" name="Espace réservé du numéro de diapositive 5">
            <a:extLst>
              <a:ext uri="{FF2B5EF4-FFF2-40B4-BE49-F238E27FC236}">
                <a16:creationId xmlns:a16="http://schemas.microsoft.com/office/drawing/2014/main" id="{4777FC96-8F4D-35DF-5D04-BFF9445E9CB1}"/>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9" name="Espace réservé de la date 3">
            <a:extLst>
              <a:ext uri="{FF2B5EF4-FFF2-40B4-BE49-F238E27FC236}">
                <a16:creationId xmlns:a16="http://schemas.microsoft.com/office/drawing/2014/main" id="{25844306-6CB0-2B5B-BDCF-DD89D36E9121}"/>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pic>
        <p:nvPicPr>
          <p:cNvPr id="11" name="Image 10">
            <a:extLst>
              <a:ext uri="{FF2B5EF4-FFF2-40B4-BE49-F238E27FC236}">
                <a16:creationId xmlns:a16="http://schemas.microsoft.com/office/drawing/2014/main" id="{34488241-B083-09B4-B965-DA1CB4386342}"/>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238971469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Orange Contenu gauch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4581525" y="-7468"/>
            <a:ext cx="4572000" cy="5715000"/>
          </a:xfrm>
          <a:prstGeom prst="rect">
            <a:avLst/>
          </a:prstGeom>
          <a:solidFill>
            <a:srgbClr val="F184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 name="Titre 1">
            <a:extLst>
              <a:ext uri="{FF2B5EF4-FFF2-40B4-BE49-F238E27FC236}">
                <a16:creationId xmlns:a16="http://schemas.microsoft.com/office/drawing/2014/main" id="{B441FCAB-3DF2-A845-8CB3-FB5AD3830231}"/>
              </a:ext>
            </a:extLst>
          </p:cNvPr>
          <p:cNvSpPr>
            <a:spLocks noGrp="1"/>
          </p:cNvSpPr>
          <p:nvPr>
            <p:ph type="title" hasCustomPrompt="1"/>
          </p:nvPr>
        </p:nvSpPr>
        <p:spPr>
          <a:xfrm>
            <a:off x="5101480" y="452403"/>
            <a:ext cx="37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6" name="Espace réservé du texte 14">
            <a:extLst>
              <a:ext uri="{FF2B5EF4-FFF2-40B4-BE49-F238E27FC236}">
                <a16:creationId xmlns:a16="http://schemas.microsoft.com/office/drawing/2014/main" id="{8E9CB5CC-6DC3-DA4C-61C4-8746B8B0D5B8}"/>
              </a:ext>
            </a:extLst>
          </p:cNvPr>
          <p:cNvSpPr>
            <a:spLocks noGrp="1"/>
          </p:cNvSpPr>
          <p:nvPr>
            <p:ph type="body" sz="quarter" idx="13"/>
          </p:nvPr>
        </p:nvSpPr>
        <p:spPr>
          <a:xfrm>
            <a:off x="5101477" y="2271060"/>
            <a:ext cx="3780000" cy="2700000"/>
          </a:xfrm>
        </p:spPr>
        <p:txBody>
          <a:bodyPr/>
          <a:lstStyle>
            <a:lvl1pPr marL="0" indent="0">
              <a:buFontTx/>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Espace réservé du texte 14">
            <a:extLst>
              <a:ext uri="{FF2B5EF4-FFF2-40B4-BE49-F238E27FC236}">
                <a16:creationId xmlns:a16="http://schemas.microsoft.com/office/drawing/2014/main" id="{FE1B6F07-4F84-096B-D7EB-DC1D48AD386D}"/>
              </a:ext>
            </a:extLst>
          </p:cNvPr>
          <p:cNvSpPr>
            <a:spLocks noGrp="1"/>
          </p:cNvSpPr>
          <p:nvPr>
            <p:ph type="body" sz="quarter" idx="15"/>
          </p:nvPr>
        </p:nvSpPr>
        <p:spPr>
          <a:xfrm>
            <a:off x="5094754" y="1376980"/>
            <a:ext cx="3780000" cy="600000"/>
          </a:xfrm>
        </p:spPr>
        <p:txBody>
          <a:bodyPr>
            <a:normAutofit/>
          </a:bodyPr>
          <a:lstStyle>
            <a:lvl1pPr marL="0" indent="0">
              <a:buNone/>
              <a:defRPr sz="1500">
                <a:solidFill>
                  <a:schemeClr val="bg1"/>
                </a:solidFill>
              </a:defRPr>
            </a:lvl1pPr>
          </a:lstStyle>
          <a:p>
            <a:pPr lvl="0"/>
            <a:r>
              <a:rPr lang="fr-FR"/>
              <a:t>Cliquez pour modifier les styles du texte du masque</a:t>
            </a:r>
          </a:p>
        </p:txBody>
      </p:sp>
      <p:sp>
        <p:nvSpPr>
          <p:cNvPr id="2" name="Espace réservé du contenu 7">
            <a:extLst>
              <a:ext uri="{FF2B5EF4-FFF2-40B4-BE49-F238E27FC236}">
                <a16:creationId xmlns:a16="http://schemas.microsoft.com/office/drawing/2014/main" id="{F402736B-C2D9-73A9-C754-61D4E3B9472D}"/>
              </a:ext>
            </a:extLst>
          </p:cNvPr>
          <p:cNvSpPr>
            <a:spLocks noGrp="1"/>
          </p:cNvSpPr>
          <p:nvPr>
            <p:ph sz="quarter" idx="16"/>
          </p:nvPr>
        </p:nvSpPr>
        <p:spPr>
          <a:xfrm>
            <a:off x="257735" y="459829"/>
            <a:ext cx="3915000" cy="4350000"/>
          </a:xfrm>
        </p:spPr>
        <p:txBody>
          <a:bodyPr anchor="t"/>
          <a:lstStyle>
            <a:lvl1pPr marL="0" indent="0" algn="ctr">
              <a:buNone/>
              <a:defRPr/>
            </a:lvl1pPr>
          </a:lstStyle>
          <a:p>
            <a:pPr lvl="0"/>
            <a:r>
              <a:rPr lang="fr-FR"/>
              <a:t>Cliquez pour modifier les styles du texte du masque</a:t>
            </a:r>
          </a:p>
          <a:p>
            <a:pPr lvl="1"/>
            <a:r>
              <a:rPr lang="fr-FR"/>
              <a:t>Deuxième niveau</a:t>
            </a:r>
          </a:p>
          <a:p>
            <a:pPr lvl="2"/>
            <a:r>
              <a:rPr lang="fr-FR"/>
              <a:t>Troisième niveau</a:t>
            </a:r>
          </a:p>
        </p:txBody>
      </p:sp>
      <p:sp>
        <p:nvSpPr>
          <p:cNvPr id="8" name="Espace réservé du pied de page 4">
            <a:extLst>
              <a:ext uri="{FF2B5EF4-FFF2-40B4-BE49-F238E27FC236}">
                <a16:creationId xmlns:a16="http://schemas.microsoft.com/office/drawing/2014/main" id="{5DD0A2C1-06A6-91DB-E6BB-C7D35B50E9BA}"/>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9" name="Espace réservé du numéro de diapositive 5">
            <a:extLst>
              <a:ext uri="{FF2B5EF4-FFF2-40B4-BE49-F238E27FC236}">
                <a16:creationId xmlns:a16="http://schemas.microsoft.com/office/drawing/2014/main" id="{25B67BA6-4471-187C-ED1F-AAB02EB5EFE0}"/>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10" name="Espace réservé de la date 3">
            <a:extLst>
              <a:ext uri="{FF2B5EF4-FFF2-40B4-BE49-F238E27FC236}">
                <a16:creationId xmlns:a16="http://schemas.microsoft.com/office/drawing/2014/main" id="{A70B9119-E78D-AA98-C2F1-58584D5E423C}"/>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spTree>
    <p:extLst>
      <p:ext uri="{BB962C8B-B14F-4D97-AF65-F5344CB8AC3E}">
        <p14:creationId xmlns:p14="http://schemas.microsoft.com/office/powerpoint/2010/main" val="73269847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Section bleue">
    <p:bg>
      <p:bgPr>
        <a:solidFill>
          <a:srgbClr val="0070C0"/>
        </a:solidFill>
        <a:effectLst/>
      </p:bgPr>
    </p:bg>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950927BE-2223-35B2-5943-FB989F791FB6}"/>
              </a:ext>
            </a:extLst>
          </p:cNvPr>
          <p:cNvSpPr>
            <a:spLocks noGrp="1"/>
          </p:cNvSpPr>
          <p:nvPr>
            <p:ph type="ctrTitle" hasCustomPrompt="1"/>
          </p:nvPr>
        </p:nvSpPr>
        <p:spPr>
          <a:xfrm>
            <a:off x="654410" y="901699"/>
            <a:ext cx="6480000" cy="2400000"/>
          </a:xfrm>
        </p:spPr>
        <p:txBody>
          <a:bodyPr anchor="b">
            <a:normAutofit/>
          </a:bodyPr>
          <a:lstStyle>
            <a:lvl1pPr marL="0" marR="0" indent="0" algn="l" defTabSz="685800" rtl="0" eaLnBrk="1" fontAlgn="auto" latinLnBrk="0" hangingPunct="1">
              <a:lnSpc>
                <a:spcPct val="90000"/>
              </a:lnSpc>
              <a:spcBef>
                <a:spcPct val="0"/>
              </a:spcBef>
              <a:spcAft>
                <a:spcPts val="0"/>
              </a:spcAft>
              <a:buClrTx/>
              <a:buSzTx/>
              <a:buFontTx/>
              <a:buNone/>
              <a:tabLst/>
              <a:defRPr sz="3600">
                <a:solidFill>
                  <a:schemeClr val="bg1"/>
                </a:solidFill>
              </a:defRPr>
            </a:lvl1pPr>
          </a:lstStyle>
          <a:p>
            <a:r>
              <a:rPr lang="fr-CA" dirty="0"/>
              <a:t>Lorem ipsum </a:t>
            </a:r>
            <a:r>
              <a:rPr lang="fr-CA" dirty="0" err="1"/>
              <a:t>dolor</a:t>
            </a:r>
            <a:r>
              <a:rPr lang="fr-CA" dirty="0"/>
              <a:t> </a:t>
            </a:r>
            <a:br>
              <a:rPr lang="fr-CA" dirty="0"/>
            </a:br>
            <a:r>
              <a:rPr lang="fr-CA" dirty="0" err="1"/>
              <a:t>sit</a:t>
            </a:r>
            <a:r>
              <a:rPr lang="fr-CA" dirty="0"/>
              <a:t> </a:t>
            </a:r>
            <a:r>
              <a:rPr lang="fr-CA" dirty="0" err="1"/>
              <a:t>amet</a:t>
            </a:r>
            <a:r>
              <a:rPr lang="fr-CA" dirty="0"/>
              <a:t>, </a:t>
            </a:r>
            <a:r>
              <a:rPr lang="fr-CA" dirty="0" err="1"/>
              <a:t>consectetur</a:t>
            </a:r>
            <a:r>
              <a:rPr lang="fr-CA" dirty="0"/>
              <a:t> </a:t>
            </a:r>
            <a:r>
              <a:rPr lang="fr-CA" dirty="0" err="1"/>
              <a:t>adipiscing</a:t>
            </a:r>
            <a:r>
              <a:rPr lang="fr-CA" dirty="0"/>
              <a:t> </a:t>
            </a:r>
            <a:r>
              <a:rPr lang="fr-CA" dirty="0" err="1"/>
              <a:t>elit</a:t>
            </a:r>
            <a:r>
              <a:rPr lang="fr-CA" dirty="0"/>
              <a:t>.</a:t>
            </a:r>
            <a:endParaRPr lang="fr-FR" dirty="0"/>
          </a:p>
        </p:txBody>
      </p:sp>
      <p:sp>
        <p:nvSpPr>
          <p:cNvPr id="7" name="Sous-titre 2">
            <a:extLst>
              <a:ext uri="{FF2B5EF4-FFF2-40B4-BE49-F238E27FC236}">
                <a16:creationId xmlns:a16="http://schemas.microsoft.com/office/drawing/2014/main" id="{C6681AE7-3D42-53C5-7C59-80D198229B17}"/>
              </a:ext>
            </a:extLst>
          </p:cNvPr>
          <p:cNvSpPr>
            <a:spLocks noGrp="1"/>
          </p:cNvSpPr>
          <p:nvPr>
            <p:ph type="subTitle" idx="1" hasCustomPrompt="1"/>
          </p:nvPr>
        </p:nvSpPr>
        <p:spPr>
          <a:xfrm>
            <a:off x="654410" y="3341870"/>
            <a:ext cx="6480000" cy="1200000"/>
          </a:xfrm>
        </p:spPr>
        <p:txBody>
          <a:bodyPr>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CA" dirty="0"/>
              <a:t>Ed </a:t>
            </a:r>
            <a:r>
              <a:rPr lang="fr-CA" dirty="0" err="1"/>
              <a:t>eleifend</a:t>
            </a:r>
            <a:r>
              <a:rPr lang="fr-CA" dirty="0"/>
              <a:t>, </a:t>
            </a:r>
            <a:r>
              <a:rPr lang="fr-CA" dirty="0" err="1"/>
              <a:t>justo</a:t>
            </a:r>
            <a:r>
              <a:rPr lang="fr-CA" dirty="0"/>
              <a:t> vitae </a:t>
            </a:r>
            <a:r>
              <a:rPr lang="fr-CA" dirty="0" err="1"/>
              <a:t>efficitur</a:t>
            </a:r>
            <a:r>
              <a:rPr lang="fr-CA" dirty="0"/>
              <a:t> </a:t>
            </a:r>
            <a:r>
              <a:rPr lang="fr-CA" dirty="0" err="1"/>
              <a:t>pellentesque</a:t>
            </a:r>
            <a:r>
              <a:rPr lang="fr-CA" dirty="0"/>
              <a:t>, magna </a:t>
            </a:r>
            <a:r>
              <a:rPr lang="fr-CA" dirty="0" err="1"/>
              <a:t>augue</a:t>
            </a:r>
            <a:r>
              <a:rPr lang="fr-CA" dirty="0"/>
              <a:t> cursus </a:t>
            </a:r>
            <a:r>
              <a:rPr lang="fr-CA" dirty="0" err="1"/>
              <a:t>ligula</a:t>
            </a:r>
            <a:r>
              <a:rPr lang="fr-CA" dirty="0"/>
              <a:t>, in </a:t>
            </a:r>
            <a:r>
              <a:rPr lang="fr-CA" dirty="0" err="1"/>
              <a:t>hendrerit</a:t>
            </a:r>
            <a:r>
              <a:rPr lang="fr-CA" dirty="0"/>
              <a:t> </a:t>
            </a:r>
            <a:r>
              <a:rPr lang="fr-CA" dirty="0" err="1"/>
              <a:t>nulla</a:t>
            </a:r>
            <a:r>
              <a:rPr lang="fr-CA" dirty="0"/>
              <a:t> </a:t>
            </a:r>
            <a:r>
              <a:rPr lang="fr-CA" dirty="0" err="1"/>
              <a:t>sem</a:t>
            </a:r>
            <a:r>
              <a:rPr lang="fr-CA" dirty="0"/>
              <a:t> </a:t>
            </a:r>
            <a:r>
              <a:rPr lang="fr-CA" dirty="0" err="1"/>
              <a:t>quis</a:t>
            </a:r>
            <a:r>
              <a:rPr lang="fr-CA" dirty="0"/>
              <a:t> </a:t>
            </a:r>
            <a:r>
              <a:rPr lang="fr-CA" dirty="0" err="1"/>
              <a:t>lacus</a:t>
            </a:r>
            <a:r>
              <a:rPr lang="fr-CA" dirty="0"/>
              <a:t>. </a:t>
            </a:r>
            <a:endParaRPr lang="fr-FR" dirty="0"/>
          </a:p>
        </p:txBody>
      </p:sp>
      <p:sp>
        <p:nvSpPr>
          <p:cNvPr id="3" name="Espace réservé du pied de page 4">
            <a:extLst>
              <a:ext uri="{FF2B5EF4-FFF2-40B4-BE49-F238E27FC236}">
                <a16:creationId xmlns:a16="http://schemas.microsoft.com/office/drawing/2014/main" id="{E1BA2960-8C3A-5650-E0A2-369958326B2C}"/>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bg2"/>
                </a:solidFill>
                <a:latin typeface="Visby CF" pitchFamily="2" charset="77"/>
              </a:defRPr>
            </a:lvl1pPr>
          </a:lstStyle>
          <a:p>
            <a:r>
              <a:rPr lang="fr-CA"/>
              <a:t>© 2026. Estelle M. Morin, Ph. D.  Tous droits réservés.</a:t>
            </a:r>
            <a:endParaRPr lang="fr-FR" dirty="0"/>
          </a:p>
        </p:txBody>
      </p:sp>
      <p:sp>
        <p:nvSpPr>
          <p:cNvPr id="5" name="Espace réservé du numéro de diapositive 5">
            <a:extLst>
              <a:ext uri="{FF2B5EF4-FFF2-40B4-BE49-F238E27FC236}">
                <a16:creationId xmlns:a16="http://schemas.microsoft.com/office/drawing/2014/main" id="{13833171-290F-A25F-F708-FEA0DB2A1F08}"/>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bg2"/>
                </a:solidFill>
                <a:latin typeface="Visby CF Bold" pitchFamily="2" charset="77"/>
              </a:defRPr>
            </a:lvl1pPr>
          </a:lstStyle>
          <a:p>
            <a:fld id="{0A5F8BAD-6575-7647-B790-DC8892003398}" type="slidenum">
              <a:rPr lang="fr-FR" smtClean="0"/>
              <a:pPr/>
              <a:t>‹N°›</a:t>
            </a:fld>
            <a:endParaRPr lang="fr-FR" dirty="0"/>
          </a:p>
        </p:txBody>
      </p:sp>
      <p:sp>
        <p:nvSpPr>
          <p:cNvPr id="6" name="Espace réservé de la date 3">
            <a:extLst>
              <a:ext uri="{FF2B5EF4-FFF2-40B4-BE49-F238E27FC236}">
                <a16:creationId xmlns:a16="http://schemas.microsoft.com/office/drawing/2014/main" id="{D3CB3E85-74CB-5710-ED14-1D8EA519277B}"/>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solidFill>
                  <a:schemeClr val="bg1">
                    <a:lumMod val="95000"/>
                  </a:schemeClr>
                </a:solidFill>
              </a:rPr>
              <a:pPr/>
              <a:t>26/09/03</a:t>
            </a:fld>
            <a:endParaRPr lang="fr-FR" sz="900" dirty="0">
              <a:solidFill>
                <a:schemeClr val="bg1">
                  <a:lumMod val="95000"/>
                </a:schemeClr>
              </a:solidFill>
            </a:endParaRPr>
          </a:p>
        </p:txBody>
      </p:sp>
    </p:spTree>
    <p:extLst>
      <p:ext uri="{BB962C8B-B14F-4D97-AF65-F5344CB8AC3E}">
        <p14:creationId xmlns:p14="http://schemas.microsoft.com/office/powerpoint/2010/main" val="307213152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Ruban bleu gauche">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1B330D51-E8FF-FCD5-6E13-CD57FBED7B9A}"/>
              </a:ext>
            </a:extLst>
          </p:cNvPr>
          <p:cNvSpPr>
            <a:spLocks noGrp="1"/>
          </p:cNvSpPr>
          <p:nvPr>
            <p:ph type="title" hasCustomPrompt="1"/>
          </p:nvPr>
        </p:nvSpPr>
        <p:spPr>
          <a:xfrm>
            <a:off x="2415354" y="304270"/>
            <a:ext cx="6480000" cy="600000"/>
          </a:xfrm>
        </p:spPr>
        <p:txBody>
          <a:bodyPr>
            <a:normAutofit/>
          </a:bodyPr>
          <a:lstStyle>
            <a:lvl1pPr>
              <a:defRPr sz="2700"/>
            </a:lvl1pPr>
          </a:lstStyle>
          <a:p>
            <a:r>
              <a:rPr lang="fr-CA" dirty="0"/>
              <a:t>Modifier le titre</a:t>
            </a:r>
            <a:endParaRPr lang="fr-FR" dirty="0"/>
          </a:p>
        </p:txBody>
      </p:sp>
      <p:sp>
        <p:nvSpPr>
          <p:cNvPr id="10" name="Espace réservé du texte 14">
            <a:extLst>
              <a:ext uri="{FF2B5EF4-FFF2-40B4-BE49-F238E27FC236}">
                <a16:creationId xmlns:a16="http://schemas.microsoft.com/office/drawing/2014/main" id="{150D21ED-DD4C-C107-7549-72573B209FD3}"/>
              </a:ext>
            </a:extLst>
          </p:cNvPr>
          <p:cNvSpPr>
            <a:spLocks noGrp="1"/>
          </p:cNvSpPr>
          <p:nvPr>
            <p:ph type="body" sz="quarter" idx="15" hasCustomPrompt="1"/>
          </p:nvPr>
        </p:nvSpPr>
        <p:spPr>
          <a:xfrm>
            <a:off x="2415354" y="920672"/>
            <a:ext cx="6480000" cy="300000"/>
          </a:xfrm>
        </p:spPr>
        <p:txBody>
          <a:bodyPr>
            <a:normAutofit/>
          </a:bodyPr>
          <a:lstStyle>
            <a:lvl1pPr marL="0" indent="0">
              <a:buNone/>
              <a:defRPr sz="1500"/>
            </a:lvl1pPr>
          </a:lstStyle>
          <a:p>
            <a:pPr lvl="0"/>
            <a:r>
              <a:rPr lang="fr-CA" dirty="0"/>
              <a:t>Cliquez pour modifier le texte</a:t>
            </a:r>
          </a:p>
        </p:txBody>
      </p:sp>
      <p:sp>
        <p:nvSpPr>
          <p:cNvPr id="3" name="Rectangle 2">
            <a:extLst>
              <a:ext uri="{FF2B5EF4-FFF2-40B4-BE49-F238E27FC236}">
                <a16:creationId xmlns:a16="http://schemas.microsoft.com/office/drawing/2014/main" id="{B56DE1D4-8847-103A-5CEE-74B72EAE4491}"/>
              </a:ext>
            </a:extLst>
          </p:cNvPr>
          <p:cNvSpPr/>
          <p:nvPr userDrawn="1"/>
        </p:nvSpPr>
        <p:spPr>
          <a:xfrm>
            <a:off x="6723" y="14942"/>
            <a:ext cx="2052002" cy="5715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 name="Espace réservé du pied de page 4">
            <a:extLst>
              <a:ext uri="{FF2B5EF4-FFF2-40B4-BE49-F238E27FC236}">
                <a16:creationId xmlns:a16="http://schemas.microsoft.com/office/drawing/2014/main" id="{3E33666E-7A6D-5749-95F1-DE9451F0CC75}"/>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E070B440-439F-7888-7B2F-794F563E88AC}"/>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11" name="Espace réservé du contenu 10">
            <a:extLst>
              <a:ext uri="{FF2B5EF4-FFF2-40B4-BE49-F238E27FC236}">
                <a16:creationId xmlns:a16="http://schemas.microsoft.com/office/drawing/2014/main" id="{08E4D530-BFA9-82A1-A9D6-AB54902A7193}"/>
              </a:ext>
            </a:extLst>
          </p:cNvPr>
          <p:cNvSpPr>
            <a:spLocks noGrp="1"/>
          </p:cNvSpPr>
          <p:nvPr>
            <p:ph sz="quarter" idx="16"/>
          </p:nvPr>
        </p:nvSpPr>
        <p:spPr>
          <a:xfrm>
            <a:off x="2415779" y="1508982"/>
            <a:ext cx="6479381"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dirty="0"/>
          </a:p>
        </p:txBody>
      </p:sp>
      <p:sp>
        <p:nvSpPr>
          <p:cNvPr id="4" name="Espace réservé de la date 3">
            <a:extLst>
              <a:ext uri="{FF2B5EF4-FFF2-40B4-BE49-F238E27FC236}">
                <a16:creationId xmlns:a16="http://schemas.microsoft.com/office/drawing/2014/main" id="{E5A3BDE8-B622-C4AC-EDEA-237BD4884115}"/>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pic>
        <p:nvPicPr>
          <p:cNvPr id="9" name="Image 8">
            <a:extLst>
              <a:ext uri="{FF2B5EF4-FFF2-40B4-BE49-F238E27FC236}">
                <a16:creationId xmlns:a16="http://schemas.microsoft.com/office/drawing/2014/main" id="{197F9F53-376C-204F-53BF-BE6958FF6D21}"/>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356144838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Ruban bleu gauche bi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56DE1D4-8847-103A-5CEE-74B72EAE4491}"/>
              </a:ext>
            </a:extLst>
          </p:cNvPr>
          <p:cNvSpPr/>
          <p:nvPr userDrawn="1"/>
        </p:nvSpPr>
        <p:spPr>
          <a:xfrm>
            <a:off x="6721" y="0"/>
            <a:ext cx="2052002" cy="5715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 name="Espace réservé du contenu 4">
            <a:extLst>
              <a:ext uri="{FF2B5EF4-FFF2-40B4-BE49-F238E27FC236}">
                <a16:creationId xmlns:a16="http://schemas.microsoft.com/office/drawing/2014/main" id="{434B7241-2F14-2631-5923-8FBBBBD6659C}"/>
              </a:ext>
            </a:extLst>
          </p:cNvPr>
          <p:cNvSpPr>
            <a:spLocks noGrp="1"/>
          </p:cNvSpPr>
          <p:nvPr>
            <p:ph sz="quarter" idx="17"/>
          </p:nvPr>
        </p:nvSpPr>
        <p:spPr>
          <a:xfrm>
            <a:off x="2415779" y="1382448"/>
            <a:ext cx="6480000"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13" name="Titre 12">
            <a:extLst>
              <a:ext uri="{FF2B5EF4-FFF2-40B4-BE49-F238E27FC236}">
                <a16:creationId xmlns:a16="http://schemas.microsoft.com/office/drawing/2014/main" id="{56FCA759-2ED9-576B-33FB-8DCA62E4B2C6}"/>
              </a:ext>
            </a:extLst>
          </p:cNvPr>
          <p:cNvSpPr>
            <a:spLocks noGrp="1"/>
          </p:cNvSpPr>
          <p:nvPr>
            <p:ph type="title"/>
          </p:nvPr>
        </p:nvSpPr>
        <p:spPr>
          <a:xfrm>
            <a:off x="2415779" y="304271"/>
            <a:ext cx="6480000" cy="900000"/>
          </a:xfrm>
        </p:spPr>
        <p:txBody>
          <a:bodyPr/>
          <a:lstStyle/>
          <a:p>
            <a:r>
              <a:rPr lang="fr-FR"/>
              <a:t>Modifiez le style du titre</a:t>
            </a:r>
            <a:endParaRPr lang="en-CA"/>
          </a:p>
        </p:txBody>
      </p:sp>
      <p:sp>
        <p:nvSpPr>
          <p:cNvPr id="6" name="Espace réservé du pied de page 4">
            <a:extLst>
              <a:ext uri="{FF2B5EF4-FFF2-40B4-BE49-F238E27FC236}">
                <a16:creationId xmlns:a16="http://schemas.microsoft.com/office/drawing/2014/main" id="{5C549A38-15C3-06DC-2A2D-422461A480DF}"/>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8" name="Espace réservé du numéro de diapositive 5">
            <a:extLst>
              <a:ext uri="{FF2B5EF4-FFF2-40B4-BE49-F238E27FC236}">
                <a16:creationId xmlns:a16="http://schemas.microsoft.com/office/drawing/2014/main" id="{5294044F-D3A7-408E-08B2-DDFB101807E6}"/>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4" name="Espace réservé de la date 3">
            <a:extLst>
              <a:ext uri="{FF2B5EF4-FFF2-40B4-BE49-F238E27FC236}">
                <a16:creationId xmlns:a16="http://schemas.microsoft.com/office/drawing/2014/main" id="{4C7D0FBC-8587-C20B-606F-96496C828755}"/>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4C8EECAE-2D38-443F-AB57-2C35C22AFF33}" type="datetime3">
              <a:rPr lang="fr-CA" smtClean="0"/>
              <a:t>26/09/03</a:t>
            </a:fld>
            <a:endParaRPr lang="fr-FR" dirty="0"/>
          </a:p>
        </p:txBody>
      </p:sp>
      <p:pic>
        <p:nvPicPr>
          <p:cNvPr id="9" name="Image 8">
            <a:extLst>
              <a:ext uri="{FF2B5EF4-FFF2-40B4-BE49-F238E27FC236}">
                <a16:creationId xmlns:a16="http://schemas.microsoft.com/office/drawing/2014/main" id="{F815554E-F39F-7368-77A0-744E70EEF0C8}"/>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285905674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Ruban bleu haut dro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rot="16200000">
            <a:off x="3784950" y="-3784948"/>
            <a:ext cx="1574103" cy="9144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1">
            <a:extLst>
              <a:ext uri="{FF2B5EF4-FFF2-40B4-BE49-F238E27FC236}">
                <a16:creationId xmlns:a16="http://schemas.microsoft.com/office/drawing/2014/main" id="{A1106F36-D662-FC8A-8AD2-2100FA3436D4}"/>
              </a:ext>
            </a:extLst>
          </p:cNvPr>
          <p:cNvSpPr>
            <a:spLocks noGrp="1"/>
          </p:cNvSpPr>
          <p:nvPr>
            <p:ph type="title" hasCustomPrompt="1"/>
          </p:nvPr>
        </p:nvSpPr>
        <p:spPr>
          <a:xfrm>
            <a:off x="2475868" y="330591"/>
            <a:ext cx="6395831" cy="562504"/>
          </a:xfrm>
        </p:spPr>
        <p:txBody>
          <a:bodyPr>
            <a:normAutofit/>
          </a:bodyPr>
          <a:lstStyle>
            <a:lvl1pPr>
              <a:defRPr sz="2700">
                <a:solidFill>
                  <a:schemeClr val="bg1"/>
                </a:solidFill>
              </a:defRPr>
            </a:lvl1pPr>
          </a:lstStyle>
          <a:p>
            <a:r>
              <a:rPr lang="fr-CA" dirty="0"/>
              <a:t>Modifier le titre</a:t>
            </a:r>
            <a:endParaRPr lang="fr-FR" dirty="0"/>
          </a:p>
        </p:txBody>
      </p:sp>
      <p:sp>
        <p:nvSpPr>
          <p:cNvPr id="11" name="Espace réservé du texte 14">
            <a:extLst>
              <a:ext uri="{FF2B5EF4-FFF2-40B4-BE49-F238E27FC236}">
                <a16:creationId xmlns:a16="http://schemas.microsoft.com/office/drawing/2014/main" id="{F7DD285F-857B-1CC6-B701-3E7FFE0CC7CA}"/>
              </a:ext>
            </a:extLst>
          </p:cNvPr>
          <p:cNvSpPr>
            <a:spLocks noGrp="1"/>
          </p:cNvSpPr>
          <p:nvPr>
            <p:ph type="body" sz="quarter" idx="15" hasCustomPrompt="1"/>
          </p:nvPr>
        </p:nvSpPr>
        <p:spPr>
          <a:xfrm>
            <a:off x="2482591" y="924580"/>
            <a:ext cx="6395831" cy="297921"/>
          </a:xfrm>
        </p:spPr>
        <p:txBody>
          <a:bodyPr>
            <a:normAutofit/>
          </a:bodyPr>
          <a:lstStyle>
            <a:lvl1pPr marL="0" indent="0">
              <a:buNone/>
              <a:defRPr sz="1500">
                <a:solidFill>
                  <a:schemeClr val="bg1"/>
                </a:solidFill>
              </a:defRPr>
            </a:lvl1pPr>
          </a:lstStyle>
          <a:p>
            <a:pPr lvl="0"/>
            <a:r>
              <a:rPr lang="fr-CA" dirty="0"/>
              <a:t>Cliquez pour modifier le texte</a:t>
            </a:r>
          </a:p>
        </p:txBody>
      </p:sp>
      <p:sp>
        <p:nvSpPr>
          <p:cNvPr id="5" name="Espace réservé du contenu 4">
            <a:extLst>
              <a:ext uri="{FF2B5EF4-FFF2-40B4-BE49-F238E27FC236}">
                <a16:creationId xmlns:a16="http://schemas.microsoft.com/office/drawing/2014/main" id="{F15ADDAB-2B98-32BA-6322-6EAC09DFA5B8}"/>
              </a:ext>
            </a:extLst>
          </p:cNvPr>
          <p:cNvSpPr>
            <a:spLocks noGrp="1"/>
          </p:cNvSpPr>
          <p:nvPr>
            <p:ph sz="quarter" idx="16"/>
          </p:nvPr>
        </p:nvSpPr>
        <p:spPr>
          <a:xfrm>
            <a:off x="3222251" y="1822354"/>
            <a:ext cx="567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pied de page 4">
            <a:extLst>
              <a:ext uri="{FF2B5EF4-FFF2-40B4-BE49-F238E27FC236}">
                <a16:creationId xmlns:a16="http://schemas.microsoft.com/office/drawing/2014/main" id="{2D9CED3D-4149-ADA1-60D7-9251C98A59BA}"/>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47B3E41E-BDB7-253C-7F15-5471289E0416}"/>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8" name="Espace réservé du contenu 7">
            <a:extLst>
              <a:ext uri="{FF2B5EF4-FFF2-40B4-BE49-F238E27FC236}">
                <a16:creationId xmlns:a16="http://schemas.microsoft.com/office/drawing/2014/main" id="{5BE4225E-36C0-88E2-4168-32C0F40A62AE}"/>
              </a:ext>
            </a:extLst>
          </p:cNvPr>
          <p:cNvSpPr>
            <a:spLocks noGrp="1"/>
          </p:cNvSpPr>
          <p:nvPr>
            <p:ph sz="quarter" idx="17"/>
          </p:nvPr>
        </p:nvSpPr>
        <p:spPr>
          <a:xfrm>
            <a:off x="255844" y="1823134"/>
            <a:ext cx="270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7" name="Espace réservé de la date 3">
            <a:extLst>
              <a:ext uri="{FF2B5EF4-FFF2-40B4-BE49-F238E27FC236}">
                <a16:creationId xmlns:a16="http://schemas.microsoft.com/office/drawing/2014/main" id="{D81FC671-19E6-B5F1-C948-EFDEC54231B8}"/>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5FCE6E80-7709-434B-9EB5-D23530606772}" type="datetime3">
              <a:rPr lang="fr-CA" smtClean="0"/>
              <a:t>26/09/03</a:t>
            </a:fld>
            <a:endParaRPr lang="fr-FR" dirty="0"/>
          </a:p>
        </p:txBody>
      </p:sp>
    </p:spTree>
    <p:extLst>
      <p:ext uri="{BB962C8B-B14F-4D97-AF65-F5344CB8AC3E}">
        <p14:creationId xmlns:p14="http://schemas.microsoft.com/office/powerpoint/2010/main" val="265937186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Ruban bleu haut droite bi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rot="16200000">
            <a:off x="3784950" y="-3784948"/>
            <a:ext cx="1574103" cy="9144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1">
            <a:extLst>
              <a:ext uri="{FF2B5EF4-FFF2-40B4-BE49-F238E27FC236}">
                <a16:creationId xmlns:a16="http://schemas.microsoft.com/office/drawing/2014/main" id="{A1106F36-D662-FC8A-8AD2-2100FA3436D4}"/>
              </a:ext>
            </a:extLst>
          </p:cNvPr>
          <p:cNvSpPr>
            <a:spLocks noGrp="1"/>
          </p:cNvSpPr>
          <p:nvPr>
            <p:ph type="title" hasCustomPrompt="1"/>
          </p:nvPr>
        </p:nvSpPr>
        <p:spPr>
          <a:xfrm>
            <a:off x="2401909" y="330590"/>
            <a:ext cx="64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5" name="Espace réservé du contenu 4">
            <a:extLst>
              <a:ext uri="{FF2B5EF4-FFF2-40B4-BE49-F238E27FC236}">
                <a16:creationId xmlns:a16="http://schemas.microsoft.com/office/drawing/2014/main" id="{F15ADDAB-2B98-32BA-6322-6EAC09DFA5B8}"/>
              </a:ext>
            </a:extLst>
          </p:cNvPr>
          <p:cNvSpPr>
            <a:spLocks noGrp="1"/>
          </p:cNvSpPr>
          <p:nvPr>
            <p:ph sz="quarter" idx="16"/>
          </p:nvPr>
        </p:nvSpPr>
        <p:spPr>
          <a:xfrm>
            <a:off x="3222251" y="1822354"/>
            <a:ext cx="567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pied de page 4">
            <a:extLst>
              <a:ext uri="{FF2B5EF4-FFF2-40B4-BE49-F238E27FC236}">
                <a16:creationId xmlns:a16="http://schemas.microsoft.com/office/drawing/2014/main" id="{2D9CED3D-4149-ADA1-60D7-9251C98A59BA}"/>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47B3E41E-BDB7-253C-7F15-5471289E0416}"/>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8" name="Espace réservé du contenu 7">
            <a:extLst>
              <a:ext uri="{FF2B5EF4-FFF2-40B4-BE49-F238E27FC236}">
                <a16:creationId xmlns:a16="http://schemas.microsoft.com/office/drawing/2014/main" id="{5BE4225E-36C0-88E2-4168-32C0F40A62AE}"/>
              </a:ext>
            </a:extLst>
          </p:cNvPr>
          <p:cNvSpPr>
            <a:spLocks noGrp="1"/>
          </p:cNvSpPr>
          <p:nvPr>
            <p:ph sz="quarter" idx="17"/>
          </p:nvPr>
        </p:nvSpPr>
        <p:spPr>
          <a:xfrm>
            <a:off x="255844" y="1823134"/>
            <a:ext cx="270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7" name="Espace réservé de la date 3">
            <a:extLst>
              <a:ext uri="{FF2B5EF4-FFF2-40B4-BE49-F238E27FC236}">
                <a16:creationId xmlns:a16="http://schemas.microsoft.com/office/drawing/2014/main" id="{4D9BCD4A-5F97-D776-B99C-C13EFF517E74}"/>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spTree>
    <p:extLst>
      <p:ext uri="{BB962C8B-B14F-4D97-AF65-F5344CB8AC3E}">
        <p14:creationId xmlns:p14="http://schemas.microsoft.com/office/powerpoint/2010/main" val="295644083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Ruban bleu haut gauch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rot="16200000">
            <a:off x="3784950" y="-3784948"/>
            <a:ext cx="1574103" cy="9144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1">
            <a:extLst>
              <a:ext uri="{FF2B5EF4-FFF2-40B4-BE49-F238E27FC236}">
                <a16:creationId xmlns:a16="http://schemas.microsoft.com/office/drawing/2014/main" id="{A1106F36-D662-FC8A-8AD2-2100FA3436D4}"/>
              </a:ext>
            </a:extLst>
          </p:cNvPr>
          <p:cNvSpPr>
            <a:spLocks noGrp="1"/>
          </p:cNvSpPr>
          <p:nvPr>
            <p:ph type="title" hasCustomPrompt="1"/>
          </p:nvPr>
        </p:nvSpPr>
        <p:spPr>
          <a:xfrm>
            <a:off x="2475868" y="330591"/>
            <a:ext cx="6395831" cy="562504"/>
          </a:xfrm>
        </p:spPr>
        <p:txBody>
          <a:bodyPr>
            <a:normAutofit/>
          </a:bodyPr>
          <a:lstStyle>
            <a:lvl1pPr>
              <a:defRPr sz="2700">
                <a:solidFill>
                  <a:schemeClr val="bg1"/>
                </a:solidFill>
              </a:defRPr>
            </a:lvl1pPr>
          </a:lstStyle>
          <a:p>
            <a:r>
              <a:rPr lang="fr-CA" dirty="0"/>
              <a:t>Modifier le titre</a:t>
            </a:r>
            <a:endParaRPr lang="fr-FR" dirty="0"/>
          </a:p>
        </p:txBody>
      </p:sp>
      <p:sp>
        <p:nvSpPr>
          <p:cNvPr id="11" name="Espace réservé du texte 14">
            <a:extLst>
              <a:ext uri="{FF2B5EF4-FFF2-40B4-BE49-F238E27FC236}">
                <a16:creationId xmlns:a16="http://schemas.microsoft.com/office/drawing/2014/main" id="{F7DD285F-857B-1CC6-B701-3E7FFE0CC7CA}"/>
              </a:ext>
            </a:extLst>
          </p:cNvPr>
          <p:cNvSpPr>
            <a:spLocks noGrp="1"/>
          </p:cNvSpPr>
          <p:nvPr>
            <p:ph type="body" sz="quarter" idx="15" hasCustomPrompt="1"/>
          </p:nvPr>
        </p:nvSpPr>
        <p:spPr>
          <a:xfrm>
            <a:off x="2482591" y="924580"/>
            <a:ext cx="6395831" cy="297921"/>
          </a:xfrm>
        </p:spPr>
        <p:txBody>
          <a:bodyPr>
            <a:normAutofit/>
          </a:bodyPr>
          <a:lstStyle>
            <a:lvl1pPr marL="0" indent="0">
              <a:buNone/>
              <a:defRPr sz="1500">
                <a:solidFill>
                  <a:schemeClr val="bg1"/>
                </a:solidFill>
              </a:defRPr>
            </a:lvl1pPr>
          </a:lstStyle>
          <a:p>
            <a:pPr lvl="0"/>
            <a:r>
              <a:rPr lang="fr-CA" dirty="0"/>
              <a:t>Cliquez pour modifier le texte</a:t>
            </a:r>
          </a:p>
        </p:txBody>
      </p:sp>
      <p:sp>
        <p:nvSpPr>
          <p:cNvPr id="5" name="Espace réservé du contenu 4">
            <a:extLst>
              <a:ext uri="{FF2B5EF4-FFF2-40B4-BE49-F238E27FC236}">
                <a16:creationId xmlns:a16="http://schemas.microsoft.com/office/drawing/2014/main" id="{F15ADDAB-2B98-32BA-6322-6EAC09DFA5B8}"/>
              </a:ext>
            </a:extLst>
          </p:cNvPr>
          <p:cNvSpPr>
            <a:spLocks noGrp="1"/>
          </p:cNvSpPr>
          <p:nvPr>
            <p:ph sz="quarter" idx="16"/>
          </p:nvPr>
        </p:nvSpPr>
        <p:spPr>
          <a:xfrm>
            <a:off x="257173" y="1822354"/>
            <a:ext cx="567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pied de page 4">
            <a:extLst>
              <a:ext uri="{FF2B5EF4-FFF2-40B4-BE49-F238E27FC236}">
                <a16:creationId xmlns:a16="http://schemas.microsoft.com/office/drawing/2014/main" id="{2D9CED3D-4149-ADA1-60D7-9251C98A59BA}"/>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47B3E41E-BDB7-253C-7F15-5471289E0416}"/>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8" name="Espace réservé du contenu 7">
            <a:extLst>
              <a:ext uri="{FF2B5EF4-FFF2-40B4-BE49-F238E27FC236}">
                <a16:creationId xmlns:a16="http://schemas.microsoft.com/office/drawing/2014/main" id="{5BE4225E-36C0-88E2-4168-32C0F40A62AE}"/>
              </a:ext>
            </a:extLst>
          </p:cNvPr>
          <p:cNvSpPr>
            <a:spLocks noGrp="1"/>
          </p:cNvSpPr>
          <p:nvPr>
            <p:ph sz="quarter" idx="17"/>
          </p:nvPr>
        </p:nvSpPr>
        <p:spPr>
          <a:xfrm>
            <a:off x="6192721" y="1815663"/>
            <a:ext cx="270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7" name="Espace réservé de la date 3">
            <a:extLst>
              <a:ext uri="{FF2B5EF4-FFF2-40B4-BE49-F238E27FC236}">
                <a16:creationId xmlns:a16="http://schemas.microsoft.com/office/drawing/2014/main" id="{F337C6AD-FC01-C3AC-74FF-1726315AFE19}"/>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A603C8B1-782B-4664-80CF-CC2DDF2D978E}" type="datetime3">
              <a:rPr lang="fr-CA" smtClean="0"/>
              <a:t>26/09/03</a:t>
            </a:fld>
            <a:endParaRPr lang="fr-FR" dirty="0"/>
          </a:p>
        </p:txBody>
      </p:sp>
    </p:spTree>
    <p:extLst>
      <p:ext uri="{BB962C8B-B14F-4D97-AF65-F5344CB8AC3E}">
        <p14:creationId xmlns:p14="http://schemas.microsoft.com/office/powerpoint/2010/main" val="335499375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Ruban bleu haut gauche bi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rot="16200000">
            <a:off x="3784950" y="-3784948"/>
            <a:ext cx="1574103" cy="9144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1">
            <a:extLst>
              <a:ext uri="{FF2B5EF4-FFF2-40B4-BE49-F238E27FC236}">
                <a16:creationId xmlns:a16="http://schemas.microsoft.com/office/drawing/2014/main" id="{A1106F36-D662-FC8A-8AD2-2100FA3436D4}"/>
              </a:ext>
            </a:extLst>
          </p:cNvPr>
          <p:cNvSpPr>
            <a:spLocks noGrp="1"/>
          </p:cNvSpPr>
          <p:nvPr>
            <p:ph type="title" hasCustomPrompt="1"/>
          </p:nvPr>
        </p:nvSpPr>
        <p:spPr>
          <a:xfrm>
            <a:off x="2408633" y="330590"/>
            <a:ext cx="64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5" name="Espace réservé du contenu 4">
            <a:extLst>
              <a:ext uri="{FF2B5EF4-FFF2-40B4-BE49-F238E27FC236}">
                <a16:creationId xmlns:a16="http://schemas.microsoft.com/office/drawing/2014/main" id="{F15ADDAB-2B98-32BA-6322-6EAC09DFA5B8}"/>
              </a:ext>
            </a:extLst>
          </p:cNvPr>
          <p:cNvSpPr>
            <a:spLocks noGrp="1"/>
          </p:cNvSpPr>
          <p:nvPr>
            <p:ph sz="quarter" idx="16"/>
          </p:nvPr>
        </p:nvSpPr>
        <p:spPr>
          <a:xfrm>
            <a:off x="257173" y="1822354"/>
            <a:ext cx="567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pied de page 4">
            <a:extLst>
              <a:ext uri="{FF2B5EF4-FFF2-40B4-BE49-F238E27FC236}">
                <a16:creationId xmlns:a16="http://schemas.microsoft.com/office/drawing/2014/main" id="{2D9CED3D-4149-ADA1-60D7-9251C98A59BA}"/>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47B3E41E-BDB7-253C-7F15-5471289E0416}"/>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8" name="Espace réservé du contenu 7">
            <a:extLst>
              <a:ext uri="{FF2B5EF4-FFF2-40B4-BE49-F238E27FC236}">
                <a16:creationId xmlns:a16="http://schemas.microsoft.com/office/drawing/2014/main" id="{5BE4225E-36C0-88E2-4168-32C0F40A62AE}"/>
              </a:ext>
            </a:extLst>
          </p:cNvPr>
          <p:cNvSpPr>
            <a:spLocks noGrp="1"/>
          </p:cNvSpPr>
          <p:nvPr>
            <p:ph sz="quarter" idx="17"/>
          </p:nvPr>
        </p:nvSpPr>
        <p:spPr>
          <a:xfrm>
            <a:off x="6192721" y="1815663"/>
            <a:ext cx="270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7" name="Espace réservé de la date 3">
            <a:extLst>
              <a:ext uri="{FF2B5EF4-FFF2-40B4-BE49-F238E27FC236}">
                <a16:creationId xmlns:a16="http://schemas.microsoft.com/office/drawing/2014/main" id="{685A8CF1-DB0E-4DB9-D3F4-1CA765859C4B}"/>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26/09/03</a:t>
            </a:fld>
            <a:endParaRPr lang="fr-FR" sz="900" dirty="0"/>
          </a:p>
        </p:txBody>
      </p:sp>
    </p:spTree>
    <p:extLst>
      <p:ext uri="{BB962C8B-B14F-4D97-AF65-F5344CB8AC3E}">
        <p14:creationId xmlns:p14="http://schemas.microsoft.com/office/powerpoint/2010/main" val="359680018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Ruban bleu haut conten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rot="16200000">
            <a:off x="3784950" y="-3777478"/>
            <a:ext cx="1574103" cy="9144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1">
            <a:extLst>
              <a:ext uri="{FF2B5EF4-FFF2-40B4-BE49-F238E27FC236}">
                <a16:creationId xmlns:a16="http://schemas.microsoft.com/office/drawing/2014/main" id="{A1106F36-D662-FC8A-8AD2-2100FA3436D4}"/>
              </a:ext>
            </a:extLst>
          </p:cNvPr>
          <p:cNvSpPr>
            <a:spLocks noGrp="1"/>
          </p:cNvSpPr>
          <p:nvPr>
            <p:ph type="title" hasCustomPrompt="1"/>
          </p:nvPr>
        </p:nvSpPr>
        <p:spPr>
          <a:xfrm>
            <a:off x="2415354" y="330590"/>
            <a:ext cx="64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5" name="Espace réservé du contenu 4">
            <a:extLst>
              <a:ext uri="{FF2B5EF4-FFF2-40B4-BE49-F238E27FC236}">
                <a16:creationId xmlns:a16="http://schemas.microsoft.com/office/drawing/2014/main" id="{F15ADDAB-2B98-32BA-6322-6EAC09DFA5B8}"/>
              </a:ext>
            </a:extLst>
          </p:cNvPr>
          <p:cNvSpPr>
            <a:spLocks noGrp="1"/>
          </p:cNvSpPr>
          <p:nvPr>
            <p:ph sz="quarter" idx="16"/>
          </p:nvPr>
        </p:nvSpPr>
        <p:spPr>
          <a:xfrm>
            <a:off x="255493" y="1799943"/>
            <a:ext cx="864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pied de page 4">
            <a:extLst>
              <a:ext uri="{FF2B5EF4-FFF2-40B4-BE49-F238E27FC236}">
                <a16:creationId xmlns:a16="http://schemas.microsoft.com/office/drawing/2014/main" id="{19D23899-5035-67DE-9FF8-7C6918994F5D}"/>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CD87BB6B-1CEF-42B1-0CB7-458381CF8014}"/>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7" name="Espace réservé de la date 3">
            <a:extLst>
              <a:ext uri="{FF2B5EF4-FFF2-40B4-BE49-F238E27FC236}">
                <a16:creationId xmlns:a16="http://schemas.microsoft.com/office/drawing/2014/main" id="{FAACADAE-600C-95A7-5469-B98CA70C0C1E}"/>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214C938A-1C52-43CD-9173-32B8DBA806A2}" type="datetime3">
              <a:rPr lang="fr-CA" smtClean="0"/>
              <a:t>26/09/03</a:t>
            </a:fld>
            <a:endParaRPr lang="fr-FR" dirty="0"/>
          </a:p>
        </p:txBody>
      </p:sp>
    </p:spTree>
    <p:extLst>
      <p:ext uri="{BB962C8B-B14F-4D97-AF65-F5344CB8AC3E}">
        <p14:creationId xmlns:p14="http://schemas.microsoft.com/office/powerpoint/2010/main" val="388829332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Ruban bleu dro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7091998" y="-7470"/>
            <a:ext cx="2052002" cy="5715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 name="Titre 1">
            <a:extLst>
              <a:ext uri="{FF2B5EF4-FFF2-40B4-BE49-F238E27FC236}">
                <a16:creationId xmlns:a16="http://schemas.microsoft.com/office/drawing/2014/main" id="{82F11ED8-C809-FE02-918C-9ABDF9BFCABC}"/>
              </a:ext>
            </a:extLst>
          </p:cNvPr>
          <p:cNvSpPr>
            <a:spLocks noGrp="1"/>
          </p:cNvSpPr>
          <p:nvPr>
            <p:ph type="title" hasCustomPrompt="1"/>
          </p:nvPr>
        </p:nvSpPr>
        <p:spPr>
          <a:xfrm>
            <a:off x="405916" y="311741"/>
            <a:ext cx="6480000" cy="600000"/>
          </a:xfrm>
        </p:spPr>
        <p:txBody>
          <a:bodyPr>
            <a:normAutofit/>
          </a:bodyPr>
          <a:lstStyle>
            <a:lvl1pPr>
              <a:defRPr sz="2700"/>
            </a:lvl1pPr>
          </a:lstStyle>
          <a:p>
            <a:r>
              <a:rPr lang="fr-CA" dirty="0"/>
              <a:t>Modifier le titre</a:t>
            </a:r>
            <a:endParaRPr lang="fr-FR" dirty="0"/>
          </a:p>
        </p:txBody>
      </p:sp>
      <p:sp>
        <p:nvSpPr>
          <p:cNvPr id="24" name="Espace réservé du texte 14">
            <a:extLst>
              <a:ext uri="{FF2B5EF4-FFF2-40B4-BE49-F238E27FC236}">
                <a16:creationId xmlns:a16="http://schemas.microsoft.com/office/drawing/2014/main" id="{443B1B8B-3F72-FE45-18E9-4AFA46FB9FB7}"/>
              </a:ext>
            </a:extLst>
          </p:cNvPr>
          <p:cNvSpPr>
            <a:spLocks noGrp="1"/>
          </p:cNvSpPr>
          <p:nvPr>
            <p:ph type="body" sz="quarter" idx="15" hasCustomPrompt="1"/>
          </p:nvPr>
        </p:nvSpPr>
        <p:spPr>
          <a:xfrm>
            <a:off x="399191" y="934118"/>
            <a:ext cx="6480000" cy="300000"/>
          </a:xfrm>
        </p:spPr>
        <p:txBody>
          <a:bodyPr>
            <a:normAutofit/>
          </a:bodyPr>
          <a:lstStyle>
            <a:lvl1pPr marL="0" indent="0">
              <a:buNone/>
              <a:defRPr sz="1500"/>
            </a:lvl1pPr>
          </a:lstStyle>
          <a:p>
            <a:pPr lvl="0"/>
            <a:r>
              <a:rPr lang="fr-CA" dirty="0"/>
              <a:t>Modifier le sous-titre</a:t>
            </a:r>
          </a:p>
        </p:txBody>
      </p:sp>
      <p:sp>
        <p:nvSpPr>
          <p:cNvPr id="6" name="Espace réservé du pied de page 4">
            <a:extLst>
              <a:ext uri="{FF2B5EF4-FFF2-40B4-BE49-F238E27FC236}">
                <a16:creationId xmlns:a16="http://schemas.microsoft.com/office/drawing/2014/main" id="{297CA58B-5DD6-BE46-F788-6CE5D9F9B5A4}"/>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8" name="Espace réservé du numéro de diapositive 5">
            <a:extLst>
              <a:ext uri="{FF2B5EF4-FFF2-40B4-BE49-F238E27FC236}">
                <a16:creationId xmlns:a16="http://schemas.microsoft.com/office/drawing/2014/main" id="{D9B4384B-0EAB-C796-BCC6-DBD923653973}"/>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bg1">
                    <a:lumMod val="95000"/>
                  </a:schemeClr>
                </a:solidFill>
                <a:latin typeface="Visby CF Bold" pitchFamily="2" charset="77"/>
              </a:defRPr>
            </a:lvl1pPr>
          </a:lstStyle>
          <a:p>
            <a:fld id="{0A5F8BAD-6575-7647-B790-DC8892003398}" type="slidenum">
              <a:rPr lang="fr-FR" smtClean="0"/>
              <a:pPr/>
              <a:t>‹N°›</a:t>
            </a:fld>
            <a:endParaRPr lang="fr-FR" dirty="0"/>
          </a:p>
        </p:txBody>
      </p:sp>
      <p:sp>
        <p:nvSpPr>
          <p:cNvPr id="7" name="Espace réservé du contenu 6">
            <a:extLst>
              <a:ext uri="{FF2B5EF4-FFF2-40B4-BE49-F238E27FC236}">
                <a16:creationId xmlns:a16="http://schemas.microsoft.com/office/drawing/2014/main" id="{08757E65-DA38-9E88-502F-E5C65308B872}"/>
              </a:ext>
            </a:extLst>
          </p:cNvPr>
          <p:cNvSpPr>
            <a:spLocks noGrp="1"/>
          </p:cNvSpPr>
          <p:nvPr>
            <p:ph sz="quarter" idx="16"/>
          </p:nvPr>
        </p:nvSpPr>
        <p:spPr>
          <a:xfrm>
            <a:off x="398860" y="1523611"/>
            <a:ext cx="6480000" cy="360097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dirty="0"/>
          </a:p>
        </p:txBody>
      </p:sp>
      <p:sp>
        <p:nvSpPr>
          <p:cNvPr id="5" name="Espace réservé de la date 3">
            <a:extLst>
              <a:ext uri="{FF2B5EF4-FFF2-40B4-BE49-F238E27FC236}">
                <a16:creationId xmlns:a16="http://schemas.microsoft.com/office/drawing/2014/main" id="{A449D760-FCA9-9990-F382-3CCBB283D689}"/>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bg1">
                    <a:lumMod val="95000"/>
                  </a:schemeClr>
                </a:solidFill>
                <a:latin typeface="Visby CF" pitchFamily="2" charset="77"/>
              </a:defRPr>
            </a:lvl1pPr>
          </a:lstStyle>
          <a:p>
            <a:fld id="{E948F7F5-5CFE-4E1D-BD88-2D94BEFA2B79}" type="datetime3">
              <a:rPr lang="fr-CA" smtClean="0"/>
              <a:t>26/09/03</a:t>
            </a:fld>
            <a:endParaRPr lang="fr-FR" dirty="0"/>
          </a:p>
        </p:txBody>
      </p:sp>
    </p:spTree>
    <p:extLst>
      <p:ext uri="{BB962C8B-B14F-4D97-AF65-F5344CB8AC3E}">
        <p14:creationId xmlns:p14="http://schemas.microsoft.com/office/powerpoint/2010/main" val="22247633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Ruban bleu droite bi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7092001" y="0"/>
            <a:ext cx="2052002" cy="5715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8">
            <a:extLst>
              <a:ext uri="{FF2B5EF4-FFF2-40B4-BE49-F238E27FC236}">
                <a16:creationId xmlns:a16="http://schemas.microsoft.com/office/drawing/2014/main" id="{39975E0B-A63C-E46F-4BDB-B17AEAF751F9}"/>
              </a:ext>
            </a:extLst>
          </p:cNvPr>
          <p:cNvSpPr>
            <a:spLocks noGrp="1"/>
          </p:cNvSpPr>
          <p:nvPr>
            <p:ph type="title"/>
          </p:nvPr>
        </p:nvSpPr>
        <p:spPr>
          <a:xfrm>
            <a:off x="399191" y="304271"/>
            <a:ext cx="6480000" cy="900000"/>
          </a:xfrm>
        </p:spPr>
        <p:txBody>
          <a:bodyPr/>
          <a:lstStyle/>
          <a:p>
            <a:r>
              <a:rPr lang="fr-FR"/>
              <a:t>Modifiez le style du titre</a:t>
            </a:r>
            <a:endParaRPr lang="en-CA"/>
          </a:p>
        </p:txBody>
      </p:sp>
      <p:sp>
        <p:nvSpPr>
          <p:cNvPr id="11" name="Espace réservé du contenu 10">
            <a:extLst>
              <a:ext uri="{FF2B5EF4-FFF2-40B4-BE49-F238E27FC236}">
                <a16:creationId xmlns:a16="http://schemas.microsoft.com/office/drawing/2014/main" id="{DA03A288-B51A-49AF-061A-37A09F584A21}"/>
              </a:ext>
            </a:extLst>
          </p:cNvPr>
          <p:cNvSpPr>
            <a:spLocks noGrp="1"/>
          </p:cNvSpPr>
          <p:nvPr>
            <p:ph sz="quarter" idx="13"/>
          </p:nvPr>
        </p:nvSpPr>
        <p:spPr>
          <a:xfrm>
            <a:off x="398860" y="1471083"/>
            <a:ext cx="6480000"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dirty="0"/>
          </a:p>
        </p:txBody>
      </p:sp>
      <p:sp>
        <p:nvSpPr>
          <p:cNvPr id="4" name="Espace réservé du pied de page 4">
            <a:extLst>
              <a:ext uri="{FF2B5EF4-FFF2-40B4-BE49-F238E27FC236}">
                <a16:creationId xmlns:a16="http://schemas.microsoft.com/office/drawing/2014/main" id="{FE155C0A-E7E2-D133-60DD-38946DD603E9}"/>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6CDD6402-A2B1-B4CE-0D4B-E5C613CEDF66}"/>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bg2"/>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C3437283-87BE-ACE3-8113-25684DCD9E18}"/>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solidFill>
                  <a:schemeClr val="bg1">
                    <a:lumMod val="95000"/>
                  </a:schemeClr>
                </a:solidFill>
              </a:rPr>
              <a:pPr/>
              <a:t>26/09/03</a:t>
            </a:fld>
            <a:endParaRPr lang="fr-FR" sz="900" dirty="0">
              <a:solidFill>
                <a:schemeClr val="bg1">
                  <a:lumMod val="95000"/>
                </a:schemeClr>
              </a:solidFill>
            </a:endParaRPr>
          </a:p>
        </p:txBody>
      </p:sp>
    </p:spTree>
    <p:extLst>
      <p:ext uri="{BB962C8B-B14F-4D97-AF65-F5344CB8AC3E}">
        <p14:creationId xmlns:p14="http://schemas.microsoft.com/office/powerpoint/2010/main" val="209240243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eu Contenu dro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0" y="0"/>
            <a:ext cx="4572000" cy="5715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 name="Titre 1">
            <a:extLst>
              <a:ext uri="{FF2B5EF4-FFF2-40B4-BE49-F238E27FC236}">
                <a16:creationId xmlns:a16="http://schemas.microsoft.com/office/drawing/2014/main" id="{82F11ED8-C809-FE02-918C-9ABDF9BFCABC}"/>
              </a:ext>
            </a:extLst>
          </p:cNvPr>
          <p:cNvSpPr>
            <a:spLocks noGrp="1"/>
          </p:cNvSpPr>
          <p:nvPr>
            <p:ph type="title" hasCustomPrompt="1"/>
          </p:nvPr>
        </p:nvSpPr>
        <p:spPr>
          <a:xfrm>
            <a:off x="419100" y="467340"/>
            <a:ext cx="37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15" name="Espace réservé du texte 14">
            <a:extLst>
              <a:ext uri="{FF2B5EF4-FFF2-40B4-BE49-F238E27FC236}">
                <a16:creationId xmlns:a16="http://schemas.microsoft.com/office/drawing/2014/main" id="{107C957A-FB0B-F991-5CD7-DEF8376A2AA4}"/>
              </a:ext>
            </a:extLst>
          </p:cNvPr>
          <p:cNvSpPr>
            <a:spLocks noGrp="1"/>
          </p:cNvSpPr>
          <p:nvPr>
            <p:ph type="body" sz="quarter" idx="13"/>
          </p:nvPr>
        </p:nvSpPr>
        <p:spPr>
          <a:xfrm>
            <a:off x="425824" y="2255652"/>
            <a:ext cx="3780000" cy="270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24" name="Espace réservé du texte 14">
            <a:extLst>
              <a:ext uri="{FF2B5EF4-FFF2-40B4-BE49-F238E27FC236}">
                <a16:creationId xmlns:a16="http://schemas.microsoft.com/office/drawing/2014/main" id="{443B1B8B-3F72-FE45-18E9-4AFA46FB9FB7}"/>
              </a:ext>
            </a:extLst>
          </p:cNvPr>
          <p:cNvSpPr>
            <a:spLocks noGrp="1"/>
          </p:cNvSpPr>
          <p:nvPr>
            <p:ph type="body" sz="quarter" idx="15"/>
          </p:nvPr>
        </p:nvSpPr>
        <p:spPr>
          <a:xfrm>
            <a:off x="419100" y="1399393"/>
            <a:ext cx="3780000" cy="600000"/>
          </a:xfrm>
        </p:spPr>
        <p:txBody>
          <a:bodyPr anchor="ctr">
            <a:normAutofit/>
          </a:bodyPr>
          <a:lstStyle>
            <a:lvl1pPr marL="0" indent="0">
              <a:buNone/>
              <a:defRPr sz="1500">
                <a:solidFill>
                  <a:schemeClr val="bg1"/>
                </a:solidFill>
              </a:defRPr>
            </a:lvl1pPr>
          </a:lstStyle>
          <a:p>
            <a:pPr lvl="0"/>
            <a:r>
              <a:rPr lang="fr-FR"/>
              <a:t>Cliquez pour modifier les styles du texte du masque</a:t>
            </a:r>
          </a:p>
        </p:txBody>
      </p:sp>
      <p:sp>
        <p:nvSpPr>
          <p:cNvPr id="4" name="Espace réservé du contenu 7">
            <a:extLst>
              <a:ext uri="{FF2B5EF4-FFF2-40B4-BE49-F238E27FC236}">
                <a16:creationId xmlns:a16="http://schemas.microsoft.com/office/drawing/2014/main" id="{E4154B48-A1AA-D4C1-AFA6-4CECCD90838C}"/>
              </a:ext>
            </a:extLst>
          </p:cNvPr>
          <p:cNvSpPr>
            <a:spLocks noGrp="1"/>
          </p:cNvSpPr>
          <p:nvPr>
            <p:ph sz="quarter" idx="16"/>
          </p:nvPr>
        </p:nvSpPr>
        <p:spPr>
          <a:xfrm>
            <a:off x="4970930" y="467303"/>
            <a:ext cx="3915000" cy="4350000"/>
          </a:xfrm>
        </p:spPr>
        <p:txBody>
          <a:bodyPr anchor="t"/>
          <a:lstStyle>
            <a:lvl1pPr marL="0" indent="0" algn="ctr">
              <a:buNone/>
              <a:defRPr/>
            </a:lvl1pPr>
          </a:lstStyle>
          <a:p>
            <a:pPr lvl="0"/>
            <a:r>
              <a:rPr lang="fr-FR"/>
              <a:t>Cliquez pour modifier les styles du texte du masque</a:t>
            </a:r>
          </a:p>
          <a:p>
            <a:pPr lvl="1"/>
            <a:r>
              <a:rPr lang="fr-FR"/>
              <a:t>Deuxième niveau</a:t>
            </a:r>
          </a:p>
          <a:p>
            <a:pPr lvl="2"/>
            <a:r>
              <a:rPr lang="fr-FR"/>
              <a:t>Troisième niveau</a:t>
            </a:r>
          </a:p>
        </p:txBody>
      </p:sp>
      <p:sp>
        <p:nvSpPr>
          <p:cNvPr id="7" name="Espace réservé du pied de page 4">
            <a:extLst>
              <a:ext uri="{FF2B5EF4-FFF2-40B4-BE49-F238E27FC236}">
                <a16:creationId xmlns:a16="http://schemas.microsoft.com/office/drawing/2014/main" id="{7127E063-8035-679C-4E50-881E781BA6C0}"/>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solidFill>
                  <a:schemeClr val="bg2"/>
                </a:solidFill>
              </a:rPr>
              <a:t>© 2026. Estelle M. Morin, Ph. </a:t>
            </a:r>
            <a:r>
              <a:rPr lang="fr-CA" dirty="0"/>
              <a:t>D.  Tous droits réservés.</a:t>
            </a:r>
            <a:endParaRPr lang="fr-FR" dirty="0"/>
          </a:p>
        </p:txBody>
      </p:sp>
      <p:sp>
        <p:nvSpPr>
          <p:cNvPr id="8" name="Espace réservé du numéro de diapositive 5">
            <a:extLst>
              <a:ext uri="{FF2B5EF4-FFF2-40B4-BE49-F238E27FC236}">
                <a16:creationId xmlns:a16="http://schemas.microsoft.com/office/drawing/2014/main" id="{F40C7D8A-F255-9091-9B85-AEA5D9EBC1D8}"/>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9" name="Espace réservé de la date 3">
            <a:extLst>
              <a:ext uri="{FF2B5EF4-FFF2-40B4-BE49-F238E27FC236}">
                <a16:creationId xmlns:a16="http://schemas.microsoft.com/office/drawing/2014/main" id="{C1803D16-CF1A-13F9-35EC-1CC91241C5F3}"/>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556BD563-B577-4478-8B5D-DA4BDFC2AFBE}" type="datetime3">
              <a:rPr lang="fr-CA" smtClean="0"/>
              <a:t>26/09/03</a:t>
            </a:fld>
            <a:endParaRPr lang="fr-FR" dirty="0"/>
          </a:p>
        </p:txBody>
      </p:sp>
      <p:pic>
        <p:nvPicPr>
          <p:cNvPr id="11" name="Image 10">
            <a:extLst>
              <a:ext uri="{FF2B5EF4-FFF2-40B4-BE49-F238E27FC236}">
                <a16:creationId xmlns:a16="http://schemas.microsoft.com/office/drawing/2014/main" id="{99A34DD0-98D2-A02B-058C-1E3C42418A72}"/>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153752749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leu Contenu gauch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4581525" y="-7469"/>
            <a:ext cx="4572000" cy="5715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 name="Titre 1">
            <a:extLst>
              <a:ext uri="{FF2B5EF4-FFF2-40B4-BE49-F238E27FC236}">
                <a16:creationId xmlns:a16="http://schemas.microsoft.com/office/drawing/2014/main" id="{B441FCAB-3DF2-A845-8CB3-FB5AD3830231}"/>
              </a:ext>
            </a:extLst>
          </p:cNvPr>
          <p:cNvSpPr>
            <a:spLocks noGrp="1"/>
          </p:cNvSpPr>
          <p:nvPr>
            <p:ph type="title" hasCustomPrompt="1"/>
          </p:nvPr>
        </p:nvSpPr>
        <p:spPr>
          <a:xfrm>
            <a:off x="5000625" y="556990"/>
            <a:ext cx="37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6" name="Espace réservé du texte 14">
            <a:extLst>
              <a:ext uri="{FF2B5EF4-FFF2-40B4-BE49-F238E27FC236}">
                <a16:creationId xmlns:a16="http://schemas.microsoft.com/office/drawing/2014/main" id="{8E9CB5CC-6DC3-DA4C-61C4-8746B8B0D5B8}"/>
              </a:ext>
            </a:extLst>
          </p:cNvPr>
          <p:cNvSpPr>
            <a:spLocks noGrp="1"/>
          </p:cNvSpPr>
          <p:nvPr>
            <p:ph type="body" sz="quarter" idx="13"/>
          </p:nvPr>
        </p:nvSpPr>
        <p:spPr>
          <a:xfrm>
            <a:off x="5000625" y="2263120"/>
            <a:ext cx="3780000" cy="2689877"/>
          </a:xfrm>
        </p:spPr>
        <p:txBody>
          <a:bodyPr/>
          <a:lstStyle>
            <a:lvl1pPr marL="0" indent="0">
              <a:buFontTx/>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Espace réservé du texte 14">
            <a:extLst>
              <a:ext uri="{FF2B5EF4-FFF2-40B4-BE49-F238E27FC236}">
                <a16:creationId xmlns:a16="http://schemas.microsoft.com/office/drawing/2014/main" id="{FE1B6F07-4F84-096B-D7EB-DC1D48AD386D}"/>
              </a:ext>
            </a:extLst>
          </p:cNvPr>
          <p:cNvSpPr>
            <a:spLocks noGrp="1"/>
          </p:cNvSpPr>
          <p:nvPr>
            <p:ph type="body" sz="quarter" idx="15"/>
          </p:nvPr>
        </p:nvSpPr>
        <p:spPr>
          <a:xfrm>
            <a:off x="5000625" y="1489038"/>
            <a:ext cx="3780000" cy="600000"/>
          </a:xfrm>
        </p:spPr>
        <p:txBody>
          <a:bodyPr anchor="ctr">
            <a:normAutofit/>
          </a:bodyPr>
          <a:lstStyle>
            <a:lvl1pPr marL="0" indent="0">
              <a:buNone/>
              <a:defRPr sz="1500">
                <a:solidFill>
                  <a:schemeClr val="bg1"/>
                </a:solidFill>
              </a:defRPr>
            </a:lvl1pPr>
          </a:lstStyle>
          <a:p>
            <a:pPr lvl="0"/>
            <a:r>
              <a:rPr lang="fr-FR"/>
              <a:t>Cliquez pour modifier les styles du texte du masque</a:t>
            </a:r>
          </a:p>
        </p:txBody>
      </p:sp>
      <p:sp>
        <p:nvSpPr>
          <p:cNvPr id="2" name="Espace réservé du contenu 7">
            <a:extLst>
              <a:ext uri="{FF2B5EF4-FFF2-40B4-BE49-F238E27FC236}">
                <a16:creationId xmlns:a16="http://schemas.microsoft.com/office/drawing/2014/main" id="{04323B02-B5DE-0614-A914-1505DB9F1286}"/>
              </a:ext>
            </a:extLst>
          </p:cNvPr>
          <p:cNvSpPr>
            <a:spLocks noGrp="1"/>
          </p:cNvSpPr>
          <p:nvPr>
            <p:ph sz="quarter" idx="16"/>
          </p:nvPr>
        </p:nvSpPr>
        <p:spPr>
          <a:xfrm>
            <a:off x="257736" y="467303"/>
            <a:ext cx="3915000" cy="4350000"/>
          </a:xfrm>
        </p:spPr>
        <p:txBody>
          <a:bodyPr anchor="t"/>
          <a:lstStyle>
            <a:lvl1pPr marL="0" indent="0" algn="ctr">
              <a:buNone/>
              <a:defRPr/>
            </a:lvl1pPr>
          </a:lstStyle>
          <a:p>
            <a:pPr lvl="0"/>
            <a:r>
              <a:rPr lang="fr-FR"/>
              <a:t>Cliquez pour modifier les styles du texte du masque</a:t>
            </a:r>
          </a:p>
          <a:p>
            <a:pPr lvl="1"/>
            <a:r>
              <a:rPr lang="fr-FR"/>
              <a:t>Deuxième niveau</a:t>
            </a:r>
          </a:p>
          <a:p>
            <a:pPr lvl="2"/>
            <a:r>
              <a:rPr lang="fr-FR"/>
              <a:t>Troisième niveau</a:t>
            </a:r>
          </a:p>
        </p:txBody>
      </p:sp>
      <p:sp>
        <p:nvSpPr>
          <p:cNvPr id="8" name="Espace réservé du pied de page 4">
            <a:extLst>
              <a:ext uri="{FF2B5EF4-FFF2-40B4-BE49-F238E27FC236}">
                <a16:creationId xmlns:a16="http://schemas.microsoft.com/office/drawing/2014/main" id="{C9335572-88BA-2E3B-FC3A-9F11CAD93F45}"/>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a:t>
            </a:r>
            <a:r>
              <a:rPr lang="fr-CA" dirty="0">
                <a:solidFill>
                  <a:schemeClr val="bg2"/>
                </a:solidFill>
              </a:rPr>
              <a:t>. D.  Tous droits réservés.</a:t>
            </a:r>
            <a:endParaRPr lang="fr-FR" dirty="0">
              <a:solidFill>
                <a:schemeClr val="bg2"/>
              </a:solidFill>
            </a:endParaRPr>
          </a:p>
        </p:txBody>
      </p:sp>
      <p:sp>
        <p:nvSpPr>
          <p:cNvPr id="9" name="Espace réservé du numéro de diapositive 5">
            <a:extLst>
              <a:ext uri="{FF2B5EF4-FFF2-40B4-BE49-F238E27FC236}">
                <a16:creationId xmlns:a16="http://schemas.microsoft.com/office/drawing/2014/main" id="{5B9D7262-250A-A344-9880-47A65BC0E902}"/>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bg2"/>
                </a:solidFill>
                <a:latin typeface="Visby CF Bold" pitchFamily="2" charset="77"/>
              </a:defRPr>
            </a:lvl1pPr>
          </a:lstStyle>
          <a:p>
            <a:fld id="{0A5F8BAD-6575-7647-B790-DC8892003398}" type="slidenum">
              <a:rPr lang="fr-FR" smtClean="0"/>
              <a:pPr/>
              <a:t>‹N°›</a:t>
            </a:fld>
            <a:endParaRPr lang="fr-FR" dirty="0"/>
          </a:p>
        </p:txBody>
      </p:sp>
      <p:sp>
        <p:nvSpPr>
          <p:cNvPr id="10" name="Espace réservé de la date 3">
            <a:extLst>
              <a:ext uri="{FF2B5EF4-FFF2-40B4-BE49-F238E27FC236}">
                <a16:creationId xmlns:a16="http://schemas.microsoft.com/office/drawing/2014/main" id="{9CCDAFDA-7237-5CE8-8B9E-7E698DB0A91D}"/>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bg1">
                    <a:lumMod val="95000"/>
                  </a:schemeClr>
                </a:solidFill>
                <a:latin typeface="Visby CF" pitchFamily="2" charset="77"/>
              </a:defRPr>
            </a:lvl1pPr>
          </a:lstStyle>
          <a:p>
            <a:fld id="{7E8135A9-0484-4943-B4E4-B5558E513F31}" type="datetime3">
              <a:rPr lang="fr-CA" smtClean="0"/>
              <a:t>26/09/03</a:t>
            </a:fld>
            <a:endParaRPr lang="fr-FR" dirty="0"/>
          </a:p>
        </p:txBody>
      </p:sp>
    </p:spTree>
    <p:extLst>
      <p:ext uri="{BB962C8B-B14F-4D97-AF65-F5344CB8AC3E}">
        <p14:creationId xmlns:p14="http://schemas.microsoft.com/office/powerpoint/2010/main" val="292745999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Marron Contenu dro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0" y="0"/>
            <a:ext cx="4572000" cy="5715000"/>
          </a:xfrm>
          <a:prstGeom prst="rect">
            <a:avLst/>
          </a:prstGeom>
          <a:solidFill>
            <a:srgbClr val="B052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 name="Titre 1">
            <a:extLst>
              <a:ext uri="{FF2B5EF4-FFF2-40B4-BE49-F238E27FC236}">
                <a16:creationId xmlns:a16="http://schemas.microsoft.com/office/drawing/2014/main" id="{82F11ED8-C809-FE02-918C-9ABDF9BFCABC}"/>
              </a:ext>
            </a:extLst>
          </p:cNvPr>
          <p:cNvSpPr>
            <a:spLocks noGrp="1"/>
          </p:cNvSpPr>
          <p:nvPr>
            <p:ph type="title" hasCustomPrompt="1"/>
          </p:nvPr>
        </p:nvSpPr>
        <p:spPr>
          <a:xfrm>
            <a:off x="419100" y="467340"/>
            <a:ext cx="37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15" name="Espace réservé du texte 14">
            <a:extLst>
              <a:ext uri="{FF2B5EF4-FFF2-40B4-BE49-F238E27FC236}">
                <a16:creationId xmlns:a16="http://schemas.microsoft.com/office/drawing/2014/main" id="{107C957A-FB0B-F991-5CD7-DEF8376A2AA4}"/>
              </a:ext>
            </a:extLst>
          </p:cNvPr>
          <p:cNvSpPr>
            <a:spLocks noGrp="1"/>
          </p:cNvSpPr>
          <p:nvPr>
            <p:ph type="body" sz="quarter" idx="13"/>
          </p:nvPr>
        </p:nvSpPr>
        <p:spPr>
          <a:xfrm>
            <a:off x="425824" y="2255652"/>
            <a:ext cx="3780000" cy="270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24" name="Espace réservé du texte 14">
            <a:extLst>
              <a:ext uri="{FF2B5EF4-FFF2-40B4-BE49-F238E27FC236}">
                <a16:creationId xmlns:a16="http://schemas.microsoft.com/office/drawing/2014/main" id="{443B1B8B-3F72-FE45-18E9-4AFA46FB9FB7}"/>
              </a:ext>
            </a:extLst>
          </p:cNvPr>
          <p:cNvSpPr>
            <a:spLocks noGrp="1"/>
          </p:cNvSpPr>
          <p:nvPr>
            <p:ph type="body" sz="quarter" idx="15"/>
          </p:nvPr>
        </p:nvSpPr>
        <p:spPr>
          <a:xfrm>
            <a:off x="419100" y="1399393"/>
            <a:ext cx="3780000" cy="600000"/>
          </a:xfrm>
        </p:spPr>
        <p:txBody>
          <a:bodyPr anchor="ctr">
            <a:normAutofit/>
          </a:bodyPr>
          <a:lstStyle>
            <a:lvl1pPr marL="0" indent="0">
              <a:buNone/>
              <a:defRPr sz="1500">
                <a:solidFill>
                  <a:schemeClr val="bg1"/>
                </a:solidFill>
              </a:defRPr>
            </a:lvl1pPr>
          </a:lstStyle>
          <a:p>
            <a:pPr lvl="0"/>
            <a:r>
              <a:rPr lang="fr-FR"/>
              <a:t>Cliquez pour modifier les styles du texte du masque</a:t>
            </a:r>
          </a:p>
        </p:txBody>
      </p:sp>
      <p:sp>
        <p:nvSpPr>
          <p:cNvPr id="4" name="Espace réservé du contenu 7">
            <a:extLst>
              <a:ext uri="{FF2B5EF4-FFF2-40B4-BE49-F238E27FC236}">
                <a16:creationId xmlns:a16="http://schemas.microsoft.com/office/drawing/2014/main" id="{E4154B48-A1AA-D4C1-AFA6-4CECCD90838C}"/>
              </a:ext>
            </a:extLst>
          </p:cNvPr>
          <p:cNvSpPr>
            <a:spLocks noGrp="1"/>
          </p:cNvSpPr>
          <p:nvPr>
            <p:ph sz="quarter" idx="16"/>
          </p:nvPr>
        </p:nvSpPr>
        <p:spPr>
          <a:xfrm>
            <a:off x="4970930" y="467303"/>
            <a:ext cx="3915000" cy="4350000"/>
          </a:xfrm>
        </p:spPr>
        <p:txBody>
          <a:bodyPr anchor="t"/>
          <a:lstStyle>
            <a:lvl1pPr marL="0" indent="0" algn="ctr">
              <a:buNone/>
              <a:defRPr/>
            </a:lvl1pPr>
          </a:lstStyle>
          <a:p>
            <a:pPr lvl="0"/>
            <a:r>
              <a:rPr lang="fr-FR"/>
              <a:t>Cliquez pour modifier les styles du texte du masque</a:t>
            </a:r>
          </a:p>
          <a:p>
            <a:pPr lvl="1"/>
            <a:r>
              <a:rPr lang="fr-FR"/>
              <a:t>Deuxième niveau</a:t>
            </a:r>
          </a:p>
          <a:p>
            <a:pPr lvl="2"/>
            <a:r>
              <a:rPr lang="fr-FR"/>
              <a:t>Troisième niveau</a:t>
            </a:r>
          </a:p>
        </p:txBody>
      </p:sp>
      <p:sp>
        <p:nvSpPr>
          <p:cNvPr id="7" name="Espace réservé du pied de page 4">
            <a:extLst>
              <a:ext uri="{FF2B5EF4-FFF2-40B4-BE49-F238E27FC236}">
                <a16:creationId xmlns:a16="http://schemas.microsoft.com/office/drawing/2014/main" id="{7127E063-8035-679C-4E50-881E781BA6C0}"/>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solidFill>
                  <a:schemeClr val="bg2"/>
                </a:solidFill>
              </a:rPr>
              <a:t>© 2026. Estelle M. Morin, Ph. </a:t>
            </a:r>
            <a:r>
              <a:rPr lang="fr-CA" dirty="0"/>
              <a:t>D.  Tous droits réservés.</a:t>
            </a:r>
            <a:endParaRPr lang="fr-FR" dirty="0"/>
          </a:p>
        </p:txBody>
      </p:sp>
      <p:sp>
        <p:nvSpPr>
          <p:cNvPr id="8" name="Espace réservé du numéro de diapositive 5">
            <a:extLst>
              <a:ext uri="{FF2B5EF4-FFF2-40B4-BE49-F238E27FC236}">
                <a16:creationId xmlns:a16="http://schemas.microsoft.com/office/drawing/2014/main" id="{F40C7D8A-F255-9091-9B85-AEA5D9EBC1D8}"/>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9" name="Espace réservé de la date 3">
            <a:extLst>
              <a:ext uri="{FF2B5EF4-FFF2-40B4-BE49-F238E27FC236}">
                <a16:creationId xmlns:a16="http://schemas.microsoft.com/office/drawing/2014/main" id="{C1803D16-CF1A-13F9-35EC-1CC91241C5F3}"/>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4B1B6217-CF70-4148-85F3-4823A8ECD8BE}" type="datetime3">
              <a:rPr lang="fr-CA" smtClean="0"/>
              <a:t>26/09/03</a:t>
            </a:fld>
            <a:endParaRPr lang="fr-FR" dirty="0"/>
          </a:p>
        </p:txBody>
      </p:sp>
      <p:pic>
        <p:nvPicPr>
          <p:cNvPr id="11" name="Image 10">
            <a:extLst>
              <a:ext uri="{FF2B5EF4-FFF2-40B4-BE49-F238E27FC236}">
                <a16:creationId xmlns:a16="http://schemas.microsoft.com/office/drawing/2014/main" id="{E9AC0344-4802-F09A-B361-9D6D4D1C365C}"/>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59412953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Rouge Contenu dro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0" y="7471"/>
            <a:ext cx="4572000" cy="5715000"/>
          </a:xfrm>
          <a:prstGeom prst="rect">
            <a:avLst/>
          </a:prstGeom>
          <a:solidFill>
            <a:srgbClr val="A01C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 name="Titre 1">
            <a:extLst>
              <a:ext uri="{FF2B5EF4-FFF2-40B4-BE49-F238E27FC236}">
                <a16:creationId xmlns:a16="http://schemas.microsoft.com/office/drawing/2014/main" id="{82F11ED8-C809-FE02-918C-9ABDF9BFCABC}"/>
              </a:ext>
            </a:extLst>
          </p:cNvPr>
          <p:cNvSpPr>
            <a:spLocks noGrp="1"/>
          </p:cNvSpPr>
          <p:nvPr>
            <p:ph type="title" hasCustomPrompt="1"/>
          </p:nvPr>
        </p:nvSpPr>
        <p:spPr>
          <a:xfrm>
            <a:off x="419100" y="467340"/>
            <a:ext cx="37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15" name="Espace réservé du texte 14">
            <a:extLst>
              <a:ext uri="{FF2B5EF4-FFF2-40B4-BE49-F238E27FC236}">
                <a16:creationId xmlns:a16="http://schemas.microsoft.com/office/drawing/2014/main" id="{107C957A-FB0B-F991-5CD7-DEF8376A2AA4}"/>
              </a:ext>
            </a:extLst>
          </p:cNvPr>
          <p:cNvSpPr>
            <a:spLocks noGrp="1"/>
          </p:cNvSpPr>
          <p:nvPr>
            <p:ph type="body" sz="quarter" idx="13"/>
          </p:nvPr>
        </p:nvSpPr>
        <p:spPr>
          <a:xfrm>
            <a:off x="425824" y="2255652"/>
            <a:ext cx="3780000" cy="270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24" name="Espace réservé du texte 14">
            <a:extLst>
              <a:ext uri="{FF2B5EF4-FFF2-40B4-BE49-F238E27FC236}">
                <a16:creationId xmlns:a16="http://schemas.microsoft.com/office/drawing/2014/main" id="{443B1B8B-3F72-FE45-18E9-4AFA46FB9FB7}"/>
              </a:ext>
            </a:extLst>
          </p:cNvPr>
          <p:cNvSpPr>
            <a:spLocks noGrp="1"/>
          </p:cNvSpPr>
          <p:nvPr>
            <p:ph type="body" sz="quarter" idx="15"/>
          </p:nvPr>
        </p:nvSpPr>
        <p:spPr>
          <a:xfrm>
            <a:off x="419100" y="1399393"/>
            <a:ext cx="3780000" cy="600000"/>
          </a:xfrm>
        </p:spPr>
        <p:txBody>
          <a:bodyPr anchor="ctr">
            <a:normAutofit/>
          </a:bodyPr>
          <a:lstStyle>
            <a:lvl1pPr marL="0" indent="0">
              <a:buNone/>
              <a:defRPr sz="1500">
                <a:solidFill>
                  <a:schemeClr val="bg1"/>
                </a:solidFill>
              </a:defRPr>
            </a:lvl1pPr>
          </a:lstStyle>
          <a:p>
            <a:pPr lvl="0"/>
            <a:r>
              <a:rPr lang="fr-FR"/>
              <a:t>Cliquez pour modifier les styles du texte du masque</a:t>
            </a:r>
          </a:p>
        </p:txBody>
      </p:sp>
      <p:sp>
        <p:nvSpPr>
          <p:cNvPr id="4" name="Espace réservé du contenu 7">
            <a:extLst>
              <a:ext uri="{FF2B5EF4-FFF2-40B4-BE49-F238E27FC236}">
                <a16:creationId xmlns:a16="http://schemas.microsoft.com/office/drawing/2014/main" id="{E4154B48-A1AA-D4C1-AFA6-4CECCD90838C}"/>
              </a:ext>
            </a:extLst>
          </p:cNvPr>
          <p:cNvSpPr>
            <a:spLocks noGrp="1"/>
          </p:cNvSpPr>
          <p:nvPr>
            <p:ph sz="quarter" idx="16"/>
          </p:nvPr>
        </p:nvSpPr>
        <p:spPr>
          <a:xfrm>
            <a:off x="4970930" y="467303"/>
            <a:ext cx="3915000" cy="4350000"/>
          </a:xfrm>
        </p:spPr>
        <p:txBody>
          <a:bodyPr anchor="t"/>
          <a:lstStyle>
            <a:lvl1pPr marL="0" indent="0" algn="ctr">
              <a:buNone/>
              <a:defRPr/>
            </a:lvl1pPr>
          </a:lstStyle>
          <a:p>
            <a:pPr lvl="0"/>
            <a:r>
              <a:rPr lang="fr-FR"/>
              <a:t>Cliquez pour modifier les styles du texte du masque</a:t>
            </a:r>
          </a:p>
          <a:p>
            <a:pPr lvl="1"/>
            <a:r>
              <a:rPr lang="fr-FR"/>
              <a:t>Deuxième niveau</a:t>
            </a:r>
          </a:p>
          <a:p>
            <a:pPr lvl="2"/>
            <a:r>
              <a:rPr lang="fr-FR"/>
              <a:t>Troisième niveau</a:t>
            </a:r>
          </a:p>
        </p:txBody>
      </p:sp>
      <p:sp>
        <p:nvSpPr>
          <p:cNvPr id="7" name="Espace réservé du pied de page 4">
            <a:extLst>
              <a:ext uri="{FF2B5EF4-FFF2-40B4-BE49-F238E27FC236}">
                <a16:creationId xmlns:a16="http://schemas.microsoft.com/office/drawing/2014/main" id="{7127E063-8035-679C-4E50-881E781BA6C0}"/>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solidFill>
                  <a:schemeClr val="bg2"/>
                </a:solidFill>
              </a:rPr>
              <a:t>© 2026. Estelle M. Morin, Ph. </a:t>
            </a:r>
            <a:r>
              <a:rPr lang="fr-CA" dirty="0"/>
              <a:t>D.  Tous droits réservés.</a:t>
            </a:r>
            <a:endParaRPr lang="fr-FR" dirty="0"/>
          </a:p>
        </p:txBody>
      </p:sp>
      <p:sp>
        <p:nvSpPr>
          <p:cNvPr id="8" name="Espace réservé du numéro de diapositive 5">
            <a:extLst>
              <a:ext uri="{FF2B5EF4-FFF2-40B4-BE49-F238E27FC236}">
                <a16:creationId xmlns:a16="http://schemas.microsoft.com/office/drawing/2014/main" id="{F40C7D8A-F255-9091-9B85-AEA5D9EBC1D8}"/>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9" name="Espace réservé de la date 3">
            <a:extLst>
              <a:ext uri="{FF2B5EF4-FFF2-40B4-BE49-F238E27FC236}">
                <a16:creationId xmlns:a16="http://schemas.microsoft.com/office/drawing/2014/main" id="{C1803D16-CF1A-13F9-35EC-1CC91241C5F3}"/>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CCFC311F-0CCC-40AB-B0E2-2454EFAD604A}" type="datetime3">
              <a:rPr lang="fr-CA" smtClean="0"/>
              <a:t>26/09/03</a:t>
            </a:fld>
            <a:endParaRPr lang="fr-FR" dirty="0"/>
          </a:p>
        </p:txBody>
      </p:sp>
      <p:pic>
        <p:nvPicPr>
          <p:cNvPr id="11" name="Image 10">
            <a:extLst>
              <a:ext uri="{FF2B5EF4-FFF2-40B4-BE49-F238E27FC236}">
                <a16:creationId xmlns:a16="http://schemas.microsoft.com/office/drawing/2014/main" id="{065FD16C-F00A-1296-6D15-8B61A02FF4F0}"/>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274007601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Or Contenu dro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0" y="0"/>
            <a:ext cx="4572000" cy="5715000"/>
          </a:xfrm>
          <a:prstGeom prst="rect">
            <a:avLst/>
          </a:prstGeom>
          <a:solidFill>
            <a:srgbClr val="B693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 name="Titre 1">
            <a:extLst>
              <a:ext uri="{FF2B5EF4-FFF2-40B4-BE49-F238E27FC236}">
                <a16:creationId xmlns:a16="http://schemas.microsoft.com/office/drawing/2014/main" id="{82F11ED8-C809-FE02-918C-9ABDF9BFCABC}"/>
              </a:ext>
            </a:extLst>
          </p:cNvPr>
          <p:cNvSpPr>
            <a:spLocks noGrp="1"/>
          </p:cNvSpPr>
          <p:nvPr>
            <p:ph type="title" hasCustomPrompt="1"/>
          </p:nvPr>
        </p:nvSpPr>
        <p:spPr>
          <a:xfrm>
            <a:off x="419100" y="467340"/>
            <a:ext cx="37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15" name="Espace réservé du texte 14">
            <a:extLst>
              <a:ext uri="{FF2B5EF4-FFF2-40B4-BE49-F238E27FC236}">
                <a16:creationId xmlns:a16="http://schemas.microsoft.com/office/drawing/2014/main" id="{107C957A-FB0B-F991-5CD7-DEF8376A2AA4}"/>
              </a:ext>
            </a:extLst>
          </p:cNvPr>
          <p:cNvSpPr>
            <a:spLocks noGrp="1"/>
          </p:cNvSpPr>
          <p:nvPr>
            <p:ph type="body" sz="quarter" idx="13"/>
          </p:nvPr>
        </p:nvSpPr>
        <p:spPr>
          <a:xfrm>
            <a:off x="425824" y="2255652"/>
            <a:ext cx="3780000" cy="270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24" name="Espace réservé du texte 14">
            <a:extLst>
              <a:ext uri="{FF2B5EF4-FFF2-40B4-BE49-F238E27FC236}">
                <a16:creationId xmlns:a16="http://schemas.microsoft.com/office/drawing/2014/main" id="{443B1B8B-3F72-FE45-18E9-4AFA46FB9FB7}"/>
              </a:ext>
            </a:extLst>
          </p:cNvPr>
          <p:cNvSpPr>
            <a:spLocks noGrp="1"/>
          </p:cNvSpPr>
          <p:nvPr>
            <p:ph type="body" sz="quarter" idx="15"/>
          </p:nvPr>
        </p:nvSpPr>
        <p:spPr>
          <a:xfrm>
            <a:off x="419100" y="1399393"/>
            <a:ext cx="3780000" cy="600000"/>
          </a:xfrm>
        </p:spPr>
        <p:txBody>
          <a:bodyPr anchor="ctr">
            <a:normAutofit/>
          </a:bodyPr>
          <a:lstStyle>
            <a:lvl1pPr marL="0" indent="0">
              <a:buNone/>
              <a:defRPr sz="1500">
                <a:solidFill>
                  <a:schemeClr val="bg1"/>
                </a:solidFill>
              </a:defRPr>
            </a:lvl1pPr>
          </a:lstStyle>
          <a:p>
            <a:pPr lvl="0"/>
            <a:r>
              <a:rPr lang="fr-FR"/>
              <a:t>Cliquez pour modifier les styles du texte du masque</a:t>
            </a:r>
          </a:p>
        </p:txBody>
      </p:sp>
      <p:sp>
        <p:nvSpPr>
          <p:cNvPr id="4" name="Espace réservé du contenu 7">
            <a:extLst>
              <a:ext uri="{FF2B5EF4-FFF2-40B4-BE49-F238E27FC236}">
                <a16:creationId xmlns:a16="http://schemas.microsoft.com/office/drawing/2014/main" id="{E4154B48-A1AA-D4C1-AFA6-4CECCD90838C}"/>
              </a:ext>
            </a:extLst>
          </p:cNvPr>
          <p:cNvSpPr>
            <a:spLocks noGrp="1"/>
          </p:cNvSpPr>
          <p:nvPr>
            <p:ph sz="quarter" idx="16"/>
          </p:nvPr>
        </p:nvSpPr>
        <p:spPr>
          <a:xfrm>
            <a:off x="4970930" y="467303"/>
            <a:ext cx="3915000" cy="4350000"/>
          </a:xfrm>
        </p:spPr>
        <p:txBody>
          <a:bodyPr anchor="t"/>
          <a:lstStyle>
            <a:lvl1pPr marL="0" indent="0" algn="ctr">
              <a:buNone/>
              <a:defRPr/>
            </a:lvl1pPr>
          </a:lstStyle>
          <a:p>
            <a:pPr lvl="0"/>
            <a:r>
              <a:rPr lang="fr-FR"/>
              <a:t>Cliquez pour modifier les styles du texte du masque</a:t>
            </a:r>
          </a:p>
          <a:p>
            <a:pPr lvl="1"/>
            <a:r>
              <a:rPr lang="fr-FR"/>
              <a:t>Deuxième niveau</a:t>
            </a:r>
          </a:p>
          <a:p>
            <a:pPr lvl="2"/>
            <a:r>
              <a:rPr lang="fr-FR"/>
              <a:t>Troisième niveau</a:t>
            </a:r>
          </a:p>
        </p:txBody>
      </p:sp>
      <p:sp>
        <p:nvSpPr>
          <p:cNvPr id="7" name="Espace réservé du pied de page 4">
            <a:extLst>
              <a:ext uri="{FF2B5EF4-FFF2-40B4-BE49-F238E27FC236}">
                <a16:creationId xmlns:a16="http://schemas.microsoft.com/office/drawing/2014/main" id="{7127E063-8035-679C-4E50-881E781BA6C0}"/>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solidFill>
                  <a:schemeClr val="bg2"/>
                </a:solidFill>
              </a:rPr>
              <a:t>© 2026. Estelle M. Morin, Ph. </a:t>
            </a:r>
            <a:r>
              <a:rPr lang="fr-CA" dirty="0"/>
              <a:t>D.  Tous droits réservés.</a:t>
            </a:r>
            <a:endParaRPr lang="fr-FR" dirty="0"/>
          </a:p>
        </p:txBody>
      </p:sp>
      <p:sp>
        <p:nvSpPr>
          <p:cNvPr id="8" name="Espace réservé du numéro de diapositive 5">
            <a:extLst>
              <a:ext uri="{FF2B5EF4-FFF2-40B4-BE49-F238E27FC236}">
                <a16:creationId xmlns:a16="http://schemas.microsoft.com/office/drawing/2014/main" id="{F40C7D8A-F255-9091-9B85-AEA5D9EBC1D8}"/>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9" name="Espace réservé de la date 3">
            <a:extLst>
              <a:ext uri="{FF2B5EF4-FFF2-40B4-BE49-F238E27FC236}">
                <a16:creationId xmlns:a16="http://schemas.microsoft.com/office/drawing/2014/main" id="{C1803D16-CF1A-13F9-35EC-1CC91241C5F3}"/>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A557B9E8-1943-469E-ACAB-F6114EC9B56D}" type="datetime3">
              <a:rPr lang="fr-CA" smtClean="0"/>
              <a:t>26/09/03</a:t>
            </a:fld>
            <a:endParaRPr lang="fr-FR" dirty="0"/>
          </a:p>
        </p:txBody>
      </p:sp>
      <p:pic>
        <p:nvPicPr>
          <p:cNvPr id="11" name="Image 10">
            <a:extLst>
              <a:ext uri="{FF2B5EF4-FFF2-40B4-BE49-F238E27FC236}">
                <a16:creationId xmlns:a16="http://schemas.microsoft.com/office/drawing/2014/main" id="{C893ECEA-1850-3103-F551-8029945BBDB8}"/>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354825712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Vert Contenu dro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0" y="0"/>
            <a:ext cx="4572000" cy="5715000"/>
          </a:xfrm>
          <a:prstGeom prst="rect">
            <a:avLst/>
          </a:prstGeom>
          <a:solidFill>
            <a:srgbClr val="8EAB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 name="Titre 1">
            <a:extLst>
              <a:ext uri="{FF2B5EF4-FFF2-40B4-BE49-F238E27FC236}">
                <a16:creationId xmlns:a16="http://schemas.microsoft.com/office/drawing/2014/main" id="{82F11ED8-C809-FE02-918C-9ABDF9BFCABC}"/>
              </a:ext>
            </a:extLst>
          </p:cNvPr>
          <p:cNvSpPr>
            <a:spLocks noGrp="1"/>
          </p:cNvSpPr>
          <p:nvPr>
            <p:ph type="title" hasCustomPrompt="1"/>
          </p:nvPr>
        </p:nvSpPr>
        <p:spPr>
          <a:xfrm>
            <a:off x="419100" y="467340"/>
            <a:ext cx="37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15" name="Espace réservé du texte 14">
            <a:extLst>
              <a:ext uri="{FF2B5EF4-FFF2-40B4-BE49-F238E27FC236}">
                <a16:creationId xmlns:a16="http://schemas.microsoft.com/office/drawing/2014/main" id="{107C957A-FB0B-F991-5CD7-DEF8376A2AA4}"/>
              </a:ext>
            </a:extLst>
          </p:cNvPr>
          <p:cNvSpPr>
            <a:spLocks noGrp="1"/>
          </p:cNvSpPr>
          <p:nvPr>
            <p:ph type="body" sz="quarter" idx="13"/>
          </p:nvPr>
        </p:nvSpPr>
        <p:spPr>
          <a:xfrm>
            <a:off x="425824" y="2255652"/>
            <a:ext cx="3780000" cy="270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24" name="Espace réservé du texte 14">
            <a:extLst>
              <a:ext uri="{FF2B5EF4-FFF2-40B4-BE49-F238E27FC236}">
                <a16:creationId xmlns:a16="http://schemas.microsoft.com/office/drawing/2014/main" id="{443B1B8B-3F72-FE45-18E9-4AFA46FB9FB7}"/>
              </a:ext>
            </a:extLst>
          </p:cNvPr>
          <p:cNvSpPr>
            <a:spLocks noGrp="1"/>
          </p:cNvSpPr>
          <p:nvPr>
            <p:ph type="body" sz="quarter" idx="15"/>
          </p:nvPr>
        </p:nvSpPr>
        <p:spPr>
          <a:xfrm>
            <a:off x="419100" y="1399393"/>
            <a:ext cx="3780000" cy="600000"/>
          </a:xfrm>
        </p:spPr>
        <p:txBody>
          <a:bodyPr anchor="ctr">
            <a:normAutofit/>
          </a:bodyPr>
          <a:lstStyle>
            <a:lvl1pPr marL="0" indent="0">
              <a:buNone/>
              <a:defRPr sz="1500">
                <a:solidFill>
                  <a:schemeClr val="bg1"/>
                </a:solidFill>
              </a:defRPr>
            </a:lvl1pPr>
          </a:lstStyle>
          <a:p>
            <a:pPr lvl="0"/>
            <a:r>
              <a:rPr lang="fr-FR"/>
              <a:t>Cliquez pour modifier les styles du texte du masque</a:t>
            </a:r>
          </a:p>
        </p:txBody>
      </p:sp>
      <p:sp>
        <p:nvSpPr>
          <p:cNvPr id="4" name="Espace réservé du contenu 7">
            <a:extLst>
              <a:ext uri="{FF2B5EF4-FFF2-40B4-BE49-F238E27FC236}">
                <a16:creationId xmlns:a16="http://schemas.microsoft.com/office/drawing/2014/main" id="{E4154B48-A1AA-D4C1-AFA6-4CECCD90838C}"/>
              </a:ext>
            </a:extLst>
          </p:cNvPr>
          <p:cNvSpPr>
            <a:spLocks noGrp="1"/>
          </p:cNvSpPr>
          <p:nvPr>
            <p:ph sz="quarter" idx="16"/>
          </p:nvPr>
        </p:nvSpPr>
        <p:spPr>
          <a:xfrm>
            <a:off x="4970930" y="467303"/>
            <a:ext cx="3915000" cy="4350000"/>
          </a:xfrm>
        </p:spPr>
        <p:txBody>
          <a:bodyPr anchor="t"/>
          <a:lstStyle>
            <a:lvl1pPr marL="0" indent="0" algn="ctr">
              <a:buNone/>
              <a:defRPr/>
            </a:lvl1pPr>
          </a:lstStyle>
          <a:p>
            <a:pPr lvl="0"/>
            <a:r>
              <a:rPr lang="fr-FR"/>
              <a:t>Cliquez pour modifier les styles du texte du masque</a:t>
            </a:r>
          </a:p>
          <a:p>
            <a:pPr lvl="1"/>
            <a:r>
              <a:rPr lang="fr-FR"/>
              <a:t>Deuxième niveau</a:t>
            </a:r>
          </a:p>
          <a:p>
            <a:pPr lvl="2"/>
            <a:r>
              <a:rPr lang="fr-FR"/>
              <a:t>Troisième niveau</a:t>
            </a:r>
          </a:p>
        </p:txBody>
      </p:sp>
      <p:sp>
        <p:nvSpPr>
          <p:cNvPr id="7" name="Espace réservé du pied de page 4">
            <a:extLst>
              <a:ext uri="{FF2B5EF4-FFF2-40B4-BE49-F238E27FC236}">
                <a16:creationId xmlns:a16="http://schemas.microsoft.com/office/drawing/2014/main" id="{7127E063-8035-679C-4E50-881E781BA6C0}"/>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solidFill>
                  <a:schemeClr val="bg2"/>
                </a:solidFill>
              </a:rPr>
              <a:t>© 2026. Estelle M. Morin, Ph. </a:t>
            </a:r>
            <a:r>
              <a:rPr lang="fr-CA" dirty="0"/>
              <a:t>D.  Tous droits réservés.</a:t>
            </a:r>
            <a:endParaRPr lang="fr-FR" dirty="0"/>
          </a:p>
        </p:txBody>
      </p:sp>
      <p:sp>
        <p:nvSpPr>
          <p:cNvPr id="8" name="Espace réservé du numéro de diapositive 5">
            <a:extLst>
              <a:ext uri="{FF2B5EF4-FFF2-40B4-BE49-F238E27FC236}">
                <a16:creationId xmlns:a16="http://schemas.microsoft.com/office/drawing/2014/main" id="{F40C7D8A-F255-9091-9B85-AEA5D9EBC1D8}"/>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9" name="Espace réservé de la date 3">
            <a:extLst>
              <a:ext uri="{FF2B5EF4-FFF2-40B4-BE49-F238E27FC236}">
                <a16:creationId xmlns:a16="http://schemas.microsoft.com/office/drawing/2014/main" id="{C1803D16-CF1A-13F9-35EC-1CC91241C5F3}"/>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FA42D383-B5C5-4385-A458-B05660FDEA1F}" type="datetime3">
              <a:rPr lang="fr-CA" smtClean="0"/>
              <a:t>26/09/03</a:t>
            </a:fld>
            <a:endParaRPr lang="fr-FR" dirty="0"/>
          </a:p>
        </p:txBody>
      </p:sp>
      <p:pic>
        <p:nvPicPr>
          <p:cNvPr id="11" name="Image 10">
            <a:extLst>
              <a:ext uri="{FF2B5EF4-FFF2-40B4-BE49-F238E27FC236}">
                <a16:creationId xmlns:a16="http://schemas.microsoft.com/office/drawing/2014/main" id="{7137022F-B3B1-4B7A-F30E-1507D567D18A}"/>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28455008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urquoise Contenu dro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0" y="0"/>
            <a:ext cx="4572000" cy="5715000"/>
          </a:xfrm>
          <a:prstGeom prst="rect">
            <a:avLst/>
          </a:prstGeom>
          <a:solidFill>
            <a:srgbClr val="2186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 name="Titre 1">
            <a:extLst>
              <a:ext uri="{FF2B5EF4-FFF2-40B4-BE49-F238E27FC236}">
                <a16:creationId xmlns:a16="http://schemas.microsoft.com/office/drawing/2014/main" id="{82F11ED8-C809-FE02-918C-9ABDF9BFCABC}"/>
              </a:ext>
            </a:extLst>
          </p:cNvPr>
          <p:cNvSpPr>
            <a:spLocks noGrp="1"/>
          </p:cNvSpPr>
          <p:nvPr>
            <p:ph type="title" hasCustomPrompt="1"/>
          </p:nvPr>
        </p:nvSpPr>
        <p:spPr>
          <a:xfrm>
            <a:off x="419100" y="467340"/>
            <a:ext cx="37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15" name="Espace réservé du texte 14">
            <a:extLst>
              <a:ext uri="{FF2B5EF4-FFF2-40B4-BE49-F238E27FC236}">
                <a16:creationId xmlns:a16="http://schemas.microsoft.com/office/drawing/2014/main" id="{107C957A-FB0B-F991-5CD7-DEF8376A2AA4}"/>
              </a:ext>
            </a:extLst>
          </p:cNvPr>
          <p:cNvSpPr>
            <a:spLocks noGrp="1"/>
          </p:cNvSpPr>
          <p:nvPr>
            <p:ph type="body" sz="quarter" idx="13"/>
          </p:nvPr>
        </p:nvSpPr>
        <p:spPr>
          <a:xfrm>
            <a:off x="425824" y="2255652"/>
            <a:ext cx="3780000" cy="270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24" name="Espace réservé du texte 14">
            <a:extLst>
              <a:ext uri="{FF2B5EF4-FFF2-40B4-BE49-F238E27FC236}">
                <a16:creationId xmlns:a16="http://schemas.microsoft.com/office/drawing/2014/main" id="{443B1B8B-3F72-FE45-18E9-4AFA46FB9FB7}"/>
              </a:ext>
            </a:extLst>
          </p:cNvPr>
          <p:cNvSpPr>
            <a:spLocks noGrp="1"/>
          </p:cNvSpPr>
          <p:nvPr>
            <p:ph type="body" sz="quarter" idx="15"/>
          </p:nvPr>
        </p:nvSpPr>
        <p:spPr>
          <a:xfrm>
            <a:off x="419100" y="1399393"/>
            <a:ext cx="3780000" cy="600000"/>
          </a:xfrm>
        </p:spPr>
        <p:txBody>
          <a:bodyPr anchor="ctr">
            <a:normAutofit/>
          </a:bodyPr>
          <a:lstStyle>
            <a:lvl1pPr marL="0" indent="0">
              <a:buNone/>
              <a:defRPr sz="1500">
                <a:solidFill>
                  <a:schemeClr val="bg1"/>
                </a:solidFill>
              </a:defRPr>
            </a:lvl1pPr>
          </a:lstStyle>
          <a:p>
            <a:pPr lvl="0"/>
            <a:r>
              <a:rPr lang="fr-FR"/>
              <a:t>Cliquez pour modifier les styles du texte du masque</a:t>
            </a:r>
          </a:p>
        </p:txBody>
      </p:sp>
      <p:sp>
        <p:nvSpPr>
          <p:cNvPr id="4" name="Espace réservé du contenu 7">
            <a:extLst>
              <a:ext uri="{FF2B5EF4-FFF2-40B4-BE49-F238E27FC236}">
                <a16:creationId xmlns:a16="http://schemas.microsoft.com/office/drawing/2014/main" id="{E4154B48-A1AA-D4C1-AFA6-4CECCD90838C}"/>
              </a:ext>
            </a:extLst>
          </p:cNvPr>
          <p:cNvSpPr>
            <a:spLocks noGrp="1"/>
          </p:cNvSpPr>
          <p:nvPr>
            <p:ph sz="quarter" idx="16"/>
          </p:nvPr>
        </p:nvSpPr>
        <p:spPr>
          <a:xfrm>
            <a:off x="4970930" y="467303"/>
            <a:ext cx="3915000" cy="4350000"/>
          </a:xfrm>
        </p:spPr>
        <p:txBody>
          <a:bodyPr anchor="t"/>
          <a:lstStyle>
            <a:lvl1pPr marL="0" indent="0" algn="ctr">
              <a:buNone/>
              <a:defRPr/>
            </a:lvl1pPr>
          </a:lstStyle>
          <a:p>
            <a:pPr lvl="0"/>
            <a:r>
              <a:rPr lang="fr-FR"/>
              <a:t>Cliquez pour modifier les styles du texte du masque</a:t>
            </a:r>
          </a:p>
          <a:p>
            <a:pPr lvl="1"/>
            <a:r>
              <a:rPr lang="fr-FR"/>
              <a:t>Deuxième niveau</a:t>
            </a:r>
          </a:p>
          <a:p>
            <a:pPr lvl="2"/>
            <a:r>
              <a:rPr lang="fr-FR"/>
              <a:t>Troisième niveau</a:t>
            </a:r>
          </a:p>
        </p:txBody>
      </p:sp>
      <p:sp>
        <p:nvSpPr>
          <p:cNvPr id="7" name="Espace réservé du pied de page 4">
            <a:extLst>
              <a:ext uri="{FF2B5EF4-FFF2-40B4-BE49-F238E27FC236}">
                <a16:creationId xmlns:a16="http://schemas.microsoft.com/office/drawing/2014/main" id="{7127E063-8035-679C-4E50-881E781BA6C0}"/>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solidFill>
                  <a:schemeClr val="bg2"/>
                </a:solidFill>
              </a:rPr>
              <a:t>© 2026. Estelle M. Morin, Ph. </a:t>
            </a:r>
            <a:r>
              <a:rPr lang="fr-CA" dirty="0"/>
              <a:t>D.  Tous droits réservés.</a:t>
            </a:r>
            <a:endParaRPr lang="fr-FR" dirty="0"/>
          </a:p>
        </p:txBody>
      </p:sp>
      <p:sp>
        <p:nvSpPr>
          <p:cNvPr id="8" name="Espace réservé du numéro de diapositive 5">
            <a:extLst>
              <a:ext uri="{FF2B5EF4-FFF2-40B4-BE49-F238E27FC236}">
                <a16:creationId xmlns:a16="http://schemas.microsoft.com/office/drawing/2014/main" id="{F40C7D8A-F255-9091-9B85-AEA5D9EBC1D8}"/>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9" name="Espace réservé de la date 3">
            <a:extLst>
              <a:ext uri="{FF2B5EF4-FFF2-40B4-BE49-F238E27FC236}">
                <a16:creationId xmlns:a16="http://schemas.microsoft.com/office/drawing/2014/main" id="{C1803D16-CF1A-13F9-35EC-1CC91241C5F3}"/>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47DE4F8D-E871-44F2-9043-C02DD137BD64}" type="datetime3">
              <a:rPr lang="fr-CA" smtClean="0"/>
              <a:t>26/09/03</a:t>
            </a:fld>
            <a:endParaRPr lang="fr-FR" dirty="0"/>
          </a:p>
        </p:txBody>
      </p:sp>
      <p:pic>
        <p:nvPicPr>
          <p:cNvPr id="12" name="Image 11">
            <a:extLst>
              <a:ext uri="{FF2B5EF4-FFF2-40B4-BE49-F238E27FC236}">
                <a16:creationId xmlns:a16="http://schemas.microsoft.com/office/drawing/2014/main" id="{DBAFB2E7-C3A2-8221-B301-5A2FF9F6AF60}"/>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414230817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ombre Contenu dro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0" y="0"/>
            <a:ext cx="4572000" cy="5715000"/>
          </a:xfrm>
          <a:prstGeom prst="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 name="Titre 1">
            <a:extLst>
              <a:ext uri="{FF2B5EF4-FFF2-40B4-BE49-F238E27FC236}">
                <a16:creationId xmlns:a16="http://schemas.microsoft.com/office/drawing/2014/main" id="{82F11ED8-C809-FE02-918C-9ABDF9BFCABC}"/>
              </a:ext>
            </a:extLst>
          </p:cNvPr>
          <p:cNvSpPr>
            <a:spLocks noGrp="1"/>
          </p:cNvSpPr>
          <p:nvPr>
            <p:ph type="title" hasCustomPrompt="1"/>
          </p:nvPr>
        </p:nvSpPr>
        <p:spPr>
          <a:xfrm>
            <a:off x="419100" y="467340"/>
            <a:ext cx="37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15" name="Espace réservé du texte 14">
            <a:extLst>
              <a:ext uri="{FF2B5EF4-FFF2-40B4-BE49-F238E27FC236}">
                <a16:creationId xmlns:a16="http://schemas.microsoft.com/office/drawing/2014/main" id="{107C957A-FB0B-F991-5CD7-DEF8376A2AA4}"/>
              </a:ext>
            </a:extLst>
          </p:cNvPr>
          <p:cNvSpPr>
            <a:spLocks noGrp="1"/>
          </p:cNvSpPr>
          <p:nvPr>
            <p:ph type="body" sz="quarter" idx="13"/>
          </p:nvPr>
        </p:nvSpPr>
        <p:spPr>
          <a:xfrm>
            <a:off x="425824" y="2255652"/>
            <a:ext cx="3780000" cy="270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24" name="Espace réservé du texte 14">
            <a:extLst>
              <a:ext uri="{FF2B5EF4-FFF2-40B4-BE49-F238E27FC236}">
                <a16:creationId xmlns:a16="http://schemas.microsoft.com/office/drawing/2014/main" id="{443B1B8B-3F72-FE45-18E9-4AFA46FB9FB7}"/>
              </a:ext>
            </a:extLst>
          </p:cNvPr>
          <p:cNvSpPr>
            <a:spLocks noGrp="1"/>
          </p:cNvSpPr>
          <p:nvPr>
            <p:ph type="body" sz="quarter" idx="15"/>
          </p:nvPr>
        </p:nvSpPr>
        <p:spPr>
          <a:xfrm>
            <a:off x="419100" y="1399393"/>
            <a:ext cx="3780000" cy="600000"/>
          </a:xfrm>
        </p:spPr>
        <p:txBody>
          <a:bodyPr anchor="ctr">
            <a:normAutofit/>
          </a:bodyPr>
          <a:lstStyle>
            <a:lvl1pPr marL="0" indent="0">
              <a:buNone/>
              <a:defRPr sz="1500">
                <a:solidFill>
                  <a:schemeClr val="bg1"/>
                </a:solidFill>
              </a:defRPr>
            </a:lvl1pPr>
          </a:lstStyle>
          <a:p>
            <a:pPr lvl="0"/>
            <a:r>
              <a:rPr lang="fr-FR"/>
              <a:t>Cliquez pour modifier les styles du texte du masque</a:t>
            </a:r>
          </a:p>
        </p:txBody>
      </p:sp>
      <p:sp>
        <p:nvSpPr>
          <p:cNvPr id="4" name="Espace réservé du contenu 7">
            <a:extLst>
              <a:ext uri="{FF2B5EF4-FFF2-40B4-BE49-F238E27FC236}">
                <a16:creationId xmlns:a16="http://schemas.microsoft.com/office/drawing/2014/main" id="{E4154B48-A1AA-D4C1-AFA6-4CECCD90838C}"/>
              </a:ext>
            </a:extLst>
          </p:cNvPr>
          <p:cNvSpPr>
            <a:spLocks noGrp="1"/>
          </p:cNvSpPr>
          <p:nvPr>
            <p:ph sz="quarter" idx="16"/>
          </p:nvPr>
        </p:nvSpPr>
        <p:spPr>
          <a:xfrm>
            <a:off x="4970930" y="467303"/>
            <a:ext cx="3915000" cy="4350000"/>
          </a:xfrm>
        </p:spPr>
        <p:txBody>
          <a:bodyPr anchor="t"/>
          <a:lstStyle>
            <a:lvl1pPr marL="0" indent="0" algn="ctr">
              <a:buNone/>
              <a:defRPr/>
            </a:lvl1pPr>
          </a:lstStyle>
          <a:p>
            <a:pPr lvl="0"/>
            <a:r>
              <a:rPr lang="fr-FR"/>
              <a:t>Cliquez pour modifier les styles du texte du masque</a:t>
            </a:r>
          </a:p>
          <a:p>
            <a:pPr lvl="1"/>
            <a:r>
              <a:rPr lang="fr-FR"/>
              <a:t>Deuxième niveau</a:t>
            </a:r>
          </a:p>
          <a:p>
            <a:pPr lvl="2"/>
            <a:r>
              <a:rPr lang="fr-FR"/>
              <a:t>Troisième niveau</a:t>
            </a:r>
          </a:p>
        </p:txBody>
      </p:sp>
      <p:sp>
        <p:nvSpPr>
          <p:cNvPr id="7" name="Espace réservé du pied de page 4">
            <a:extLst>
              <a:ext uri="{FF2B5EF4-FFF2-40B4-BE49-F238E27FC236}">
                <a16:creationId xmlns:a16="http://schemas.microsoft.com/office/drawing/2014/main" id="{7127E063-8035-679C-4E50-881E781BA6C0}"/>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solidFill>
                  <a:schemeClr val="bg2"/>
                </a:solidFill>
              </a:rPr>
              <a:t>© 2026. Estelle M. Morin, Ph. </a:t>
            </a:r>
            <a:r>
              <a:rPr lang="fr-CA" dirty="0"/>
              <a:t>D.  Tous droits réservés.</a:t>
            </a:r>
            <a:endParaRPr lang="fr-FR" dirty="0"/>
          </a:p>
        </p:txBody>
      </p:sp>
      <p:sp>
        <p:nvSpPr>
          <p:cNvPr id="8" name="Espace réservé du numéro de diapositive 5">
            <a:extLst>
              <a:ext uri="{FF2B5EF4-FFF2-40B4-BE49-F238E27FC236}">
                <a16:creationId xmlns:a16="http://schemas.microsoft.com/office/drawing/2014/main" id="{F40C7D8A-F255-9091-9B85-AEA5D9EBC1D8}"/>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9" name="Espace réservé de la date 3">
            <a:extLst>
              <a:ext uri="{FF2B5EF4-FFF2-40B4-BE49-F238E27FC236}">
                <a16:creationId xmlns:a16="http://schemas.microsoft.com/office/drawing/2014/main" id="{C1803D16-CF1A-13F9-35EC-1CC91241C5F3}"/>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92880508-A75D-4A13-B3D0-7AF1389A12DE}" type="datetime3">
              <a:rPr lang="fr-CA" smtClean="0"/>
              <a:t>26/09/03</a:t>
            </a:fld>
            <a:endParaRPr lang="fr-FR" dirty="0"/>
          </a:p>
        </p:txBody>
      </p:sp>
      <p:pic>
        <p:nvPicPr>
          <p:cNvPr id="12" name="Image 11">
            <a:extLst>
              <a:ext uri="{FF2B5EF4-FFF2-40B4-BE49-F238E27FC236}">
                <a16:creationId xmlns:a16="http://schemas.microsoft.com/office/drawing/2014/main" id="{281F6281-7151-7C44-4E00-41AA59B0E780}"/>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48710295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cSld name="3_Titre et contenu">
    <p:spTree>
      <p:nvGrpSpPr>
        <p:cNvPr id="1" name=""/>
        <p:cNvGrpSpPr/>
        <p:nvPr/>
      </p:nvGrpSpPr>
      <p:grpSpPr>
        <a:xfrm>
          <a:off x="0" y="0"/>
          <a:ext cx="0" cy="0"/>
          <a:chOff x="0" y="0"/>
          <a:chExt cx="0" cy="0"/>
        </a:xfrm>
      </p:grpSpPr>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4" name="Rectangle 3" descr="Marbre liquide blanc et or">
            <a:extLst>
              <a:ext uri="{FF2B5EF4-FFF2-40B4-BE49-F238E27FC236}">
                <a16:creationId xmlns:a16="http://schemas.microsoft.com/office/drawing/2014/main" id="{1BC673FF-D799-55C7-711F-D54B5A8FD60A}"/>
              </a:ext>
            </a:extLst>
          </p:cNvPr>
          <p:cNvSpPr/>
          <p:nvPr userDrawn="1"/>
        </p:nvSpPr>
        <p:spPr>
          <a:xfrm>
            <a:off x="-1" y="17462"/>
            <a:ext cx="9144001" cy="5680075"/>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77099540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3.jp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1.emf"/><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5.xml"/><Relationship Id="rId18" Type="http://schemas.openxmlformats.org/officeDocument/2006/relationships/slideLayout" Target="../slideLayouts/slideLayout80.xml"/><Relationship Id="rId26" Type="http://schemas.openxmlformats.org/officeDocument/2006/relationships/slideLayout" Target="../slideLayouts/slideLayout88.xml"/><Relationship Id="rId39" Type="http://schemas.openxmlformats.org/officeDocument/2006/relationships/slideLayout" Target="../slideLayouts/slideLayout101.xml"/><Relationship Id="rId21" Type="http://schemas.openxmlformats.org/officeDocument/2006/relationships/slideLayout" Target="../slideLayouts/slideLayout83.xml"/><Relationship Id="rId34" Type="http://schemas.openxmlformats.org/officeDocument/2006/relationships/slideLayout" Target="../slideLayouts/slideLayout96.xml"/><Relationship Id="rId42" Type="http://schemas.openxmlformats.org/officeDocument/2006/relationships/slideLayout" Target="../slideLayouts/slideLayout104.xml"/><Relationship Id="rId47" Type="http://schemas.openxmlformats.org/officeDocument/2006/relationships/slideLayout" Target="../slideLayouts/slideLayout109.xml"/><Relationship Id="rId50" Type="http://schemas.openxmlformats.org/officeDocument/2006/relationships/slideLayout" Target="../slideLayouts/slideLayout112.xml"/><Relationship Id="rId55" Type="http://schemas.openxmlformats.org/officeDocument/2006/relationships/slideLayout" Target="../slideLayouts/slideLayout117.xml"/><Relationship Id="rId7" Type="http://schemas.openxmlformats.org/officeDocument/2006/relationships/slideLayout" Target="../slideLayouts/slideLayout6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9" Type="http://schemas.openxmlformats.org/officeDocument/2006/relationships/slideLayout" Target="../slideLayouts/slideLayout91.xml"/><Relationship Id="rId11" Type="http://schemas.openxmlformats.org/officeDocument/2006/relationships/slideLayout" Target="../slideLayouts/slideLayout73.xml"/><Relationship Id="rId24" Type="http://schemas.openxmlformats.org/officeDocument/2006/relationships/slideLayout" Target="../slideLayouts/slideLayout86.xml"/><Relationship Id="rId32" Type="http://schemas.openxmlformats.org/officeDocument/2006/relationships/slideLayout" Target="../slideLayouts/slideLayout94.xml"/><Relationship Id="rId37" Type="http://schemas.openxmlformats.org/officeDocument/2006/relationships/slideLayout" Target="../slideLayouts/slideLayout99.xml"/><Relationship Id="rId40" Type="http://schemas.openxmlformats.org/officeDocument/2006/relationships/slideLayout" Target="../slideLayouts/slideLayout102.xml"/><Relationship Id="rId45" Type="http://schemas.openxmlformats.org/officeDocument/2006/relationships/slideLayout" Target="../slideLayouts/slideLayout107.xml"/><Relationship Id="rId53" Type="http://schemas.openxmlformats.org/officeDocument/2006/relationships/slideLayout" Target="../slideLayouts/slideLayout115.xml"/><Relationship Id="rId58" Type="http://schemas.openxmlformats.org/officeDocument/2006/relationships/image" Target="../media/image13.jpg"/><Relationship Id="rId5" Type="http://schemas.openxmlformats.org/officeDocument/2006/relationships/slideLayout" Target="../slideLayouts/slideLayout67.xml"/><Relationship Id="rId19" Type="http://schemas.openxmlformats.org/officeDocument/2006/relationships/slideLayout" Target="../slideLayouts/slideLayout81.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 Id="rId27" Type="http://schemas.openxmlformats.org/officeDocument/2006/relationships/slideLayout" Target="../slideLayouts/slideLayout89.xml"/><Relationship Id="rId30" Type="http://schemas.openxmlformats.org/officeDocument/2006/relationships/slideLayout" Target="../slideLayouts/slideLayout92.xml"/><Relationship Id="rId35" Type="http://schemas.openxmlformats.org/officeDocument/2006/relationships/slideLayout" Target="../slideLayouts/slideLayout97.xml"/><Relationship Id="rId43" Type="http://schemas.openxmlformats.org/officeDocument/2006/relationships/slideLayout" Target="../slideLayouts/slideLayout105.xml"/><Relationship Id="rId48" Type="http://schemas.openxmlformats.org/officeDocument/2006/relationships/slideLayout" Target="../slideLayouts/slideLayout110.xml"/><Relationship Id="rId56" Type="http://schemas.openxmlformats.org/officeDocument/2006/relationships/slideLayout" Target="../slideLayouts/slideLayout118.xml"/><Relationship Id="rId8" Type="http://schemas.openxmlformats.org/officeDocument/2006/relationships/slideLayout" Target="../slideLayouts/slideLayout70.xml"/><Relationship Id="rId51" Type="http://schemas.openxmlformats.org/officeDocument/2006/relationships/slideLayout" Target="../slideLayouts/slideLayout113.xml"/><Relationship Id="rId3" Type="http://schemas.openxmlformats.org/officeDocument/2006/relationships/slideLayout" Target="../slideLayouts/slideLayout65.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5" Type="http://schemas.openxmlformats.org/officeDocument/2006/relationships/slideLayout" Target="../slideLayouts/slideLayout87.xml"/><Relationship Id="rId33" Type="http://schemas.openxmlformats.org/officeDocument/2006/relationships/slideLayout" Target="../slideLayouts/slideLayout95.xml"/><Relationship Id="rId38" Type="http://schemas.openxmlformats.org/officeDocument/2006/relationships/slideLayout" Target="../slideLayouts/slideLayout100.xml"/><Relationship Id="rId46" Type="http://schemas.openxmlformats.org/officeDocument/2006/relationships/slideLayout" Target="../slideLayouts/slideLayout108.xml"/><Relationship Id="rId59" Type="http://schemas.openxmlformats.org/officeDocument/2006/relationships/image" Target="../media/image14.png"/><Relationship Id="rId20" Type="http://schemas.openxmlformats.org/officeDocument/2006/relationships/slideLayout" Target="../slideLayouts/slideLayout82.xml"/><Relationship Id="rId41" Type="http://schemas.openxmlformats.org/officeDocument/2006/relationships/slideLayout" Target="../slideLayouts/slideLayout103.xml"/><Relationship Id="rId54" Type="http://schemas.openxmlformats.org/officeDocument/2006/relationships/slideLayout" Target="../slideLayouts/slideLayout116.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5" Type="http://schemas.openxmlformats.org/officeDocument/2006/relationships/slideLayout" Target="../slideLayouts/slideLayout77.xml"/><Relationship Id="rId23" Type="http://schemas.openxmlformats.org/officeDocument/2006/relationships/slideLayout" Target="../slideLayouts/slideLayout85.xml"/><Relationship Id="rId28" Type="http://schemas.openxmlformats.org/officeDocument/2006/relationships/slideLayout" Target="../slideLayouts/slideLayout90.xml"/><Relationship Id="rId36" Type="http://schemas.openxmlformats.org/officeDocument/2006/relationships/slideLayout" Target="../slideLayouts/slideLayout98.xml"/><Relationship Id="rId49" Type="http://schemas.openxmlformats.org/officeDocument/2006/relationships/slideLayout" Target="../slideLayouts/slideLayout111.xml"/><Relationship Id="rId57" Type="http://schemas.openxmlformats.org/officeDocument/2006/relationships/theme" Target="../theme/theme2.xml"/><Relationship Id="rId10" Type="http://schemas.openxmlformats.org/officeDocument/2006/relationships/slideLayout" Target="../slideLayouts/slideLayout72.xml"/><Relationship Id="rId31" Type="http://schemas.openxmlformats.org/officeDocument/2006/relationships/slideLayout" Target="../slideLayouts/slideLayout93.xml"/><Relationship Id="rId44" Type="http://schemas.openxmlformats.org/officeDocument/2006/relationships/slideLayout" Target="../slideLayouts/slideLayout106.xml"/><Relationship Id="rId52" Type="http://schemas.openxmlformats.org/officeDocument/2006/relationships/slideLayout" Target="../slideLayouts/slideLayout1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78800" y="485193"/>
            <a:ext cx="8186400" cy="827486"/>
          </a:xfrm>
          <a:prstGeom prst="rect">
            <a:avLst/>
          </a:prstGeom>
          <a:solidFill>
            <a:schemeClr val="accent1"/>
          </a:solidFill>
        </p:spPr>
        <p:txBody>
          <a:bodyPr vert="horz" lIns="91440" tIns="45720" rIns="91440" bIns="45720" rtlCol="0" anchor="ctr">
            <a:noAutofit/>
          </a:bodyPr>
          <a:lstStyle/>
          <a:p>
            <a:r>
              <a:rPr lang="fr-FR" dirty="0"/>
              <a:t>Cliquez pour modifier le style du titre</a:t>
            </a:r>
            <a:endParaRPr lang="fr-CA" dirty="0"/>
          </a:p>
        </p:txBody>
      </p:sp>
      <p:sp>
        <p:nvSpPr>
          <p:cNvPr id="3" name="Espace réservé du texte 2"/>
          <p:cNvSpPr>
            <a:spLocks noGrp="1"/>
          </p:cNvSpPr>
          <p:nvPr>
            <p:ph type="body" idx="1"/>
          </p:nvPr>
        </p:nvSpPr>
        <p:spPr>
          <a:xfrm>
            <a:off x="478800" y="1517877"/>
            <a:ext cx="8186400" cy="324779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pic>
        <p:nvPicPr>
          <p:cNvPr id="7" name="Image 6"/>
          <p:cNvPicPr>
            <a:picLocks noChangeAspect="1"/>
          </p:cNvPicPr>
          <p:nvPr/>
        </p:nvPicPr>
        <p:blipFill>
          <a:blip r:embed="rId64" cstate="print">
            <a:extLst>
              <a:ext uri="{28A0092B-C50C-407E-A947-70E740481C1C}">
                <a14:useLocalDpi xmlns:a14="http://schemas.microsoft.com/office/drawing/2010/main" val="0"/>
              </a:ext>
            </a:extLst>
          </a:blip>
          <a:stretch>
            <a:fillRect/>
          </a:stretch>
        </p:blipFill>
        <p:spPr>
          <a:xfrm>
            <a:off x="7279758" y="5342282"/>
            <a:ext cx="1452692" cy="200779"/>
          </a:xfrm>
          <a:prstGeom prst="rect">
            <a:avLst/>
          </a:prstGeom>
        </p:spPr>
      </p:pic>
      <p:sp>
        <p:nvSpPr>
          <p:cNvPr id="13"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pPr defTabSz="380985"/>
            <a:r>
              <a:rPr lang="fr-CA">
                <a:solidFill>
                  <a:srgbClr val="003C71"/>
                </a:solidFill>
              </a:rPr>
              <a:t>@2025. Marie-Christine ALBERT. Tous droits réservés.</a:t>
            </a:r>
            <a:endParaRPr lang="fr-CA" dirty="0">
              <a:solidFill>
                <a:srgbClr val="003C71"/>
              </a:solidFill>
            </a:endParaRPr>
          </a:p>
        </p:txBody>
      </p:sp>
      <p:sp>
        <p:nvSpPr>
          <p:cNvPr id="14" name="Espace réservé du numéro de diapositive 5"/>
          <p:cNvSpPr>
            <a:spLocks noGrp="1"/>
          </p:cNvSpPr>
          <p:nvPr>
            <p:ph type="sldNum" sz="quarter" idx="4"/>
          </p:nvPr>
        </p:nvSpPr>
        <p:spPr>
          <a:xfrm>
            <a:off x="379562" y="5384996"/>
            <a:ext cx="464400" cy="136800"/>
          </a:xfrm>
          <a:prstGeom prst="rect">
            <a:avLst/>
          </a:prstGeom>
        </p:spPr>
        <p:txBody>
          <a:bodyPr vert="horz" lIns="91440" tIns="45720" rIns="91440" bIns="45720" rtlCol="0" anchor="t"/>
          <a:lstStyle>
            <a:lvl1pPr algn="l">
              <a:defRPr sz="558">
                <a:solidFill>
                  <a:schemeClr val="accent2"/>
                </a:solidFill>
              </a:defRPr>
            </a:lvl1pPr>
          </a:lstStyle>
          <a:p>
            <a:pPr defTabSz="380985"/>
            <a:fld id="{77B8E65F-5E3F-4E73-B056-4D0181456FB2}" type="slidenum">
              <a:rPr lang="fr-CA" smtClean="0">
                <a:solidFill>
                  <a:srgbClr val="003C71"/>
                </a:solidFill>
              </a:rPr>
              <a:pPr defTabSz="380985"/>
              <a:t>‹N°›</a:t>
            </a:fld>
            <a:endParaRPr lang="fr-CA">
              <a:solidFill>
                <a:srgbClr val="003C71"/>
              </a:solidFill>
            </a:endParaRPr>
          </a:p>
        </p:txBody>
      </p:sp>
      <p:sp>
        <p:nvSpPr>
          <p:cNvPr id="4" name="Rectangle 3" descr="Marbre liquide blanc et or">
            <a:extLst>
              <a:ext uri="{FF2B5EF4-FFF2-40B4-BE49-F238E27FC236}">
                <a16:creationId xmlns:a16="http://schemas.microsoft.com/office/drawing/2014/main" id="{7B8D742A-A5AC-A047-222B-6FC3DAAEE899}"/>
              </a:ext>
            </a:extLst>
          </p:cNvPr>
          <p:cNvSpPr/>
          <p:nvPr userDrawn="1"/>
        </p:nvSpPr>
        <p:spPr>
          <a:xfrm>
            <a:off x="0" y="0"/>
            <a:ext cx="78232" cy="5715000"/>
          </a:xfrm>
          <a:prstGeom prst="rect">
            <a:avLst/>
          </a:prstGeom>
          <a:blipFill dpi="0" rotWithShape="1">
            <a:blip r:embed="rId65"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5" name="Rectangle 4" descr="Marbre liquide blanc et or">
            <a:extLst>
              <a:ext uri="{FF2B5EF4-FFF2-40B4-BE49-F238E27FC236}">
                <a16:creationId xmlns:a16="http://schemas.microsoft.com/office/drawing/2014/main" id="{7C81ED5F-9D21-951F-780B-57ADCAF02B9A}"/>
              </a:ext>
            </a:extLst>
          </p:cNvPr>
          <p:cNvSpPr/>
          <p:nvPr userDrawn="1"/>
        </p:nvSpPr>
        <p:spPr>
          <a:xfrm>
            <a:off x="9065766" y="0"/>
            <a:ext cx="78233" cy="5715000"/>
          </a:xfrm>
          <a:prstGeom prst="rect">
            <a:avLst/>
          </a:prstGeom>
          <a:blipFill dpi="0" rotWithShape="1">
            <a:blip r:embed="rId65"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descr="Marbre liquide blanc et or">
            <a:extLst>
              <a:ext uri="{FF2B5EF4-FFF2-40B4-BE49-F238E27FC236}">
                <a16:creationId xmlns:a16="http://schemas.microsoft.com/office/drawing/2014/main" id="{30A57C44-E8B9-D300-4BCC-D73479D45F02}"/>
              </a:ext>
            </a:extLst>
          </p:cNvPr>
          <p:cNvSpPr/>
          <p:nvPr userDrawn="1"/>
        </p:nvSpPr>
        <p:spPr>
          <a:xfrm rot="5400000">
            <a:off x="4529582" y="-4490897"/>
            <a:ext cx="45719" cy="9026651"/>
          </a:xfrm>
          <a:prstGeom prst="rect">
            <a:avLst/>
          </a:prstGeom>
          <a:blipFill dpi="0" rotWithShape="1">
            <a:blip r:embed="rId66">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7" descr="Marbre liquide blanc et or">
            <a:extLst>
              <a:ext uri="{FF2B5EF4-FFF2-40B4-BE49-F238E27FC236}">
                <a16:creationId xmlns:a16="http://schemas.microsoft.com/office/drawing/2014/main" id="{98121458-4E52-7842-0C29-F37FAF326643}"/>
              </a:ext>
            </a:extLst>
          </p:cNvPr>
          <p:cNvSpPr/>
          <p:nvPr userDrawn="1"/>
        </p:nvSpPr>
        <p:spPr>
          <a:xfrm rot="5400000">
            <a:off x="4531855" y="1102856"/>
            <a:ext cx="80287" cy="9144002"/>
          </a:xfrm>
          <a:prstGeom prst="rect">
            <a:avLst/>
          </a:prstGeom>
          <a:blipFill dpi="0" rotWithShape="1">
            <a:blip r:embed="rId66">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8870470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734" r:id="rId22"/>
    <p:sldLayoutId id="2147483737" r:id="rId23"/>
    <p:sldLayoutId id="2147483736" r:id="rId24"/>
    <p:sldLayoutId id="2147483735" r:id="rId25"/>
    <p:sldLayoutId id="2147483694" r:id="rId26"/>
    <p:sldLayoutId id="2147483695" r:id="rId27"/>
    <p:sldLayoutId id="2147483696" r:id="rId28"/>
    <p:sldLayoutId id="2147483697" r:id="rId29"/>
    <p:sldLayoutId id="2147483698" r:id="rId30"/>
    <p:sldLayoutId id="2147483699" r:id="rId31"/>
    <p:sldLayoutId id="2147483700" r:id="rId32"/>
    <p:sldLayoutId id="2147483701" r:id="rId33"/>
    <p:sldLayoutId id="2147483702" r:id="rId34"/>
    <p:sldLayoutId id="2147483703" r:id="rId35"/>
    <p:sldLayoutId id="2147483704" r:id="rId36"/>
    <p:sldLayoutId id="2147483705" r:id="rId37"/>
    <p:sldLayoutId id="2147483706" r:id="rId38"/>
    <p:sldLayoutId id="2147483707" r:id="rId39"/>
    <p:sldLayoutId id="2147483708" r:id="rId40"/>
    <p:sldLayoutId id="2147483709" r:id="rId41"/>
    <p:sldLayoutId id="2147483710" r:id="rId42"/>
    <p:sldLayoutId id="2147483711" r:id="rId43"/>
    <p:sldLayoutId id="2147483712" r:id="rId44"/>
    <p:sldLayoutId id="2147483713" r:id="rId45"/>
    <p:sldLayoutId id="2147483715" r:id="rId46"/>
    <p:sldLayoutId id="2147483716" r:id="rId47"/>
    <p:sldLayoutId id="2147483717" r:id="rId48"/>
    <p:sldLayoutId id="2147483718" r:id="rId49"/>
    <p:sldLayoutId id="2147483719" r:id="rId50"/>
    <p:sldLayoutId id="2147483720" r:id="rId51"/>
    <p:sldLayoutId id="2147483721" r:id="rId52"/>
    <p:sldLayoutId id="2147483722" r:id="rId53"/>
    <p:sldLayoutId id="2147483724" r:id="rId54"/>
    <p:sldLayoutId id="2147483725" r:id="rId55"/>
    <p:sldLayoutId id="2147483726" r:id="rId56"/>
    <p:sldLayoutId id="2147483727" r:id="rId57"/>
    <p:sldLayoutId id="2147483665" r:id="rId58"/>
    <p:sldLayoutId id="2147483802" r:id="rId59"/>
    <p:sldLayoutId id="2147483805" r:id="rId60"/>
    <p:sldLayoutId id="2147483807" r:id="rId61"/>
    <p:sldLayoutId id="2147483808" r:id="rId62"/>
  </p:sldLayoutIdLst>
  <p:hf sldNum="0" hdr="0" dt="0"/>
  <p:txStyles>
    <p:titleStyle>
      <a:lvl1pPr algn="l" defTabSz="761970" rtl="0" eaLnBrk="1" latinLnBrk="0" hangingPunct="1">
        <a:spcBef>
          <a:spcPct val="0"/>
        </a:spcBef>
        <a:buNone/>
        <a:defRPr sz="2167" b="1" kern="1200">
          <a:solidFill>
            <a:schemeClr val="bg1"/>
          </a:solidFill>
          <a:latin typeface="+mj-lt"/>
          <a:ea typeface="+mj-ea"/>
          <a:cs typeface="+mj-cs"/>
        </a:defRPr>
      </a:lvl1pPr>
    </p:titleStyle>
    <p:bodyStyle>
      <a:lvl1pPr marL="12899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1pPr>
      <a:lvl2pPr marL="37798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2pPr>
      <a:lvl3pPr marL="62697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3pPr>
      <a:lvl4pPr marL="87296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4pPr>
      <a:lvl5pPr marL="112195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1E5ECBD-482A-E319-FE9B-CCDFA4820760}"/>
              </a:ext>
            </a:extLst>
          </p:cNvPr>
          <p:cNvSpPr>
            <a:spLocks noGrp="1"/>
          </p:cNvSpPr>
          <p:nvPr>
            <p:ph type="title"/>
          </p:nvPr>
        </p:nvSpPr>
        <p:spPr>
          <a:xfrm>
            <a:off x="527796" y="304271"/>
            <a:ext cx="8100000" cy="900000"/>
          </a:xfrm>
          <a:prstGeom prst="rect">
            <a:avLst/>
          </a:prstGeom>
        </p:spPr>
        <p:txBody>
          <a:bodyPr vert="horz" lIns="91440" tIns="45720" rIns="91440" bIns="45720" rtlCol="0" anchor="ctr">
            <a:normAutofit/>
          </a:bodyPr>
          <a:lstStyle/>
          <a:p>
            <a:r>
              <a:rPr lang="fr-CA" dirty="0"/>
              <a:t>Modifier le titre</a:t>
            </a:r>
            <a:endParaRPr lang="fr-FR" dirty="0"/>
          </a:p>
        </p:txBody>
      </p:sp>
      <p:sp>
        <p:nvSpPr>
          <p:cNvPr id="3" name="Espace réservé du texte 2">
            <a:extLst>
              <a:ext uri="{FF2B5EF4-FFF2-40B4-BE49-F238E27FC236}">
                <a16:creationId xmlns:a16="http://schemas.microsoft.com/office/drawing/2014/main" id="{E7A6BD72-710C-4BD2-F770-A9542AC0D791}"/>
              </a:ext>
            </a:extLst>
          </p:cNvPr>
          <p:cNvSpPr>
            <a:spLocks noGrp="1"/>
          </p:cNvSpPr>
          <p:nvPr>
            <p:ph type="body" idx="1"/>
          </p:nvPr>
        </p:nvSpPr>
        <p:spPr>
          <a:xfrm>
            <a:off x="527795" y="1262529"/>
            <a:ext cx="8100000" cy="3900000"/>
          </a:xfrm>
          <a:prstGeom prst="rect">
            <a:avLst/>
          </a:prstGeom>
        </p:spPr>
        <p:txBody>
          <a:bodyPr vert="horz" lIns="91440" tIns="45720" rIns="91440" bIns="45720" rtlCol="0">
            <a:normAutofit/>
          </a:bodyPr>
          <a:lstStyle/>
          <a:p>
            <a:pPr lvl="0"/>
            <a:r>
              <a:rPr lang="fr-CA" dirty="0"/>
              <a:t>Cliquez pour modifier les styles du texte du masque</a:t>
            </a:r>
          </a:p>
          <a:p>
            <a:pPr lvl="1"/>
            <a:r>
              <a:rPr lang="fr-CA" dirty="0"/>
              <a:t>Deuxième niveau</a:t>
            </a:r>
          </a:p>
          <a:p>
            <a:pPr lvl="2"/>
            <a:r>
              <a:rPr lang="fr-CA" dirty="0"/>
              <a:t>Troisième niveau</a:t>
            </a:r>
          </a:p>
          <a:p>
            <a:pPr lvl="3"/>
            <a:r>
              <a:rPr lang="fr-CA" dirty="0"/>
              <a:t>Quatrième niveau</a:t>
            </a:r>
          </a:p>
          <a:p>
            <a:pPr lvl="4"/>
            <a:r>
              <a:rPr lang="fr-CA" dirty="0"/>
              <a:t>Cinquième niveau</a:t>
            </a:r>
            <a:endParaRPr lang="fr-FR" dirty="0"/>
          </a:p>
        </p:txBody>
      </p:sp>
      <p:sp>
        <p:nvSpPr>
          <p:cNvPr id="4" name="Espace réservé de la date 3">
            <a:extLst>
              <a:ext uri="{FF2B5EF4-FFF2-40B4-BE49-F238E27FC236}">
                <a16:creationId xmlns:a16="http://schemas.microsoft.com/office/drawing/2014/main" id="{DB36ADEF-0314-2CBE-2416-0B2E5A8EFCFB}"/>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D5C5EA63-A791-47E6-85CB-BCDAAFA142B6}" type="datetime3">
              <a:rPr lang="fr-CA" smtClean="0"/>
              <a:t>26/09/03</a:t>
            </a:fld>
            <a:endParaRPr lang="fr-FR" dirty="0"/>
          </a:p>
        </p:txBody>
      </p:sp>
      <p:sp>
        <p:nvSpPr>
          <p:cNvPr id="5" name="Espace réservé du pied de page 4">
            <a:extLst>
              <a:ext uri="{FF2B5EF4-FFF2-40B4-BE49-F238E27FC236}">
                <a16:creationId xmlns:a16="http://schemas.microsoft.com/office/drawing/2014/main" id="{F0F92DAD-1098-FB68-510A-64C0083A45B6}"/>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75D387EC-70F6-3D5F-D95B-A3B1AF3451D5}"/>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pic>
        <p:nvPicPr>
          <p:cNvPr id="11" name="Image 10">
            <a:extLst>
              <a:ext uri="{FF2B5EF4-FFF2-40B4-BE49-F238E27FC236}">
                <a16:creationId xmlns:a16="http://schemas.microsoft.com/office/drawing/2014/main" id="{58488AD1-6E89-1CBF-9487-0260F340D802}"/>
              </a:ext>
            </a:extLst>
          </p:cNvPr>
          <p:cNvPicPr>
            <a:picLocks noChangeAspect="1"/>
          </p:cNvPicPr>
          <p:nvPr userDrawn="1"/>
        </p:nvPicPr>
        <p:blipFill>
          <a:blip r:embed="rId58"/>
          <a:stretch>
            <a:fillRect/>
          </a:stretch>
        </p:blipFill>
        <p:spPr>
          <a:xfrm>
            <a:off x="5889061" y="5356646"/>
            <a:ext cx="359999" cy="300000"/>
          </a:xfrm>
          <a:prstGeom prst="rect">
            <a:avLst/>
          </a:prstGeom>
        </p:spPr>
      </p:pic>
      <p:pic>
        <p:nvPicPr>
          <p:cNvPr id="68" name="Image 67">
            <a:extLst>
              <a:ext uri="{FF2B5EF4-FFF2-40B4-BE49-F238E27FC236}">
                <a16:creationId xmlns:a16="http://schemas.microsoft.com/office/drawing/2014/main" id="{40A1CEF7-C3E3-50B8-6DC4-925AB95A6DCB}"/>
              </a:ext>
            </a:extLst>
          </p:cNvPr>
          <p:cNvPicPr>
            <a:picLocks noChangeAspect="1"/>
          </p:cNvPicPr>
          <p:nvPr userDrawn="1"/>
        </p:nvPicPr>
        <p:blipFill>
          <a:blip r:embed="rId59"/>
          <a:stretch>
            <a:fillRect/>
          </a:stretch>
        </p:blipFill>
        <p:spPr>
          <a:xfrm>
            <a:off x="530815" y="5329994"/>
            <a:ext cx="1336022" cy="300000"/>
          </a:xfrm>
          <a:prstGeom prst="rect">
            <a:avLst/>
          </a:prstGeom>
        </p:spPr>
      </p:pic>
    </p:spTree>
    <p:extLst>
      <p:ext uri="{BB962C8B-B14F-4D97-AF65-F5344CB8AC3E}">
        <p14:creationId xmlns:p14="http://schemas.microsoft.com/office/powerpoint/2010/main" val="3529019680"/>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 id="2147483764" r:id="rId18"/>
    <p:sldLayoutId id="2147483765" r:id="rId19"/>
    <p:sldLayoutId id="2147483766" r:id="rId20"/>
    <p:sldLayoutId id="2147483767" r:id="rId21"/>
    <p:sldLayoutId id="2147483768" r:id="rId22"/>
    <p:sldLayoutId id="2147483769" r:id="rId23"/>
    <p:sldLayoutId id="2147483770" r:id="rId24"/>
    <p:sldLayoutId id="2147483771" r:id="rId25"/>
    <p:sldLayoutId id="2147483772" r:id="rId26"/>
    <p:sldLayoutId id="2147483773" r:id="rId27"/>
    <p:sldLayoutId id="2147483774" r:id="rId28"/>
    <p:sldLayoutId id="2147483775" r:id="rId29"/>
    <p:sldLayoutId id="2147483776" r:id="rId30"/>
    <p:sldLayoutId id="2147483777" r:id="rId31"/>
    <p:sldLayoutId id="2147483778" r:id="rId32"/>
    <p:sldLayoutId id="2147483779" r:id="rId33"/>
    <p:sldLayoutId id="2147483780" r:id="rId34"/>
    <p:sldLayoutId id="2147483781" r:id="rId35"/>
    <p:sldLayoutId id="2147483782" r:id="rId36"/>
    <p:sldLayoutId id="2147483783"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 id="2147483792" r:id="rId46"/>
    <p:sldLayoutId id="2147483793" r:id="rId47"/>
    <p:sldLayoutId id="2147483794" r:id="rId48"/>
    <p:sldLayoutId id="2147483795" r:id="rId49"/>
    <p:sldLayoutId id="2147483796" r:id="rId50"/>
    <p:sldLayoutId id="2147483797" r:id="rId51"/>
    <p:sldLayoutId id="2147483798" r:id="rId52"/>
    <p:sldLayoutId id="2147483799" r:id="rId53"/>
    <p:sldLayoutId id="2147483800" r:id="rId54"/>
    <p:sldLayoutId id="2147483801" r:id="rId55"/>
    <p:sldLayoutId id="2147483803" r:id="rId56"/>
  </p:sldLayoutIdLst>
  <p:hf hdr="0"/>
  <p:txStyles>
    <p:titleStyle>
      <a:lvl1pPr algn="l" defTabSz="685800" rtl="0" eaLnBrk="1" latinLnBrk="0" hangingPunct="1">
        <a:lnSpc>
          <a:spcPct val="90000"/>
        </a:lnSpc>
        <a:spcBef>
          <a:spcPct val="0"/>
        </a:spcBef>
        <a:buNone/>
        <a:defRPr sz="3300" b="1" i="0" kern="1200">
          <a:solidFill>
            <a:schemeClr val="tx1"/>
          </a:solidFill>
          <a:latin typeface="Visby Slab CF Demi Bold" pitchFamily="2" charset="77"/>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Visby CF"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Visby CF"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Visby CF"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Visby CF"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Visby CF"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descargas.pntic.mec.es/recursos_educativos/It_didac/Leng_ESO/2/09/04_humanisticos/el_ensayo.html"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7.xml"/></Relationships>
</file>

<file path=ppt/slides/_rels/slide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8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6.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0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19.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8.xml"/><Relationship Id="rId5" Type="http://schemas.openxmlformats.org/officeDocument/2006/relationships/slideLayout" Target="../slideLayouts/slideLayout64.xml"/><Relationship Id="rId4" Type="http://schemas.openxmlformats.org/officeDocument/2006/relationships/tags" Target="../tags/tag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8.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5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2.xml"/></Relationships>
</file>

<file path=ppt/slides/_rels/slide2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1.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6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6.xml"/><Relationship Id="rId1" Type="http://schemas.openxmlformats.org/officeDocument/2006/relationships/tags" Target="../tags/tag5.xml"/><Relationship Id="rId4" Type="http://schemas.openxmlformats.org/officeDocument/2006/relationships/image" Target="../media/image24.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7.xml"/><Relationship Id="rId4" Type="http://schemas.openxmlformats.org/officeDocument/2006/relationships/hyperlink" Target="https://www.pexels.com/photo/person-writing-a-to-do-list-423851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ce réservé pour une image  8" descr="Une image contenant habits, personne, Visage humain, homme&#10;&#10;Le contenu généré par l’IA peut être incorrect.">
            <a:extLst>
              <a:ext uri="{FF2B5EF4-FFF2-40B4-BE49-F238E27FC236}">
                <a16:creationId xmlns:a16="http://schemas.microsoft.com/office/drawing/2014/main" id="{84DB3675-3BF7-A689-D754-B2BFCB9FC01D}"/>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5150" b="15150"/>
          <a:stretch>
            <a:fillRect/>
          </a:stretch>
        </p:blipFill>
        <p:spPr/>
      </p:pic>
      <p:sp>
        <p:nvSpPr>
          <p:cNvPr id="5" name="Titre 4"/>
          <p:cNvSpPr>
            <a:spLocks noGrp="1"/>
          </p:cNvSpPr>
          <p:nvPr>
            <p:ph type="ctrTitle"/>
          </p:nvPr>
        </p:nvSpPr>
        <p:spPr>
          <a:xfrm>
            <a:off x="478800" y="1572030"/>
            <a:ext cx="6436350" cy="1312200"/>
          </a:xfrm>
          <a:solidFill>
            <a:schemeClr val="accent2">
              <a:alpha val="57000"/>
            </a:schemeClr>
          </a:solidFill>
        </p:spPr>
        <p:txBody>
          <a:bodyPr>
            <a:noAutofit/>
          </a:bodyPr>
          <a:lstStyle/>
          <a:p>
            <a:r>
              <a:rPr lang="fr-CA" sz="2400">
                <a:solidFill>
                  <a:schemeClr val="bg1"/>
                </a:solidFill>
              </a:rPr>
              <a:t>Comportement organisationnel</a:t>
            </a:r>
            <a:endParaRPr lang="fr-CA" sz="1800" dirty="0">
              <a:solidFill>
                <a:schemeClr val="bg1"/>
              </a:solidFill>
            </a:endParaRPr>
          </a:p>
        </p:txBody>
      </p:sp>
      <p:sp>
        <p:nvSpPr>
          <p:cNvPr id="4" name="Espace réservé du pied de page 3"/>
          <p:cNvSpPr>
            <a:spLocks noGrp="1"/>
          </p:cNvSpPr>
          <p:nvPr>
            <p:ph type="ftr" sz="quarter" idx="14"/>
          </p:nvPr>
        </p:nvSpPr>
        <p:spPr>
          <a:xfrm>
            <a:off x="477840" y="5035718"/>
            <a:ext cx="7522548" cy="190665"/>
          </a:xfrm>
          <a:solidFill>
            <a:schemeClr val="accent2"/>
          </a:solidFill>
        </p:spPr>
        <p:txBody>
          <a:bodyPr/>
          <a:lstStyle/>
          <a:p>
            <a:pPr defTabSz="685800">
              <a:defRPr/>
            </a:pPr>
            <a:r>
              <a:rPr lang="fr-CA" sz="975" cap="none" dirty="0">
                <a:solidFill>
                  <a:srgbClr val="FFFFFF"/>
                </a:solidFill>
                <a:latin typeface="Articulate Light"/>
              </a:rPr>
              <a:t>@2026. Marie-Christine ALBERT à partir de Morin et </a:t>
            </a:r>
            <a:r>
              <a:rPr lang="fr-CA" sz="975" cap="none" dirty="0" err="1">
                <a:solidFill>
                  <a:srgbClr val="FFFFFF"/>
                </a:solidFill>
                <a:latin typeface="Articulate Light"/>
              </a:rPr>
              <a:t>Aubé</a:t>
            </a:r>
            <a:r>
              <a:rPr lang="fr-CA" sz="975" cap="none" dirty="0">
                <a:solidFill>
                  <a:srgbClr val="FFFFFF"/>
                </a:solidFill>
                <a:latin typeface="Articulate Light"/>
              </a:rPr>
              <a:t> (2026). Tous droits réservés.</a:t>
            </a:r>
          </a:p>
        </p:txBody>
      </p:sp>
      <p:sp>
        <p:nvSpPr>
          <p:cNvPr id="2" name="Sous-titre 1"/>
          <p:cNvSpPr>
            <a:spLocks noGrp="1"/>
          </p:cNvSpPr>
          <p:nvPr>
            <p:ph type="subTitle" idx="1"/>
          </p:nvPr>
        </p:nvSpPr>
        <p:spPr>
          <a:xfrm>
            <a:off x="478800" y="2962656"/>
            <a:ext cx="5266800" cy="685800"/>
          </a:xfrm>
          <a:solidFill>
            <a:schemeClr val="accent2">
              <a:alpha val="80000"/>
            </a:schemeClr>
          </a:solidFill>
        </p:spPr>
        <p:txBody>
          <a:bodyPr>
            <a:normAutofit/>
          </a:bodyPr>
          <a:lstStyle/>
          <a:p>
            <a:r>
              <a:rPr lang="fr-CA" dirty="0">
                <a:solidFill>
                  <a:schemeClr val="bg1"/>
                </a:solidFill>
              </a:rPr>
              <a:t>Chapitre 1. La personnalité</a:t>
            </a:r>
          </a:p>
          <a:p>
            <a:r>
              <a:rPr lang="fr-CA" dirty="0">
                <a:solidFill>
                  <a:schemeClr val="bg1"/>
                </a:solidFill>
              </a:rPr>
              <a:t>Respecter les différences individuelles</a:t>
            </a:r>
          </a:p>
        </p:txBody>
      </p:sp>
    </p:spTree>
    <p:extLst>
      <p:ext uri="{BB962C8B-B14F-4D97-AF65-F5344CB8AC3E}">
        <p14:creationId xmlns:p14="http://schemas.microsoft.com/office/powerpoint/2010/main" val="14900881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340F96F-40FC-2576-C017-995A4A33B622}"/>
              </a:ext>
            </a:extLst>
          </p:cNvPr>
          <p:cNvSpPr>
            <a:spLocks noGrp="1"/>
          </p:cNvSpPr>
          <p:nvPr>
            <p:ph type="title"/>
          </p:nvPr>
        </p:nvSpPr>
        <p:spPr>
          <a:xfrm>
            <a:off x="2415354" y="583281"/>
            <a:ext cx="6480000" cy="810000"/>
          </a:xfrm>
        </p:spPr>
        <p:txBody>
          <a:bodyPr anchor="ctr">
            <a:normAutofit/>
          </a:bodyPr>
          <a:lstStyle/>
          <a:p>
            <a:r>
              <a:rPr lang="fr-CA" noProof="0"/>
              <a:t>Objectifs d’apprentissage</a:t>
            </a:r>
          </a:p>
        </p:txBody>
      </p:sp>
      <p:sp>
        <p:nvSpPr>
          <p:cNvPr id="4" name="Espace réservé du pied de page 3">
            <a:extLst>
              <a:ext uri="{FF2B5EF4-FFF2-40B4-BE49-F238E27FC236}">
                <a16:creationId xmlns:a16="http://schemas.microsoft.com/office/drawing/2014/main" id="{72B2D723-4B61-7D8C-8598-4DBF324129CF}"/>
              </a:ext>
            </a:extLst>
          </p:cNvPr>
          <p:cNvSpPr>
            <a:spLocks noGrp="1"/>
          </p:cNvSpPr>
          <p:nvPr>
            <p:ph type="ftr" sz="quarter" idx="3"/>
          </p:nvPr>
        </p:nvSpPr>
        <p:spPr>
          <a:xfrm>
            <a:off x="3028950" y="5370079"/>
            <a:ext cx="2835000" cy="270000"/>
          </a:xfrm>
        </p:spPr>
        <p:txBody>
          <a:bodyPr anchor="ctr">
            <a:normAutofit/>
          </a:bodyPr>
          <a:lstStyle/>
          <a:p>
            <a:pPr defTabSz="685800">
              <a:spcAft>
                <a:spcPts val="450"/>
              </a:spcAft>
            </a:pPr>
            <a:r>
              <a:rPr lang="fr-CA">
                <a:solidFill>
                  <a:prstClr val="black">
                    <a:tint val="82000"/>
                  </a:prstClr>
                </a:solidFill>
              </a:rPr>
              <a:t>© 2026. Estelle M. Morin, Ph. D.  Tous droits réservés.</a:t>
            </a:r>
            <a:endParaRPr lang="fr-FR">
              <a:solidFill>
                <a:prstClr val="black">
                  <a:tint val="82000"/>
                </a:prstClr>
              </a:solidFill>
            </a:endParaRPr>
          </a:p>
        </p:txBody>
      </p:sp>
      <p:sp>
        <p:nvSpPr>
          <p:cNvPr id="5" name="Espace réservé du numéro de diapositive 4">
            <a:extLst>
              <a:ext uri="{FF2B5EF4-FFF2-40B4-BE49-F238E27FC236}">
                <a16:creationId xmlns:a16="http://schemas.microsoft.com/office/drawing/2014/main" id="{677243E0-EC0D-10CE-0654-95BBA171EC65}"/>
              </a:ext>
            </a:extLst>
          </p:cNvPr>
          <p:cNvSpPr>
            <a:spLocks noGrp="1"/>
          </p:cNvSpPr>
          <p:nvPr>
            <p:ph type="sldNum" sz="quarter" idx="4"/>
          </p:nvPr>
        </p:nvSpPr>
        <p:spPr>
          <a:xfrm>
            <a:off x="7681634" y="5100079"/>
            <a:ext cx="945000" cy="270000"/>
          </a:xfrm>
        </p:spPr>
        <p:txBody>
          <a:bodyPr anchor="ctr">
            <a:normAutofit/>
          </a:bodyPr>
          <a:lstStyle/>
          <a:p>
            <a:pPr defTabSz="685800">
              <a:spcAft>
                <a:spcPts val="450"/>
              </a:spcAft>
            </a:pPr>
            <a:fld id="{0A5F8BAD-6575-7647-B790-DC8892003398}" type="slidenum">
              <a:rPr lang="fr-FR">
                <a:solidFill>
                  <a:prstClr val="black">
                    <a:tint val="82000"/>
                  </a:prstClr>
                </a:solidFill>
              </a:rPr>
              <a:pPr defTabSz="685800">
                <a:spcAft>
                  <a:spcPts val="450"/>
                </a:spcAft>
              </a:pPr>
              <a:t>2</a:t>
            </a:fld>
            <a:endParaRPr lang="fr-FR">
              <a:solidFill>
                <a:prstClr val="black">
                  <a:tint val="82000"/>
                </a:prstClr>
              </a:solidFill>
            </a:endParaRPr>
          </a:p>
        </p:txBody>
      </p:sp>
      <p:sp>
        <p:nvSpPr>
          <p:cNvPr id="11" name="Date Placeholder 5">
            <a:extLst>
              <a:ext uri="{FF2B5EF4-FFF2-40B4-BE49-F238E27FC236}">
                <a16:creationId xmlns:a16="http://schemas.microsoft.com/office/drawing/2014/main" id="{94059FD8-7E5B-D946-B623-84A2F75AB988}"/>
              </a:ext>
            </a:extLst>
          </p:cNvPr>
          <p:cNvSpPr>
            <a:spLocks noGrp="1"/>
          </p:cNvSpPr>
          <p:nvPr>
            <p:ph type="dt" sz="half" idx="2"/>
          </p:nvPr>
        </p:nvSpPr>
        <p:spPr>
          <a:xfrm>
            <a:off x="6733614" y="5100079"/>
            <a:ext cx="945000" cy="273844"/>
          </a:xfrm>
        </p:spPr>
        <p:txBody>
          <a:bodyPr/>
          <a:lstStyle/>
          <a:p>
            <a:pPr defTabSz="685800">
              <a:spcAft>
                <a:spcPts val="450"/>
              </a:spcAft>
            </a:pPr>
            <a:fld id="{2D3EBF11-491A-4393-8846-475327B40C9F}" type="datetime3">
              <a:rPr lang="fr-CA">
                <a:solidFill>
                  <a:prstClr val="black">
                    <a:tint val="82000"/>
                  </a:prstClr>
                </a:solidFill>
              </a:rPr>
              <a:pPr defTabSz="685800">
                <a:spcAft>
                  <a:spcPts val="450"/>
                </a:spcAft>
              </a:pPr>
              <a:t>26/09/03</a:t>
            </a:fld>
            <a:endParaRPr lang="fr-FR">
              <a:solidFill>
                <a:prstClr val="black">
                  <a:tint val="82000"/>
                </a:prstClr>
              </a:solidFill>
            </a:endParaRPr>
          </a:p>
        </p:txBody>
      </p:sp>
      <p:graphicFrame>
        <p:nvGraphicFramePr>
          <p:cNvPr id="6" name="Espace réservé du contenu 5">
            <a:extLst>
              <a:ext uri="{FF2B5EF4-FFF2-40B4-BE49-F238E27FC236}">
                <a16:creationId xmlns:a16="http://schemas.microsoft.com/office/drawing/2014/main" id="{50EB9475-0C24-C24A-B924-31EC95EE0AD3}"/>
              </a:ext>
            </a:extLst>
          </p:cNvPr>
          <p:cNvGraphicFramePr>
            <a:graphicFrameLocks noGrp="1"/>
          </p:cNvGraphicFramePr>
          <p:nvPr>
            <p:ph sz="quarter" idx="16"/>
            <p:extLst>
              <p:ext uri="{D42A27DB-BD31-4B8C-83A1-F6EECF244321}">
                <p14:modId xmlns:p14="http://schemas.microsoft.com/office/powerpoint/2010/main" val="2828739063"/>
              </p:ext>
            </p:extLst>
          </p:nvPr>
        </p:nvGraphicFramePr>
        <p:xfrm>
          <a:off x="255493" y="1973164"/>
          <a:ext cx="8640001" cy="3314927"/>
        </p:xfrm>
        <a:graphic>
          <a:graphicData uri="http://schemas.openxmlformats.org/drawingml/2006/table">
            <a:tbl>
              <a:tblPr firstRow="1" bandRow="1">
                <a:solidFill>
                  <a:schemeClr val="bg1"/>
                </a:solidFill>
                <a:tableStyleId>{5C22544A-7EE6-4342-B048-85BDC9FD1C3A}</a:tableStyleId>
              </a:tblPr>
              <a:tblGrid>
                <a:gridCol w="4375217">
                  <a:extLst>
                    <a:ext uri="{9D8B030D-6E8A-4147-A177-3AD203B41FA5}">
                      <a16:colId xmlns:a16="http://schemas.microsoft.com/office/drawing/2014/main" val="517779347"/>
                    </a:ext>
                  </a:extLst>
                </a:gridCol>
                <a:gridCol w="4264784">
                  <a:extLst>
                    <a:ext uri="{9D8B030D-6E8A-4147-A177-3AD203B41FA5}">
                      <a16:colId xmlns:a16="http://schemas.microsoft.com/office/drawing/2014/main" val="2223079020"/>
                    </a:ext>
                  </a:extLst>
                </a:gridCol>
              </a:tblGrid>
              <a:tr h="442180">
                <a:tc>
                  <a:txBody>
                    <a:bodyPr/>
                    <a:lstStyle/>
                    <a:p>
                      <a:pPr algn="ctr">
                        <a:lnSpc>
                          <a:spcPct val="115000"/>
                        </a:lnSpc>
                        <a:spcBef>
                          <a:spcPts val="1200"/>
                        </a:spcBef>
                        <a:spcAft>
                          <a:spcPts val="1200"/>
                        </a:spcAft>
                        <a:buNone/>
                      </a:pPr>
                      <a:r>
                        <a:rPr lang="fr-FR" sz="1400" b="0" kern="100" cap="none" spc="0">
                          <a:solidFill>
                            <a:schemeClr val="bg1"/>
                          </a:solidFill>
                          <a:effectLst/>
                        </a:rPr>
                        <a:t>Objectifs généraux</a:t>
                      </a:r>
                      <a:endParaRPr lang="fr-CA" sz="1400" b="0" kern="1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8133" marR="68154" marT="90872" marB="90872"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lgn="ctr">
                        <a:lnSpc>
                          <a:spcPct val="115000"/>
                        </a:lnSpc>
                        <a:spcBef>
                          <a:spcPts val="1200"/>
                        </a:spcBef>
                        <a:spcAft>
                          <a:spcPts val="1200"/>
                        </a:spcAft>
                        <a:buNone/>
                      </a:pPr>
                      <a:r>
                        <a:rPr lang="fr-FR" sz="1400" b="0" kern="100" cap="none" spc="0">
                          <a:solidFill>
                            <a:schemeClr val="bg1"/>
                          </a:solidFill>
                          <a:effectLst/>
                        </a:rPr>
                        <a:t>Objectifs spécifiques</a:t>
                      </a:r>
                      <a:endParaRPr lang="fr-CA" sz="1400" b="0" kern="1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8133" marR="68154" marT="90872" marB="90872"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3866129981"/>
                  </a:ext>
                </a:extLst>
              </a:tr>
              <a:tr h="2419499">
                <a:tc>
                  <a:txBody>
                    <a:bodyPr/>
                    <a:lstStyle/>
                    <a:p>
                      <a:pPr marL="342900" lvl="0" indent="-342900">
                        <a:lnSpc>
                          <a:spcPct val="115000"/>
                        </a:lnSpc>
                        <a:spcBef>
                          <a:spcPts val="1200"/>
                        </a:spcBef>
                        <a:buFont typeface="+mj-lt"/>
                        <a:buAutoNum type="arabicPeriod"/>
                      </a:pPr>
                      <a:r>
                        <a:rPr lang="fr-FR" sz="1400" kern="100" cap="none" spc="0" dirty="0">
                          <a:solidFill>
                            <a:schemeClr val="tx1"/>
                          </a:solidFill>
                          <a:effectLst/>
                        </a:rPr>
                        <a:t>Reconnaître les différences individuelles qui distinguent une personne des autres dans ses façons de ressentir, de penser et d’agir.</a:t>
                      </a:r>
                      <a:endParaRPr lang="fr-CA" sz="1400" kern="100" cap="none" spc="0" dirty="0">
                        <a:solidFill>
                          <a:schemeClr val="tx1"/>
                        </a:solidFill>
                        <a:effectLst/>
                      </a:endParaRPr>
                    </a:p>
                    <a:p>
                      <a:pPr marL="342900" lvl="0" indent="-342900">
                        <a:lnSpc>
                          <a:spcPct val="115000"/>
                        </a:lnSpc>
                        <a:buFont typeface="+mj-lt"/>
                        <a:buAutoNum type="arabicPeriod"/>
                      </a:pPr>
                      <a:r>
                        <a:rPr lang="fr-FR" sz="1400" kern="100" cap="none" spc="0" dirty="0">
                          <a:solidFill>
                            <a:schemeClr val="tx1"/>
                          </a:solidFill>
                          <a:effectLst/>
                        </a:rPr>
                        <a:t>Expliquer comment la personnalité influence les comportements et les décisions dans différents contextes professionnels.</a:t>
                      </a:r>
                      <a:endParaRPr lang="fr-CA" sz="1400" kern="100" cap="none" spc="0" dirty="0">
                        <a:solidFill>
                          <a:schemeClr val="tx1"/>
                        </a:solidFill>
                        <a:effectLst/>
                      </a:endParaRPr>
                    </a:p>
                    <a:p>
                      <a:pPr marL="342900" lvl="0" indent="-342900">
                        <a:lnSpc>
                          <a:spcPct val="115000"/>
                        </a:lnSpc>
                        <a:buFont typeface="+mj-lt"/>
                        <a:buAutoNum type="arabicPeriod"/>
                      </a:pPr>
                      <a:r>
                        <a:rPr lang="fr-FR" sz="1400" kern="100" cap="none" spc="0" dirty="0">
                          <a:solidFill>
                            <a:schemeClr val="tx1"/>
                          </a:solidFill>
                          <a:effectLst/>
                        </a:rPr>
                        <a:t>Adopter des stratégies pour faciliter la collaboration dans le respect de la diversité des personnalités.</a:t>
                      </a:r>
                      <a:endParaRPr lang="fr-CA" sz="1400" kern="100" cap="none" spc="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8133" marR="68154" marT="90872" marB="90872"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342900" lvl="0" indent="-342900">
                        <a:lnSpc>
                          <a:spcPct val="115000"/>
                        </a:lnSpc>
                        <a:buFont typeface="+mj-lt"/>
                        <a:buAutoNum type="arabicPeriod"/>
                      </a:pPr>
                      <a:r>
                        <a:rPr lang="fr-CA" sz="1400" kern="100" cap="none" spc="0" dirty="0">
                          <a:solidFill>
                            <a:schemeClr val="tx1"/>
                          </a:solidFill>
                          <a:effectLst/>
                          <a:latin typeface="+mn-lt"/>
                          <a:ea typeface="Times New Roman" panose="02020603050405020304" pitchFamily="18" charset="0"/>
                          <a:cs typeface="Times New Roman" panose="02020603050405020304" pitchFamily="18" charset="0"/>
                        </a:rPr>
                        <a:t>Distinguer l’approche centrée sur les traits de l’approche centrée sur les types</a:t>
                      </a:r>
                    </a:p>
                    <a:p>
                      <a:pPr marL="342900" lvl="0" indent="-342900">
                        <a:lnSpc>
                          <a:spcPct val="115000"/>
                        </a:lnSpc>
                        <a:buFont typeface="+mj-lt"/>
                        <a:buAutoNum type="arabicPeriod"/>
                      </a:pPr>
                      <a:r>
                        <a:rPr lang="fr-CA" sz="1400" kern="100" cap="none" spc="0" dirty="0">
                          <a:solidFill>
                            <a:schemeClr val="tx1"/>
                          </a:solidFill>
                          <a:effectLst/>
                          <a:latin typeface="+mn-lt"/>
                          <a:ea typeface="Times New Roman" panose="02020603050405020304" pitchFamily="18" charset="0"/>
                          <a:cs typeface="Times New Roman" panose="02020603050405020304" pitchFamily="18" charset="0"/>
                        </a:rPr>
                        <a:t>Décrire une personne à l’aide du modèle des cinq facteurs (Costa et </a:t>
                      </a:r>
                      <a:r>
                        <a:rPr lang="fr-CA" sz="1400" kern="100" cap="none" spc="0" dirty="0" err="1">
                          <a:solidFill>
                            <a:schemeClr val="tx1"/>
                          </a:solidFill>
                          <a:effectLst/>
                          <a:latin typeface="+mn-lt"/>
                          <a:ea typeface="Times New Roman" panose="02020603050405020304" pitchFamily="18" charset="0"/>
                          <a:cs typeface="Times New Roman" panose="02020603050405020304" pitchFamily="18" charset="0"/>
                        </a:rPr>
                        <a:t>McCrae</a:t>
                      </a:r>
                      <a:r>
                        <a:rPr lang="fr-CA" sz="1400" kern="100" cap="none" spc="0" dirty="0">
                          <a:solidFill>
                            <a:schemeClr val="tx1"/>
                          </a:solidFill>
                          <a:effectLst/>
                          <a:latin typeface="+mn-lt"/>
                          <a:ea typeface="Times New Roman" panose="02020603050405020304" pitchFamily="18" charset="0"/>
                          <a:cs typeface="Times New Roman" panose="02020603050405020304" pitchFamily="18" charset="0"/>
                        </a:rPr>
                        <a:t>) et du modèle HEXACO (Ashton et Lee)</a:t>
                      </a:r>
                    </a:p>
                    <a:p>
                      <a:pPr marL="342900" lvl="0" indent="-342900">
                        <a:lnSpc>
                          <a:spcPct val="115000"/>
                        </a:lnSpc>
                        <a:buFont typeface="+mj-lt"/>
                        <a:buAutoNum type="arabicPeriod"/>
                      </a:pPr>
                      <a:r>
                        <a:rPr lang="fr-CA" sz="1400" kern="100" cap="none" spc="0" dirty="0">
                          <a:solidFill>
                            <a:schemeClr val="tx1"/>
                          </a:solidFill>
                          <a:effectLst/>
                          <a:latin typeface="+mn-lt"/>
                          <a:ea typeface="Times New Roman" panose="02020603050405020304" pitchFamily="18" charset="0"/>
                          <a:cs typeface="Times New Roman" panose="02020603050405020304" pitchFamily="18" charset="0"/>
                        </a:rPr>
                        <a:t>Expliquer ce que la typologie psychologique (Jung) apporte de plus que les modèles de traits</a:t>
                      </a:r>
                    </a:p>
                    <a:p>
                      <a:pPr marL="342900" lvl="0" indent="-342900">
                        <a:lnSpc>
                          <a:spcPct val="115000"/>
                        </a:lnSpc>
                        <a:buFont typeface="+mj-lt"/>
                        <a:buAutoNum type="arabicPeriod"/>
                      </a:pPr>
                      <a:r>
                        <a:rPr lang="fr-CA" sz="1400" kern="100" cap="none" spc="0" dirty="0">
                          <a:solidFill>
                            <a:schemeClr val="tx1"/>
                          </a:solidFill>
                          <a:effectLst/>
                          <a:latin typeface="+mn-lt"/>
                          <a:ea typeface="Times New Roman" panose="02020603050405020304" pitchFamily="18" charset="0"/>
                          <a:cs typeface="Times New Roman" panose="02020603050405020304" pitchFamily="18" charset="0"/>
                        </a:rPr>
                        <a:t>Distinguer la personnalité normale, les personnalités difficiles et les personnalités anormales</a:t>
                      </a:r>
                    </a:p>
                  </a:txBody>
                  <a:tcPr marL="118133" marR="68154" marT="90872" marB="90872"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1002031851"/>
                  </a:ext>
                </a:extLst>
              </a:tr>
            </a:tbl>
          </a:graphicData>
        </a:graphic>
      </p:graphicFrame>
    </p:spTree>
    <p:extLst>
      <p:ext uri="{BB962C8B-B14F-4D97-AF65-F5344CB8AC3E}">
        <p14:creationId xmlns:p14="http://schemas.microsoft.com/office/powerpoint/2010/main" val="41486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83DC1CB-4131-109F-C832-1E15D7A887B7}"/>
              </a:ext>
            </a:extLst>
          </p:cNvPr>
          <p:cNvSpPr>
            <a:spLocks noGrp="1"/>
          </p:cNvSpPr>
          <p:nvPr>
            <p:ph type="ftr" sz="quarter" idx="3"/>
          </p:nvPr>
        </p:nvSpPr>
        <p:spPr/>
        <p:txBody>
          <a:bodyPr/>
          <a:lstStyle/>
          <a:p>
            <a:r>
              <a:rPr lang="fr-CA"/>
              <a:t>© 2026. Estelle M. Morin, Ph. D.  Tous droits réservés.</a:t>
            </a:r>
            <a:endParaRPr lang="fr-FR" dirty="0"/>
          </a:p>
        </p:txBody>
      </p:sp>
      <p:sp>
        <p:nvSpPr>
          <p:cNvPr id="3" name="Espace réservé du numéro de diapositive 2">
            <a:extLst>
              <a:ext uri="{FF2B5EF4-FFF2-40B4-BE49-F238E27FC236}">
                <a16:creationId xmlns:a16="http://schemas.microsoft.com/office/drawing/2014/main" id="{1407801A-CB2E-C89F-8E25-301D03F9D34A}"/>
              </a:ext>
            </a:extLst>
          </p:cNvPr>
          <p:cNvSpPr>
            <a:spLocks noGrp="1"/>
          </p:cNvSpPr>
          <p:nvPr>
            <p:ph type="sldNum" sz="quarter" idx="4"/>
          </p:nvPr>
        </p:nvSpPr>
        <p:spPr/>
        <p:txBody>
          <a:bodyPr/>
          <a:lstStyle/>
          <a:p>
            <a:fld id="{0A5F8BAD-6575-7647-B790-DC8892003398}" type="slidenum">
              <a:rPr lang="fr-FR" smtClean="0"/>
              <a:pPr/>
              <a:t>3</a:t>
            </a:fld>
            <a:endParaRPr lang="fr-FR" dirty="0"/>
          </a:p>
        </p:txBody>
      </p:sp>
      <p:sp>
        <p:nvSpPr>
          <p:cNvPr id="4" name="Espace réservé de la date 3">
            <a:extLst>
              <a:ext uri="{FF2B5EF4-FFF2-40B4-BE49-F238E27FC236}">
                <a16:creationId xmlns:a16="http://schemas.microsoft.com/office/drawing/2014/main" id="{FB3C55B6-CDBA-35A8-1A79-746CCE9EF9B9}"/>
              </a:ext>
            </a:extLst>
          </p:cNvPr>
          <p:cNvSpPr>
            <a:spLocks noGrp="1"/>
          </p:cNvSpPr>
          <p:nvPr>
            <p:ph type="dt" sz="half" idx="2"/>
          </p:nvPr>
        </p:nvSpPr>
        <p:spPr/>
        <p:txBody>
          <a:bodyPr/>
          <a:lstStyle/>
          <a:p>
            <a:pPr algn="ctr"/>
            <a:fld id="{486057CC-A079-4D60-BDDA-9079A3D5A558}" type="datetime3">
              <a:rPr lang="fr-CA" smtClean="0"/>
              <a:t>26/09/03</a:t>
            </a:fld>
            <a:endParaRPr lang="fr-FR" dirty="0"/>
          </a:p>
        </p:txBody>
      </p:sp>
      <p:pic>
        <p:nvPicPr>
          <p:cNvPr id="6" name="Image 5">
            <a:extLst>
              <a:ext uri="{FF2B5EF4-FFF2-40B4-BE49-F238E27FC236}">
                <a16:creationId xmlns:a16="http://schemas.microsoft.com/office/drawing/2014/main" id="{A6A165BE-2FBD-11C9-C5D2-9308D2A60435}"/>
              </a:ext>
            </a:extLst>
          </p:cNvPr>
          <p:cNvPicPr>
            <a:picLocks noChangeAspect="1"/>
          </p:cNvPicPr>
          <p:nvPr/>
        </p:nvPicPr>
        <p:blipFill>
          <a:blip r:embed="rId3"/>
          <a:stretch>
            <a:fillRect/>
          </a:stretch>
        </p:blipFill>
        <p:spPr>
          <a:xfrm>
            <a:off x="1865909" y="285750"/>
            <a:ext cx="5026412" cy="5143500"/>
          </a:xfrm>
          <a:prstGeom prst="rect">
            <a:avLst/>
          </a:prstGeom>
        </p:spPr>
      </p:pic>
    </p:spTree>
    <p:extLst>
      <p:ext uri="{BB962C8B-B14F-4D97-AF65-F5344CB8AC3E}">
        <p14:creationId xmlns:p14="http://schemas.microsoft.com/office/powerpoint/2010/main" val="3548931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83539FB-FC11-96CC-7AE7-482E2C66916F}"/>
              </a:ext>
            </a:extLst>
          </p:cNvPr>
          <p:cNvSpPr>
            <a:spLocks noGrp="1"/>
          </p:cNvSpPr>
          <p:nvPr>
            <p:ph idx="1"/>
          </p:nvPr>
        </p:nvSpPr>
        <p:spPr/>
        <p:txBody>
          <a:bodyPr>
            <a:normAutofit fontScale="70000" lnSpcReduction="20000"/>
          </a:bodyPr>
          <a:lstStyle/>
          <a:p>
            <a:pPr marL="0" indent="0" algn="just">
              <a:lnSpc>
                <a:spcPct val="107000"/>
              </a:lnSpc>
              <a:spcAft>
                <a:spcPts val="800"/>
              </a:spcAft>
              <a:buNone/>
            </a:pPr>
            <a:r>
              <a:rPr lang="fr-CA" sz="1800" kern="100" dirty="0">
                <a:effectLst/>
                <a:ea typeface="Calibri" panose="020F0502020204030204" pitchFamily="34" charset="0"/>
                <a:cs typeface="Times New Roman" panose="02020603050405020304" pitchFamily="18" charset="0"/>
              </a:rPr>
              <a:t>Dans le cadre d’un cours, l’enseignant a formé les équipes pour un travail de session. Très rapidement, un des membres de notre équipe, Justin, prend «le lead» et organise la répartition des tâches. </a:t>
            </a:r>
          </a:p>
          <a:p>
            <a:pPr marL="0" indent="0" algn="just">
              <a:lnSpc>
                <a:spcPct val="107000"/>
              </a:lnSpc>
              <a:spcAft>
                <a:spcPts val="800"/>
              </a:spcAft>
              <a:buNone/>
            </a:pPr>
            <a:r>
              <a:rPr lang="fr-CA" sz="1800" kern="100" dirty="0">
                <a:effectLst/>
                <a:ea typeface="Calibri" panose="020F0502020204030204" pitchFamily="34" charset="0"/>
                <a:cs typeface="Times New Roman" panose="02020603050405020304" pitchFamily="18" charset="0"/>
              </a:rPr>
              <a:t> </a:t>
            </a:r>
          </a:p>
          <a:p>
            <a:pPr marL="0" indent="0" algn="just">
              <a:lnSpc>
                <a:spcPct val="107000"/>
              </a:lnSpc>
              <a:spcAft>
                <a:spcPts val="800"/>
              </a:spcAft>
              <a:buNone/>
            </a:pPr>
            <a:r>
              <a:rPr lang="fr-CA" sz="1800" kern="100" dirty="0">
                <a:effectLst/>
                <a:ea typeface="Calibri" panose="020F0502020204030204" pitchFamily="34" charset="0"/>
                <a:cs typeface="Times New Roman" panose="02020603050405020304" pitchFamily="18" charset="0"/>
              </a:rPr>
              <a:t>Au fil des semaines, Justin nous contacte souvent pour nous proposer de se rencontrer et discuter du travail. Comme il nous reste beaucoup de semaines, nous lui répondons qu’il n’y a pas de presse et que nous pouvons encore attendre un peu. Il nous envoie de longs messages dans notre groupe de communication et partage son avis sur comment aborder chacune des sections du travail. </a:t>
            </a:r>
            <a:r>
              <a:rPr lang="fr-CA" sz="1800" dirty="0"/>
              <a:t>Lorsque certains proposent des façons différentes d’aborder le travail, Justin propose une méthode qu’il connaît bien et qui a déjà fait ses preuves.</a:t>
            </a:r>
            <a:r>
              <a:rPr lang="fr-CA" sz="1800" kern="100" dirty="0">
                <a:effectLst/>
                <a:ea typeface="Calibri" panose="020F0502020204030204" pitchFamily="34" charset="0"/>
                <a:cs typeface="Times New Roman" panose="02020603050405020304" pitchFamily="18" charset="0"/>
              </a:rPr>
              <a:t> Je propose que chacun complète sa partie du travail, l’envoie ensuite au groupe à une date précise et qu’ensuite on cédule une rencontre pour travailler la vue d’ensemble. Justin ne semble pas apprécier ma suggestion mais comme elle fait l’unanimité chez nos collègues, il accepte à contrecœur. </a:t>
            </a:r>
          </a:p>
          <a:p>
            <a:pPr marL="0" indent="0" algn="just">
              <a:lnSpc>
                <a:spcPct val="107000"/>
              </a:lnSpc>
              <a:spcAft>
                <a:spcPts val="800"/>
              </a:spcAft>
              <a:buNone/>
            </a:pPr>
            <a:r>
              <a:rPr lang="fr-CA" sz="1800" kern="100" dirty="0">
                <a:effectLst/>
                <a:ea typeface="Calibri" panose="020F0502020204030204" pitchFamily="34" charset="0"/>
                <a:cs typeface="Times New Roman" panose="02020603050405020304" pitchFamily="18" charset="0"/>
              </a:rPr>
              <a:t> </a:t>
            </a:r>
          </a:p>
          <a:p>
            <a:pPr marL="0" indent="0" algn="just">
              <a:lnSpc>
                <a:spcPct val="107000"/>
              </a:lnSpc>
              <a:spcAft>
                <a:spcPts val="800"/>
              </a:spcAft>
              <a:buNone/>
            </a:pPr>
            <a:r>
              <a:rPr lang="fr-CA" sz="1800" kern="100" dirty="0">
                <a:effectLst/>
                <a:ea typeface="Calibri" panose="020F0502020204030204" pitchFamily="34" charset="0"/>
                <a:cs typeface="Times New Roman" panose="02020603050405020304" pitchFamily="18" charset="0"/>
              </a:rPr>
              <a:t>Lors de notre réunion, Justin nous annonce fièrement qu’il a pris connaissance de toutes les parties et qu’il a tout retravaillé. Surpris, nous prenons connaissance de la nouvelle version du document. Je constate que certaines sections du travail (dont ma partie) ont été complètement transformées! Sur certains éléments je trouve que le travail a été bonifié mais sur d’autres, je trouve que ce n’était pas nécessaire et qu’il y a peu de valeur ajoutée…</a:t>
            </a:r>
          </a:p>
          <a:p>
            <a:endParaRPr lang="fr-CA" dirty="0"/>
          </a:p>
        </p:txBody>
      </p:sp>
      <p:sp>
        <p:nvSpPr>
          <p:cNvPr id="3" name="Titre 2">
            <a:extLst>
              <a:ext uri="{FF2B5EF4-FFF2-40B4-BE49-F238E27FC236}">
                <a16:creationId xmlns:a16="http://schemas.microsoft.com/office/drawing/2014/main" id="{0A768459-0EAC-3364-54D0-E178D365FD8C}"/>
              </a:ext>
            </a:extLst>
          </p:cNvPr>
          <p:cNvSpPr>
            <a:spLocks noGrp="1"/>
          </p:cNvSpPr>
          <p:nvPr>
            <p:ph type="title"/>
          </p:nvPr>
        </p:nvSpPr>
        <p:spPr>
          <a:xfrm>
            <a:off x="228601" y="214984"/>
            <a:ext cx="8678332" cy="888829"/>
          </a:xfrm>
        </p:spPr>
        <p:txBody>
          <a:bodyPr/>
          <a:lstStyle/>
          <a:p>
            <a:pPr algn="just"/>
            <a:r>
              <a:rPr lang="fr-CA" dirty="0"/>
              <a:t>Quels sont les attitudes et comportements de Justin?</a:t>
            </a:r>
          </a:p>
        </p:txBody>
      </p:sp>
      <p:sp>
        <p:nvSpPr>
          <p:cNvPr id="5" name="Espace réservé du pied de page 3">
            <a:extLst>
              <a:ext uri="{FF2B5EF4-FFF2-40B4-BE49-F238E27FC236}">
                <a16:creationId xmlns:a16="http://schemas.microsoft.com/office/drawing/2014/main" id="{04407293-7CAB-CA9F-84A7-E06445DD9F4E}"/>
              </a:ext>
            </a:extLst>
          </p:cNvPr>
          <p:cNvSpPr>
            <a:spLocks noGrp="1"/>
          </p:cNvSpPr>
          <p:nvPr>
            <p:ph type="ftr" sz="quarter" idx="3"/>
          </p:nvPr>
        </p:nvSpPr>
        <p:spPr>
          <a:xfrm>
            <a:off x="3124200" y="5384996"/>
            <a:ext cx="2895600" cy="185224"/>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558" b="0" i="0" u="none" strike="noStrike" kern="1200" cap="none" spc="0" normalizeH="0" baseline="0" noProof="0" dirty="0">
                <a:ln>
                  <a:noFill/>
                </a:ln>
                <a:solidFill>
                  <a:srgbClr val="003C71"/>
                </a:solidFill>
                <a:effectLst/>
                <a:uLnTx/>
                <a:uFillTx/>
                <a:latin typeface="Visby CF"/>
                <a:ea typeface="+mn-ea"/>
                <a:cs typeface="+mn-cs"/>
              </a:rPr>
              <a:t>@2026. Marie-Christine ALBERT. Tous droits réservés.</a:t>
            </a:r>
          </a:p>
        </p:txBody>
      </p:sp>
    </p:spTree>
    <p:extLst>
      <p:ext uri="{BB962C8B-B14F-4D97-AF65-F5344CB8AC3E}">
        <p14:creationId xmlns:p14="http://schemas.microsoft.com/office/powerpoint/2010/main" val="2933007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1B97C938-F55D-E969-A808-9381C70B14DF}"/>
              </a:ext>
            </a:extLst>
          </p:cNvPr>
          <p:cNvSpPr>
            <a:spLocks noGrp="1"/>
          </p:cNvSpPr>
          <p:nvPr>
            <p:ph type="title"/>
          </p:nvPr>
        </p:nvSpPr>
        <p:spPr/>
        <p:txBody>
          <a:bodyPr/>
          <a:lstStyle/>
          <a:p>
            <a:r>
              <a:rPr lang="fr-CA" dirty="0">
                <a:latin typeface="Georgia"/>
              </a:rPr>
              <a:t>L’équation du comportement</a:t>
            </a:r>
            <a:br>
              <a:rPr lang="fr-CA" dirty="0">
                <a:latin typeface="Georgia"/>
              </a:rPr>
            </a:br>
            <a:r>
              <a:rPr lang="fr-CA" dirty="0">
                <a:latin typeface="Georgia"/>
              </a:rPr>
              <a:t>Kurt Lewin</a:t>
            </a:r>
            <a:endParaRPr lang="fr-CA" dirty="0"/>
          </a:p>
        </p:txBody>
      </p:sp>
      <p:sp>
        <p:nvSpPr>
          <p:cNvPr id="4" name="Espace réservé du pied de page 3">
            <a:extLst>
              <a:ext uri="{FF2B5EF4-FFF2-40B4-BE49-F238E27FC236}">
                <a16:creationId xmlns:a16="http://schemas.microsoft.com/office/drawing/2014/main" id="{8A647AD9-139B-4AFB-B88D-A893847E64BC}"/>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9" name="Rectangle 8">
            <a:extLst>
              <a:ext uri="{FF2B5EF4-FFF2-40B4-BE49-F238E27FC236}">
                <a16:creationId xmlns:a16="http://schemas.microsoft.com/office/drawing/2014/main" id="{8B81348E-FCE7-1C3F-A562-AF47D854E81F}"/>
              </a:ext>
            </a:extLst>
          </p:cNvPr>
          <p:cNvSpPr/>
          <p:nvPr/>
        </p:nvSpPr>
        <p:spPr>
          <a:xfrm>
            <a:off x="478175" y="1265209"/>
            <a:ext cx="8186400" cy="1097127"/>
          </a:xfrm>
          <a:prstGeom prst="rect">
            <a:avLst/>
          </a:prstGeom>
          <a:solidFill>
            <a:srgbClr val="F8F9FA"/>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4000" b="1">
                <a:solidFill>
                  <a:srgbClr val="2B6CB0"/>
                </a:solidFill>
                <a:latin typeface="Georgia"/>
              </a:defRPr>
            </a:pPr>
            <a:r>
              <a:rPr sz="3200" dirty="0">
                <a:solidFill>
                  <a:schemeClr val="tx1"/>
                </a:solidFill>
              </a:rPr>
              <a:t>B = f(P, E)</a:t>
            </a:r>
          </a:p>
          <a:p>
            <a:pPr algn="ctr">
              <a:defRPr sz="1600" i="1">
                <a:solidFill>
                  <a:srgbClr val="212529"/>
                </a:solidFill>
                <a:latin typeface="Arial"/>
              </a:defRPr>
            </a:pPr>
            <a:r>
              <a:rPr dirty="0"/>
              <a:t>« Le </a:t>
            </a:r>
            <a:r>
              <a:rPr dirty="0" err="1"/>
              <a:t>comportement</a:t>
            </a:r>
            <a:r>
              <a:rPr dirty="0"/>
              <a:t> (B) est </a:t>
            </a:r>
            <a:r>
              <a:rPr dirty="0" err="1"/>
              <a:t>fonction</a:t>
            </a:r>
            <a:r>
              <a:rPr dirty="0"/>
              <a:t> de </a:t>
            </a:r>
            <a:r>
              <a:rPr dirty="0" err="1"/>
              <a:t>l'interaction</a:t>
            </a:r>
            <a:r>
              <a:rPr dirty="0"/>
              <a:t> </a:t>
            </a:r>
            <a:r>
              <a:rPr dirty="0" err="1"/>
              <a:t>constante</a:t>
            </a:r>
            <a:r>
              <a:rPr dirty="0"/>
              <a:t> entre la Personne (P) et son Environnement (E) »</a:t>
            </a:r>
          </a:p>
        </p:txBody>
      </p:sp>
      <p:sp>
        <p:nvSpPr>
          <p:cNvPr id="10" name="Rounded Rectangle 3">
            <a:extLst>
              <a:ext uri="{FF2B5EF4-FFF2-40B4-BE49-F238E27FC236}">
                <a16:creationId xmlns:a16="http://schemas.microsoft.com/office/drawing/2014/main" id="{FAF86B61-B400-FF36-8602-0A7657EAA7E7}"/>
              </a:ext>
            </a:extLst>
          </p:cNvPr>
          <p:cNvSpPr/>
          <p:nvPr/>
        </p:nvSpPr>
        <p:spPr>
          <a:xfrm>
            <a:off x="233680" y="2805094"/>
            <a:ext cx="2895600" cy="2137144"/>
          </a:xfrm>
          <a:prstGeom prst="round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spcAft>
                <a:spcPts val="600"/>
              </a:spcAft>
              <a:defRPr sz="1600" b="1">
                <a:solidFill>
                  <a:srgbClr val="2B6CB0"/>
                </a:solidFill>
                <a:latin typeface="Georgia"/>
              </a:defRPr>
            </a:pPr>
            <a:r>
              <a:rPr sz="1400" dirty="0"/>
              <a:t>B (Behavior / </a:t>
            </a:r>
            <a:r>
              <a:rPr sz="1400" dirty="0" err="1"/>
              <a:t>Comportement</a:t>
            </a:r>
            <a:r>
              <a:rPr sz="1400" dirty="0"/>
              <a:t>)</a:t>
            </a:r>
          </a:p>
          <a:p>
            <a:pPr>
              <a:spcAft>
                <a:spcPts val="1000"/>
              </a:spcAft>
              <a:defRPr sz="1300" b="1">
                <a:solidFill>
                  <a:srgbClr val="212529"/>
                </a:solidFill>
                <a:latin typeface="Arial"/>
              </a:defRPr>
            </a:pPr>
            <a:r>
              <a:rPr sz="1200" dirty="0"/>
              <a:t>Ce </a:t>
            </a:r>
            <a:r>
              <a:rPr sz="1200" dirty="0" err="1"/>
              <a:t>qu'une</a:t>
            </a:r>
            <a:r>
              <a:rPr sz="1200" dirty="0"/>
              <a:t> </a:t>
            </a:r>
            <a:r>
              <a:rPr sz="1200" dirty="0" err="1"/>
              <a:t>personne</a:t>
            </a:r>
            <a:r>
              <a:rPr sz="1200" dirty="0"/>
              <a:t> fait à un moment </a:t>
            </a:r>
            <a:r>
              <a:rPr sz="1200" dirty="0" err="1"/>
              <a:t>donné</a:t>
            </a:r>
            <a:endParaRPr sz="1200" dirty="0"/>
          </a:p>
          <a:p>
            <a:pPr>
              <a:defRPr sz="1200">
                <a:solidFill>
                  <a:srgbClr val="212529"/>
                </a:solidFill>
                <a:latin typeface="Arial"/>
              </a:defRPr>
            </a:pPr>
            <a:r>
              <a:rPr sz="1100" dirty="0"/>
              <a:t>• </a:t>
            </a:r>
            <a:r>
              <a:rPr sz="1100" dirty="0" err="1"/>
              <a:t>Comprend</a:t>
            </a:r>
            <a:r>
              <a:rPr sz="1100" dirty="0"/>
              <a:t> : </a:t>
            </a:r>
            <a:r>
              <a:rPr sz="1100" dirty="0" err="1"/>
              <a:t>agir</a:t>
            </a:r>
            <a:r>
              <a:rPr sz="1100" dirty="0"/>
              <a:t>, </a:t>
            </a:r>
            <a:r>
              <a:rPr sz="1100" dirty="0" err="1"/>
              <a:t>parler</a:t>
            </a:r>
            <a:r>
              <a:rPr sz="1100" dirty="0"/>
              <a:t>, </a:t>
            </a:r>
            <a:r>
              <a:rPr sz="1100" dirty="0" err="1"/>
              <a:t>penser</a:t>
            </a:r>
            <a:r>
              <a:rPr sz="1100" dirty="0"/>
              <a:t>, </a:t>
            </a:r>
            <a:r>
              <a:rPr sz="1100" dirty="0" err="1"/>
              <a:t>rêver</a:t>
            </a:r>
            <a:r>
              <a:rPr sz="1100" dirty="0"/>
              <a:t>, et </a:t>
            </a:r>
            <a:r>
              <a:rPr sz="1100" dirty="0" err="1"/>
              <a:t>réagir</a:t>
            </a:r>
            <a:r>
              <a:rPr sz="1100" dirty="0"/>
              <a:t> </a:t>
            </a:r>
            <a:r>
              <a:rPr sz="1100" dirty="0" err="1"/>
              <a:t>émotionnellement</a:t>
            </a:r>
            <a:r>
              <a:rPr sz="1100" dirty="0"/>
              <a:t>.</a:t>
            </a:r>
            <a:br>
              <a:rPr sz="1100" dirty="0"/>
            </a:br>
            <a:r>
              <a:rPr sz="1100" dirty="0"/>
              <a:t>• Ne se </a:t>
            </a:r>
            <a:r>
              <a:rPr sz="1100" dirty="0" err="1"/>
              <a:t>limite</a:t>
            </a:r>
            <a:r>
              <a:rPr sz="1100" dirty="0"/>
              <a:t> pas aux actions physiques </a:t>
            </a:r>
            <a:r>
              <a:rPr sz="1100" dirty="0" err="1"/>
              <a:t>mais</a:t>
            </a:r>
            <a:r>
              <a:rPr sz="1100" dirty="0"/>
              <a:t> à </a:t>
            </a:r>
            <a:r>
              <a:rPr sz="1100" dirty="0" err="1"/>
              <a:t>toutes</a:t>
            </a:r>
            <a:r>
              <a:rPr sz="1100" dirty="0"/>
              <a:t> les </a:t>
            </a:r>
            <a:r>
              <a:rPr sz="1100" dirty="0" err="1"/>
              <a:t>réponses</a:t>
            </a:r>
            <a:r>
              <a:rPr sz="1100" dirty="0"/>
              <a:t> </a:t>
            </a:r>
            <a:r>
              <a:rPr sz="1100" dirty="0" err="1"/>
              <a:t>psychologiques</a:t>
            </a:r>
            <a:r>
              <a:rPr sz="1100" dirty="0"/>
              <a:t> et </a:t>
            </a:r>
            <a:r>
              <a:rPr sz="1100" dirty="0" err="1"/>
              <a:t>physiologiques</a:t>
            </a:r>
            <a:r>
              <a:rPr sz="1100" dirty="0"/>
              <a:t>.</a:t>
            </a:r>
          </a:p>
        </p:txBody>
      </p:sp>
      <p:sp>
        <p:nvSpPr>
          <p:cNvPr id="11" name="Rounded Rectangle 4">
            <a:extLst>
              <a:ext uri="{FF2B5EF4-FFF2-40B4-BE49-F238E27FC236}">
                <a16:creationId xmlns:a16="http://schemas.microsoft.com/office/drawing/2014/main" id="{34AC60F5-2E25-9A1A-C687-5FEC1148CEC8}"/>
              </a:ext>
            </a:extLst>
          </p:cNvPr>
          <p:cNvSpPr/>
          <p:nvPr/>
        </p:nvSpPr>
        <p:spPr>
          <a:xfrm>
            <a:off x="3194642" y="2857500"/>
            <a:ext cx="2973659" cy="2015587"/>
          </a:xfrm>
          <a:prstGeom prst="round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spcAft>
                <a:spcPts val="600"/>
              </a:spcAft>
              <a:defRPr sz="1600" b="1">
                <a:solidFill>
                  <a:srgbClr val="2B6CB0"/>
                </a:solidFill>
                <a:latin typeface="Georgia"/>
              </a:defRPr>
            </a:pPr>
            <a:r>
              <a:rPr sz="1400" dirty="0"/>
              <a:t>P (Personne / État interne)</a:t>
            </a:r>
          </a:p>
          <a:p>
            <a:pPr>
              <a:spcAft>
                <a:spcPts val="1000"/>
              </a:spcAft>
              <a:defRPr sz="1300" b="1">
                <a:solidFill>
                  <a:srgbClr val="212529"/>
                </a:solidFill>
                <a:latin typeface="Arial"/>
              </a:defRPr>
            </a:pPr>
            <a:r>
              <a:rPr sz="1200" dirty="0"/>
              <a:t>Les </a:t>
            </a:r>
            <a:r>
              <a:rPr sz="1200" dirty="0" err="1"/>
              <a:t>caractéristiques</a:t>
            </a:r>
            <a:r>
              <a:rPr sz="1200" dirty="0"/>
              <a:t> internes de </a:t>
            </a:r>
            <a:r>
              <a:rPr sz="1200" dirty="0" err="1"/>
              <a:t>l'individu</a:t>
            </a:r>
            <a:endParaRPr sz="1200" dirty="0"/>
          </a:p>
          <a:p>
            <a:pPr>
              <a:defRPr sz="1200">
                <a:solidFill>
                  <a:srgbClr val="212529"/>
                </a:solidFill>
                <a:latin typeface="Arial"/>
              </a:defRPr>
            </a:pPr>
            <a:r>
              <a:rPr sz="1100" dirty="0"/>
              <a:t>• </a:t>
            </a:r>
            <a:r>
              <a:rPr sz="1100" dirty="0" err="1"/>
              <a:t>Comprend</a:t>
            </a:r>
            <a:r>
              <a:rPr sz="1100" dirty="0"/>
              <a:t> : les </a:t>
            </a:r>
            <a:r>
              <a:rPr sz="1100" dirty="0" err="1"/>
              <a:t>besoins</a:t>
            </a:r>
            <a:r>
              <a:rPr sz="1100" dirty="0"/>
              <a:t> </a:t>
            </a:r>
            <a:r>
              <a:rPr sz="1100" dirty="0" err="1"/>
              <a:t>profonds</a:t>
            </a:r>
            <a:r>
              <a:rPr sz="1100" dirty="0"/>
              <a:t>, les </a:t>
            </a:r>
            <a:r>
              <a:rPr sz="1100" dirty="0" err="1"/>
              <a:t>valeurs</a:t>
            </a:r>
            <a:r>
              <a:rPr sz="1100" dirty="0"/>
              <a:t>, les </a:t>
            </a:r>
            <a:r>
              <a:rPr sz="1100" dirty="0" err="1"/>
              <a:t>croyances</a:t>
            </a:r>
            <a:r>
              <a:rPr sz="1100" dirty="0"/>
              <a:t>.</a:t>
            </a:r>
            <a:br>
              <a:rPr sz="1100" dirty="0"/>
            </a:br>
            <a:r>
              <a:rPr sz="1100" dirty="0"/>
              <a:t>• </a:t>
            </a:r>
            <a:r>
              <a:rPr sz="1100" dirty="0" err="1"/>
              <a:t>Intègre</a:t>
            </a:r>
            <a:r>
              <a:rPr sz="1100" dirty="0"/>
              <a:t> : le </a:t>
            </a:r>
            <a:r>
              <a:rPr sz="1100" dirty="0" err="1"/>
              <a:t>niveau</a:t>
            </a:r>
            <a:r>
              <a:rPr sz="1100" dirty="0"/>
              <a:t> </a:t>
            </a:r>
            <a:r>
              <a:rPr sz="1100" dirty="0" err="1"/>
              <a:t>d'énergie</a:t>
            </a:r>
            <a:r>
              <a:rPr sz="1100" dirty="0"/>
              <a:t>, les </a:t>
            </a:r>
            <a:r>
              <a:rPr sz="1100" dirty="0" err="1"/>
              <a:t>compétences</a:t>
            </a:r>
            <a:r>
              <a:rPr sz="1100" dirty="0"/>
              <a:t> </a:t>
            </a:r>
            <a:r>
              <a:rPr sz="1100" dirty="0" err="1"/>
              <a:t>acquises</a:t>
            </a:r>
            <a:r>
              <a:rPr sz="1100" dirty="0"/>
              <a:t>, et les dispositions </a:t>
            </a:r>
            <a:r>
              <a:rPr sz="1100" dirty="0" err="1"/>
              <a:t>émotionnelles</a:t>
            </a:r>
            <a:r>
              <a:rPr sz="1100" dirty="0"/>
              <a:t>.</a:t>
            </a:r>
          </a:p>
        </p:txBody>
      </p:sp>
      <p:sp>
        <p:nvSpPr>
          <p:cNvPr id="12" name="Rounded Rectangle 5">
            <a:extLst>
              <a:ext uri="{FF2B5EF4-FFF2-40B4-BE49-F238E27FC236}">
                <a16:creationId xmlns:a16="http://schemas.microsoft.com/office/drawing/2014/main" id="{ACF4F65A-6AD3-87F2-0BCC-8DA6DAE8125E}"/>
              </a:ext>
            </a:extLst>
          </p:cNvPr>
          <p:cNvSpPr/>
          <p:nvPr/>
        </p:nvSpPr>
        <p:spPr>
          <a:xfrm>
            <a:off x="6158141" y="2865872"/>
            <a:ext cx="2835703" cy="2015587"/>
          </a:xfrm>
          <a:prstGeom prst="round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spcAft>
                <a:spcPts val="600"/>
              </a:spcAft>
              <a:defRPr sz="1600" b="1">
                <a:solidFill>
                  <a:srgbClr val="2B6CB0"/>
                </a:solidFill>
                <a:latin typeface="Georgia"/>
              </a:defRPr>
            </a:pPr>
            <a:r>
              <a:rPr sz="1400"/>
              <a:t>E (Environnement psychologique)</a:t>
            </a:r>
          </a:p>
          <a:p>
            <a:pPr>
              <a:spcAft>
                <a:spcPts val="1000"/>
              </a:spcAft>
              <a:defRPr sz="1300" b="1">
                <a:solidFill>
                  <a:srgbClr val="212529"/>
                </a:solidFill>
                <a:latin typeface="Arial"/>
              </a:defRPr>
            </a:pPr>
            <a:r>
              <a:rPr sz="1200"/>
              <a:t>La situation telle que la personne la perçoit</a:t>
            </a:r>
          </a:p>
          <a:p>
            <a:pPr>
              <a:defRPr sz="1200">
                <a:solidFill>
                  <a:srgbClr val="212529"/>
                </a:solidFill>
                <a:latin typeface="Arial"/>
              </a:defRPr>
            </a:pPr>
            <a:r>
              <a:rPr sz="1100"/>
              <a:t>• Aspects physiques : lieu, objets, contraintes matérielles.</a:t>
            </a:r>
            <a:br>
              <a:rPr sz="1100"/>
            </a:br>
            <a:r>
              <a:rPr sz="1100"/>
              <a:t>• Aspects sociaux : présence d'autrui, normes de groupe, climat relationnel et organisationnel.</a:t>
            </a:r>
          </a:p>
        </p:txBody>
      </p:sp>
    </p:spTree>
    <p:extLst>
      <p:ext uri="{BB962C8B-B14F-4D97-AF65-F5344CB8AC3E}">
        <p14:creationId xmlns:p14="http://schemas.microsoft.com/office/powerpoint/2010/main" val="4291739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7548F-BA07-F7A2-8D05-DF482EF1E15F}"/>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DFC16A9C-6C0C-0362-3BAB-2DFDA7A31702}"/>
              </a:ext>
            </a:extLst>
          </p:cNvPr>
          <p:cNvSpPr/>
          <p:nvPr/>
        </p:nvSpPr>
        <p:spPr>
          <a:xfrm>
            <a:off x="1614513" y="2351722"/>
            <a:ext cx="6000750" cy="24003"/>
          </a:xfrm>
          <a:prstGeom prst="rect">
            <a:avLst/>
          </a:prstGeom>
          <a:solidFill>
            <a:srgbClr val="AAB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CFBF8"/>
              </a:solidFill>
              <a:effectLst/>
              <a:uLnTx/>
              <a:uFillTx/>
              <a:latin typeface="Visby CF"/>
              <a:ea typeface="+mn-ea"/>
              <a:cs typeface="+mn-cs"/>
            </a:endParaRPr>
          </a:p>
        </p:txBody>
      </p:sp>
      <p:sp>
        <p:nvSpPr>
          <p:cNvPr id="3" name="Titre 2">
            <a:extLst>
              <a:ext uri="{FF2B5EF4-FFF2-40B4-BE49-F238E27FC236}">
                <a16:creationId xmlns:a16="http://schemas.microsoft.com/office/drawing/2014/main" id="{84C83CAE-E6D6-8827-908D-D75AA6BE3402}"/>
              </a:ext>
            </a:extLst>
          </p:cNvPr>
          <p:cNvSpPr>
            <a:spLocks noGrp="1"/>
          </p:cNvSpPr>
          <p:nvPr>
            <p:ph type="title"/>
          </p:nvPr>
        </p:nvSpPr>
        <p:spPr/>
        <p:txBody>
          <a:bodyPr/>
          <a:lstStyle/>
          <a:p>
            <a:r>
              <a:rPr lang="fr-CA" dirty="0"/>
              <a:t>Décrire la personnalité à partir de ses comportements</a:t>
            </a:r>
          </a:p>
        </p:txBody>
      </p:sp>
      <p:sp>
        <p:nvSpPr>
          <p:cNvPr id="4" name="Espace réservé du pied de page 3">
            <a:extLst>
              <a:ext uri="{FF2B5EF4-FFF2-40B4-BE49-F238E27FC236}">
                <a16:creationId xmlns:a16="http://schemas.microsoft.com/office/drawing/2014/main" id="{3699B43A-66DE-09B5-18A1-D8FE7F9C015D}"/>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558" b="0" i="0" u="none" strike="noStrike" kern="1200" cap="none" spc="0" normalizeH="0" baseline="0" noProof="0" dirty="0">
                <a:ln>
                  <a:noFill/>
                </a:ln>
                <a:solidFill>
                  <a:srgbClr val="003C71"/>
                </a:solidFill>
                <a:effectLst/>
                <a:uLnTx/>
                <a:uFillTx/>
                <a:latin typeface="Visby CF"/>
                <a:ea typeface="+mn-ea"/>
                <a:cs typeface="+mn-cs"/>
              </a:rPr>
              <a:t>@2026. Marie-Christine ALBERT. Tous droits réservés.</a:t>
            </a:r>
          </a:p>
        </p:txBody>
      </p:sp>
      <p:sp>
        <p:nvSpPr>
          <p:cNvPr id="8" name="TextBox 4">
            <a:extLst>
              <a:ext uri="{FF2B5EF4-FFF2-40B4-BE49-F238E27FC236}">
                <a16:creationId xmlns:a16="http://schemas.microsoft.com/office/drawing/2014/main" id="{E1C789F2-1820-4597-B829-61D007AA3977}"/>
              </a:ext>
            </a:extLst>
          </p:cNvPr>
          <p:cNvSpPr txBox="1"/>
          <p:nvPr/>
        </p:nvSpPr>
        <p:spPr>
          <a:xfrm>
            <a:off x="857250" y="1526882"/>
            <a:ext cx="7818120" cy="253916"/>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i="0">
                <a:solidFill>
                  <a:srgbClr val="1674B5"/>
                </a:solidFill>
                <a:latin typeface="Aptos"/>
              </a:defRPr>
            </a:pPr>
            <a:r>
              <a:rPr kumimoji="0" sz="1050" b="1" i="0" u="none" strike="noStrike" kern="1200" cap="none" spc="0" normalizeH="0" baseline="0" noProof="0" dirty="0">
                <a:ln>
                  <a:noFill/>
                </a:ln>
                <a:solidFill>
                  <a:srgbClr val="1674B5"/>
                </a:solidFill>
                <a:effectLst/>
                <a:uLnTx/>
                <a:uFillTx/>
                <a:latin typeface="Aptos"/>
                <a:ea typeface="+mn-ea"/>
                <a:cs typeface="+mn-cs"/>
              </a:rPr>
              <a:t>Observer des </a:t>
            </a:r>
            <a:r>
              <a:rPr kumimoji="0" sz="1050" b="1" i="0" u="none" strike="noStrike" kern="1200" cap="none" spc="0" normalizeH="0" baseline="0" noProof="0" dirty="0" err="1">
                <a:ln>
                  <a:noFill/>
                </a:ln>
                <a:solidFill>
                  <a:srgbClr val="1674B5"/>
                </a:solidFill>
                <a:effectLst/>
                <a:uLnTx/>
                <a:uFillTx/>
                <a:latin typeface="Aptos"/>
                <a:ea typeface="+mn-ea"/>
                <a:cs typeface="+mn-cs"/>
              </a:rPr>
              <a:t>comportements</a:t>
            </a:r>
            <a:r>
              <a:rPr kumimoji="0" sz="1050" b="1" i="0" u="none" strike="noStrike" kern="1200" cap="none" spc="0" normalizeH="0" baseline="0" noProof="0" dirty="0">
                <a:ln>
                  <a:noFill/>
                </a:ln>
                <a:solidFill>
                  <a:srgbClr val="1674B5"/>
                </a:solidFill>
                <a:effectLst/>
                <a:uLnTx/>
                <a:uFillTx/>
                <a:latin typeface="Aptos"/>
                <a:ea typeface="+mn-ea"/>
                <a:cs typeface="+mn-cs"/>
              </a:rPr>
              <a:t> </a:t>
            </a:r>
            <a:r>
              <a:rPr kumimoji="0" sz="1050" b="1" i="0" u="none" strike="noStrike" kern="1200" cap="none" spc="0" normalizeH="0" baseline="0" noProof="0" dirty="0" err="1">
                <a:ln>
                  <a:noFill/>
                </a:ln>
                <a:solidFill>
                  <a:srgbClr val="1674B5"/>
                </a:solidFill>
                <a:effectLst/>
                <a:uLnTx/>
                <a:uFillTx/>
                <a:latin typeface="Aptos"/>
                <a:ea typeface="+mn-ea"/>
                <a:cs typeface="+mn-cs"/>
              </a:rPr>
              <a:t>récurrents</a:t>
            </a:r>
            <a:r>
              <a:rPr kumimoji="0" sz="1050" b="1" i="0" u="none" strike="noStrike" kern="1200" cap="none" spc="0" normalizeH="0" baseline="0" noProof="0" dirty="0">
                <a:ln>
                  <a:noFill/>
                </a:ln>
                <a:solidFill>
                  <a:srgbClr val="1674B5"/>
                </a:solidFill>
                <a:effectLst/>
                <a:uLnTx/>
                <a:uFillTx/>
                <a:latin typeface="Aptos"/>
                <a:ea typeface="+mn-ea"/>
                <a:cs typeface="+mn-cs"/>
              </a:rPr>
              <a:t> et </a:t>
            </a:r>
            <a:r>
              <a:rPr kumimoji="0" sz="1050" b="1" i="0" u="none" strike="noStrike" kern="1200" cap="none" spc="0" normalizeH="0" baseline="0" noProof="0" dirty="0" err="1">
                <a:ln>
                  <a:noFill/>
                </a:ln>
                <a:solidFill>
                  <a:srgbClr val="1674B5"/>
                </a:solidFill>
                <a:effectLst/>
                <a:uLnTx/>
                <a:uFillTx/>
                <a:latin typeface="Aptos"/>
                <a:ea typeface="+mn-ea"/>
                <a:cs typeface="+mn-cs"/>
              </a:rPr>
              <a:t>consistants</a:t>
            </a:r>
            <a:r>
              <a:rPr kumimoji="0" sz="1050" b="1" i="0" u="none" strike="noStrike" kern="1200" cap="none" spc="0" normalizeH="0" baseline="0" noProof="0" dirty="0">
                <a:ln>
                  <a:noFill/>
                </a:ln>
                <a:solidFill>
                  <a:srgbClr val="1674B5"/>
                </a:solidFill>
                <a:effectLst/>
                <a:uLnTx/>
                <a:uFillTx/>
                <a:latin typeface="Aptos"/>
                <a:ea typeface="+mn-ea"/>
                <a:cs typeface="+mn-cs"/>
              </a:rPr>
              <a:t> sur </a:t>
            </a:r>
            <a:r>
              <a:rPr kumimoji="0" sz="1050" b="1" i="0" u="none" strike="noStrike" kern="1200" cap="none" spc="0" normalizeH="0" baseline="0" noProof="0" dirty="0" err="1">
                <a:ln>
                  <a:noFill/>
                </a:ln>
                <a:solidFill>
                  <a:srgbClr val="1674B5"/>
                </a:solidFill>
                <a:effectLst/>
                <a:uLnTx/>
                <a:uFillTx/>
                <a:latin typeface="Aptos"/>
                <a:ea typeface="+mn-ea"/>
                <a:cs typeface="+mn-cs"/>
              </a:rPr>
              <a:t>une</a:t>
            </a:r>
            <a:r>
              <a:rPr kumimoji="0" sz="1050" b="1" i="0" u="none" strike="noStrike" kern="1200" cap="none" spc="0" normalizeH="0" baseline="0" noProof="0" dirty="0">
                <a:ln>
                  <a:noFill/>
                </a:ln>
                <a:solidFill>
                  <a:srgbClr val="1674B5"/>
                </a:solidFill>
                <a:effectLst/>
                <a:uLnTx/>
                <a:uFillTx/>
                <a:latin typeface="Aptos"/>
                <a:ea typeface="+mn-ea"/>
                <a:cs typeface="+mn-cs"/>
              </a:rPr>
              <a:t> </a:t>
            </a:r>
            <a:r>
              <a:rPr kumimoji="0" sz="1050" b="1" i="0" u="none" strike="noStrike" kern="1200" cap="none" spc="0" normalizeH="0" baseline="0" noProof="0" dirty="0" err="1">
                <a:ln>
                  <a:noFill/>
                </a:ln>
                <a:solidFill>
                  <a:srgbClr val="1674B5"/>
                </a:solidFill>
                <a:effectLst/>
                <a:uLnTx/>
                <a:uFillTx/>
                <a:latin typeface="Aptos"/>
                <a:ea typeface="+mn-ea"/>
                <a:cs typeface="+mn-cs"/>
              </a:rPr>
              <a:t>période</a:t>
            </a:r>
            <a:r>
              <a:rPr kumimoji="0" sz="1050" b="1" i="0" u="none" strike="noStrike" kern="1200" cap="none" spc="0" normalizeH="0" baseline="0" noProof="0" dirty="0">
                <a:ln>
                  <a:noFill/>
                </a:ln>
                <a:solidFill>
                  <a:srgbClr val="1674B5"/>
                </a:solidFill>
                <a:effectLst/>
                <a:uLnTx/>
                <a:uFillTx/>
                <a:latin typeface="Aptos"/>
                <a:ea typeface="+mn-ea"/>
                <a:cs typeface="+mn-cs"/>
              </a:rPr>
              <a:t> </a:t>
            </a:r>
            <a:r>
              <a:rPr kumimoji="0" sz="1050" b="1" i="0" u="none" strike="noStrike" kern="1200" cap="none" spc="0" normalizeH="0" baseline="0" noProof="0" dirty="0" err="1">
                <a:ln>
                  <a:noFill/>
                </a:ln>
                <a:solidFill>
                  <a:srgbClr val="1674B5"/>
                </a:solidFill>
                <a:effectLst/>
                <a:uLnTx/>
                <a:uFillTx/>
                <a:latin typeface="Aptos"/>
                <a:ea typeface="+mn-ea"/>
                <a:cs typeface="+mn-cs"/>
              </a:rPr>
              <a:t>prolongée</a:t>
            </a:r>
            <a:r>
              <a:rPr kumimoji="0" sz="1050" b="1" i="0" u="none" strike="noStrike" kern="1200" cap="none" spc="0" normalizeH="0" baseline="0" noProof="0" dirty="0">
                <a:ln>
                  <a:noFill/>
                </a:ln>
                <a:solidFill>
                  <a:srgbClr val="1674B5"/>
                </a:solidFill>
                <a:effectLst/>
                <a:uLnTx/>
                <a:uFillTx/>
                <a:latin typeface="Aptos"/>
                <a:ea typeface="+mn-ea"/>
                <a:cs typeface="+mn-cs"/>
              </a:rPr>
              <a:t> et dans des </a:t>
            </a:r>
            <a:r>
              <a:rPr kumimoji="0" sz="1050" b="1" i="0" u="none" strike="noStrike" kern="1200" cap="none" spc="0" normalizeH="0" baseline="0" noProof="0" dirty="0" err="1">
                <a:ln>
                  <a:noFill/>
                </a:ln>
                <a:solidFill>
                  <a:srgbClr val="1674B5"/>
                </a:solidFill>
                <a:effectLst/>
                <a:uLnTx/>
                <a:uFillTx/>
                <a:latin typeface="Aptos"/>
                <a:ea typeface="+mn-ea"/>
                <a:cs typeface="+mn-cs"/>
              </a:rPr>
              <a:t>contextes</a:t>
            </a:r>
            <a:r>
              <a:rPr kumimoji="0" sz="1050" b="1" i="0" u="none" strike="noStrike" kern="1200" cap="none" spc="0" normalizeH="0" baseline="0" noProof="0" dirty="0">
                <a:ln>
                  <a:noFill/>
                </a:ln>
                <a:solidFill>
                  <a:srgbClr val="1674B5"/>
                </a:solidFill>
                <a:effectLst/>
                <a:uLnTx/>
                <a:uFillTx/>
                <a:latin typeface="Aptos"/>
                <a:ea typeface="+mn-ea"/>
                <a:cs typeface="+mn-cs"/>
              </a:rPr>
              <a:t> </a:t>
            </a:r>
            <a:r>
              <a:rPr kumimoji="0" sz="1050" b="1" i="0" u="none" strike="noStrike" kern="1200" cap="none" spc="0" normalizeH="0" baseline="0" noProof="0" dirty="0" err="1">
                <a:ln>
                  <a:noFill/>
                </a:ln>
                <a:solidFill>
                  <a:srgbClr val="1674B5"/>
                </a:solidFill>
                <a:effectLst/>
                <a:uLnTx/>
                <a:uFillTx/>
                <a:latin typeface="Aptos"/>
                <a:ea typeface="+mn-ea"/>
                <a:cs typeface="+mn-cs"/>
              </a:rPr>
              <a:t>variés</a:t>
            </a:r>
            <a:r>
              <a:rPr kumimoji="0" sz="1050" b="1" i="0" u="none" strike="noStrike" kern="1200" cap="none" spc="0" normalizeH="0" baseline="0" noProof="0" dirty="0">
                <a:ln>
                  <a:noFill/>
                </a:ln>
                <a:solidFill>
                  <a:srgbClr val="1674B5"/>
                </a:solidFill>
                <a:effectLst/>
                <a:uLnTx/>
                <a:uFillTx/>
                <a:latin typeface="Aptos"/>
                <a:ea typeface="+mn-ea"/>
                <a:cs typeface="+mn-cs"/>
              </a:rPr>
              <a:t>.</a:t>
            </a:r>
          </a:p>
        </p:txBody>
      </p:sp>
      <p:sp>
        <p:nvSpPr>
          <p:cNvPr id="9" name="Oval 5">
            <a:extLst>
              <a:ext uri="{FF2B5EF4-FFF2-40B4-BE49-F238E27FC236}">
                <a16:creationId xmlns:a16="http://schemas.microsoft.com/office/drawing/2014/main" id="{7930FE19-D794-262B-3180-6C00AF25F999}"/>
              </a:ext>
            </a:extLst>
          </p:cNvPr>
          <p:cNvSpPr/>
          <p:nvPr/>
        </p:nvSpPr>
        <p:spPr>
          <a:xfrm>
            <a:off x="1237322" y="2159698"/>
            <a:ext cx="425196" cy="425196"/>
          </a:xfrm>
          <a:prstGeom prst="ellipse">
            <a:avLst/>
          </a:prstGeom>
          <a:solidFill>
            <a:srgbClr val="16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CFBF8"/>
              </a:solidFill>
              <a:effectLst/>
              <a:uLnTx/>
              <a:uFillTx/>
              <a:latin typeface="Visby CF"/>
              <a:ea typeface="+mn-ea"/>
              <a:cs typeface="+mn-cs"/>
            </a:endParaRPr>
          </a:p>
        </p:txBody>
      </p:sp>
      <p:sp>
        <p:nvSpPr>
          <p:cNvPr id="10" name="TextBox 6">
            <a:extLst>
              <a:ext uri="{FF2B5EF4-FFF2-40B4-BE49-F238E27FC236}">
                <a16:creationId xmlns:a16="http://schemas.microsoft.com/office/drawing/2014/main" id="{18035D0A-0C9F-4E8D-C929-AD80E1D91EF4}"/>
              </a:ext>
            </a:extLst>
          </p:cNvPr>
          <p:cNvSpPr txBox="1"/>
          <p:nvPr/>
        </p:nvSpPr>
        <p:spPr>
          <a:xfrm>
            <a:off x="1237322" y="2262568"/>
            <a:ext cx="425196" cy="230832"/>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1" i="0">
                <a:solidFill>
                  <a:srgbClr val="FFFFFF"/>
                </a:solidFill>
                <a:latin typeface="Aptos"/>
              </a:defRPr>
            </a:pPr>
            <a:r>
              <a:rPr kumimoji="0" sz="900" b="1" i="0" u="none" strike="noStrike" kern="1200" cap="none" spc="0" normalizeH="0" baseline="0" noProof="0">
                <a:ln>
                  <a:noFill/>
                </a:ln>
                <a:solidFill>
                  <a:srgbClr val="FFFFFF"/>
                </a:solidFill>
                <a:effectLst/>
                <a:uLnTx/>
                <a:uFillTx/>
                <a:latin typeface="Aptos"/>
                <a:ea typeface="+mn-ea"/>
                <a:cs typeface="+mn-cs"/>
              </a:rPr>
              <a:t>1</a:t>
            </a:r>
          </a:p>
        </p:txBody>
      </p:sp>
      <p:sp>
        <p:nvSpPr>
          <p:cNvPr id="11" name="Rounded Rectangle 7">
            <a:extLst>
              <a:ext uri="{FF2B5EF4-FFF2-40B4-BE49-F238E27FC236}">
                <a16:creationId xmlns:a16="http://schemas.microsoft.com/office/drawing/2014/main" id="{F6BA3117-5612-7885-CC81-6DE34781E4E3}"/>
              </a:ext>
            </a:extLst>
          </p:cNvPr>
          <p:cNvSpPr/>
          <p:nvPr/>
        </p:nvSpPr>
        <p:spPr>
          <a:xfrm>
            <a:off x="582930" y="2672334"/>
            <a:ext cx="1714500" cy="1474470"/>
          </a:xfrm>
          <a:prstGeom prst="roundRect">
            <a:avLst/>
          </a:prstGeom>
          <a:solidFill>
            <a:srgbClr val="F6F8FA"/>
          </a:solidFill>
          <a:ln w="19050">
            <a:solidFill>
              <a:srgbClr val="1674B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CFBF8"/>
              </a:solidFill>
              <a:effectLst/>
              <a:uLnTx/>
              <a:uFillTx/>
              <a:latin typeface="Visby CF"/>
              <a:ea typeface="+mn-ea"/>
              <a:cs typeface="+mn-cs"/>
            </a:endParaRPr>
          </a:p>
        </p:txBody>
      </p:sp>
      <p:sp>
        <p:nvSpPr>
          <p:cNvPr id="12" name="TextBox 8">
            <a:extLst>
              <a:ext uri="{FF2B5EF4-FFF2-40B4-BE49-F238E27FC236}">
                <a16:creationId xmlns:a16="http://schemas.microsoft.com/office/drawing/2014/main" id="{7F288835-6720-F0EF-E308-02318D2BC738}"/>
              </a:ext>
            </a:extLst>
          </p:cNvPr>
          <p:cNvSpPr txBox="1"/>
          <p:nvPr/>
        </p:nvSpPr>
        <p:spPr>
          <a:xfrm>
            <a:off x="706374" y="2857500"/>
            <a:ext cx="1467612" cy="230832"/>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1" i="0">
                <a:solidFill>
                  <a:srgbClr val="1674B5"/>
                </a:solidFill>
                <a:latin typeface="Aptos"/>
              </a:defRPr>
            </a:pPr>
            <a:r>
              <a:rPr kumimoji="0" sz="900" b="1" i="0" u="none" strike="noStrike" kern="1200" cap="none" spc="0" normalizeH="0" baseline="0" noProof="0">
                <a:ln>
                  <a:noFill/>
                </a:ln>
                <a:solidFill>
                  <a:srgbClr val="1674B5"/>
                </a:solidFill>
                <a:effectLst/>
                <a:uLnTx/>
                <a:uFillTx/>
                <a:latin typeface="Aptos"/>
                <a:ea typeface="+mn-ea"/>
                <a:cs typeface="+mn-cs"/>
              </a:rPr>
              <a:t>IDENTIFIER</a:t>
            </a:r>
          </a:p>
        </p:txBody>
      </p:sp>
      <p:sp>
        <p:nvSpPr>
          <p:cNvPr id="13" name="TextBox 9">
            <a:extLst>
              <a:ext uri="{FF2B5EF4-FFF2-40B4-BE49-F238E27FC236}">
                <a16:creationId xmlns:a16="http://schemas.microsoft.com/office/drawing/2014/main" id="{6FF67D89-934B-F61E-D3B6-4F36AA0144C7}"/>
              </a:ext>
            </a:extLst>
          </p:cNvPr>
          <p:cNvSpPr txBox="1"/>
          <p:nvPr/>
        </p:nvSpPr>
        <p:spPr>
          <a:xfrm>
            <a:off x="733806" y="3179826"/>
            <a:ext cx="1412748" cy="473206"/>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i="0">
                <a:solidFill>
                  <a:srgbClr val="111923"/>
                </a:solidFill>
                <a:latin typeface="Aptos"/>
              </a:defRPr>
            </a:pPr>
            <a:r>
              <a:rPr kumimoji="0" sz="825" b="0" i="0" u="none" strike="noStrike" kern="1200" cap="none" spc="0" normalizeH="0" baseline="0" noProof="0">
                <a:ln>
                  <a:noFill/>
                </a:ln>
                <a:solidFill>
                  <a:srgbClr val="111923"/>
                </a:solidFill>
                <a:effectLst/>
                <a:uLnTx/>
                <a:uFillTx/>
                <a:latin typeface="Aptos"/>
                <a:ea typeface="+mn-ea"/>
                <a:cs typeface="+mn-cs"/>
              </a:rPr>
              <a:t>Des comportements précis et concrets plutôt que des jugements généraux.</a:t>
            </a:r>
          </a:p>
        </p:txBody>
      </p:sp>
      <p:sp>
        <p:nvSpPr>
          <p:cNvPr id="14" name="Oval 10">
            <a:extLst>
              <a:ext uri="{FF2B5EF4-FFF2-40B4-BE49-F238E27FC236}">
                <a16:creationId xmlns:a16="http://schemas.microsoft.com/office/drawing/2014/main" id="{30AFD085-00DB-25C0-95F1-7ED6D2D124E1}"/>
              </a:ext>
            </a:extLst>
          </p:cNvPr>
          <p:cNvSpPr/>
          <p:nvPr/>
        </p:nvSpPr>
        <p:spPr>
          <a:xfrm>
            <a:off x="3363303" y="2159698"/>
            <a:ext cx="425196" cy="425196"/>
          </a:xfrm>
          <a:prstGeom prst="ellipse">
            <a:avLst/>
          </a:prstGeom>
          <a:solidFill>
            <a:srgbClr val="16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CFBF8"/>
              </a:solidFill>
              <a:effectLst/>
              <a:uLnTx/>
              <a:uFillTx/>
              <a:latin typeface="Visby CF"/>
              <a:ea typeface="+mn-ea"/>
              <a:cs typeface="+mn-cs"/>
            </a:endParaRPr>
          </a:p>
        </p:txBody>
      </p:sp>
      <p:sp>
        <p:nvSpPr>
          <p:cNvPr id="15" name="TextBox 11">
            <a:extLst>
              <a:ext uri="{FF2B5EF4-FFF2-40B4-BE49-F238E27FC236}">
                <a16:creationId xmlns:a16="http://schemas.microsoft.com/office/drawing/2014/main" id="{19E59416-D112-2175-5749-4065D80E203E}"/>
              </a:ext>
            </a:extLst>
          </p:cNvPr>
          <p:cNvSpPr txBox="1"/>
          <p:nvPr/>
        </p:nvSpPr>
        <p:spPr>
          <a:xfrm>
            <a:off x="3363303" y="2262568"/>
            <a:ext cx="425196" cy="230832"/>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1" i="0">
                <a:solidFill>
                  <a:srgbClr val="FFFFFF"/>
                </a:solidFill>
                <a:latin typeface="Aptos"/>
              </a:defRPr>
            </a:pPr>
            <a:r>
              <a:rPr kumimoji="0" sz="900" b="1" i="0" u="none" strike="noStrike" kern="1200" cap="none" spc="0" normalizeH="0" baseline="0" noProof="0">
                <a:ln>
                  <a:noFill/>
                </a:ln>
                <a:solidFill>
                  <a:srgbClr val="FFFFFF"/>
                </a:solidFill>
                <a:effectLst/>
                <a:uLnTx/>
                <a:uFillTx/>
                <a:latin typeface="Aptos"/>
                <a:ea typeface="+mn-ea"/>
                <a:cs typeface="+mn-cs"/>
              </a:rPr>
              <a:t>2</a:t>
            </a:r>
          </a:p>
        </p:txBody>
      </p:sp>
      <p:sp>
        <p:nvSpPr>
          <p:cNvPr id="16" name="Rounded Rectangle 12">
            <a:extLst>
              <a:ext uri="{FF2B5EF4-FFF2-40B4-BE49-F238E27FC236}">
                <a16:creationId xmlns:a16="http://schemas.microsoft.com/office/drawing/2014/main" id="{DE89EBE7-6C8D-E3E0-95F7-702DC183BCF9}"/>
              </a:ext>
            </a:extLst>
          </p:cNvPr>
          <p:cNvSpPr/>
          <p:nvPr/>
        </p:nvSpPr>
        <p:spPr>
          <a:xfrm>
            <a:off x="2708910" y="2672334"/>
            <a:ext cx="1714500" cy="1474470"/>
          </a:xfrm>
          <a:prstGeom prst="roundRect">
            <a:avLst/>
          </a:prstGeom>
          <a:solidFill>
            <a:srgbClr val="F6F8FA"/>
          </a:solidFill>
          <a:ln w="19050">
            <a:solidFill>
              <a:srgbClr val="1674B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CFBF8"/>
              </a:solidFill>
              <a:effectLst/>
              <a:uLnTx/>
              <a:uFillTx/>
              <a:latin typeface="Visby CF"/>
              <a:ea typeface="+mn-ea"/>
              <a:cs typeface="+mn-cs"/>
            </a:endParaRPr>
          </a:p>
        </p:txBody>
      </p:sp>
      <p:sp>
        <p:nvSpPr>
          <p:cNvPr id="17" name="TextBox 13">
            <a:extLst>
              <a:ext uri="{FF2B5EF4-FFF2-40B4-BE49-F238E27FC236}">
                <a16:creationId xmlns:a16="http://schemas.microsoft.com/office/drawing/2014/main" id="{CF689628-168C-5BA3-FC16-4579FFA24C89}"/>
              </a:ext>
            </a:extLst>
          </p:cNvPr>
          <p:cNvSpPr txBox="1"/>
          <p:nvPr/>
        </p:nvSpPr>
        <p:spPr>
          <a:xfrm>
            <a:off x="2832354" y="2857500"/>
            <a:ext cx="1467612" cy="230832"/>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1" i="0">
                <a:solidFill>
                  <a:srgbClr val="1674B5"/>
                </a:solidFill>
                <a:latin typeface="Aptos"/>
              </a:defRPr>
            </a:pPr>
            <a:r>
              <a:rPr kumimoji="0" sz="900" b="1" i="0" u="none" strike="noStrike" kern="1200" cap="none" spc="0" normalizeH="0" baseline="0" noProof="0">
                <a:ln>
                  <a:noFill/>
                </a:ln>
                <a:solidFill>
                  <a:srgbClr val="1674B5"/>
                </a:solidFill>
                <a:effectLst/>
                <a:uLnTx/>
                <a:uFillTx/>
                <a:latin typeface="Aptos"/>
                <a:ea typeface="+mn-ea"/>
                <a:cs typeface="+mn-cs"/>
              </a:rPr>
              <a:t>STRUCTURER</a:t>
            </a:r>
          </a:p>
        </p:txBody>
      </p:sp>
      <p:sp>
        <p:nvSpPr>
          <p:cNvPr id="18" name="TextBox 14">
            <a:extLst>
              <a:ext uri="{FF2B5EF4-FFF2-40B4-BE49-F238E27FC236}">
                <a16:creationId xmlns:a16="http://schemas.microsoft.com/office/drawing/2014/main" id="{4BBDD243-8E7C-DDD7-28C8-0DC7F80E30F2}"/>
              </a:ext>
            </a:extLst>
          </p:cNvPr>
          <p:cNvSpPr txBox="1"/>
          <p:nvPr/>
        </p:nvSpPr>
        <p:spPr>
          <a:xfrm>
            <a:off x="2859786" y="3179826"/>
            <a:ext cx="1412748" cy="473206"/>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i="0">
                <a:solidFill>
                  <a:srgbClr val="111923"/>
                </a:solidFill>
                <a:latin typeface="Aptos"/>
              </a:defRPr>
            </a:pPr>
            <a:r>
              <a:rPr kumimoji="0" sz="825" b="0" i="0" u="none" strike="noStrike" kern="1200" cap="none" spc="0" normalizeH="0" baseline="0" noProof="0" dirty="0" err="1">
                <a:ln>
                  <a:noFill/>
                </a:ln>
                <a:solidFill>
                  <a:srgbClr val="111923"/>
                </a:solidFill>
                <a:effectLst/>
                <a:uLnTx/>
                <a:uFillTx/>
                <a:latin typeface="Aptos"/>
                <a:ea typeface="+mn-ea"/>
                <a:cs typeface="+mn-cs"/>
              </a:rPr>
              <a:t>Utiliser</a:t>
            </a:r>
            <a:r>
              <a:rPr kumimoji="0" sz="825" b="0" i="0" u="none" strike="noStrike" kern="1200" cap="none" spc="0" normalizeH="0" baseline="0" noProof="0" dirty="0">
                <a:ln>
                  <a:noFill/>
                </a:ln>
                <a:solidFill>
                  <a:srgbClr val="111923"/>
                </a:solidFill>
                <a:effectLst/>
                <a:uLnTx/>
                <a:uFillTx/>
                <a:latin typeface="Aptos"/>
                <a:ea typeface="+mn-ea"/>
                <a:cs typeface="+mn-cs"/>
              </a:rPr>
              <a:t> un </a:t>
            </a:r>
            <a:r>
              <a:rPr kumimoji="0" sz="825" b="0" i="0" u="none" strike="noStrike" kern="1200" cap="none" spc="0" normalizeH="0" baseline="0" noProof="0" dirty="0" err="1">
                <a:ln>
                  <a:noFill/>
                </a:ln>
                <a:solidFill>
                  <a:srgbClr val="111923"/>
                </a:solidFill>
                <a:effectLst/>
                <a:uLnTx/>
                <a:uFillTx/>
                <a:latin typeface="Aptos"/>
                <a:ea typeface="+mn-ea"/>
                <a:cs typeface="+mn-cs"/>
              </a:rPr>
              <a:t>modèle</a:t>
            </a:r>
            <a:r>
              <a:rPr kumimoji="0" sz="825" b="0" i="0" u="none" strike="noStrike" kern="1200" cap="none" spc="0" normalizeH="0" baseline="0" noProof="0" dirty="0">
                <a:ln>
                  <a:noFill/>
                </a:ln>
                <a:solidFill>
                  <a:srgbClr val="111923"/>
                </a:solidFill>
                <a:effectLst/>
                <a:uLnTx/>
                <a:uFillTx/>
                <a:latin typeface="Aptos"/>
                <a:ea typeface="+mn-ea"/>
                <a:cs typeface="+mn-cs"/>
              </a:rPr>
              <a:t> </a:t>
            </a:r>
            <a:r>
              <a:rPr kumimoji="0" sz="825" b="0" i="0" u="none" strike="noStrike" kern="1200" cap="none" spc="0" normalizeH="0" baseline="0" noProof="0" dirty="0" err="1">
                <a:ln>
                  <a:noFill/>
                </a:ln>
                <a:solidFill>
                  <a:srgbClr val="111923"/>
                </a:solidFill>
                <a:effectLst/>
                <a:uLnTx/>
                <a:uFillTx/>
                <a:latin typeface="Aptos"/>
                <a:ea typeface="+mn-ea"/>
                <a:cs typeface="+mn-cs"/>
              </a:rPr>
              <a:t>ou</a:t>
            </a:r>
            <a:r>
              <a:rPr kumimoji="0" sz="825" b="0" i="0" u="none" strike="noStrike" kern="1200" cap="none" spc="0" normalizeH="0" baseline="0" noProof="0" dirty="0">
                <a:ln>
                  <a:noFill/>
                </a:ln>
                <a:solidFill>
                  <a:srgbClr val="111923"/>
                </a:solidFill>
                <a:effectLst/>
                <a:uLnTx/>
                <a:uFillTx/>
                <a:latin typeface="Aptos"/>
                <a:ea typeface="+mn-ea"/>
                <a:cs typeface="+mn-cs"/>
              </a:rPr>
              <a:t> </a:t>
            </a:r>
            <a:r>
              <a:rPr kumimoji="0" sz="825" b="0" i="0" u="none" strike="noStrike" kern="1200" cap="none" spc="0" normalizeH="0" baseline="0" noProof="0" dirty="0" err="1">
                <a:ln>
                  <a:noFill/>
                </a:ln>
                <a:solidFill>
                  <a:srgbClr val="111923"/>
                </a:solidFill>
                <a:effectLst/>
                <a:uLnTx/>
                <a:uFillTx/>
                <a:latin typeface="Aptos"/>
                <a:ea typeface="+mn-ea"/>
                <a:cs typeface="+mn-cs"/>
              </a:rPr>
              <a:t>une</a:t>
            </a:r>
            <a:r>
              <a:rPr kumimoji="0" sz="825" b="0" i="0" u="none" strike="noStrike" kern="1200" cap="none" spc="0" normalizeH="0" baseline="0" noProof="0" dirty="0">
                <a:ln>
                  <a:noFill/>
                </a:ln>
                <a:solidFill>
                  <a:srgbClr val="111923"/>
                </a:solidFill>
                <a:effectLst/>
                <a:uLnTx/>
                <a:uFillTx/>
                <a:latin typeface="Aptos"/>
                <a:ea typeface="+mn-ea"/>
                <a:cs typeface="+mn-cs"/>
              </a:rPr>
              <a:t> </a:t>
            </a:r>
            <a:r>
              <a:rPr kumimoji="0" sz="825" b="0" i="0" u="none" strike="noStrike" kern="1200" cap="none" spc="0" normalizeH="0" baseline="0" noProof="0" dirty="0" err="1">
                <a:ln>
                  <a:noFill/>
                </a:ln>
                <a:solidFill>
                  <a:srgbClr val="111923"/>
                </a:solidFill>
                <a:effectLst/>
                <a:uLnTx/>
                <a:uFillTx/>
                <a:latin typeface="Aptos"/>
                <a:ea typeface="+mn-ea"/>
                <a:cs typeface="+mn-cs"/>
              </a:rPr>
              <a:t>théorie</a:t>
            </a:r>
            <a:r>
              <a:rPr kumimoji="0" sz="825" b="0" i="0" u="none" strike="noStrike" kern="1200" cap="none" spc="0" normalizeH="0" baseline="0" noProof="0" dirty="0">
                <a:ln>
                  <a:noFill/>
                </a:ln>
                <a:solidFill>
                  <a:srgbClr val="111923"/>
                </a:solidFill>
                <a:effectLst/>
                <a:uLnTx/>
                <a:uFillTx/>
                <a:latin typeface="Aptos"/>
                <a:ea typeface="+mn-ea"/>
                <a:cs typeface="+mn-cs"/>
              </a:rPr>
              <a:t> </a:t>
            </a:r>
            <a:r>
              <a:rPr kumimoji="0" sz="825" b="0" i="0" u="none" strike="noStrike" kern="1200" cap="none" spc="0" normalizeH="0" baseline="0" noProof="0" dirty="0" err="1">
                <a:ln>
                  <a:noFill/>
                </a:ln>
                <a:solidFill>
                  <a:srgbClr val="111923"/>
                </a:solidFill>
                <a:effectLst/>
                <a:uLnTx/>
                <a:uFillTx/>
                <a:latin typeface="Aptos"/>
                <a:ea typeface="+mn-ea"/>
                <a:cs typeface="+mn-cs"/>
              </a:rPr>
              <a:t>reconnu</a:t>
            </a:r>
            <a:r>
              <a:rPr kumimoji="0" sz="825" b="0" i="0" u="none" strike="noStrike" kern="1200" cap="none" spc="0" normalizeH="0" baseline="0" noProof="0" dirty="0">
                <a:ln>
                  <a:noFill/>
                </a:ln>
                <a:solidFill>
                  <a:srgbClr val="111923"/>
                </a:solidFill>
                <a:effectLst/>
                <a:uLnTx/>
                <a:uFillTx/>
                <a:latin typeface="Aptos"/>
                <a:ea typeface="+mn-ea"/>
                <a:cs typeface="+mn-cs"/>
              </a:rPr>
              <a:t> pour guider </a:t>
            </a:r>
            <a:r>
              <a:rPr kumimoji="0" sz="825" b="0" i="0" u="none" strike="noStrike" kern="1200" cap="none" spc="0" normalizeH="0" baseline="0" noProof="0" dirty="0" err="1">
                <a:ln>
                  <a:noFill/>
                </a:ln>
                <a:solidFill>
                  <a:srgbClr val="111923"/>
                </a:solidFill>
                <a:effectLst/>
                <a:uLnTx/>
                <a:uFillTx/>
                <a:latin typeface="Aptos"/>
                <a:ea typeface="+mn-ea"/>
                <a:cs typeface="+mn-cs"/>
              </a:rPr>
              <a:t>l’analyse</a:t>
            </a:r>
            <a:r>
              <a:rPr kumimoji="0" sz="825" b="0" i="0" u="none" strike="noStrike" kern="1200" cap="none" spc="0" normalizeH="0" baseline="0" noProof="0" dirty="0">
                <a:ln>
                  <a:noFill/>
                </a:ln>
                <a:solidFill>
                  <a:srgbClr val="111923"/>
                </a:solidFill>
                <a:effectLst/>
                <a:uLnTx/>
                <a:uFillTx/>
                <a:latin typeface="Aptos"/>
                <a:ea typeface="+mn-ea"/>
                <a:cs typeface="+mn-cs"/>
              </a:rPr>
              <a:t>.</a:t>
            </a:r>
          </a:p>
        </p:txBody>
      </p:sp>
      <p:sp>
        <p:nvSpPr>
          <p:cNvPr id="19" name="Oval 15">
            <a:extLst>
              <a:ext uri="{FF2B5EF4-FFF2-40B4-BE49-F238E27FC236}">
                <a16:creationId xmlns:a16="http://schemas.microsoft.com/office/drawing/2014/main" id="{0A4ABC24-5D35-2F75-0876-C04D42AF6A2D}"/>
              </a:ext>
            </a:extLst>
          </p:cNvPr>
          <p:cNvSpPr/>
          <p:nvPr/>
        </p:nvSpPr>
        <p:spPr>
          <a:xfrm>
            <a:off x="5489283" y="2159698"/>
            <a:ext cx="425196" cy="425196"/>
          </a:xfrm>
          <a:prstGeom prst="ellipse">
            <a:avLst/>
          </a:prstGeom>
          <a:solidFill>
            <a:srgbClr val="16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CFBF8"/>
              </a:solidFill>
              <a:effectLst/>
              <a:uLnTx/>
              <a:uFillTx/>
              <a:latin typeface="Visby CF"/>
              <a:ea typeface="+mn-ea"/>
              <a:cs typeface="+mn-cs"/>
            </a:endParaRPr>
          </a:p>
        </p:txBody>
      </p:sp>
      <p:sp>
        <p:nvSpPr>
          <p:cNvPr id="20" name="TextBox 16">
            <a:extLst>
              <a:ext uri="{FF2B5EF4-FFF2-40B4-BE49-F238E27FC236}">
                <a16:creationId xmlns:a16="http://schemas.microsoft.com/office/drawing/2014/main" id="{42CDCE56-7CFF-C1D3-F91C-CCDF6A0D1B66}"/>
              </a:ext>
            </a:extLst>
          </p:cNvPr>
          <p:cNvSpPr txBox="1"/>
          <p:nvPr/>
        </p:nvSpPr>
        <p:spPr>
          <a:xfrm>
            <a:off x="5489283" y="2262568"/>
            <a:ext cx="425196" cy="230832"/>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1" i="0">
                <a:solidFill>
                  <a:srgbClr val="FFFFFF"/>
                </a:solidFill>
                <a:latin typeface="Aptos"/>
              </a:defRPr>
            </a:pPr>
            <a:r>
              <a:rPr kumimoji="0" sz="900" b="1" i="0" u="none" strike="noStrike" kern="1200" cap="none" spc="0" normalizeH="0" baseline="0" noProof="0">
                <a:ln>
                  <a:noFill/>
                </a:ln>
                <a:solidFill>
                  <a:srgbClr val="FFFFFF"/>
                </a:solidFill>
                <a:effectLst/>
                <a:uLnTx/>
                <a:uFillTx/>
                <a:latin typeface="Aptos"/>
                <a:ea typeface="+mn-ea"/>
                <a:cs typeface="+mn-cs"/>
              </a:rPr>
              <a:t>3</a:t>
            </a:r>
          </a:p>
        </p:txBody>
      </p:sp>
      <p:sp>
        <p:nvSpPr>
          <p:cNvPr id="21" name="Rounded Rectangle 17">
            <a:extLst>
              <a:ext uri="{FF2B5EF4-FFF2-40B4-BE49-F238E27FC236}">
                <a16:creationId xmlns:a16="http://schemas.microsoft.com/office/drawing/2014/main" id="{70972FF3-8586-D178-3BFB-02D07E7AA9E3}"/>
              </a:ext>
            </a:extLst>
          </p:cNvPr>
          <p:cNvSpPr/>
          <p:nvPr/>
        </p:nvSpPr>
        <p:spPr>
          <a:xfrm>
            <a:off x="4834890" y="2672334"/>
            <a:ext cx="1714500" cy="1474470"/>
          </a:xfrm>
          <a:prstGeom prst="roundRect">
            <a:avLst/>
          </a:prstGeom>
          <a:solidFill>
            <a:srgbClr val="F6F8FA"/>
          </a:solidFill>
          <a:ln w="19050">
            <a:solidFill>
              <a:srgbClr val="1674B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CFBF8"/>
              </a:solidFill>
              <a:effectLst/>
              <a:uLnTx/>
              <a:uFillTx/>
              <a:latin typeface="Visby CF"/>
              <a:ea typeface="+mn-ea"/>
              <a:cs typeface="+mn-cs"/>
            </a:endParaRPr>
          </a:p>
        </p:txBody>
      </p:sp>
      <p:sp>
        <p:nvSpPr>
          <p:cNvPr id="22" name="TextBox 18">
            <a:extLst>
              <a:ext uri="{FF2B5EF4-FFF2-40B4-BE49-F238E27FC236}">
                <a16:creationId xmlns:a16="http://schemas.microsoft.com/office/drawing/2014/main" id="{FBD8747D-201B-1E74-756E-46EC9DC511F6}"/>
              </a:ext>
            </a:extLst>
          </p:cNvPr>
          <p:cNvSpPr txBox="1"/>
          <p:nvPr/>
        </p:nvSpPr>
        <p:spPr>
          <a:xfrm>
            <a:off x="4958334" y="2857500"/>
            <a:ext cx="1467612" cy="230832"/>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1" i="0">
                <a:solidFill>
                  <a:srgbClr val="1674B5"/>
                </a:solidFill>
                <a:latin typeface="Aptos"/>
              </a:defRPr>
            </a:pPr>
            <a:r>
              <a:rPr kumimoji="0" sz="900" b="1" i="0" u="none" strike="noStrike" kern="1200" cap="none" spc="0" normalizeH="0" baseline="0" noProof="0">
                <a:ln>
                  <a:noFill/>
                </a:ln>
                <a:solidFill>
                  <a:srgbClr val="1674B5"/>
                </a:solidFill>
                <a:effectLst/>
                <a:uLnTx/>
                <a:uFillTx/>
                <a:latin typeface="Aptos"/>
                <a:ea typeface="+mn-ea"/>
                <a:cs typeface="+mn-cs"/>
              </a:rPr>
              <a:t>CONTEXTUALISER</a:t>
            </a:r>
          </a:p>
        </p:txBody>
      </p:sp>
      <p:sp>
        <p:nvSpPr>
          <p:cNvPr id="23" name="TextBox 19">
            <a:extLst>
              <a:ext uri="{FF2B5EF4-FFF2-40B4-BE49-F238E27FC236}">
                <a16:creationId xmlns:a16="http://schemas.microsoft.com/office/drawing/2014/main" id="{06BB4262-761A-02EE-60F4-682617C41404}"/>
              </a:ext>
            </a:extLst>
          </p:cNvPr>
          <p:cNvSpPr txBox="1"/>
          <p:nvPr/>
        </p:nvSpPr>
        <p:spPr>
          <a:xfrm>
            <a:off x="4985766" y="3179826"/>
            <a:ext cx="1412748" cy="473206"/>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i="0">
                <a:solidFill>
                  <a:srgbClr val="111923"/>
                </a:solidFill>
                <a:latin typeface="Aptos"/>
              </a:defRPr>
            </a:pPr>
            <a:r>
              <a:rPr kumimoji="0" sz="825" b="0" i="0" u="none" strike="noStrike" kern="1200" cap="none" spc="0" normalizeH="0" baseline="0" noProof="0">
                <a:ln>
                  <a:noFill/>
                </a:ln>
                <a:solidFill>
                  <a:srgbClr val="111923"/>
                </a:solidFill>
                <a:effectLst/>
                <a:uLnTx/>
                <a:uFillTx/>
                <a:latin typeface="Aptos"/>
                <a:ea typeface="+mn-ea"/>
                <a:cs typeface="+mn-cs"/>
              </a:rPr>
              <a:t>Décrire le contexte dans lequel les comportements se manifestent.</a:t>
            </a:r>
          </a:p>
        </p:txBody>
      </p:sp>
      <p:sp>
        <p:nvSpPr>
          <p:cNvPr id="24" name="Oval 20">
            <a:extLst>
              <a:ext uri="{FF2B5EF4-FFF2-40B4-BE49-F238E27FC236}">
                <a16:creationId xmlns:a16="http://schemas.microsoft.com/office/drawing/2014/main" id="{876B895F-8504-4707-5111-E79C1AD0DF45}"/>
              </a:ext>
            </a:extLst>
          </p:cNvPr>
          <p:cNvSpPr/>
          <p:nvPr/>
        </p:nvSpPr>
        <p:spPr>
          <a:xfrm>
            <a:off x="7615263" y="2159698"/>
            <a:ext cx="425196" cy="425196"/>
          </a:xfrm>
          <a:prstGeom prst="ellipse">
            <a:avLst/>
          </a:prstGeom>
          <a:solidFill>
            <a:srgbClr val="16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CFBF8"/>
              </a:solidFill>
              <a:effectLst/>
              <a:uLnTx/>
              <a:uFillTx/>
              <a:latin typeface="Visby CF"/>
              <a:ea typeface="+mn-ea"/>
              <a:cs typeface="+mn-cs"/>
            </a:endParaRPr>
          </a:p>
        </p:txBody>
      </p:sp>
      <p:sp>
        <p:nvSpPr>
          <p:cNvPr id="25" name="TextBox 21">
            <a:extLst>
              <a:ext uri="{FF2B5EF4-FFF2-40B4-BE49-F238E27FC236}">
                <a16:creationId xmlns:a16="http://schemas.microsoft.com/office/drawing/2014/main" id="{5154EA16-387F-B727-F356-6DC9176996EB}"/>
              </a:ext>
            </a:extLst>
          </p:cNvPr>
          <p:cNvSpPr txBox="1"/>
          <p:nvPr/>
        </p:nvSpPr>
        <p:spPr>
          <a:xfrm>
            <a:off x="7615263" y="2262568"/>
            <a:ext cx="425196" cy="230832"/>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1" i="0">
                <a:solidFill>
                  <a:srgbClr val="FFFFFF"/>
                </a:solidFill>
                <a:latin typeface="Aptos"/>
              </a:defRPr>
            </a:pPr>
            <a:r>
              <a:rPr kumimoji="0" sz="900" b="1" i="0" u="none" strike="noStrike" kern="1200" cap="none" spc="0" normalizeH="0" baseline="0" noProof="0">
                <a:ln>
                  <a:noFill/>
                </a:ln>
                <a:solidFill>
                  <a:srgbClr val="FFFFFF"/>
                </a:solidFill>
                <a:effectLst/>
                <a:uLnTx/>
                <a:uFillTx/>
                <a:latin typeface="Aptos"/>
                <a:ea typeface="+mn-ea"/>
                <a:cs typeface="+mn-cs"/>
              </a:rPr>
              <a:t>4</a:t>
            </a:r>
          </a:p>
        </p:txBody>
      </p:sp>
      <p:sp>
        <p:nvSpPr>
          <p:cNvPr id="26" name="Rounded Rectangle 22">
            <a:extLst>
              <a:ext uri="{FF2B5EF4-FFF2-40B4-BE49-F238E27FC236}">
                <a16:creationId xmlns:a16="http://schemas.microsoft.com/office/drawing/2014/main" id="{1A6D3DA8-4D38-3D08-D40E-B82D6183EDBE}"/>
              </a:ext>
            </a:extLst>
          </p:cNvPr>
          <p:cNvSpPr/>
          <p:nvPr/>
        </p:nvSpPr>
        <p:spPr>
          <a:xfrm>
            <a:off x="6960870" y="2672334"/>
            <a:ext cx="1714500" cy="1474470"/>
          </a:xfrm>
          <a:prstGeom prst="roundRect">
            <a:avLst/>
          </a:prstGeom>
          <a:solidFill>
            <a:srgbClr val="F6F8FA"/>
          </a:solidFill>
          <a:ln w="19050">
            <a:solidFill>
              <a:srgbClr val="1674B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CFBF8"/>
              </a:solidFill>
              <a:effectLst/>
              <a:uLnTx/>
              <a:uFillTx/>
              <a:latin typeface="Visby CF"/>
              <a:ea typeface="+mn-ea"/>
              <a:cs typeface="+mn-cs"/>
            </a:endParaRPr>
          </a:p>
        </p:txBody>
      </p:sp>
      <p:sp>
        <p:nvSpPr>
          <p:cNvPr id="27" name="TextBox 23">
            <a:extLst>
              <a:ext uri="{FF2B5EF4-FFF2-40B4-BE49-F238E27FC236}">
                <a16:creationId xmlns:a16="http://schemas.microsoft.com/office/drawing/2014/main" id="{99711357-CC38-D632-FAF4-3305394F7A41}"/>
              </a:ext>
            </a:extLst>
          </p:cNvPr>
          <p:cNvSpPr txBox="1"/>
          <p:nvPr/>
        </p:nvSpPr>
        <p:spPr>
          <a:xfrm>
            <a:off x="7084314" y="2857500"/>
            <a:ext cx="1467612" cy="230832"/>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1" i="0">
                <a:solidFill>
                  <a:srgbClr val="1674B5"/>
                </a:solidFill>
                <a:latin typeface="Aptos"/>
              </a:defRPr>
            </a:pPr>
            <a:r>
              <a:rPr kumimoji="0" sz="900" b="1" i="0" u="none" strike="noStrike" kern="1200" cap="none" spc="0" normalizeH="0" baseline="0" noProof="0">
                <a:ln>
                  <a:noFill/>
                </a:ln>
                <a:solidFill>
                  <a:srgbClr val="1674B5"/>
                </a:solidFill>
                <a:effectLst/>
                <a:uLnTx/>
                <a:uFillTx/>
                <a:latin typeface="Aptos"/>
                <a:ea typeface="+mn-ea"/>
                <a:cs typeface="+mn-cs"/>
              </a:rPr>
              <a:t>ANALYSER</a:t>
            </a:r>
          </a:p>
        </p:txBody>
      </p:sp>
      <p:sp>
        <p:nvSpPr>
          <p:cNvPr id="28" name="TextBox 24">
            <a:extLst>
              <a:ext uri="{FF2B5EF4-FFF2-40B4-BE49-F238E27FC236}">
                <a16:creationId xmlns:a16="http://schemas.microsoft.com/office/drawing/2014/main" id="{BD601486-B8DF-3D56-D112-BB8C770152EE}"/>
              </a:ext>
            </a:extLst>
          </p:cNvPr>
          <p:cNvSpPr txBox="1"/>
          <p:nvPr/>
        </p:nvSpPr>
        <p:spPr>
          <a:xfrm>
            <a:off x="7111746" y="3179826"/>
            <a:ext cx="1412748" cy="727122"/>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i="0">
                <a:solidFill>
                  <a:srgbClr val="111923"/>
                </a:solidFill>
                <a:latin typeface="Aptos"/>
              </a:defRPr>
            </a:pPr>
            <a:r>
              <a:rPr kumimoji="0" sz="825" b="0" i="0" u="none" strike="noStrike" kern="1200" cap="none" spc="0" normalizeH="0" baseline="0" noProof="0">
                <a:ln>
                  <a:noFill/>
                </a:ln>
                <a:solidFill>
                  <a:srgbClr val="111923"/>
                </a:solidFill>
                <a:effectLst/>
                <a:uLnTx/>
                <a:uFillTx/>
                <a:latin typeface="Aptos"/>
                <a:ea typeface="+mn-ea"/>
                <a:cs typeface="+mn-cs"/>
              </a:rPr>
              <a:t>Examiner les conséquences des comportements sur la personne, l’équipe et l’organisation.</a:t>
            </a:r>
          </a:p>
        </p:txBody>
      </p:sp>
      <p:sp>
        <p:nvSpPr>
          <p:cNvPr id="30" name="TextBox 26">
            <a:extLst>
              <a:ext uri="{FF2B5EF4-FFF2-40B4-BE49-F238E27FC236}">
                <a16:creationId xmlns:a16="http://schemas.microsoft.com/office/drawing/2014/main" id="{DA8DAD16-8FBD-B44A-D2AE-E416A987FB5A}"/>
              </a:ext>
            </a:extLst>
          </p:cNvPr>
          <p:cNvSpPr txBox="1"/>
          <p:nvPr/>
        </p:nvSpPr>
        <p:spPr>
          <a:xfrm>
            <a:off x="603504" y="4455414"/>
            <a:ext cx="8092440" cy="242374"/>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1" i="0">
                <a:solidFill>
                  <a:srgbClr val="5A6673"/>
                </a:solidFill>
                <a:latin typeface="Aptos"/>
              </a:defRPr>
            </a:pPr>
            <a:r>
              <a:rPr kumimoji="0" sz="975" b="1" i="0" u="none" strike="noStrike" kern="1200" cap="none" spc="0" normalizeH="0" baseline="0" noProof="0">
                <a:ln>
                  <a:noFill/>
                </a:ln>
                <a:solidFill>
                  <a:srgbClr val="5A6673"/>
                </a:solidFill>
                <a:effectLst/>
                <a:uLnTx/>
                <a:uFillTx/>
                <a:latin typeface="Aptos"/>
                <a:ea typeface="+mn-ea"/>
                <a:cs typeface="+mn-cs"/>
              </a:rPr>
              <a:t>Une démarche d’observation structurée avant de tirer des conclusions sur la personnalité.</a:t>
            </a:r>
          </a:p>
        </p:txBody>
      </p:sp>
    </p:spTree>
    <p:extLst>
      <p:ext uri="{BB962C8B-B14F-4D97-AF65-F5344CB8AC3E}">
        <p14:creationId xmlns:p14="http://schemas.microsoft.com/office/powerpoint/2010/main" val="1874350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ce réservé pour une image  6"/>
          <p:cNvPicPr>
            <a:picLocks noGrp="1" noChangeAspect="1"/>
          </p:cNvPicPr>
          <p:nvPr>
            <p:ph type="pic" sz="quarter" idx="10"/>
          </p:nvPr>
        </p:nvPicPr>
        <p:blipFill>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6938" b="6938"/>
          <a:stretch>
            <a:fillRect/>
          </a:stretch>
        </p:blipFill>
        <p:spPr/>
      </p:pic>
      <p:sp>
        <p:nvSpPr>
          <p:cNvPr id="4" name="Title 3"/>
          <p:cNvSpPr>
            <a:spLocks noGrp="1"/>
          </p:cNvSpPr>
          <p:nvPr>
            <p:ph type="title"/>
          </p:nvPr>
        </p:nvSpPr>
        <p:spPr/>
        <p:txBody>
          <a:bodyPr/>
          <a:lstStyle/>
          <a:p>
            <a:pPr lvl="0"/>
            <a:r>
              <a:rPr lang="fr-CA" sz="1800" dirty="0"/>
              <a:t>Qu’est-ce que la personnalité?</a:t>
            </a:r>
          </a:p>
        </p:txBody>
      </p:sp>
      <p:sp>
        <p:nvSpPr>
          <p:cNvPr id="5" name="Espace réservé du texte 4"/>
          <p:cNvSpPr>
            <a:spLocks noGrp="1"/>
          </p:cNvSpPr>
          <p:nvPr>
            <p:ph type="body" sz="half" idx="4294967295"/>
          </p:nvPr>
        </p:nvSpPr>
        <p:spPr>
          <a:xfrm>
            <a:off x="478800" y="1333762"/>
            <a:ext cx="3201988" cy="3889838"/>
          </a:xfrm>
          <a:solidFill>
            <a:schemeClr val="accent3">
              <a:lumMod val="20000"/>
              <a:lumOff val="80000"/>
              <a:alpha val="81961"/>
            </a:schemeClr>
          </a:solidFill>
        </p:spPr>
        <p:txBody>
          <a:bodyPr anchor="ctr">
            <a:normAutofit/>
          </a:bodyPr>
          <a:lstStyle/>
          <a:p>
            <a:pPr marL="0" indent="0" algn="ctr">
              <a:buNone/>
            </a:pPr>
            <a:r>
              <a:rPr lang="fr-CA" sz="2160" dirty="0"/>
              <a:t>Ensemble de caractéristiques relativement stables et générales de penser, de ressentir et d’agir </a:t>
            </a:r>
            <a:r>
              <a:rPr lang="fr-CA" sz="1620" dirty="0"/>
              <a:t>(Friedman et </a:t>
            </a:r>
            <a:r>
              <a:rPr lang="fr-CA" sz="1620" dirty="0" err="1"/>
              <a:t>Kern</a:t>
            </a:r>
            <a:r>
              <a:rPr lang="fr-CA" sz="1620" dirty="0"/>
              <a:t>, 2014).</a:t>
            </a:r>
            <a:endParaRPr lang="fr-CA" sz="1800" dirty="0"/>
          </a:p>
        </p:txBody>
      </p:sp>
      <p:sp>
        <p:nvSpPr>
          <p:cNvPr id="8" name="Espace réservé du pied de page 7">
            <a:extLst>
              <a:ext uri="{FF2B5EF4-FFF2-40B4-BE49-F238E27FC236}">
                <a16:creationId xmlns:a16="http://schemas.microsoft.com/office/drawing/2014/main" id="{24FFFD6E-89E1-9B9C-7D06-7A70BB096F06}"/>
              </a:ext>
            </a:extLst>
          </p:cNvPr>
          <p:cNvSpPr>
            <a:spLocks noGrp="1"/>
          </p:cNvSpPr>
          <p:nvPr>
            <p:ph type="ftr" sz="quarter" idx="3"/>
          </p:nvPr>
        </p:nvSpPr>
        <p:spPr/>
        <p:txBody>
          <a:bodyPr/>
          <a:lstStyle/>
          <a:p>
            <a:r>
              <a:rPr lang="fr-CA">
                <a:solidFill>
                  <a:srgbClr val="003C71"/>
                </a:solidFill>
              </a:rPr>
              <a:t>@2026. Marie-Christine ALBERT. Tous droits réservés.</a:t>
            </a:r>
            <a:endParaRPr lang="fr-CA" dirty="0">
              <a:solidFill>
                <a:srgbClr val="003C71"/>
              </a:solidFill>
            </a:endParaRPr>
          </a:p>
        </p:txBody>
      </p:sp>
    </p:spTree>
    <p:extLst>
      <p:ext uri="{BB962C8B-B14F-4D97-AF65-F5344CB8AC3E}">
        <p14:creationId xmlns:p14="http://schemas.microsoft.com/office/powerpoint/2010/main" val="16282370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B43B4A73-32EA-5DBD-093E-8CF5225D8ADA}"/>
              </a:ext>
            </a:extLst>
          </p:cNvPr>
          <p:cNvSpPr>
            <a:spLocks noGrp="1"/>
          </p:cNvSpPr>
          <p:nvPr>
            <p:ph idx="1"/>
          </p:nvPr>
        </p:nvSpPr>
        <p:spPr>
          <a:xfrm>
            <a:off x="518160" y="2068776"/>
            <a:ext cx="8199120" cy="1781864"/>
          </a:xfrm>
        </p:spPr>
        <p:style>
          <a:lnRef idx="1">
            <a:schemeClr val="accent1"/>
          </a:lnRef>
          <a:fillRef idx="3">
            <a:schemeClr val="accent1"/>
          </a:fillRef>
          <a:effectRef idx="2">
            <a:schemeClr val="accent1"/>
          </a:effectRef>
          <a:fontRef idx="minor">
            <a:schemeClr val="lt1"/>
          </a:fontRef>
        </p:style>
        <p:txBody>
          <a:bodyPr/>
          <a:lstStyle/>
          <a:p>
            <a:pPr marL="0" indent="0" algn="ctr">
              <a:buNone/>
            </a:pPr>
            <a:r>
              <a:rPr lang="fr-CA" b="1" dirty="0">
                <a:solidFill>
                  <a:schemeClr val="bg1"/>
                </a:solidFill>
              </a:rPr>
              <a:t>Ce que cela nous permet de comprendre</a:t>
            </a:r>
          </a:p>
          <a:p>
            <a:pPr algn="ctr"/>
            <a:endParaRPr lang="fr-CA" dirty="0">
              <a:solidFill>
                <a:schemeClr val="bg1"/>
              </a:solidFill>
            </a:endParaRPr>
          </a:p>
          <a:p>
            <a:pPr marL="0" indent="0" algn="ctr">
              <a:buNone/>
            </a:pPr>
            <a:r>
              <a:rPr lang="fr-CA" i="1" dirty="0">
                <a:solidFill>
                  <a:schemeClr val="bg1"/>
                </a:solidFill>
              </a:rPr>
              <a:t>Un comportement isolé n’est pas nécessairement représentatif de la personnalité d’une personne</a:t>
            </a:r>
            <a:r>
              <a:rPr lang="fr-CA" dirty="0">
                <a:solidFill>
                  <a:schemeClr val="bg1"/>
                </a:solidFill>
              </a:rPr>
              <a:t>. </a:t>
            </a:r>
          </a:p>
        </p:txBody>
      </p:sp>
      <p:sp>
        <p:nvSpPr>
          <p:cNvPr id="4" name="Espace réservé du pied de page 3">
            <a:extLst>
              <a:ext uri="{FF2B5EF4-FFF2-40B4-BE49-F238E27FC236}">
                <a16:creationId xmlns:a16="http://schemas.microsoft.com/office/drawing/2014/main" id="{EAB4B30C-87AF-E290-2E67-048C23E5F1E8}"/>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3380725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4C6E03EF-9DBF-ACC0-4EE1-356EF3B100F4}"/>
              </a:ext>
            </a:extLst>
          </p:cNvPr>
          <p:cNvSpPr>
            <a:spLocks noGrp="1"/>
          </p:cNvSpPr>
          <p:nvPr>
            <p:ph type="title"/>
          </p:nvPr>
        </p:nvSpPr>
        <p:spPr>
          <a:xfrm>
            <a:off x="329609" y="330590"/>
            <a:ext cx="8552300" cy="900000"/>
          </a:xfrm>
        </p:spPr>
        <p:txBody>
          <a:bodyPr/>
          <a:lstStyle/>
          <a:p>
            <a:r>
              <a:rPr lang="en-CA" dirty="0"/>
              <a:t>Deux perspectives </a:t>
            </a:r>
            <a:r>
              <a:rPr lang="en-CA" dirty="0" err="1"/>
              <a:t>selon</a:t>
            </a:r>
            <a:r>
              <a:rPr lang="en-CA" dirty="0"/>
              <a:t> Hogan</a:t>
            </a:r>
          </a:p>
        </p:txBody>
      </p:sp>
      <p:graphicFrame>
        <p:nvGraphicFramePr>
          <p:cNvPr id="12" name="Espace réservé du contenu 11">
            <a:extLst>
              <a:ext uri="{FF2B5EF4-FFF2-40B4-BE49-F238E27FC236}">
                <a16:creationId xmlns:a16="http://schemas.microsoft.com/office/drawing/2014/main" id="{EC646CA4-85E1-0CB8-DC20-6B04DAAA40B7}"/>
              </a:ext>
            </a:extLst>
          </p:cNvPr>
          <p:cNvGraphicFramePr>
            <a:graphicFrameLocks noGrp="1"/>
          </p:cNvGraphicFramePr>
          <p:nvPr>
            <p:ph sz="quarter" idx="16"/>
          </p:nvPr>
        </p:nvGraphicFramePr>
        <p:xfrm>
          <a:off x="3221832" y="1926432"/>
          <a:ext cx="5670947" cy="2969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Espace réservé du pied de page 5">
            <a:extLst>
              <a:ext uri="{FF2B5EF4-FFF2-40B4-BE49-F238E27FC236}">
                <a16:creationId xmlns:a16="http://schemas.microsoft.com/office/drawing/2014/main" id="{52E27F7A-BF45-DEFD-CABD-423AD35E877B}"/>
              </a:ext>
            </a:extLst>
          </p:cNvPr>
          <p:cNvSpPr>
            <a:spLocks noGrp="1"/>
          </p:cNvSpPr>
          <p:nvPr>
            <p:ph type="ftr" sz="quarter" idx="3"/>
          </p:nvPr>
        </p:nvSpPr>
        <p:spPr/>
        <p:txBody>
          <a:bodyPr/>
          <a:lstStyle/>
          <a:p>
            <a:r>
              <a:rPr lang="fr-CA">
                <a:solidFill>
                  <a:schemeClr val="bg2">
                    <a:lumMod val="50000"/>
                  </a:schemeClr>
                </a:solidFill>
              </a:rPr>
              <a:t>© 2026. Estelle M. Morin, Ph. D.  Tous droits réservés.</a:t>
            </a:r>
            <a:endParaRPr lang="fr-FR" dirty="0">
              <a:solidFill>
                <a:schemeClr val="bg2">
                  <a:lumMod val="50000"/>
                </a:schemeClr>
              </a:solidFill>
            </a:endParaRPr>
          </a:p>
        </p:txBody>
      </p:sp>
      <p:sp>
        <p:nvSpPr>
          <p:cNvPr id="7" name="Espace réservé du numéro de diapositive 6">
            <a:extLst>
              <a:ext uri="{FF2B5EF4-FFF2-40B4-BE49-F238E27FC236}">
                <a16:creationId xmlns:a16="http://schemas.microsoft.com/office/drawing/2014/main" id="{CF1F61E8-29B5-395C-FACC-3BA59A648B1D}"/>
              </a:ext>
            </a:extLst>
          </p:cNvPr>
          <p:cNvSpPr>
            <a:spLocks noGrp="1"/>
          </p:cNvSpPr>
          <p:nvPr>
            <p:ph type="sldNum" sz="quarter" idx="4"/>
          </p:nvPr>
        </p:nvSpPr>
        <p:spPr/>
        <p:txBody>
          <a:bodyPr/>
          <a:lstStyle/>
          <a:p>
            <a:fld id="{0A5F8BAD-6575-7647-B790-DC8892003398}" type="slidenum">
              <a:rPr lang="fr-FR" smtClean="0"/>
              <a:pPr/>
              <a:t>9</a:t>
            </a:fld>
            <a:endParaRPr lang="fr-FR" dirty="0"/>
          </a:p>
        </p:txBody>
      </p:sp>
      <p:pic>
        <p:nvPicPr>
          <p:cNvPr id="18" name="Espace réservé du contenu 17">
            <a:extLst>
              <a:ext uri="{FF2B5EF4-FFF2-40B4-BE49-F238E27FC236}">
                <a16:creationId xmlns:a16="http://schemas.microsoft.com/office/drawing/2014/main" id="{57D8FC48-4715-65FC-8A34-EB9D3901C8A0}"/>
              </a:ext>
            </a:extLst>
          </p:cNvPr>
          <p:cNvPicPr>
            <a:picLocks noGrp="1" noChangeAspect="1"/>
          </p:cNvPicPr>
          <p:nvPr>
            <p:ph sz="quarter" idx="17"/>
          </p:nvPr>
        </p:nvPicPr>
        <p:blipFill>
          <a:blip r:embed="rId8"/>
          <a:srcRect l="16712" t="333" r="26723" b="499"/>
          <a:stretch>
            <a:fillRect/>
          </a:stretch>
        </p:blipFill>
        <p:spPr>
          <a:xfrm>
            <a:off x="251221" y="2092926"/>
            <a:ext cx="2777729" cy="2631989"/>
          </a:xfrm>
          <a:prstGeom prst="rect">
            <a:avLst/>
          </a:prstGeom>
        </p:spPr>
      </p:pic>
    </p:spTree>
    <p:extLst>
      <p:ext uri="{BB962C8B-B14F-4D97-AF65-F5344CB8AC3E}">
        <p14:creationId xmlns:p14="http://schemas.microsoft.com/office/powerpoint/2010/main" val="2017767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D5129510-F693-DF1F-AD65-82E3EA21B60C}"/>
              </a:ext>
            </a:extLst>
          </p:cNvPr>
          <p:cNvPicPr>
            <a:picLocks noGrp="1" noChangeAspect="1"/>
          </p:cNvPicPr>
          <p:nvPr>
            <p:ph sz="quarter" idx="13"/>
            <p:custDataLst>
              <p:tags r:id="rId1"/>
            </p:custDataLst>
          </p:nvPr>
        </p:nvPicPr>
        <p:blipFill>
          <a:blip r:embed="rId7"/>
          <a:stretch>
            <a:fillRect/>
          </a:stretch>
        </p:blipFill>
        <p:spPr>
          <a:xfrm>
            <a:off x="418644" y="341077"/>
            <a:ext cx="8055611" cy="4531280"/>
          </a:xfrm>
          <a:noFill/>
        </p:spPr>
      </p:pic>
      <p:sp>
        <p:nvSpPr>
          <p:cNvPr id="3" name="Espace réservé de la date 2" hidden="1">
            <a:extLst>
              <a:ext uri="{FF2B5EF4-FFF2-40B4-BE49-F238E27FC236}">
                <a16:creationId xmlns:a16="http://schemas.microsoft.com/office/drawing/2014/main" id="{6528C3C3-CD3D-DDEA-D047-6954AE6E3A7B}"/>
              </a:ext>
            </a:extLst>
          </p:cNvPr>
          <p:cNvSpPr>
            <a:spLocks noGrp="1"/>
          </p:cNvSpPr>
          <p:nvPr>
            <p:ph type="dt" sz="half" idx="4294967295"/>
            <p:custDataLst>
              <p:tags r:id="rId2"/>
            </p:custDataLst>
          </p:nvPr>
        </p:nvSpPr>
        <p:spPr>
          <a:xfrm>
            <a:off x="1617009" y="5100079"/>
            <a:ext cx="945000" cy="273844"/>
          </a:xfrm>
        </p:spPr>
        <p:txBody>
          <a:bodyPr anchor="ctr">
            <a:normAutofit/>
          </a:bodyPr>
          <a:lstStyle/>
          <a:p>
            <a:pPr>
              <a:spcAft>
                <a:spcPts val="450"/>
              </a:spcAft>
            </a:pPr>
            <a:fld id="{798D292A-2F23-48DA-B690-7F347501DFAD}" type="datetime3">
              <a:rPr lang="fr-CA" smtClean="0"/>
              <a:pPr>
                <a:spcAft>
                  <a:spcPts val="450"/>
                </a:spcAft>
              </a:pPr>
              <a:t>26/09/03</a:t>
            </a:fld>
            <a:endParaRPr lang="fr-CA"/>
          </a:p>
        </p:txBody>
      </p:sp>
      <p:sp>
        <p:nvSpPr>
          <p:cNvPr id="4" name="Espace réservé du pied de page 3">
            <a:extLst>
              <a:ext uri="{FF2B5EF4-FFF2-40B4-BE49-F238E27FC236}">
                <a16:creationId xmlns:a16="http://schemas.microsoft.com/office/drawing/2014/main" id="{6B1BAEF9-3A77-8522-0AF1-F01B1C392640}"/>
              </a:ext>
            </a:extLst>
          </p:cNvPr>
          <p:cNvSpPr>
            <a:spLocks noGrp="1"/>
          </p:cNvSpPr>
          <p:nvPr>
            <p:ph type="ftr" sz="quarter" idx="4294967295"/>
            <p:custDataLst>
              <p:tags r:id="rId3"/>
            </p:custDataLst>
          </p:nvPr>
        </p:nvSpPr>
        <p:spPr>
          <a:xfrm>
            <a:off x="3028950" y="5100079"/>
            <a:ext cx="2835000" cy="270000"/>
          </a:xfrm>
        </p:spPr>
        <p:txBody>
          <a:bodyPr anchor="ctr">
            <a:normAutofit/>
          </a:bodyPr>
          <a:lstStyle/>
          <a:p>
            <a:pPr>
              <a:spcAft>
                <a:spcPts val="450"/>
              </a:spcAft>
            </a:pPr>
            <a:r>
              <a:rPr lang="fr-CA"/>
              <a:t>© 2026. Estelle M. Morin, Ph. D.  Tous droits réservés.</a:t>
            </a:r>
          </a:p>
        </p:txBody>
      </p:sp>
      <p:sp>
        <p:nvSpPr>
          <p:cNvPr id="5" name="Espace réservé du numéro de diapositive 4" hidden="1">
            <a:extLst>
              <a:ext uri="{FF2B5EF4-FFF2-40B4-BE49-F238E27FC236}">
                <a16:creationId xmlns:a16="http://schemas.microsoft.com/office/drawing/2014/main" id="{892F6ADE-5A63-DD15-67F3-23DD34B3CC4A}"/>
              </a:ext>
            </a:extLst>
          </p:cNvPr>
          <p:cNvSpPr>
            <a:spLocks noGrp="1"/>
          </p:cNvSpPr>
          <p:nvPr>
            <p:ph type="sldNum" sz="quarter" idx="4294967295"/>
            <p:custDataLst>
              <p:tags r:id="rId4"/>
            </p:custDataLst>
          </p:nvPr>
        </p:nvSpPr>
        <p:spPr>
          <a:xfrm>
            <a:off x="7681634" y="5100079"/>
            <a:ext cx="945000" cy="270000"/>
          </a:xfrm>
        </p:spPr>
        <p:txBody>
          <a:bodyPr anchor="ctr">
            <a:normAutofit/>
          </a:bodyPr>
          <a:lstStyle/>
          <a:p>
            <a:pPr>
              <a:spcAft>
                <a:spcPts val="450"/>
              </a:spcAft>
            </a:pPr>
            <a:fld id="{77B8E65F-5E3F-4E73-B056-4D0181456FB2}" type="slidenum">
              <a:rPr lang="fr-CA"/>
              <a:pPr>
                <a:spcAft>
                  <a:spcPts val="450"/>
                </a:spcAft>
              </a:pPr>
              <a:t>10</a:t>
            </a:fld>
            <a:endParaRPr lang="fr-CA"/>
          </a:p>
        </p:txBody>
      </p:sp>
      <p:sp>
        <p:nvSpPr>
          <p:cNvPr id="2" name="Espace réservé de la date 3">
            <a:extLst>
              <a:ext uri="{FF2B5EF4-FFF2-40B4-BE49-F238E27FC236}">
                <a16:creationId xmlns:a16="http://schemas.microsoft.com/office/drawing/2014/main" id="{FA106FCC-CEF5-7DC9-A423-9F173EDEB68B}"/>
              </a:ext>
            </a:extLst>
          </p:cNvPr>
          <p:cNvSpPr txBox="1">
            <a:spLocks/>
          </p:cNvSpPr>
          <p:nvPr/>
        </p:nvSpPr>
        <p:spPr>
          <a:xfrm>
            <a:off x="6733614" y="5100079"/>
            <a:ext cx="945000" cy="273844"/>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C5EA63-A791-47E6-85CB-BCDAAFA142B6}" type="datetime3">
              <a:rPr lang="fr-CA" sz="900"/>
              <a:pPr/>
              <a:t>26/09/03</a:t>
            </a:fld>
            <a:endParaRPr lang="fr-FR" sz="900" dirty="0"/>
          </a:p>
        </p:txBody>
      </p:sp>
      <p:sp>
        <p:nvSpPr>
          <p:cNvPr id="7" name="Espace réservé du numéro de diapositive 5">
            <a:extLst>
              <a:ext uri="{FF2B5EF4-FFF2-40B4-BE49-F238E27FC236}">
                <a16:creationId xmlns:a16="http://schemas.microsoft.com/office/drawing/2014/main" id="{1C1CB9DE-6C60-670F-765B-B57D7335D550}"/>
              </a:ext>
            </a:extLst>
          </p:cNvPr>
          <p:cNvSpPr txBox="1">
            <a:spLocks/>
          </p:cNvSpPr>
          <p:nvPr/>
        </p:nvSpPr>
        <p:spPr>
          <a:xfrm>
            <a:off x="7826414" y="5176898"/>
            <a:ext cx="945000" cy="270000"/>
          </a:xfrm>
          <a:prstGeom prst="rect">
            <a:avLst/>
          </a:prstGeom>
        </p:spPr>
        <p:txBody>
          <a:bodyPr vert="horz" lIns="68580" tIns="34290" rIns="68580" bIns="34290" rtlCol="0" anchor="ctr"/>
          <a:lstStyle>
            <a:defPPr>
              <a:defRPr lang="fr-FR"/>
            </a:defPPr>
            <a:lvl1pPr marL="0" algn="r" defTabSz="914400" rtl="0" eaLnBrk="1" latinLnBrk="0" hangingPunct="1">
              <a:defRPr sz="1200" b="1" i="0" kern="1200">
                <a:solidFill>
                  <a:schemeClr val="tx1">
                    <a:tint val="82000"/>
                  </a:schemeClr>
                </a:solidFill>
                <a:latin typeface="Visby CF Bold"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5F8BAD-6575-7647-B790-DC8892003398}" type="slidenum">
              <a:rPr lang="fr-FR" sz="900"/>
              <a:pPr/>
              <a:t>10</a:t>
            </a:fld>
            <a:endParaRPr lang="fr-FR" sz="900" dirty="0"/>
          </a:p>
        </p:txBody>
      </p:sp>
    </p:spTree>
    <p:extLst>
      <p:ext uri="{BB962C8B-B14F-4D97-AF65-F5344CB8AC3E}">
        <p14:creationId xmlns:p14="http://schemas.microsoft.com/office/powerpoint/2010/main" val="1468189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36B83-A335-FBE6-7A65-5C487294038B}"/>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ECEFAF5A-D719-E80A-3BD0-415FDCCD1192}"/>
              </a:ext>
            </a:extLst>
          </p:cNvPr>
          <p:cNvSpPr>
            <a:spLocks noGrp="1"/>
          </p:cNvSpPr>
          <p:nvPr>
            <p:ph type="title"/>
          </p:nvPr>
        </p:nvSpPr>
        <p:spPr/>
        <p:txBody>
          <a:bodyPr/>
          <a:lstStyle/>
          <a:p>
            <a:endParaRPr lang="fr-CA"/>
          </a:p>
        </p:txBody>
      </p:sp>
      <p:sp>
        <p:nvSpPr>
          <p:cNvPr id="4" name="Espace réservé du pied de page 3">
            <a:extLst>
              <a:ext uri="{FF2B5EF4-FFF2-40B4-BE49-F238E27FC236}">
                <a16:creationId xmlns:a16="http://schemas.microsoft.com/office/drawing/2014/main" id="{6B62295F-E0E3-F193-1B33-2FA41DBBECC0}"/>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2" name="Espace réservé du contenu 5">
            <a:extLst>
              <a:ext uri="{FF2B5EF4-FFF2-40B4-BE49-F238E27FC236}">
                <a16:creationId xmlns:a16="http://schemas.microsoft.com/office/drawing/2014/main" id="{B93ED3BA-BF61-CE09-BC3C-63E96215FFFB}"/>
              </a:ext>
            </a:extLst>
          </p:cNvPr>
          <p:cNvSpPr>
            <a:spLocks noGrp="1"/>
          </p:cNvSpPr>
          <p:nvPr>
            <p:ph idx="1"/>
          </p:nvPr>
        </p:nvSpPr>
        <p:spPr>
          <a:xfrm>
            <a:off x="480050" y="1510149"/>
            <a:ext cx="8185150" cy="3274502"/>
          </a:xfrm>
          <a:solidFill>
            <a:schemeClr val="tx2"/>
          </a:solidFill>
          <a:ln>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a:noAutofit/>
          </a:bodyPr>
          <a:lstStyle/>
          <a:p>
            <a:pPr marL="0" indent="0" algn="ctr">
              <a:buNone/>
            </a:pPr>
            <a:endParaRPr lang="fr-CA" sz="1400" b="1" dirty="0">
              <a:solidFill>
                <a:schemeClr val="bg1"/>
              </a:solidFill>
            </a:endParaRPr>
          </a:p>
          <a:p>
            <a:pPr marL="0" indent="0" algn="ctr">
              <a:buNone/>
            </a:pPr>
            <a:r>
              <a:rPr lang="fr-CA" sz="1400" b="1" dirty="0">
                <a:solidFill>
                  <a:schemeClr val="bg1"/>
                </a:solidFill>
              </a:rPr>
              <a:t>Ce que cela nous permet de comprendre</a:t>
            </a:r>
          </a:p>
          <a:p>
            <a:pPr marL="0" indent="0" algn="ctr">
              <a:buNone/>
            </a:pPr>
            <a:endParaRPr lang="fr-CA" sz="1400" i="1" dirty="0">
              <a:solidFill>
                <a:schemeClr val="bg1"/>
              </a:solidFill>
            </a:endParaRPr>
          </a:p>
          <a:p>
            <a:pPr marL="0" indent="0" algn="ctr">
              <a:buNone/>
            </a:pPr>
            <a:r>
              <a:rPr lang="fr-CA" sz="1400" i="1" dirty="0">
                <a:solidFill>
                  <a:schemeClr val="bg1"/>
                </a:solidFill>
              </a:rPr>
              <a:t>La personnalité n’est pas une fatalité figée, c’est un système dynamique en constante interaction avec son milieu. </a:t>
            </a:r>
          </a:p>
          <a:p>
            <a:pPr marL="0" indent="0" algn="ctr">
              <a:buNone/>
            </a:pPr>
            <a:endParaRPr lang="fr-CA" sz="1400" i="1" dirty="0">
              <a:solidFill>
                <a:schemeClr val="bg1"/>
              </a:solidFill>
            </a:endParaRPr>
          </a:p>
          <a:p>
            <a:pPr marL="0" indent="0" algn="ctr">
              <a:buNone/>
            </a:pPr>
            <a:r>
              <a:rPr lang="fr-CA" sz="1400" i="1" dirty="0">
                <a:solidFill>
                  <a:schemeClr val="bg1"/>
                </a:solidFill>
              </a:rPr>
              <a:t>La personnalité et les rôles que nous occupons se façonnent mutuellement. Le travail peut donc renforcer ou faire évoluer certaines dispositions tout en influençant l’identité et la réputation.</a:t>
            </a:r>
          </a:p>
          <a:p>
            <a:pPr marL="0" indent="0" algn="ctr">
              <a:buNone/>
            </a:pPr>
            <a:endParaRPr lang="fr-CA" sz="1400" i="1" dirty="0">
              <a:solidFill>
                <a:schemeClr val="bg1"/>
              </a:solidFill>
            </a:endParaRPr>
          </a:p>
          <a:p>
            <a:pPr marL="0" indent="0" algn="ctr">
              <a:buNone/>
            </a:pPr>
            <a:r>
              <a:rPr lang="fr-CA" sz="1400" i="1" dirty="0">
                <a:solidFill>
                  <a:schemeClr val="bg1"/>
                </a:solidFill>
              </a:rPr>
              <a:t>Le rôle du gestionnaire n’est pas de changer la personnalité de l’individu (P), il est de concevoir un environnement (E) sécurisant et stimulant, où l’identité de chacun peut s’exprimer de manière productive et collaborative.</a:t>
            </a:r>
          </a:p>
          <a:p>
            <a:pPr>
              <a:defRPr sz="1000" b="1">
                <a:solidFill>
                  <a:srgbClr val="096FB8"/>
                </a:solidFill>
                <a:latin typeface="Aptos"/>
              </a:defRPr>
            </a:pPr>
            <a:endParaRPr lang="fr-CA" sz="1400" i="1" dirty="0">
              <a:solidFill>
                <a:srgbClr val="000000"/>
              </a:solidFill>
            </a:endParaRPr>
          </a:p>
          <a:p>
            <a:pPr marL="0" indent="0">
              <a:buNone/>
              <a:defRPr sz="1000" b="1">
                <a:solidFill>
                  <a:srgbClr val="096FB8"/>
                </a:solidFill>
                <a:latin typeface="Aptos"/>
              </a:defRPr>
            </a:pPr>
            <a:endParaRPr lang="fr-CA" sz="1400" i="1" dirty="0">
              <a:solidFill>
                <a:srgbClr val="000000"/>
              </a:solidFill>
            </a:endParaRPr>
          </a:p>
        </p:txBody>
      </p:sp>
    </p:spTree>
    <p:extLst>
      <p:ext uri="{BB962C8B-B14F-4D97-AF65-F5344CB8AC3E}">
        <p14:creationId xmlns:p14="http://schemas.microsoft.com/office/powerpoint/2010/main" val="3600048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15AC5-36FC-3610-B660-5436383DE87C}"/>
            </a:ext>
          </a:extLst>
        </p:cNvPr>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90948D42-4156-9C17-340A-84438A17242C}"/>
              </a:ext>
            </a:extLst>
          </p:cNvPr>
          <p:cNvSpPr>
            <a:spLocks noGrp="1"/>
          </p:cNvSpPr>
          <p:nvPr>
            <p:ph type="ftr" sz="quarter" idx="3"/>
          </p:nvPr>
        </p:nvSpPr>
        <p:spPr/>
        <p:txBody>
          <a:bodyPr/>
          <a:lstStyle/>
          <a:p>
            <a:r>
              <a:rPr lang="fr-CA"/>
              <a:t>© 2026. Estelle M. Morin, Ph. D.  Tous droits réservés.</a:t>
            </a:r>
            <a:endParaRPr lang="fr-FR" dirty="0"/>
          </a:p>
        </p:txBody>
      </p:sp>
      <p:sp>
        <p:nvSpPr>
          <p:cNvPr id="3" name="Espace réservé du numéro de diapositive 2">
            <a:extLst>
              <a:ext uri="{FF2B5EF4-FFF2-40B4-BE49-F238E27FC236}">
                <a16:creationId xmlns:a16="http://schemas.microsoft.com/office/drawing/2014/main" id="{9A9AD40D-0F69-E106-931A-32CE9154C4BA}"/>
              </a:ext>
            </a:extLst>
          </p:cNvPr>
          <p:cNvSpPr>
            <a:spLocks noGrp="1"/>
          </p:cNvSpPr>
          <p:nvPr>
            <p:ph type="sldNum" sz="quarter" idx="4"/>
          </p:nvPr>
        </p:nvSpPr>
        <p:spPr/>
        <p:txBody>
          <a:bodyPr/>
          <a:lstStyle/>
          <a:p>
            <a:fld id="{0A5F8BAD-6575-7647-B790-DC8892003398}" type="slidenum">
              <a:rPr lang="fr-FR" smtClean="0"/>
              <a:pPr/>
              <a:t>12</a:t>
            </a:fld>
            <a:endParaRPr lang="fr-FR" dirty="0"/>
          </a:p>
        </p:txBody>
      </p:sp>
      <p:sp>
        <p:nvSpPr>
          <p:cNvPr id="4" name="Espace réservé de la date 3">
            <a:extLst>
              <a:ext uri="{FF2B5EF4-FFF2-40B4-BE49-F238E27FC236}">
                <a16:creationId xmlns:a16="http://schemas.microsoft.com/office/drawing/2014/main" id="{CDBF0860-764B-6E8F-F92F-E39AFAEFF5F2}"/>
              </a:ext>
            </a:extLst>
          </p:cNvPr>
          <p:cNvSpPr>
            <a:spLocks noGrp="1"/>
          </p:cNvSpPr>
          <p:nvPr>
            <p:ph type="dt" sz="half" idx="2"/>
          </p:nvPr>
        </p:nvSpPr>
        <p:spPr/>
        <p:txBody>
          <a:bodyPr/>
          <a:lstStyle/>
          <a:p>
            <a:pPr algn="ctr"/>
            <a:fld id="{486057CC-A079-4D60-BDDA-9079A3D5A558}" type="datetime3">
              <a:rPr lang="fr-CA" smtClean="0"/>
              <a:t>26/09/03</a:t>
            </a:fld>
            <a:endParaRPr lang="fr-FR" dirty="0"/>
          </a:p>
        </p:txBody>
      </p:sp>
      <p:pic>
        <p:nvPicPr>
          <p:cNvPr id="6" name="Image 5">
            <a:extLst>
              <a:ext uri="{FF2B5EF4-FFF2-40B4-BE49-F238E27FC236}">
                <a16:creationId xmlns:a16="http://schemas.microsoft.com/office/drawing/2014/main" id="{DCBEEEF1-769D-2B5F-7F76-A41656976585}"/>
              </a:ext>
            </a:extLst>
          </p:cNvPr>
          <p:cNvPicPr>
            <a:picLocks noChangeAspect="1"/>
          </p:cNvPicPr>
          <p:nvPr/>
        </p:nvPicPr>
        <p:blipFill>
          <a:blip r:embed="rId3"/>
          <a:stretch>
            <a:fillRect/>
          </a:stretch>
        </p:blipFill>
        <p:spPr>
          <a:xfrm>
            <a:off x="1865909" y="285750"/>
            <a:ext cx="5026412" cy="5143500"/>
          </a:xfrm>
          <a:prstGeom prst="rect">
            <a:avLst/>
          </a:prstGeom>
        </p:spPr>
      </p:pic>
    </p:spTree>
    <p:extLst>
      <p:ext uri="{BB962C8B-B14F-4D97-AF65-F5344CB8AC3E}">
        <p14:creationId xmlns:p14="http://schemas.microsoft.com/office/powerpoint/2010/main" val="1697055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05ADE0F-3910-2DFB-2510-F21761807E99}"/>
              </a:ext>
            </a:extLst>
          </p:cNvPr>
          <p:cNvSpPr>
            <a:spLocks noGrp="1"/>
          </p:cNvSpPr>
          <p:nvPr>
            <p:ph type="title"/>
          </p:nvPr>
        </p:nvSpPr>
        <p:spPr/>
        <p:txBody>
          <a:bodyPr/>
          <a:lstStyle/>
          <a:p>
            <a:r>
              <a:rPr lang="fr-CA" dirty="0"/>
              <a:t>La normalité</a:t>
            </a:r>
          </a:p>
        </p:txBody>
      </p:sp>
      <p:sp>
        <p:nvSpPr>
          <p:cNvPr id="26" name="TextBox 4">
            <a:extLst>
              <a:ext uri="{FF2B5EF4-FFF2-40B4-BE49-F238E27FC236}">
                <a16:creationId xmlns:a16="http://schemas.microsoft.com/office/drawing/2014/main" id="{CAD26BF1-0ED5-D40D-D8E2-5CD9CBB3CA9D}"/>
              </a:ext>
            </a:extLst>
          </p:cNvPr>
          <p:cNvSpPr txBox="1"/>
          <p:nvPr/>
        </p:nvSpPr>
        <p:spPr>
          <a:xfrm>
            <a:off x="750504" y="1194114"/>
            <a:ext cx="8186400" cy="292388"/>
          </a:xfrm>
          <a:prstGeom prst="rect">
            <a:avLst/>
          </a:prstGeom>
          <a:noFill/>
        </p:spPr>
        <p:txBody>
          <a:bodyPr wrap="square" anchor="t">
            <a:spAutoFit/>
          </a:bodyPr>
          <a:lstStyle/>
          <a:p>
            <a:pPr algn="l">
              <a:defRPr sz="1300" b="0" i="0">
                <a:solidFill>
                  <a:srgbClr val="5A6673"/>
                </a:solidFill>
                <a:latin typeface="Aptos"/>
              </a:defRPr>
            </a:pPr>
            <a:r>
              <a:rPr dirty="0"/>
              <a:t>Des </a:t>
            </a:r>
            <a:r>
              <a:rPr dirty="0" err="1"/>
              <a:t>repères</a:t>
            </a:r>
            <a:r>
              <a:rPr dirty="0"/>
              <a:t> pour </a:t>
            </a:r>
            <a:r>
              <a:rPr dirty="0" err="1"/>
              <a:t>distinguer</a:t>
            </a:r>
            <a:r>
              <a:rPr dirty="0"/>
              <a:t> </a:t>
            </a:r>
            <a:r>
              <a:rPr dirty="0" err="1"/>
              <a:t>différents</a:t>
            </a:r>
            <a:r>
              <a:rPr dirty="0"/>
              <a:t> </a:t>
            </a:r>
            <a:r>
              <a:rPr dirty="0" err="1"/>
              <a:t>niveaux</a:t>
            </a:r>
            <a:r>
              <a:rPr dirty="0"/>
              <a:t> </a:t>
            </a:r>
            <a:r>
              <a:rPr dirty="0" err="1"/>
              <a:t>d’adaptation</a:t>
            </a:r>
            <a:r>
              <a:rPr dirty="0"/>
              <a:t> — sans </a:t>
            </a:r>
            <a:r>
              <a:rPr dirty="0" err="1"/>
              <a:t>conclure</a:t>
            </a:r>
            <a:r>
              <a:rPr dirty="0"/>
              <a:t> à </a:t>
            </a:r>
            <a:r>
              <a:rPr dirty="0" err="1"/>
              <a:t>partir</a:t>
            </a:r>
            <a:r>
              <a:rPr dirty="0"/>
              <a:t> d’un </a:t>
            </a:r>
            <a:r>
              <a:rPr dirty="0" err="1"/>
              <a:t>comportement</a:t>
            </a:r>
            <a:r>
              <a:rPr dirty="0"/>
              <a:t> </a:t>
            </a:r>
            <a:r>
              <a:rPr dirty="0" err="1"/>
              <a:t>isolé</a:t>
            </a:r>
            <a:r>
              <a:rPr dirty="0"/>
              <a:t>.</a:t>
            </a:r>
          </a:p>
        </p:txBody>
      </p:sp>
      <p:sp>
        <p:nvSpPr>
          <p:cNvPr id="27" name="Rounded Rectangle 5">
            <a:extLst>
              <a:ext uri="{FF2B5EF4-FFF2-40B4-BE49-F238E27FC236}">
                <a16:creationId xmlns:a16="http://schemas.microsoft.com/office/drawing/2014/main" id="{FC72AC0A-9B5E-5295-B121-2A1B411EA5A6}"/>
              </a:ext>
            </a:extLst>
          </p:cNvPr>
          <p:cNvSpPr/>
          <p:nvPr/>
        </p:nvSpPr>
        <p:spPr>
          <a:xfrm>
            <a:off x="750503" y="1530833"/>
            <a:ext cx="2266759" cy="3413085"/>
          </a:xfrm>
          <a:prstGeom prst="roundRect">
            <a:avLst/>
          </a:prstGeom>
          <a:solidFill>
            <a:srgbClr val="F6F8FA"/>
          </a:solidFill>
          <a:ln w="19050">
            <a:solidFill>
              <a:srgbClr val="16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6">
            <a:extLst>
              <a:ext uri="{FF2B5EF4-FFF2-40B4-BE49-F238E27FC236}">
                <a16:creationId xmlns:a16="http://schemas.microsoft.com/office/drawing/2014/main" id="{B8EC9DED-2B02-936F-DFEB-97CB40497B6C}"/>
              </a:ext>
            </a:extLst>
          </p:cNvPr>
          <p:cNvSpPr txBox="1"/>
          <p:nvPr/>
        </p:nvSpPr>
        <p:spPr>
          <a:xfrm>
            <a:off x="891615" y="2022800"/>
            <a:ext cx="1964524" cy="307777"/>
          </a:xfrm>
          <a:prstGeom prst="rect">
            <a:avLst/>
          </a:prstGeom>
          <a:noFill/>
        </p:spPr>
        <p:txBody>
          <a:bodyPr wrap="square" anchor="t">
            <a:spAutoFit/>
          </a:bodyPr>
          <a:lstStyle/>
          <a:p>
            <a:pPr algn="ctr">
              <a:defRPr sz="1400" b="1" i="0">
                <a:solidFill>
                  <a:srgbClr val="1674B5"/>
                </a:solidFill>
                <a:latin typeface="Aptos"/>
              </a:defRPr>
            </a:pPr>
            <a:r>
              <a:t>NORMALE</a:t>
            </a:r>
          </a:p>
        </p:txBody>
      </p:sp>
      <p:sp>
        <p:nvSpPr>
          <p:cNvPr id="29" name="TextBox 7">
            <a:extLst>
              <a:ext uri="{FF2B5EF4-FFF2-40B4-BE49-F238E27FC236}">
                <a16:creationId xmlns:a16="http://schemas.microsoft.com/office/drawing/2014/main" id="{F809A6EF-B791-5E69-E0EE-49B75F641313}"/>
              </a:ext>
            </a:extLst>
          </p:cNvPr>
          <p:cNvSpPr txBox="1"/>
          <p:nvPr/>
        </p:nvSpPr>
        <p:spPr>
          <a:xfrm>
            <a:off x="942415" y="2574747"/>
            <a:ext cx="1855719" cy="415498"/>
          </a:xfrm>
          <a:prstGeom prst="rect">
            <a:avLst/>
          </a:prstGeom>
          <a:noFill/>
        </p:spPr>
        <p:txBody>
          <a:bodyPr wrap="square" anchor="t">
            <a:spAutoFit/>
          </a:bodyPr>
          <a:lstStyle/>
          <a:p>
            <a:pPr algn="l">
              <a:defRPr sz="1050" b="0" i="0">
                <a:solidFill>
                  <a:srgbClr val="111923"/>
                </a:solidFill>
                <a:latin typeface="Aptos"/>
              </a:defRPr>
            </a:pPr>
            <a:r>
              <a:t>• Fonctionne de façon autonome et compétente</a:t>
            </a:r>
          </a:p>
        </p:txBody>
      </p:sp>
      <p:sp>
        <p:nvSpPr>
          <p:cNvPr id="30" name="TextBox 8">
            <a:extLst>
              <a:ext uri="{FF2B5EF4-FFF2-40B4-BE49-F238E27FC236}">
                <a16:creationId xmlns:a16="http://schemas.microsoft.com/office/drawing/2014/main" id="{9D7016F4-900A-D7C0-EF82-7B2C823497BA}"/>
              </a:ext>
            </a:extLst>
          </p:cNvPr>
          <p:cNvSpPr txBox="1"/>
          <p:nvPr/>
        </p:nvSpPr>
        <p:spPr>
          <a:xfrm>
            <a:off x="942415" y="3095955"/>
            <a:ext cx="1855719" cy="415498"/>
          </a:xfrm>
          <a:prstGeom prst="rect">
            <a:avLst/>
          </a:prstGeom>
          <a:noFill/>
        </p:spPr>
        <p:txBody>
          <a:bodyPr wrap="square" anchor="t">
            <a:spAutoFit/>
          </a:bodyPr>
          <a:lstStyle/>
          <a:p>
            <a:pPr algn="l">
              <a:defRPr sz="1050" b="0" i="0">
                <a:solidFill>
                  <a:srgbClr val="111923"/>
                </a:solidFill>
                <a:latin typeface="Aptos"/>
              </a:defRPr>
            </a:pPr>
            <a:r>
              <a:t>• S’ajuste efficacement à son environnement social</a:t>
            </a:r>
          </a:p>
        </p:txBody>
      </p:sp>
      <p:sp>
        <p:nvSpPr>
          <p:cNvPr id="31" name="TextBox 9">
            <a:extLst>
              <a:ext uri="{FF2B5EF4-FFF2-40B4-BE49-F238E27FC236}">
                <a16:creationId xmlns:a16="http://schemas.microsoft.com/office/drawing/2014/main" id="{4CCE5FB4-7A35-F697-8B1E-89975FB3B22A}"/>
              </a:ext>
            </a:extLst>
          </p:cNvPr>
          <p:cNvSpPr txBox="1"/>
          <p:nvPr/>
        </p:nvSpPr>
        <p:spPr>
          <a:xfrm>
            <a:off x="942415" y="3617164"/>
            <a:ext cx="1855719" cy="415498"/>
          </a:xfrm>
          <a:prstGeom prst="rect">
            <a:avLst/>
          </a:prstGeom>
          <a:noFill/>
        </p:spPr>
        <p:txBody>
          <a:bodyPr wrap="square" anchor="t">
            <a:spAutoFit/>
          </a:bodyPr>
          <a:lstStyle/>
          <a:p>
            <a:pPr algn="l">
              <a:defRPr sz="1050" b="0" i="0">
                <a:solidFill>
                  <a:srgbClr val="111923"/>
                </a:solidFill>
                <a:latin typeface="Aptos"/>
              </a:defRPr>
            </a:pPr>
            <a:r>
              <a:t>• Se sent satisfaite de son existence</a:t>
            </a:r>
          </a:p>
        </p:txBody>
      </p:sp>
      <p:sp>
        <p:nvSpPr>
          <p:cNvPr id="32" name="TextBox 10">
            <a:extLst>
              <a:ext uri="{FF2B5EF4-FFF2-40B4-BE49-F238E27FC236}">
                <a16:creationId xmlns:a16="http://schemas.microsoft.com/office/drawing/2014/main" id="{AADE41B0-90AA-E58D-0112-063B7D740888}"/>
              </a:ext>
            </a:extLst>
          </p:cNvPr>
          <p:cNvSpPr txBox="1"/>
          <p:nvPr/>
        </p:nvSpPr>
        <p:spPr>
          <a:xfrm>
            <a:off x="942415" y="4138372"/>
            <a:ext cx="1855719" cy="415498"/>
          </a:xfrm>
          <a:prstGeom prst="rect">
            <a:avLst/>
          </a:prstGeom>
          <a:noFill/>
        </p:spPr>
        <p:txBody>
          <a:bodyPr wrap="square" anchor="t">
            <a:spAutoFit/>
          </a:bodyPr>
          <a:lstStyle/>
          <a:p>
            <a:pPr algn="l">
              <a:defRPr sz="1050" b="0" i="0">
                <a:solidFill>
                  <a:srgbClr val="111923"/>
                </a:solidFill>
                <a:latin typeface="Aptos"/>
              </a:defRPr>
            </a:pPr>
            <a:r>
              <a:t>• Se sent capable de se réaliser</a:t>
            </a:r>
          </a:p>
        </p:txBody>
      </p:sp>
      <p:sp>
        <p:nvSpPr>
          <p:cNvPr id="33" name="Rounded Rectangle 11">
            <a:extLst>
              <a:ext uri="{FF2B5EF4-FFF2-40B4-BE49-F238E27FC236}">
                <a16:creationId xmlns:a16="http://schemas.microsoft.com/office/drawing/2014/main" id="{CF7BDFCA-B724-5001-5B5A-BDD3B333CB38}"/>
              </a:ext>
            </a:extLst>
          </p:cNvPr>
          <p:cNvSpPr/>
          <p:nvPr/>
        </p:nvSpPr>
        <p:spPr>
          <a:xfrm>
            <a:off x="3437681" y="1544670"/>
            <a:ext cx="2273908" cy="3413085"/>
          </a:xfrm>
          <a:prstGeom prst="roundRect">
            <a:avLst/>
          </a:prstGeom>
          <a:solidFill>
            <a:srgbClr val="F6F8FA"/>
          </a:solidFill>
          <a:ln w="19050">
            <a:solidFill>
              <a:srgbClr val="E2A5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12">
            <a:extLst>
              <a:ext uri="{FF2B5EF4-FFF2-40B4-BE49-F238E27FC236}">
                <a16:creationId xmlns:a16="http://schemas.microsoft.com/office/drawing/2014/main" id="{6B162239-2B17-1C4C-D308-3960E45BD8B4}"/>
              </a:ext>
            </a:extLst>
          </p:cNvPr>
          <p:cNvSpPr txBox="1"/>
          <p:nvPr/>
        </p:nvSpPr>
        <p:spPr>
          <a:xfrm>
            <a:off x="3620292" y="2036637"/>
            <a:ext cx="1970720" cy="307777"/>
          </a:xfrm>
          <a:prstGeom prst="rect">
            <a:avLst/>
          </a:prstGeom>
          <a:noFill/>
        </p:spPr>
        <p:txBody>
          <a:bodyPr wrap="square" anchor="t">
            <a:spAutoFit/>
          </a:bodyPr>
          <a:lstStyle/>
          <a:p>
            <a:pPr algn="ctr">
              <a:defRPr sz="1400" b="1" i="0">
                <a:solidFill>
                  <a:srgbClr val="E2A527"/>
                </a:solidFill>
                <a:latin typeface="Aptos"/>
              </a:defRPr>
            </a:pPr>
            <a:r>
              <a:t>DIFFICILE</a:t>
            </a:r>
          </a:p>
        </p:txBody>
      </p:sp>
      <p:sp>
        <p:nvSpPr>
          <p:cNvPr id="35" name="TextBox 13">
            <a:extLst>
              <a:ext uri="{FF2B5EF4-FFF2-40B4-BE49-F238E27FC236}">
                <a16:creationId xmlns:a16="http://schemas.microsoft.com/office/drawing/2014/main" id="{42103177-1CB4-0973-2828-4B0A424FD100}"/>
              </a:ext>
            </a:extLst>
          </p:cNvPr>
          <p:cNvSpPr txBox="1"/>
          <p:nvPr/>
        </p:nvSpPr>
        <p:spPr>
          <a:xfrm>
            <a:off x="3686032" y="2588584"/>
            <a:ext cx="1861572" cy="577081"/>
          </a:xfrm>
          <a:prstGeom prst="rect">
            <a:avLst/>
          </a:prstGeom>
          <a:noFill/>
        </p:spPr>
        <p:txBody>
          <a:bodyPr wrap="square" anchor="t">
            <a:spAutoFit/>
          </a:bodyPr>
          <a:lstStyle/>
          <a:p>
            <a:pPr algn="l">
              <a:defRPr sz="1050" b="0" i="0">
                <a:solidFill>
                  <a:srgbClr val="111923"/>
                </a:solidFill>
                <a:latin typeface="Aptos"/>
              </a:defRPr>
            </a:pPr>
            <a:r>
              <a:rPr dirty="0"/>
              <a:t>• Se </a:t>
            </a:r>
            <a:r>
              <a:rPr dirty="0" err="1"/>
              <a:t>situe</a:t>
            </a:r>
            <a:r>
              <a:rPr dirty="0"/>
              <a:t> entre la </a:t>
            </a:r>
            <a:r>
              <a:rPr dirty="0" err="1"/>
              <a:t>personnalité</a:t>
            </a:r>
            <a:r>
              <a:rPr dirty="0"/>
              <a:t> </a:t>
            </a:r>
            <a:r>
              <a:rPr dirty="0" err="1"/>
              <a:t>normale</a:t>
            </a:r>
            <a:r>
              <a:rPr dirty="0"/>
              <a:t> et </a:t>
            </a:r>
            <a:r>
              <a:rPr dirty="0" err="1"/>
              <a:t>anormale</a:t>
            </a:r>
            <a:endParaRPr dirty="0"/>
          </a:p>
        </p:txBody>
      </p:sp>
      <p:sp>
        <p:nvSpPr>
          <p:cNvPr id="36" name="TextBox 14">
            <a:extLst>
              <a:ext uri="{FF2B5EF4-FFF2-40B4-BE49-F238E27FC236}">
                <a16:creationId xmlns:a16="http://schemas.microsoft.com/office/drawing/2014/main" id="{AC52FA08-0401-5CAF-6EDC-EEC77789695E}"/>
              </a:ext>
            </a:extLst>
          </p:cNvPr>
          <p:cNvSpPr txBox="1"/>
          <p:nvPr/>
        </p:nvSpPr>
        <p:spPr>
          <a:xfrm>
            <a:off x="3674866" y="3165665"/>
            <a:ext cx="1861572" cy="415498"/>
          </a:xfrm>
          <a:prstGeom prst="rect">
            <a:avLst/>
          </a:prstGeom>
          <a:noFill/>
        </p:spPr>
        <p:txBody>
          <a:bodyPr wrap="square" anchor="t">
            <a:spAutoFit/>
          </a:bodyPr>
          <a:lstStyle/>
          <a:p>
            <a:pPr algn="l">
              <a:defRPr sz="1050" b="0" i="0">
                <a:solidFill>
                  <a:srgbClr val="111923"/>
                </a:solidFill>
                <a:latin typeface="Aptos"/>
              </a:defRPr>
            </a:pPr>
            <a:r>
              <a:rPr dirty="0"/>
              <a:t>• </a:t>
            </a:r>
            <a:r>
              <a:rPr dirty="0" err="1"/>
              <a:t>Présente</a:t>
            </a:r>
            <a:r>
              <a:rPr dirty="0"/>
              <a:t> des traits de </a:t>
            </a:r>
            <a:r>
              <a:rPr dirty="0" err="1"/>
              <a:t>personnalité</a:t>
            </a:r>
            <a:r>
              <a:rPr dirty="0"/>
              <a:t> </a:t>
            </a:r>
            <a:r>
              <a:rPr dirty="0" err="1"/>
              <a:t>mésadaptés</a:t>
            </a:r>
            <a:endParaRPr dirty="0"/>
          </a:p>
        </p:txBody>
      </p:sp>
      <p:sp>
        <p:nvSpPr>
          <p:cNvPr id="37" name="TextBox 15">
            <a:extLst>
              <a:ext uri="{FF2B5EF4-FFF2-40B4-BE49-F238E27FC236}">
                <a16:creationId xmlns:a16="http://schemas.microsoft.com/office/drawing/2014/main" id="{B5AD75D9-2536-8D13-0ECE-4801F92FFB30}"/>
              </a:ext>
            </a:extLst>
          </p:cNvPr>
          <p:cNvSpPr txBox="1"/>
          <p:nvPr/>
        </p:nvSpPr>
        <p:spPr>
          <a:xfrm>
            <a:off x="3686032" y="3631001"/>
            <a:ext cx="1861572" cy="415498"/>
          </a:xfrm>
          <a:prstGeom prst="rect">
            <a:avLst/>
          </a:prstGeom>
          <a:noFill/>
        </p:spPr>
        <p:txBody>
          <a:bodyPr wrap="square" anchor="t">
            <a:spAutoFit/>
          </a:bodyPr>
          <a:lstStyle/>
          <a:p>
            <a:pPr algn="l">
              <a:defRPr sz="1050" b="0" i="0">
                <a:solidFill>
                  <a:srgbClr val="111923"/>
                </a:solidFill>
                <a:latin typeface="Aptos"/>
              </a:defRPr>
            </a:pPr>
            <a:r>
              <a:t>• Arrive tant bien que mal à s’ajuster</a:t>
            </a:r>
          </a:p>
        </p:txBody>
      </p:sp>
      <p:sp>
        <p:nvSpPr>
          <p:cNvPr id="38" name="TextBox 16">
            <a:extLst>
              <a:ext uri="{FF2B5EF4-FFF2-40B4-BE49-F238E27FC236}">
                <a16:creationId xmlns:a16="http://schemas.microsoft.com/office/drawing/2014/main" id="{6890C5C4-E8EE-3613-358D-A7B473FA93D2}"/>
              </a:ext>
            </a:extLst>
          </p:cNvPr>
          <p:cNvSpPr txBox="1"/>
          <p:nvPr/>
        </p:nvSpPr>
        <p:spPr>
          <a:xfrm>
            <a:off x="3686032" y="4152209"/>
            <a:ext cx="1861572" cy="577081"/>
          </a:xfrm>
          <a:prstGeom prst="rect">
            <a:avLst/>
          </a:prstGeom>
          <a:noFill/>
        </p:spPr>
        <p:txBody>
          <a:bodyPr wrap="square" anchor="t">
            <a:spAutoFit/>
          </a:bodyPr>
          <a:lstStyle/>
          <a:p>
            <a:pPr algn="l">
              <a:defRPr sz="1050" b="0" i="0">
                <a:solidFill>
                  <a:srgbClr val="111923"/>
                </a:solidFill>
                <a:latin typeface="Aptos"/>
              </a:defRPr>
            </a:pPr>
            <a:r>
              <a:t>• Répercussions possibles sur soi, l’entourage ou le travail</a:t>
            </a:r>
          </a:p>
        </p:txBody>
      </p:sp>
      <p:sp>
        <p:nvSpPr>
          <p:cNvPr id="39" name="Rounded Rectangle 17">
            <a:extLst>
              <a:ext uri="{FF2B5EF4-FFF2-40B4-BE49-F238E27FC236}">
                <a16:creationId xmlns:a16="http://schemas.microsoft.com/office/drawing/2014/main" id="{2A8C6C45-ED65-B099-9A6C-5F392AAAD730}"/>
              </a:ext>
            </a:extLst>
          </p:cNvPr>
          <p:cNvSpPr/>
          <p:nvPr/>
        </p:nvSpPr>
        <p:spPr>
          <a:xfrm>
            <a:off x="6238920" y="1576803"/>
            <a:ext cx="2426279" cy="3413085"/>
          </a:xfrm>
          <a:prstGeom prst="roundRect">
            <a:avLst/>
          </a:prstGeom>
          <a:solidFill>
            <a:srgbClr val="F6F8FA"/>
          </a:solidFill>
          <a:ln w="19050">
            <a:solidFill>
              <a:srgbClr val="CC4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18">
            <a:extLst>
              <a:ext uri="{FF2B5EF4-FFF2-40B4-BE49-F238E27FC236}">
                <a16:creationId xmlns:a16="http://schemas.microsoft.com/office/drawing/2014/main" id="{F47CF75F-0402-20DB-E9E4-147F44E79834}"/>
              </a:ext>
            </a:extLst>
          </p:cNvPr>
          <p:cNvSpPr txBox="1"/>
          <p:nvPr/>
        </p:nvSpPr>
        <p:spPr>
          <a:xfrm>
            <a:off x="6380032" y="2068770"/>
            <a:ext cx="2102775" cy="307777"/>
          </a:xfrm>
          <a:prstGeom prst="rect">
            <a:avLst/>
          </a:prstGeom>
          <a:noFill/>
        </p:spPr>
        <p:txBody>
          <a:bodyPr wrap="square" anchor="t">
            <a:spAutoFit/>
          </a:bodyPr>
          <a:lstStyle/>
          <a:p>
            <a:pPr algn="ctr">
              <a:defRPr sz="1400" b="1" i="0">
                <a:solidFill>
                  <a:srgbClr val="CC433D"/>
                </a:solidFill>
                <a:latin typeface="Aptos"/>
              </a:defRPr>
            </a:pPr>
            <a:r>
              <a:t>ANORMALE</a:t>
            </a:r>
          </a:p>
        </p:txBody>
      </p:sp>
      <p:sp>
        <p:nvSpPr>
          <p:cNvPr id="41" name="TextBox 19">
            <a:extLst>
              <a:ext uri="{FF2B5EF4-FFF2-40B4-BE49-F238E27FC236}">
                <a16:creationId xmlns:a16="http://schemas.microsoft.com/office/drawing/2014/main" id="{C108F7AA-215C-576B-7BD6-D17BB85C9664}"/>
              </a:ext>
            </a:extLst>
          </p:cNvPr>
          <p:cNvSpPr txBox="1"/>
          <p:nvPr/>
        </p:nvSpPr>
        <p:spPr>
          <a:xfrm>
            <a:off x="6407183" y="2397444"/>
            <a:ext cx="1986313" cy="738664"/>
          </a:xfrm>
          <a:prstGeom prst="rect">
            <a:avLst/>
          </a:prstGeom>
          <a:noFill/>
        </p:spPr>
        <p:txBody>
          <a:bodyPr wrap="square" anchor="t">
            <a:spAutoFit/>
          </a:bodyPr>
          <a:lstStyle/>
          <a:p>
            <a:pPr algn="l">
              <a:defRPr sz="1050" b="0" i="0">
                <a:solidFill>
                  <a:srgbClr val="111923"/>
                </a:solidFill>
                <a:latin typeface="Aptos"/>
              </a:defRPr>
            </a:pPr>
            <a:r>
              <a:rPr dirty="0"/>
              <a:t>• </a:t>
            </a:r>
            <a:r>
              <a:rPr dirty="0" err="1"/>
              <a:t>Dysfonctions</a:t>
            </a:r>
            <a:r>
              <a:rPr dirty="0"/>
              <a:t> </a:t>
            </a:r>
            <a:r>
              <a:rPr dirty="0" err="1"/>
              <a:t>pouvant</a:t>
            </a:r>
            <a:r>
              <a:rPr dirty="0"/>
              <a:t> toucher les traits, </a:t>
            </a:r>
            <a:r>
              <a:rPr dirty="0" err="1"/>
              <a:t>l’affectivité</a:t>
            </a:r>
            <a:r>
              <a:rPr dirty="0"/>
              <a:t>, </a:t>
            </a:r>
            <a:r>
              <a:rPr dirty="0" err="1"/>
              <a:t>l’autorégulation</a:t>
            </a:r>
            <a:r>
              <a:rPr dirty="0"/>
              <a:t>, le </a:t>
            </a:r>
            <a:r>
              <a:rPr dirty="0" err="1"/>
              <a:t>contrôle</a:t>
            </a:r>
            <a:r>
              <a:rPr dirty="0"/>
              <a:t> des impulsions et les relations</a:t>
            </a:r>
          </a:p>
        </p:txBody>
      </p:sp>
      <p:sp>
        <p:nvSpPr>
          <p:cNvPr id="42" name="TextBox 20">
            <a:extLst>
              <a:ext uri="{FF2B5EF4-FFF2-40B4-BE49-F238E27FC236}">
                <a16:creationId xmlns:a16="http://schemas.microsoft.com/office/drawing/2014/main" id="{91AFB5CC-A1D1-AB23-9371-9B60CD8890FE}"/>
              </a:ext>
            </a:extLst>
          </p:cNvPr>
          <p:cNvSpPr txBox="1"/>
          <p:nvPr/>
        </p:nvSpPr>
        <p:spPr>
          <a:xfrm>
            <a:off x="6430832" y="3114494"/>
            <a:ext cx="1986313" cy="415498"/>
          </a:xfrm>
          <a:prstGeom prst="rect">
            <a:avLst/>
          </a:prstGeom>
          <a:noFill/>
        </p:spPr>
        <p:txBody>
          <a:bodyPr wrap="square" anchor="t">
            <a:spAutoFit/>
          </a:bodyPr>
          <a:lstStyle/>
          <a:p>
            <a:pPr algn="l">
              <a:defRPr sz="1050" b="0" i="0">
                <a:solidFill>
                  <a:srgbClr val="111923"/>
                </a:solidFill>
                <a:latin typeface="Aptos"/>
              </a:defRPr>
            </a:pPr>
            <a:r>
              <a:t>• Rigidité des stratégies d’adaptation</a:t>
            </a:r>
          </a:p>
        </p:txBody>
      </p:sp>
      <p:sp>
        <p:nvSpPr>
          <p:cNvPr id="43" name="TextBox 21">
            <a:extLst>
              <a:ext uri="{FF2B5EF4-FFF2-40B4-BE49-F238E27FC236}">
                <a16:creationId xmlns:a16="http://schemas.microsoft.com/office/drawing/2014/main" id="{0C6CFC34-8CD7-F581-E037-3FB3243451E6}"/>
              </a:ext>
            </a:extLst>
          </p:cNvPr>
          <p:cNvSpPr txBox="1"/>
          <p:nvPr/>
        </p:nvSpPr>
        <p:spPr>
          <a:xfrm>
            <a:off x="6430832" y="3608269"/>
            <a:ext cx="1986313" cy="253916"/>
          </a:xfrm>
          <a:prstGeom prst="rect">
            <a:avLst/>
          </a:prstGeom>
          <a:noFill/>
        </p:spPr>
        <p:txBody>
          <a:bodyPr wrap="square" anchor="t">
            <a:spAutoFit/>
          </a:bodyPr>
          <a:lstStyle/>
          <a:p>
            <a:pPr algn="l">
              <a:defRPr sz="1050" b="0" i="0">
                <a:solidFill>
                  <a:srgbClr val="111923"/>
                </a:solidFill>
                <a:latin typeface="Aptos"/>
              </a:defRPr>
            </a:pPr>
            <a:r>
              <a:t>• Cercles vicieux</a:t>
            </a:r>
          </a:p>
        </p:txBody>
      </p:sp>
      <p:sp>
        <p:nvSpPr>
          <p:cNvPr id="44" name="TextBox 22">
            <a:extLst>
              <a:ext uri="{FF2B5EF4-FFF2-40B4-BE49-F238E27FC236}">
                <a16:creationId xmlns:a16="http://schemas.microsoft.com/office/drawing/2014/main" id="{2615B712-05FC-CD1A-D9B0-EF7497ED8FED}"/>
              </a:ext>
            </a:extLst>
          </p:cNvPr>
          <p:cNvSpPr txBox="1"/>
          <p:nvPr/>
        </p:nvSpPr>
        <p:spPr>
          <a:xfrm>
            <a:off x="6430832" y="4102045"/>
            <a:ext cx="1986313" cy="253916"/>
          </a:xfrm>
          <a:prstGeom prst="rect">
            <a:avLst/>
          </a:prstGeom>
          <a:noFill/>
        </p:spPr>
        <p:txBody>
          <a:bodyPr wrap="square" anchor="t">
            <a:spAutoFit/>
          </a:bodyPr>
          <a:lstStyle/>
          <a:p>
            <a:pPr algn="l">
              <a:defRPr sz="1050" b="0" i="0">
                <a:solidFill>
                  <a:srgbClr val="111923"/>
                </a:solidFill>
                <a:latin typeface="Aptos"/>
              </a:defRPr>
            </a:pPr>
            <a:r>
              <a:t>• Fragilité face au stress</a:t>
            </a:r>
          </a:p>
        </p:txBody>
      </p:sp>
      <p:sp>
        <p:nvSpPr>
          <p:cNvPr id="47" name="Espace réservé du pied de page 3">
            <a:extLst>
              <a:ext uri="{FF2B5EF4-FFF2-40B4-BE49-F238E27FC236}">
                <a16:creationId xmlns:a16="http://schemas.microsoft.com/office/drawing/2014/main" id="{27BE420A-A4B3-CD49-7923-CBB37AFC448C}"/>
              </a:ext>
            </a:extLst>
          </p:cNvPr>
          <p:cNvSpPr>
            <a:spLocks noGrp="1"/>
          </p:cNvSpPr>
          <p:nvPr>
            <p:ph type="ftr" sz="quarter" idx="3"/>
          </p:nvPr>
        </p:nvSpPr>
        <p:spPr>
          <a:xfrm>
            <a:off x="3124200" y="5384996"/>
            <a:ext cx="2895600" cy="185224"/>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558" b="0" i="0" u="none" strike="noStrike" kern="1200" cap="none" spc="0" normalizeH="0" baseline="0" noProof="0" dirty="0">
                <a:ln>
                  <a:noFill/>
                </a:ln>
                <a:solidFill>
                  <a:srgbClr val="003C71"/>
                </a:solidFill>
                <a:effectLst/>
                <a:uLnTx/>
                <a:uFillTx/>
                <a:latin typeface="Visby CF"/>
                <a:ea typeface="+mn-ea"/>
                <a:cs typeface="+mn-cs"/>
              </a:rPr>
              <a:t>@2026. Marie-Christine ALBERT. Tous droits réservés.</a:t>
            </a:r>
          </a:p>
        </p:txBody>
      </p:sp>
    </p:spTree>
    <p:extLst>
      <p:ext uri="{BB962C8B-B14F-4D97-AF65-F5344CB8AC3E}">
        <p14:creationId xmlns:p14="http://schemas.microsoft.com/office/powerpoint/2010/main" val="995154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F3044-81D6-A965-8A97-692447D568A7}"/>
            </a:ext>
          </a:extLst>
        </p:cNvPr>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0A0AD584-D16F-3554-4D43-E8919766A19D}"/>
              </a:ext>
            </a:extLst>
          </p:cNvPr>
          <p:cNvSpPr>
            <a:spLocks noGrp="1"/>
          </p:cNvSpPr>
          <p:nvPr>
            <p:ph idx="1"/>
          </p:nvPr>
        </p:nvSpPr>
        <p:spPr/>
        <p:txBody>
          <a:bodyPr/>
          <a:lstStyle/>
          <a:p>
            <a:endParaRPr lang="fr-CA"/>
          </a:p>
        </p:txBody>
      </p:sp>
      <p:sp>
        <p:nvSpPr>
          <p:cNvPr id="4" name="Espace réservé du pied de page 3">
            <a:extLst>
              <a:ext uri="{FF2B5EF4-FFF2-40B4-BE49-F238E27FC236}">
                <a16:creationId xmlns:a16="http://schemas.microsoft.com/office/drawing/2014/main" id="{733896FC-9979-498E-2A57-6D437580DC0F}"/>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2" name="Espace réservé du contenu 5">
            <a:extLst>
              <a:ext uri="{FF2B5EF4-FFF2-40B4-BE49-F238E27FC236}">
                <a16:creationId xmlns:a16="http://schemas.microsoft.com/office/drawing/2014/main" id="{D852E3D5-D005-75F2-1121-25B91EA67A6F}"/>
              </a:ext>
            </a:extLst>
          </p:cNvPr>
          <p:cNvSpPr txBox="1">
            <a:spLocks/>
          </p:cNvSpPr>
          <p:nvPr/>
        </p:nvSpPr>
        <p:spPr>
          <a:xfrm>
            <a:off x="478800" y="2251443"/>
            <a:ext cx="8185150" cy="1629441"/>
          </a:xfrm>
          <a:prstGeom prst="rect">
            <a:avLst/>
          </a:prstGeom>
          <a:solidFill>
            <a:schemeClr val="tx2"/>
          </a:solidFill>
          <a:ln w="9525" cap="flat" cmpd="sng" algn="ctr">
            <a:solidFill>
              <a:schemeClr val="accent1">
                <a:lumMod val="75000"/>
              </a:schemeClr>
            </a:solidFill>
            <a:prstDash val="solid"/>
          </a:ln>
        </p:spPr>
        <p:style>
          <a:lnRef idx="1">
            <a:schemeClr val="accent1"/>
          </a:lnRef>
          <a:fillRef idx="3">
            <a:schemeClr val="accent1"/>
          </a:fillRef>
          <a:effectRef idx="2">
            <a:schemeClr val="accent1"/>
          </a:effectRef>
          <a:fontRef idx="minor">
            <a:schemeClr val="lt1"/>
          </a:fontRef>
        </p:style>
        <p:txBody>
          <a:bodyPr vert="horz" lIns="91440" tIns="45720" rIns="91440" bIns="45720" rtlCol="0">
            <a:noAutofit/>
          </a:bodyPr>
          <a:lstStyle>
            <a:lvl1pPr marL="12899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1pPr>
            <a:lvl2pPr marL="37798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2pPr>
            <a:lvl3pPr marL="62697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3pPr>
            <a:lvl4pPr marL="87296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4pPr>
            <a:lvl5pPr marL="112195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9pPr>
          </a:lstStyle>
          <a:p>
            <a:pPr marL="0" indent="0" algn="ctr">
              <a:buFont typeface="Arial" pitchFamily="34" charset="0"/>
              <a:buNone/>
            </a:pPr>
            <a:endParaRPr lang="fr-CA" sz="1400" b="1" dirty="0">
              <a:solidFill>
                <a:schemeClr val="bg1"/>
              </a:solidFill>
            </a:endParaRPr>
          </a:p>
          <a:p>
            <a:pPr marL="0" indent="0" algn="ctr">
              <a:buFont typeface="Arial" pitchFamily="34" charset="0"/>
              <a:buNone/>
            </a:pPr>
            <a:r>
              <a:rPr lang="fr-CA" sz="1400" b="1" dirty="0">
                <a:solidFill>
                  <a:schemeClr val="bg1"/>
                </a:solidFill>
              </a:rPr>
              <a:t>Ce que cela nous permet de comprendre</a:t>
            </a:r>
          </a:p>
          <a:p>
            <a:pPr marL="0" indent="0" algn="ctr">
              <a:buFont typeface="Arial" pitchFamily="34" charset="0"/>
              <a:buNone/>
            </a:pPr>
            <a:endParaRPr lang="fr-CA" sz="1400" b="1" dirty="0">
              <a:solidFill>
                <a:schemeClr val="bg1"/>
              </a:solidFill>
            </a:endParaRPr>
          </a:p>
          <a:p>
            <a:pPr marL="0" indent="0" algn="ctr">
              <a:buFont typeface="Arial" pitchFamily="34" charset="0"/>
              <a:buNone/>
            </a:pPr>
            <a:r>
              <a:rPr lang="fr-CA" sz="1400" i="1" dirty="0">
                <a:solidFill>
                  <a:schemeClr val="bg1"/>
                </a:solidFill>
              </a:rPr>
              <a:t>Un comportement inhabituel dans une situation donnée ne suffit pas à conclure </a:t>
            </a:r>
          </a:p>
          <a:p>
            <a:pPr marL="0" indent="0" algn="ctr">
              <a:buFont typeface="Arial" pitchFamily="34" charset="0"/>
              <a:buNone/>
            </a:pPr>
            <a:r>
              <a:rPr lang="fr-CA" sz="1400" i="1" dirty="0">
                <a:solidFill>
                  <a:schemeClr val="bg1"/>
                </a:solidFill>
              </a:rPr>
              <a:t>à un problème de personnalité.</a:t>
            </a:r>
          </a:p>
          <a:p>
            <a:pPr marL="0" indent="0" algn="ctr">
              <a:buFont typeface="Arial" pitchFamily="34" charset="0"/>
              <a:buNone/>
            </a:pPr>
            <a:endParaRPr lang="fr-CA" sz="1400" i="1" dirty="0">
              <a:solidFill>
                <a:schemeClr val="bg1"/>
              </a:solidFill>
            </a:endParaRPr>
          </a:p>
          <a:p>
            <a:pPr marL="0" indent="0">
              <a:buNone/>
              <a:defRPr sz="1000" b="1">
                <a:solidFill>
                  <a:srgbClr val="096FB8"/>
                </a:solidFill>
                <a:latin typeface="Aptos"/>
              </a:defRPr>
            </a:pPr>
            <a:endParaRPr lang="fr-CA" sz="1400" dirty="0">
              <a:solidFill>
                <a:schemeClr val="bg1"/>
              </a:solidFill>
              <a:latin typeface="Aptos"/>
            </a:endParaRPr>
          </a:p>
          <a:p>
            <a:pPr marL="0" indent="0">
              <a:buFont typeface="Arial" pitchFamily="34" charset="0"/>
              <a:buNone/>
              <a:defRPr sz="1000" b="1">
                <a:solidFill>
                  <a:srgbClr val="096FB8"/>
                </a:solidFill>
                <a:latin typeface="Aptos"/>
              </a:defRPr>
            </a:pPr>
            <a:endParaRPr lang="fr-CA" sz="1400" b="1" i="1" dirty="0">
              <a:solidFill>
                <a:srgbClr val="000000"/>
              </a:solidFill>
              <a:latin typeface="Aptos"/>
            </a:endParaRPr>
          </a:p>
        </p:txBody>
      </p:sp>
    </p:spTree>
    <p:extLst>
      <p:ext uri="{BB962C8B-B14F-4D97-AF65-F5344CB8AC3E}">
        <p14:creationId xmlns:p14="http://schemas.microsoft.com/office/powerpoint/2010/main" val="2198531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82930" y="1616202"/>
            <a:ext cx="7886700" cy="242374"/>
          </a:xfrm>
          <a:prstGeom prst="rect">
            <a:avLst/>
          </a:prstGeom>
          <a:noFill/>
        </p:spPr>
        <p:txBody>
          <a:bodyPr wrap="square" anchor="t">
            <a:spAutoFit/>
          </a:bodyPr>
          <a:lstStyle/>
          <a:p>
            <a:pPr algn="l">
              <a:defRPr sz="1300" b="0" i="0">
                <a:solidFill>
                  <a:srgbClr val="5A6673"/>
                </a:solidFill>
                <a:latin typeface="Aptos"/>
              </a:defRPr>
            </a:pPr>
            <a:r>
              <a:rPr sz="975"/>
              <a:t>Un conflit souvent inconscient entre deux besoins peut orienter différentes attitudes relationnelles.</a:t>
            </a:r>
          </a:p>
        </p:txBody>
      </p:sp>
      <p:sp>
        <p:nvSpPr>
          <p:cNvPr id="6" name="TextBox 5"/>
          <p:cNvSpPr txBox="1"/>
          <p:nvPr/>
        </p:nvSpPr>
        <p:spPr>
          <a:xfrm>
            <a:off x="2983229" y="1931670"/>
            <a:ext cx="3188970" cy="242374"/>
          </a:xfrm>
          <a:prstGeom prst="rect">
            <a:avLst/>
          </a:prstGeom>
          <a:noFill/>
        </p:spPr>
        <p:txBody>
          <a:bodyPr wrap="square" anchor="t">
            <a:spAutoFit/>
          </a:bodyPr>
          <a:lstStyle/>
          <a:p>
            <a:pPr algn="ctr">
              <a:defRPr sz="1300" b="1" i="0">
                <a:solidFill>
                  <a:srgbClr val="3F975B"/>
                </a:solidFill>
                <a:latin typeface="Aptos"/>
              </a:defRPr>
            </a:pPr>
            <a:r>
              <a:rPr sz="975"/>
              <a:t>CONFLIT SOUVENT INCONSCIENT</a:t>
            </a:r>
          </a:p>
        </p:txBody>
      </p:sp>
      <p:sp>
        <p:nvSpPr>
          <p:cNvPr id="7" name="Rounded Rectangle 6"/>
          <p:cNvSpPr/>
          <p:nvPr/>
        </p:nvSpPr>
        <p:spPr>
          <a:xfrm>
            <a:off x="1543050" y="2260854"/>
            <a:ext cx="2228850" cy="740664"/>
          </a:xfrm>
          <a:prstGeom prst="roundRect">
            <a:avLst/>
          </a:prstGeom>
          <a:solidFill>
            <a:srgbClr val="F6F8FA"/>
          </a:solidFill>
          <a:ln w="19050">
            <a:solidFill>
              <a:srgbClr val="3F9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p:cNvSpPr txBox="1"/>
          <p:nvPr/>
        </p:nvSpPr>
        <p:spPr>
          <a:xfrm>
            <a:off x="1714500" y="2411730"/>
            <a:ext cx="1885950" cy="253916"/>
          </a:xfrm>
          <a:prstGeom prst="rect">
            <a:avLst/>
          </a:prstGeom>
          <a:noFill/>
        </p:spPr>
        <p:txBody>
          <a:bodyPr wrap="square" anchor="t">
            <a:spAutoFit/>
          </a:bodyPr>
          <a:lstStyle/>
          <a:p>
            <a:pPr algn="ctr">
              <a:defRPr sz="1400" b="1" i="0">
                <a:solidFill>
                  <a:srgbClr val="3F975B"/>
                </a:solidFill>
                <a:latin typeface="Aptos"/>
              </a:defRPr>
            </a:pPr>
            <a:r>
              <a:rPr sz="1050"/>
              <a:t>Besoin d’affection</a:t>
            </a:r>
          </a:p>
        </p:txBody>
      </p:sp>
      <p:sp>
        <p:nvSpPr>
          <p:cNvPr id="9" name="TextBox 8"/>
          <p:cNvSpPr txBox="1"/>
          <p:nvPr/>
        </p:nvSpPr>
        <p:spPr>
          <a:xfrm>
            <a:off x="1714500" y="2665476"/>
            <a:ext cx="1885950" cy="207749"/>
          </a:xfrm>
          <a:prstGeom prst="rect">
            <a:avLst/>
          </a:prstGeom>
          <a:noFill/>
        </p:spPr>
        <p:txBody>
          <a:bodyPr wrap="square" anchor="t">
            <a:spAutoFit/>
          </a:bodyPr>
          <a:lstStyle/>
          <a:p>
            <a:pPr algn="ctr">
              <a:defRPr sz="1000" b="0" i="1">
                <a:solidFill>
                  <a:srgbClr val="111923"/>
                </a:solidFill>
                <a:latin typeface="Aptos"/>
              </a:defRPr>
            </a:pPr>
            <a:r>
              <a:rPr sz="750"/>
              <a:t>être accepté et apprécié</a:t>
            </a:r>
          </a:p>
        </p:txBody>
      </p:sp>
      <p:sp>
        <p:nvSpPr>
          <p:cNvPr id="10" name="TextBox 9"/>
          <p:cNvSpPr txBox="1"/>
          <p:nvPr/>
        </p:nvSpPr>
        <p:spPr>
          <a:xfrm>
            <a:off x="4194810" y="2466594"/>
            <a:ext cx="548640" cy="346249"/>
          </a:xfrm>
          <a:prstGeom prst="rect">
            <a:avLst/>
          </a:prstGeom>
          <a:noFill/>
        </p:spPr>
        <p:txBody>
          <a:bodyPr wrap="square" anchor="t">
            <a:spAutoFit/>
          </a:bodyPr>
          <a:lstStyle/>
          <a:p>
            <a:pPr algn="ctr">
              <a:defRPr sz="2200" b="1" i="0">
                <a:solidFill>
                  <a:srgbClr val="3F975B"/>
                </a:solidFill>
                <a:latin typeface="Aptos"/>
              </a:defRPr>
            </a:pPr>
            <a:r>
              <a:rPr sz="1650" dirty="0"/>
              <a:t>↔</a:t>
            </a:r>
          </a:p>
        </p:txBody>
      </p:sp>
      <p:sp>
        <p:nvSpPr>
          <p:cNvPr id="11" name="Rounded Rectangle 10"/>
          <p:cNvSpPr/>
          <p:nvPr/>
        </p:nvSpPr>
        <p:spPr>
          <a:xfrm>
            <a:off x="4972050" y="2260854"/>
            <a:ext cx="2228850" cy="740664"/>
          </a:xfrm>
          <a:prstGeom prst="roundRect">
            <a:avLst/>
          </a:prstGeom>
          <a:solidFill>
            <a:srgbClr val="F6F8FA"/>
          </a:solidFill>
          <a:ln w="19050">
            <a:solidFill>
              <a:srgbClr val="3F9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TextBox 11"/>
          <p:cNvSpPr txBox="1"/>
          <p:nvPr/>
        </p:nvSpPr>
        <p:spPr>
          <a:xfrm>
            <a:off x="5143500" y="2411730"/>
            <a:ext cx="1885950" cy="253916"/>
          </a:xfrm>
          <a:prstGeom prst="rect">
            <a:avLst/>
          </a:prstGeom>
          <a:noFill/>
        </p:spPr>
        <p:txBody>
          <a:bodyPr wrap="square" anchor="t">
            <a:spAutoFit/>
          </a:bodyPr>
          <a:lstStyle/>
          <a:p>
            <a:pPr algn="ctr">
              <a:defRPr sz="1400" b="1" i="0">
                <a:solidFill>
                  <a:srgbClr val="3F975B"/>
                </a:solidFill>
                <a:latin typeface="Aptos"/>
              </a:defRPr>
            </a:pPr>
            <a:r>
              <a:rPr sz="1050"/>
              <a:t>Besoin de pouvoir</a:t>
            </a:r>
          </a:p>
        </p:txBody>
      </p:sp>
      <p:sp>
        <p:nvSpPr>
          <p:cNvPr id="13" name="TextBox 12"/>
          <p:cNvSpPr txBox="1"/>
          <p:nvPr/>
        </p:nvSpPr>
        <p:spPr>
          <a:xfrm>
            <a:off x="5143500" y="2665476"/>
            <a:ext cx="1885950" cy="207749"/>
          </a:xfrm>
          <a:prstGeom prst="rect">
            <a:avLst/>
          </a:prstGeom>
          <a:noFill/>
        </p:spPr>
        <p:txBody>
          <a:bodyPr wrap="square" anchor="t">
            <a:spAutoFit/>
          </a:bodyPr>
          <a:lstStyle/>
          <a:p>
            <a:pPr algn="ctr">
              <a:defRPr sz="1000" b="0" i="1">
                <a:solidFill>
                  <a:srgbClr val="111923"/>
                </a:solidFill>
                <a:latin typeface="Aptos"/>
              </a:defRPr>
            </a:pPr>
            <a:r>
              <a:rPr sz="750"/>
              <a:t>réussir et exercer une influence</a:t>
            </a:r>
          </a:p>
        </p:txBody>
      </p:sp>
      <p:sp>
        <p:nvSpPr>
          <p:cNvPr id="14" name="Rounded Rectangle 13"/>
          <p:cNvSpPr/>
          <p:nvPr/>
        </p:nvSpPr>
        <p:spPr>
          <a:xfrm>
            <a:off x="720090" y="3406140"/>
            <a:ext cx="2091690" cy="809244"/>
          </a:xfrm>
          <a:prstGeom prst="roundRect">
            <a:avLst/>
          </a:prstGeom>
          <a:solidFill>
            <a:srgbClr val="FFFFFF"/>
          </a:solidFill>
          <a:ln w="19050">
            <a:solidFill>
              <a:srgbClr val="3F9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TextBox 14"/>
          <p:cNvSpPr txBox="1"/>
          <p:nvPr/>
        </p:nvSpPr>
        <p:spPr>
          <a:xfrm>
            <a:off x="843534" y="3550159"/>
            <a:ext cx="1844802" cy="219291"/>
          </a:xfrm>
          <a:prstGeom prst="rect">
            <a:avLst/>
          </a:prstGeom>
          <a:noFill/>
        </p:spPr>
        <p:txBody>
          <a:bodyPr wrap="square" anchor="t">
            <a:spAutoFit/>
          </a:bodyPr>
          <a:lstStyle/>
          <a:p>
            <a:pPr algn="ctr">
              <a:defRPr sz="1100" b="1" i="0">
                <a:solidFill>
                  <a:srgbClr val="3F975B"/>
                </a:solidFill>
                <a:latin typeface="Aptos"/>
              </a:defRPr>
            </a:pPr>
            <a:r>
              <a:rPr sz="825"/>
              <a:t>ALLER VERS</a:t>
            </a:r>
          </a:p>
        </p:txBody>
      </p:sp>
      <p:sp>
        <p:nvSpPr>
          <p:cNvPr id="16" name="TextBox 15"/>
          <p:cNvSpPr txBox="1"/>
          <p:nvPr/>
        </p:nvSpPr>
        <p:spPr>
          <a:xfrm>
            <a:off x="857250" y="3797046"/>
            <a:ext cx="1817370" cy="311752"/>
          </a:xfrm>
          <a:prstGeom prst="rect">
            <a:avLst/>
          </a:prstGeom>
          <a:noFill/>
        </p:spPr>
        <p:txBody>
          <a:bodyPr wrap="square" anchor="t">
            <a:spAutoFit/>
          </a:bodyPr>
          <a:lstStyle/>
          <a:p>
            <a:pPr algn="ctr">
              <a:defRPr sz="950" b="0" i="0">
                <a:solidFill>
                  <a:srgbClr val="111923"/>
                </a:solidFill>
                <a:latin typeface="Aptos"/>
              </a:defRPr>
            </a:pPr>
            <a:r>
              <a:rPr sz="713"/>
              <a:t>Renoncer à son pouvoir;</a:t>
            </a:r>
            <a:br>
              <a:rPr sz="713"/>
            </a:br>
            <a:r>
              <a:rPr sz="713"/>
              <a:t>rechercher la sécurité dans l’affection.</a:t>
            </a:r>
          </a:p>
        </p:txBody>
      </p:sp>
      <p:sp>
        <p:nvSpPr>
          <p:cNvPr id="17" name="Rounded Rectangle 16"/>
          <p:cNvSpPr/>
          <p:nvPr/>
        </p:nvSpPr>
        <p:spPr>
          <a:xfrm>
            <a:off x="3209544" y="3406140"/>
            <a:ext cx="2091690" cy="809244"/>
          </a:xfrm>
          <a:prstGeom prst="roundRect">
            <a:avLst/>
          </a:prstGeom>
          <a:solidFill>
            <a:srgbClr val="FFFFFF"/>
          </a:solidFill>
          <a:ln w="19050">
            <a:solidFill>
              <a:srgbClr val="3F9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TextBox 17"/>
          <p:cNvSpPr txBox="1"/>
          <p:nvPr/>
        </p:nvSpPr>
        <p:spPr>
          <a:xfrm>
            <a:off x="3332987" y="3550159"/>
            <a:ext cx="1844802" cy="219291"/>
          </a:xfrm>
          <a:prstGeom prst="rect">
            <a:avLst/>
          </a:prstGeom>
          <a:noFill/>
        </p:spPr>
        <p:txBody>
          <a:bodyPr wrap="square" anchor="t">
            <a:spAutoFit/>
          </a:bodyPr>
          <a:lstStyle/>
          <a:p>
            <a:pPr algn="ctr">
              <a:defRPr sz="1100" b="1" i="0">
                <a:solidFill>
                  <a:srgbClr val="3F975B"/>
                </a:solidFill>
                <a:latin typeface="Aptos"/>
              </a:defRPr>
            </a:pPr>
            <a:r>
              <a:rPr sz="825"/>
              <a:t>ALLER CONTRE</a:t>
            </a:r>
          </a:p>
        </p:txBody>
      </p:sp>
      <p:sp>
        <p:nvSpPr>
          <p:cNvPr id="19" name="TextBox 18"/>
          <p:cNvSpPr txBox="1"/>
          <p:nvPr/>
        </p:nvSpPr>
        <p:spPr>
          <a:xfrm>
            <a:off x="3346704" y="3797046"/>
            <a:ext cx="1817370" cy="421462"/>
          </a:xfrm>
          <a:prstGeom prst="rect">
            <a:avLst/>
          </a:prstGeom>
          <a:noFill/>
        </p:spPr>
        <p:txBody>
          <a:bodyPr wrap="square" anchor="t">
            <a:spAutoFit/>
          </a:bodyPr>
          <a:lstStyle/>
          <a:p>
            <a:pPr algn="ctr">
              <a:defRPr sz="950" b="0" i="0">
                <a:solidFill>
                  <a:srgbClr val="111923"/>
                </a:solidFill>
                <a:latin typeface="Aptos"/>
              </a:defRPr>
            </a:pPr>
            <a:r>
              <a:rPr sz="713"/>
              <a:t>Renoncer à l’affection;</a:t>
            </a:r>
            <a:br>
              <a:rPr sz="713"/>
            </a:br>
            <a:r>
              <a:rPr sz="713"/>
              <a:t>rechercher pouvoir, attention,</a:t>
            </a:r>
            <a:br>
              <a:rPr sz="713"/>
            </a:br>
            <a:r>
              <a:rPr sz="713"/>
              <a:t>admiration ou crainte.</a:t>
            </a:r>
          </a:p>
        </p:txBody>
      </p:sp>
      <p:sp>
        <p:nvSpPr>
          <p:cNvPr id="20" name="Rounded Rectangle 19"/>
          <p:cNvSpPr/>
          <p:nvPr/>
        </p:nvSpPr>
        <p:spPr>
          <a:xfrm>
            <a:off x="5698998" y="3406140"/>
            <a:ext cx="2091690" cy="809244"/>
          </a:xfrm>
          <a:prstGeom prst="roundRect">
            <a:avLst/>
          </a:prstGeom>
          <a:solidFill>
            <a:srgbClr val="FFFFFF"/>
          </a:solidFill>
          <a:ln w="19050">
            <a:solidFill>
              <a:srgbClr val="3F9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TextBox 20"/>
          <p:cNvSpPr txBox="1"/>
          <p:nvPr/>
        </p:nvSpPr>
        <p:spPr>
          <a:xfrm>
            <a:off x="5822442" y="3550159"/>
            <a:ext cx="1844802" cy="219291"/>
          </a:xfrm>
          <a:prstGeom prst="rect">
            <a:avLst/>
          </a:prstGeom>
          <a:noFill/>
        </p:spPr>
        <p:txBody>
          <a:bodyPr wrap="square" anchor="t">
            <a:spAutoFit/>
          </a:bodyPr>
          <a:lstStyle/>
          <a:p>
            <a:pPr algn="ctr">
              <a:defRPr sz="1100" b="1" i="0">
                <a:solidFill>
                  <a:srgbClr val="3F975B"/>
                </a:solidFill>
                <a:latin typeface="Aptos"/>
              </a:defRPr>
            </a:pPr>
            <a:r>
              <a:rPr sz="825"/>
              <a:t>S’ÉLOIGNER</a:t>
            </a:r>
          </a:p>
        </p:txBody>
      </p:sp>
      <p:sp>
        <p:nvSpPr>
          <p:cNvPr id="22" name="TextBox 21"/>
          <p:cNvSpPr txBox="1"/>
          <p:nvPr/>
        </p:nvSpPr>
        <p:spPr>
          <a:xfrm>
            <a:off x="5836158" y="3797046"/>
            <a:ext cx="1817370" cy="311752"/>
          </a:xfrm>
          <a:prstGeom prst="rect">
            <a:avLst/>
          </a:prstGeom>
          <a:noFill/>
        </p:spPr>
        <p:txBody>
          <a:bodyPr wrap="square" anchor="t">
            <a:spAutoFit/>
          </a:bodyPr>
          <a:lstStyle/>
          <a:p>
            <a:pPr algn="ctr">
              <a:defRPr sz="950" b="0" i="0">
                <a:solidFill>
                  <a:srgbClr val="111923"/>
                </a:solidFill>
                <a:latin typeface="Aptos"/>
              </a:defRPr>
            </a:pPr>
            <a:r>
              <a:rPr sz="713"/>
              <a:t>Renoncer à l’affection et au pouvoir;</a:t>
            </a:r>
            <a:br>
              <a:rPr sz="713"/>
            </a:br>
            <a:r>
              <a:rPr sz="713"/>
              <a:t>rechercher l’indépendance.</a:t>
            </a:r>
          </a:p>
        </p:txBody>
      </p:sp>
      <p:sp>
        <p:nvSpPr>
          <p:cNvPr id="23" name="Rounded Rectangle 22"/>
          <p:cNvSpPr/>
          <p:nvPr/>
        </p:nvSpPr>
        <p:spPr>
          <a:xfrm>
            <a:off x="1577340" y="4434840"/>
            <a:ext cx="6000750" cy="438912"/>
          </a:xfrm>
          <a:prstGeom prst="roundRect">
            <a:avLst/>
          </a:prstGeom>
          <a:solidFill>
            <a:srgbClr val="F6F8FA"/>
          </a:solidFill>
          <a:ln w="19050">
            <a:solidFill>
              <a:srgbClr val="3F97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1748790" y="4537710"/>
            <a:ext cx="5657850" cy="357918"/>
          </a:xfrm>
          <a:prstGeom prst="rect">
            <a:avLst/>
          </a:prstGeom>
          <a:noFill/>
        </p:spPr>
        <p:txBody>
          <a:bodyPr wrap="square" anchor="t">
            <a:spAutoFit/>
          </a:bodyPr>
          <a:lstStyle/>
          <a:p>
            <a:pPr algn="ctr">
              <a:defRPr sz="1150" b="1" i="0">
                <a:solidFill>
                  <a:srgbClr val="3F975B"/>
                </a:solidFill>
                <a:latin typeface="Aptos"/>
              </a:defRPr>
            </a:pPr>
            <a:r>
              <a:rPr sz="863"/>
              <a:t>Nous pouvons tous adopter ces trois attitudes. Cela reste normal tant que l’attitude est adaptée aux circonstances.</a:t>
            </a:r>
          </a:p>
        </p:txBody>
      </p:sp>
      <p:sp>
        <p:nvSpPr>
          <p:cNvPr id="26" name="Titre 25">
            <a:extLst>
              <a:ext uri="{FF2B5EF4-FFF2-40B4-BE49-F238E27FC236}">
                <a16:creationId xmlns:a16="http://schemas.microsoft.com/office/drawing/2014/main" id="{9B9EA21A-B145-1B95-0320-DD2EDB02A2EB}"/>
              </a:ext>
            </a:extLst>
          </p:cNvPr>
          <p:cNvSpPr>
            <a:spLocks noGrp="1"/>
          </p:cNvSpPr>
          <p:nvPr>
            <p:ph type="title"/>
          </p:nvPr>
        </p:nvSpPr>
        <p:spPr/>
        <p:txBody>
          <a:bodyPr/>
          <a:lstStyle/>
          <a:p>
            <a:r>
              <a:rPr lang="fr-CA" dirty="0"/>
              <a:t>Comprendre les comportements problématiques</a:t>
            </a:r>
            <a:br>
              <a:rPr lang="fr-CA" dirty="0"/>
            </a:br>
            <a:r>
              <a:rPr lang="fr-CA" dirty="0"/>
              <a:t>Karen Horney (1945, 1972)</a:t>
            </a:r>
          </a:p>
        </p:txBody>
      </p:sp>
      <p:sp>
        <p:nvSpPr>
          <p:cNvPr id="27" name="Espace réservé du pied de page 3">
            <a:extLst>
              <a:ext uri="{FF2B5EF4-FFF2-40B4-BE49-F238E27FC236}">
                <a16:creationId xmlns:a16="http://schemas.microsoft.com/office/drawing/2014/main" id="{D188D20E-8C96-84F5-5F37-3FE4FD4098E9}"/>
              </a:ext>
            </a:extLst>
          </p:cNvPr>
          <p:cNvSpPr>
            <a:spLocks noGrp="1"/>
          </p:cNvSpPr>
          <p:nvPr>
            <p:ph type="ftr" sz="quarter" idx="3"/>
          </p:nvPr>
        </p:nvSpPr>
        <p:spPr>
          <a:xfrm>
            <a:off x="3124200" y="5384996"/>
            <a:ext cx="2895600" cy="185224"/>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558" b="0" i="0" u="none" strike="noStrike" kern="1200" cap="none" spc="0" normalizeH="0" baseline="0" noProof="0" dirty="0">
                <a:ln>
                  <a:noFill/>
                </a:ln>
                <a:solidFill>
                  <a:srgbClr val="003C71"/>
                </a:solidFill>
                <a:effectLst/>
                <a:uLnTx/>
                <a:uFillTx/>
                <a:latin typeface="Visby CF"/>
                <a:ea typeface="+mn-ea"/>
                <a:cs typeface="+mn-cs"/>
              </a:rPr>
              <a:t>@2026. Marie-Christine ALBERT. Tous droits réservés.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8C45A87F-4713-DD15-AAA9-921FCEC8B51E}"/>
              </a:ext>
            </a:extLst>
          </p:cNvPr>
          <p:cNvSpPr>
            <a:spLocks noGrp="1"/>
          </p:cNvSpPr>
          <p:nvPr>
            <p:ph sz="half" idx="1"/>
          </p:nvPr>
        </p:nvSpPr>
        <p:spPr/>
        <p:style>
          <a:lnRef idx="2">
            <a:schemeClr val="accent3"/>
          </a:lnRef>
          <a:fillRef idx="1">
            <a:schemeClr val="lt1"/>
          </a:fillRef>
          <a:effectRef idx="0">
            <a:schemeClr val="accent3"/>
          </a:effectRef>
          <a:fontRef idx="minor">
            <a:schemeClr val="dk1"/>
          </a:fontRef>
        </p:style>
        <p:txBody>
          <a:bodyPr anchor="ctr">
            <a:normAutofit fontScale="77500" lnSpcReduction="20000"/>
          </a:bodyPr>
          <a:lstStyle/>
          <a:p>
            <a:pPr marL="0" indent="0" algn="just">
              <a:buNone/>
            </a:pPr>
            <a:r>
              <a:rPr lang="fr-CA" dirty="0"/>
              <a:t>C’est un employé qui éprouve une grande difficulté à reconnaître ses torts. Chaque fois qu’un feedback lui est donné, il adopte immédiatement une posture défensive : il justifie ses erreurs, invoque des facteurs externes (ex. manque d’information, circonstances, erreurs des autres, etc.), malgré des preuves objectives démontrant sa responsabilité. Vous constatez que la critique est vécue comme une menace personnelle plutôt qu’une occasion d’apprentissage. Lorsque vous discutez avec lui des ajustements à apporter, il reconnaît qu’il tient beaucoup à être apprécié de ses collègues, mais aussi à être perçu comme quelqu’un de compétent et crédible.</a:t>
            </a:r>
          </a:p>
        </p:txBody>
      </p:sp>
      <p:sp>
        <p:nvSpPr>
          <p:cNvPr id="7" name="Espace réservé du contenu 6">
            <a:extLst>
              <a:ext uri="{FF2B5EF4-FFF2-40B4-BE49-F238E27FC236}">
                <a16:creationId xmlns:a16="http://schemas.microsoft.com/office/drawing/2014/main" id="{63D71BCB-3A9D-0ABB-0283-227EFB8890F6}"/>
              </a:ext>
            </a:extLst>
          </p:cNvPr>
          <p:cNvSpPr>
            <a:spLocks noGrp="1"/>
          </p:cNvSpPr>
          <p:nvPr>
            <p:ph sz="half" idx="2"/>
          </p:nvPr>
        </p:nvSpPr>
        <p:spPr/>
        <p:style>
          <a:lnRef idx="2">
            <a:schemeClr val="accent5"/>
          </a:lnRef>
          <a:fillRef idx="1">
            <a:schemeClr val="lt1"/>
          </a:fillRef>
          <a:effectRef idx="0">
            <a:schemeClr val="accent5"/>
          </a:effectRef>
          <a:fontRef idx="minor">
            <a:schemeClr val="dk1"/>
          </a:fontRef>
        </p:style>
        <p:txBody>
          <a:bodyPr anchor="ctr">
            <a:normAutofit/>
          </a:bodyPr>
          <a:lstStyle/>
          <a:p>
            <a:pPr algn="just"/>
            <a:r>
              <a:rPr lang="fr-CA" sz="1600" dirty="0"/>
              <a:t>Quel est le conflit?</a:t>
            </a:r>
          </a:p>
          <a:p>
            <a:pPr algn="just"/>
            <a:r>
              <a:rPr lang="fr-CA" sz="1600" dirty="0"/>
              <a:t>Quelle stratégie est utilisée?</a:t>
            </a:r>
          </a:p>
          <a:p>
            <a:pPr algn="just"/>
            <a:r>
              <a:rPr lang="fr-CA" sz="1600" dirty="0"/>
              <a:t>Comment l’aider?</a:t>
            </a:r>
          </a:p>
          <a:p>
            <a:pPr marL="0" indent="0" algn="just">
              <a:buNone/>
            </a:pPr>
            <a:endParaRPr lang="fr-CA" sz="1900" dirty="0"/>
          </a:p>
        </p:txBody>
      </p:sp>
      <p:sp>
        <p:nvSpPr>
          <p:cNvPr id="3" name="Titre 2">
            <a:extLst>
              <a:ext uri="{FF2B5EF4-FFF2-40B4-BE49-F238E27FC236}">
                <a16:creationId xmlns:a16="http://schemas.microsoft.com/office/drawing/2014/main" id="{9D5EEBCC-E9EA-FB08-91F6-83828EB1834E}"/>
              </a:ext>
            </a:extLst>
          </p:cNvPr>
          <p:cNvSpPr>
            <a:spLocks noGrp="1"/>
          </p:cNvSpPr>
          <p:nvPr>
            <p:ph type="title"/>
          </p:nvPr>
        </p:nvSpPr>
        <p:spPr/>
        <p:txBody>
          <a:bodyPr/>
          <a:lstStyle/>
          <a:p>
            <a:r>
              <a:rPr lang="fr-CA" sz="1800" dirty="0"/>
              <a:t>Expliquez les comportements problématiques de cet employé en vous basant sur les propositions de Karen Horney</a:t>
            </a:r>
          </a:p>
        </p:txBody>
      </p:sp>
      <p:sp>
        <p:nvSpPr>
          <p:cNvPr id="4" name="Espace réservé du pied de page 3">
            <a:extLst>
              <a:ext uri="{FF2B5EF4-FFF2-40B4-BE49-F238E27FC236}">
                <a16:creationId xmlns:a16="http://schemas.microsoft.com/office/drawing/2014/main" id="{74707E3E-4E5A-0B8B-8B4E-6D84AC9B6135}"/>
              </a:ext>
            </a:extLst>
          </p:cNvPr>
          <p:cNvSpPr>
            <a:spLocks noGrp="1"/>
          </p:cNvSpPr>
          <p:nvPr>
            <p:ph type="ftr" sz="quarter" idx="10"/>
          </p:nvPr>
        </p:nvSpPr>
        <p:spPr/>
        <p:txBody>
          <a:bodyPr/>
          <a:lstStyle/>
          <a:p>
            <a:r>
              <a:rPr lang="fr-CA" dirty="0">
                <a:solidFill>
                  <a:srgbClr val="003C71"/>
                </a:solidFill>
              </a:rPr>
              <a:t>@2026. Marie-Christine ALBERT. Tous droits réservés.</a:t>
            </a:r>
          </a:p>
        </p:txBody>
      </p:sp>
    </p:spTree>
    <p:extLst>
      <p:ext uri="{BB962C8B-B14F-4D97-AF65-F5344CB8AC3E}">
        <p14:creationId xmlns:p14="http://schemas.microsoft.com/office/powerpoint/2010/main" val="1609659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9B887-8B27-EF82-424C-48F2860F4D07}"/>
            </a:ext>
          </a:extLst>
        </p:cNvPr>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BA0E2766-F70F-1B1C-93BF-A4FB7C591695}"/>
              </a:ext>
            </a:extLst>
          </p:cNvPr>
          <p:cNvSpPr>
            <a:spLocks noGrp="1"/>
          </p:cNvSpPr>
          <p:nvPr>
            <p:ph idx="1"/>
          </p:nvPr>
        </p:nvSpPr>
        <p:spPr/>
        <p:txBody>
          <a:bodyPr/>
          <a:lstStyle/>
          <a:p>
            <a:endParaRPr lang="fr-CA" dirty="0"/>
          </a:p>
        </p:txBody>
      </p:sp>
      <p:sp>
        <p:nvSpPr>
          <p:cNvPr id="4" name="Espace réservé du pied de page 3">
            <a:extLst>
              <a:ext uri="{FF2B5EF4-FFF2-40B4-BE49-F238E27FC236}">
                <a16:creationId xmlns:a16="http://schemas.microsoft.com/office/drawing/2014/main" id="{8B7D0439-4C38-E7BC-AF27-7322A39EF299}"/>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2" name="Espace réservé du contenu 5">
            <a:extLst>
              <a:ext uri="{FF2B5EF4-FFF2-40B4-BE49-F238E27FC236}">
                <a16:creationId xmlns:a16="http://schemas.microsoft.com/office/drawing/2014/main" id="{90FC6448-1878-A1EA-F319-EE5290CE5B9D}"/>
              </a:ext>
            </a:extLst>
          </p:cNvPr>
          <p:cNvSpPr txBox="1">
            <a:spLocks/>
          </p:cNvSpPr>
          <p:nvPr/>
        </p:nvSpPr>
        <p:spPr>
          <a:xfrm>
            <a:off x="478800" y="2407689"/>
            <a:ext cx="8185150" cy="1629441"/>
          </a:xfrm>
          <a:prstGeom prst="rect">
            <a:avLst/>
          </a:prstGeom>
          <a:solidFill>
            <a:schemeClr val="tx2"/>
          </a:solidFill>
          <a:ln w="9525" cap="flat" cmpd="sng" algn="ctr">
            <a:solidFill>
              <a:schemeClr val="accent1">
                <a:lumMod val="75000"/>
              </a:schemeClr>
            </a:solidFill>
            <a:prstDash val="solid"/>
          </a:ln>
        </p:spPr>
        <p:style>
          <a:lnRef idx="1">
            <a:schemeClr val="accent1"/>
          </a:lnRef>
          <a:fillRef idx="3">
            <a:schemeClr val="accent1"/>
          </a:fillRef>
          <a:effectRef idx="2">
            <a:schemeClr val="accent1"/>
          </a:effectRef>
          <a:fontRef idx="minor">
            <a:schemeClr val="lt1"/>
          </a:fontRef>
        </p:style>
        <p:txBody>
          <a:bodyPr vert="horz" lIns="91440" tIns="45720" rIns="91440" bIns="45720" rtlCol="0">
            <a:noAutofit/>
          </a:bodyPr>
          <a:lstStyle>
            <a:lvl1pPr marL="12899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1pPr>
            <a:lvl2pPr marL="37798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2pPr>
            <a:lvl3pPr marL="62697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3pPr>
            <a:lvl4pPr marL="87296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4pPr>
            <a:lvl5pPr marL="112195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9pPr>
          </a:lstStyle>
          <a:p>
            <a:pPr marL="0" indent="0" algn="ctr">
              <a:buFont typeface="Arial" pitchFamily="34" charset="0"/>
              <a:buNone/>
            </a:pPr>
            <a:endParaRPr lang="fr-CA" sz="1400" b="1" dirty="0">
              <a:solidFill>
                <a:schemeClr val="bg1"/>
              </a:solidFill>
            </a:endParaRPr>
          </a:p>
          <a:p>
            <a:pPr marL="0" indent="0" algn="ctr">
              <a:buFont typeface="Arial" pitchFamily="34" charset="0"/>
              <a:buNone/>
            </a:pPr>
            <a:r>
              <a:rPr lang="fr-CA" sz="1400" b="1" dirty="0">
                <a:solidFill>
                  <a:schemeClr val="bg1"/>
                </a:solidFill>
              </a:rPr>
              <a:t>Ce que cela nous permet de comprendre</a:t>
            </a:r>
          </a:p>
          <a:p>
            <a:pPr marL="0" indent="0" algn="ctr">
              <a:buFont typeface="Arial" pitchFamily="34" charset="0"/>
              <a:buNone/>
            </a:pPr>
            <a:endParaRPr lang="fr-CA" sz="1400" b="1" dirty="0">
              <a:solidFill>
                <a:schemeClr val="bg1"/>
              </a:solidFill>
            </a:endParaRPr>
          </a:p>
          <a:p>
            <a:pPr marL="0" indent="0" algn="ctr">
              <a:buFont typeface="Arial" pitchFamily="34" charset="0"/>
              <a:buNone/>
            </a:pPr>
            <a:r>
              <a:rPr lang="fr-CA" sz="1400" i="1" dirty="0">
                <a:solidFill>
                  <a:schemeClr val="bg1"/>
                </a:solidFill>
              </a:rPr>
              <a:t>Pour comprendre un comportement problématique, nous gagnons à</a:t>
            </a:r>
          </a:p>
          <a:p>
            <a:pPr marL="0" indent="0" algn="ctr">
              <a:buFont typeface="Arial" pitchFamily="34" charset="0"/>
              <a:buNone/>
            </a:pPr>
            <a:r>
              <a:rPr lang="fr-CA" sz="1400" i="1" dirty="0">
                <a:solidFill>
                  <a:schemeClr val="bg1"/>
                </a:solidFill>
              </a:rPr>
              <a:t> explorer le besoin/conflit sous-tendus.</a:t>
            </a:r>
          </a:p>
          <a:p>
            <a:pPr marL="0" indent="0">
              <a:buNone/>
              <a:defRPr sz="1000" b="1">
                <a:solidFill>
                  <a:srgbClr val="096FB8"/>
                </a:solidFill>
                <a:latin typeface="Aptos"/>
              </a:defRPr>
            </a:pPr>
            <a:endParaRPr lang="fr-CA" sz="1400" dirty="0">
              <a:solidFill>
                <a:schemeClr val="bg1"/>
              </a:solidFill>
              <a:latin typeface="Aptos"/>
            </a:endParaRPr>
          </a:p>
          <a:p>
            <a:pPr marL="0" indent="0">
              <a:buFont typeface="Arial" pitchFamily="34" charset="0"/>
              <a:buNone/>
              <a:defRPr sz="1000" b="1">
                <a:solidFill>
                  <a:srgbClr val="096FB8"/>
                </a:solidFill>
                <a:latin typeface="Aptos"/>
              </a:defRPr>
            </a:pPr>
            <a:endParaRPr lang="fr-CA" sz="1400" b="1" i="1" dirty="0">
              <a:solidFill>
                <a:srgbClr val="000000"/>
              </a:solidFill>
              <a:latin typeface="Aptos"/>
            </a:endParaRPr>
          </a:p>
        </p:txBody>
      </p:sp>
    </p:spTree>
    <p:extLst>
      <p:ext uri="{BB962C8B-B14F-4D97-AF65-F5344CB8AC3E}">
        <p14:creationId xmlns:p14="http://schemas.microsoft.com/office/powerpoint/2010/main" val="1135603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629AD-080D-D28D-AC3A-B7616C2B7C37}"/>
            </a:ext>
          </a:extLst>
        </p:cNvPr>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4EA9D5D0-726E-6F69-3EEA-D7F7215E183F}"/>
              </a:ext>
            </a:extLst>
          </p:cNvPr>
          <p:cNvSpPr>
            <a:spLocks noGrp="1"/>
          </p:cNvSpPr>
          <p:nvPr>
            <p:ph type="ftr" sz="quarter" idx="3"/>
          </p:nvPr>
        </p:nvSpPr>
        <p:spPr/>
        <p:txBody>
          <a:bodyPr/>
          <a:lstStyle/>
          <a:p>
            <a:r>
              <a:rPr lang="fr-CA"/>
              <a:t>© 2026. Estelle M. Morin, Ph. D.  Tous droits réservés.</a:t>
            </a:r>
            <a:endParaRPr lang="fr-FR" dirty="0"/>
          </a:p>
        </p:txBody>
      </p:sp>
      <p:sp>
        <p:nvSpPr>
          <p:cNvPr id="3" name="Espace réservé du numéro de diapositive 2">
            <a:extLst>
              <a:ext uri="{FF2B5EF4-FFF2-40B4-BE49-F238E27FC236}">
                <a16:creationId xmlns:a16="http://schemas.microsoft.com/office/drawing/2014/main" id="{579463F0-B53F-161D-702B-00F4BFA23E2D}"/>
              </a:ext>
            </a:extLst>
          </p:cNvPr>
          <p:cNvSpPr>
            <a:spLocks noGrp="1"/>
          </p:cNvSpPr>
          <p:nvPr>
            <p:ph type="sldNum" sz="quarter" idx="4"/>
          </p:nvPr>
        </p:nvSpPr>
        <p:spPr/>
        <p:txBody>
          <a:bodyPr/>
          <a:lstStyle/>
          <a:p>
            <a:fld id="{0A5F8BAD-6575-7647-B790-DC8892003398}" type="slidenum">
              <a:rPr lang="fr-FR" smtClean="0"/>
              <a:pPr/>
              <a:t>18</a:t>
            </a:fld>
            <a:endParaRPr lang="fr-FR" dirty="0"/>
          </a:p>
        </p:txBody>
      </p:sp>
      <p:sp>
        <p:nvSpPr>
          <p:cNvPr id="4" name="Espace réservé de la date 3">
            <a:extLst>
              <a:ext uri="{FF2B5EF4-FFF2-40B4-BE49-F238E27FC236}">
                <a16:creationId xmlns:a16="http://schemas.microsoft.com/office/drawing/2014/main" id="{C952683C-F946-5C48-CCD5-AAE6806B128F}"/>
              </a:ext>
            </a:extLst>
          </p:cNvPr>
          <p:cNvSpPr>
            <a:spLocks noGrp="1"/>
          </p:cNvSpPr>
          <p:nvPr>
            <p:ph type="dt" sz="half" idx="2"/>
          </p:nvPr>
        </p:nvSpPr>
        <p:spPr/>
        <p:txBody>
          <a:bodyPr/>
          <a:lstStyle/>
          <a:p>
            <a:pPr algn="ctr"/>
            <a:fld id="{486057CC-A079-4D60-BDDA-9079A3D5A558}" type="datetime3">
              <a:rPr lang="fr-CA" smtClean="0"/>
              <a:t>26/09/03</a:t>
            </a:fld>
            <a:endParaRPr lang="fr-FR" dirty="0"/>
          </a:p>
        </p:txBody>
      </p:sp>
      <p:pic>
        <p:nvPicPr>
          <p:cNvPr id="6" name="Image 5">
            <a:extLst>
              <a:ext uri="{FF2B5EF4-FFF2-40B4-BE49-F238E27FC236}">
                <a16:creationId xmlns:a16="http://schemas.microsoft.com/office/drawing/2014/main" id="{DFBA9486-ED44-BB6C-7FA4-8480511F7F5E}"/>
              </a:ext>
            </a:extLst>
          </p:cNvPr>
          <p:cNvPicPr>
            <a:picLocks noChangeAspect="1"/>
          </p:cNvPicPr>
          <p:nvPr/>
        </p:nvPicPr>
        <p:blipFill>
          <a:blip r:embed="rId3"/>
          <a:stretch>
            <a:fillRect/>
          </a:stretch>
        </p:blipFill>
        <p:spPr>
          <a:xfrm>
            <a:off x="1865909" y="285750"/>
            <a:ext cx="5026412" cy="5143500"/>
          </a:xfrm>
          <a:prstGeom prst="rect">
            <a:avLst/>
          </a:prstGeom>
        </p:spPr>
      </p:pic>
    </p:spTree>
    <p:extLst>
      <p:ext uri="{BB962C8B-B14F-4D97-AF65-F5344CB8AC3E}">
        <p14:creationId xmlns:p14="http://schemas.microsoft.com/office/powerpoint/2010/main" val="1248737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contenu 10">
            <a:extLst>
              <a:ext uri="{FF2B5EF4-FFF2-40B4-BE49-F238E27FC236}">
                <a16:creationId xmlns:a16="http://schemas.microsoft.com/office/drawing/2014/main" id="{84980542-AA8D-4FFC-AD8A-14FD7BF42A64}"/>
              </a:ext>
            </a:extLst>
          </p:cNvPr>
          <p:cNvSpPr>
            <a:spLocks noGrp="1"/>
          </p:cNvSpPr>
          <p:nvPr>
            <p:ph idx="1"/>
          </p:nvPr>
        </p:nvSpPr>
        <p:spPr>
          <a:xfrm>
            <a:off x="478800" y="1066994"/>
            <a:ext cx="8186400" cy="4000200"/>
          </a:xfrm>
        </p:spPr>
        <p:style>
          <a:lnRef idx="2">
            <a:schemeClr val="accent4">
              <a:shade val="15000"/>
            </a:schemeClr>
          </a:lnRef>
          <a:fillRef idx="1">
            <a:schemeClr val="accent4"/>
          </a:fillRef>
          <a:effectRef idx="0">
            <a:schemeClr val="accent4"/>
          </a:effectRef>
          <a:fontRef idx="minor">
            <a:schemeClr val="lt1"/>
          </a:fontRef>
        </p:style>
        <p:txBody>
          <a:bodyPr>
            <a:normAutofit/>
          </a:bodyPr>
          <a:lstStyle/>
          <a:p>
            <a:pPr marL="0" indent="0" algn="ctr">
              <a:buNone/>
            </a:pPr>
            <a:endParaRPr lang="fr-CA" dirty="0">
              <a:solidFill>
                <a:schemeClr val="bg1"/>
              </a:solidFill>
            </a:endParaRPr>
          </a:p>
          <a:p>
            <a:pPr marL="0" indent="0" algn="ctr">
              <a:buNone/>
            </a:pPr>
            <a:endParaRPr lang="fr-CA" dirty="0">
              <a:solidFill>
                <a:schemeClr val="bg1"/>
              </a:solidFill>
            </a:endParaRPr>
          </a:p>
          <a:p>
            <a:pPr marL="0" indent="0" algn="ctr">
              <a:buNone/>
            </a:pPr>
            <a:endParaRPr lang="fr-CA" dirty="0">
              <a:solidFill>
                <a:schemeClr val="bg1"/>
              </a:solidFill>
            </a:endParaRPr>
          </a:p>
          <a:p>
            <a:pPr marL="0" indent="0" algn="ctr">
              <a:buNone/>
            </a:pPr>
            <a:r>
              <a:rPr lang="fr-CA" dirty="0">
                <a:solidFill>
                  <a:schemeClr val="bg1"/>
                </a:solidFill>
              </a:rPr>
              <a:t>Sur </a:t>
            </a:r>
            <a:r>
              <a:rPr lang="fr-CA" dirty="0" err="1">
                <a:solidFill>
                  <a:schemeClr val="bg1"/>
                </a:solidFill>
              </a:rPr>
              <a:t>ZoneCours</a:t>
            </a:r>
            <a:r>
              <a:rPr lang="fr-CA" dirty="0">
                <a:solidFill>
                  <a:schemeClr val="bg1"/>
                </a:solidFill>
              </a:rPr>
              <a:t>, vous trouverez une échelle traduite pour vous aider à déterminer votre personnalité selon le modèle en 5 facteurs</a:t>
            </a:r>
          </a:p>
          <a:p>
            <a:pPr marL="0" indent="0" algn="ctr">
              <a:buNone/>
            </a:pPr>
            <a:endParaRPr lang="fr-CA" dirty="0">
              <a:solidFill>
                <a:schemeClr val="bg1"/>
              </a:solidFill>
            </a:endParaRPr>
          </a:p>
          <a:p>
            <a:pPr algn="ctr"/>
            <a:endParaRPr lang="fr-CA" dirty="0">
              <a:solidFill>
                <a:schemeClr val="bg1"/>
              </a:solidFill>
            </a:endParaRPr>
          </a:p>
          <a:p>
            <a:pPr marL="0" indent="0" algn="r">
              <a:buNone/>
            </a:pPr>
            <a:r>
              <a:rPr lang="fr-CA" sz="1200" dirty="0">
                <a:solidFill>
                  <a:schemeClr val="bg1"/>
                </a:solidFill>
              </a:rPr>
              <a:t>Source: </a:t>
            </a:r>
            <a:r>
              <a:rPr lang="en-US" sz="1200" dirty="0" err="1">
                <a:solidFill>
                  <a:schemeClr val="bg1"/>
                </a:solidFill>
              </a:rPr>
              <a:t>Morizot</a:t>
            </a:r>
            <a:r>
              <a:rPr lang="en-US" sz="1200" dirty="0">
                <a:solidFill>
                  <a:schemeClr val="bg1"/>
                </a:solidFill>
              </a:rPr>
              <a:t>, J. (2014). Construct Validity of Adolescents’ Self-Reported Big Five Personality Traits Importance of Conceptual Breadth and Initial Validation of a Short Measure. Assessment, 21(5), 580-606.</a:t>
            </a:r>
            <a:endParaRPr lang="en-US" sz="1200" dirty="0">
              <a:solidFill>
                <a:schemeClr val="bg1"/>
              </a:solidFill>
              <a:latin typeface="Verdana" panose="020B0604030504040204" pitchFamily="34" charset="0"/>
            </a:endParaRPr>
          </a:p>
          <a:p>
            <a:pPr algn="ctr"/>
            <a:endParaRPr lang="fr-CA" dirty="0">
              <a:solidFill>
                <a:schemeClr val="bg1"/>
              </a:solidFill>
            </a:endParaRPr>
          </a:p>
        </p:txBody>
      </p:sp>
      <p:sp>
        <p:nvSpPr>
          <p:cNvPr id="4" name="Espace réservé du pied de page 3">
            <a:extLst>
              <a:ext uri="{FF2B5EF4-FFF2-40B4-BE49-F238E27FC236}">
                <a16:creationId xmlns:a16="http://schemas.microsoft.com/office/drawing/2014/main" id="{AF2BDAA7-1576-1EF6-EAC1-214CB453BA00}"/>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2122890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1" y="513234"/>
            <a:ext cx="7772171" cy="646331"/>
          </a:xfrm>
          <a:prstGeom prst="rect">
            <a:avLst/>
          </a:prstGeom>
          <a:noFill/>
        </p:spPr>
        <p:txBody>
          <a:bodyPr wrap="square" lIns="0" tIns="0" rIns="0" bIns="0">
            <a:spAutoFit/>
          </a:bodyPr>
          <a:lstStyle/>
          <a:p>
            <a:r>
              <a:rPr lang="fr-CA" sz="2100" b="1" dirty="0">
                <a:solidFill>
                  <a:srgbClr val="282C34"/>
                </a:solidFill>
                <a:latin typeface="Georgia"/>
              </a:rPr>
              <a:t>Le modèle OCEAN</a:t>
            </a:r>
          </a:p>
          <a:p>
            <a:r>
              <a:rPr lang="fr-CA" sz="2100" b="1" dirty="0">
                <a:solidFill>
                  <a:srgbClr val="282C34"/>
                </a:solidFill>
                <a:latin typeface="Georgia"/>
              </a:rPr>
              <a:t>Costa et </a:t>
            </a:r>
            <a:r>
              <a:rPr lang="fr-CA" sz="2100" b="1" dirty="0" err="1">
                <a:solidFill>
                  <a:srgbClr val="282C34"/>
                </a:solidFill>
                <a:latin typeface="Georgia"/>
              </a:rPr>
              <a:t>McCrae</a:t>
            </a:r>
            <a:endParaRPr lang="fr-CA" sz="2100" b="1" dirty="0">
              <a:solidFill>
                <a:srgbClr val="282C34"/>
              </a:solidFill>
              <a:latin typeface="Georgia"/>
            </a:endParaRPr>
          </a:p>
        </p:txBody>
      </p:sp>
      <p:sp>
        <p:nvSpPr>
          <p:cNvPr id="3" name="Rectangle 2"/>
          <p:cNvSpPr/>
          <p:nvPr/>
        </p:nvSpPr>
        <p:spPr>
          <a:xfrm>
            <a:off x="685801" y="1177290"/>
            <a:ext cx="7772171" cy="19050"/>
          </a:xfrm>
          <a:prstGeom prst="rect">
            <a:avLst/>
          </a:prstGeom>
          <a:solidFill>
            <a:srgbClr val="14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graphicFrame>
        <p:nvGraphicFramePr>
          <p:cNvPr id="5" name="Table 4"/>
          <p:cNvGraphicFramePr>
            <a:graphicFrameLocks noGrp="1"/>
          </p:cNvGraphicFramePr>
          <p:nvPr>
            <p:extLst>
              <p:ext uri="{D42A27DB-BD31-4B8C-83A1-F6EECF244321}">
                <p14:modId xmlns:p14="http://schemas.microsoft.com/office/powerpoint/2010/main" val="3600510860"/>
              </p:ext>
            </p:extLst>
          </p:nvPr>
        </p:nvGraphicFramePr>
        <p:xfrm>
          <a:off x="685801" y="1520190"/>
          <a:ext cx="7772171" cy="329184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1942871">
                  <a:extLst>
                    <a:ext uri="{9D8B030D-6E8A-4147-A177-3AD203B41FA5}">
                      <a16:colId xmlns:a16="http://schemas.microsoft.com/office/drawing/2014/main" val="20002"/>
                    </a:ext>
                  </a:extLst>
                </a:gridCol>
              </a:tblGrid>
              <a:tr h="548640">
                <a:tc>
                  <a:txBody>
                    <a:bodyPr/>
                    <a:lstStyle/>
                    <a:p>
                      <a:r>
                        <a:rPr sz="1100" b="1" dirty="0" err="1">
                          <a:solidFill>
                            <a:srgbClr val="FFFFFF"/>
                          </a:solidFill>
                        </a:rPr>
                        <a:t>Facteurs</a:t>
                      </a:r>
                      <a:r>
                        <a:rPr sz="1100" b="1" dirty="0">
                          <a:solidFill>
                            <a:srgbClr val="FFFFFF"/>
                          </a:solidFill>
                        </a:rPr>
                        <a:t> (OCEAN)</a:t>
                      </a:r>
                      <a:endParaRPr sz="1100" b="1" i="0" dirty="0">
                        <a:solidFill>
                          <a:srgbClr val="FFFFFF"/>
                        </a:solidFill>
                        <a:latin typeface="Georgia"/>
                      </a:endParaRPr>
                    </a:p>
                  </a:txBody>
                  <a:tcPr marL="102870" marR="102870" marT="68580" marB="68580"/>
                </a:tc>
                <a:tc>
                  <a:txBody>
                    <a:bodyPr/>
                    <a:lstStyle/>
                    <a:p>
                      <a:r>
                        <a:rPr sz="1100" b="1" dirty="0">
                          <a:solidFill>
                            <a:srgbClr val="FFFFFF"/>
                          </a:solidFill>
                        </a:rPr>
                        <a:t>Description du Cours</a:t>
                      </a:r>
                      <a:endParaRPr sz="1100" b="1" i="0" dirty="0">
                        <a:solidFill>
                          <a:srgbClr val="FFFFFF"/>
                        </a:solidFill>
                        <a:latin typeface="Georgia"/>
                      </a:endParaRPr>
                    </a:p>
                  </a:txBody>
                  <a:tcPr marL="102870" marR="102870" marT="68580" marB="68580"/>
                </a:tc>
                <a:tc>
                  <a:txBody>
                    <a:bodyPr/>
                    <a:lstStyle/>
                    <a:p>
                      <a:r>
                        <a:rPr sz="1100" b="1">
                          <a:solidFill>
                            <a:srgbClr val="FFFFFF"/>
                          </a:solidFill>
                        </a:rPr>
                        <a:t>Pôle Opposé (Bas)</a:t>
                      </a:r>
                      <a:endParaRPr sz="1100" b="1" i="0">
                        <a:solidFill>
                          <a:srgbClr val="FFFFFF"/>
                        </a:solidFill>
                        <a:latin typeface="Georgia"/>
                      </a:endParaRPr>
                    </a:p>
                  </a:txBody>
                  <a:tcPr marL="102870" marR="102870" marT="68580" marB="68580"/>
                </a:tc>
                <a:extLst>
                  <a:ext uri="{0D108BD9-81ED-4DB2-BD59-A6C34878D82A}">
                    <a16:rowId xmlns:a16="http://schemas.microsoft.com/office/drawing/2014/main" val="10000"/>
                  </a:ext>
                </a:extLst>
              </a:tr>
              <a:tr h="548640">
                <a:tc>
                  <a:txBody>
                    <a:bodyPr/>
                    <a:lstStyle/>
                    <a:p>
                      <a:r>
                        <a:rPr sz="1000" b="1">
                          <a:solidFill>
                            <a:srgbClr val="282C34"/>
                          </a:solidFill>
                        </a:rPr>
                        <a:t>Ouverture (O)</a:t>
                      </a:r>
                      <a:endParaRPr sz="1000" b="1" i="0">
                        <a:solidFill>
                          <a:srgbClr val="282C34"/>
                        </a:solidFill>
                        <a:latin typeface="Georgia"/>
                      </a:endParaRPr>
                    </a:p>
                  </a:txBody>
                  <a:tcPr marL="102870" marR="102870" marT="68580" marB="68580"/>
                </a:tc>
                <a:tc>
                  <a:txBody>
                    <a:bodyPr/>
                    <a:lstStyle/>
                    <a:p>
                      <a:r>
                        <a:rPr sz="900" b="0">
                          <a:solidFill>
                            <a:srgbClr val="282C34"/>
                          </a:solidFill>
                        </a:rPr>
                        <a:t>Se rapporte à l'ouverture aux idées, aux pensées et à la culture : l'intelligence, l'imagination et la créativité.</a:t>
                      </a:r>
                      <a:endParaRPr sz="900" b="0" i="0">
                        <a:solidFill>
                          <a:srgbClr val="282C34"/>
                        </a:solidFill>
                        <a:latin typeface="Arial"/>
                      </a:endParaRPr>
                    </a:p>
                  </a:txBody>
                  <a:tcPr marL="102870" marR="102870" marT="68580" marB="68580"/>
                </a:tc>
                <a:tc>
                  <a:txBody>
                    <a:bodyPr/>
                    <a:lstStyle/>
                    <a:p>
                      <a:r>
                        <a:rPr sz="1000" b="0" dirty="0">
                          <a:solidFill>
                            <a:schemeClr val="accent1"/>
                          </a:solidFill>
                        </a:rPr>
                        <a:t>Le </a:t>
                      </a:r>
                      <a:r>
                        <a:rPr lang="fr-CA" sz="1000" b="0" dirty="0">
                          <a:solidFill>
                            <a:schemeClr val="accent1"/>
                          </a:solidFill>
                        </a:rPr>
                        <a:t>d</a:t>
                      </a:r>
                      <a:r>
                        <a:rPr sz="1000" b="0" dirty="0" err="1">
                          <a:solidFill>
                            <a:schemeClr val="accent1"/>
                          </a:solidFill>
                        </a:rPr>
                        <a:t>ogmatisme</a:t>
                      </a:r>
                      <a:endParaRPr sz="1000" b="0" i="0" dirty="0">
                        <a:solidFill>
                          <a:schemeClr val="accent1"/>
                        </a:solidFill>
                        <a:latin typeface="Arial"/>
                      </a:endParaRPr>
                    </a:p>
                  </a:txBody>
                  <a:tcPr marL="102870" marR="102870" marT="68580" marB="68580"/>
                </a:tc>
                <a:extLst>
                  <a:ext uri="{0D108BD9-81ED-4DB2-BD59-A6C34878D82A}">
                    <a16:rowId xmlns:a16="http://schemas.microsoft.com/office/drawing/2014/main" val="10001"/>
                  </a:ext>
                </a:extLst>
              </a:tr>
              <a:tr h="548640">
                <a:tc>
                  <a:txBody>
                    <a:bodyPr/>
                    <a:lstStyle/>
                    <a:p>
                      <a:r>
                        <a:rPr sz="1000" b="1">
                          <a:solidFill>
                            <a:srgbClr val="282C34"/>
                          </a:solidFill>
                        </a:rPr>
                        <a:t>Conscienciosité (C)</a:t>
                      </a:r>
                      <a:endParaRPr sz="1000" b="1" i="0">
                        <a:solidFill>
                          <a:srgbClr val="282C34"/>
                        </a:solidFill>
                        <a:latin typeface="Georgia"/>
                      </a:endParaRPr>
                    </a:p>
                  </a:txBody>
                  <a:tcPr marL="102870" marR="102870" marT="68580" marB="68580"/>
                </a:tc>
                <a:tc>
                  <a:txBody>
                    <a:bodyPr/>
                    <a:lstStyle/>
                    <a:p>
                      <a:r>
                        <a:rPr sz="900" b="0">
                          <a:solidFill>
                            <a:srgbClr val="282C34"/>
                          </a:solidFill>
                        </a:rPr>
                        <a:t>Se rapporte aux capacités d'autorégulation : contrôle des impulsions, maîtrise de soi, responsabilité et autodiscipline.</a:t>
                      </a:r>
                      <a:endParaRPr sz="900" b="0" i="0">
                        <a:solidFill>
                          <a:srgbClr val="282C34"/>
                        </a:solidFill>
                        <a:latin typeface="Arial"/>
                      </a:endParaRPr>
                    </a:p>
                  </a:txBody>
                  <a:tcPr marL="102870" marR="102870" marT="68580" marB="68580"/>
                </a:tc>
                <a:tc>
                  <a:txBody>
                    <a:bodyPr/>
                    <a:lstStyle/>
                    <a:p>
                      <a:r>
                        <a:rPr sz="1000" b="0" dirty="0">
                          <a:solidFill>
                            <a:schemeClr val="accent1"/>
                          </a:solidFill>
                        </a:rPr>
                        <a:t>Le </a:t>
                      </a:r>
                      <a:r>
                        <a:rPr lang="fr-CA" sz="1000" b="0" dirty="0">
                          <a:solidFill>
                            <a:schemeClr val="accent1"/>
                          </a:solidFill>
                        </a:rPr>
                        <a:t>l</a:t>
                      </a:r>
                      <a:r>
                        <a:rPr sz="1000" b="0" dirty="0" err="1">
                          <a:solidFill>
                            <a:schemeClr val="accent1"/>
                          </a:solidFill>
                        </a:rPr>
                        <a:t>aisser-aller</a:t>
                      </a:r>
                      <a:endParaRPr sz="1000" b="0" i="0" dirty="0">
                        <a:solidFill>
                          <a:schemeClr val="accent1"/>
                        </a:solidFill>
                        <a:latin typeface="Arial"/>
                      </a:endParaRPr>
                    </a:p>
                  </a:txBody>
                  <a:tcPr marL="102870" marR="102870" marT="68580" marB="68580"/>
                </a:tc>
                <a:extLst>
                  <a:ext uri="{0D108BD9-81ED-4DB2-BD59-A6C34878D82A}">
                    <a16:rowId xmlns:a16="http://schemas.microsoft.com/office/drawing/2014/main" val="10002"/>
                  </a:ext>
                </a:extLst>
              </a:tr>
              <a:tr h="548640">
                <a:tc>
                  <a:txBody>
                    <a:bodyPr/>
                    <a:lstStyle/>
                    <a:p>
                      <a:r>
                        <a:rPr sz="1000" b="1">
                          <a:solidFill>
                            <a:srgbClr val="282C34"/>
                          </a:solidFill>
                        </a:rPr>
                        <a:t>Extraversion (E)</a:t>
                      </a:r>
                      <a:endParaRPr sz="1000" b="1" i="0">
                        <a:solidFill>
                          <a:srgbClr val="282C34"/>
                        </a:solidFill>
                        <a:latin typeface="Georgia"/>
                      </a:endParaRPr>
                    </a:p>
                  </a:txBody>
                  <a:tcPr marL="102870" marR="102870" marT="68580" marB="68580"/>
                </a:tc>
                <a:tc>
                  <a:txBody>
                    <a:bodyPr/>
                    <a:lstStyle/>
                    <a:p>
                      <a:r>
                        <a:rPr sz="900" b="0">
                          <a:solidFill>
                            <a:srgbClr val="282C34"/>
                          </a:solidFill>
                        </a:rPr>
                        <a:t>Se rapporte à la régulation des émotions positives via l'accomplissement de projets et les interactions sociales.</a:t>
                      </a:r>
                      <a:endParaRPr sz="900" b="0" i="0">
                        <a:solidFill>
                          <a:srgbClr val="282C34"/>
                        </a:solidFill>
                        <a:latin typeface="Arial"/>
                      </a:endParaRPr>
                    </a:p>
                  </a:txBody>
                  <a:tcPr marL="102870" marR="102870" marT="68580" marB="68580"/>
                </a:tc>
                <a:tc>
                  <a:txBody>
                    <a:bodyPr/>
                    <a:lstStyle/>
                    <a:p>
                      <a:r>
                        <a:rPr sz="1000" b="0" dirty="0">
                          <a:solidFill>
                            <a:schemeClr val="accent1"/>
                          </a:solidFill>
                        </a:rPr>
                        <a:t>L'</a:t>
                      </a:r>
                      <a:r>
                        <a:rPr lang="fr-CA" sz="1000" b="0" dirty="0">
                          <a:solidFill>
                            <a:schemeClr val="accent1"/>
                          </a:solidFill>
                        </a:rPr>
                        <a:t>i</a:t>
                      </a:r>
                      <a:r>
                        <a:rPr sz="1000" b="0" dirty="0" err="1">
                          <a:solidFill>
                            <a:schemeClr val="accent1"/>
                          </a:solidFill>
                        </a:rPr>
                        <a:t>ntroversion</a:t>
                      </a:r>
                      <a:endParaRPr sz="1000" b="0" i="0" dirty="0">
                        <a:solidFill>
                          <a:schemeClr val="accent1"/>
                        </a:solidFill>
                        <a:latin typeface="Arial"/>
                      </a:endParaRPr>
                    </a:p>
                  </a:txBody>
                  <a:tcPr marL="102870" marR="102870" marT="68580" marB="68580"/>
                </a:tc>
                <a:extLst>
                  <a:ext uri="{0D108BD9-81ED-4DB2-BD59-A6C34878D82A}">
                    <a16:rowId xmlns:a16="http://schemas.microsoft.com/office/drawing/2014/main" val="10003"/>
                  </a:ext>
                </a:extLst>
              </a:tr>
              <a:tr h="548640">
                <a:tc>
                  <a:txBody>
                    <a:bodyPr/>
                    <a:lstStyle/>
                    <a:p>
                      <a:r>
                        <a:rPr sz="1000" b="1">
                          <a:solidFill>
                            <a:srgbClr val="282C34"/>
                          </a:solidFill>
                        </a:rPr>
                        <a:t>Agréabilité (A)</a:t>
                      </a:r>
                      <a:endParaRPr sz="1000" b="1" i="0">
                        <a:solidFill>
                          <a:srgbClr val="282C34"/>
                        </a:solidFill>
                        <a:latin typeface="Georgia"/>
                      </a:endParaRPr>
                    </a:p>
                  </a:txBody>
                  <a:tcPr marL="102870" marR="102870" marT="68580" marB="68580"/>
                </a:tc>
                <a:tc>
                  <a:txBody>
                    <a:bodyPr/>
                    <a:lstStyle/>
                    <a:p>
                      <a:r>
                        <a:rPr sz="900" b="0">
                          <a:solidFill>
                            <a:srgbClr val="282C34"/>
                          </a:solidFill>
                        </a:rPr>
                        <a:t>Se rapporte à la qualité des relations et au style d'attachement : la confiance, la compassion et la collaboration.</a:t>
                      </a:r>
                      <a:endParaRPr sz="900" b="0" i="0">
                        <a:solidFill>
                          <a:srgbClr val="282C34"/>
                        </a:solidFill>
                        <a:latin typeface="Arial"/>
                      </a:endParaRPr>
                    </a:p>
                  </a:txBody>
                  <a:tcPr marL="102870" marR="102870" marT="68580" marB="68580"/>
                </a:tc>
                <a:tc>
                  <a:txBody>
                    <a:bodyPr/>
                    <a:lstStyle/>
                    <a:p>
                      <a:r>
                        <a:rPr sz="1000" b="0" dirty="0">
                          <a:solidFill>
                            <a:schemeClr val="accent1"/>
                          </a:solidFill>
                        </a:rPr>
                        <a:t>La </a:t>
                      </a:r>
                      <a:r>
                        <a:rPr lang="fr-CA" sz="1000" b="0" dirty="0">
                          <a:solidFill>
                            <a:schemeClr val="accent1"/>
                          </a:solidFill>
                        </a:rPr>
                        <a:t>d</a:t>
                      </a:r>
                      <a:r>
                        <a:rPr sz="1000" b="0" dirty="0" err="1">
                          <a:solidFill>
                            <a:schemeClr val="accent1"/>
                          </a:solidFill>
                        </a:rPr>
                        <a:t>ésagréabilité</a:t>
                      </a:r>
                      <a:endParaRPr sz="1000" b="0" i="0" dirty="0">
                        <a:solidFill>
                          <a:schemeClr val="accent1"/>
                        </a:solidFill>
                        <a:latin typeface="Arial"/>
                      </a:endParaRPr>
                    </a:p>
                  </a:txBody>
                  <a:tcPr marL="102870" marR="102870" marT="68580" marB="68580"/>
                </a:tc>
                <a:extLst>
                  <a:ext uri="{0D108BD9-81ED-4DB2-BD59-A6C34878D82A}">
                    <a16:rowId xmlns:a16="http://schemas.microsoft.com/office/drawing/2014/main" val="10004"/>
                  </a:ext>
                </a:extLst>
              </a:tr>
              <a:tr h="548640">
                <a:tc>
                  <a:txBody>
                    <a:bodyPr/>
                    <a:lstStyle/>
                    <a:p>
                      <a:r>
                        <a:rPr sz="1000" b="1">
                          <a:solidFill>
                            <a:srgbClr val="282C34"/>
                          </a:solidFill>
                        </a:rPr>
                        <a:t>Névrosisme (N)</a:t>
                      </a:r>
                      <a:endParaRPr sz="1000" b="1" i="0">
                        <a:solidFill>
                          <a:srgbClr val="282C34"/>
                        </a:solidFill>
                        <a:latin typeface="Georgia"/>
                      </a:endParaRPr>
                    </a:p>
                  </a:txBody>
                  <a:tcPr marL="102870" marR="102870" marT="68580" marB="68580"/>
                </a:tc>
                <a:tc>
                  <a:txBody>
                    <a:bodyPr/>
                    <a:lstStyle/>
                    <a:p>
                      <a:r>
                        <a:rPr sz="900" b="0">
                          <a:solidFill>
                            <a:srgbClr val="282C34"/>
                          </a:solidFill>
                        </a:rPr>
                        <a:t>Se rapporte à la régulation des émotions négatives : l'irritabilité, l'insécurité et l'évitement de la souffrance.</a:t>
                      </a:r>
                      <a:endParaRPr sz="900" b="0" i="0">
                        <a:solidFill>
                          <a:srgbClr val="282C34"/>
                        </a:solidFill>
                        <a:latin typeface="Arial"/>
                      </a:endParaRPr>
                    </a:p>
                  </a:txBody>
                  <a:tcPr marL="102870" marR="102870" marT="68580" marB="68580"/>
                </a:tc>
                <a:tc>
                  <a:txBody>
                    <a:bodyPr/>
                    <a:lstStyle/>
                    <a:p>
                      <a:r>
                        <a:rPr sz="1000" b="0" dirty="0">
                          <a:solidFill>
                            <a:schemeClr val="accent1"/>
                          </a:solidFill>
                        </a:rPr>
                        <a:t>La </a:t>
                      </a:r>
                      <a:r>
                        <a:rPr lang="fr-CA" sz="1000" b="0" dirty="0">
                          <a:solidFill>
                            <a:schemeClr val="accent1"/>
                          </a:solidFill>
                        </a:rPr>
                        <a:t>s</a:t>
                      </a:r>
                      <a:r>
                        <a:rPr sz="1000" b="0" dirty="0" err="1">
                          <a:solidFill>
                            <a:schemeClr val="accent1"/>
                          </a:solidFill>
                        </a:rPr>
                        <a:t>tabilité</a:t>
                      </a:r>
                      <a:r>
                        <a:rPr sz="1000" b="0" dirty="0">
                          <a:solidFill>
                            <a:schemeClr val="accent1"/>
                          </a:solidFill>
                        </a:rPr>
                        <a:t> </a:t>
                      </a:r>
                      <a:r>
                        <a:rPr sz="1000" b="0" dirty="0" err="1">
                          <a:solidFill>
                            <a:schemeClr val="accent1"/>
                          </a:solidFill>
                        </a:rPr>
                        <a:t>émotionnelle</a:t>
                      </a:r>
                      <a:endParaRPr sz="1000" b="0" i="0" dirty="0">
                        <a:solidFill>
                          <a:schemeClr val="accent1"/>
                        </a:solidFill>
                        <a:latin typeface="Arial"/>
                      </a:endParaRPr>
                    </a:p>
                  </a:txBody>
                  <a:tcPr marL="102870" marR="102870" marT="68580" marB="68580"/>
                </a:tc>
                <a:extLst>
                  <a:ext uri="{0D108BD9-81ED-4DB2-BD59-A6C34878D82A}">
                    <a16:rowId xmlns:a16="http://schemas.microsoft.com/office/drawing/2014/main" val="10005"/>
                  </a:ext>
                </a:extLst>
              </a:tr>
            </a:tbl>
          </a:graphicData>
        </a:graphic>
      </p:graphicFrame>
      <p:sp>
        <p:nvSpPr>
          <p:cNvPr id="6" name="Titre 5">
            <a:extLst>
              <a:ext uri="{FF2B5EF4-FFF2-40B4-BE49-F238E27FC236}">
                <a16:creationId xmlns:a16="http://schemas.microsoft.com/office/drawing/2014/main" id="{2AC55F63-7A4E-DFAD-DA1D-D9321A5F3FA1}"/>
              </a:ext>
            </a:extLst>
          </p:cNvPr>
          <p:cNvSpPr>
            <a:spLocks noGrp="1"/>
          </p:cNvSpPr>
          <p:nvPr>
            <p:ph type="title"/>
          </p:nvPr>
        </p:nvSpPr>
        <p:spPr/>
        <p:txBody>
          <a:bodyPr/>
          <a:lstStyle/>
          <a:p>
            <a:r>
              <a:rPr lang="fr-CA" dirty="0">
                <a:latin typeface="Georgia"/>
              </a:rPr>
              <a:t>Le modèle OCEAN</a:t>
            </a:r>
            <a:br>
              <a:rPr lang="fr-CA" dirty="0">
                <a:latin typeface="Georgia"/>
              </a:rPr>
            </a:br>
            <a:r>
              <a:rPr lang="fr-CA" dirty="0">
                <a:latin typeface="Georgia"/>
              </a:rPr>
              <a:t>Costa et </a:t>
            </a:r>
            <a:r>
              <a:rPr lang="fr-CA" dirty="0" err="1">
                <a:latin typeface="Georgia"/>
              </a:rPr>
              <a:t>McCrae</a:t>
            </a:r>
            <a:endParaRPr lang="fr-CA" dirty="0"/>
          </a:p>
        </p:txBody>
      </p:sp>
      <p:sp>
        <p:nvSpPr>
          <p:cNvPr id="7" name="Espace réservé du pied de page 3">
            <a:extLst>
              <a:ext uri="{FF2B5EF4-FFF2-40B4-BE49-F238E27FC236}">
                <a16:creationId xmlns:a16="http://schemas.microsoft.com/office/drawing/2014/main" id="{2E255BE6-43F2-041A-C897-5FA249E3D58D}"/>
              </a:ext>
            </a:extLst>
          </p:cNvPr>
          <p:cNvSpPr>
            <a:spLocks noGrp="1"/>
          </p:cNvSpPr>
          <p:nvPr>
            <p:ph type="ftr" sz="quarter" idx="3"/>
          </p:nvPr>
        </p:nvSpPr>
        <p:spPr>
          <a:xfrm>
            <a:off x="3124200" y="5384996"/>
            <a:ext cx="2895600" cy="185224"/>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558" b="0" i="0" u="none" strike="noStrike" kern="1200" cap="none" spc="0" normalizeH="0" baseline="0" noProof="0" dirty="0">
                <a:ln>
                  <a:noFill/>
                </a:ln>
                <a:solidFill>
                  <a:srgbClr val="003C71"/>
                </a:solidFill>
                <a:effectLst/>
                <a:uLnTx/>
                <a:uFillTx/>
                <a:latin typeface="Visby CF"/>
                <a:ea typeface="+mn-ea"/>
                <a:cs typeface="+mn-cs"/>
              </a:rPr>
              <a:t>@2026. Marie-Christine ALBERT. Tous droits réservés.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1" y="628650"/>
            <a:ext cx="7772171" cy="323165"/>
          </a:xfrm>
          <a:prstGeom prst="rect">
            <a:avLst/>
          </a:prstGeom>
          <a:noFill/>
        </p:spPr>
        <p:txBody>
          <a:bodyPr wrap="square" lIns="0" tIns="0" rIns="0" bIns="0">
            <a:spAutoFit/>
          </a:bodyPr>
          <a:lstStyle/>
          <a:p>
            <a:r>
              <a:rPr sz="2100" b="1" dirty="0">
                <a:solidFill>
                  <a:srgbClr val="282C34"/>
                </a:solidFill>
                <a:latin typeface="Georgia"/>
              </a:rPr>
              <a:t>Le </a:t>
            </a:r>
            <a:r>
              <a:rPr lang="fr-CA" sz="2100" b="1" dirty="0">
                <a:solidFill>
                  <a:srgbClr val="282C34"/>
                </a:solidFill>
                <a:latin typeface="Georgia"/>
              </a:rPr>
              <a:t>c</a:t>
            </a:r>
            <a:r>
              <a:rPr sz="2100" b="1" dirty="0" err="1">
                <a:solidFill>
                  <a:srgbClr val="282C34"/>
                </a:solidFill>
                <a:latin typeface="Georgia"/>
              </a:rPr>
              <a:t>ontinuum</a:t>
            </a:r>
            <a:r>
              <a:rPr sz="2100" b="1" dirty="0">
                <a:solidFill>
                  <a:srgbClr val="282C34"/>
                </a:solidFill>
                <a:latin typeface="Georgia"/>
              </a:rPr>
              <a:t> d'</a:t>
            </a:r>
            <a:r>
              <a:rPr lang="fr-CA" sz="2100" b="1" dirty="0">
                <a:solidFill>
                  <a:srgbClr val="282C34"/>
                </a:solidFill>
                <a:latin typeface="Georgia"/>
              </a:rPr>
              <a:t>a</a:t>
            </a:r>
            <a:r>
              <a:rPr sz="2100" b="1" dirty="0" err="1">
                <a:solidFill>
                  <a:srgbClr val="282C34"/>
                </a:solidFill>
                <a:latin typeface="Georgia"/>
              </a:rPr>
              <a:t>daptation</a:t>
            </a:r>
            <a:endParaRPr sz="2100" b="1" dirty="0">
              <a:solidFill>
                <a:srgbClr val="282C34"/>
              </a:solidFill>
              <a:latin typeface="Georgia"/>
            </a:endParaRPr>
          </a:p>
        </p:txBody>
      </p:sp>
      <p:sp>
        <p:nvSpPr>
          <p:cNvPr id="3" name="Rectangle 2"/>
          <p:cNvSpPr/>
          <p:nvPr/>
        </p:nvSpPr>
        <p:spPr>
          <a:xfrm>
            <a:off x="685801" y="1177290"/>
            <a:ext cx="7772171" cy="19050"/>
          </a:xfrm>
          <a:prstGeom prst="rect">
            <a:avLst/>
          </a:prstGeom>
          <a:solidFill>
            <a:srgbClr val="14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TextBox 4"/>
          <p:cNvSpPr txBox="1"/>
          <p:nvPr/>
        </p:nvSpPr>
        <p:spPr>
          <a:xfrm>
            <a:off x="685801" y="1314450"/>
            <a:ext cx="7772171" cy="323165"/>
          </a:xfrm>
          <a:prstGeom prst="rect">
            <a:avLst/>
          </a:prstGeom>
          <a:noFill/>
        </p:spPr>
        <p:txBody>
          <a:bodyPr wrap="square" lIns="0" tIns="0" rIns="0" bIns="0">
            <a:spAutoFit/>
          </a:bodyPr>
          <a:lstStyle/>
          <a:p>
            <a:r>
              <a:rPr sz="1050" dirty="0" err="1">
                <a:solidFill>
                  <a:srgbClr val="282C34"/>
                </a:solidFill>
                <a:latin typeface="Arial"/>
              </a:rPr>
              <a:t>Contrairement</a:t>
            </a:r>
            <a:r>
              <a:rPr sz="1050" dirty="0">
                <a:solidFill>
                  <a:srgbClr val="282C34"/>
                </a:solidFill>
                <a:latin typeface="Arial"/>
              </a:rPr>
              <a:t> aux </a:t>
            </a:r>
            <a:r>
              <a:rPr sz="1050" dirty="0" err="1">
                <a:solidFill>
                  <a:srgbClr val="282C34"/>
                </a:solidFill>
                <a:latin typeface="Arial"/>
              </a:rPr>
              <a:t>approches</a:t>
            </a:r>
            <a:r>
              <a:rPr sz="1050" dirty="0">
                <a:solidFill>
                  <a:srgbClr val="282C34"/>
                </a:solidFill>
                <a:latin typeface="Arial"/>
              </a:rPr>
              <a:t> par types, l</a:t>
            </a:r>
            <a:r>
              <a:rPr lang="fr-CA" sz="1050" dirty="0">
                <a:solidFill>
                  <a:srgbClr val="282C34"/>
                </a:solidFill>
                <a:latin typeface="Arial"/>
              </a:rPr>
              <a:t>’approche par </a:t>
            </a:r>
            <a:r>
              <a:rPr sz="1050" dirty="0">
                <a:solidFill>
                  <a:srgbClr val="282C34"/>
                </a:solidFill>
                <a:latin typeface="Arial"/>
              </a:rPr>
              <a:t>traits repose sur des axes </a:t>
            </a:r>
            <a:r>
              <a:rPr sz="1050" dirty="0" err="1">
                <a:solidFill>
                  <a:srgbClr val="282C34"/>
                </a:solidFill>
                <a:latin typeface="Arial"/>
              </a:rPr>
              <a:t>continus</a:t>
            </a:r>
            <a:r>
              <a:rPr sz="1050" dirty="0">
                <a:solidFill>
                  <a:srgbClr val="282C34"/>
                </a:solidFill>
                <a:latin typeface="Arial"/>
              </a:rPr>
              <a:t> et </a:t>
            </a:r>
            <a:r>
              <a:rPr sz="1050" dirty="0" err="1">
                <a:solidFill>
                  <a:srgbClr val="282C34"/>
                </a:solidFill>
                <a:latin typeface="Arial"/>
              </a:rPr>
              <a:t>bipolaires</a:t>
            </a:r>
            <a:r>
              <a:rPr sz="1050" dirty="0">
                <a:solidFill>
                  <a:srgbClr val="282C34"/>
                </a:solidFill>
                <a:latin typeface="Arial"/>
              </a:rPr>
              <a:t>. Le </a:t>
            </a:r>
            <a:r>
              <a:rPr sz="1050" dirty="0" err="1">
                <a:solidFill>
                  <a:srgbClr val="282C34"/>
                </a:solidFill>
                <a:latin typeface="Arial"/>
              </a:rPr>
              <a:t>fonctionnement</a:t>
            </a:r>
            <a:r>
              <a:rPr sz="1050" dirty="0">
                <a:solidFill>
                  <a:srgbClr val="282C34"/>
                </a:solidFill>
                <a:latin typeface="Arial"/>
              </a:rPr>
              <a:t> de </a:t>
            </a:r>
            <a:r>
              <a:rPr sz="1050" dirty="0" err="1">
                <a:solidFill>
                  <a:srgbClr val="282C34"/>
                </a:solidFill>
                <a:latin typeface="Arial"/>
              </a:rPr>
              <a:t>l'individu</a:t>
            </a:r>
            <a:r>
              <a:rPr sz="1050" dirty="0">
                <a:solidFill>
                  <a:srgbClr val="282C34"/>
                </a:solidFill>
                <a:latin typeface="Arial"/>
              </a:rPr>
              <a:t> </a:t>
            </a:r>
            <a:r>
              <a:rPr sz="1050" dirty="0" err="1">
                <a:solidFill>
                  <a:srgbClr val="282C34"/>
                </a:solidFill>
                <a:latin typeface="Arial"/>
              </a:rPr>
              <a:t>n'est</a:t>
            </a:r>
            <a:r>
              <a:rPr sz="1050" dirty="0">
                <a:solidFill>
                  <a:srgbClr val="282C34"/>
                </a:solidFill>
                <a:latin typeface="Arial"/>
              </a:rPr>
              <a:t> pas bon </a:t>
            </a:r>
            <a:r>
              <a:rPr sz="1050" dirty="0" err="1">
                <a:solidFill>
                  <a:srgbClr val="282C34"/>
                </a:solidFill>
                <a:latin typeface="Arial"/>
              </a:rPr>
              <a:t>ou</a:t>
            </a:r>
            <a:r>
              <a:rPr sz="1050" dirty="0">
                <a:solidFill>
                  <a:srgbClr val="282C34"/>
                </a:solidFill>
                <a:latin typeface="Arial"/>
              </a:rPr>
              <a:t> </a:t>
            </a:r>
            <a:r>
              <a:rPr sz="1050" dirty="0" err="1">
                <a:solidFill>
                  <a:srgbClr val="282C34"/>
                </a:solidFill>
                <a:latin typeface="Arial"/>
              </a:rPr>
              <a:t>mauvais</a:t>
            </a:r>
            <a:r>
              <a:rPr sz="1050" dirty="0">
                <a:solidFill>
                  <a:srgbClr val="282C34"/>
                </a:solidFill>
                <a:latin typeface="Arial"/>
              </a:rPr>
              <a:t> </a:t>
            </a:r>
            <a:r>
              <a:rPr sz="1050" dirty="0" err="1">
                <a:solidFill>
                  <a:srgbClr val="282C34"/>
                </a:solidFill>
                <a:latin typeface="Arial"/>
              </a:rPr>
              <a:t>en</a:t>
            </a:r>
            <a:r>
              <a:rPr sz="1050" dirty="0">
                <a:solidFill>
                  <a:srgbClr val="282C34"/>
                </a:solidFill>
                <a:latin typeface="Arial"/>
              </a:rPr>
              <a:t> soi : </a:t>
            </a:r>
            <a:r>
              <a:rPr sz="1050" dirty="0" err="1">
                <a:solidFill>
                  <a:srgbClr val="282C34"/>
                </a:solidFill>
                <a:latin typeface="Arial"/>
              </a:rPr>
              <a:t>c'est</a:t>
            </a:r>
            <a:r>
              <a:rPr sz="1050" dirty="0">
                <a:solidFill>
                  <a:srgbClr val="282C34"/>
                </a:solidFill>
                <a:latin typeface="Arial"/>
              </a:rPr>
              <a:t> </a:t>
            </a:r>
            <a:r>
              <a:rPr sz="1050" dirty="0" err="1">
                <a:solidFill>
                  <a:srgbClr val="282C34"/>
                </a:solidFill>
                <a:latin typeface="Arial"/>
              </a:rPr>
              <a:t>sa</a:t>
            </a:r>
            <a:r>
              <a:rPr sz="1050" dirty="0">
                <a:solidFill>
                  <a:srgbClr val="282C34"/>
                </a:solidFill>
                <a:latin typeface="Arial"/>
              </a:rPr>
              <a:t> position sur le continuum qui </a:t>
            </a:r>
            <a:r>
              <a:rPr sz="1050" dirty="0" err="1">
                <a:solidFill>
                  <a:srgbClr val="282C34"/>
                </a:solidFill>
                <a:latin typeface="Arial"/>
              </a:rPr>
              <a:t>détermine</a:t>
            </a:r>
            <a:r>
              <a:rPr sz="1050" dirty="0">
                <a:solidFill>
                  <a:srgbClr val="282C34"/>
                </a:solidFill>
                <a:latin typeface="Arial"/>
              </a:rPr>
              <a:t> son adaptation au travail.</a:t>
            </a:r>
          </a:p>
        </p:txBody>
      </p:sp>
      <p:sp>
        <p:nvSpPr>
          <p:cNvPr id="6" name="Rectangle 5"/>
          <p:cNvSpPr/>
          <p:nvPr/>
        </p:nvSpPr>
        <p:spPr>
          <a:xfrm>
            <a:off x="1028701" y="2754630"/>
            <a:ext cx="7086371" cy="38100"/>
          </a:xfrm>
          <a:prstGeom prst="rect">
            <a:avLst/>
          </a:prstGeom>
          <a:solidFill>
            <a:srgbClr val="14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ounded Rectangle 6"/>
          <p:cNvSpPr/>
          <p:nvPr/>
        </p:nvSpPr>
        <p:spPr>
          <a:xfrm>
            <a:off x="754380" y="2137410"/>
            <a:ext cx="1783080" cy="1577340"/>
          </a:xfrm>
          <a:prstGeom prst="roundRect">
            <a:avLst/>
          </a:prstGeom>
          <a:solidFill>
            <a:srgbClr val="F0F5F6"/>
          </a:solidFill>
          <a:ln w="12700">
            <a:solidFill>
              <a:srgbClr val="D2D7DC"/>
            </a:solidFill>
          </a:ln>
        </p:spPr>
        <p:style>
          <a:lnRef idx="1">
            <a:schemeClr val="accent1"/>
          </a:lnRef>
          <a:fillRef idx="3">
            <a:schemeClr val="accent1"/>
          </a:fillRef>
          <a:effectRef idx="2">
            <a:schemeClr val="accent1"/>
          </a:effectRef>
          <a:fontRef idx="minor">
            <a:schemeClr val="lt1"/>
          </a:fontRef>
        </p:style>
        <p:txBody>
          <a:bodyPr wrap="square" lIns="102870" tIns="102870" rIns="102870" bIns="102870" rtlCol="0" anchor="ctr"/>
          <a:lstStyle/>
          <a:p>
            <a:pPr algn="ctr">
              <a:spcAft>
                <a:spcPts val="450"/>
              </a:spcAft>
            </a:pPr>
            <a:r>
              <a:rPr sz="1050" b="1" dirty="0" err="1">
                <a:solidFill>
                  <a:srgbClr val="146E78"/>
                </a:solidFill>
                <a:latin typeface="Georgia"/>
              </a:rPr>
              <a:t>Inadapté</a:t>
            </a:r>
            <a:r>
              <a:rPr sz="1050" b="1" dirty="0">
                <a:solidFill>
                  <a:srgbClr val="146E78"/>
                </a:solidFill>
                <a:latin typeface="Georgia"/>
              </a:rPr>
              <a:t> </a:t>
            </a:r>
            <a:r>
              <a:rPr sz="1050" b="1" dirty="0" err="1">
                <a:solidFill>
                  <a:srgbClr val="146E78"/>
                </a:solidFill>
                <a:latin typeface="Georgia"/>
              </a:rPr>
              <a:t>Élevé</a:t>
            </a:r>
            <a:r>
              <a:rPr sz="1050" b="1" dirty="0">
                <a:solidFill>
                  <a:srgbClr val="146E78"/>
                </a:solidFill>
                <a:latin typeface="Georgia"/>
              </a:rPr>
              <a:t>
</a:t>
            </a:r>
          </a:p>
          <a:p>
            <a:pPr algn="l"/>
            <a:r>
              <a:rPr sz="750" dirty="0" err="1">
                <a:solidFill>
                  <a:srgbClr val="6E737D"/>
                </a:solidFill>
                <a:latin typeface="Arial"/>
              </a:rPr>
              <a:t>Excès</a:t>
            </a:r>
            <a:r>
              <a:rPr sz="750" dirty="0">
                <a:solidFill>
                  <a:srgbClr val="6E737D"/>
                </a:solidFill>
                <a:latin typeface="Arial"/>
              </a:rPr>
              <a:t> </a:t>
            </a:r>
            <a:r>
              <a:rPr lang="fr-CA" sz="750" dirty="0">
                <a:solidFill>
                  <a:srgbClr val="6E737D"/>
                </a:solidFill>
                <a:latin typeface="Arial"/>
              </a:rPr>
              <a:t>potentiel</a:t>
            </a:r>
          </a:p>
          <a:p>
            <a:pPr algn="l"/>
            <a:endParaRPr lang="fr-CA" sz="750" dirty="0">
              <a:solidFill>
                <a:srgbClr val="6E737D"/>
              </a:solidFill>
              <a:latin typeface="Arial"/>
            </a:endParaRPr>
          </a:p>
          <a:p>
            <a:pPr algn="l"/>
            <a:endParaRPr lang="fr-CA" sz="750" dirty="0">
              <a:solidFill>
                <a:srgbClr val="6E737D"/>
              </a:solidFill>
              <a:latin typeface="Arial"/>
            </a:endParaRPr>
          </a:p>
          <a:p>
            <a:pPr algn="l"/>
            <a:endParaRPr lang="fr-CA" sz="750" dirty="0">
              <a:solidFill>
                <a:srgbClr val="6E737D"/>
              </a:solidFill>
              <a:latin typeface="Arial"/>
            </a:endParaRPr>
          </a:p>
          <a:p>
            <a:pPr algn="l"/>
            <a:endParaRPr lang="fr-CA" sz="750" dirty="0">
              <a:solidFill>
                <a:srgbClr val="6E737D"/>
              </a:solidFill>
              <a:latin typeface="Arial"/>
            </a:endParaRPr>
          </a:p>
        </p:txBody>
      </p:sp>
      <p:sp>
        <p:nvSpPr>
          <p:cNvPr id="8" name="Rounded Rectangle 7"/>
          <p:cNvSpPr/>
          <p:nvPr/>
        </p:nvSpPr>
        <p:spPr>
          <a:xfrm>
            <a:off x="2811780" y="2343150"/>
            <a:ext cx="1783080" cy="1577340"/>
          </a:xfrm>
          <a:prstGeom prst="roundRect">
            <a:avLst/>
          </a:prstGeom>
          <a:solidFill>
            <a:srgbClr val="FFFFFF"/>
          </a:solidFill>
          <a:ln w="19050">
            <a:solidFill>
              <a:srgbClr val="D2D7DC"/>
            </a:solidFill>
          </a:ln>
        </p:spPr>
        <p:style>
          <a:lnRef idx="1">
            <a:schemeClr val="accent1"/>
          </a:lnRef>
          <a:fillRef idx="3">
            <a:schemeClr val="accent1"/>
          </a:fillRef>
          <a:effectRef idx="2">
            <a:schemeClr val="accent1"/>
          </a:effectRef>
          <a:fontRef idx="minor">
            <a:schemeClr val="lt1"/>
          </a:fontRef>
        </p:style>
        <p:txBody>
          <a:bodyPr wrap="square" lIns="102870" tIns="102870" rIns="102870" bIns="102870" rtlCol="0" anchor="ctr"/>
          <a:lstStyle/>
          <a:p>
            <a:pPr algn="ctr">
              <a:spcAft>
                <a:spcPts val="450"/>
              </a:spcAft>
            </a:pPr>
            <a:r>
              <a:rPr sz="1050" b="1" dirty="0">
                <a:solidFill>
                  <a:srgbClr val="282C34"/>
                </a:solidFill>
                <a:latin typeface="Georgia"/>
              </a:rPr>
              <a:t>Normal </a:t>
            </a:r>
            <a:r>
              <a:rPr sz="1050" b="1" dirty="0" err="1">
                <a:solidFill>
                  <a:srgbClr val="282C34"/>
                </a:solidFill>
                <a:latin typeface="Georgia"/>
              </a:rPr>
              <a:t>Élevé</a:t>
            </a:r>
            <a:r>
              <a:rPr sz="1050" b="1" dirty="0">
                <a:solidFill>
                  <a:srgbClr val="282C34"/>
                </a:solidFill>
                <a:latin typeface="Georgia"/>
              </a:rPr>
              <a:t>
</a:t>
            </a:r>
          </a:p>
          <a:p>
            <a:pPr algn="l"/>
            <a:r>
              <a:rPr sz="750" dirty="0">
                <a:solidFill>
                  <a:srgbClr val="282C34"/>
                </a:solidFill>
                <a:latin typeface="Arial"/>
              </a:rPr>
              <a:t>Haut
Une expression forte </a:t>
            </a:r>
            <a:r>
              <a:rPr sz="750" dirty="0" err="1">
                <a:solidFill>
                  <a:srgbClr val="282C34"/>
                </a:solidFill>
                <a:latin typeface="Arial"/>
              </a:rPr>
              <a:t>mais</a:t>
            </a:r>
            <a:r>
              <a:rPr lang="fr-CA" sz="750" dirty="0">
                <a:solidFill>
                  <a:srgbClr val="282C34"/>
                </a:solidFill>
                <a:latin typeface="Arial"/>
              </a:rPr>
              <a:t> potentiellement</a:t>
            </a:r>
            <a:r>
              <a:rPr sz="750" dirty="0">
                <a:solidFill>
                  <a:srgbClr val="282C34"/>
                </a:solidFill>
                <a:latin typeface="Arial"/>
              </a:rPr>
              <a:t> flexible du trait</a:t>
            </a:r>
          </a:p>
        </p:txBody>
      </p:sp>
      <p:sp>
        <p:nvSpPr>
          <p:cNvPr id="9" name="Rounded Rectangle 8"/>
          <p:cNvSpPr/>
          <p:nvPr/>
        </p:nvSpPr>
        <p:spPr>
          <a:xfrm>
            <a:off x="4869180" y="2137410"/>
            <a:ext cx="1783080" cy="1577340"/>
          </a:xfrm>
          <a:prstGeom prst="roundRect">
            <a:avLst/>
          </a:prstGeom>
          <a:solidFill>
            <a:srgbClr val="FFFFFF"/>
          </a:solidFill>
          <a:ln w="19050">
            <a:solidFill>
              <a:srgbClr val="D2D7DC"/>
            </a:solidFill>
          </a:ln>
        </p:spPr>
        <p:style>
          <a:lnRef idx="1">
            <a:schemeClr val="accent1"/>
          </a:lnRef>
          <a:fillRef idx="3">
            <a:schemeClr val="accent1"/>
          </a:fillRef>
          <a:effectRef idx="2">
            <a:schemeClr val="accent1"/>
          </a:effectRef>
          <a:fontRef idx="minor">
            <a:schemeClr val="lt1"/>
          </a:fontRef>
        </p:style>
        <p:txBody>
          <a:bodyPr wrap="square" lIns="102870" tIns="102870" rIns="102870" bIns="102870" rtlCol="0" anchor="ctr"/>
          <a:lstStyle/>
          <a:p>
            <a:pPr algn="ctr">
              <a:spcAft>
                <a:spcPts val="450"/>
              </a:spcAft>
            </a:pPr>
            <a:r>
              <a:rPr sz="1050" b="1" dirty="0">
                <a:solidFill>
                  <a:srgbClr val="282C34"/>
                </a:solidFill>
                <a:latin typeface="Georgia"/>
              </a:rPr>
              <a:t>Normal Bas
</a:t>
            </a:r>
          </a:p>
          <a:p>
            <a:pPr algn="l"/>
            <a:r>
              <a:rPr sz="750" dirty="0">
                <a:solidFill>
                  <a:srgbClr val="282C34"/>
                </a:solidFill>
                <a:latin typeface="Arial"/>
              </a:rPr>
              <a:t>Bas
Une expression </a:t>
            </a:r>
            <a:r>
              <a:rPr sz="750" dirty="0" err="1">
                <a:solidFill>
                  <a:srgbClr val="282C34"/>
                </a:solidFill>
                <a:latin typeface="Arial"/>
              </a:rPr>
              <a:t>modérée</a:t>
            </a:r>
            <a:r>
              <a:rPr sz="750" dirty="0">
                <a:solidFill>
                  <a:srgbClr val="282C34"/>
                </a:solidFill>
                <a:latin typeface="Arial"/>
              </a:rPr>
              <a:t> </a:t>
            </a:r>
            <a:r>
              <a:rPr sz="750" dirty="0" err="1">
                <a:solidFill>
                  <a:srgbClr val="282C34"/>
                </a:solidFill>
                <a:latin typeface="Arial"/>
              </a:rPr>
              <a:t>ou</a:t>
            </a:r>
            <a:r>
              <a:rPr sz="750" dirty="0">
                <a:solidFill>
                  <a:srgbClr val="282C34"/>
                </a:solidFill>
                <a:latin typeface="Arial"/>
              </a:rPr>
              <a:t> </a:t>
            </a:r>
            <a:r>
              <a:rPr sz="750" dirty="0" err="1">
                <a:solidFill>
                  <a:srgbClr val="282C34"/>
                </a:solidFill>
                <a:latin typeface="Arial"/>
              </a:rPr>
              <a:t>discrète</a:t>
            </a:r>
            <a:r>
              <a:rPr sz="750" dirty="0">
                <a:solidFill>
                  <a:srgbClr val="282C34"/>
                </a:solidFill>
                <a:latin typeface="Arial"/>
              </a:rPr>
              <a:t> du trait</a:t>
            </a:r>
          </a:p>
        </p:txBody>
      </p:sp>
      <p:sp>
        <p:nvSpPr>
          <p:cNvPr id="10" name="Rounded Rectangle 9"/>
          <p:cNvSpPr/>
          <p:nvPr/>
        </p:nvSpPr>
        <p:spPr>
          <a:xfrm>
            <a:off x="6926580" y="2343150"/>
            <a:ext cx="1783080" cy="1577340"/>
          </a:xfrm>
          <a:prstGeom prst="roundRect">
            <a:avLst/>
          </a:prstGeom>
          <a:solidFill>
            <a:srgbClr val="F0F5F6"/>
          </a:solidFill>
          <a:ln w="12700">
            <a:solidFill>
              <a:srgbClr val="D2D7DC"/>
            </a:solidFill>
          </a:ln>
        </p:spPr>
        <p:style>
          <a:lnRef idx="1">
            <a:schemeClr val="accent1"/>
          </a:lnRef>
          <a:fillRef idx="3">
            <a:schemeClr val="accent1"/>
          </a:fillRef>
          <a:effectRef idx="2">
            <a:schemeClr val="accent1"/>
          </a:effectRef>
          <a:fontRef idx="minor">
            <a:schemeClr val="lt1"/>
          </a:fontRef>
        </p:style>
        <p:txBody>
          <a:bodyPr wrap="square" lIns="102870" tIns="102870" rIns="102870" bIns="102870" rtlCol="0" anchor="ctr"/>
          <a:lstStyle/>
          <a:p>
            <a:pPr algn="ctr">
              <a:spcAft>
                <a:spcPts val="450"/>
              </a:spcAft>
            </a:pPr>
            <a:r>
              <a:rPr sz="1050" b="1" dirty="0" err="1">
                <a:solidFill>
                  <a:srgbClr val="146E78"/>
                </a:solidFill>
                <a:latin typeface="Georgia"/>
              </a:rPr>
              <a:t>Inadapté</a:t>
            </a:r>
            <a:r>
              <a:rPr sz="1050" b="1" dirty="0">
                <a:solidFill>
                  <a:srgbClr val="146E78"/>
                </a:solidFill>
                <a:latin typeface="Georgia"/>
              </a:rPr>
              <a:t> Bas
</a:t>
            </a:r>
          </a:p>
          <a:p>
            <a:pPr algn="l"/>
            <a:r>
              <a:rPr sz="750" dirty="0" err="1">
                <a:solidFill>
                  <a:srgbClr val="6E737D"/>
                </a:solidFill>
                <a:latin typeface="Arial"/>
              </a:rPr>
              <a:t>Carence</a:t>
            </a:r>
            <a:r>
              <a:rPr sz="750" dirty="0">
                <a:solidFill>
                  <a:srgbClr val="6E737D"/>
                </a:solidFill>
                <a:latin typeface="Arial"/>
              </a:rPr>
              <a:t> </a:t>
            </a:r>
            <a:r>
              <a:rPr lang="fr-CA" sz="750" dirty="0">
                <a:solidFill>
                  <a:srgbClr val="6E737D"/>
                </a:solidFill>
                <a:latin typeface="Arial"/>
              </a:rPr>
              <a:t>potentielle</a:t>
            </a:r>
            <a:r>
              <a:rPr sz="750" dirty="0">
                <a:solidFill>
                  <a:srgbClr val="6E737D"/>
                </a:solidFill>
                <a:latin typeface="Arial"/>
              </a:rPr>
              <a:t>
</a:t>
            </a:r>
          </a:p>
        </p:txBody>
      </p:sp>
      <p:sp>
        <p:nvSpPr>
          <p:cNvPr id="11" name="TextBox 10"/>
          <p:cNvSpPr txBox="1"/>
          <p:nvPr/>
        </p:nvSpPr>
        <p:spPr>
          <a:xfrm>
            <a:off x="685801" y="4263391"/>
            <a:ext cx="7772171" cy="276999"/>
          </a:xfrm>
          <a:prstGeom prst="rect">
            <a:avLst/>
          </a:prstGeom>
          <a:noFill/>
        </p:spPr>
        <p:txBody>
          <a:bodyPr wrap="square" lIns="0" tIns="0" rIns="0" bIns="0">
            <a:spAutoFit/>
          </a:bodyPr>
          <a:lstStyle/>
          <a:p>
            <a:pPr algn="ctr"/>
            <a:r>
              <a:rPr sz="900" b="1" i="1" dirty="0" err="1">
                <a:solidFill>
                  <a:srgbClr val="282C34"/>
                </a:solidFill>
                <a:latin typeface="Arial"/>
              </a:rPr>
              <a:t>Axiome</a:t>
            </a:r>
            <a:r>
              <a:rPr sz="900" b="1" i="1" dirty="0">
                <a:solidFill>
                  <a:srgbClr val="282C34"/>
                </a:solidFill>
                <a:latin typeface="Arial"/>
              </a:rPr>
              <a:t> : Les positions </a:t>
            </a:r>
            <a:r>
              <a:rPr sz="900" b="1" i="1" dirty="0" err="1">
                <a:solidFill>
                  <a:srgbClr val="282C34"/>
                </a:solidFill>
                <a:latin typeface="Arial"/>
              </a:rPr>
              <a:t>extrêmes</a:t>
            </a:r>
            <a:r>
              <a:rPr sz="900" b="1" i="1" dirty="0">
                <a:solidFill>
                  <a:srgbClr val="282C34"/>
                </a:solidFill>
                <a:latin typeface="Arial"/>
              </a:rPr>
              <a:t> (aux deux </a:t>
            </a:r>
            <a:r>
              <a:rPr sz="900" b="1" i="1" dirty="0" err="1">
                <a:solidFill>
                  <a:srgbClr val="282C34"/>
                </a:solidFill>
                <a:latin typeface="Arial"/>
              </a:rPr>
              <a:t>pôles</a:t>
            </a:r>
            <a:r>
              <a:rPr sz="900" b="1" i="1" dirty="0">
                <a:solidFill>
                  <a:srgbClr val="282C34"/>
                </a:solidFill>
                <a:latin typeface="Arial"/>
              </a:rPr>
              <a:t> </a:t>
            </a:r>
            <a:r>
              <a:rPr sz="900" b="1" i="1" dirty="0" err="1">
                <a:solidFill>
                  <a:srgbClr val="282C34"/>
                </a:solidFill>
                <a:latin typeface="Arial"/>
              </a:rPr>
              <a:t>inadaptés</a:t>
            </a:r>
            <a:r>
              <a:rPr sz="900" b="1" i="1" dirty="0">
                <a:solidFill>
                  <a:srgbClr val="282C34"/>
                </a:solidFill>
                <a:latin typeface="Arial"/>
              </a:rPr>
              <a:t> </a:t>
            </a:r>
            <a:r>
              <a:rPr sz="900" b="1" i="1" dirty="0" err="1">
                <a:solidFill>
                  <a:srgbClr val="282C34"/>
                </a:solidFill>
                <a:latin typeface="Arial"/>
              </a:rPr>
              <a:t>élevé</a:t>
            </a:r>
            <a:r>
              <a:rPr sz="900" b="1" i="1" dirty="0">
                <a:solidFill>
                  <a:srgbClr val="282C34"/>
                </a:solidFill>
                <a:latin typeface="Arial"/>
              </a:rPr>
              <a:t> </a:t>
            </a:r>
            <a:r>
              <a:rPr sz="900" b="1" i="1" dirty="0" err="1">
                <a:solidFill>
                  <a:srgbClr val="282C34"/>
                </a:solidFill>
                <a:latin typeface="Arial"/>
              </a:rPr>
              <a:t>ou</a:t>
            </a:r>
            <a:r>
              <a:rPr sz="900" b="1" i="1" dirty="0">
                <a:solidFill>
                  <a:srgbClr val="282C34"/>
                </a:solidFill>
                <a:latin typeface="Arial"/>
              </a:rPr>
              <a:t> bas) </a:t>
            </a:r>
            <a:r>
              <a:rPr sz="900" b="1" i="1" dirty="0" err="1">
                <a:solidFill>
                  <a:srgbClr val="282C34"/>
                </a:solidFill>
                <a:latin typeface="Arial"/>
              </a:rPr>
              <a:t>signalent</a:t>
            </a:r>
            <a:r>
              <a:rPr sz="900" b="1" i="1" dirty="0">
                <a:solidFill>
                  <a:srgbClr val="282C34"/>
                </a:solidFill>
                <a:latin typeface="Arial"/>
              </a:rPr>
              <a:t> des </a:t>
            </a:r>
            <a:r>
              <a:rPr sz="900" b="1" i="1" dirty="0" err="1">
                <a:solidFill>
                  <a:srgbClr val="282C34"/>
                </a:solidFill>
                <a:latin typeface="Arial"/>
              </a:rPr>
              <a:t>risques</a:t>
            </a:r>
            <a:r>
              <a:rPr lang="fr-CA" sz="900" b="1" i="1" dirty="0">
                <a:solidFill>
                  <a:srgbClr val="282C34"/>
                </a:solidFill>
                <a:latin typeface="Arial"/>
              </a:rPr>
              <a:t> potentiels</a:t>
            </a:r>
            <a:r>
              <a:rPr sz="900" b="1" i="1" dirty="0">
                <a:solidFill>
                  <a:srgbClr val="282C34"/>
                </a:solidFill>
                <a:latin typeface="Arial"/>
              </a:rPr>
              <a:t> de </a:t>
            </a:r>
            <a:r>
              <a:rPr sz="900" b="1" i="1" dirty="0" err="1">
                <a:solidFill>
                  <a:srgbClr val="282C34"/>
                </a:solidFill>
                <a:latin typeface="Arial"/>
              </a:rPr>
              <a:t>comportements</a:t>
            </a:r>
            <a:r>
              <a:rPr sz="900" b="1" i="1" dirty="0">
                <a:solidFill>
                  <a:srgbClr val="282C34"/>
                </a:solidFill>
                <a:latin typeface="Arial"/>
              </a:rPr>
              <a:t> </a:t>
            </a:r>
            <a:r>
              <a:rPr sz="900" b="1" i="1" dirty="0" err="1">
                <a:solidFill>
                  <a:srgbClr val="282C34"/>
                </a:solidFill>
                <a:latin typeface="Arial"/>
              </a:rPr>
              <a:t>problématiques</a:t>
            </a:r>
            <a:r>
              <a:rPr sz="900" b="1" i="1" dirty="0">
                <a:solidFill>
                  <a:srgbClr val="282C34"/>
                </a:solidFill>
                <a:latin typeface="Arial"/>
              </a:rPr>
              <a:t> </a:t>
            </a:r>
            <a:r>
              <a:rPr sz="900" b="1" i="1" dirty="0" err="1">
                <a:solidFill>
                  <a:srgbClr val="282C34"/>
                </a:solidFill>
                <a:latin typeface="Arial"/>
              </a:rPr>
              <a:t>ou</a:t>
            </a:r>
            <a:r>
              <a:rPr sz="900" b="1" i="1" dirty="0">
                <a:solidFill>
                  <a:srgbClr val="282C34"/>
                </a:solidFill>
                <a:latin typeface="Arial"/>
              </a:rPr>
              <a:t> </a:t>
            </a:r>
            <a:r>
              <a:rPr sz="900" b="1" i="1" dirty="0" err="1">
                <a:solidFill>
                  <a:srgbClr val="282C34"/>
                </a:solidFill>
                <a:latin typeface="Arial"/>
              </a:rPr>
              <a:t>d'écarts</a:t>
            </a:r>
            <a:r>
              <a:rPr sz="900" b="1" i="1" dirty="0">
                <a:solidFill>
                  <a:srgbClr val="282C34"/>
                </a:solidFill>
                <a:latin typeface="Arial"/>
              </a:rPr>
              <a:t> de performance au travail.</a:t>
            </a:r>
          </a:p>
        </p:txBody>
      </p:sp>
      <p:sp>
        <p:nvSpPr>
          <p:cNvPr id="12" name="Espace réservé du pied de page 3">
            <a:extLst>
              <a:ext uri="{FF2B5EF4-FFF2-40B4-BE49-F238E27FC236}">
                <a16:creationId xmlns:a16="http://schemas.microsoft.com/office/drawing/2014/main" id="{6E2058D3-4A08-28FB-41C5-77ED348D1FA2}"/>
              </a:ext>
            </a:extLst>
          </p:cNvPr>
          <p:cNvSpPr txBox="1">
            <a:spLocks/>
          </p:cNvSpPr>
          <p:nvPr/>
        </p:nvSpPr>
        <p:spPr>
          <a:xfrm>
            <a:off x="3124200" y="5384996"/>
            <a:ext cx="2895600" cy="18522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CA" sz="558">
                <a:solidFill>
                  <a:srgbClr val="003C71"/>
                </a:solidFill>
                <a:latin typeface="Visby CF"/>
              </a:rPr>
              <a:t>@2026. Marie-Christine ALBERT. Tous droits réservés.</a:t>
            </a:r>
            <a:endParaRPr lang="fr-CA" sz="558" dirty="0">
              <a:solidFill>
                <a:srgbClr val="003C71"/>
              </a:solidFill>
              <a:latin typeface="Visby CF"/>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Espace réservé du contenu 9"/>
          <p:cNvGraphicFramePr>
            <a:graphicFrameLocks noGrp="1"/>
          </p:cNvGraphicFramePr>
          <p:nvPr>
            <p:ph sz="quarter" idx="13"/>
          </p:nvPr>
        </p:nvGraphicFramePr>
        <p:xfrm>
          <a:off x="521494" y="1244592"/>
          <a:ext cx="8099820" cy="3776133"/>
        </p:xfrm>
        <a:graphic>
          <a:graphicData uri="http://schemas.openxmlformats.org/drawingml/2006/table">
            <a:tbl>
              <a:tblPr firstRow="1" bandRow="1">
                <a:tableStyleId>{5C22544A-7EE6-4342-B048-85BDC9FD1C3A}</a:tableStyleId>
              </a:tblPr>
              <a:tblGrid>
                <a:gridCol w="2024955">
                  <a:extLst>
                    <a:ext uri="{9D8B030D-6E8A-4147-A177-3AD203B41FA5}">
                      <a16:colId xmlns:a16="http://schemas.microsoft.com/office/drawing/2014/main" val="20000"/>
                    </a:ext>
                  </a:extLst>
                </a:gridCol>
                <a:gridCol w="2024955">
                  <a:extLst>
                    <a:ext uri="{9D8B030D-6E8A-4147-A177-3AD203B41FA5}">
                      <a16:colId xmlns:a16="http://schemas.microsoft.com/office/drawing/2014/main" val="20001"/>
                    </a:ext>
                  </a:extLst>
                </a:gridCol>
                <a:gridCol w="2024955">
                  <a:extLst>
                    <a:ext uri="{9D8B030D-6E8A-4147-A177-3AD203B41FA5}">
                      <a16:colId xmlns:a16="http://schemas.microsoft.com/office/drawing/2014/main" val="20002"/>
                    </a:ext>
                  </a:extLst>
                </a:gridCol>
                <a:gridCol w="2024955">
                  <a:extLst>
                    <a:ext uri="{9D8B030D-6E8A-4147-A177-3AD203B41FA5}">
                      <a16:colId xmlns:a16="http://schemas.microsoft.com/office/drawing/2014/main" val="20003"/>
                    </a:ext>
                  </a:extLst>
                </a:gridCol>
              </a:tblGrid>
              <a:tr h="242609">
                <a:tc>
                  <a:txBody>
                    <a:bodyPr/>
                    <a:lstStyle/>
                    <a:p>
                      <a:pPr algn="ctr"/>
                      <a:r>
                        <a:rPr lang="fr-CA" sz="1100" dirty="0"/>
                        <a:t>Inadapté</a:t>
                      </a:r>
                      <a:r>
                        <a:rPr lang="fr-CA" sz="1100" baseline="0" dirty="0"/>
                        <a:t> élevé</a:t>
                      </a:r>
                      <a:endParaRPr lang="fr-CA" sz="1100" dirty="0"/>
                    </a:p>
                  </a:txBody>
                  <a:tcPr marL="85599" marR="85599" marT="34290" marB="34290" anchor="ctr"/>
                </a:tc>
                <a:tc>
                  <a:txBody>
                    <a:bodyPr/>
                    <a:lstStyle/>
                    <a:p>
                      <a:pPr algn="ctr"/>
                      <a:r>
                        <a:rPr lang="fr-CA" sz="1100" dirty="0"/>
                        <a:t>Normal élevé</a:t>
                      </a:r>
                    </a:p>
                  </a:txBody>
                  <a:tcPr marL="85599" marR="85599" marT="34290" marB="34290" anchor="ctr"/>
                </a:tc>
                <a:tc>
                  <a:txBody>
                    <a:bodyPr/>
                    <a:lstStyle/>
                    <a:p>
                      <a:pPr algn="ctr"/>
                      <a:r>
                        <a:rPr lang="fr-CA" sz="1100" dirty="0"/>
                        <a:t>Normal</a:t>
                      </a:r>
                      <a:r>
                        <a:rPr lang="fr-CA" sz="1100" baseline="0" dirty="0"/>
                        <a:t> bas</a:t>
                      </a:r>
                      <a:endParaRPr lang="fr-CA" sz="1100" dirty="0"/>
                    </a:p>
                  </a:txBody>
                  <a:tcPr marL="85599" marR="85599" marT="34290" marB="34290" anchor="ctr"/>
                </a:tc>
                <a:tc>
                  <a:txBody>
                    <a:bodyPr/>
                    <a:lstStyle/>
                    <a:p>
                      <a:pPr algn="ctr"/>
                      <a:r>
                        <a:rPr lang="fr-CA" sz="1100"/>
                        <a:t>Inadapté</a:t>
                      </a:r>
                      <a:r>
                        <a:rPr lang="fr-CA" sz="1100" baseline="0"/>
                        <a:t> bas</a:t>
                      </a:r>
                      <a:endParaRPr lang="fr-CA" sz="1100" dirty="0"/>
                    </a:p>
                  </a:txBody>
                  <a:tcPr marL="85599" marR="85599" marT="34290" marB="34290" anchor="ctr"/>
                </a:tc>
                <a:extLst>
                  <a:ext uri="{0D108BD9-81ED-4DB2-BD59-A6C34878D82A}">
                    <a16:rowId xmlns:a16="http://schemas.microsoft.com/office/drawing/2014/main" val="10000"/>
                  </a:ext>
                </a:extLst>
              </a:tr>
              <a:tr h="242609">
                <a:tc gridSpan="2">
                  <a:txBody>
                    <a:bodyPr/>
                    <a:lstStyle/>
                    <a:p>
                      <a:pPr algn="ctr"/>
                      <a:r>
                        <a:rPr lang="fr-CA" sz="1100" dirty="0"/>
                        <a:t>Névrosisme</a:t>
                      </a:r>
                    </a:p>
                  </a:txBody>
                  <a:tcPr marL="85599" marR="85599" marT="34290" marB="34290" anchor="ctr"/>
                </a:tc>
                <a:tc hMerge="1">
                  <a:txBody>
                    <a:bodyPr/>
                    <a:lstStyle/>
                    <a:p>
                      <a:endParaRPr lang="fr-CA" dirty="0"/>
                    </a:p>
                  </a:txBody>
                  <a:tcPr/>
                </a:tc>
                <a:tc gridSpan="2">
                  <a:txBody>
                    <a:bodyPr/>
                    <a:lstStyle/>
                    <a:p>
                      <a:pPr algn="ctr"/>
                      <a:r>
                        <a:rPr lang="fr-CA" sz="1100" dirty="0"/>
                        <a:t>Stabilité émotionnelle</a:t>
                      </a:r>
                    </a:p>
                  </a:txBody>
                  <a:tcPr marL="85599" marR="85599" marT="34290" marB="34290" anchor="ctr"/>
                </a:tc>
                <a:tc hMerge="1">
                  <a:txBody>
                    <a:bodyPr/>
                    <a:lstStyle/>
                    <a:p>
                      <a:endParaRPr lang="fr-CA" dirty="0"/>
                    </a:p>
                  </a:txBody>
                  <a:tcPr/>
                </a:tc>
                <a:extLst>
                  <a:ext uri="{0D108BD9-81ED-4DB2-BD59-A6C34878D82A}">
                    <a16:rowId xmlns:a16="http://schemas.microsoft.com/office/drawing/2014/main" val="10001"/>
                  </a:ext>
                </a:extLst>
              </a:tr>
              <a:tr h="431246">
                <a:tc>
                  <a:txBody>
                    <a:bodyPr/>
                    <a:lstStyle/>
                    <a:p>
                      <a:pPr algn="ctr"/>
                      <a:r>
                        <a:rPr lang="fr-CA" sz="1100" dirty="0"/>
                        <a:t>Angoissé, colérique, compulsif</a:t>
                      </a:r>
                    </a:p>
                  </a:txBody>
                  <a:tcPr marL="85599" marR="85599" marT="34290" marB="34290" anchor="ctr"/>
                </a:tc>
                <a:tc>
                  <a:txBody>
                    <a:bodyPr/>
                    <a:lstStyle/>
                    <a:p>
                      <a:pPr algn="ctr"/>
                      <a:r>
                        <a:rPr lang="fr-CA" sz="1100" dirty="0"/>
                        <a:t>Vigilant,</a:t>
                      </a:r>
                      <a:r>
                        <a:rPr lang="fr-CA" sz="1100" baseline="0" dirty="0"/>
                        <a:t> irrité, impulsif</a:t>
                      </a:r>
                      <a:endParaRPr lang="fr-CA" sz="1100" dirty="0"/>
                    </a:p>
                  </a:txBody>
                  <a:tcPr marL="85599" marR="85599" marT="34290" marB="34290" anchor="ctr"/>
                </a:tc>
                <a:tc>
                  <a:txBody>
                    <a:bodyPr/>
                    <a:lstStyle/>
                    <a:p>
                      <a:pPr algn="ctr"/>
                      <a:r>
                        <a:rPr lang="fr-CA" sz="1100" baseline="0" dirty="0"/>
                        <a:t>Détendu, aplomb, modéré</a:t>
                      </a:r>
                      <a:endParaRPr lang="fr-CA" sz="1100" dirty="0"/>
                    </a:p>
                  </a:txBody>
                  <a:tcPr marL="85599" marR="85599" marT="34290" marB="34290" anchor="ctr"/>
                </a:tc>
                <a:tc>
                  <a:txBody>
                    <a:bodyPr/>
                    <a:lstStyle/>
                    <a:p>
                      <a:pPr algn="ctr"/>
                      <a:r>
                        <a:rPr lang="fr-CA" sz="1100" dirty="0"/>
                        <a:t>Insouciant,</a:t>
                      </a:r>
                      <a:r>
                        <a:rPr lang="fr-CA" sz="1100" baseline="0" dirty="0"/>
                        <a:t> bonace, réprimé</a:t>
                      </a:r>
                      <a:endParaRPr lang="fr-CA" sz="1100" dirty="0"/>
                    </a:p>
                  </a:txBody>
                  <a:tcPr marL="85599" marR="85599" marT="34290" marB="34290" anchor="ctr"/>
                </a:tc>
                <a:extLst>
                  <a:ext uri="{0D108BD9-81ED-4DB2-BD59-A6C34878D82A}">
                    <a16:rowId xmlns:a16="http://schemas.microsoft.com/office/drawing/2014/main" val="10002"/>
                  </a:ext>
                </a:extLst>
              </a:tr>
              <a:tr h="242609">
                <a:tc gridSpan="2">
                  <a:txBody>
                    <a:bodyPr/>
                    <a:lstStyle/>
                    <a:p>
                      <a:pPr algn="ctr"/>
                      <a:r>
                        <a:rPr lang="fr-CA" sz="1100" dirty="0"/>
                        <a:t>Extraversion</a:t>
                      </a:r>
                    </a:p>
                  </a:txBody>
                  <a:tcPr marL="85599" marR="85599" marT="34290" marB="34290" anchor="ctr"/>
                </a:tc>
                <a:tc hMerge="1">
                  <a:txBody>
                    <a:bodyPr/>
                    <a:lstStyle/>
                    <a:p>
                      <a:endParaRPr lang="fr-CA" dirty="0"/>
                    </a:p>
                  </a:txBody>
                  <a:tcPr/>
                </a:tc>
                <a:tc gridSpan="2">
                  <a:txBody>
                    <a:bodyPr/>
                    <a:lstStyle/>
                    <a:p>
                      <a:pPr algn="ctr"/>
                      <a:r>
                        <a:rPr lang="fr-CA" sz="1100" dirty="0"/>
                        <a:t>Introversion</a:t>
                      </a:r>
                    </a:p>
                  </a:txBody>
                  <a:tcPr marL="85599" marR="85599" marT="34290" marB="34290" anchor="ctr"/>
                </a:tc>
                <a:tc hMerge="1">
                  <a:txBody>
                    <a:bodyPr/>
                    <a:lstStyle/>
                    <a:p>
                      <a:endParaRPr lang="fr-CA" dirty="0"/>
                    </a:p>
                  </a:txBody>
                  <a:tcPr/>
                </a:tc>
                <a:extLst>
                  <a:ext uri="{0D108BD9-81ED-4DB2-BD59-A6C34878D82A}">
                    <a16:rowId xmlns:a16="http://schemas.microsoft.com/office/drawing/2014/main" val="10003"/>
                  </a:ext>
                </a:extLst>
              </a:tr>
              <a:tr h="431246">
                <a:tc>
                  <a:txBody>
                    <a:bodyPr/>
                    <a:lstStyle/>
                    <a:p>
                      <a:pPr algn="ctr"/>
                      <a:r>
                        <a:rPr lang="fr-CA" sz="1100" dirty="0"/>
                        <a:t>Théâtral,</a:t>
                      </a:r>
                      <a:r>
                        <a:rPr lang="fr-CA" sz="1100" baseline="0" dirty="0"/>
                        <a:t> péremptoire, fébrile</a:t>
                      </a:r>
                      <a:endParaRPr lang="fr-CA" sz="1100" dirty="0"/>
                    </a:p>
                  </a:txBody>
                  <a:tcPr marL="85599" marR="85599" marT="34290" marB="34290" anchor="ctr"/>
                </a:tc>
                <a:tc>
                  <a:txBody>
                    <a:bodyPr/>
                    <a:lstStyle/>
                    <a:p>
                      <a:pPr algn="ctr"/>
                      <a:r>
                        <a:rPr lang="fr-CA" sz="1100" baseline="0" dirty="0"/>
                        <a:t>Engageant, assertif, énergique</a:t>
                      </a:r>
                      <a:endParaRPr lang="fr-CA" sz="1100" dirty="0"/>
                    </a:p>
                  </a:txBody>
                  <a:tcPr marL="85599" marR="85599" marT="34290" marB="34290" anchor="ctr"/>
                </a:tc>
                <a:tc>
                  <a:txBody>
                    <a:bodyPr/>
                    <a:lstStyle/>
                    <a:p>
                      <a:pPr algn="ctr"/>
                      <a:r>
                        <a:rPr lang="fr-CA" sz="1100" dirty="0"/>
                        <a:t>Indépendant,</a:t>
                      </a:r>
                      <a:r>
                        <a:rPr lang="fr-CA" sz="1100" baseline="0" dirty="0"/>
                        <a:t> ambivalent, faible</a:t>
                      </a:r>
                      <a:endParaRPr lang="fr-CA" sz="1100" dirty="0"/>
                    </a:p>
                  </a:txBody>
                  <a:tcPr marL="85599" marR="85599" marT="34290" marB="34290" anchor="ctr"/>
                </a:tc>
                <a:tc>
                  <a:txBody>
                    <a:bodyPr/>
                    <a:lstStyle/>
                    <a:p>
                      <a:pPr algn="ctr"/>
                      <a:r>
                        <a:rPr lang="fr-CA" sz="1100" dirty="0"/>
                        <a:t>Évitant, effacé,</a:t>
                      </a:r>
                      <a:r>
                        <a:rPr lang="fr-CA" sz="1100" baseline="0" dirty="0"/>
                        <a:t> léthargique</a:t>
                      </a:r>
                      <a:endParaRPr lang="fr-CA" sz="1100" dirty="0"/>
                    </a:p>
                  </a:txBody>
                  <a:tcPr marL="85599" marR="85599" marT="34290" marB="34290" anchor="ctr"/>
                </a:tc>
                <a:extLst>
                  <a:ext uri="{0D108BD9-81ED-4DB2-BD59-A6C34878D82A}">
                    <a16:rowId xmlns:a16="http://schemas.microsoft.com/office/drawing/2014/main" val="10004"/>
                  </a:ext>
                </a:extLst>
              </a:tr>
              <a:tr h="242609">
                <a:tc gridSpan="2">
                  <a:txBody>
                    <a:bodyPr/>
                    <a:lstStyle/>
                    <a:p>
                      <a:pPr algn="ctr"/>
                      <a:r>
                        <a:rPr lang="fr-CA" sz="1100" dirty="0"/>
                        <a:t>Ouverture</a:t>
                      </a:r>
                    </a:p>
                  </a:txBody>
                  <a:tcPr marL="85599" marR="85599" marT="34290" marB="34290" anchor="ctr"/>
                </a:tc>
                <a:tc hMerge="1">
                  <a:txBody>
                    <a:bodyPr/>
                    <a:lstStyle/>
                    <a:p>
                      <a:endParaRPr lang="fr-CA" dirty="0"/>
                    </a:p>
                  </a:txBody>
                  <a:tcPr/>
                </a:tc>
                <a:tc gridSpan="2">
                  <a:txBody>
                    <a:bodyPr/>
                    <a:lstStyle/>
                    <a:p>
                      <a:pPr algn="ctr"/>
                      <a:r>
                        <a:rPr lang="fr-CA" sz="1100" dirty="0"/>
                        <a:t>Dogmatisme</a:t>
                      </a:r>
                    </a:p>
                  </a:txBody>
                  <a:tcPr marL="85599" marR="85599" marT="34290" marB="34290" anchor="ctr"/>
                </a:tc>
                <a:tc hMerge="1">
                  <a:txBody>
                    <a:bodyPr/>
                    <a:lstStyle/>
                    <a:p>
                      <a:endParaRPr lang="fr-CA" dirty="0"/>
                    </a:p>
                  </a:txBody>
                  <a:tcPr/>
                </a:tc>
                <a:extLst>
                  <a:ext uri="{0D108BD9-81ED-4DB2-BD59-A6C34878D82A}">
                    <a16:rowId xmlns:a16="http://schemas.microsoft.com/office/drawing/2014/main" val="10005"/>
                  </a:ext>
                </a:extLst>
              </a:tr>
              <a:tr h="595495">
                <a:tc>
                  <a:txBody>
                    <a:bodyPr/>
                    <a:lstStyle/>
                    <a:p>
                      <a:pPr algn="ctr"/>
                      <a:r>
                        <a:rPr lang="fr-CA" sz="1100" dirty="0"/>
                        <a:t>Fabulateur,</a:t>
                      </a:r>
                      <a:r>
                        <a:rPr lang="fr-CA" sz="1100" baseline="0" dirty="0"/>
                        <a:t> extravagant, radical</a:t>
                      </a:r>
                    </a:p>
                  </a:txBody>
                  <a:tcPr marL="85599" marR="85599" marT="34290" marB="34290" anchor="ctr"/>
                </a:tc>
                <a:tc>
                  <a:txBody>
                    <a:bodyPr/>
                    <a:lstStyle/>
                    <a:p>
                      <a:pPr algn="ctr"/>
                      <a:r>
                        <a:rPr lang="fr-CA" sz="1100" dirty="0"/>
                        <a:t>Inventif, critique, libéral</a:t>
                      </a:r>
                    </a:p>
                  </a:txBody>
                  <a:tcPr marL="85599" marR="85599" marT="34290" marB="34290" anchor="ctr"/>
                </a:tc>
                <a:tc>
                  <a:txBody>
                    <a:bodyPr/>
                    <a:lstStyle/>
                    <a:p>
                      <a:pPr algn="ctr"/>
                      <a:r>
                        <a:rPr lang="fr-CA" sz="1100" dirty="0"/>
                        <a:t>Terre à terre,</a:t>
                      </a:r>
                      <a:r>
                        <a:rPr lang="fr-CA" sz="1100" baseline="0" dirty="0"/>
                        <a:t> pragmatique, conservateur</a:t>
                      </a:r>
                      <a:endParaRPr lang="fr-CA" sz="1100" dirty="0"/>
                    </a:p>
                  </a:txBody>
                  <a:tcPr marL="85599" marR="85599" marT="34290" marB="34290" anchor="ctr"/>
                </a:tc>
                <a:tc>
                  <a:txBody>
                    <a:bodyPr/>
                    <a:lstStyle/>
                    <a:p>
                      <a:pPr algn="ctr"/>
                      <a:r>
                        <a:rPr lang="fr-CA" sz="1100" dirty="0"/>
                        <a:t>Moutonnier, fermé d’esprit, dogmatique</a:t>
                      </a:r>
                    </a:p>
                  </a:txBody>
                  <a:tcPr marL="85599" marR="85599" marT="34290" marB="34290" anchor="ctr"/>
                </a:tc>
                <a:extLst>
                  <a:ext uri="{0D108BD9-81ED-4DB2-BD59-A6C34878D82A}">
                    <a16:rowId xmlns:a16="http://schemas.microsoft.com/office/drawing/2014/main" val="10006"/>
                  </a:ext>
                </a:extLst>
              </a:tr>
              <a:tr h="242609">
                <a:tc gridSpan="2">
                  <a:txBody>
                    <a:bodyPr/>
                    <a:lstStyle/>
                    <a:p>
                      <a:pPr algn="ctr"/>
                      <a:r>
                        <a:rPr lang="fr-CA" sz="1100" dirty="0"/>
                        <a:t>Agréabilité</a:t>
                      </a:r>
                    </a:p>
                  </a:txBody>
                  <a:tcPr marL="85599" marR="85599" marT="34290" marB="34290" anchor="ctr"/>
                </a:tc>
                <a:tc hMerge="1">
                  <a:txBody>
                    <a:bodyPr/>
                    <a:lstStyle/>
                    <a:p>
                      <a:endParaRPr lang="fr-CA" dirty="0"/>
                    </a:p>
                  </a:txBody>
                  <a:tcPr/>
                </a:tc>
                <a:tc gridSpan="2">
                  <a:txBody>
                    <a:bodyPr/>
                    <a:lstStyle/>
                    <a:p>
                      <a:pPr algn="ctr"/>
                      <a:r>
                        <a:rPr lang="fr-CA" sz="1100" dirty="0"/>
                        <a:t>Désagréabilité</a:t>
                      </a:r>
                    </a:p>
                  </a:txBody>
                  <a:tcPr marL="85599" marR="85599" marT="34290" marB="34290" anchor="ctr"/>
                </a:tc>
                <a:tc hMerge="1">
                  <a:txBody>
                    <a:bodyPr/>
                    <a:lstStyle/>
                    <a:p>
                      <a:endParaRPr lang="fr-CA" dirty="0"/>
                    </a:p>
                  </a:txBody>
                  <a:tcPr/>
                </a:tc>
                <a:extLst>
                  <a:ext uri="{0D108BD9-81ED-4DB2-BD59-A6C34878D82A}">
                    <a16:rowId xmlns:a16="http://schemas.microsoft.com/office/drawing/2014/main" val="10007"/>
                  </a:ext>
                </a:extLst>
              </a:tr>
              <a:tr h="431246">
                <a:tc>
                  <a:txBody>
                    <a:bodyPr/>
                    <a:lstStyle/>
                    <a:p>
                      <a:pPr algn="ctr"/>
                      <a:r>
                        <a:rPr lang="fr-CA" sz="1100" dirty="0"/>
                        <a:t>Crédule, servile,</a:t>
                      </a:r>
                      <a:r>
                        <a:rPr lang="fr-CA" sz="1100" baseline="0" dirty="0"/>
                        <a:t> hypersensible</a:t>
                      </a:r>
                      <a:endParaRPr lang="fr-CA" sz="1100" dirty="0"/>
                    </a:p>
                  </a:txBody>
                  <a:tcPr marL="85599" marR="85599" marT="34290" marB="34290" anchor="ctr"/>
                </a:tc>
                <a:tc>
                  <a:txBody>
                    <a:bodyPr/>
                    <a:lstStyle/>
                    <a:p>
                      <a:pPr algn="ctr"/>
                      <a:r>
                        <a:rPr lang="fr-CA" sz="1100" dirty="0"/>
                        <a:t>Confiant,</a:t>
                      </a:r>
                      <a:r>
                        <a:rPr lang="fr-CA" sz="1100" baseline="0" dirty="0"/>
                        <a:t> généreux, empathique</a:t>
                      </a:r>
                      <a:endParaRPr lang="fr-CA" sz="1100" dirty="0"/>
                    </a:p>
                  </a:txBody>
                  <a:tcPr marL="85599" marR="85599" marT="34290" marB="34290" anchor="ctr"/>
                </a:tc>
                <a:tc>
                  <a:txBody>
                    <a:bodyPr/>
                    <a:lstStyle/>
                    <a:p>
                      <a:pPr algn="ctr"/>
                      <a:r>
                        <a:rPr lang="fr-CA" sz="1100" dirty="0"/>
                        <a:t>Prudent, individualiste, insensible</a:t>
                      </a:r>
                    </a:p>
                  </a:txBody>
                  <a:tcPr marL="85599" marR="85599" marT="34290" marB="34290" anchor="ctr"/>
                </a:tc>
                <a:tc>
                  <a:txBody>
                    <a:bodyPr/>
                    <a:lstStyle/>
                    <a:p>
                      <a:pPr algn="ctr"/>
                      <a:r>
                        <a:rPr lang="fr-CA" sz="1100" dirty="0"/>
                        <a:t>Cynique, égoïste,</a:t>
                      </a:r>
                      <a:r>
                        <a:rPr lang="fr-CA" sz="1100" baseline="0" dirty="0"/>
                        <a:t> dur</a:t>
                      </a:r>
                      <a:endParaRPr lang="fr-CA" sz="1100" dirty="0"/>
                    </a:p>
                  </a:txBody>
                  <a:tcPr marL="85599" marR="85599" marT="34290" marB="34290" anchor="ctr"/>
                </a:tc>
                <a:extLst>
                  <a:ext uri="{0D108BD9-81ED-4DB2-BD59-A6C34878D82A}">
                    <a16:rowId xmlns:a16="http://schemas.microsoft.com/office/drawing/2014/main" val="10008"/>
                  </a:ext>
                </a:extLst>
              </a:tr>
              <a:tr h="242609">
                <a:tc gridSpan="2">
                  <a:txBody>
                    <a:bodyPr/>
                    <a:lstStyle/>
                    <a:p>
                      <a:pPr algn="ctr"/>
                      <a:r>
                        <a:rPr lang="fr-CA" sz="1100" dirty="0"/>
                        <a:t>Conscience</a:t>
                      </a:r>
                    </a:p>
                  </a:txBody>
                  <a:tcPr marL="85599" marR="85599" marT="34290" marB="34290" anchor="ctr"/>
                </a:tc>
                <a:tc hMerge="1">
                  <a:txBody>
                    <a:bodyPr/>
                    <a:lstStyle/>
                    <a:p>
                      <a:endParaRPr lang="fr-CA" dirty="0"/>
                    </a:p>
                  </a:txBody>
                  <a:tcPr/>
                </a:tc>
                <a:tc gridSpan="2">
                  <a:txBody>
                    <a:bodyPr/>
                    <a:lstStyle/>
                    <a:p>
                      <a:pPr algn="ctr"/>
                      <a:r>
                        <a:rPr lang="fr-CA" sz="1100" dirty="0"/>
                        <a:t>Inconscience</a:t>
                      </a:r>
                    </a:p>
                  </a:txBody>
                  <a:tcPr marL="85599" marR="85599" marT="34290" marB="34290" anchor="ctr"/>
                </a:tc>
                <a:tc hMerge="1">
                  <a:txBody>
                    <a:bodyPr/>
                    <a:lstStyle/>
                    <a:p>
                      <a:endParaRPr lang="fr-CA" dirty="0"/>
                    </a:p>
                  </a:txBody>
                  <a:tcPr/>
                </a:tc>
                <a:extLst>
                  <a:ext uri="{0D108BD9-81ED-4DB2-BD59-A6C34878D82A}">
                    <a16:rowId xmlns:a16="http://schemas.microsoft.com/office/drawing/2014/main" val="10009"/>
                  </a:ext>
                </a:extLst>
              </a:tr>
              <a:tr h="431246">
                <a:tc>
                  <a:txBody>
                    <a:bodyPr/>
                    <a:lstStyle/>
                    <a:p>
                      <a:pPr algn="ctr"/>
                      <a:r>
                        <a:rPr lang="fr-CA" sz="1100" dirty="0"/>
                        <a:t>Méticuleux,</a:t>
                      </a:r>
                      <a:r>
                        <a:rPr lang="fr-CA" sz="1100" baseline="0" dirty="0"/>
                        <a:t> ergomane, opiniâtre</a:t>
                      </a:r>
                      <a:endParaRPr lang="fr-CA" sz="1100" dirty="0"/>
                    </a:p>
                  </a:txBody>
                  <a:tcPr marL="85599" marR="85599" marT="34290" marB="34290" anchor="ctr"/>
                </a:tc>
                <a:tc>
                  <a:txBody>
                    <a:bodyPr/>
                    <a:lstStyle/>
                    <a:p>
                      <a:pPr algn="ctr"/>
                      <a:r>
                        <a:rPr lang="fr-CA" sz="1100" dirty="0"/>
                        <a:t>Organisé, diligent,</a:t>
                      </a:r>
                      <a:r>
                        <a:rPr lang="fr-CA" sz="1100" baseline="0" dirty="0"/>
                        <a:t> autodiscipliné</a:t>
                      </a:r>
                      <a:endParaRPr lang="fr-CA" sz="1100" dirty="0"/>
                    </a:p>
                  </a:txBody>
                  <a:tcPr marL="85599" marR="85599" marT="34290" marB="34290" anchor="ctr"/>
                </a:tc>
                <a:tc>
                  <a:txBody>
                    <a:bodyPr/>
                    <a:lstStyle/>
                    <a:p>
                      <a:pPr algn="ctr"/>
                      <a:r>
                        <a:rPr lang="fr-CA" sz="1100" dirty="0"/>
                        <a:t>Désordonné, nonchalant,</a:t>
                      </a:r>
                      <a:r>
                        <a:rPr lang="fr-CA" sz="1100" baseline="0" dirty="0"/>
                        <a:t> atermoie</a:t>
                      </a:r>
                      <a:endParaRPr lang="fr-CA" sz="1100" dirty="0"/>
                    </a:p>
                  </a:txBody>
                  <a:tcPr marL="85599" marR="85599" marT="34290" marB="34290" anchor="ctr"/>
                </a:tc>
                <a:tc>
                  <a:txBody>
                    <a:bodyPr/>
                    <a:lstStyle/>
                    <a:p>
                      <a:pPr algn="ctr"/>
                      <a:r>
                        <a:rPr lang="fr-CA" sz="1100" dirty="0"/>
                        <a:t>Désorganisé, paresseux,</a:t>
                      </a:r>
                      <a:r>
                        <a:rPr lang="fr-CA" sz="1100" baseline="0" dirty="0"/>
                        <a:t> indiscipliné</a:t>
                      </a:r>
                      <a:endParaRPr lang="fr-CA" sz="1100" dirty="0"/>
                    </a:p>
                  </a:txBody>
                  <a:tcPr marL="85599" marR="85599" marT="34290" marB="34290" anchor="ctr"/>
                </a:tc>
                <a:extLst>
                  <a:ext uri="{0D108BD9-81ED-4DB2-BD59-A6C34878D82A}">
                    <a16:rowId xmlns:a16="http://schemas.microsoft.com/office/drawing/2014/main" val="10010"/>
                  </a:ext>
                </a:extLst>
              </a:tr>
            </a:tbl>
          </a:graphicData>
        </a:graphic>
      </p:graphicFrame>
      <p:sp>
        <p:nvSpPr>
          <p:cNvPr id="4" name="Titre 3"/>
          <p:cNvSpPr>
            <a:spLocks noGrp="1"/>
          </p:cNvSpPr>
          <p:nvPr>
            <p:ph type="title"/>
          </p:nvPr>
        </p:nvSpPr>
        <p:spPr/>
        <p:txBody>
          <a:bodyPr/>
          <a:lstStyle/>
          <a:p>
            <a:pPr algn="ctr"/>
            <a:r>
              <a:rPr lang="fr-CA"/>
              <a:t>La théorie des cinq facteurs</a:t>
            </a:r>
            <a:endParaRPr lang="fr-CA" dirty="0"/>
          </a:p>
        </p:txBody>
      </p:sp>
      <p:sp>
        <p:nvSpPr>
          <p:cNvPr id="2" name="Espace réservé du pied de page 1"/>
          <p:cNvSpPr>
            <a:spLocks noGrp="1"/>
          </p:cNvSpPr>
          <p:nvPr>
            <p:ph type="ftr" sz="quarter" idx="3"/>
          </p:nvPr>
        </p:nvSpPr>
        <p:spPr/>
        <p:txBody>
          <a:bodyPr/>
          <a:lstStyle/>
          <a:p>
            <a:r>
              <a:rPr lang="fr-CA"/>
              <a:t>© 2026. Estelle M. Morin, Ph. D.  Tous droits réservés.</a:t>
            </a:r>
            <a:endParaRPr lang="fr-CA" dirty="0"/>
          </a:p>
        </p:txBody>
      </p:sp>
      <p:sp>
        <p:nvSpPr>
          <p:cNvPr id="3" name="Espace réservé du numéro de diapositive 2"/>
          <p:cNvSpPr>
            <a:spLocks noGrp="1"/>
          </p:cNvSpPr>
          <p:nvPr>
            <p:ph type="sldNum" sz="quarter" idx="4"/>
          </p:nvPr>
        </p:nvSpPr>
        <p:spPr/>
        <p:txBody>
          <a:bodyPr/>
          <a:lstStyle/>
          <a:p>
            <a:fld id="{147C1B20-DEF4-46E3-B77F-0FB6B8193D90}" type="slidenum">
              <a:rPr lang="fr-CA" smtClean="0"/>
              <a:pPr/>
              <a:t>22</a:t>
            </a:fld>
            <a:endParaRPr lang="fr-CA"/>
          </a:p>
        </p:txBody>
      </p:sp>
    </p:spTree>
    <p:extLst>
      <p:ext uri="{BB962C8B-B14F-4D97-AF65-F5344CB8AC3E}">
        <p14:creationId xmlns:p14="http://schemas.microsoft.com/office/powerpoint/2010/main" val="47204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85801" y="1177290"/>
            <a:ext cx="7772171" cy="19050"/>
          </a:xfrm>
          <a:prstGeom prst="rect">
            <a:avLst/>
          </a:prstGeom>
          <a:solidFill>
            <a:srgbClr val="14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685800" y="1520190"/>
            <a:ext cx="2468880" cy="3291840"/>
          </a:xfrm>
          <a:prstGeom prst="roundRect">
            <a:avLst/>
          </a:prstGeom>
          <a:solidFill>
            <a:srgbClr val="FAFBFC"/>
          </a:solidFill>
          <a:ln w="1270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TextBox 5"/>
          <p:cNvSpPr txBox="1"/>
          <p:nvPr/>
        </p:nvSpPr>
        <p:spPr>
          <a:xfrm>
            <a:off x="685800" y="1759964"/>
            <a:ext cx="2468880" cy="150041"/>
          </a:xfrm>
          <a:prstGeom prst="rect">
            <a:avLst/>
          </a:prstGeom>
          <a:noFill/>
        </p:spPr>
        <p:txBody>
          <a:bodyPr wrap="square" lIns="0" tIns="0" rIns="0" bIns="0">
            <a:spAutoFit/>
          </a:bodyPr>
          <a:lstStyle/>
          <a:p>
            <a:pPr algn="ctr"/>
            <a:r>
              <a:rPr sz="975" b="1" dirty="0" err="1">
                <a:solidFill>
                  <a:srgbClr val="282C34"/>
                </a:solidFill>
                <a:latin typeface="Georgia"/>
              </a:rPr>
              <a:t>Conscienciosité</a:t>
            </a:r>
            <a:endParaRPr sz="975" b="1" dirty="0">
              <a:solidFill>
                <a:srgbClr val="282C34"/>
              </a:solidFill>
              <a:latin typeface="Georgia"/>
            </a:endParaRPr>
          </a:p>
        </p:txBody>
      </p:sp>
      <p:sp>
        <p:nvSpPr>
          <p:cNvPr id="7" name="Rectangle 6"/>
          <p:cNvSpPr/>
          <p:nvPr/>
        </p:nvSpPr>
        <p:spPr>
          <a:xfrm>
            <a:off x="891540" y="2068830"/>
            <a:ext cx="2057400" cy="14288"/>
          </a:xfrm>
          <a:prstGeom prst="rect">
            <a:avLst/>
          </a:prstGeom>
          <a:solidFill>
            <a:srgbClr val="14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p:cNvSpPr txBox="1"/>
          <p:nvPr/>
        </p:nvSpPr>
        <p:spPr>
          <a:xfrm>
            <a:off x="788670" y="2171701"/>
            <a:ext cx="2263140" cy="2072362"/>
          </a:xfrm>
          <a:prstGeom prst="rect">
            <a:avLst/>
          </a:prstGeom>
          <a:noFill/>
        </p:spPr>
        <p:txBody>
          <a:bodyPr wrap="square" lIns="0" tIns="0" rIns="0" bIns="0">
            <a:spAutoFit/>
          </a:bodyPr>
          <a:lstStyle/>
          <a:p>
            <a:pPr>
              <a:spcAft>
                <a:spcPts val="450"/>
              </a:spcAft>
            </a:pPr>
            <a:r>
              <a:rPr sz="750" b="1" dirty="0">
                <a:solidFill>
                  <a:srgbClr val="B43232"/>
                </a:solidFill>
                <a:latin typeface="Arial"/>
              </a:rPr>
              <a:t>• </a:t>
            </a:r>
            <a:r>
              <a:rPr sz="750" b="1" dirty="0" err="1">
                <a:solidFill>
                  <a:srgbClr val="B43232"/>
                </a:solidFill>
                <a:latin typeface="Arial"/>
              </a:rPr>
              <a:t>Inadapté</a:t>
            </a:r>
            <a:r>
              <a:rPr sz="750" b="1" dirty="0">
                <a:solidFill>
                  <a:srgbClr val="B43232"/>
                </a:solidFill>
                <a:latin typeface="Arial"/>
              </a:rPr>
              <a:t> </a:t>
            </a:r>
            <a:r>
              <a:rPr sz="750" b="1" dirty="0" err="1">
                <a:solidFill>
                  <a:srgbClr val="B43232"/>
                </a:solidFill>
                <a:latin typeface="Arial"/>
              </a:rPr>
              <a:t>Élevé</a:t>
            </a:r>
            <a:r>
              <a:rPr sz="750" b="1" dirty="0">
                <a:solidFill>
                  <a:srgbClr val="B43232"/>
                </a:solidFill>
                <a:latin typeface="Arial"/>
              </a:rPr>
              <a:t> : </a:t>
            </a:r>
            <a:r>
              <a:rPr sz="675" dirty="0" err="1">
                <a:solidFill>
                  <a:srgbClr val="282C34"/>
                </a:solidFill>
                <a:latin typeface="Arial"/>
              </a:rPr>
              <a:t>Perfectionniste</a:t>
            </a:r>
            <a:r>
              <a:rPr sz="675" dirty="0">
                <a:solidFill>
                  <a:srgbClr val="282C34"/>
                </a:solidFill>
                <a:latin typeface="Arial"/>
              </a:rPr>
              <a:t> </a:t>
            </a:r>
            <a:r>
              <a:rPr sz="675" dirty="0" err="1">
                <a:solidFill>
                  <a:srgbClr val="282C34"/>
                </a:solidFill>
                <a:latin typeface="Arial"/>
              </a:rPr>
              <a:t>rigide</a:t>
            </a:r>
            <a:r>
              <a:rPr sz="675" dirty="0">
                <a:solidFill>
                  <a:srgbClr val="282C34"/>
                </a:solidFill>
                <a:latin typeface="Arial"/>
              </a:rPr>
              <a:t>
Obsession du </a:t>
            </a:r>
            <a:r>
              <a:rPr sz="675" dirty="0" err="1">
                <a:solidFill>
                  <a:srgbClr val="282C34"/>
                </a:solidFill>
                <a:latin typeface="Arial"/>
              </a:rPr>
              <a:t>détail</a:t>
            </a:r>
            <a:r>
              <a:rPr sz="675" dirty="0">
                <a:solidFill>
                  <a:srgbClr val="282C34"/>
                </a:solidFill>
                <a:latin typeface="Arial"/>
              </a:rPr>
              <a:t>, </a:t>
            </a:r>
            <a:r>
              <a:rPr sz="675" dirty="0" err="1">
                <a:solidFill>
                  <a:srgbClr val="282C34"/>
                </a:solidFill>
                <a:latin typeface="Arial"/>
              </a:rPr>
              <a:t>ralentit</a:t>
            </a:r>
            <a:r>
              <a:rPr sz="675" dirty="0">
                <a:solidFill>
                  <a:srgbClr val="282C34"/>
                </a:solidFill>
                <a:latin typeface="Arial"/>
              </a:rPr>
              <a:t> </a:t>
            </a:r>
            <a:r>
              <a:rPr sz="675" dirty="0" err="1">
                <a:solidFill>
                  <a:srgbClr val="282C34"/>
                </a:solidFill>
                <a:latin typeface="Arial"/>
              </a:rPr>
              <a:t>l'avancement</a:t>
            </a:r>
            <a:r>
              <a:rPr sz="675" dirty="0">
                <a:solidFill>
                  <a:srgbClr val="282C34"/>
                </a:solidFill>
                <a:latin typeface="Arial"/>
              </a:rPr>
              <a:t>, refuse de </a:t>
            </a:r>
            <a:r>
              <a:rPr sz="675" dirty="0" err="1">
                <a:solidFill>
                  <a:srgbClr val="282C34"/>
                </a:solidFill>
                <a:latin typeface="Arial"/>
              </a:rPr>
              <a:t>valider</a:t>
            </a:r>
            <a:r>
              <a:rPr sz="675" dirty="0">
                <a:solidFill>
                  <a:srgbClr val="282C34"/>
                </a:solidFill>
                <a:latin typeface="Arial"/>
              </a:rPr>
              <a:t> </a:t>
            </a:r>
            <a:r>
              <a:rPr sz="675" dirty="0" err="1">
                <a:solidFill>
                  <a:srgbClr val="282C34"/>
                </a:solidFill>
                <a:latin typeface="Arial"/>
              </a:rPr>
              <a:t>si</a:t>
            </a:r>
            <a:r>
              <a:rPr sz="675" dirty="0">
                <a:solidFill>
                  <a:srgbClr val="282C34"/>
                </a:solidFill>
                <a:latin typeface="Arial"/>
              </a:rPr>
              <a:t> </a:t>
            </a:r>
            <a:r>
              <a:rPr sz="675" dirty="0" err="1">
                <a:solidFill>
                  <a:srgbClr val="282C34"/>
                </a:solidFill>
                <a:latin typeface="Arial"/>
              </a:rPr>
              <a:t>imparfait</a:t>
            </a:r>
            <a:r>
              <a:rPr sz="675" dirty="0">
                <a:solidFill>
                  <a:srgbClr val="282C34"/>
                </a:solidFill>
                <a:latin typeface="Arial"/>
              </a:rPr>
              <a:t>.</a:t>
            </a:r>
          </a:p>
          <a:p>
            <a:pPr>
              <a:spcAft>
                <a:spcPts val="450"/>
              </a:spcAft>
            </a:pPr>
            <a:endParaRPr lang="fr-CA" sz="750" b="1" dirty="0">
              <a:solidFill>
                <a:srgbClr val="146E78"/>
              </a:solidFill>
              <a:latin typeface="Arial"/>
            </a:endParaRPr>
          </a:p>
          <a:p>
            <a:pPr>
              <a:spcAft>
                <a:spcPts val="450"/>
              </a:spcAft>
            </a:pPr>
            <a:r>
              <a:rPr sz="750" b="1" dirty="0">
                <a:solidFill>
                  <a:srgbClr val="146E78"/>
                </a:solidFill>
                <a:latin typeface="Arial"/>
              </a:rPr>
              <a:t>• Normal </a:t>
            </a:r>
            <a:r>
              <a:rPr sz="750" b="1" dirty="0" err="1">
                <a:solidFill>
                  <a:srgbClr val="146E78"/>
                </a:solidFill>
                <a:latin typeface="Arial"/>
              </a:rPr>
              <a:t>Élevé</a:t>
            </a:r>
            <a:r>
              <a:rPr sz="750" b="1" dirty="0">
                <a:solidFill>
                  <a:srgbClr val="146E78"/>
                </a:solidFill>
                <a:latin typeface="Arial"/>
              </a:rPr>
              <a:t> : </a:t>
            </a:r>
            <a:r>
              <a:rPr sz="675" dirty="0" err="1">
                <a:solidFill>
                  <a:srgbClr val="282C34"/>
                </a:solidFill>
                <a:latin typeface="Arial"/>
              </a:rPr>
              <a:t>Efficace</a:t>
            </a:r>
            <a:r>
              <a:rPr sz="675" dirty="0">
                <a:solidFill>
                  <a:srgbClr val="282C34"/>
                </a:solidFill>
                <a:latin typeface="Arial"/>
              </a:rPr>
              <a:t>, </a:t>
            </a:r>
            <a:r>
              <a:rPr sz="675" dirty="0" err="1">
                <a:solidFill>
                  <a:srgbClr val="282C34"/>
                </a:solidFill>
                <a:latin typeface="Arial"/>
              </a:rPr>
              <a:t>organisé</a:t>
            </a:r>
            <a:r>
              <a:rPr sz="675" dirty="0">
                <a:solidFill>
                  <a:srgbClr val="282C34"/>
                </a:solidFill>
                <a:latin typeface="Arial"/>
              </a:rPr>
              <a:t>
</a:t>
            </a:r>
            <a:r>
              <a:rPr sz="675" dirty="0" err="1">
                <a:solidFill>
                  <a:srgbClr val="282C34"/>
                </a:solidFill>
                <a:latin typeface="Arial"/>
              </a:rPr>
              <a:t>Planifie</a:t>
            </a:r>
            <a:r>
              <a:rPr sz="675" dirty="0">
                <a:solidFill>
                  <a:srgbClr val="282C34"/>
                </a:solidFill>
                <a:latin typeface="Arial"/>
              </a:rPr>
              <a:t>, </a:t>
            </a:r>
            <a:r>
              <a:rPr sz="675" dirty="0" err="1">
                <a:solidFill>
                  <a:srgbClr val="282C34"/>
                </a:solidFill>
                <a:latin typeface="Arial"/>
              </a:rPr>
              <a:t>respecte</a:t>
            </a:r>
            <a:r>
              <a:rPr sz="675" dirty="0">
                <a:solidFill>
                  <a:srgbClr val="282C34"/>
                </a:solidFill>
                <a:latin typeface="Arial"/>
              </a:rPr>
              <a:t> </a:t>
            </a:r>
            <a:r>
              <a:rPr sz="675" dirty="0" err="1">
                <a:solidFill>
                  <a:srgbClr val="282C34"/>
                </a:solidFill>
                <a:latin typeface="Arial"/>
              </a:rPr>
              <a:t>strictement</a:t>
            </a:r>
            <a:r>
              <a:rPr sz="675" dirty="0">
                <a:solidFill>
                  <a:srgbClr val="282C34"/>
                </a:solidFill>
                <a:latin typeface="Arial"/>
              </a:rPr>
              <a:t> les </a:t>
            </a:r>
            <a:r>
              <a:rPr sz="675" dirty="0" err="1">
                <a:solidFill>
                  <a:srgbClr val="282C34"/>
                </a:solidFill>
                <a:latin typeface="Arial"/>
              </a:rPr>
              <a:t>procédures</a:t>
            </a:r>
            <a:r>
              <a:rPr sz="675" dirty="0">
                <a:solidFill>
                  <a:srgbClr val="282C34"/>
                </a:solidFill>
                <a:latin typeface="Arial"/>
              </a:rPr>
              <a:t> de </a:t>
            </a:r>
            <a:r>
              <a:rPr sz="675" dirty="0" err="1">
                <a:solidFill>
                  <a:srgbClr val="282C34"/>
                </a:solidFill>
                <a:latin typeface="Arial"/>
              </a:rPr>
              <a:t>qualité</a:t>
            </a:r>
            <a:r>
              <a:rPr sz="675" dirty="0">
                <a:solidFill>
                  <a:srgbClr val="282C34"/>
                </a:solidFill>
                <a:latin typeface="Arial"/>
              </a:rPr>
              <a:t>.</a:t>
            </a:r>
          </a:p>
          <a:p>
            <a:pPr>
              <a:spcAft>
                <a:spcPts val="450"/>
              </a:spcAft>
            </a:pPr>
            <a:endParaRPr lang="fr-CA" sz="750" b="1" dirty="0">
              <a:solidFill>
                <a:srgbClr val="146E78"/>
              </a:solidFill>
              <a:latin typeface="Arial"/>
            </a:endParaRPr>
          </a:p>
          <a:p>
            <a:pPr>
              <a:spcAft>
                <a:spcPts val="450"/>
              </a:spcAft>
            </a:pPr>
            <a:r>
              <a:rPr sz="750" b="1" dirty="0">
                <a:solidFill>
                  <a:srgbClr val="146E78"/>
                </a:solidFill>
                <a:latin typeface="Arial"/>
              </a:rPr>
              <a:t>• Normal Bas : </a:t>
            </a:r>
            <a:r>
              <a:rPr sz="675" dirty="0">
                <a:solidFill>
                  <a:srgbClr val="282C34"/>
                </a:solidFill>
                <a:latin typeface="Arial"/>
              </a:rPr>
              <a:t>Naturel, flexible
</a:t>
            </a:r>
            <a:r>
              <a:rPr sz="675" dirty="0" err="1">
                <a:solidFill>
                  <a:srgbClr val="282C34"/>
                </a:solidFill>
                <a:latin typeface="Arial"/>
              </a:rPr>
              <a:t>Peut</a:t>
            </a:r>
            <a:r>
              <a:rPr sz="675" dirty="0">
                <a:solidFill>
                  <a:srgbClr val="282C34"/>
                </a:solidFill>
                <a:latin typeface="Arial"/>
              </a:rPr>
              <a:t> </a:t>
            </a:r>
            <a:r>
              <a:rPr sz="675" dirty="0" err="1">
                <a:solidFill>
                  <a:srgbClr val="282C34"/>
                </a:solidFill>
                <a:latin typeface="Arial"/>
              </a:rPr>
              <a:t>travailler</a:t>
            </a:r>
            <a:r>
              <a:rPr sz="675" dirty="0">
                <a:solidFill>
                  <a:srgbClr val="282C34"/>
                </a:solidFill>
                <a:latin typeface="Arial"/>
              </a:rPr>
              <a:t> de façon souple, </a:t>
            </a:r>
            <a:r>
              <a:rPr sz="675" dirty="0" err="1">
                <a:solidFill>
                  <a:srgbClr val="282C34"/>
                </a:solidFill>
                <a:latin typeface="Arial"/>
              </a:rPr>
              <a:t>mais</a:t>
            </a:r>
            <a:r>
              <a:rPr sz="675" dirty="0">
                <a:solidFill>
                  <a:srgbClr val="282C34"/>
                </a:solidFill>
                <a:latin typeface="Arial"/>
              </a:rPr>
              <a:t> </a:t>
            </a:r>
            <a:r>
              <a:rPr sz="675" dirty="0" err="1">
                <a:solidFill>
                  <a:srgbClr val="282C34"/>
                </a:solidFill>
                <a:latin typeface="Arial"/>
              </a:rPr>
              <a:t>tolère</a:t>
            </a:r>
            <a:r>
              <a:rPr sz="675" dirty="0">
                <a:solidFill>
                  <a:srgbClr val="282C34"/>
                </a:solidFill>
                <a:latin typeface="Arial"/>
              </a:rPr>
              <a:t> un certain </a:t>
            </a:r>
            <a:r>
              <a:rPr sz="675" dirty="0" err="1">
                <a:solidFill>
                  <a:srgbClr val="282C34"/>
                </a:solidFill>
                <a:latin typeface="Arial"/>
              </a:rPr>
              <a:t>désordre</a:t>
            </a:r>
            <a:r>
              <a:rPr sz="675" dirty="0">
                <a:solidFill>
                  <a:srgbClr val="282C34"/>
                </a:solidFill>
                <a:latin typeface="Arial"/>
              </a:rPr>
              <a:t>.</a:t>
            </a:r>
          </a:p>
          <a:p>
            <a:pPr>
              <a:spcAft>
                <a:spcPts val="450"/>
              </a:spcAft>
            </a:pPr>
            <a:endParaRPr lang="fr-CA" sz="750" b="1" dirty="0">
              <a:solidFill>
                <a:srgbClr val="B43232"/>
              </a:solidFill>
              <a:latin typeface="Arial"/>
            </a:endParaRPr>
          </a:p>
          <a:p>
            <a:pPr>
              <a:spcAft>
                <a:spcPts val="450"/>
              </a:spcAft>
            </a:pPr>
            <a:r>
              <a:rPr sz="750" b="1" dirty="0">
                <a:solidFill>
                  <a:srgbClr val="B43232"/>
                </a:solidFill>
                <a:latin typeface="Arial"/>
              </a:rPr>
              <a:t>• </a:t>
            </a:r>
            <a:r>
              <a:rPr sz="750" b="1" dirty="0" err="1">
                <a:solidFill>
                  <a:srgbClr val="B43232"/>
                </a:solidFill>
                <a:latin typeface="Arial"/>
              </a:rPr>
              <a:t>Inadapté</a:t>
            </a:r>
            <a:r>
              <a:rPr sz="750" b="1" dirty="0">
                <a:solidFill>
                  <a:srgbClr val="B43232"/>
                </a:solidFill>
                <a:latin typeface="Arial"/>
              </a:rPr>
              <a:t> Bas : </a:t>
            </a:r>
            <a:r>
              <a:rPr sz="675" dirty="0" err="1">
                <a:solidFill>
                  <a:srgbClr val="282C34"/>
                </a:solidFill>
                <a:latin typeface="Arial"/>
              </a:rPr>
              <a:t>Inapte</a:t>
            </a:r>
            <a:r>
              <a:rPr sz="675" dirty="0">
                <a:solidFill>
                  <a:srgbClr val="282C34"/>
                </a:solidFill>
                <a:latin typeface="Arial"/>
              </a:rPr>
              <a:t>, </a:t>
            </a:r>
            <a:r>
              <a:rPr sz="675" dirty="0" err="1">
                <a:solidFill>
                  <a:srgbClr val="282C34"/>
                </a:solidFill>
                <a:latin typeface="Arial"/>
              </a:rPr>
              <a:t>insuffisant</a:t>
            </a:r>
            <a:r>
              <a:rPr sz="675" dirty="0">
                <a:solidFill>
                  <a:srgbClr val="282C34"/>
                </a:solidFill>
                <a:latin typeface="Arial"/>
              </a:rPr>
              <a:t>
Peu </a:t>
            </a:r>
            <a:r>
              <a:rPr sz="675" dirty="0" err="1">
                <a:solidFill>
                  <a:srgbClr val="282C34"/>
                </a:solidFill>
                <a:latin typeface="Arial"/>
              </a:rPr>
              <a:t>fiable</a:t>
            </a:r>
            <a:r>
              <a:rPr sz="675" dirty="0">
                <a:solidFill>
                  <a:srgbClr val="282C34"/>
                </a:solidFill>
                <a:latin typeface="Arial"/>
              </a:rPr>
              <a:t>, </a:t>
            </a:r>
            <a:r>
              <a:rPr sz="675" dirty="0" err="1">
                <a:solidFill>
                  <a:srgbClr val="282C34"/>
                </a:solidFill>
                <a:latin typeface="Arial"/>
              </a:rPr>
              <a:t>négligent</a:t>
            </a:r>
            <a:r>
              <a:rPr sz="675" dirty="0">
                <a:solidFill>
                  <a:srgbClr val="282C34"/>
                </a:solidFill>
                <a:latin typeface="Arial"/>
              </a:rPr>
              <a:t>, incapable de structurer </a:t>
            </a:r>
            <a:r>
              <a:rPr sz="675" dirty="0" err="1">
                <a:solidFill>
                  <a:srgbClr val="282C34"/>
                </a:solidFill>
                <a:latin typeface="Arial"/>
              </a:rPr>
              <a:t>ses</a:t>
            </a:r>
            <a:r>
              <a:rPr sz="675" dirty="0">
                <a:solidFill>
                  <a:srgbClr val="282C34"/>
                </a:solidFill>
                <a:latin typeface="Arial"/>
              </a:rPr>
              <a:t> </a:t>
            </a:r>
            <a:r>
              <a:rPr sz="675" dirty="0" err="1">
                <a:solidFill>
                  <a:srgbClr val="282C34"/>
                </a:solidFill>
                <a:latin typeface="Arial"/>
              </a:rPr>
              <a:t>tâches</a:t>
            </a:r>
            <a:r>
              <a:rPr sz="675" dirty="0">
                <a:solidFill>
                  <a:srgbClr val="282C34"/>
                </a:solidFill>
                <a:latin typeface="Arial"/>
              </a:rPr>
              <a:t>.</a:t>
            </a:r>
          </a:p>
        </p:txBody>
      </p:sp>
      <p:sp>
        <p:nvSpPr>
          <p:cNvPr id="9" name="Rounded Rectangle 8"/>
          <p:cNvSpPr/>
          <p:nvPr/>
        </p:nvSpPr>
        <p:spPr>
          <a:xfrm>
            <a:off x="3332988" y="1520190"/>
            <a:ext cx="2468880" cy="3291840"/>
          </a:xfrm>
          <a:prstGeom prst="roundRect">
            <a:avLst/>
          </a:prstGeom>
          <a:solidFill>
            <a:srgbClr val="FAFBFC"/>
          </a:solidFill>
          <a:ln w="1270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TextBox 9"/>
          <p:cNvSpPr txBox="1"/>
          <p:nvPr/>
        </p:nvSpPr>
        <p:spPr>
          <a:xfrm>
            <a:off x="3332988" y="1623060"/>
            <a:ext cx="2468880" cy="300082"/>
          </a:xfrm>
          <a:prstGeom prst="rect">
            <a:avLst/>
          </a:prstGeom>
          <a:noFill/>
        </p:spPr>
        <p:txBody>
          <a:bodyPr wrap="square" lIns="0" tIns="0" rIns="0" bIns="0">
            <a:spAutoFit/>
          </a:bodyPr>
          <a:lstStyle/>
          <a:p>
            <a:pPr algn="ctr"/>
            <a:r>
              <a:rPr sz="975" b="1" dirty="0">
                <a:solidFill>
                  <a:srgbClr val="282C34"/>
                </a:solidFill>
                <a:latin typeface="Georgia"/>
              </a:rPr>
              <a:t>
</a:t>
            </a:r>
            <a:r>
              <a:rPr sz="975" b="1" dirty="0" err="1">
                <a:solidFill>
                  <a:srgbClr val="282C34"/>
                </a:solidFill>
                <a:latin typeface="Georgia"/>
              </a:rPr>
              <a:t>Agréabilité</a:t>
            </a:r>
            <a:endParaRPr sz="975" b="1" dirty="0">
              <a:solidFill>
                <a:srgbClr val="282C34"/>
              </a:solidFill>
              <a:latin typeface="Georgia"/>
            </a:endParaRPr>
          </a:p>
        </p:txBody>
      </p:sp>
      <p:sp>
        <p:nvSpPr>
          <p:cNvPr id="11" name="Rectangle 10"/>
          <p:cNvSpPr/>
          <p:nvPr/>
        </p:nvSpPr>
        <p:spPr>
          <a:xfrm>
            <a:off x="3538728" y="2068830"/>
            <a:ext cx="2057400" cy="14288"/>
          </a:xfrm>
          <a:prstGeom prst="rect">
            <a:avLst/>
          </a:prstGeom>
          <a:solidFill>
            <a:srgbClr val="14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TextBox 11"/>
          <p:cNvSpPr txBox="1"/>
          <p:nvPr/>
        </p:nvSpPr>
        <p:spPr>
          <a:xfrm>
            <a:off x="3435858" y="2171701"/>
            <a:ext cx="2263140" cy="2176237"/>
          </a:xfrm>
          <a:prstGeom prst="rect">
            <a:avLst/>
          </a:prstGeom>
          <a:noFill/>
        </p:spPr>
        <p:txBody>
          <a:bodyPr wrap="square" lIns="0" tIns="0" rIns="0" bIns="0">
            <a:spAutoFit/>
          </a:bodyPr>
          <a:lstStyle/>
          <a:p>
            <a:pPr>
              <a:spcAft>
                <a:spcPts val="450"/>
              </a:spcAft>
            </a:pPr>
            <a:r>
              <a:rPr sz="750" b="1" dirty="0">
                <a:solidFill>
                  <a:srgbClr val="B43232"/>
                </a:solidFill>
                <a:latin typeface="Arial"/>
              </a:rPr>
              <a:t>• </a:t>
            </a:r>
            <a:r>
              <a:rPr sz="750" b="1" dirty="0" err="1">
                <a:solidFill>
                  <a:srgbClr val="B43232"/>
                </a:solidFill>
                <a:latin typeface="Arial"/>
              </a:rPr>
              <a:t>Inadapté</a:t>
            </a:r>
            <a:r>
              <a:rPr sz="750" b="1" dirty="0">
                <a:solidFill>
                  <a:srgbClr val="B43232"/>
                </a:solidFill>
                <a:latin typeface="Arial"/>
              </a:rPr>
              <a:t> </a:t>
            </a:r>
            <a:r>
              <a:rPr sz="750" b="1" dirty="0" err="1">
                <a:solidFill>
                  <a:srgbClr val="B43232"/>
                </a:solidFill>
                <a:latin typeface="Arial"/>
              </a:rPr>
              <a:t>Élevé</a:t>
            </a:r>
            <a:r>
              <a:rPr sz="750" b="1" dirty="0">
                <a:solidFill>
                  <a:srgbClr val="B43232"/>
                </a:solidFill>
                <a:latin typeface="Arial"/>
              </a:rPr>
              <a:t> : </a:t>
            </a:r>
            <a:r>
              <a:rPr sz="675" dirty="0" err="1">
                <a:solidFill>
                  <a:srgbClr val="282C34"/>
                </a:solidFill>
                <a:latin typeface="Arial"/>
              </a:rPr>
              <a:t>Crédule</a:t>
            </a:r>
            <a:r>
              <a:rPr sz="675" dirty="0">
                <a:solidFill>
                  <a:srgbClr val="282C34"/>
                </a:solidFill>
                <a:latin typeface="Arial"/>
              </a:rPr>
              <a:t>, naïf, servile
</a:t>
            </a:r>
            <a:r>
              <a:rPr sz="675" dirty="0" err="1">
                <a:solidFill>
                  <a:srgbClr val="282C34"/>
                </a:solidFill>
                <a:latin typeface="Arial"/>
              </a:rPr>
              <a:t>Hésite</a:t>
            </a:r>
            <a:r>
              <a:rPr sz="675" dirty="0">
                <a:solidFill>
                  <a:srgbClr val="282C34"/>
                </a:solidFill>
                <a:latin typeface="Arial"/>
              </a:rPr>
              <a:t> à </a:t>
            </a:r>
            <a:r>
              <a:rPr sz="675" dirty="0" err="1">
                <a:solidFill>
                  <a:srgbClr val="282C34"/>
                </a:solidFill>
                <a:latin typeface="Arial"/>
              </a:rPr>
              <a:t>exprimer</a:t>
            </a:r>
            <a:r>
              <a:rPr sz="675" dirty="0">
                <a:solidFill>
                  <a:srgbClr val="282C34"/>
                </a:solidFill>
                <a:latin typeface="Arial"/>
              </a:rPr>
              <a:t> son </a:t>
            </a:r>
            <a:r>
              <a:rPr sz="675" dirty="0" err="1">
                <a:solidFill>
                  <a:srgbClr val="282C34"/>
                </a:solidFill>
                <a:latin typeface="Arial"/>
              </a:rPr>
              <a:t>désaccord</a:t>
            </a:r>
            <a:r>
              <a:rPr sz="675" dirty="0">
                <a:solidFill>
                  <a:srgbClr val="282C34"/>
                </a:solidFill>
                <a:latin typeface="Arial"/>
              </a:rPr>
              <a:t>, </a:t>
            </a:r>
            <a:r>
              <a:rPr sz="675" dirty="0" err="1">
                <a:solidFill>
                  <a:srgbClr val="282C34"/>
                </a:solidFill>
                <a:latin typeface="Arial"/>
              </a:rPr>
              <a:t>évite</a:t>
            </a:r>
            <a:r>
              <a:rPr sz="675" dirty="0">
                <a:solidFill>
                  <a:srgbClr val="282C34"/>
                </a:solidFill>
                <a:latin typeface="Arial"/>
              </a:rPr>
              <a:t> le </a:t>
            </a:r>
            <a:r>
              <a:rPr sz="675" dirty="0" err="1">
                <a:solidFill>
                  <a:srgbClr val="282C34"/>
                </a:solidFill>
                <a:latin typeface="Arial"/>
              </a:rPr>
              <a:t>conflit</a:t>
            </a:r>
            <a:r>
              <a:rPr sz="675" dirty="0">
                <a:solidFill>
                  <a:srgbClr val="282C34"/>
                </a:solidFill>
                <a:latin typeface="Arial"/>
              </a:rPr>
              <a:t> au </a:t>
            </a:r>
            <a:r>
              <a:rPr sz="675" dirty="0" err="1">
                <a:solidFill>
                  <a:srgbClr val="282C34"/>
                </a:solidFill>
                <a:latin typeface="Arial"/>
              </a:rPr>
              <a:t>détriment</a:t>
            </a:r>
            <a:r>
              <a:rPr sz="675" dirty="0">
                <a:solidFill>
                  <a:srgbClr val="282C34"/>
                </a:solidFill>
                <a:latin typeface="Arial"/>
              </a:rPr>
              <a:t> de </a:t>
            </a:r>
            <a:r>
              <a:rPr sz="675" dirty="0" err="1">
                <a:solidFill>
                  <a:srgbClr val="282C34"/>
                </a:solidFill>
                <a:latin typeface="Arial"/>
              </a:rPr>
              <a:t>l'expertise</a:t>
            </a:r>
            <a:r>
              <a:rPr sz="675" dirty="0">
                <a:solidFill>
                  <a:srgbClr val="282C34"/>
                </a:solidFill>
                <a:latin typeface="Arial"/>
              </a:rPr>
              <a:t>.</a:t>
            </a:r>
          </a:p>
          <a:p>
            <a:pPr>
              <a:spcAft>
                <a:spcPts val="450"/>
              </a:spcAft>
            </a:pPr>
            <a:endParaRPr lang="fr-CA" sz="750" b="1" dirty="0">
              <a:solidFill>
                <a:srgbClr val="146E78"/>
              </a:solidFill>
              <a:latin typeface="Arial"/>
            </a:endParaRPr>
          </a:p>
          <a:p>
            <a:pPr>
              <a:spcAft>
                <a:spcPts val="450"/>
              </a:spcAft>
            </a:pPr>
            <a:r>
              <a:rPr sz="750" b="1" dirty="0">
                <a:solidFill>
                  <a:srgbClr val="146E78"/>
                </a:solidFill>
                <a:latin typeface="Arial"/>
              </a:rPr>
              <a:t>• Normal </a:t>
            </a:r>
            <a:r>
              <a:rPr sz="750" b="1" dirty="0" err="1">
                <a:solidFill>
                  <a:srgbClr val="146E78"/>
                </a:solidFill>
                <a:latin typeface="Arial"/>
              </a:rPr>
              <a:t>Élevé</a:t>
            </a:r>
            <a:r>
              <a:rPr sz="750" b="1" dirty="0">
                <a:solidFill>
                  <a:srgbClr val="146E78"/>
                </a:solidFill>
                <a:latin typeface="Arial"/>
              </a:rPr>
              <a:t> : </a:t>
            </a:r>
            <a:r>
              <a:rPr sz="675" dirty="0" err="1">
                <a:solidFill>
                  <a:srgbClr val="282C34"/>
                </a:solidFill>
                <a:latin typeface="Arial"/>
              </a:rPr>
              <a:t>Confiant</a:t>
            </a:r>
            <a:r>
              <a:rPr sz="675" dirty="0">
                <a:solidFill>
                  <a:srgbClr val="282C34"/>
                </a:solidFill>
                <a:latin typeface="Arial"/>
              </a:rPr>
              <a:t>, </a:t>
            </a:r>
            <a:r>
              <a:rPr sz="675" dirty="0" err="1">
                <a:solidFill>
                  <a:srgbClr val="282C34"/>
                </a:solidFill>
                <a:latin typeface="Arial"/>
              </a:rPr>
              <a:t>généreux</a:t>
            </a:r>
            <a:r>
              <a:rPr sz="675" dirty="0">
                <a:solidFill>
                  <a:srgbClr val="282C34"/>
                </a:solidFill>
                <a:latin typeface="Arial"/>
              </a:rPr>
              <a:t>
</a:t>
            </a:r>
            <a:r>
              <a:rPr sz="675" dirty="0" err="1">
                <a:solidFill>
                  <a:srgbClr val="282C34"/>
                </a:solidFill>
                <a:latin typeface="Arial"/>
              </a:rPr>
              <a:t>Bienveillant</a:t>
            </a:r>
            <a:r>
              <a:rPr sz="675" dirty="0">
                <a:solidFill>
                  <a:srgbClr val="282C34"/>
                </a:solidFill>
                <a:latin typeface="Arial"/>
              </a:rPr>
              <a:t>, </a:t>
            </a:r>
            <a:r>
              <a:rPr sz="675" dirty="0" err="1">
                <a:solidFill>
                  <a:srgbClr val="282C34"/>
                </a:solidFill>
                <a:latin typeface="Arial"/>
              </a:rPr>
              <a:t>empathique</a:t>
            </a:r>
            <a:r>
              <a:rPr sz="675" dirty="0">
                <a:solidFill>
                  <a:srgbClr val="282C34"/>
                </a:solidFill>
                <a:latin typeface="Arial"/>
              </a:rPr>
              <a:t>, </a:t>
            </a:r>
            <a:r>
              <a:rPr sz="675" dirty="0" err="1">
                <a:solidFill>
                  <a:srgbClr val="282C34"/>
                </a:solidFill>
                <a:latin typeface="Arial"/>
              </a:rPr>
              <a:t>cherche</a:t>
            </a:r>
            <a:r>
              <a:rPr sz="675" dirty="0">
                <a:solidFill>
                  <a:srgbClr val="282C34"/>
                </a:solidFill>
                <a:latin typeface="Arial"/>
              </a:rPr>
              <a:t> la bonne entente constructive.</a:t>
            </a:r>
          </a:p>
          <a:p>
            <a:pPr>
              <a:spcAft>
                <a:spcPts val="450"/>
              </a:spcAft>
            </a:pPr>
            <a:endParaRPr lang="fr-CA" sz="750" b="1" dirty="0">
              <a:solidFill>
                <a:srgbClr val="146E78"/>
              </a:solidFill>
              <a:latin typeface="Arial"/>
            </a:endParaRPr>
          </a:p>
          <a:p>
            <a:pPr>
              <a:spcAft>
                <a:spcPts val="450"/>
              </a:spcAft>
            </a:pPr>
            <a:r>
              <a:rPr sz="750" b="1" dirty="0">
                <a:solidFill>
                  <a:srgbClr val="146E78"/>
                </a:solidFill>
                <a:latin typeface="Arial"/>
              </a:rPr>
              <a:t>• Normal Bas : </a:t>
            </a:r>
            <a:r>
              <a:rPr sz="675" dirty="0">
                <a:solidFill>
                  <a:srgbClr val="282C34"/>
                </a:solidFill>
                <a:latin typeface="Arial"/>
              </a:rPr>
              <a:t>Prudent, </a:t>
            </a:r>
            <a:r>
              <a:rPr sz="675" dirty="0" err="1">
                <a:solidFill>
                  <a:srgbClr val="282C34"/>
                </a:solidFill>
                <a:latin typeface="Arial"/>
              </a:rPr>
              <a:t>sceptique</a:t>
            </a:r>
            <a:r>
              <a:rPr sz="675" dirty="0">
                <a:solidFill>
                  <a:srgbClr val="282C34"/>
                </a:solidFill>
                <a:latin typeface="Arial"/>
              </a:rPr>
              <a:t>
Prend du </a:t>
            </a:r>
            <a:r>
              <a:rPr sz="675" dirty="0" err="1">
                <a:solidFill>
                  <a:srgbClr val="282C34"/>
                </a:solidFill>
                <a:latin typeface="Arial"/>
              </a:rPr>
              <a:t>recul</a:t>
            </a:r>
            <a:r>
              <a:rPr sz="675" dirty="0">
                <a:solidFill>
                  <a:srgbClr val="282C34"/>
                </a:solidFill>
                <a:latin typeface="Arial"/>
              </a:rPr>
              <a:t>, </a:t>
            </a:r>
            <a:r>
              <a:rPr sz="675" dirty="0" err="1">
                <a:solidFill>
                  <a:srgbClr val="282C34"/>
                </a:solidFill>
                <a:latin typeface="Arial"/>
              </a:rPr>
              <a:t>s'appuie</a:t>
            </a:r>
            <a:r>
              <a:rPr sz="675" dirty="0">
                <a:solidFill>
                  <a:srgbClr val="282C34"/>
                </a:solidFill>
                <a:latin typeface="Arial"/>
              </a:rPr>
              <a:t> sur les faits </a:t>
            </a:r>
            <a:r>
              <a:rPr sz="675" dirty="0" err="1">
                <a:solidFill>
                  <a:srgbClr val="282C34"/>
                </a:solidFill>
                <a:latin typeface="Arial"/>
              </a:rPr>
              <a:t>plutôt</a:t>
            </a:r>
            <a:r>
              <a:rPr sz="675" dirty="0">
                <a:solidFill>
                  <a:srgbClr val="282C34"/>
                </a:solidFill>
                <a:latin typeface="Arial"/>
              </a:rPr>
              <a:t> </a:t>
            </a:r>
            <a:r>
              <a:rPr sz="675" dirty="0" err="1">
                <a:solidFill>
                  <a:srgbClr val="282C34"/>
                </a:solidFill>
                <a:latin typeface="Arial"/>
              </a:rPr>
              <a:t>que</a:t>
            </a:r>
            <a:r>
              <a:rPr sz="675" dirty="0">
                <a:solidFill>
                  <a:srgbClr val="282C34"/>
                </a:solidFill>
                <a:latin typeface="Arial"/>
              </a:rPr>
              <a:t> sur les </a:t>
            </a:r>
            <a:r>
              <a:rPr sz="675" dirty="0" err="1">
                <a:solidFill>
                  <a:srgbClr val="282C34"/>
                </a:solidFill>
                <a:latin typeface="Arial"/>
              </a:rPr>
              <a:t>émotions</a:t>
            </a:r>
            <a:r>
              <a:rPr sz="675" dirty="0">
                <a:solidFill>
                  <a:srgbClr val="282C34"/>
                </a:solidFill>
                <a:latin typeface="Arial"/>
              </a:rPr>
              <a:t>.</a:t>
            </a:r>
          </a:p>
          <a:p>
            <a:pPr>
              <a:spcAft>
                <a:spcPts val="450"/>
              </a:spcAft>
            </a:pPr>
            <a:endParaRPr lang="fr-CA" sz="750" b="1" dirty="0">
              <a:solidFill>
                <a:srgbClr val="B43232"/>
              </a:solidFill>
              <a:latin typeface="Arial"/>
            </a:endParaRPr>
          </a:p>
          <a:p>
            <a:pPr>
              <a:spcAft>
                <a:spcPts val="450"/>
              </a:spcAft>
            </a:pPr>
            <a:r>
              <a:rPr sz="750" b="1" dirty="0">
                <a:solidFill>
                  <a:srgbClr val="B43232"/>
                </a:solidFill>
                <a:latin typeface="Arial"/>
              </a:rPr>
              <a:t>• </a:t>
            </a:r>
            <a:r>
              <a:rPr sz="750" b="1" dirty="0" err="1">
                <a:solidFill>
                  <a:srgbClr val="B43232"/>
                </a:solidFill>
                <a:latin typeface="Arial"/>
              </a:rPr>
              <a:t>Inadapté</a:t>
            </a:r>
            <a:r>
              <a:rPr sz="750" b="1" dirty="0">
                <a:solidFill>
                  <a:srgbClr val="B43232"/>
                </a:solidFill>
                <a:latin typeface="Arial"/>
              </a:rPr>
              <a:t> Bas : </a:t>
            </a:r>
            <a:r>
              <a:rPr sz="675" dirty="0" err="1">
                <a:solidFill>
                  <a:srgbClr val="282C34"/>
                </a:solidFill>
                <a:latin typeface="Arial"/>
              </a:rPr>
              <a:t>Cynique</a:t>
            </a:r>
            <a:r>
              <a:rPr sz="675" dirty="0">
                <a:solidFill>
                  <a:srgbClr val="282C34"/>
                </a:solidFill>
                <a:latin typeface="Arial"/>
              </a:rPr>
              <a:t>, </a:t>
            </a:r>
            <a:r>
              <a:rPr sz="675" dirty="0" err="1">
                <a:solidFill>
                  <a:srgbClr val="282C34"/>
                </a:solidFill>
                <a:latin typeface="Arial"/>
              </a:rPr>
              <a:t>soupçonneux</a:t>
            </a:r>
            <a:r>
              <a:rPr sz="675" dirty="0">
                <a:solidFill>
                  <a:srgbClr val="282C34"/>
                </a:solidFill>
                <a:latin typeface="Arial"/>
              </a:rPr>
              <a:t>
Doute des intentions </a:t>
            </a:r>
            <a:r>
              <a:rPr sz="675" dirty="0" err="1">
                <a:solidFill>
                  <a:srgbClr val="282C34"/>
                </a:solidFill>
                <a:latin typeface="Arial"/>
              </a:rPr>
              <a:t>réelles</a:t>
            </a:r>
            <a:r>
              <a:rPr sz="675" dirty="0">
                <a:solidFill>
                  <a:srgbClr val="282C34"/>
                </a:solidFill>
                <a:latin typeface="Arial"/>
              </a:rPr>
              <a:t> </a:t>
            </a:r>
            <a:r>
              <a:rPr sz="675" dirty="0" err="1">
                <a:solidFill>
                  <a:srgbClr val="282C34"/>
                </a:solidFill>
                <a:latin typeface="Arial"/>
              </a:rPr>
              <a:t>d'autrui</a:t>
            </a:r>
            <a:r>
              <a:rPr sz="675" dirty="0">
                <a:solidFill>
                  <a:srgbClr val="282C34"/>
                </a:solidFill>
                <a:latin typeface="Arial"/>
              </a:rPr>
              <a:t>, hostile </a:t>
            </a:r>
            <a:r>
              <a:rPr sz="675" dirty="0" err="1">
                <a:solidFill>
                  <a:srgbClr val="282C34"/>
                </a:solidFill>
                <a:latin typeface="Arial"/>
              </a:rPr>
              <a:t>ou</a:t>
            </a:r>
            <a:r>
              <a:rPr sz="675" dirty="0">
                <a:solidFill>
                  <a:srgbClr val="282C34"/>
                </a:solidFill>
                <a:latin typeface="Arial"/>
              </a:rPr>
              <a:t> </a:t>
            </a:r>
            <a:r>
              <a:rPr sz="675" dirty="0" err="1">
                <a:solidFill>
                  <a:srgbClr val="282C34"/>
                </a:solidFill>
                <a:latin typeface="Arial"/>
              </a:rPr>
              <a:t>agressif</a:t>
            </a:r>
            <a:r>
              <a:rPr sz="675" dirty="0">
                <a:solidFill>
                  <a:srgbClr val="282C34"/>
                </a:solidFill>
                <a:latin typeface="Arial"/>
              </a:rPr>
              <a:t>.</a:t>
            </a:r>
          </a:p>
        </p:txBody>
      </p:sp>
      <p:sp>
        <p:nvSpPr>
          <p:cNvPr id="13" name="Rounded Rectangle 12"/>
          <p:cNvSpPr/>
          <p:nvPr/>
        </p:nvSpPr>
        <p:spPr>
          <a:xfrm>
            <a:off x="5980176" y="1520190"/>
            <a:ext cx="2468880" cy="3291840"/>
          </a:xfrm>
          <a:prstGeom prst="roundRect">
            <a:avLst/>
          </a:prstGeom>
          <a:solidFill>
            <a:srgbClr val="FAFBFC"/>
          </a:solidFill>
          <a:ln w="1270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TextBox 13"/>
          <p:cNvSpPr txBox="1"/>
          <p:nvPr/>
        </p:nvSpPr>
        <p:spPr>
          <a:xfrm>
            <a:off x="5980176" y="1623060"/>
            <a:ext cx="2468880" cy="300082"/>
          </a:xfrm>
          <a:prstGeom prst="rect">
            <a:avLst/>
          </a:prstGeom>
          <a:noFill/>
        </p:spPr>
        <p:txBody>
          <a:bodyPr wrap="square" lIns="0" tIns="0" rIns="0" bIns="0">
            <a:spAutoFit/>
          </a:bodyPr>
          <a:lstStyle/>
          <a:p>
            <a:pPr algn="ctr"/>
            <a:r>
              <a:rPr sz="975" b="1" dirty="0">
                <a:solidFill>
                  <a:srgbClr val="282C34"/>
                </a:solidFill>
                <a:latin typeface="Georgia"/>
              </a:rPr>
              <a:t>
</a:t>
            </a:r>
            <a:r>
              <a:rPr sz="975" b="1" dirty="0" err="1">
                <a:solidFill>
                  <a:srgbClr val="282C34"/>
                </a:solidFill>
                <a:latin typeface="Georgia"/>
              </a:rPr>
              <a:t>Névrosisme</a:t>
            </a:r>
            <a:endParaRPr sz="975" b="1" dirty="0">
              <a:solidFill>
                <a:srgbClr val="282C34"/>
              </a:solidFill>
              <a:latin typeface="Georgia"/>
            </a:endParaRPr>
          </a:p>
        </p:txBody>
      </p:sp>
      <p:sp>
        <p:nvSpPr>
          <p:cNvPr id="15" name="Rectangle 14"/>
          <p:cNvSpPr/>
          <p:nvPr/>
        </p:nvSpPr>
        <p:spPr>
          <a:xfrm>
            <a:off x="6185916" y="2068830"/>
            <a:ext cx="2057400" cy="14288"/>
          </a:xfrm>
          <a:prstGeom prst="rect">
            <a:avLst/>
          </a:prstGeom>
          <a:solidFill>
            <a:srgbClr val="146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TextBox 15"/>
          <p:cNvSpPr txBox="1"/>
          <p:nvPr/>
        </p:nvSpPr>
        <p:spPr>
          <a:xfrm>
            <a:off x="6083046" y="2171701"/>
            <a:ext cx="2263140" cy="2280111"/>
          </a:xfrm>
          <a:prstGeom prst="rect">
            <a:avLst/>
          </a:prstGeom>
          <a:noFill/>
        </p:spPr>
        <p:txBody>
          <a:bodyPr wrap="square" lIns="0" tIns="0" rIns="0" bIns="0">
            <a:spAutoFit/>
          </a:bodyPr>
          <a:lstStyle/>
          <a:p>
            <a:pPr>
              <a:spcAft>
                <a:spcPts val="450"/>
              </a:spcAft>
            </a:pPr>
            <a:r>
              <a:rPr sz="750" b="1" dirty="0">
                <a:solidFill>
                  <a:srgbClr val="B43232"/>
                </a:solidFill>
                <a:latin typeface="Arial"/>
              </a:rPr>
              <a:t>• </a:t>
            </a:r>
            <a:r>
              <a:rPr sz="750" b="1" dirty="0" err="1">
                <a:solidFill>
                  <a:srgbClr val="B43232"/>
                </a:solidFill>
                <a:latin typeface="Arial"/>
              </a:rPr>
              <a:t>Inadapté</a:t>
            </a:r>
            <a:r>
              <a:rPr sz="750" b="1" dirty="0">
                <a:solidFill>
                  <a:srgbClr val="B43232"/>
                </a:solidFill>
                <a:latin typeface="Arial"/>
              </a:rPr>
              <a:t> </a:t>
            </a:r>
            <a:r>
              <a:rPr sz="750" b="1" dirty="0" err="1">
                <a:solidFill>
                  <a:srgbClr val="B43232"/>
                </a:solidFill>
                <a:latin typeface="Arial"/>
              </a:rPr>
              <a:t>Élevé</a:t>
            </a:r>
            <a:r>
              <a:rPr sz="750" b="1" dirty="0">
                <a:solidFill>
                  <a:srgbClr val="B43232"/>
                </a:solidFill>
                <a:latin typeface="Arial"/>
              </a:rPr>
              <a:t> : </a:t>
            </a:r>
            <a:r>
              <a:rPr sz="675" dirty="0" err="1">
                <a:solidFill>
                  <a:srgbClr val="282C34"/>
                </a:solidFill>
                <a:latin typeface="Arial"/>
              </a:rPr>
              <a:t>Angoissé</a:t>
            </a:r>
            <a:r>
              <a:rPr sz="675" dirty="0">
                <a:solidFill>
                  <a:srgbClr val="282C34"/>
                </a:solidFill>
                <a:latin typeface="Arial"/>
              </a:rPr>
              <a:t>, </a:t>
            </a:r>
            <a:r>
              <a:rPr sz="675" dirty="0" err="1">
                <a:solidFill>
                  <a:srgbClr val="282C34"/>
                </a:solidFill>
                <a:latin typeface="Arial"/>
              </a:rPr>
              <a:t>affolé</a:t>
            </a:r>
            <a:r>
              <a:rPr sz="675" dirty="0">
                <a:solidFill>
                  <a:srgbClr val="282C34"/>
                </a:solidFill>
                <a:latin typeface="Arial"/>
              </a:rPr>
              <a:t>
</a:t>
            </a:r>
            <a:r>
              <a:rPr sz="675" dirty="0" err="1">
                <a:solidFill>
                  <a:srgbClr val="282C34"/>
                </a:solidFill>
                <a:latin typeface="Arial"/>
              </a:rPr>
              <a:t>Inquiet</a:t>
            </a:r>
            <a:r>
              <a:rPr sz="675" dirty="0">
                <a:solidFill>
                  <a:srgbClr val="282C34"/>
                </a:solidFill>
                <a:latin typeface="Arial"/>
              </a:rPr>
              <a:t> pour tout et rien, </a:t>
            </a:r>
            <a:r>
              <a:rPr sz="675" dirty="0" err="1">
                <a:solidFill>
                  <a:srgbClr val="282C34"/>
                </a:solidFill>
                <a:latin typeface="Arial"/>
              </a:rPr>
              <a:t>pessimiste</a:t>
            </a:r>
            <a:r>
              <a:rPr sz="675" dirty="0">
                <a:solidFill>
                  <a:srgbClr val="282C34"/>
                </a:solidFill>
                <a:latin typeface="Arial"/>
              </a:rPr>
              <a:t>, </a:t>
            </a:r>
            <a:r>
              <a:rPr sz="675" dirty="0" err="1">
                <a:solidFill>
                  <a:srgbClr val="282C34"/>
                </a:solidFill>
                <a:latin typeface="Arial"/>
              </a:rPr>
              <a:t>paralysie</a:t>
            </a:r>
            <a:r>
              <a:rPr sz="675" dirty="0">
                <a:solidFill>
                  <a:srgbClr val="282C34"/>
                </a:solidFill>
                <a:latin typeface="Arial"/>
              </a:rPr>
              <a:t> </a:t>
            </a:r>
            <a:r>
              <a:rPr sz="675" dirty="0" err="1">
                <a:solidFill>
                  <a:srgbClr val="282C34"/>
                </a:solidFill>
                <a:latin typeface="Arial"/>
              </a:rPr>
              <a:t>devant</a:t>
            </a:r>
            <a:r>
              <a:rPr sz="675" dirty="0">
                <a:solidFill>
                  <a:srgbClr val="282C34"/>
                </a:solidFill>
                <a:latin typeface="Arial"/>
              </a:rPr>
              <a:t> la </a:t>
            </a:r>
            <a:r>
              <a:rPr sz="675" dirty="0" err="1">
                <a:solidFill>
                  <a:srgbClr val="282C34"/>
                </a:solidFill>
                <a:latin typeface="Arial"/>
              </a:rPr>
              <a:t>décision</a:t>
            </a:r>
            <a:r>
              <a:rPr sz="675" dirty="0">
                <a:solidFill>
                  <a:srgbClr val="282C34"/>
                </a:solidFill>
                <a:latin typeface="Arial"/>
              </a:rPr>
              <a:t>.</a:t>
            </a:r>
          </a:p>
          <a:p>
            <a:pPr>
              <a:spcAft>
                <a:spcPts val="450"/>
              </a:spcAft>
            </a:pPr>
            <a:endParaRPr lang="fr-CA" sz="750" b="1" dirty="0">
              <a:solidFill>
                <a:srgbClr val="146E78"/>
              </a:solidFill>
              <a:latin typeface="Arial"/>
            </a:endParaRPr>
          </a:p>
          <a:p>
            <a:pPr>
              <a:spcAft>
                <a:spcPts val="450"/>
              </a:spcAft>
            </a:pPr>
            <a:r>
              <a:rPr sz="750" b="1" dirty="0">
                <a:solidFill>
                  <a:srgbClr val="146E78"/>
                </a:solidFill>
                <a:latin typeface="Arial"/>
              </a:rPr>
              <a:t>• Normal </a:t>
            </a:r>
            <a:r>
              <a:rPr sz="750" b="1" dirty="0" err="1">
                <a:solidFill>
                  <a:srgbClr val="146E78"/>
                </a:solidFill>
                <a:latin typeface="Arial"/>
              </a:rPr>
              <a:t>Élevé</a:t>
            </a:r>
            <a:r>
              <a:rPr sz="750" b="1" dirty="0">
                <a:solidFill>
                  <a:srgbClr val="146E78"/>
                </a:solidFill>
                <a:latin typeface="Arial"/>
              </a:rPr>
              <a:t> : </a:t>
            </a:r>
            <a:r>
              <a:rPr sz="675" dirty="0">
                <a:solidFill>
                  <a:srgbClr val="282C34"/>
                </a:solidFill>
                <a:latin typeface="Arial"/>
              </a:rPr>
              <a:t>Vigilant, </a:t>
            </a:r>
            <a:r>
              <a:rPr sz="675" dirty="0" err="1">
                <a:solidFill>
                  <a:srgbClr val="282C34"/>
                </a:solidFill>
                <a:latin typeface="Arial"/>
              </a:rPr>
              <a:t>inquiet</a:t>
            </a:r>
            <a:r>
              <a:rPr sz="675" dirty="0">
                <a:solidFill>
                  <a:srgbClr val="282C34"/>
                </a:solidFill>
                <a:latin typeface="Arial"/>
              </a:rPr>
              <a:t>
</a:t>
            </a:r>
            <a:r>
              <a:rPr sz="675" dirty="0" err="1">
                <a:solidFill>
                  <a:srgbClr val="282C34"/>
                </a:solidFill>
                <a:latin typeface="Arial"/>
              </a:rPr>
              <a:t>Anticipe</a:t>
            </a:r>
            <a:r>
              <a:rPr sz="675" dirty="0">
                <a:solidFill>
                  <a:srgbClr val="282C34"/>
                </a:solidFill>
                <a:latin typeface="Arial"/>
              </a:rPr>
              <a:t> </a:t>
            </a:r>
            <a:r>
              <a:rPr sz="675" dirty="0" err="1">
                <a:solidFill>
                  <a:srgbClr val="282C34"/>
                </a:solidFill>
                <a:latin typeface="Arial"/>
              </a:rPr>
              <a:t>activement</a:t>
            </a:r>
            <a:r>
              <a:rPr sz="675" dirty="0">
                <a:solidFill>
                  <a:srgbClr val="282C34"/>
                </a:solidFill>
                <a:latin typeface="Arial"/>
              </a:rPr>
              <a:t> les </a:t>
            </a:r>
            <a:r>
              <a:rPr sz="675" dirty="0" err="1">
                <a:solidFill>
                  <a:srgbClr val="282C34"/>
                </a:solidFill>
                <a:latin typeface="Arial"/>
              </a:rPr>
              <a:t>risques</a:t>
            </a:r>
            <a:r>
              <a:rPr sz="675" dirty="0">
                <a:solidFill>
                  <a:srgbClr val="282C34"/>
                </a:solidFill>
                <a:latin typeface="Arial"/>
              </a:rPr>
              <a:t>, </a:t>
            </a:r>
            <a:r>
              <a:rPr sz="675" dirty="0" err="1">
                <a:solidFill>
                  <a:srgbClr val="282C34"/>
                </a:solidFill>
                <a:latin typeface="Arial"/>
              </a:rPr>
              <a:t>méticuleux</a:t>
            </a:r>
            <a:r>
              <a:rPr sz="675" dirty="0">
                <a:solidFill>
                  <a:srgbClr val="282C34"/>
                </a:solidFill>
                <a:latin typeface="Arial"/>
              </a:rPr>
              <a:t> dans </a:t>
            </a:r>
            <a:r>
              <a:rPr sz="675" dirty="0" err="1">
                <a:solidFill>
                  <a:srgbClr val="282C34"/>
                </a:solidFill>
                <a:latin typeface="Arial"/>
              </a:rPr>
              <a:t>sa</a:t>
            </a:r>
            <a:r>
              <a:rPr sz="675" dirty="0">
                <a:solidFill>
                  <a:srgbClr val="282C34"/>
                </a:solidFill>
                <a:latin typeface="Arial"/>
              </a:rPr>
              <a:t> </a:t>
            </a:r>
            <a:r>
              <a:rPr sz="675" dirty="0" err="1">
                <a:solidFill>
                  <a:srgbClr val="282C34"/>
                </a:solidFill>
                <a:latin typeface="Arial"/>
              </a:rPr>
              <a:t>préparation</a:t>
            </a:r>
            <a:r>
              <a:rPr sz="675" dirty="0">
                <a:solidFill>
                  <a:srgbClr val="282C34"/>
                </a:solidFill>
                <a:latin typeface="Arial"/>
              </a:rPr>
              <a:t>.</a:t>
            </a:r>
          </a:p>
          <a:p>
            <a:pPr>
              <a:spcAft>
                <a:spcPts val="450"/>
              </a:spcAft>
            </a:pPr>
            <a:endParaRPr lang="fr-CA" sz="750" b="1" dirty="0">
              <a:solidFill>
                <a:srgbClr val="146E78"/>
              </a:solidFill>
              <a:latin typeface="Arial"/>
            </a:endParaRPr>
          </a:p>
          <a:p>
            <a:pPr>
              <a:spcAft>
                <a:spcPts val="450"/>
              </a:spcAft>
            </a:pPr>
            <a:r>
              <a:rPr sz="750" b="1" dirty="0">
                <a:solidFill>
                  <a:srgbClr val="146E78"/>
                </a:solidFill>
                <a:latin typeface="Arial"/>
              </a:rPr>
              <a:t>• Normal Bas : </a:t>
            </a:r>
            <a:r>
              <a:rPr sz="675" dirty="0" err="1">
                <a:solidFill>
                  <a:srgbClr val="282C34"/>
                </a:solidFill>
                <a:latin typeface="Arial"/>
              </a:rPr>
              <a:t>Détendu</a:t>
            </a:r>
            <a:r>
              <a:rPr sz="675" dirty="0">
                <a:solidFill>
                  <a:srgbClr val="282C34"/>
                </a:solidFill>
                <a:latin typeface="Arial"/>
              </a:rPr>
              <a:t>, </a:t>
            </a:r>
            <a:r>
              <a:rPr sz="675" dirty="0" err="1">
                <a:solidFill>
                  <a:srgbClr val="282C34"/>
                </a:solidFill>
                <a:latin typeface="Arial"/>
              </a:rPr>
              <a:t>calme</a:t>
            </a:r>
            <a:r>
              <a:rPr sz="675" dirty="0">
                <a:solidFill>
                  <a:srgbClr val="282C34"/>
                </a:solidFill>
                <a:latin typeface="Arial"/>
              </a:rPr>
              <a:t>
Serein face à </a:t>
            </a:r>
            <a:r>
              <a:rPr sz="675" dirty="0" err="1">
                <a:solidFill>
                  <a:srgbClr val="282C34"/>
                </a:solidFill>
                <a:latin typeface="Arial"/>
              </a:rPr>
              <a:t>l'imprévu</a:t>
            </a:r>
            <a:r>
              <a:rPr sz="675" dirty="0">
                <a:solidFill>
                  <a:srgbClr val="282C34"/>
                </a:solidFill>
                <a:latin typeface="Arial"/>
              </a:rPr>
              <a:t>, </a:t>
            </a:r>
            <a:r>
              <a:rPr sz="675" dirty="0" err="1">
                <a:solidFill>
                  <a:srgbClr val="282C34"/>
                </a:solidFill>
                <a:latin typeface="Arial"/>
              </a:rPr>
              <a:t>concentré</a:t>
            </a:r>
            <a:r>
              <a:rPr sz="675" dirty="0">
                <a:solidFill>
                  <a:srgbClr val="282C34"/>
                </a:solidFill>
                <a:latin typeface="Arial"/>
              </a:rPr>
              <a:t> sur la recherche de solutions.</a:t>
            </a:r>
          </a:p>
          <a:p>
            <a:pPr>
              <a:spcAft>
                <a:spcPts val="450"/>
              </a:spcAft>
            </a:pPr>
            <a:endParaRPr lang="fr-CA" sz="750" b="1" dirty="0">
              <a:solidFill>
                <a:srgbClr val="B43232"/>
              </a:solidFill>
              <a:latin typeface="Arial"/>
            </a:endParaRPr>
          </a:p>
          <a:p>
            <a:pPr>
              <a:spcAft>
                <a:spcPts val="450"/>
              </a:spcAft>
            </a:pPr>
            <a:r>
              <a:rPr sz="750" b="1" dirty="0">
                <a:solidFill>
                  <a:srgbClr val="B43232"/>
                </a:solidFill>
                <a:latin typeface="Arial"/>
              </a:rPr>
              <a:t>• </a:t>
            </a:r>
            <a:r>
              <a:rPr sz="750" b="1" dirty="0" err="1">
                <a:solidFill>
                  <a:srgbClr val="B43232"/>
                </a:solidFill>
                <a:latin typeface="Arial"/>
              </a:rPr>
              <a:t>Inadapté</a:t>
            </a:r>
            <a:r>
              <a:rPr sz="750" b="1" dirty="0">
                <a:solidFill>
                  <a:srgbClr val="B43232"/>
                </a:solidFill>
                <a:latin typeface="Arial"/>
              </a:rPr>
              <a:t> Bas : </a:t>
            </a:r>
            <a:r>
              <a:rPr sz="675" dirty="0">
                <a:solidFill>
                  <a:srgbClr val="282C34"/>
                </a:solidFill>
                <a:latin typeface="Arial"/>
              </a:rPr>
              <a:t>Insouciant, inconscient
</a:t>
            </a:r>
            <a:r>
              <a:rPr sz="675" dirty="0" err="1">
                <a:solidFill>
                  <a:srgbClr val="282C34"/>
                </a:solidFill>
                <a:latin typeface="Arial"/>
              </a:rPr>
              <a:t>Minimise</a:t>
            </a:r>
            <a:r>
              <a:rPr sz="675" dirty="0">
                <a:solidFill>
                  <a:srgbClr val="282C34"/>
                </a:solidFill>
                <a:latin typeface="Arial"/>
              </a:rPr>
              <a:t> les dangers </a:t>
            </a:r>
            <a:r>
              <a:rPr sz="675" dirty="0" err="1">
                <a:solidFill>
                  <a:srgbClr val="282C34"/>
                </a:solidFill>
                <a:latin typeface="Arial"/>
              </a:rPr>
              <a:t>réels</a:t>
            </a:r>
            <a:r>
              <a:rPr sz="675" dirty="0">
                <a:solidFill>
                  <a:srgbClr val="282C34"/>
                </a:solidFill>
                <a:latin typeface="Arial"/>
              </a:rPr>
              <a:t>, </a:t>
            </a:r>
            <a:r>
              <a:rPr sz="675" dirty="0" err="1">
                <a:solidFill>
                  <a:srgbClr val="282C34"/>
                </a:solidFill>
                <a:latin typeface="Arial"/>
              </a:rPr>
              <a:t>prend</a:t>
            </a:r>
            <a:r>
              <a:rPr sz="675" dirty="0">
                <a:solidFill>
                  <a:srgbClr val="282C34"/>
                </a:solidFill>
                <a:latin typeface="Arial"/>
              </a:rPr>
              <a:t> des </a:t>
            </a:r>
            <a:r>
              <a:rPr sz="675" dirty="0" err="1">
                <a:solidFill>
                  <a:srgbClr val="282C34"/>
                </a:solidFill>
                <a:latin typeface="Arial"/>
              </a:rPr>
              <a:t>risques</a:t>
            </a:r>
            <a:r>
              <a:rPr sz="675" dirty="0">
                <a:solidFill>
                  <a:srgbClr val="282C34"/>
                </a:solidFill>
                <a:latin typeface="Arial"/>
              </a:rPr>
              <a:t> </a:t>
            </a:r>
            <a:r>
              <a:rPr sz="675" dirty="0" err="1">
                <a:solidFill>
                  <a:srgbClr val="282C34"/>
                </a:solidFill>
                <a:latin typeface="Arial"/>
              </a:rPr>
              <a:t>excessifs</a:t>
            </a:r>
            <a:r>
              <a:rPr sz="675" dirty="0">
                <a:solidFill>
                  <a:srgbClr val="282C34"/>
                </a:solidFill>
                <a:latin typeface="Arial"/>
              </a:rPr>
              <a:t> </a:t>
            </a:r>
            <a:r>
              <a:rPr sz="675" dirty="0" err="1">
                <a:solidFill>
                  <a:srgbClr val="282C34"/>
                </a:solidFill>
                <a:latin typeface="Arial"/>
              </a:rPr>
              <a:t>d'accident</a:t>
            </a:r>
            <a:r>
              <a:rPr sz="675" dirty="0">
                <a:solidFill>
                  <a:srgbClr val="282C34"/>
                </a:solidFill>
                <a:latin typeface="Arial"/>
              </a:rPr>
              <a:t>.</a:t>
            </a:r>
          </a:p>
        </p:txBody>
      </p:sp>
      <p:sp>
        <p:nvSpPr>
          <p:cNvPr id="17" name="Titre 16">
            <a:extLst>
              <a:ext uri="{FF2B5EF4-FFF2-40B4-BE49-F238E27FC236}">
                <a16:creationId xmlns:a16="http://schemas.microsoft.com/office/drawing/2014/main" id="{CA436474-F3F0-CDBA-47B7-F6BC32E4F072}"/>
              </a:ext>
            </a:extLst>
          </p:cNvPr>
          <p:cNvSpPr>
            <a:spLocks noGrp="1"/>
          </p:cNvSpPr>
          <p:nvPr>
            <p:ph type="title"/>
          </p:nvPr>
        </p:nvSpPr>
        <p:spPr>
          <a:xfrm>
            <a:off x="710413" y="392565"/>
            <a:ext cx="8186400" cy="622800"/>
          </a:xfrm>
        </p:spPr>
        <p:txBody>
          <a:bodyPr/>
          <a:lstStyle/>
          <a:p>
            <a:r>
              <a:rPr lang="fr-CA" dirty="0"/>
              <a:t>Exemples de tendances pouvant être associées à des comportements difficiles… mais pas systématiquement!</a:t>
            </a:r>
          </a:p>
        </p:txBody>
      </p:sp>
      <p:sp>
        <p:nvSpPr>
          <p:cNvPr id="18" name="Espace réservé du pied de page 3">
            <a:extLst>
              <a:ext uri="{FF2B5EF4-FFF2-40B4-BE49-F238E27FC236}">
                <a16:creationId xmlns:a16="http://schemas.microsoft.com/office/drawing/2014/main" id="{24FF7FEA-A778-F437-CEE3-F50245D6CCCA}"/>
              </a:ext>
            </a:extLst>
          </p:cNvPr>
          <p:cNvSpPr>
            <a:spLocks noGrp="1"/>
          </p:cNvSpPr>
          <p:nvPr>
            <p:ph type="ftr" sz="quarter" idx="3"/>
          </p:nvPr>
        </p:nvSpPr>
        <p:spPr>
          <a:xfrm>
            <a:off x="3124200" y="5384996"/>
            <a:ext cx="2895600" cy="185224"/>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558" b="0" i="0" u="none" strike="noStrike" kern="1200" cap="none" spc="0" normalizeH="0" baseline="0" noProof="0" dirty="0">
                <a:ln>
                  <a:noFill/>
                </a:ln>
                <a:solidFill>
                  <a:srgbClr val="003C71"/>
                </a:solidFill>
                <a:effectLst/>
                <a:uLnTx/>
                <a:uFillTx/>
                <a:latin typeface="Visby CF"/>
                <a:ea typeface="+mn-ea"/>
                <a:cs typeface="+mn-cs"/>
              </a:rPr>
              <a:t>@2026. Marie-Christine ALBERT. Tous droits réservés.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7" y="386604"/>
            <a:ext cx="7556313" cy="499423"/>
          </a:xfrm>
        </p:spPr>
        <p:txBody>
          <a:bodyPr/>
          <a:lstStyle/>
          <a:p>
            <a:r>
              <a:rPr lang="en-CA" sz="1800" dirty="0" err="1"/>
              <a:t>Exemple</a:t>
            </a:r>
            <a:r>
              <a:rPr lang="en-CA" sz="1800" dirty="0"/>
              <a:t> de rapport – NEO PI-R</a:t>
            </a:r>
            <a:endParaRPr lang="en-US" sz="1800" dirty="0"/>
          </a:p>
        </p:txBody>
      </p:sp>
      <p:pic>
        <p:nvPicPr>
          <p:cNvPr id="96259" name="Picture 3"/>
          <p:cNvPicPr>
            <a:picLocks noGrp="1" noChangeAspect="1" noChangeArrowheads="1"/>
          </p:cNvPicPr>
          <p:nvPr>
            <p:ph idx="1"/>
          </p:nvPr>
        </p:nvPicPr>
        <p:blipFill>
          <a:blip r:embed="rId2"/>
          <a:srcRect/>
          <a:stretch>
            <a:fillRect/>
          </a:stretch>
        </p:blipFill>
        <p:spPr bwMode="auto">
          <a:xfrm>
            <a:off x="655043" y="1108710"/>
            <a:ext cx="6286104" cy="3771662"/>
          </a:xfrm>
          <a:prstGeom prst="rect">
            <a:avLst/>
          </a:prstGeom>
          <a:noFill/>
          <a:ln w="9525">
            <a:noFill/>
            <a:miter lim="800000"/>
            <a:headEnd/>
            <a:tailEnd/>
          </a:ln>
          <a:effectLst/>
        </p:spPr>
      </p:pic>
      <p:sp>
        <p:nvSpPr>
          <p:cNvPr id="3" name="Espace réservé du pied de page 3">
            <a:extLst>
              <a:ext uri="{FF2B5EF4-FFF2-40B4-BE49-F238E27FC236}">
                <a16:creationId xmlns:a16="http://schemas.microsoft.com/office/drawing/2014/main" id="{BF2F01C3-965A-F582-49F1-123A4607C5C4}"/>
              </a:ext>
            </a:extLst>
          </p:cNvPr>
          <p:cNvSpPr txBox="1">
            <a:spLocks/>
          </p:cNvSpPr>
          <p:nvPr/>
        </p:nvSpPr>
        <p:spPr>
          <a:xfrm>
            <a:off x="3124200" y="5384996"/>
            <a:ext cx="2895600" cy="18522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CA" sz="558">
                <a:solidFill>
                  <a:srgbClr val="003C71"/>
                </a:solidFill>
                <a:latin typeface="Visby CF"/>
              </a:rPr>
              <a:t>@2026. Marie-Christine ALBERT. Tous droits réservés.</a:t>
            </a:r>
            <a:endParaRPr lang="fr-CA" sz="558" dirty="0">
              <a:solidFill>
                <a:srgbClr val="003C71"/>
              </a:solidFill>
              <a:latin typeface="Visby CF"/>
            </a:endParaRPr>
          </a:p>
        </p:txBody>
      </p:sp>
    </p:spTree>
    <p:extLst>
      <p:ext uri="{BB962C8B-B14F-4D97-AF65-F5344CB8AC3E}">
        <p14:creationId xmlns:p14="http://schemas.microsoft.com/office/powerpoint/2010/main" val="715765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3DADD2DD-D694-4D81-A0E3-0E6D1CFCE1A3}"/>
              </a:ext>
            </a:extLst>
          </p:cNvPr>
          <p:cNvPicPr>
            <a:picLocks noChangeAspect="1"/>
          </p:cNvPicPr>
          <p:nvPr/>
        </p:nvPicPr>
        <p:blipFill>
          <a:blip r:embed="rId2"/>
          <a:stretch>
            <a:fillRect/>
          </a:stretch>
        </p:blipFill>
        <p:spPr>
          <a:xfrm>
            <a:off x="4647238" y="1730162"/>
            <a:ext cx="4017962" cy="2914016"/>
          </a:xfrm>
          <a:prstGeom prst="rect">
            <a:avLst/>
          </a:prstGeom>
          <a:noFill/>
        </p:spPr>
      </p:pic>
      <p:pic>
        <p:nvPicPr>
          <p:cNvPr id="6" name="Image 5">
            <a:extLst>
              <a:ext uri="{FF2B5EF4-FFF2-40B4-BE49-F238E27FC236}">
                <a16:creationId xmlns:a16="http://schemas.microsoft.com/office/drawing/2014/main" id="{6B4B415B-4FA2-45CA-BF4F-54D6FD7C18A8}"/>
              </a:ext>
            </a:extLst>
          </p:cNvPr>
          <p:cNvPicPr>
            <a:picLocks noChangeAspect="1"/>
          </p:cNvPicPr>
          <p:nvPr/>
        </p:nvPicPr>
        <p:blipFill>
          <a:blip r:embed="rId3"/>
          <a:stretch>
            <a:fillRect/>
          </a:stretch>
        </p:blipFill>
        <p:spPr>
          <a:xfrm>
            <a:off x="478453" y="2366917"/>
            <a:ext cx="4017347" cy="1640507"/>
          </a:xfrm>
          <a:prstGeom prst="rect">
            <a:avLst/>
          </a:prstGeom>
          <a:noFill/>
        </p:spPr>
      </p:pic>
      <p:sp>
        <p:nvSpPr>
          <p:cNvPr id="2" name="Titre 1">
            <a:extLst>
              <a:ext uri="{FF2B5EF4-FFF2-40B4-BE49-F238E27FC236}">
                <a16:creationId xmlns:a16="http://schemas.microsoft.com/office/drawing/2014/main" id="{76DB6028-2F27-4594-AEA9-7FA4B5142ACD}"/>
              </a:ext>
            </a:extLst>
          </p:cNvPr>
          <p:cNvSpPr>
            <a:spLocks noGrp="1"/>
          </p:cNvSpPr>
          <p:nvPr>
            <p:ph type="title"/>
          </p:nvPr>
        </p:nvSpPr>
        <p:spPr>
          <a:xfrm>
            <a:off x="478800" y="718662"/>
            <a:ext cx="8186400" cy="560520"/>
          </a:xfrm>
        </p:spPr>
        <p:txBody>
          <a:bodyPr anchor="ctr">
            <a:normAutofit/>
          </a:bodyPr>
          <a:lstStyle/>
          <a:p>
            <a:r>
              <a:rPr lang="fr-CA" dirty="0"/>
              <a:t>Exemple de rapport utilisé en recrutement - TACT</a:t>
            </a:r>
          </a:p>
        </p:txBody>
      </p:sp>
      <p:sp>
        <p:nvSpPr>
          <p:cNvPr id="3" name="Espace réservé du pied de page 3">
            <a:extLst>
              <a:ext uri="{FF2B5EF4-FFF2-40B4-BE49-F238E27FC236}">
                <a16:creationId xmlns:a16="http://schemas.microsoft.com/office/drawing/2014/main" id="{7FC6B3EC-2259-1BED-5B40-EF8655D91D58}"/>
              </a:ext>
            </a:extLst>
          </p:cNvPr>
          <p:cNvSpPr txBox="1">
            <a:spLocks/>
          </p:cNvSpPr>
          <p:nvPr/>
        </p:nvSpPr>
        <p:spPr>
          <a:xfrm>
            <a:off x="1671441" y="5392631"/>
            <a:ext cx="5541168" cy="5522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CA" sz="800" dirty="0">
                <a:solidFill>
                  <a:schemeClr val="tx2"/>
                </a:solidFill>
              </a:rPr>
              <a:t>© 2026 Albert. Tous droits réservés.</a:t>
            </a:r>
          </a:p>
        </p:txBody>
      </p:sp>
    </p:spTree>
    <p:extLst>
      <p:ext uri="{BB962C8B-B14F-4D97-AF65-F5344CB8AC3E}">
        <p14:creationId xmlns:p14="http://schemas.microsoft.com/office/powerpoint/2010/main" val="753246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4B211C77-6E45-9CAB-5807-E1630AB34F48}"/>
              </a:ext>
            </a:extLst>
          </p:cNvPr>
          <p:cNvSpPr>
            <a:spLocks noGrp="1"/>
          </p:cNvSpPr>
          <p:nvPr>
            <p:ph sz="half" idx="1"/>
          </p:nvPr>
        </p:nvSpPr>
        <p:spPr/>
        <p:style>
          <a:lnRef idx="2">
            <a:schemeClr val="accent1"/>
          </a:lnRef>
          <a:fillRef idx="1">
            <a:schemeClr val="lt1"/>
          </a:fillRef>
          <a:effectRef idx="0">
            <a:schemeClr val="accent1"/>
          </a:effectRef>
          <a:fontRef idx="minor">
            <a:schemeClr val="dk1"/>
          </a:fontRef>
        </p:style>
        <p:txBody>
          <a:bodyPr>
            <a:normAutofit lnSpcReduction="10000"/>
          </a:bodyPr>
          <a:lstStyle/>
          <a:p>
            <a:r>
              <a:rPr lang="fr-CA" b="1" dirty="0"/>
              <a:t>Conscienciosité élevée</a:t>
            </a:r>
          </a:p>
          <a:p>
            <a:r>
              <a:rPr lang="fr-CA" b="1" dirty="0"/>
              <a:t>Extraversion élevée</a:t>
            </a:r>
          </a:p>
          <a:p>
            <a:r>
              <a:rPr lang="fr-CA" b="1" dirty="0"/>
              <a:t>Agréabilité plutôt basse</a:t>
            </a:r>
          </a:p>
          <a:p>
            <a:r>
              <a:rPr lang="fr-CA" b="1" dirty="0"/>
              <a:t>Ouverture normale</a:t>
            </a:r>
          </a:p>
          <a:p>
            <a:r>
              <a:rPr lang="fr-CA" b="1" dirty="0"/>
              <a:t>Névrosisme bas</a:t>
            </a:r>
          </a:p>
          <a:p>
            <a:endParaRPr lang="fr-CA" b="1" dirty="0"/>
          </a:p>
          <a:p>
            <a:endParaRPr lang="fr-CA" b="1" dirty="0"/>
          </a:p>
          <a:p>
            <a:pPr marL="0" indent="0" algn="ctr">
              <a:buNone/>
            </a:pPr>
            <a:r>
              <a:rPr lang="fr-CA" b="1" dirty="0"/>
              <a:t>Comment ses traits de personnalité nous aident à comprendre ses attitudes et comportements?</a:t>
            </a:r>
            <a:br>
              <a:rPr lang="fr-CA" dirty="0"/>
            </a:br>
            <a:endParaRPr lang="fr-CA" i="1" dirty="0"/>
          </a:p>
        </p:txBody>
      </p:sp>
      <p:sp>
        <p:nvSpPr>
          <p:cNvPr id="8" name="Espace réservé du contenu 7">
            <a:extLst>
              <a:ext uri="{FF2B5EF4-FFF2-40B4-BE49-F238E27FC236}">
                <a16:creationId xmlns:a16="http://schemas.microsoft.com/office/drawing/2014/main" id="{9DED0EA6-AD24-17AC-BDF7-52A4822C4A26}"/>
              </a:ext>
            </a:extLst>
          </p:cNvPr>
          <p:cNvSpPr>
            <a:spLocks noGrp="1"/>
          </p:cNvSpPr>
          <p:nvPr>
            <p:ph sz="half" idx="2"/>
          </p:nvPr>
        </p:nvSpPr>
        <p:spPr/>
        <p:style>
          <a:lnRef idx="2">
            <a:schemeClr val="accent3"/>
          </a:lnRef>
          <a:fillRef idx="1">
            <a:schemeClr val="lt1"/>
          </a:fillRef>
          <a:effectRef idx="0">
            <a:schemeClr val="accent3"/>
          </a:effectRef>
          <a:fontRef idx="minor">
            <a:schemeClr val="dk1"/>
          </a:fontRef>
        </p:style>
        <p:txBody>
          <a:bodyPr>
            <a:normAutofit/>
          </a:bodyPr>
          <a:lstStyle/>
          <a:p>
            <a:r>
              <a:rPr lang="fr-CA" b="1" dirty="0"/>
              <a:t>Conscienciosité inadaptée</a:t>
            </a:r>
          </a:p>
          <a:p>
            <a:r>
              <a:rPr lang="fr-CA" b="1" dirty="0"/>
              <a:t>Extraversion basse</a:t>
            </a:r>
          </a:p>
          <a:p>
            <a:r>
              <a:rPr lang="fr-CA" b="1" dirty="0"/>
              <a:t>Agréabilité normale</a:t>
            </a:r>
          </a:p>
          <a:p>
            <a:r>
              <a:rPr lang="fr-CA" b="1" dirty="0"/>
              <a:t>Ouverture  basse</a:t>
            </a:r>
          </a:p>
          <a:p>
            <a:r>
              <a:rPr lang="fr-CA" b="1" dirty="0"/>
              <a:t>Névrosisme élevé</a:t>
            </a:r>
            <a:br>
              <a:rPr lang="fr-CA" dirty="0"/>
            </a:br>
            <a:endParaRPr lang="fr-CA" dirty="0"/>
          </a:p>
          <a:p>
            <a:pPr marL="0" indent="0" algn="ctr">
              <a:buNone/>
            </a:pPr>
            <a:endParaRPr lang="fr-CA" b="1" dirty="0"/>
          </a:p>
          <a:p>
            <a:pPr marL="0" indent="0" algn="ctr">
              <a:buNone/>
            </a:pPr>
            <a:r>
              <a:rPr lang="fr-CA" b="1" dirty="0"/>
              <a:t>Comment ses traits de personnalité nous aident à comprendre ses attitudes et comportements?</a:t>
            </a:r>
            <a:endParaRPr lang="fr-CA" dirty="0"/>
          </a:p>
        </p:txBody>
      </p:sp>
      <p:sp>
        <p:nvSpPr>
          <p:cNvPr id="6" name="Titre 5">
            <a:extLst>
              <a:ext uri="{FF2B5EF4-FFF2-40B4-BE49-F238E27FC236}">
                <a16:creationId xmlns:a16="http://schemas.microsoft.com/office/drawing/2014/main" id="{E3B833EF-E679-242C-193F-0ECB148F2C01}"/>
              </a:ext>
            </a:extLst>
          </p:cNvPr>
          <p:cNvSpPr>
            <a:spLocks noGrp="1"/>
          </p:cNvSpPr>
          <p:nvPr>
            <p:ph type="title"/>
          </p:nvPr>
        </p:nvSpPr>
        <p:spPr/>
        <p:txBody>
          <a:bodyPr/>
          <a:lstStyle/>
          <a:p>
            <a:r>
              <a:rPr lang="fr-CA" dirty="0"/>
              <a:t>Revenons à Justin. </a:t>
            </a:r>
            <a:br>
              <a:rPr lang="fr-CA" dirty="0"/>
            </a:br>
            <a:r>
              <a:rPr lang="fr-CA" dirty="0"/>
              <a:t>Voici 2 profils OCEAN  pouvant expliquer les comportements de Justin.</a:t>
            </a:r>
          </a:p>
        </p:txBody>
      </p:sp>
      <p:sp>
        <p:nvSpPr>
          <p:cNvPr id="5" name="Espace réservé du pied de page 4">
            <a:extLst>
              <a:ext uri="{FF2B5EF4-FFF2-40B4-BE49-F238E27FC236}">
                <a16:creationId xmlns:a16="http://schemas.microsoft.com/office/drawing/2014/main" id="{087C85DA-7D9F-BC50-53D1-33B7270F6E01}"/>
              </a:ext>
            </a:extLst>
          </p:cNvPr>
          <p:cNvSpPr>
            <a:spLocks noGrp="1"/>
          </p:cNvSpPr>
          <p:nvPr>
            <p:ph type="ftr" sz="quarter" idx="10"/>
          </p:nvPr>
        </p:nvSpPr>
        <p:spPr/>
        <p:txBody>
          <a:body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853426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A6AE0-9F77-99B9-DFB8-1275DB0FAE63}"/>
            </a:ext>
          </a:extLst>
        </p:cNvPr>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9FFA80CD-E1E4-89F0-FDC3-245B2276E1A9}"/>
              </a:ext>
            </a:extLst>
          </p:cNvPr>
          <p:cNvSpPr>
            <a:spLocks noGrp="1"/>
          </p:cNvSpPr>
          <p:nvPr>
            <p:ph idx="1"/>
          </p:nvPr>
        </p:nvSpPr>
        <p:spPr/>
        <p:txBody>
          <a:bodyPr/>
          <a:lstStyle/>
          <a:p>
            <a:endParaRPr lang="fr-CA" dirty="0"/>
          </a:p>
        </p:txBody>
      </p:sp>
      <p:sp>
        <p:nvSpPr>
          <p:cNvPr id="4" name="Espace réservé du pied de page 3">
            <a:extLst>
              <a:ext uri="{FF2B5EF4-FFF2-40B4-BE49-F238E27FC236}">
                <a16:creationId xmlns:a16="http://schemas.microsoft.com/office/drawing/2014/main" id="{D119A32D-DADE-18FF-0834-6E09348B8CF3}"/>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2" name="Espace réservé du contenu 5">
            <a:extLst>
              <a:ext uri="{FF2B5EF4-FFF2-40B4-BE49-F238E27FC236}">
                <a16:creationId xmlns:a16="http://schemas.microsoft.com/office/drawing/2014/main" id="{A647E55F-C0A6-BD30-A94A-4E57E18CD747}"/>
              </a:ext>
            </a:extLst>
          </p:cNvPr>
          <p:cNvSpPr txBox="1">
            <a:spLocks/>
          </p:cNvSpPr>
          <p:nvPr/>
        </p:nvSpPr>
        <p:spPr>
          <a:xfrm>
            <a:off x="478800" y="2336569"/>
            <a:ext cx="8185150" cy="1629441"/>
          </a:xfrm>
          <a:prstGeom prst="rect">
            <a:avLst/>
          </a:prstGeom>
          <a:solidFill>
            <a:schemeClr val="tx2"/>
          </a:solidFill>
          <a:ln w="9525" cap="flat" cmpd="sng" algn="ctr">
            <a:solidFill>
              <a:schemeClr val="accent1">
                <a:lumMod val="75000"/>
              </a:schemeClr>
            </a:solidFill>
            <a:prstDash val="solid"/>
          </a:ln>
        </p:spPr>
        <p:style>
          <a:lnRef idx="1">
            <a:schemeClr val="accent1"/>
          </a:lnRef>
          <a:fillRef idx="3">
            <a:schemeClr val="accent1"/>
          </a:fillRef>
          <a:effectRef idx="2">
            <a:schemeClr val="accent1"/>
          </a:effectRef>
          <a:fontRef idx="minor">
            <a:schemeClr val="lt1"/>
          </a:fontRef>
        </p:style>
        <p:txBody>
          <a:bodyPr vert="horz" lIns="91440" tIns="45720" rIns="91440" bIns="45720" rtlCol="0">
            <a:noAutofit/>
          </a:bodyPr>
          <a:lstStyle>
            <a:lvl1pPr marL="12899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1pPr>
            <a:lvl2pPr marL="37798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2pPr>
            <a:lvl3pPr marL="62697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3pPr>
            <a:lvl4pPr marL="87296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4pPr>
            <a:lvl5pPr marL="112195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9pPr>
          </a:lstStyle>
          <a:p>
            <a:pPr marL="0" indent="0" algn="ctr">
              <a:buFont typeface="Arial" pitchFamily="34" charset="0"/>
              <a:buNone/>
            </a:pPr>
            <a:endParaRPr lang="fr-CA" sz="1400" b="1" dirty="0">
              <a:solidFill>
                <a:schemeClr val="bg1"/>
              </a:solidFill>
            </a:endParaRPr>
          </a:p>
          <a:p>
            <a:pPr marL="0" indent="0" algn="ctr">
              <a:buFont typeface="Arial" pitchFamily="34" charset="0"/>
              <a:buNone/>
            </a:pPr>
            <a:r>
              <a:rPr lang="fr-CA" sz="1400" b="1" dirty="0">
                <a:solidFill>
                  <a:schemeClr val="bg1"/>
                </a:solidFill>
              </a:rPr>
              <a:t>Ce que cela nous permet de comprendre</a:t>
            </a:r>
          </a:p>
          <a:p>
            <a:pPr marL="0" indent="0" algn="ctr">
              <a:buFont typeface="Arial" pitchFamily="34" charset="0"/>
              <a:buNone/>
            </a:pPr>
            <a:endParaRPr lang="fr-CA" sz="1400" b="1" dirty="0">
              <a:solidFill>
                <a:schemeClr val="bg1"/>
              </a:solidFill>
            </a:endParaRPr>
          </a:p>
          <a:p>
            <a:pPr marL="0" indent="0" algn="ctr">
              <a:buFont typeface="Arial" pitchFamily="34" charset="0"/>
              <a:buNone/>
            </a:pPr>
            <a:r>
              <a:rPr lang="fr-CA" sz="1400" i="1" dirty="0">
                <a:solidFill>
                  <a:schemeClr val="bg1"/>
                </a:solidFill>
              </a:rPr>
              <a:t>Le OCEAN de </a:t>
            </a:r>
            <a:r>
              <a:rPr lang="fr-CA" sz="1400" i="1" dirty="0" err="1">
                <a:solidFill>
                  <a:schemeClr val="bg1"/>
                </a:solidFill>
              </a:rPr>
              <a:t>McCrae</a:t>
            </a:r>
            <a:r>
              <a:rPr lang="fr-CA" sz="1400" i="1" dirty="0">
                <a:solidFill>
                  <a:schemeClr val="bg1"/>
                </a:solidFill>
              </a:rPr>
              <a:t> et Costa permet de décrire les différences individuelles et anticiper certaines tendances au travail: performance, adaptation, satisfaction et comportements productifs ou contre-productifs.</a:t>
            </a:r>
            <a:endParaRPr lang="fr-CA" sz="1400" dirty="0">
              <a:solidFill>
                <a:schemeClr val="bg1"/>
              </a:solidFill>
              <a:latin typeface="Aptos"/>
            </a:endParaRPr>
          </a:p>
          <a:p>
            <a:pPr marL="0" indent="0">
              <a:buFont typeface="Arial" pitchFamily="34" charset="0"/>
              <a:buNone/>
              <a:defRPr sz="1000" b="1">
                <a:solidFill>
                  <a:srgbClr val="096FB8"/>
                </a:solidFill>
                <a:latin typeface="Aptos"/>
              </a:defRPr>
            </a:pPr>
            <a:endParaRPr lang="fr-CA" sz="1400" b="1" i="1" dirty="0">
              <a:solidFill>
                <a:srgbClr val="000000"/>
              </a:solidFill>
              <a:latin typeface="Aptos"/>
            </a:endParaRPr>
          </a:p>
        </p:txBody>
      </p:sp>
    </p:spTree>
    <p:extLst>
      <p:ext uri="{BB962C8B-B14F-4D97-AF65-F5344CB8AC3E}">
        <p14:creationId xmlns:p14="http://schemas.microsoft.com/office/powerpoint/2010/main" val="42322635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0AD86-B36C-9293-2263-51A8DE911308}"/>
            </a:ext>
          </a:extLst>
        </p:cNvPr>
        <p:cNvGrpSpPr/>
        <p:nvPr/>
      </p:nvGrpSpPr>
      <p:grpSpPr>
        <a:xfrm>
          <a:off x="0" y="0"/>
          <a:ext cx="0" cy="0"/>
          <a:chOff x="0" y="0"/>
          <a:chExt cx="0" cy="0"/>
        </a:xfrm>
      </p:grpSpPr>
      <p:sp>
        <p:nvSpPr>
          <p:cNvPr id="11" name="Espace réservé du contenu 10">
            <a:extLst>
              <a:ext uri="{FF2B5EF4-FFF2-40B4-BE49-F238E27FC236}">
                <a16:creationId xmlns:a16="http://schemas.microsoft.com/office/drawing/2014/main" id="{8C1102A5-3D9A-C223-C99C-4EFDA601E871}"/>
              </a:ext>
            </a:extLst>
          </p:cNvPr>
          <p:cNvSpPr>
            <a:spLocks noGrp="1"/>
          </p:cNvSpPr>
          <p:nvPr>
            <p:ph idx="1"/>
          </p:nvPr>
        </p:nvSpPr>
        <p:spPr>
          <a:xfrm>
            <a:off x="478800" y="967129"/>
            <a:ext cx="8186400" cy="4000200"/>
          </a:xfrm>
        </p:spPr>
        <p:style>
          <a:lnRef idx="2">
            <a:schemeClr val="accent4">
              <a:shade val="15000"/>
            </a:schemeClr>
          </a:lnRef>
          <a:fillRef idx="1">
            <a:schemeClr val="accent4"/>
          </a:fillRef>
          <a:effectRef idx="0">
            <a:schemeClr val="accent4"/>
          </a:effectRef>
          <a:fontRef idx="minor">
            <a:schemeClr val="lt1"/>
          </a:fontRef>
        </p:style>
        <p:txBody>
          <a:bodyPr>
            <a:normAutofit/>
          </a:bodyPr>
          <a:lstStyle/>
          <a:p>
            <a:pPr marL="0" indent="0" algn="ctr">
              <a:buNone/>
            </a:pPr>
            <a:endParaRPr lang="fr-CA" dirty="0">
              <a:solidFill>
                <a:schemeClr val="bg1"/>
              </a:solidFill>
            </a:endParaRPr>
          </a:p>
          <a:p>
            <a:pPr marL="0" indent="0" algn="ctr">
              <a:buNone/>
            </a:pPr>
            <a:endParaRPr lang="fr-CA" dirty="0">
              <a:solidFill>
                <a:schemeClr val="bg1"/>
              </a:solidFill>
            </a:endParaRPr>
          </a:p>
          <a:p>
            <a:pPr marL="0" indent="0" algn="ctr">
              <a:buNone/>
            </a:pPr>
            <a:endParaRPr lang="fr-CA" dirty="0">
              <a:solidFill>
                <a:schemeClr val="bg1"/>
              </a:solidFill>
            </a:endParaRPr>
          </a:p>
          <a:p>
            <a:pPr marL="0" indent="0" algn="ctr">
              <a:buNone/>
            </a:pPr>
            <a:r>
              <a:rPr lang="fr-CA" sz="1800" dirty="0">
                <a:solidFill>
                  <a:schemeClr val="bg1"/>
                </a:solidFill>
              </a:rPr>
              <a:t>Voici le lien pour compléter gratuitement le HEXACO en ligne:</a:t>
            </a:r>
          </a:p>
          <a:p>
            <a:pPr marL="0" indent="0" algn="ctr">
              <a:buNone/>
            </a:pPr>
            <a:endParaRPr lang="fr-CA" sz="1800" dirty="0">
              <a:solidFill>
                <a:schemeClr val="bg1"/>
              </a:solidFill>
            </a:endParaRPr>
          </a:p>
          <a:p>
            <a:pPr marL="0" indent="0" algn="ctr">
              <a:buNone/>
            </a:pPr>
            <a:endParaRPr lang="fr-CA" sz="1800" dirty="0">
              <a:solidFill>
                <a:schemeClr val="bg1"/>
              </a:solidFill>
            </a:endParaRPr>
          </a:p>
          <a:p>
            <a:pPr marL="0" indent="0" algn="ctr">
              <a:buNone/>
            </a:pPr>
            <a:endParaRPr lang="fr-CA" sz="1800" dirty="0">
              <a:solidFill>
                <a:schemeClr val="bg1"/>
              </a:solidFill>
            </a:endParaRPr>
          </a:p>
          <a:p>
            <a:pPr marL="0" indent="0" algn="ctr">
              <a:buNone/>
            </a:pPr>
            <a:r>
              <a:rPr lang="fr-CA" sz="1800" dirty="0">
                <a:solidFill>
                  <a:schemeClr val="bg1"/>
                </a:solidFill>
              </a:rPr>
              <a:t>https://survey.ucalgary.ca/jfe/form/SV_0DHbQPy5Vr0TAlE</a:t>
            </a:r>
          </a:p>
          <a:p>
            <a:pPr marL="0" indent="0" algn="ctr">
              <a:buNone/>
            </a:pPr>
            <a:endParaRPr lang="fr-CA" sz="1800" dirty="0">
              <a:solidFill>
                <a:schemeClr val="bg1"/>
              </a:solidFill>
              <a:latin typeface="Verdana" panose="020B0604030504040204" pitchFamily="34" charset="0"/>
            </a:endParaRPr>
          </a:p>
          <a:p>
            <a:pPr marL="0" indent="0" algn="ctr">
              <a:buNone/>
            </a:pPr>
            <a:endParaRPr lang="en-US" sz="1200" dirty="0">
              <a:solidFill>
                <a:schemeClr val="bg1"/>
              </a:solidFill>
              <a:latin typeface="Verdana" panose="020B0604030504040204" pitchFamily="34" charset="0"/>
            </a:endParaRPr>
          </a:p>
          <a:p>
            <a:pPr algn="ctr"/>
            <a:endParaRPr lang="fr-CA" dirty="0">
              <a:solidFill>
                <a:schemeClr val="bg1"/>
              </a:solidFill>
            </a:endParaRPr>
          </a:p>
        </p:txBody>
      </p:sp>
      <p:sp>
        <p:nvSpPr>
          <p:cNvPr id="4" name="Espace réservé du pied de page 3">
            <a:extLst>
              <a:ext uri="{FF2B5EF4-FFF2-40B4-BE49-F238E27FC236}">
                <a16:creationId xmlns:a16="http://schemas.microsoft.com/office/drawing/2014/main" id="{30B02B3E-B9ED-A84F-C7A0-F70ABF0AEEDF}"/>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1810376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765810"/>
            <a:ext cx="8229600" cy="323165"/>
          </a:xfrm>
          <a:prstGeom prst="rect">
            <a:avLst/>
          </a:prstGeom>
          <a:noFill/>
        </p:spPr>
        <p:txBody>
          <a:bodyPr wrap="square" lIns="0" tIns="0" rIns="0" bIns="0">
            <a:spAutoFit/>
          </a:bodyPr>
          <a:lstStyle/>
          <a:p>
            <a:r>
              <a:rPr lang="fr-CA" sz="2100" b="1" dirty="0">
                <a:solidFill>
                  <a:srgbClr val="1A365D"/>
                </a:solidFill>
                <a:latin typeface="Georgia"/>
              </a:rPr>
              <a:t>Le m</a:t>
            </a:r>
            <a:r>
              <a:rPr sz="2100" b="1" dirty="0" err="1">
                <a:solidFill>
                  <a:srgbClr val="1A365D"/>
                </a:solidFill>
                <a:latin typeface="Georgia"/>
              </a:rPr>
              <a:t>odèle</a:t>
            </a:r>
            <a:r>
              <a:rPr sz="2100" b="1" dirty="0">
                <a:solidFill>
                  <a:srgbClr val="1A365D"/>
                </a:solidFill>
                <a:latin typeface="Georgia"/>
              </a:rPr>
              <a:t> HEXACO</a:t>
            </a:r>
          </a:p>
        </p:txBody>
      </p:sp>
      <p:sp>
        <p:nvSpPr>
          <p:cNvPr id="4" name="Rectangle 3"/>
          <p:cNvSpPr/>
          <p:nvPr/>
        </p:nvSpPr>
        <p:spPr>
          <a:xfrm>
            <a:off x="411481" y="1314450"/>
            <a:ext cx="8320811" cy="14288"/>
          </a:xfrm>
          <a:prstGeom prst="rect">
            <a:avLst/>
          </a:prstGeom>
          <a:solidFill>
            <a:srgbClr val="DE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TextBox 4"/>
          <p:cNvSpPr txBox="1"/>
          <p:nvPr/>
        </p:nvSpPr>
        <p:spPr>
          <a:xfrm>
            <a:off x="411480" y="1520190"/>
            <a:ext cx="8298180" cy="265457"/>
          </a:xfrm>
          <a:prstGeom prst="rect">
            <a:avLst/>
          </a:prstGeom>
          <a:noFill/>
        </p:spPr>
        <p:txBody>
          <a:bodyPr wrap="square">
            <a:spAutoFit/>
          </a:bodyPr>
          <a:lstStyle/>
          <a:p>
            <a:r>
              <a:rPr sz="1125">
                <a:solidFill>
                  <a:srgbClr val="212529"/>
                </a:solidFill>
                <a:latin typeface="Arial"/>
              </a:rPr>
              <a:t>Ashton et Lee (2001) répartissent les six grands traits en deux catégories fonctionnelles majeures :</a:t>
            </a:r>
          </a:p>
        </p:txBody>
      </p:sp>
      <p:sp>
        <p:nvSpPr>
          <p:cNvPr id="6" name="Rounded Rectangle 5"/>
          <p:cNvSpPr/>
          <p:nvPr/>
        </p:nvSpPr>
        <p:spPr>
          <a:xfrm>
            <a:off x="411480" y="1931670"/>
            <a:ext cx="4046220" cy="30861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wrap="square" lIns="205740" tIns="205740" rIns="205740" rtlCol="0" anchor="ctr"/>
          <a:lstStyle/>
          <a:p>
            <a:pPr algn="ctr">
              <a:spcAft>
                <a:spcPts val="900"/>
              </a:spcAft>
            </a:pPr>
            <a:r>
              <a:rPr sz="1500" b="1" dirty="0">
                <a:solidFill>
                  <a:srgbClr val="1A365D"/>
                </a:solidFill>
                <a:latin typeface="Georgia"/>
              </a:rPr>
              <a:t>Les </a:t>
            </a:r>
            <a:r>
              <a:rPr lang="fr-CA" sz="1500" b="1" dirty="0">
                <a:solidFill>
                  <a:srgbClr val="1A365D"/>
                </a:solidFill>
                <a:latin typeface="Georgia"/>
              </a:rPr>
              <a:t>c</a:t>
            </a:r>
            <a:r>
              <a:rPr sz="1500" b="1" dirty="0" err="1">
                <a:solidFill>
                  <a:srgbClr val="1A365D"/>
                </a:solidFill>
                <a:latin typeface="Georgia"/>
              </a:rPr>
              <a:t>omportements</a:t>
            </a:r>
            <a:r>
              <a:rPr sz="1500" b="1" dirty="0">
                <a:solidFill>
                  <a:srgbClr val="1A365D"/>
                </a:solidFill>
                <a:latin typeface="Georgia"/>
              </a:rPr>
              <a:t> </a:t>
            </a:r>
            <a:r>
              <a:rPr lang="fr-CA" sz="1500" b="1" dirty="0">
                <a:solidFill>
                  <a:srgbClr val="1A365D"/>
                </a:solidFill>
                <a:latin typeface="Georgia"/>
              </a:rPr>
              <a:t>s</a:t>
            </a:r>
            <a:r>
              <a:rPr sz="1500" b="1" dirty="0" err="1">
                <a:solidFill>
                  <a:srgbClr val="1A365D"/>
                </a:solidFill>
                <a:latin typeface="Georgia"/>
              </a:rPr>
              <a:t>ociaux</a:t>
            </a:r>
            <a:endParaRPr sz="1500" b="1" dirty="0">
              <a:solidFill>
                <a:srgbClr val="1A365D"/>
              </a:solidFill>
              <a:latin typeface="Georgia"/>
            </a:endParaRPr>
          </a:p>
          <a:p>
            <a:pPr>
              <a:spcAft>
                <a:spcPts val="600"/>
              </a:spcAft>
            </a:pPr>
            <a:r>
              <a:rPr sz="975" b="1" dirty="0">
                <a:solidFill>
                  <a:srgbClr val="212529"/>
                </a:solidFill>
                <a:latin typeface="Arial"/>
              </a:rPr>
              <a:t>•  </a:t>
            </a:r>
            <a:r>
              <a:rPr sz="975" b="1" dirty="0" err="1">
                <a:solidFill>
                  <a:srgbClr val="212529"/>
                </a:solidFill>
                <a:latin typeface="Arial"/>
              </a:rPr>
              <a:t>Honnêteté-Humilité</a:t>
            </a:r>
            <a:r>
              <a:rPr sz="975" b="1" dirty="0">
                <a:solidFill>
                  <a:srgbClr val="212529"/>
                </a:solidFill>
                <a:latin typeface="Arial"/>
              </a:rPr>
              <a:t> : </a:t>
            </a:r>
            <a:r>
              <a:rPr sz="975" dirty="0" err="1">
                <a:solidFill>
                  <a:srgbClr val="212529"/>
                </a:solidFill>
                <a:latin typeface="Arial"/>
              </a:rPr>
              <a:t>Garantit</a:t>
            </a:r>
            <a:r>
              <a:rPr sz="975" dirty="0">
                <a:solidFill>
                  <a:srgbClr val="212529"/>
                </a:solidFill>
                <a:latin typeface="Arial"/>
              </a:rPr>
              <a:t> la rectitude morale et </a:t>
            </a:r>
            <a:r>
              <a:rPr sz="975" dirty="0" err="1">
                <a:solidFill>
                  <a:srgbClr val="212529"/>
                </a:solidFill>
                <a:latin typeface="Arial"/>
              </a:rPr>
              <a:t>l'évitement</a:t>
            </a:r>
            <a:r>
              <a:rPr sz="975" dirty="0">
                <a:solidFill>
                  <a:srgbClr val="212529"/>
                </a:solidFill>
                <a:latin typeface="Arial"/>
              </a:rPr>
              <a:t> de </a:t>
            </a:r>
            <a:r>
              <a:rPr sz="975" dirty="0" err="1">
                <a:solidFill>
                  <a:srgbClr val="212529"/>
                </a:solidFill>
                <a:latin typeface="Arial"/>
              </a:rPr>
              <a:t>l'exploitation</a:t>
            </a:r>
            <a:r>
              <a:rPr sz="975" dirty="0">
                <a:solidFill>
                  <a:srgbClr val="212529"/>
                </a:solidFill>
                <a:latin typeface="Arial"/>
              </a:rPr>
              <a:t> </a:t>
            </a:r>
            <a:r>
              <a:rPr sz="975" dirty="0" err="1">
                <a:solidFill>
                  <a:srgbClr val="212529"/>
                </a:solidFill>
                <a:latin typeface="Arial"/>
              </a:rPr>
              <a:t>d'autrui</a:t>
            </a:r>
            <a:r>
              <a:rPr sz="975" dirty="0">
                <a:solidFill>
                  <a:srgbClr val="212529"/>
                </a:solidFill>
                <a:latin typeface="Arial"/>
              </a:rPr>
              <a:t>. Repose sur la </a:t>
            </a:r>
            <a:r>
              <a:rPr sz="975" dirty="0" err="1">
                <a:solidFill>
                  <a:srgbClr val="212529"/>
                </a:solidFill>
                <a:latin typeface="Arial"/>
              </a:rPr>
              <a:t>règle</a:t>
            </a:r>
            <a:r>
              <a:rPr sz="975" dirty="0">
                <a:solidFill>
                  <a:srgbClr val="212529"/>
                </a:solidFill>
                <a:latin typeface="Arial"/>
              </a:rPr>
              <a:t> de </a:t>
            </a:r>
            <a:r>
              <a:rPr sz="975" dirty="0" err="1">
                <a:solidFill>
                  <a:srgbClr val="212529"/>
                </a:solidFill>
                <a:latin typeface="Arial"/>
              </a:rPr>
              <a:t>réciprocité</a:t>
            </a:r>
            <a:r>
              <a:rPr sz="975" dirty="0">
                <a:solidFill>
                  <a:srgbClr val="212529"/>
                </a:solidFill>
                <a:latin typeface="Arial"/>
              </a:rPr>
              <a:t> </a:t>
            </a:r>
            <a:r>
              <a:rPr sz="975" dirty="0" err="1">
                <a:solidFill>
                  <a:srgbClr val="212529"/>
                </a:solidFill>
                <a:latin typeface="Arial"/>
              </a:rPr>
              <a:t>interpersonnelle</a:t>
            </a:r>
            <a:r>
              <a:rPr sz="975" dirty="0">
                <a:solidFill>
                  <a:srgbClr val="212529"/>
                </a:solidFill>
                <a:latin typeface="Arial"/>
              </a:rPr>
              <a:t>.</a:t>
            </a:r>
          </a:p>
          <a:p>
            <a:pPr>
              <a:spcAft>
                <a:spcPts val="600"/>
              </a:spcAft>
            </a:pPr>
            <a:r>
              <a:rPr sz="975" b="1" dirty="0">
                <a:solidFill>
                  <a:srgbClr val="212529"/>
                </a:solidFill>
                <a:latin typeface="Arial"/>
              </a:rPr>
              <a:t>•  </a:t>
            </a:r>
            <a:r>
              <a:rPr sz="975" b="1" dirty="0" err="1">
                <a:solidFill>
                  <a:srgbClr val="212529"/>
                </a:solidFill>
                <a:latin typeface="Arial"/>
              </a:rPr>
              <a:t>Agréabilité</a:t>
            </a:r>
            <a:r>
              <a:rPr sz="975" b="1" dirty="0">
                <a:solidFill>
                  <a:srgbClr val="212529"/>
                </a:solidFill>
                <a:latin typeface="Arial"/>
              </a:rPr>
              <a:t> : </a:t>
            </a:r>
            <a:r>
              <a:rPr sz="975" dirty="0" err="1">
                <a:solidFill>
                  <a:srgbClr val="212529"/>
                </a:solidFill>
                <a:latin typeface="Arial"/>
              </a:rPr>
              <a:t>Favorise</a:t>
            </a:r>
            <a:r>
              <a:rPr sz="975" dirty="0">
                <a:solidFill>
                  <a:srgbClr val="212529"/>
                </a:solidFill>
                <a:latin typeface="Arial"/>
              </a:rPr>
              <a:t> la bonne entente, </a:t>
            </a:r>
            <a:r>
              <a:rPr sz="975" dirty="0" err="1">
                <a:solidFill>
                  <a:srgbClr val="212529"/>
                </a:solidFill>
                <a:latin typeface="Arial"/>
              </a:rPr>
              <a:t>l'indulgence</a:t>
            </a:r>
            <a:r>
              <a:rPr sz="975" dirty="0">
                <a:solidFill>
                  <a:srgbClr val="212529"/>
                </a:solidFill>
                <a:latin typeface="Arial"/>
              </a:rPr>
              <a:t>, la </a:t>
            </a:r>
            <a:r>
              <a:rPr sz="975" dirty="0" err="1">
                <a:solidFill>
                  <a:srgbClr val="212529"/>
                </a:solidFill>
                <a:latin typeface="Arial"/>
              </a:rPr>
              <a:t>coopération</a:t>
            </a:r>
            <a:r>
              <a:rPr sz="975" dirty="0">
                <a:solidFill>
                  <a:srgbClr val="212529"/>
                </a:solidFill>
                <a:latin typeface="Arial"/>
              </a:rPr>
              <a:t> constructive et le pardon face aux </a:t>
            </a:r>
            <a:r>
              <a:rPr sz="975" dirty="0" err="1">
                <a:solidFill>
                  <a:srgbClr val="212529"/>
                </a:solidFill>
                <a:latin typeface="Arial"/>
              </a:rPr>
              <a:t>conflits</a:t>
            </a:r>
            <a:r>
              <a:rPr sz="975" dirty="0">
                <a:solidFill>
                  <a:srgbClr val="212529"/>
                </a:solidFill>
                <a:latin typeface="Arial"/>
              </a:rPr>
              <a:t>.</a:t>
            </a:r>
          </a:p>
          <a:p>
            <a:pPr>
              <a:spcAft>
                <a:spcPts val="600"/>
              </a:spcAft>
            </a:pPr>
            <a:r>
              <a:rPr sz="975" b="1" dirty="0">
                <a:solidFill>
                  <a:srgbClr val="212529"/>
                </a:solidFill>
                <a:latin typeface="Arial"/>
              </a:rPr>
              <a:t>•  </a:t>
            </a:r>
            <a:r>
              <a:rPr sz="975" b="1" dirty="0" err="1">
                <a:solidFill>
                  <a:srgbClr val="212529"/>
                </a:solidFill>
                <a:latin typeface="Arial"/>
              </a:rPr>
              <a:t>Émotionnalité</a:t>
            </a:r>
            <a:r>
              <a:rPr sz="975" b="1" dirty="0">
                <a:solidFill>
                  <a:srgbClr val="212529"/>
                </a:solidFill>
                <a:latin typeface="Arial"/>
              </a:rPr>
              <a:t> : </a:t>
            </a:r>
            <a:r>
              <a:rPr sz="975" dirty="0" err="1">
                <a:solidFill>
                  <a:srgbClr val="212529"/>
                </a:solidFill>
                <a:latin typeface="Arial"/>
              </a:rPr>
              <a:t>Traduit</a:t>
            </a:r>
            <a:r>
              <a:rPr sz="975" dirty="0">
                <a:solidFill>
                  <a:srgbClr val="212529"/>
                </a:solidFill>
                <a:latin typeface="Arial"/>
              </a:rPr>
              <a:t> </a:t>
            </a:r>
            <a:r>
              <a:rPr sz="975" dirty="0" err="1">
                <a:solidFill>
                  <a:srgbClr val="212529"/>
                </a:solidFill>
                <a:latin typeface="Arial"/>
              </a:rPr>
              <a:t>l'attention</a:t>
            </a:r>
            <a:r>
              <a:rPr sz="975" dirty="0">
                <a:solidFill>
                  <a:srgbClr val="212529"/>
                </a:solidFill>
                <a:latin typeface="Arial"/>
              </a:rPr>
              <a:t> </a:t>
            </a:r>
            <a:r>
              <a:rPr sz="975" dirty="0" err="1">
                <a:solidFill>
                  <a:srgbClr val="212529"/>
                </a:solidFill>
                <a:latin typeface="Arial"/>
              </a:rPr>
              <a:t>empathique</a:t>
            </a:r>
            <a:r>
              <a:rPr sz="975" dirty="0">
                <a:solidFill>
                  <a:srgbClr val="212529"/>
                </a:solidFill>
                <a:latin typeface="Arial"/>
              </a:rPr>
              <a:t> et les liens </a:t>
            </a:r>
            <a:r>
              <a:rPr sz="975" dirty="0" err="1">
                <a:solidFill>
                  <a:srgbClr val="212529"/>
                </a:solidFill>
                <a:latin typeface="Arial"/>
              </a:rPr>
              <a:t>d'attachement</a:t>
            </a:r>
            <a:r>
              <a:rPr sz="975" dirty="0">
                <a:solidFill>
                  <a:srgbClr val="212529"/>
                </a:solidFill>
                <a:latin typeface="Arial"/>
              </a:rPr>
              <a:t>, </a:t>
            </a:r>
            <a:r>
              <a:rPr sz="975" dirty="0" err="1">
                <a:solidFill>
                  <a:srgbClr val="212529"/>
                </a:solidFill>
                <a:latin typeface="Arial"/>
              </a:rPr>
              <a:t>soutenant</a:t>
            </a:r>
            <a:r>
              <a:rPr sz="975" dirty="0">
                <a:solidFill>
                  <a:srgbClr val="212529"/>
                </a:solidFill>
                <a:latin typeface="Arial"/>
              </a:rPr>
              <a:t> la </a:t>
            </a:r>
            <a:r>
              <a:rPr sz="975" dirty="0" err="1">
                <a:solidFill>
                  <a:srgbClr val="212529"/>
                </a:solidFill>
                <a:latin typeface="Arial"/>
              </a:rPr>
              <a:t>cohésion</a:t>
            </a:r>
            <a:r>
              <a:rPr sz="975" dirty="0">
                <a:solidFill>
                  <a:srgbClr val="212529"/>
                </a:solidFill>
                <a:latin typeface="Arial"/>
              </a:rPr>
              <a:t> du </a:t>
            </a:r>
            <a:r>
              <a:rPr sz="975" dirty="0" err="1">
                <a:solidFill>
                  <a:srgbClr val="212529"/>
                </a:solidFill>
                <a:latin typeface="Arial"/>
              </a:rPr>
              <a:t>groupe</a:t>
            </a:r>
            <a:r>
              <a:rPr sz="975" dirty="0">
                <a:solidFill>
                  <a:srgbClr val="212529"/>
                </a:solidFill>
                <a:latin typeface="Arial"/>
              </a:rPr>
              <a:t> malgré les </a:t>
            </a:r>
            <a:r>
              <a:rPr sz="975" dirty="0" err="1">
                <a:solidFill>
                  <a:srgbClr val="212529"/>
                </a:solidFill>
                <a:latin typeface="Arial"/>
              </a:rPr>
              <a:t>coûts</a:t>
            </a:r>
            <a:r>
              <a:rPr sz="975" dirty="0">
                <a:solidFill>
                  <a:srgbClr val="212529"/>
                </a:solidFill>
                <a:latin typeface="Arial"/>
              </a:rPr>
              <a:t> </a:t>
            </a:r>
            <a:r>
              <a:rPr sz="975" dirty="0" err="1">
                <a:solidFill>
                  <a:srgbClr val="212529"/>
                </a:solidFill>
                <a:latin typeface="Arial"/>
              </a:rPr>
              <a:t>individuels</a:t>
            </a:r>
            <a:r>
              <a:rPr sz="975" dirty="0">
                <a:solidFill>
                  <a:srgbClr val="212529"/>
                </a:solidFill>
                <a:latin typeface="Arial"/>
              </a:rPr>
              <a:t>.</a:t>
            </a:r>
          </a:p>
        </p:txBody>
      </p:sp>
      <p:sp>
        <p:nvSpPr>
          <p:cNvPr id="7" name="Rounded Rectangle 6"/>
          <p:cNvSpPr/>
          <p:nvPr/>
        </p:nvSpPr>
        <p:spPr>
          <a:xfrm>
            <a:off x="4663440" y="1931670"/>
            <a:ext cx="4046220" cy="308610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wrap="square" lIns="205740" tIns="205740" rIns="205740" rtlCol="0" anchor="ctr"/>
          <a:lstStyle/>
          <a:p>
            <a:pPr algn="ctr">
              <a:spcAft>
                <a:spcPts val="900"/>
              </a:spcAft>
            </a:pPr>
            <a:r>
              <a:rPr sz="1500" b="1" dirty="0">
                <a:solidFill>
                  <a:srgbClr val="1A365D"/>
                </a:solidFill>
                <a:latin typeface="Georgia"/>
              </a:rPr>
              <a:t>Les </a:t>
            </a:r>
            <a:r>
              <a:rPr lang="fr-CA" sz="1500" b="1" dirty="0">
                <a:solidFill>
                  <a:srgbClr val="1A365D"/>
                </a:solidFill>
                <a:latin typeface="Georgia"/>
              </a:rPr>
              <a:t>d</a:t>
            </a:r>
            <a:r>
              <a:rPr sz="1500" b="1" dirty="0" err="1">
                <a:solidFill>
                  <a:srgbClr val="1A365D"/>
                </a:solidFill>
                <a:latin typeface="Georgia"/>
              </a:rPr>
              <a:t>omaines</a:t>
            </a:r>
            <a:r>
              <a:rPr sz="1500" b="1" dirty="0">
                <a:solidFill>
                  <a:srgbClr val="1A365D"/>
                </a:solidFill>
                <a:latin typeface="Georgia"/>
              </a:rPr>
              <a:t> d'</a:t>
            </a:r>
            <a:r>
              <a:rPr lang="fr-CA" sz="1500" b="1" dirty="0">
                <a:solidFill>
                  <a:srgbClr val="1A365D"/>
                </a:solidFill>
                <a:latin typeface="Georgia"/>
              </a:rPr>
              <a:t>e</a:t>
            </a:r>
            <a:r>
              <a:rPr sz="1500" b="1" dirty="0" err="1">
                <a:solidFill>
                  <a:srgbClr val="1A365D"/>
                </a:solidFill>
                <a:latin typeface="Georgia"/>
              </a:rPr>
              <a:t>ngagement</a:t>
            </a:r>
            <a:endParaRPr sz="1500" b="1" dirty="0">
              <a:solidFill>
                <a:srgbClr val="1A365D"/>
              </a:solidFill>
              <a:latin typeface="Georgia"/>
            </a:endParaRPr>
          </a:p>
          <a:p>
            <a:pPr>
              <a:spcAft>
                <a:spcPts val="600"/>
              </a:spcAft>
            </a:pPr>
            <a:r>
              <a:rPr sz="975" b="1" dirty="0">
                <a:solidFill>
                  <a:srgbClr val="212529"/>
                </a:solidFill>
                <a:latin typeface="Arial"/>
              </a:rPr>
              <a:t>•  Extraversion : </a:t>
            </a:r>
            <a:r>
              <a:rPr sz="975" dirty="0" err="1">
                <a:solidFill>
                  <a:srgbClr val="212529"/>
                </a:solidFill>
                <a:latin typeface="Arial"/>
              </a:rPr>
              <a:t>Régule</a:t>
            </a:r>
            <a:r>
              <a:rPr sz="975" dirty="0">
                <a:solidFill>
                  <a:srgbClr val="212529"/>
                </a:solidFill>
                <a:latin typeface="Arial"/>
              </a:rPr>
              <a:t> le </a:t>
            </a:r>
            <a:r>
              <a:rPr sz="975" dirty="0" err="1">
                <a:solidFill>
                  <a:srgbClr val="212529"/>
                </a:solidFill>
                <a:latin typeface="Arial"/>
              </a:rPr>
              <a:t>niveau</a:t>
            </a:r>
            <a:r>
              <a:rPr sz="975" dirty="0">
                <a:solidFill>
                  <a:srgbClr val="212529"/>
                </a:solidFill>
                <a:latin typeface="Arial"/>
              </a:rPr>
              <a:t> </a:t>
            </a:r>
            <a:r>
              <a:rPr sz="975" dirty="0" err="1">
                <a:solidFill>
                  <a:srgbClr val="212529"/>
                </a:solidFill>
                <a:latin typeface="Arial"/>
              </a:rPr>
              <a:t>d'activité</a:t>
            </a:r>
            <a:r>
              <a:rPr sz="975" dirty="0">
                <a:solidFill>
                  <a:srgbClr val="212529"/>
                </a:solidFill>
                <a:latin typeface="Arial"/>
              </a:rPr>
              <a:t>, </a:t>
            </a:r>
            <a:r>
              <a:rPr sz="975" dirty="0" err="1">
                <a:solidFill>
                  <a:srgbClr val="212529"/>
                </a:solidFill>
                <a:latin typeface="Arial"/>
              </a:rPr>
              <a:t>d'énergie</a:t>
            </a:r>
            <a:r>
              <a:rPr sz="975" dirty="0">
                <a:solidFill>
                  <a:srgbClr val="212529"/>
                </a:solidFill>
                <a:latin typeface="Arial"/>
              </a:rPr>
              <a:t> et </a:t>
            </a:r>
            <a:r>
              <a:rPr sz="975" dirty="0" err="1">
                <a:solidFill>
                  <a:srgbClr val="212529"/>
                </a:solidFill>
                <a:latin typeface="Arial"/>
              </a:rPr>
              <a:t>d'aisance</a:t>
            </a:r>
            <a:r>
              <a:rPr sz="975" dirty="0">
                <a:solidFill>
                  <a:srgbClr val="212529"/>
                </a:solidFill>
                <a:latin typeface="Arial"/>
              </a:rPr>
              <a:t> dans les relations </a:t>
            </a:r>
            <a:r>
              <a:rPr sz="975" dirty="0" err="1">
                <a:solidFill>
                  <a:srgbClr val="212529"/>
                </a:solidFill>
                <a:latin typeface="Arial"/>
              </a:rPr>
              <a:t>sociales</a:t>
            </a:r>
            <a:r>
              <a:rPr sz="975" dirty="0">
                <a:solidFill>
                  <a:srgbClr val="212529"/>
                </a:solidFill>
                <a:latin typeface="Arial"/>
              </a:rPr>
              <a:t> </a:t>
            </a:r>
            <a:r>
              <a:rPr sz="975" dirty="0" err="1">
                <a:solidFill>
                  <a:srgbClr val="212529"/>
                </a:solidFill>
                <a:latin typeface="Arial"/>
              </a:rPr>
              <a:t>directes</a:t>
            </a:r>
            <a:r>
              <a:rPr sz="975" dirty="0">
                <a:solidFill>
                  <a:srgbClr val="212529"/>
                </a:solidFill>
                <a:latin typeface="Arial"/>
              </a:rPr>
              <a:t> avec </a:t>
            </a:r>
            <a:r>
              <a:rPr sz="975" dirty="0" err="1">
                <a:solidFill>
                  <a:srgbClr val="212529"/>
                </a:solidFill>
                <a:latin typeface="Arial"/>
              </a:rPr>
              <a:t>l'entourage</a:t>
            </a:r>
            <a:r>
              <a:rPr sz="975" dirty="0">
                <a:solidFill>
                  <a:srgbClr val="212529"/>
                </a:solidFill>
                <a:latin typeface="Arial"/>
              </a:rPr>
              <a:t>.</a:t>
            </a:r>
          </a:p>
          <a:p>
            <a:pPr>
              <a:spcAft>
                <a:spcPts val="600"/>
              </a:spcAft>
            </a:pPr>
            <a:r>
              <a:rPr sz="975" b="1" dirty="0">
                <a:solidFill>
                  <a:srgbClr val="212529"/>
                </a:solidFill>
                <a:latin typeface="Arial"/>
              </a:rPr>
              <a:t>•  </a:t>
            </a:r>
            <a:r>
              <a:rPr sz="975" b="1" dirty="0" err="1">
                <a:solidFill>
                  <a:srgbClr val="212529"/>
                </a:solidFill>
                <a:latin typeface="Arial"/>
              </a:rPr>
              <a:t>Conscienciosité</a:t>
            </a:r>
            <a:r>
              <a:rPr sz="975" b="1" dirty="0">
                <a:solidFill>
                  <a:srgbClr val="212529"/>
                </a:solidFill>
                <a:latin typeface="Arial"/>
              </a:rPr>
              <a:t> : </a:t>
            </a:r>
            <a:r>
              <a:rPr sz="975" dirty="0" err="1">
                <a:solidFill>
                  <a:srgbClr val="212529"/>
                </a:solidFill>
                <a:latin typeface="Arial"/>
              </a:rPr>
              <a:t>Détermine</a:t>
            </a:r>
            <a:r>
              <a:rPr sz="975" dirty="0">
                <a:solidFill>
                  <a:srgbClr val="212529"/>
                </a:solidFill>
                <a:latin typeface="Arial"/>
              </a:rPr>
              <a:t> le </a:t>
            </a:r>
            <a:r>
              <a:rPr sz="975" dirty="0" err="1">
                <a:solidFill>
                  <a:srgbClr val="212529"/>
                </a:solidFill>
                <a:latin typeface="Arial"/>
              </a:rPr>
              <a:t>niveau</a:t>
            </a:r>
            <a:r>
              <a:rPr sz="975" dirty="0">
                <a:solidFill>
                  <a:srgbClr val="212529"/>
                </a:solidFill>
                <a:latin typeface="Arial"/>
              </a:rPr>
              <a:t> </a:t>
            </a:r>
            <a:r>
              <a:rPr sz="975" dirty="0" err="1">
                <a:solidFill>
                  <a:srgbClr val="212529"/>
                </a:solidFill>
                <a:latin typeface="Arial"/>
              </a:rPr>
              <a:t>d'effort</a:t>
            </a:r>
            <a:r>
              <a:rPr sz="975" dirty="0">
                <a:solidFill>
                  <a:srgbClr val="212529"/>
                </a:solidFill>
                <a:latin typeface="Arial"/>
              </a:rPr>
              <a:t>, de rigueur et de planification dans la </a:t>
            </a:r>
            <a:r>
              <a:rPr sz="975" dirty="0" err="1">
                <a:solidFill>
                  <a:srgbClr val="212529"/>
                </a:solidFill>
                <a:latin typeface="Arial"/>
              </a:rPr>
              <a:t>réalisation</a:t>
            </a:r>
            <a:r>
              <a:rPr sz="975" dirty="0">
                <a:solidFill>
                  <a:srgbClr val="212529"/>
                </a:solidFill>
                <a:latin typeface="Arial"/>
              </a:rPr>
              <a:t> des </a:t>
            </a:r>
            <a:r>
              <a:rPr sz="975" dirty="0" err="1">
                <a:solidFill>
                  <a:srgbClr val="212529"/>
                </a:solidFill>
                <a:latin typeface="Arial"/>
              </a:rPr>
              <a:t>tâches</a:t>
            </a:r>
            <a:r>
              <a:rPr sz="975" dirty="0">
                <a:solidFill>
                  <a:srgbClr val="212529"/>
                </a:solidFill>
                <a:latin typeface="Arial"/>
              </a:rPr>
              <a:t> et des </a:t>
            </a:r>
            <a:r>
              <a:rPr sz="975" dirty="0" err="1">
                <a:solidFill>
                  <a:srgbClr val="212529"/>
                </a:solidFill>
                <a:latin typeface="Arial"/>
              </a:rPr>
              <a:t>objectifs</a:t>
            </a:r>
            <a:r>
              <a:rPr sz="975" dirty="0">
                <a:solidFill>
                  <a:srgbClr val="212529"/>
                </a:solidFill>
                <a:latin typeface="Arial"/>
              </a:rPr>
              <a:t>.</a:t>
            </a:r>
          </a:p>
          <a:p>
            <a:pPr>
              <a:spcAft>
                <a:spcPts val="600"/>
              </a:spcAft>
            </a:pPr>
            <a:r>
              <a:rPr sz="975" b="1" dirty="0">
                <a:solidFill>
                  <a:srgbClr val="212529"/>
                </a:solidFill>
                <a:latin typeface="Arial"/>
              </a:rPr>
              <a:t>•  </a:t>
            </a:r>
            <a:r>
              <a:rPr sz="975" b="1" dirty="0" err="1">
                <a:solidFill>
                  <a:srgbClr val="212529"/>
                </a:solidFill>
                <a:latin typeface="Arial"/>
              </a:rPr>
              <a:t>Ouverture</a:t>
            </a:r>
            <a:r>
              <a:rPr sz="975" b="1" dirty="0">
                <a:solidFill>
                  <a:srgbClr val="212529"/>
                </a:solidFill>
                <a:latin typeface="Arial"/>
              </a:rPr>
              <a:t> à </a:t>
            </a:r>
            <a:r>
              <a:rPr sz="975" b="1" dirty="0" err="1">
                <a:solidFill>
                  <a:srgbClr val="212529"/>
                </a:solidFill>
                <a:latin typeface="Arial"/>
              </a:rPr>
              <a:t>l'expérience</a:t>
            </a:r>
            <a:r>
              <a:rPr sz="975" b="1" dirty="0">
                <a:solidFill>
                  <a:srgbClr val="212529"/>
                </a:solidFill>
                <a:latin typeface="Arial"/>
              </a:rPr>
              <a:t> : </a:t>
            </a:r>
            <a:r>
              <a:rPr sz="975" dirty="0" err="1">
                <a:solidFill>
                  <a:srgbClr val="212529"/>
                </a:solidFill>
                <a:latin typeface="Arial"/>
              </a:rPr>
              <a:t>Traduit</a:t>
            </a:r>
            <a:r>
              <a:rPr sz="975" dirty="0">
                <a:solidFill>
                  <a:srgbClr val="212529"/>
                </a:solidFill>
                <a:latin typeface="Arial"/>
              </a:rPr>
              <a:t> </a:t>
            </a:r>
            <a:r>
              <a:rPr sz="975" dirty="0" err="1">
                <a:solidFill>
                  <a:srgbClr val="212529"/>
                </a:solidFill>
                <a:latin typeface="Arial"/>
              </a:rPr>
              <a:t>l'engagement</a:t>
            </a:r>
            <a:r>
              <a:rPr sz="975" dirty="0">
                <a:solidFill>
                  <a:srgbClr val="212529"/>
                </a:solidFill>
                <a:latin typeface="Arial"/>
              </a:rPr>
              <a:t> </a:t>
            </a:r>
            <a:r>
              <a:rPr sz="975" dirty="0" err="1">
                <a:solidFill>
                  <a:srgbClr val="212529"/>
                </a:solidFill>
                <a:latin typeface="Arial"/>
              </a:rPr>
              <a:t>intellectuel</a:t>
            </a:r>
            <a:r>
              <a:rPr sz="975" dirty="0">
                <a:solidFill>
                  <a:srgbClr val="212529"/>
                </a:solidFill>
                <a:latin typeface="Arial"/>
              </a:rPr>
              <a:t>, la </a:t>
            </a:r>
            <a:r>
              <a:rPr sz="975" dirty="0" err="1">
                <a:solidFill>
                  <a:srgbClr val="212529"/>
                </a:solidFill>
                <a:latin typeface="Arial"/>
              </a:rPr>
              <a:t>curiosité</a:t>
            </a:r>
            <a:r>
              <a:rPr sz="975" dirty="0">
                <a:solidFill>
                  <a:srgbClr val="212529"/>
                </a:solidFill>
                <a:latin typeface="Arial"/>
              </a:rPr>
              <a:t> et </a:t>
            </a:r>
            <a:r>
              <a:rPr sz="975" dirty="0" err="1">
                <a:solidFill>
                  <a:srgbClr val="212529"/>
                </a:solidFill>
                <a:latin typeface="Arial"/>
              </a:rPr>
              <a:t>l'exploration</a:t>
            </a:r>
            <a:r>
              <a:rPr sz="975" dirty="0">
                <a:solidFill>
                  <a:srgbClr val="212529"/>
                </a:solidFill>
                <a:latin typeface="Arial"/>
              </a:rPr>
              <a:t> </a:t>
            </a:r>
            <a:r>
              <a:rPr sz="975" dirty="0" err="1">
                <a:solidFill>
                  <a:srgbClr val="212529"/>
                </a:solidFill>
                <a:latin typeface="Arial"/>
              </a:rPr>
              <a:t>créative</a:t>
            </a:r>
            <a:r>
              <a:rPr sz="975" dirty="0">
                <a:solidFill>
                  <a:srgbClr val="212529"/>
                </a:solidFill>
                <a:latin typeface="Arial"/>
              </a:rPr>
              <a:t> des </a:t>
            </a:r>
            <a:r>
              <a:rPr sz="975" dirty="0" err="1">
                <a:solidFill>
                  <a:srgbClr val="212529"/>
                </a:solidFill>
                <a:latin typeface="Arial"/>
              </a:rPr>
              <a:t>idées</a:t>
            </a:r>
            <a:r>
              <a:rPr sz="975" dirty="0">
                <a:solidFill>
                  <a:srgbClr val="212529"/>
                </a:solidFill>
                <a:latin typeface="Arial"/>
              </a:rPr>
              <a:t> et de </a:t>
            </a:r>
            <a:r>
              <a:rPr sz="975" dirty="0" err="1">
                <a:solidFill>
                  <a:srgbClr val="212529"/>
                </a:solidFill>
                <a:latin typeface="Arial"/>
              </a:rPr>
              <a:t>l'apprentissage</a:t>
            </a:r>
            <a:r>
              <a:rPr sz="975" dirty="0">
                <a:solidFill>
                  <a:srgbClr val="212529"/>
                </a:solidFill>
                <a:latin typeface="Arial"/>
              </a:rPr>
              <a:t>.</a:t>
            </a:r>
          </a:p>
        </p:txBody>
      </p:sp>
      <p:sp>
        <p:nvSpPr>
          <p:cNvPr id="8" name="Espace réservé du pied de page 3">
            <a:extLst>
              <a:ext uri="{FF2B5EF4-FFF2-40B4-BE49-F238E27FC236}">
                <a16:creationId xmlns:a16="http://schemas.microsoft.com/office/drawing/2014/main" id="{BBD842F8-5501-FEA6-782D-980282DE3F26}"/>
              </a:ext>
            </a:extLst>
          </p:cNvPr>
          <p:cNvSpPr txBox="1">
            <a:spLocks/>
          </p:cNvSpPr>
          <p:nvPr/>
        </p:nvSpPr>
        <p:spPr>
          <a:xfrm>
            <a:off x="3124200" y="5384996"/>
            <a:ext cx="2895600" cy="18522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CA" sz="558">
                <a:solidFill>
                  <a:srgbClr val="003C71"/>
                </a:solidFill>
                <a:latin typeface="Visby CF"/>
              </a:rPr>
              <a:t>@2026. Marie-Christine ALBERT. Tous droits réservés.</a:t>
            </a:r>
            <a:endParaRPr lang="fr-CA" sz="558" dirty="0">
              <a:solidFill>
                <a:srgbClr val="003C71"/>
              </a:solidFill>
              <a:latin typeface="Visby CF"/>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765810"/>
            <a:ext cx="8229600" cy="323165"/>
          </a:xfrm>
          <a:prstGeom prst="rect">
            <a:avLst/>
          </a:prstGeom>
          <a:noFill/>
        </p:spPr>
        <p:txBody>
          <a:bodyPr wrap="square" lIns="0" tIns="0" rIns="0" bIns="0">
            <a:spAutoFit/>
          </a:bodyPr>
          <a:lstStyle/>
          <a:p>
            <a:r>
              <a:rPr sz="2100" b="1" dirty="0" err="1">
                <a:solidFill>
                  <a:srgbClr val="1A365D"/>
                </a:solidFill>
                <a:latin typeface="Georgia"/>
              </a:rPr>
              <a:t>Différences</a:t>
            </a:r>
            <a:r>
              <a:rPr sz="2100" b="1" dirty="0">
                <a:solidFill>
                  <a:srgbClr val="1A365D"/>
                </a:solidFill>
                <a:latin typeface="Georgia"/>
              </a:rPr>
              <a:t> </a:t>
            </a:r>
            <a:r>
              <a:rPr lang="fr-CA" sz="2100" b="1" dirty="0">
                <a:solidFill>
                  <a:srgbClr val="1A365D"/>
                </a:solidFill>
                <a:latin typeface="Georgia"/>
              </a:rPr>
              <a:t>c</a:t>
            </a:r>
            <a:r>
              <a:rPr sz="2100" b="1" dirty="0" err="1">
                <a:solidFill>
                  <a:srgbClr val="1A365D"/>
                </a:solidFill>
                <a:latin typeface="Georgia"/>
              </a:rPr>
              <a:t>lés</a:t>
            </a:r>
            <a:r>
              <a:rPr sz="2100" b="1" dirty="0">
                <a:solidFill>
                  <a:srgbClr val="1A365D"/>
                </a:solidFill>
                <a:latin typeface="Georgia"/>
              </a:rPr>
              <a:t> : HEXACO vs.</a:t>
            </a:r>
            <a:r>
              <a:rPr lang="fr-CA" sz="2100" b="1" dirty="0">
                <a:solidFill>
                  <a:srgbClr val="1A365D"/>
                </a:solidFill>
                <a:latin typeface="Georgia"/>
              </a:rPr>
              <a:t> O</a:t>
            </a:r>
            <a:r>
              <a:rPr sz="2100" b="1" dirty="0">
                <a:solidFill>
                  <a:srgbClr val="1A365D"/>
                </a:solidFill>
                <a:latin typeface="Georgia"/>
              </a:rPr>
              <a:t>CEAN</a:t>
            </a:r>
          </a:p>
        </p:txBody>
      </p:sp>
      <p:sp>
        <p:nvSpPr>
          <p:cNvPr id="4" name="Rectangle 3"/>
          <p:cNvSpPr/>
          <p:nvPr/>
        </p:nvSpPr>
        <p:spPr>
          <a:xfrm>
            <a:off x="411481" y="1314450"/>
            <a:ext cx="8320811" cy="14288"/>
          </a:xfrm>
          <a:prstGeom prst="rect">
            <a:avLst/>
          </a:prstGeom>
          <a:solidFill>
            <a:srgbClr val="DE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ounded Rectangle 4"/>
          <p:cNvSpPr/>
          <p:nvPr/>
        </p:nvSpPr>
        <p:spPr>
          <a:xfrm>
            <a:off x="411480" y="1520190"/>
            <a:ext cx="2606040" cy="349758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wrap="square" lIns="205740" tIns="205740" rIns="205740" rtlCol="0" anchor="ctr"/>
          <a:lstStyle/>
          <a:p>
            <a:pPr>
              <a:spcAft>
                <a:spcPts val="900"/>
              </a:spcAft>
            </a:pPr>
            <a:r>
              <a:rPr sz="1200" b="1" dirty="0">
                <a:solidFill>
                  <a:srgbClr val="1A365D"/>
                </a:solidFill>
                <a:latin typeface="Georgia"/>
              </a:rPr>
              <a:t>L'</a:t>
            </a:r>
            <a:r>
              <a:rPr lang="fr-CA" sz="1200" b="1" dirty="0">
                <a:solidFill>
                  <a:srgbClr val="1A365D"/>
                </a:solidFill>
                <a:latin typeface="Georgia"/>
              </a:rPr>
              <a:t>é</a:t>
            </a:r>
            <a:r>
              <a:rPr sz="1200" b="1" dirty="0" err="1">
                <a:solidFill>
                  <a:srgbClr val="1A365D"/>
                </a:solidFill>
                <a:latin typeface="Georgia"/>
              </a:rPr>
              <a:t>motionnalité</a:t>
            </a:r>
            <a:r>
              <a:rPr sz="1200" b="1" dirty="0">
                <a:solidFill>
                  <a:srgbClr val="1A365D"/>
                </a:solidFill>
                <a:latin typeface="Georgia"/>
              </a:rPr>
              <a:t> vs. </a:t>
            </a:r>
            <a:r>
              <a:rPr lang="fr-CA" sz="1200" b="1" dirty="0">
                <a:solidFill>
                  <a:srgbClr val="1A365D"/>
                </a:solidFill>
                <a:latin typeface="Georgia"/>
              </a:rPr>
              <a:t>n</a:t>
            </a:r>
            <a:r>
              <a:rPr sz="1200" b="1" dirty="0" err="1">
                <a:solidFill>
                  <a:srgbClr val="1A365D"/>
                </a:solidFill>
                <a:latin typeface="Georgia"/>
              </a:rPr>
              <a:t>évrosisme</a:t>
            </a:r>
            <a:endParaRPr sz="1200" b="1" dirty="0">
              <a:solidFill>
                <a:srgbClr val="1A365D"/>
              </a:solidFill>
              <a:latin typeface="Georgia"/>
            </a:endParaRPr>
          </a:p>
          <a:p>
            <a:r>
              <a:rPr sz="938" dirty="0">
                <a:solidFill>
                  <a:srgbClr val="212529"/>
                </a:solidFill>
                <a:latin typeface="Arial"/>
              </a:rPr>
              <a:t>Dans le </a:t>
            </a:r>
            <a:r>
              <a:rPr sz="938" dirty="0" err="1">
                <a:solidFill>
                  <a:srgbClr val="212529"/>
                </a:solidFill>
                <a:latin typeface="Arial"/>
              </a:rPr>
              <a:t>modèle</a:t>
            </a:r>
            <a:r>
              <a:rPr sz="938" dirty="0">
                <a:solidFill>
                  <a:srgbClr val="212529"/>
                </a:solidFill>
                <a:latin typeface="Arial"/>
              </a:rPr>
              <a:t> HEXACO, la dimension d'</a:t>
            </a:r>
            <a:r>
              <a:rPr lang="fr-CA" sz="938" dirty="0">
                <a:solidFill>
                  <a:srgbClr val="212529"/>
                </a:solidFill>
                <a:latin typeface="Arial"/>
              </a:rPr>
              <a:t>É</a:t>
            </a:r>
            <a:r>
              <a:rPr sz="938" dirty="0" err="1">
                <a:solidFill>
                  <a:srgbClr val="212529"/>
                </a:solidFill>
                <a:latin typeface="Arial"/>
              </a:rPr>
              <a:t>motionnalité</a:t>
            </a:r>
            <a:r>
              <a:rPr sz="938" dirty="0">
                <a:solidFill>
                  <a:srgbClr val="212529"/>
                </a:solidFill>
                <a:latin typeface="Arial"/>
              </a:rPr>
              <a:t> </a:t>
            </a:r>
            <a:r>
              <a:rPr sz="938" dirty="0" err="1">
                <a:solidFill>
                  <a:srgbClr val="212529"/>
                </a:solidFill>
                <a:latin typeface="Arial"/>
              </a:rPr>
              <a:t>exclut</a:t>
            </a:r>
            <a:r>
              <a:rPr sz="938" dirty="0">
                <a:solidFill>
                  <a:srgbClr val="212529"/>
                </a:solidFill>
                <a:latin typeface="Arial"/>
              </a:rPr>
              <a:t> toute </a:t>
            </a:r>
            <a:r>
              <a:rPr sz="938" dirty="0" err="1">
                <a:solidFill>
                  <a:srgbClr val="212529"/>
                </a:solidFill>
                <a:latin typeface="Arial"/>
              </a:rPr>
              <a:t>forme</a:t>
            </a:r>
            <a:r>
              <a:rPr sz="938" dirty="0">
                <a:solidFill>
                  <a:srgbClr val="212529"/>
                </a:solidFill>
                <a:latin typeface="Arial"/>
              </a:rPr>
              <a:t> de </a:t>
            </a:r>
            <a:r>
              <a:rPr sz="938" dirty="0" err="1">
                <a:solidFill>
                  <a:srgbClr val="212529"/>
                </a:solidFill>
                <a:latin typeface="Arial"/>
              </a:rPr>
              <a:t>colère</a:t>
            </a:r>
            <a:r>
              <a:rPr sz="938" dirty="0">
                <a:solidFill>
                  <a:srgbClr val="212529"/>
                </a:solidFill>
                <a:latin typeface="Arial"/>
              </a:rPr>
              <a:t>, </a:t>
            </a:r>
            <a:r>
              <a:rPr sz="938" dirty="0" err="1">
                <a:solidFill>
                  <a:srgbClr val="212529"/>
                </a:solidFill>
                <a:latin typeface="Arial"/>
              </a:rPr>
              <a:t>d'hostilité</a:t>
            </a:r>
            <a:r>
              <a:rPr sz="938" dirty="0">
                <a:solidFill>
                  <a:srgbClr val="212529"/>
                </a:solidFill>
                <a:latin typeface="Arial"/>
              </a:rPr>
              <a:t> </a:t>
            </a:r>
            <a:r>
              <a:rPr sz="938" dirty="0" err="1">
                <a:solidFill>
                  <a:srgbClr val="212529"/>
                </a:solidFill>
                <a:latin typeface="Arial"/>
              </a:rPr>
              <a:t>ou</a:t>
            </a:r>
            <a:r>
              <a:rPr sz="938" dirty="0">
                <a:solidFill>
                  <a:srgbClr val="212529"/>
                </a:solidFill>
                <a:latin typeface="Arial"/>
              </a:rPr>
              <a:t> </a:t>
            </a:r>
            <a:r>
              <a:rPr sz="938" dirty="0" err="1">
                <a:solidFill>
                  <a:srgbClr val="212529"/>
                </a:solidFill>
                <a:latin typeface="Arial"/>
              </a:rPr>
              <a:t>d'irritabilité</a:t>
            </a:r>
            <a:r>
              <a:rPr sz="938" dirty="0">
                <a:solidFill>
                  <a:srgbClr val="212529"/>
                </a:solidFill>
                <a:latin typeface="Arial"/>
              </a:rPr>
              <a:t>. Elle se </a:t>
            </a:r>
            <a:r>
              <a:rPr sz="938" dirty="0" err="1">
                <a:solidFill>
                  <a:srgbClr val="212529"/>
                </a:solidFill>
                <a:latin typeface="Arial"/>
              </a:rPr>
              <a:t>recentre</a:t>
            </a:r>
            <a:r>
              <a:rPr sz="938" dirty="0">
                <a:solidFill>
                  <a:srgbClr val="212529"/>
                </a:solidFill>
                <a:latin typeface="Arial"/>
              </a:rPr>
              <a:t> sur </a:t>
            </a:r>
            <a:r>
              <a:rPr sz="938" dirty="0" err="1">
                <a:solidFill>
                  <a:srgbClr val="212529"/>
                </a:solidFill>
                <a:latin typeface="Arial"/>
              </a:rPr>
              <a:t>l'évitement</a:t>
            </a:r>
            <a:r>
              <a:rPr sz="938" dirty="0">
                <a:solidFill>
                  <a:srgbClr val="212529"/>
                </a:solidFill>
                <a:latin typeface="Arial"/>
              </a:rPr>
              <a:t> du danger (</a:t>
            </a:r>
            <a:r>
              <a:rPr sz="938" dirty="0" err="1">
                <a:solidFill>
                  <a:srgbClr val="212529"/>
                </a:solidFill>
                <a:latin typeface="Arial"/>
              </a:rPr>
              <a:t>peur</a:t>
            </a:r>
            <a:r>
              <a:rPr sz="938" dirty="0">
                <a:solidFill>
                  <a:srgbClr val="212529"/>
                </a:solidFill>
                <a:latin typeface="Arial"/>
              </a:rPr>
              <a:t>), la </a:t>
            </a:r>
            <a:r>
              <a:rPr sz="938" dirty="0" err="1">
                <a:solidFill>
                  <a:srgbClr val="212529"/>
                </a:solidFill>
                <a:latin typeface="Arial"/>
              </a:rPr>
              <a:t>vulnérabilité</a:t>
            </a:r>
            <a:r>
              <a:rPr sz="938" dirty="0">
                <a:solidFill>
                  <a:srgbClr val="212529"/>
                </a:solidFill>
                <a:latin typeface="Arial"/>
              </a:rPr>
              <a:t> </a:t>
            </a:r>
            <a:r>
              <a:rPr sz="938" dirty="0" err="1">
                <a:solidFill>
                  <a:srgbClr val="212529"/>
                </a:solidFill>
                <a:latin typeface="Arial"/>
              </a:rPr>
              <a:t>émotionnelle</a:t>
            </a:r>
            <a:r>
              <a:rPr sz="938" dirty="0">
                <a:solidFill>
                  <a:srgbClr val="212529"/>
                </a:solidFill>
                <a:latin typeface="Arial"/>
              </a:rPr>
              <a:t>, </a:t>
            </a:r>
            <a:r>
              <a:rPr sz="938" dirty="0" err="1">
                <a:solidFill>
                  <a:srgbClr val="212529"/>
                </a:solidFill>
                <a:latin typeface="Arial"/>
              </a:rPr>
              <a:t>l'attachement</a:t>
            </a:r>
            <a:r>
              <a:rPr sz="938" dirty="0">
                <a:solidFill>
                  <a:srgbClr val="212529"/>
                </a:solidFill>
                <a:latin typeface="Arial"/>
              </a:rPr>
              <a:t> </a:t>
            </a:r>
            <a:r>
              <a:rPr sz="938" dirty="0" err="1">
                <a:solidFill>
                  <a:srgbClr val="212529"/>
                </a:solidFill>
                <a:latin typeface="Arial"/>
              </a:rPr>
              <a:t>interpersonnel</a:t>
            </a:r>
            <a:r>
              <a:rPr sz="938" dirty="0">
                <a:solidFill>
                  <a:srgbClr val="212529"/>
                </a:solidFill>
                <a:latin typeface="Arial"/>
              </a:rPr>
              <a:t> (</a:t>
            </a:r>
            <a:r>
              <a:rPr sz="938" dirty="0" err="1">
                <a:solidFill>
                  <a:srgbClr val="212529"/>
                </a:solidFill>
                <a:latin typeface="Arial"/>
              </a:rPr>
              <a:t>sentimentalité</a:t>
            </a:r>
            <a:r>
              <a:rPr sz="938" dirty="0">
                <a:solidFill>
                  <a:srgbClr val="212529"/>
                </a:solidFill>
                <a:latin typeface="Arial"/>
              </a:rPr>
              <a:t>) et la recherche de </a:t>
            </a:r>
            <a:r>
              <a:rPr sz="938" dirty="0" err="1">
                <a:solidFill>
                  <a:srgbClr val="212529"/>
                </a:solidFill>
                <a:latin typeface="Arial"/>
              </a:rPr>
              <a:t>soutien</a:t>
            </a:r>
            <a:r>
              <a:rPr sz="938" dirty="0">
                <a:solidFill>
                  <a:srgbClr val="212529"/>
                </a:solidFill>
                <a:latin typeface="Arial"/>
              </a:rPr>
              <a:t> (</a:t>
            </a:r>
            <a:r>
              <a:rPr sz="938" dirty="0" err="1">
                <a:solidFill>
                  <a:srgbClr val="212529"/>
                </a:solidFill>
                <a:latin typeface="Arial"/>
              </a:rPr>
              <a:t>dépendance</a:t>
            </a:r>
            <a:r>
              <a:rPr sz="938" dirty="0">
                <a:solidFill>
                  <a:srgbClr val="212529"/>
                </a:solidFill>
                <a:latin typeface="Arial"/>
              </a:rPr>
              <a:t>).</a:t>
            </a:r>
          </a:p>
        </p:txBody>
      </p:sp>
      <p:sp>
        <p:nvSpPr>
          <p:cNvPr id="6" name="Rounded Rectangle 5"/>
          <p:cNvSpPr/>
          <p:nvPr/>
        </p:nvSpPr>
        <p:spPr>
          <a:xfrm>
            <a:off x="3223259" y="1520190"/>
            <a:ext cx="2606040" cy="349758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wrap="square" lIns="205740" tIns="205740" rIns="205740" rtlCol="0" anchor="ctr"/>
          <a:lstStyle/>
          <a:p>
            <a:pPr>
              <a:spcAft>
                <a:spcPts val="900"/>
              </a:spcAft>
            </a:pPr>
            <a:r>
              <a:rPr sz="1200" b="1" dirty="0">
                <a:solidFill>
                  <a:srgbClr val="1A365D"/>
                </a:solidFill>
                <a:latin typeface="Georgia"/>
              </a:rPr>
              <a:t>L'</a:t>
            </a:r>
            <a:r>
              <a:rPr lang="fr-CA" sz="1200" b="1" dirty="0">
                <a:solidFill>
                  <a:srgbClr val="1A365D"/>
                </a:solidFill>
                <a:latin typeface="Georgia"/>
              </a:rPr>
              <a:t>a</a:t>
            </a:r>
            <a:r>
              <a:rPr sz="1200" b="1" dirty="0" err="1">
                <a:solidFill>
                  <a:srgbClr val="1A365D"/>
                </a:solidFill>
                <a:latin typeface="Georgia"/>
              </a:rPr>
              <a:t>gréabilité</a:t>
            </a:r>
            <a:r>
              <a:rPr sz="1200" b="1" dirty="0">
                <a:solidFill>
                  <a:srgbClr val="1A365D"/>
                </a:solidFill>
                <a:latin typeface="Georgia"/>
              </a:rPr>
              <a:t> </a:t>
            </a:r>
            <a:r>
              <a:rPr sz="1200" b="1" dirty="0" err="1">
                <a:solidFill>
                  <a:srgbClr val="1A365D"/>
                </a:solidFill>
                <a:latin typeface="Georgia"/>
              </a:rPr>
              <a:t>recentrée</a:t>
            </a:r>
            <a:r>
              <a:rPr sz="1200" b="1" dirty="0">
                <a:solidFill>
                  <a:srgbClr val="1A365D"/>
                </a:solidFill>
                <a:latin typeface="Georgia"/>
              </a:rPr>
              <a:t> sur la </a:t>
            </a:r>
            <a:r>
              <a:rPr lang="fr-CA" sz="1200" b="1" dirty="0">
                <a:solidFill>
                  <a:srgbClr val="1A365D"/>
                </a:solidFill>
                <a:latin typeface="Georgia"/>
              </a:rPr>
              <a:t>c</a:t>
            </a:r>
            <a:r>
              <a:rPr sz="1200" b="1" dirty="0" err="1">
                <a:solidFill>
                  <a:srgbClr val="1A365D"/>
                </a:solidFill>
                <a:latin typeface="Georgia"/>
              </a:rPr>
              <a:t>olère</a:t>
            </a:r>
            <a:endParaRPr sz="1200" b="1" dirty="0">
              <a:solidFill>
                <a:srgbClr val="1A365D"/>
              </a:solidFill>
              <a:latin typeface="Georgia"/>
            </a:endParaRPr>
          </a:p>
          <a:p>
            <a:r>
              <a:rPr sz="938" dirty="0" err="1">
                <a:solidFill>
                  <a:srgbClr val="212529"/>
                </a:solidFill>
                <a:latin typeface="Arial"/>
              </a:rPr>
              <a:t>Contrairement</a:t>
            </a:r>
            <a:r>
              <a:rPr sz="938" dirty="0">
                <a:solidFill>
                  <a:srgbClr val="212529"/>
                </a:solidFill>
                <a:latin typeface="Arial"/>
              </a:rPr>
              <a:t> au Big Five, </a:t>
            </a:r>
            <a:r>
              <a:rPr sz="938" dirty="0" err="1">
                <a:solidFill>
                  <a:srgbClr val="212529"/>
                </a:solidFill>
                <a:latin typeface="Arial"/>
              </a:rPr>
              <a:t>l'Agréabilité</a:t>
            </a:r>
            <a:r>
              <a:rPr sz="938" dirty="0">
                <a:solidFill>
                  <a:srgbClr val="212529"/>
                </a:solidFill>
                <a:latin typeface="Arial"/>
              </a:rPr>
              <a:t> du </a:t>
            </a:r>
            <a:r>
              <a:rPr sz="938" dirty="0" err="1">
                <a:solidFill>
                  <a:srgbClr val="212529"/>
                </a:solidFill>
                <a:latin typeface="Arial"/>
              </a:rPr>
              <a:t>modèle</a:t>
            </a:r>
            <a:r>
              <a:rPr sz="938" dirty="0">
                <a:solidFill>
                  <a:srgbClr val="212529"/>
                </a:solidFill>
                <a:latin typeface="Arial"/>
              </a:rPr>
              <a:t> HEXACO </a:t>
            </a:r>
            <a:r>
              <a:rPr sz="938" dirty="0" err="1">
                <a:solidFill>
                  <a:srgbClr val="212529"/>
                </a:solidFill>
                <a:latin typeface="Arial"/>
              </a:rPr>
              <a:t>intègre</a:t>
            </a:r>
            <a:r>
              <a:rPr sz="938" dirty="0">
                <a:solidFill>
                  <a:srgbClr val="212529"/>
                </a:solidFill>
                <a:latin typeface="Arial"/>
              </a:rPr>
              <a:t> la </a:t>
            </a:r>
            <a:r>
              <a:rPr sz="938" dirty="0" err="1">
                <a:solidFill>
                  <a:srgbClr val="212529"/>
                </a:solidFill>
                <a:latin typeface="Arial"/>
              </a:rPr>
              <a:t>régulation</a:t>
            </a:r>
            <a:r>
              <a:rPr sz="938" dirty="0">
                <a:solidFill>
                  <a:srgbClr val="212529"/>
                </a:solidFill>
                <a:latin typeface="Arial"/>
              </a:rPr>
              <a:t> </a:t>
            </a:r>
            <a:r>
              <a:rPr sz="938" dirty="0" err="1">
                <a:solidFill>
                  <a:srgbClr val="212529"/>
                </a:solidFill>
                <a:latin typeface="Arial"/>
              </a:rPr>
              <a:t>directe</a:t>
            </a:r>
            <a:r>
              <a:rPr sz="938" dirty="0">
                <a:solidFill>
                  <a:srgbClr val="212529"/>
                </a:solidFill>
                <a:latin typeface="Arial"/>
              </a:rPr>
              <a:t> de la </a:t>
            </a:r>
            <a:r>
              <a:rPr sz="938" dirty="0" err="1">
                <a:solidFill>
                  <a:srgbClr val="212529"/>
                </a:solidFill>
                <a:latin typeface="Arial"/>
              </a:rPr>
              <a:t>colère</a:t>
            </a:r>
            <a:r>
              <a:rPr sz="938" dirty="0">
                <a:solidFill>
                  <a:srgbClr val="212529"/>
                </a:solidFill>
                <a:latin typeface="Arial"/>
              </a:rPr>
              <a:t>, de </a:t>
            </a:r>
            <a:r>
              <a:rPr sz="938" dirty="0" err="1">
                <a:solidFill>
                  <a:srgbClr val="212529"/>
                </a:solidFill>
                <a:latin typeface="Arial"/>
              </a:rPr>
              <a:t>l'hostilité</a:t>
            </a:r>
            <a:r>
              <a:rPr sz="938" dirty="0">
                <a:solidFill>
                  <a:srgbClr val="212529"/>
                </a:solidFill>
                <a:latin typeface="Arial"/>
              </a:rPr>
              <a:t> et de </a:t>
            </a:r>
            <a:r>
              <a:rPr sz="938" dirty="0" err="1">
                <a:solidFill>
                  <a:srgbClr val="212529"/>
                </a:solidFill>
                <a:latin typeface="Arial"/>
              </a:rPr>
              <a:t>l'irritabilité</a:t>
            </a:r>
            <a:r>
              <a:rPr sz="938" dirty="0">
                <a:solidFill>
                  <a:srgbClr val="212529"/>
                </a:solidFill>
                <a:latin typeface="Arial"/>
              </a:rPr>
              <a:t>. Les </a:t>
            </a:r>
            <a:r>
              <a:rPr sz="938" dirty="0" err="1">
                <a:solidFill>
                  <a:srgbClr val="212529"/>
                </a:solidFill>
                <a:latin typeface="Arial"/>
              </a:rPr>
              <a:t>facettes</a:t>
            </a:r>
            <a:r>
              <a:rPr sz="938" dirty="0">
                <a:solidFill>
                  <a:srgbClr val="212529"/>
                </a:solidFill>
                <a:latin typeface="Arial"/>
              </a:rPr>
              <a:t> </a:t>
            </a:r>
            <a:r>
              <a:rPr sz="938" dirty="0" err="1">
                <a:solidFill>
                  <a:srgbClr val="212529"/>
                </a:solidFill>
                <a:latin typeface="Arial"/>
              </a:rPr>
              <a:t>comme</a:t>
            </a:r>
            <a:r>
              <a:rPr sz="938" dirty="0">
                <a:solidFill>
                  <a:srgbClr val="212529"/>
                </a:solidFill>
                <a:latin typeface="Arial"/>
              </a:rPr>
              <a:t> la patience et la </a:t>
            </a:r>
            <a:r>
              <a:rPr sz="938" dirty="0" err="1">
                <a:solidFill>
                  <a:srgbClr val="212529"/>
                </a:solidFill>
                <a:latin typeface="Arial"/>
              </a:rPr>
              <a:t>flexibilité</a:t>
            </a:r>
            <a:r>
              <a:rPr sz="938" dirty="0">
                <a:solidFill>
                  <a:srgbClr val="212529"/>
                </a:solidFill>
                <a:latin typeface="Arial"/>
              </a:rPr>
              <a:t> </a:t>
            </a:r>
            <a:r>
              <a:rPr sz="938" dirty="0" err="1">
                <a:solidFill>
                  <a:srgbClr val="212529"/>
                </a:solidFill>
                <a:latin typeface="Arial"/>
              </a:rPr>
              <a:t>évaluent</a:t>
            </a:r>
            <a:r>
              <a:rPr sz="938" dirty="0">
                <a:solidFill>
                  <a:srgbClr val="212529"/>
                </a:solidFill>
                <a:latin typeface="Arial"/>
              </a:rPr>
              <a:t> </a:t>
            </a:r>
            <a:r>
              <a:rPr sz="938" dirty="0" err="1">
                <a:solidFill>
                  <a:srgbClr val="212529"/>
                </a:solidFill>
                <a:latin typeface="Arial"/>
              </a:rPr>
              <a:t>précisément</a:t>
            </a:r>
            <a:r>
              <a:rPr sz="938" dirty="0">
                <a:solidFill>
                  <a:srgbClr val="212529"/>
                </a:solidFill>
                <a:latin typeface="Arial"/>
              </a:rPr>
              <a:t> le </a:t>
            </a:r>
            <a:r>
              <a:rPr sz="938" dirty="0" err="1">
                <a:solidFill>
                  <a:srgbClr val="212529"/>
                </a:solidFill>
                <a:latin typeface="Arial"/>
              </a:rPr>
              <a:t>flegme</a:t>
            </a:r>
            <a:r>
              <a:rPr sz="938" dirty="0">
                <a:solidFill>
                  <a:srgbClr val="212529"/>
                </a:solidFill>
                <a:latin typeface="Arial"/>
              </a:rPr>
              <a:t> et la </a:t>
            </a:r>
            <a:r>
              <a:rPr sz="938" dirty="0" err="1">
                <a:solidFill>
                  <a:srgbClr val="212529"/>
                </a:solidFill>
                <a:latin typeface="Arial"/>
              </a:rPr>
              <a:t>capacité</a:t>
            </a:r>
            <a:r>
              <a:rPr sz="938" dirty="0">
                <a:solidFill>
                  <a:srgbClr val="212529"/>
                </a:solidFill>
                <a:latin typeface="Arial"/>
              </a:rPr>
              <a:t> à ne pas </a:t>
            </a:r>
            <a:r>
              <a:rPr sz="938" dirty="0" err="1">
                <a:solidFill>
                  <a:srgbClr val="212529"/>
                </a:solidFill>
                <a:latin typeface="Arial"/>
              </a:rPr>
              <a:t>réagir</a:t>
            </a:r>
            <a:r>
              <a:rPr sz="938" dirty="0">
                <a:solidFill>
                  <a:srgbClr val="212529"/>
                </a:solidFill>
                <a:latin typeface="Arial"/>
              </a:rPr>
              <a:t> de façon </a:t>
            </a:r>
            <a:r>
              <a:rPr sz="938" dirty="0" err="1">
                <a:solidFill>
                  <a:srgbClr val="212529"/>
                </a:solidFill>
                <a:latin typeface="Arial"/>
              </a:rPr>
              <a:t>agressive</a:t>
            </a:r>
            <a:r>
              <a:rPr sz="938" dirty="0">
                <a:solidFill>
                  <a:srgbClr val="212529"/>
                </a:solidFill>
                <a:latin typeface="Arial"/>
              </a:rPr>
              <a:t>.</a:t>
            </a:r>
          </a:p>
        </p:txBody>
      </p:sp>
      <p:sp>
        <p:nvSpPr>
          <p:cNvPr id="7" name="Rounded Rectangle 6"/>
          <p:cNvSpPr/>
          <p:nvPr/>
        </p:nvSpPr>
        <p:spPr>
          <a:xfrm>
            <a:off x="6035039" y="1520190"/>
            <a:ext cx="2606040" cy="349758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wrap="square" lIns="205740" tIns="205740" rIns="205740" rtlCol="0" anchor="ctr"/>
          <a:lstStyle/>
          <a:p>
            <a:pPr>
              <a:spcAft>
                <a:spcPts val="900"/>
              </a:spcAft>
            </a:pPr>
            <a:r>
              <a:rPr sz="1200" b="1" dirty="0">
                <a:solidFill>
                  <a:srgbClr val="1A365D"/>
                </a:solidFill>
                <a:latin typeface="Georgia"/>
              </a:rPr>
              <a:t>La </a:t>
            </a:r>
            <a:r>
              <a:rPr lang="fr-CA" sz="1200" b="1" dirty="0">
                <a:solidFill>
                  <a:srgbClr val="1A365D"/>
                </a:solidFill>
                <a:latin typeface="Georgia"/>
              </a:rPr>
              <a:t>m</a:t>
            </a:r>
            <a:r>
              <a:rPr sz="1200" b="1" dirty="0" err="1">
                <a:solidFill>
                  <a:srgbClr val="1A365D"/>
                </a:solidFill>
                <a:latin typeface="Georgia"/>
              </a:rPr>
              <a:t>oralité</a:t>
            </a:r>
            <a:r>
              <a:rPr sz="1200" b="1" dirty="0">
                <a:solidFill>
                  <a:srgbClr val="1A365D"/>
                </a:solidFill>
                <a:latin typeface="Georgia"/>
              </a:rPr>
              <a:t> </a:t>
            </a:r>
            <a:r>
              <a:rPr sz="1200" b="1" dirty="0" err="1">
                <a:solidFill>
                  <a:srgbClr val="1A365D"/>
                </a:solidFill>
                <a:latin typeface="Georgia"/>
              </a:rPr>
              <a:t>déplacée</a:t>
            </a:r>
            <a:r>
              <a:rPr sz="1200" b="1" dirty="0">
                <a:solidFill>
                  <a:srgbClr val="1A365D"/>
                </a:solidFill>
                <a:latin typeface="Georgia"/>
              </a:rPr>
              <a:t> dans </a:t>
            </a:r>
            <a:r>
              <a:rPr lang="fr-CA" sz="1200" b="1" dirty="0">
                <a:solidFill>
                  <a:srgbClr val="1A365D"/>
                </a:solidFill>
                <a:latin typeface="Georgia"/>
              </a:rPr>
              <a:t>h</a:t>
            </a:r>
            <a:r>
              <a:rPr sz="1200" b="1" dirty="0" err="1">
                <a:solidFill>
                  <a:srgbClr val="1A365D"/>
                </a:solidFill>
                <a:latin typeface="Georgia"/>
              </a:rPr>
              <a:t>onnêteté</a:t>
            </a:r>
            <a:endParaRPr sz="1200" b="1" dirty="0">
              <a:solidFill>
                <a:srgbClr val="1A365D"/>
              </a:solidFill>
              <a:latin typeface="Georgia"/>
            </a:endParaRPr>
          </a:p>
          <a:p>
            <a:r>
              <a:rPr sz="938" dirty="0">
                <a:solidFill>
                  <a:srgbClr val="212529"/>
                </a:solidFill>
                <a:latin typeface="Arial"/>
              </a:rPr>
              <a:t>Dans le Big Five, la </a:t>
            </a:r>
            <a:r>
              <a:rPr sz="938" dirty="0" err="1">
                <a:solidFill>
                  <a:srgbClr val="212529"/>
                </a:solidFill>
                <a:latin typeface="Arial"/>
              </a:rPr>
              <a:t>droiture</a:t>
            </a:r>
            <a:r>
              <a:rPr sz="938" dirty="0">
                <a:solidFill>
                  <a:srgbClr val="212529"/>
                </a:solidFill>
                <a:latin typeface="Arial"/>
              </a:rPr>
              <a:t> morale </a:t>
            </a:r>
            <a:r>
              <a:rPr sz="938" dirty="0" err="1">
                <a:solidFill>
                  <a:srgbClr val="212529"/>
                </a:solidFill>
                <a:latin typeface="Arial"/>
              </a:rPr>
              <a:t>était</a:t>
            </a:r>
            <a:r>
              <a:rPr sz="938" dirty="0">
                <a:solidFill>
                  <a:srgbClr val="212529"/>
                </a:solidFill>
                <a:latin typeface="Arial"/>
              </a:rPr>
              <a:t> </a:t>
            </a:r>
            <a:r>
              <a:rPr sz="938" dirty="0" err="1">
                <a:solidFill>
                  <a:srgbClr val="212529"/>
                </a:solidFill>
                <a:latin typeface="Arial"/>
              </a:rPr>
              <a:t>diluée</a:t>
            </a:r>
            <a:r>
              <a:rPr sz="938" dirty="0">
                <a:solidFill>
                  <a:srgbClr val="212529"/>
                </a:solidFill>
                <a:latin typeface="Arial"/>
              </a:rPr>
              <a:t> entre la </a:t>
            </a:r>
            <a:r>
              <a:rPr sz="938" dirty="0" err="1">
                <a:solidFill>
                  <a:srgbClr val="212529"/>
                </a:solidFill>
                <a:latin typeface="Arial"/>
              </a:rPr>
              <a:t>Conscienciosité</a:t>
            </a:r>
            <a:r>
              <a:rPr sz="938" dirty="0">
                <a:solidFill>
                  <a:srgbClr val="212529"/>
                </a:solidFill>
                <a:latin typeface="Arial"/>
              </a:rPr>
              <a:t> (</a:t>
            </a:r>
            <a:r>
              <a:rPr sz="938" dirty="0" err="1">
                <a:solidFill>
                  <a:srgbClr val="212529"/>
                </a:solidFill>
                <a:latin typeface="Arial"/>
              </a:rPr>
              <a:t>sens</a:t>
            </a:r>
            <a:r>
              <a:rPr sz="938" dirty="0">
                <a:solidFill>
                  <a:srgbClr val="212529"/>
                </a:solidFill>
                <a:latin typeface="Arial"/>
              </a:rPr>
              <a:t> du devoir) et </a:t>
            </a:r>
            <a:r>
              <a:rPr sz="938" dirty="0" err="1">
                <a:solidFill>
                  <a:srgbClr val="212529"/>
                </a:solidFill>
                <a:latin typeface="Arial"/>
              </a:rPr>
              <a:t>l'Agréabilité</a:t>
            </a:r>
            <a:r>
              <a:rPr sz="938" dirty="0">
                <a:solidFill>
                  <a:srgbClr val="212529"/>
                </a:solidFill>
                <a:latin typeface="Arial"/>
              </a:rPr>
              <a:t> (</a:t>
            </a:r>
            <a:r>
              <a:rPr sz="938" dirty="0" err="1">
                <a:solidFill>
                  <a:srgbClr val="212529"/>
                </a:solidFill>
                <a:latin typeface="Arial"/>
              </a:rPr>
              <a:t>confiance</a:t>
            </a:r>
            <a:r>
              <a:rPr sz="938" dirty="0">
                <a:solidFill>
                  <a:srgbClr val="212529"/>
                </a:solidFill>
                <a:latin typeface="Arial"/>
              </a:rPr>
              <a:t>/</a:t>
            </a:r>
            <a:r>
              <a:rPr sz="938" dirty="0" err="1">
                <a:solidFill>
                  <a:srgbClr val="212529"/>
                </a:solidFill>
                <a:latin typeface="Arial"/>
              </a:rPr>
              <a:t>altruisme</a:t>
            </a:r>
            <a:r>
              <a:rPr sz="938" dirty="0">
                <a:solidFill>
                  <a:srgbClr val="212529"/>
                </a:solidFill>
                <a:latin typeface="Arial"/>
              </a:rPr>
              <a:t>). Dans HEXACO, </a:t>
            </a:r>
            <a:r>
              <a:rPr sz="938" dirty="0" err="1">
                <a:solidFill>
                  <a:srgbClr val="212529"/>
                </a:solidFill>
                <a:latin typeface="Arial"/>
              </a:rPr>
              <a:t>elle</a:t>
            </a:r>
            <a:r>
              <a:rPr sz="938" dirty="0">
                <a:solidFill>
                  <a:srgbClr val="212529"/>
                </a:solidFill>
                <a:latin typeface="Arial"/>
              </a:rPr>
              <a:t> est </a:t>
            </a:r>
            <a:r>
              <a:rPr sz="938" dirty="0" err="1">
                <a:solidFill>
                  <a:srgbClr val="212529"/>
                </a:solidFill>
                <a:latin typeface="Arial"/>
              </a:rPr>
              <a:t>isolée</a:t>
            </a:r>
            <a:r>
              <a:rPr sz="938" dirty="0">
                <a:solidFill>
                  <a:srgbClr val="212529"/>
                </a:solidFill>
                <a:latin typeface="Arial"/>
              </a:rPr>
              <a:t> dans </a:t>
            </a:r>
            <a:r>
              <a:rPr sz="938" dirty="0" err="1">
                <a:solidFill>
                  <a:srgbClr val="212529"/>
                </a:solidFill>
                <a:latin typeface="Arial"/>
              </a:rPr>
              <a:t>l'Honnêteté-Humilité</a:t>
            </a:r>
            <a:r>
              <a:rPr sz="938" dirty="0">
                <a:solidFill>
                  <a:srgbClr val="212529"/>
                </a:solidFill>
                <a:latin typeface="Arial"/>
              </a:rPr>
              <a:t>. La </a:t>
            </a:r>
            <a:r>
              <a:rPr sz="938" dirty="0" err="1">
                <a:solidFill>
                  <a:srgbClr val="212529"/>
                </a:solidFill>
                <a:latin typeface="Arial"/>
              </a:rPr>
              <a:t>Conscienciosité</a:t>
            </a:r>
            <a:r>
              <a:rPr sz="938" dirty="0">
                <a:solidFill>
                  <a:srgbClr val="212529"/>
                </a:solidFill>
                <a:latin typeface="Arial"/>
              </a:rPr>
              <a:t> </a:t>
            </a:r>
            <a:r>
              <a:rPr sz="938" dirty="0" err="1">
                <a:solidFill>
                  <a:srgbClr val="212529"/>
                </a:solidFill>
                <a:latin typeface="Arial"/>
              </a:rPr>
              <a:t>d'HEXACO</a:t>
            </a:r>
            <a:r>
              <a:rPr sz="938" dirty="0">
                <a:solidFill>
                  <a:srgbClr val="212529"/>
                </a:solidFill>
                <a:latin typeface="Arial"/>
              </a:rPr>
              <a:t> se </a:t>
            </a:r>
            <a:r>
              <a:rPr sz="938" dirty="0" err="1">
                <a:solidFill>
                  <a:srgbClr val="212529"/>
                </a:solidFill>
                <a:latin typeface="Arial"/>
              </a:rPr>
              <a:t>concentre</a:t>
            </a:r>
            <a:r>
              <a:rPr sz="938" dirty="0">
                <a:solidFill>
                  <a:srgbClr val="212529"/>
                </a:solidFill>
                <a:latin typeface="Arial"/>
              </a:rPr>
              <a:t> </a:t>
            </a:r>
            <a:r>
              <a:rPr sz="938" dirty="0" err="1">
                <a:solidFill>
                  <a:srgbClr val="212529"/>
                </a:solidFill>
                <a:latin typeface="Arial"/>
              </a:rPr>
              <a:t>uniquement</a:t>
            </a:r>
            <a:r>
              <a:rPr sz="938" dirty="0">
                <a:solidFill>
                  <a:srgbClr val="212529"/>
                </a:solidFill>
                <a:latin typeface="Arial"/>
              </a:rPr>
              <a:t> sur la </a:t>
            </a:r>
            <a:r>
              <a:rPr sz="938" dirty="0" err="1">
                <a:solidFill>
                  <a:srgbClr val="212529"/>
                </a:solidFill>
                <a:latin typeface="Arial"/>
              </a:rPr>
              <a:t>réalisation</a:t>
            </a:r>
            <a:r>
              <a:rPr sz="938" dirty="0">
                <a:solidFill>
                  <a:srgbClr val="212529"/>
                </a:solidFill>
                <a:latin typeface="Arial"/>
              </a:rPr>
              <a:t> pure des </a:t>
            </a:r>
            <a:r>
              <a:rPr sz="938" dirty="0" err="1">
                <a:solidFill>
                  <a:srgbClr val="212529"/>
                </a:solidFill>
                <a:latin typeface="Arial"/>
              </a:rPr>
              <a:t>tâches</a:t>
            </a:r>
            <a:r>
              <a:rPr sz="938" dirty="0">
                <a:solidFill>
                  <a:srgbClr val="212529"/>
                </a:solidFill>
                <a:latin typeface="Arial"/>
              </a:rPr>
              <a:t>.</a:t>
            </a:r>
          </a:p>
        </p:txBody>
      </p:sp>
      <p:sp>
        <p:nvSpPr>
          <p:cNvPr id="2" name="Espace réservé du pied de page 3">
            <a:extLst>
              <a:ext uri="{FF2B5EF4-FFF2-40B4-BE49-F238E27FC236}">
                <a16:creationId xmlns:a16="http://schemas.microsoft.com/office/drawing/2014/main" id="{DB1158A0-CD10-CE37-6447-248828E8D4BD}"/>
              </a:ext>
            </a:extLst>
          </p:cNvPr>
          <p:cNvSpPr txBox="1">
            <a:spLocks/>
          </p:cNvSpPr>
          <p:nvPr/>
        </p:nvSpPr>
        <p:spPr>
          <a:xfrm>
            <a:off x="3124200" y="5384996"/>
            <a:ext cx="2895600" cy="18522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CA" sz="558">
                <a:solidFill>
                  <a:srgbClr val="003C71"/>
                </a:solidFill>
                <a:latin typeface="Visby CF"/>
              </a:rPr>
              <a:t>@2026. Marie-Christine ALBERT. Tous droits réservés.</a:t>
            </a:r>
            <a:endParaRPr lang="fr-CA" sz="558" dirty="0">
              <a:solidFill>
                <a:srgbClr val="003C71"/>
              </a:solidFill>
              <a:latin typeface="Visby CF"/>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765810"/>
            <a:ext cx="8229600" cy="323165"/>
          </a:xfrm>
          <a:prstGeom prst="rect">
            <a:avLst/>
          </a:prstGeom>
          <a:noFill/>
        </p:spPr>
        <p:txBody>
          <a:bodyPr wrap="square" lIns="0" tIns="0" rIns="0" bIns="0">
            <a:spAutoFit/>
          </a:bodyPr>
          <a:lstStyle/>
          <a:p>
            <a:r>
              <a:rPr sz="2100" b="1" dirty="0">
                <a:solidFill>
                  <a:srgbClr val="1A365D"/>
                </a:solidFill>
                <a:latin typeface="Georgia"/>
              </a:rPr>
              <a:t>Le 6e </a:t>
            </a:r>
            <a:r>
              <a:rPr lang="fr-CA" sz="2100" b="1" dirty="0">
                <a:solidFill>
                  <a:srgbClr val="1A365D"/>
                </a:solidFill>
                <a:latin typeface="Georgia"/>
              </a:rPr>
              <a:t>f</a:t>
            </a:r>
            <a:r>
              <a:rPr sz="2100" b="1" dirty="0" err="1">
                <a:solidFill>
                  <a:srgbClr val="1A365D"/>
                </a:solidFill>
                <a:latin typeface="Georgia"/>
              </a:rPr>
              <a:t>acteur</a:t>
            </a:r>
            <a:r>
              <a:rPr sz="2100" b="1" dirty="0">
                <a:solidFill>
                  <a:srgbClr val="1A365D"/>
                </a:solidFill>
                <a:latin typeface="Georgia"/>
              </a:rPr>
              <a:t> </a:t>
            </a:r>
            <a:r>
              <a:rPr lang="fr-CA" sz="2100" b="1" dirty="0">
                <a:solidFill>
                  <a:srgbClr val="1A365D"/>
                </a:solidFill>
                <a:latin typeface="Georgia"/>
              </a:rPr>
              <a:t>:</a:t>
            </a:r>
            <a:r>
              <a:rPr sz="2100" b="1" dirty="0">
                <a:solidFill>
                  <a:srgbClr val="1A365D"/>
                </a:solidFill>
                <a:latin typeface="Georgia"/>
              </a:rPr>
              <a:t> </a:t>
            </a:r>
            <a:r>
              <a:rPr lang="fr-CA" sz="2100" b="1" dirty="0">
                <a:solidFill>
                  <a:srgbClr val="1A365D"/>
                </a:solidFill>
                <a:latin typeface="Georgia"/>
              </a:rPr>
              <a:t>l</a:t>
            </a:r>
            <a:r>
              <a:rPr sz="2100" b="1" dirty="0">
                <a:solidFill>
                  <a:srgbClr val="1A365D"/>
                </a:solidFill>
                <a:latin typeface="Georgia"/>
              </a:rPr>
              <a:t>'</a:t>
            </a:r>
            <a:r>
              <a:rPr lang="fr-CA" sz="2100" b="1" dirty="0">
                <a:solidFill>
                  <a:srgbClr val="1A365D"/>
                </a:solidFill>
                <a:latin typeface="Georgia"/>
              </a:rPr>
              <a:t>h</a:t>
            </a:r>
            <a:r>
              <a:rPr sz="2100" b="1" dirty="0" err="1">
                <a:solidFill>
                  <a:srgbClr val="1A365D"/>
                </a:solidFill>
                <a:latin typeface="Georgia"/>
              </a:rPr>
              <a:t>onnêteté</a:t>
            </a:r>
            <a:r>
              <a:rPr sz="2100" b="1" dirty="0">
                <a:solidFill>
                  <a:srgbClr val="1A365D"/>
                </a:solidFill>
                <a:latin typeface="Georgia"/>
              </a:rPr>
              <a:t>-</a:t>
            </a:r>
            <a:r>
              <a:rPr lang="fr-CA" sz="2100" b="1" dirty="0">
                <a:solidFill>
                  <a:srgbClr val="1A365D"/>
                </a:solidFill>
                <a:latin typeface="Georgia"/>
              </a:rPr>
              <a:t>h</a:t>
            </a:r>
            <a:r>
              <a:rPr sz="2100" b="1" dirty="0" err="1">
                <a:solidFill>
                  <a:srgbClr val="1A365D"/>
                </a:solidFill>
                <a:latin typeface="Georgia"/>
              </a:rPr>
              <a:t>umilité</a:t>
            </a:r>
            <a:endParaRPr sz="2100" b="1" dirty="0">
              <a:solidFill>
                <a:srgbClr val="1A365D"/>
              </a:solidFill>
              <a:latin typeface="Georgia"/>
            </a:endParaRPr>
          </a:p>
        </p:txBody>
      </p:sp>
      <p:sp>
        <p:nvSpPr>
          <p:cNvPr id="4" name="Rectangle 3"/>
          <p:cNvSpPr/>
          <p:nvPr/>
        </p:nvSpPr>
        <p:spPr>
          <a:xfrm>
            <a:off x="411481" y="1314450"/>
            <a:ext cx="8320811" cy="14288"/>
          </a:xfrm>
          <a:prstGeom prst="rect">
            <a:avLst/>
          </a:prstGeom>
          <a:solidFill>
            <a:srgbClr val="DE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TextBox 4"/>
          <p:cNvSpPr txBox="1"/>
          <p:nvPr/>
        </p:nvSpPr>
        <p:spPr>
          <a:xfrm>
            <a:off x="411480" y="1520190"/>
            <a:ext cx="3977640" cy="2987997"/>
          </a:xfrm>
          <a:prstGeom prst="rect">
            <a:avLst/>
          </a:prstGeom>
          <a:noFill/>
        </p:spPr>
        <p:txBody>
          <a:bodyPr wrap="square" lIns="0" tIns="0" rIns="0" bIns="0">
            <a:spAutoFit/>
          </a:bodyPr>
          <a:lstStyle/>
          <a:p>
            <a:pPr>
              <a:spcAft>
                <a:spcPts val="450"/>
              </a:spcAft>
            </a:pPr>
            <a:endParaRPr lang="fr-CA" sz="1350" b="1" dirty="0">
              <a:solidFill>
                <a:srgbClr val="1A365D"/>
              </a:solidFill>
              <a:latin typeface="Georgia"/>
            </a:endParaRPr>
          </a:p>
          <a:p>
            <a:pPr>
              <a:spcAft>
                <a:spcPts val="450"/>
              </a:spcAft>
            </a:pPr>
            <a:r>
              <a:rPr sz="1350" b="1" dirty="0" err="1">
                <a:solidFill>
                  <a:srgbClr val="1A365D"/>
                </a:solidFill>
                <a:latin typeface="Georgia"/>
              </a:rPr>
              <a:t>Définition</a:t>
            </a:r>
            <a:r>
              <a:rPr sz="1350" b="1" dirty="0">
                <a:solidFill>
                  <a:srgbClr val="1A365D"/>
                </a:solidFill>
                <a:latin typeface="Georgia"/>
              </a:rPr>
              <a:t> de la dimension</a:t>
            </a:r>
          </a:p>
          <a:p>
            <a:pPr>
              <a:spcAft>
                <a:spcPts val="1350"/>
              </a:spcAft>
            </a:pPr>
            <a:r>
              <a:rPr sz="1050" dirty="0">
                <a:solidFill>
                  <a:srgbClr val="212529"/>
                </a:solidFill>
                <a:latin typeface="Arial"/>
              </a:rPr>
              <a:t>L'</a:t>
            </a:r>
            <a:r>
              <a:rPr lang="fr-CA" sz="1050" dirty="0">
                <a:solidFill>
                  <a:srgbClr val="212529"/>
                </a:solidFill>
                <a:latin typeface="Arial"/>
              </a:rPr>
              <a:t>h</a:t>
            </a:r>
            <a:r>
              <a:rPr sz="1050" dirty="0" err="1">
                <a:solidFill>
                  <a:srgbClr val="212529"/>
                </a:solidFill>
                <a:latin typeface="Arial"/>
              </a:rPr>
              <a:t>onnêteté</a:t>
            </a:r>
            <a:r>
              <a:rPr sz="1050" dirty="0">
                <a:solidFill>
                  <a:srgbClr val="212529"/>
                </a:solidFill>
                <a:latin typeface="Arial"/>
              </a:rPr>
              <a:t>-</a:t>
            </a:r>
            <a:r>
              <a:rPr lang="fr-CA" sz="1050" dirty="0">
                <a:solidFill>
                  <a:srgbClr val="212529"/>
                </a:solidFill>
                <a:latin typeface="Arial"/>
              </a:rPr>
              <a:t>h</a:t>
            </a:r>
            <a:r>
              <a:rPr sz="1050" dirty="0" err="1">
                <a:solidFill>
                  <a:srgbClr val="212529"/>
                </a:solidFill>
                <a:latin typeface="Arial"/>
              </a:rPr>
              <a:t>umilité</a:t>
            </a:r>
            <a:r>
              <a:rPr sz="1050" dirty="0">
                <a:solidFill>
                  <a:srgbClr val="212529"/>
                </a:solidFill>
                <a:latin typeface="Arial"/>
              </a:rPr>
              <a:t> </a:t>
            </a:r>
            <a:r>
              <a:rPr sz="1050" dirty="0" err="1">
                <a:solidFill>
                  <a:srgbClr val="212529"/>
                </a:solidFill>
                <a:latin typeface="Arial"/>
              </a:rPr>
              <a:t>représente</a:t>
            </a:r>
            <a:r>
              <a:rPr sz="1050" dirty="0">
                <a:solidFill>
                  <a:srgbClr val="212529"/>
                </a:solidFill>
                <a:latin typeface="Arial"/>
              </a:rPr>
              <a:t> la </a:t>
            </a:r>
            <a:r>
              <a:rPr sz="1050" dirty="0" err="1">
                <a:solidFill>
                  <a:srgbClr val="212529"/>
                </a:solidFill>
                <a:latin typeface="Arial"/>
              </a:rPr>
              <a:t>prédisposition</a:t>
            </a:r>
            <a:r>
              <a:rPr sz="1050" dirty="0">
                <a:solidFill>
                  <a:srgbClr val="212529"/>
                </a:solidFill>
                <a:latin typeface="Arial"/>
              </a:rPr>
              <a:t> naturelle d'un </a:t>
            </a:r>
            <a:r>
              <a:rPr sz="1050" dirty="0" err="1">
                <a:solidFill>
                  <a:srgbClr val="212529"/>
                </a:solidFill>
                <a:latin typeface="Arial"/>
              </a:rPr>
              <a:t>individu</a:t>
            </a:r>
            <a:r>
              <a:rPr sz="1050" dirty="0">
                <a:solidFill>
                  <a:srgbClr val="212529"/>
                </a:solidFill>
                <a:latin typeface="Arial"/>
              </a:rPr>
              <a:t> à </a:t>
            </a:r>
            <a:r>
              <a:rPr sz="1050" dirty="0" err="1">
                <a:solidFill>
                  <a:srgbClr val="212529"/>
                </a:solidFill>
                <a:latin typeface="Arial"/>
              </a:rPr>
              <a:t>agir</a:t>
            </a:r>
            <a:r>
              <a:rPr sz="1050" dirty="0">
                <a:solidFill>
                  <a:srgbClr val="212529"/>
                </a:solidFill>
                <a:latin typeface="Arial"/>
              </a:rPr>
              <a:t> avec </a:t>
            </a:r>
            <a:r>
              <a:rPr sz="1050" dirty="0" err="1">
                <a:solidFill>
                  <a:srgbClr val="212529"/>
                </a:solidFill>
                <a:latin typeface="Arial"/>
              </a:rPr>
              <a:t>intégrité</a:t>
            </a:r>
            <a:r>
              <a:rPr sz="1050" dirty="0">
                <a:solidFill>
                  <a:srgbClr val="212529"/>
                </a:solidFill>
                <a:latin typeface="Arial"/>
              </a:rPr>
              <a:t>, </a:t>
            </a:r>
            <a:r>
              <a:rPr sz="1050" dirty="0" err="1">
                <a:solidFill>
                  <a:srgbClr val="212529"/>
                </a:solidFill>
                <a:latin typeface="Arial"/>
              </a:rPr>
              <a:t>moralité</a:t>
            </a:r>
            <a:r>
              <a:rPr sz="1050" dirty="0">
                <a:solidFill>
                  <a:srgbClr val="212529"/>
                </a:solidFill>
                <a:latin typeface="Arial"/>
              </a:rPr>
              <a:t> et </a:t>
            </a:r>
            <a:r>
              <a:rPr sz="1050" dirty="0" err="1">
                <a:solidFill>
                  <a:srgbClr val="212529"/>
                </a:solidFill>
                <a:latin typeface="Arial"/>
              </a:rPr>
              <a:t>authenticité</a:t>
            </a:r>
            <a:r>
              <a:rPr sz="1050" dirty="0">
                <a:solidFill>
                  <a:srgbClr val="212529"/>
                </a:solidFill>
                <a:latin typeface="Arial"/>
              </a:rPr>
              <a:t>, sans </a:t>
            </a:r>
            <a:r>
              <a:rPr sz="1050" dirty="0" err="1">
                <a:solidFill>
                  <a:srgbClr val="212529"/>
                </a:solidFill>
                <a:latin typeface="Arial"/>
              </a:rPr>
              <a:t>chercher</a:t>
            </a:r>
            <a:r>
              <a:rPr sz="1050" dirty="0">
                <a:solidFill>
                  <a:srgbClr val="212529"/>
                </a:solidFill>
                <a:latin typeface="Arial"/>
              </a:rPr>
              <a:t> à exploiter autrui à des fins </a:t>
            </a:r>
            <a:r>
              <a:rPr sz="1050" dirty="0" err="1">
                <a:solidFill>
                  <a:srgbClr val="212529"/>
                </a:solidFill>
                <a:latin typeface="Arial"/>
              </a:rPr>
              <a:t>personnelles</a:t>
            </a:r>
            <a:r>
              <a:rPr sz="1050" dirty="0">
                <a:solidFill>
                  <a:srgbClr val="212529"/>
                </a:solidFill>
                <a:latin typeface="Arial"/>
              </a:rPr>
              <a:t>.</a:t>
            </a:r>
          </a:p>
          <a:p>
            <a:pPr>
              <a:spcAft>
                <a:spcPts val="450"/>
              </a:spcAft>
            </a:pPr>
            <a:endParaRPr lang="fr-CA" sz="1350" b="1" dirty="0">
              <a:solidFill>
                <a:srgbClr val="1A365D"/>
              </a:solidFill>
              <a:latin typeface="Georgia"/>
            </a:endParaRPr>
          </a:p>
          <a:p>
            <a:pPr>
              <a:spcAft>
                <a:spcPts val="450"/>
              </a:spcAft>
            </a:pPr>
            <a:endParaRPr lang="fr-CA" sz="1350" b="1" dirty="0">
              <a:solidFill>
                <a:srgbClr val="1A365D"/>
              </a:solidFill>
              <a:latin typeface="Georgia"/>
            </a:endParaRPr>
          </a:p>
          <a:p>
            <a:pPr>
              <a:spcAft>
                <a:spcPts val="450"/>
              </a:spcAft>
            </a:pPr>
            <a:r>
              <a:rPr sz="1350" b="1" dirty="0">
                <a:solidFill>
                  <a:srgbClr val="1A365D"/>
                </a:solidFill>
                <a:latin typeface="Georgia"/>
              </a:rPr>
              <a:t>Impact </a:t>
            </a:r>
            <a:r>
              <a:rPr sz="1350" b="1" dirty="0" err="1">
                <a:solidFill>
                  <a:srgbClr val="1A365D"/>
                </a:solidFill>
                <a:latin typeface="Georgia"/>
              </a:rPr>
              <a:t>en</a:t>
            </a:r>
            <a:r>
              <a:rPr sz="1350" b="1" dirty="0">
                <a:solidFill>
                  <a:srgbClr val="1A365D"/>
                </a:solidFill>
                <a:latin typeface="Georgia"/>
              </a:rPr>
              <a:t> </a:t>
            </a:r>
            <a:r>
              <a:rPr sz="1350" b="1" dirty="0" err="1">
                <a:solidFill>
                  <a:srgbClr val="1A365D"/>
                </a:solidFill>
                <a:latin typeface="Georgia"/>
              </a:rPr>
              <a:t>entreprise</a:t>
            </a:r>
            <a:r>
              <a:rPr sz="1350" b="1" dirty="0">
                <a:solidFill>
                  <a:srgbClr val="1A365D"/>
                </a:solidFill>
                <a:latin typeface="Georgia"/>
              </a:rPr>
              <a:t> :</a:t>
            </a:r>
          </a:p>
          <a:p>
            <a:pPr>
              <a:spcAft>
                <a:spcPts val="450"/>
              </a:spcAft>
            </a:pPr>
            <a:r>
              <a:rPr sz="975" b="1" dirty="0">
                <a:solidFill>
                  <a:srgbClr val="212529"/>
                </a:solidFill>
                <a:latin typeface="Arial"/>
              </a:rPr>
              <a:t>✔  </a:t>
            </a:r>
            <a:r>
              <a:rPr sz="975" b="1" dirty="0" err="1">
                <a:solidFill>
                  <a:srgbClr val="212529"/>
                </a:solidFill>
                <a:latin typeface="Arial"/>
              </a:rPr>
              <a:t>Prédiction</a:t>
            </a:r>
            <a:r>
              <a:rPr sz="975" b="1" dirty="0">
                <a:solidFill>
                  <a:srgbClr val="212529"/>
                </a:solidFill>
                <a:latin typeface="Arial"/>
              </a:rPr>
              <a:t> des </a:t>
            </a:r>
            <a:r>
              <a:rPr sz="975" b="1" dirty="0" err="1">
                <a:solidFill>
                  <a:srgbClr val="212529"/>
                </a:solidFill>
                <a:latin typeface="Arial"/>
              </a:rPr>
              <a:t>dérapages</a:t>
            </a:r>
            <a:r>
              <a:rPr sz="975" b="1" dirty="0">
                <a:solidFill>
                  <a:srgbClr val="212529"/>
                </a:solidFill>
                <a:latin typeface="Arial"/>
              </a:rPr>
              <a:t> : </a:t>
            </a:r>
            <a:r>
              <a:rPr sz="975" dirty="0" err="1">
                <a:solidFill>
                  <a:srgbClr val="212529"/>
                </a:solidFill>
                <a:latin typeface="Arial"/>
              </a:rPr>
              <a:t>C'est</a:t>
            </a:r>
            <a:r>
              <a:rPr sz="975" dirty="0">
                <a:solidFill>
                  <a:srgbClr val="212529"/>
                </a:solidFill>
                <a:latin typeface="Arial"/>
              </a:rPr>
              <a:t> le </a:t>
            </a:r>
            <a:r>
              <a:rPr sz="975" dirty="0" err="1">
                <a:solidFill>
                  <a:srgbClr val="212529"/>
                </a:solidFill>
                <a:latin typeface="Arial"/>
              </a:rPr>
              <a:t>meilleur</a:t>
            </a:r>
            <a:r>
              <a:rPr sz="975" dirty="0">
                <a:solidFill>
                  <a:srgbClr val="212529"/>
                </a:solidFill>
                <a:latin typeface="Arial"/>
              </a:rPr>
              <a:t> </a:t>
            </a:r>
            <a:r>
              <a:rPr sz="975" dirty="0" err="1">
                <a:solidFill>
                  <a:srgbClr val="212529"/>
                </a:solidFill>
                <a:latin typeface="Arial"/>
              </a:rPr>
              <a:t>indicateur</a:t>
            </a:r>
            <a:r>
              <a:rPr sz="975" dirty="0">
                <a:solidFill>
                  <a:srgbClr val="212529"/>
                </a:solidFill>
                <a:latin typeface="Arial"/>
              </a:rPr>
              <a:t> pour </a:t>
            </a:r>
            <a:r>
              <a:rPr sz="975" dirty="0" err="1">
                <a:solidFill>
                  <a:srgbClr val="212529"/>
                </a:solidFill>
                <a:latin typeface="Arial"/>
              </a:rPr>
              <a:t>anticiper</a:t>
            </a:r>
            <a:r>
              <a:rPr sz="975" dirty="0">
                <a:solidFill>
                  <a:srgbClr val="212529"/>
                </a:solidFill>
                <a:latin typeface="Arial"/>
              </a:rPr>
              <a:t> les </a:t>
            </a:r>
            <a:r>
              <a:rPr sz="975" dirty="0" err="1">
                <a:solidFill>
                  <a:srgbClr val="212529"/>
                </a:solidFill>
                <a:latin typeface="Arial"/>
              </a:rPr>
              <a:t>comportements</a:t>
            </a:r>
            <a:r>
              <a:rPr sz="975" dirty="0">
                <a:solidFill>
                  <a:srgbClr val="212529"/>
                </a:solidFill>
                <a:latin typeface="Arial"/>
              </a:rPr>
              <a:t> </a:t>
            </a:r>
            <a:r>
              <a:rPr sz="975" dirty="0" err="1">
                <a:solidFill>
                  <a:srgbClr val="212529"/>
                </a:solidFill>
                <a:latin typeface="Arial"/>
              </a:rPr>
              <a:t>contre-productifs</a:t>
            </a:r>
            <a:r>
              <a:rPr sz="975" dirty="0">
                <a:solidFill>
                  <a:srgbClr val="212529"/>
                </a:solidFill>
                <a:latin typeface="Arial"/>
              </a:rPr>
              <a:t> </a:t>
            </a:r>
            <a:r>
              <a:rPr sz="975" dirty="0" err="1">
                <a:solidFill>
                  <a:srgbClr val="212529"/>
                </a:solidFill>
                <a:latin typeface="Arial"/>
              </a:rPr>
              <a:t>ou</a:t>
            </a:r>
            <a:r>
              <a:rPr sz="975" dirty="0">
                <a:solidFill>
                  <a:srgbClr val="212529"/>
                </a:solidFill>
                <a:latin typeface="Arial"/>
              </a:rPr>
              <a:t> </a:t>
            </a:r>
            <a:r>
              <a:rPr sz="975" dirty="0" err="1">
                <a:solidFill>
                  <a:srgbClr val="212529"/>
                </a:solidFill>
                <a:latin typeface="Arial"/>
              </a:rPr>
              <a:t>toxiques</a:t>
            </a:r>
            <a:r>
              <a:rPr sz="975" dirty="0">
                <a:solidFill>
                  <a:srgbClr val="212529"/>
                </a:solidFill>
                <a:latin typeface="Arial"/>
              </a:rPr>
              <a:t> au travail (vols, </a:t>
            </a:r>
            <a:r>
              <a:rPr sz="975" dirty="0" err="1">
                <a:solidFill>
                  <a:srgbClr val="212529"/>
                </a:solidFill>
                <a:latin typeface="Arial"/>
              </a:rPr>
              <a:t>abus</a:t>
            </a:r>
            <a:r>
              <a:rPr sz="975" dirty="0">
                <a:solidFill>
                  <a:srgbClr val="212529"/>
                </a:solidFill>
                <a:latin typeface="Arial"/>
              </a:rPr>
              <a:t> de </a:t>
            </a:r>
            <a:r>
              <a:rPr sz="975" dirty="0" err="1">
                <a:solidFill>
                  <a:srgbClr val="212529"/>
                </a:solidFill>
                <a:latin typeface="Arial"/>
              </a:rPr>
              <a:t>pouvoir</a:t>
            </a:r>
            <a:r>
              <a:rPr sz="975" dirty="0">
                <a:solidFill>
                  <a:srgbClr val="212529"/>
                </a:solidFill>
                <a:latin typeface="Arial"/>
              </a:rPr>
              <a:t>, manipulations, </a:t>
            </a:r>
            <a:r>
              <a:rPr sz="975" dirty="0" err="1">
                <a:solidFill>
                  <a:srgbClr val="212529"/>
                </a:solidFill>
                <a:latin typeface="Arial"/>
              </a:rPr>
              <a:t>fraude</a:t>
            </a:r>
            <a:r>
              <a:rPr sz="975" dirty="0">
                <a:solidFill>
                  <a:srgbClr val="212529"/>
                </a:solidFill>
                <a:latin typeface="Arial"/>
              </a:rPr>
              <a:t>).</a:t>
            </a:r>
          </a:p>
          <a:p>
            <a:pPr>
              <a:spcAft>
                <a:spcPts val="450"/>
              </a:spcAft>
            </a:pPr>
            <a:r>
              <a:rPr sz="975" b="1" dirty="0">
                <a:solidFill>
                  <a:srgbClr val="212529"/>
                </a:solidFill>
                <a:latin typeface="Arial"/>
              </a:rPr>
              <a:t>✔  Leadership </a:t>
            </a:r>
            <a:r>
              <a:rPr sz="975" b="1" dirty="0" err="1">
                <a:solidFill>
                  <a:srgbClr val="212529"/>
                </a:solidFill>
                <a:latin typeface="Arial"/>
              </a:rPr>
              <a:t>sain</a:t>
            </a:r>
            <a:r>
              <a:rPr sz="975" b="1" dirty="0">
                <a:solidFill>
                  <a:srgbClr val="212529"/>
                </a:solidFill>
                <a:latin typeface="Arial"/>
              </a:rPr>
              <a:t> : </a:t>
            </a:r>
            <a:r>
              <a:rPr sz="975" dirty="0" err="1">
                <a:solidFill>
                  <a:srgbClr val="212529"/>
                </a:solidFill>
                <a:latin typeface="Arial"/>
              </a:rPr>
              <a:t>L'Honnêteté-Humilité</a:t>
            </a:r>
            <a:r>
              <a:rPr sz="975" dirty="0">
                <a:solidFill>
                  <a:srgbClr val="212529"/>
                </a:solidFill>
                <a:latin typeface="Arial"/>
              </a:rPr>
              <a:t> </a:t>
            </a:r>
            <a:r>
              <a:rPr sz="975" dirty="0" err="1">
                <a:solidFill>
                  <a:srgbClr val="212529"/>
                </a:solidFill>
                <a:latin typeface="Arial"/>
              </a:rPr>
              <a:t>permet</a:t>
            </a:r>
            <a:r>
              <a:rPr sz="975" dirty="0">
                <a:solidFill>
                  <a:srgbClr val="212529"/>
                </a:solidFill>
                <a:latin typeface="Arial"/>
              </a:rPr>
              <a:t> </a:t>
            </a:r>
            <a:r>
              <a:rPr sz="975" dirty="0" err="1">
                <a:solidFill>
                  <a:srgbClr val="212529"/>
                </a:solidFill>
                <a:latin typeface="Arial"/>
              </a:rPr>
              <a:t>d'éviter</a:t>
            </a:r>
            <a:r>
              <a:rPr sz="975" dirty="0">
                <a:solidFill>
                  <a:srgbClr val="212529"/>
                </a:solidFill>
                <a:latin typeface="Arial"/>
              </a:rPr>
              <a:t> </a:t>
            </a:r>
            <a:r>
              <a:rPr sz="975" dirty="0" err="1">
                <a:solidFill>
                  <a:srgbClr val="212529"/>
                </a:solidFill>
                <a:latin typeface="Arial"/>
              </a:rPr>
              <a:t>l'incompétence</a:t>
            </a:r>
            <a:r>
              <a:rPr sz="975" dirty="0">
                <a:solidFill>
                  <a:srgbClr val="212529"/>
                </a:solidFill>
                <a:latin typeface="Arial"/>
              </a:rPr>
              <a:t> </a:t>
            </a:r>
            <a:r>
              <a:rPr sz="975" dirty="0" err="1">
                <a:solidFill>
                  <a:srgbClr val="212529"/>
                </a:solidFill>
                <a:latin typeface="Arial"/>
              </a:rPr>
              <a:t>managériale</a:t>
            </a:r>
            <a:r>
              <a:rPr sz="975" dirty="0">
                <a:solidFill>
                  <a:srgbClr val="212529"/>
                </a:solidFill>
                <a:latin typeface="Arial"/>
              </a:rPr>
              <a:t> et la </a:t>
            </a:r>
            <a:r>
              <a:rPr sz="975" dirty="0" err="1">
                <a:solidFill>
                  <a:srgbClr val="212529"/>
                </a:solidFill>
                <a:latin typeface="Arial"/>
              </a:rPr>
              <a:t>toxicité</a:t>
            </a:r>
            <a:r>
              <a:rPr sz="975" dirty="0">
                <a:solidFill>
                  <a:srgbClr val="212529"/>
                </a:solidFill>
                <a:latin typeface="Arial"/>
              </a:rPr>
              <a:t> des cadres qui </a:t>
            </a:r>
            <a:r>
              <a:rPr sz="975" dirty="0" err="1">
                <a:solidFill>
                  <a:srgbClr val="212529"/>
                </a:solidFill>
                <a:latin typeface="Arial"/>
              </a:rPr>
              <a:t>dissimulent</a:t>
            </a:r>
            <a:r>
              <a:rPr sz="975" dirty="0">
                <a:solidFill>
                  <a:srgbClr val="212529"/>
                </a:solidFill>
                <a:latin typeface="Arial"/>
              </a:rPr>
              <a:t> </a:t>
            </a:r>
            <a:r>
              <a:rPr sz="975" dirty="0" err="1">
                <a:solidFill>
                  <a:srgbClr val="212529"/>
                </a:solidFill>
                <a:latin typeface="Arial"/>
              </a:rPr>
              <a:t>leur</a:t>
            </a:r>
            <a:r>
              <a:rPr sz="975" dirty="0">
                <a:solidFill>
                  <a:srgbClr val="212529"/>
                </a:solidFill>
                <a:latin typeface="Arial"/>
              </a:rPr>
              <a:t> </a:t>
            </a:r>
            <a:r>
              <a:rPr sz="975" dirty="0" err="1">
                <a:solidFill>
                  <a:srgbClr val="212529"/>
                </a:solidFill>
                <a:latin typeface="Arial"/>
              </a:rPr>
              <a:t>malveillance</a:t>
            </a:r>
            <a:r>
              <a:rPr sz="975" dirty="0">
                <a:solidFill>
                  <a:srgbClr val="212529"/>
                </a:solidFill>
                <a:latin typeface="Arial"/>
              </a:rPr>
              <a:t> derrière un faux </a:t>
            </a:r>
            <a:r>
              <a:rPr sz="975" dirty="0" err="1">
                <a:solidFill>
                  <a:srgbClr val="212529"/>
                </a:solidFill>
                <a:latin typeface="Arial"/>
              </a:rPr>
              <a:t>charisme</a:t>
            </a:r>
            <a:r>
              <a:rPr sz="975" dirty="0">
                <a:solidFill>
                  <a:srgbClr val="212529"/>
                </a:solidFill>
                <a:latin typeface="Arial"/>
              </a:rPr>
              <a:t>.</a:t>
            </a:r>
          </a:p>
        </p:txBody>
      </p:sp>
      <p:sp>
        <p:nvSpPr>
          <p:cNvPr id="6" name="Rounded Rectangle 5"/>
          <p:cNvSpPr/>
          <p:nvPr/>
        </p:nvSpPr>
        <p:spPr>
          <a:xfrm>
            <a:off x="4663440" y="1520190"/>
            <a:ext cx="4046220" cy="75438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wrap="square" lIns="102870" tIns="102870" rIns="102870" bIns="102870" rtlCol="0" anchor="ctr"/>
          <a:lstStyle/>
          <a:p>
            <a:pPr algn="ctr">
              <a:spcAft>
                <a:spcPts val="150"/>
              </a:spcAft>
            </a:pPr>
            <a:r>
              <a:rPr sz="975" b="1" dirty="0" err="1">
                <a:solidFill>
                  <a:srgbClr val="1A365D"/>
                </a:solidFill>
                <a:latin typeface="Arial"/>
              </a:rPr>
              <a:t>Sincérité</a:t>
            </a:r>
            <a:endParaRPr sz="975" b="1" dirty="0">
              <a:solidFill>
                <a:srgbClr val="1A365D"/>
              </a:solidFill>
              <a:latin typeface="Arial"/>
            </a:endParaRPr>
          </a:p>
          <a:p>
            <a:r>
              <a:rPr sz="825" dirty="0" err="1">
                <a:solidFill>
                  <a:srgbClr val="212529"/>
                </a:solidFill>
                <a:latin typeface="Arial"/>
              </a:rPr>
              <a:t>Être</a:t>
            </a:r>
            <a:r>
              <a:rPr sz="825" dirty="0">
                <a:solidFill>
                  <a:srgbClr val="212529"/>
                </a:solidFill>
                <a:latin typeface="Arial"/>
              </a:rPr>
              <a:t> </a:t>
            </a:r>
            <a:r>
              <a:rPr sz="825" dirty="0" err="1">
                <a:solidFill>
                  <a:srgbClr val="212529"/>
                </a:solidFill>
                <a:latin typeface="Arial"/>
              </a:rPr>
              <a:t>authentique</a:t>
            </a:r>
            <a:r>
              <a:rPr sz="825" dirty="0">
                <a:solidFill>
                  <a:srgbClr val="212529"/>
                </a:solidFill>
                <a:latin typeface="Arial"/>
              </a:rPr>
              <a:t> et franc dans </a:t>
            </a:r>
            <a:r>
              <a:rPr sz="825" dirty="0" err="1">
                <a:solidFill>
                  <a:srgbClr val="212529"/>
                </a:solidFill>
                <a:latin typeface="Arial"/>
              </a:rPr>
              <a:t>ses</a:t>
            </a:r>
            <a:r>
              <a:rPr sz="825" dirty="0">
                <a:solidFill>
                  <a:srgbClr val="212529"/>
                </a:solidFill>
                <a:latin typeface="Arial"/>
              </a:rPr>
              <a:t> relations. Refuser de </a:t>
            </a:r>
            <a:r>
              <a:rPr sz="825" dirty="0" err="1">
                <a:solidFill>
                  <a:srgbClr val="212529"/>
                </a:solidFill>
                <a:latin typeface="Arial"/>
              </a:rPr>
              <a:t>manipuler</a:t>
            </a:r>
            <a:r>
              <a:rPr sz="825" dirty="0">
                <a:solidFill>
                  <a:srgbClr val="212529"/>
                </a:solidFill>
                <a:latin typeface="Arial"/>
              </a:rPr>
              <a:t> autrui par la </a:t>
            </a:r>
            <a:r>
              <a:rPr sz="825" dirty="0" err="1">
                <a:solidFill>
                  <a:srgbClr val="212529"/>
                </a:solidFill>
                <a:latin typeface="Arial"/>
              </a:rPr>
              <a:t>flatterie</a:t>
            </a:r>
            <a:r>
              <a:rPr sz="825" dirty="0">
                <a:solidFill>
                  <a:srgbClr val="212529"/>
                </a:solidFill>
                <a:latin typeface="Arial"/>
              </a:rPr>
              <a:t> </a:t>
            </a:r>
            <a:r>
              <a:rPr sz="825" dirty="0" err="1">
                <a:solidFill>
                  <a:srgbClr val="212529"/>
                </a:solidFill>
                <a:latin typeface="Arial"/>
              </a:rPr>
              <a:t>ou</a:t>
            </a:r>
            <a:r>
              <a:rPr sz="825" dirty="0">
                <a:solidFill>
                  <a:srgbClr val="212529"/>
                </a:solidFill>
                <a:latin typeface="Arial"/>
              </a:rPr>
              <a:t> de </a:t>
            </a:r>
            <a:r>
              <a:rPr sz="825" dirty="0" err="1">
                <a:solidFill>
                  <a:srgbClr val="212529"/>
                </a:solidFill>
                <a:latin typeface="Arial"/>
              </a:rPr>
              <a:t>fausses</a:t>
            </a:r>
            <a:r>
              <a:rPr sz="825" dirty="0">
                <a:solidFill>
                  <a:srgbClr val="212529"/>
                </a:solidFill>
                <a:latin typeface="Arial"/>
              </a:rPr>
              <a:t> </a:t>
            </a:r>
            <a:r>
              <a:rPr sz="825" dirty="0" err="1">
                <a:solidFill>
                  <a:srgbClr val="212529"/>
                </a:solidFill>
                <a:latin typeface="Arial"/>
              </a:rPr>
              <a:t>démonstrations</a:t>
            </a:r>
            <a:r>
              <a:rPr sz="825" dirty="0">
                <a:solidFill>
                  <a:srgbClr val="212529"/>
                </a:solidFill>
                <a:latin typeface="Arial"/>
              </a:rPr>
              <a:t> </a:t>
            </a:r>
            <a:r>
              <a:rPr sz="825" dirty="0" err="1">
                <a:solidFill>
                  <a:srgbClr val="212529"/>
                </a:solidFill>
                <a:latin typeface="Arial"/>
              </a:rPr>
              <a:t>d'admiration</a:t>
            </a:r>
            <a:r>
              <a:rPr sz="825" dirty="0">
                <a:solidFill>
                  <a:srgbClr val="212529"/>
                </a:solidFill>
                <a:latin typeface="Arial"/>
              </a:rPr>
              <a:t>.</a:t>
            </a:r>
          </a:p>
        </p:txBody>
      </p:sp>
      <p:sp>
        <p:nvSpPr>
          <p:cNvPr id="7" name="Rounded Rectangle 6"/>
          <p:cNvSpPr/>
          <p:nvPr/>
        </p:nvSpPr>
        <p:spPr>
          <a:xfrm>
            <a:off x="4663440" y="2411730"/>
            <a:ext cx="4046220" cy="75438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wrap="square" lIns="102870" tIns="102870" rIns="102870" bIns="102870" rtlCol="0" anchor="ctr"/>
          <a:lstStyle/>
          <a:p>
            <a:pPr algn="ctr">
              <a:spcAft>
                <a:spcPts val="150"/>
              </a:spcAft>
            </a:pPr>
            <a:r>
              <a:rPr sz="975" b="1" dirty="0" err="1">
                <a:solidFill>
                  <a:srgbClr val="1A365D"/>
                </a:solidFill>
                <a:latin typeface="Arial"/>
              </a:rPr>
              <a:t>Équité</a:t>
            </a:r>
            <a:endParaRPr sz="975" b="1" dirty="0">
              <a:solidFill>
                <a:srgbClr val="1A365D"/>
              </a:solidFill>
              <a:latin typeface="Arial"/>
            </a:endParaRPr>
          </a:p>
          <a:p>
            <a:r>
              <a:rPr sz="825" dirty="0">
                <a:solidFill>
                  <a:srgbClr val="212529"/>
                </a:solidFill>
                <a:latin typeface="Arial"/>
              </a:rPr>
              <a:t>Agir avec rectitude morale et </a:t>
            </a:r>
            <a:r>
              <a:rPr sz="825" dirty="0" err="1">
                <a:solidFill>
                  <a:srgbClr val="212529"/>
                </a:solidFill>
                <a:latin typeface="Arial"/>
              </a:rPr>
              <a:t>honnêteté</a:t>
            </a:r>
            <a:r>
              <a:rPr sz="825" dirty="0">
                <a:solidFill>
                  <a:srgbClr val="212529"/>
                </a:solidFill>
                <a:latin typeface="Arial"/>
              </a:rPr>
              <a:t> </a:t>
            </a:r>
            <a:r>
              <a:rPr sz="825" dirty="0" err="1">
                <a:solidFill>
                  <a:srgbClr val="212529"/>
                </a:solidFill>
                <a:latin typeface="Arial"/>
              </a:rPr>
              <a:t>stricte</a:t>
            </a:r>
            <a:r>
              <a:rPr sz="825" dirty="0">
                <a:solidFill>
                  <a:srgbClr val="212529"/>
                </a:solidFill>
                <a:latin typeface="Arial"/>
              </a:rPr>
              <a:t>. Refuser </a:t>
            </a:r>
            <a:r>
              <a:rPr sz="825" dirty="0" err="1">
                <a:solidFill>
                  <a:srgbClr val="212529"/>
                </a:solidFill>
                <a:latin typeface="Arial"/>
              </a:rPr>
              <a:t>catégoriquement</a:t>
            </a:r>
            <a:r>
              <a:rPr sz="825" dirty="0">
                <a:solidFill>
                  <a:srgbClr val="212529"/>
                </a:solidFill>
                <a:latin typeface="Arial"/>
              </a:rPr>
              <a:t> de </a:t>
            </a:r>
            <a:r>
              <a:rPr sz="825" dirty="0" err="1">
                <a:solidFill>
                  <a:srgbClr val="212529"/>
                </a:solidFill>
                <a:latin typeface="Arial"/>
              </a:rPr>
              <a:t>tricher</a:t>
            </a:r>
            <a:r>
              <a:rPr sz="825" dirty="0">
                <a:solidFill>
                  <a:srgbClr val="212529"/>
                </a:solidFill>
                <a:latin typeface="Arial"/>
              </a:rPr>
              <a:t>, </a:t>
            </a:r>
            <a:r>
              <a:rPr sz="825" dirty="0" err="1">
                <a:solidFill>
                  <a:srgbClr val="212529"/>
                </a:solidFill>
                <a:latin typeface="Arial"/>
              </a:rPr>
              <a:t>tricher</a:t>
            </a:r>
            <a:r>
              <a:rPr sz="825" dirty="0">
                <a:solidFill>
                  <a:srgbClr val="212529"/>
                </a:solidFill>
                <a:latin typeface="Arial"/>
              </a:rPr>
              <a:t> sur les </a:t>
            </a:r>
            <a:r>
              <a:rPr sz="825" dirty="0" err="1">
                <a:solidFill>
                  <a:srgbClr val="212529"/>
                </a:solidFill>
                <a:latin typeface="Arial"/>
              </a:rPr>
              <a:t>règles</a:t>
            </a:r>
            <a:r>
              <a:rPr sz="825" dirty="0">
                <a:solidFill>
                  <a:srgbClr val="212529"/>
                </a:solidFill>
                <a:latin typeface="Arial"/>
              </a:rPr>
              <a:t> </a:t>
            </a:r>
            <a:r>
              <a:rPr sz="825" dirty="0" err="1">
                <a:solidFill>
                  <a:srgbClr val="212529"/>
                </a:solidFill>
                <a:latin typeface="Arial"/>
              </a:rPr>
              <a:t>ou</a:t>
            </a:r>
            <a:r>
              <a:rPr sz="825" dirty="0">
                <a:solidFill>
                  <a:srgbClr val="212529"/>
                </a:solidFill>
                <a:latin typeface="Arial"/>
              </a:rPr>
              <a:t> profiter </a:t>
            </a:r>
            <a:r>
              <a:rPr sz="825" dirty="0" err="1">
                <a:solidFill>
                  <a:srgbClr val="212529"/>
                </a:solidFill>
                <a:latin typeface="Arial"/>
              </a:rPr>
              <a:t>d'une</a:t>
            </a:r>
            <a:r>
              <a:rPr sz="825" dirty="0">
                <a:solidFill>
                  <a:srgbClr val="212529"/>
                </a:solidFill>
                <a:latin typeface="Arial"/>
              </a:rPr>
              <a:t> faille.</a:t>
            </a:r>
          </a:p>
        </p:txBody>
      </p:sp>
      <p:sp>
        <p:nvSpPr>
          <p:cNvPr id="8" name="Rounded Rectangle 7"/>
          <p:cNvSpPr/>
          <p:nvPr/>
        </p:nvSpPr>
        <p:spPr>
          <a:xfrm>
            <a:off x="4663440" y="3303270"/>
            <a:ext cx="4046220" cy="75438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wrap="square" lIns="102870" tIns="102870" rIns="102870" bIns="102870" rtlCol="0" anchor="ctr"/>
          <a:lstStyle/>
          <a:p>
            <a:pPr algn="ctr">
              <a:spcAft>
                <a:spcPts val="150"/>
              </a:spcAft>
            </a:pPr>
            <a:r>
              <a:rPr sz="975" b="1" dirty="0" err="1">
                <a:solidFill>
                  <a:srgbClr val="1A365D"/>
                </a:solidFill>
                <a:latin typeface="Arial"/>
              </a:rPr>
              <a:t>Désintéressement</a:t>
            </a:r>
            <a:endParaRPr sz="975" b="1" dirty="0">
              <a:solidFill>
                <a:srgbClr val="1A365D"/>
              </a:solidFill>
              <a:latin typeface="Arial"/>
            </a:endParaRPr>
          </a:p>
          <a:p>
            <a:r>
              <a:rPr sz="825" dirty="0">
                <a:solidFill>
                  <a:srgbClr val="212529"/>
                </a:solidFill>
                <a:latin typeface="Arial"/>
              </a:rPr>
              <a:t>Se </a:t>
            </a:r>
            <a:r>
              <a:rPr sz="825" dirty="0" err="1">
                <a:solidFill>
                  <a:srgbClr val="212529"/>
                </a:solidFill>
                <a:latin typeface="Arial"/>
              </a:rPr>
              <a:t>détacher</a:t>
            </a:r>
            <a:r>
              <a:rPr sz="825" dirty="0">
                <a:solidFill>
                  <a:srgbClr val="212529"/>
                </a:solidFill>
                <a:latin typeface="Arial"/>
              </a:rPr>
              <a:t> des </a:t>
            </a:r>
            <a:r>
              <a:rPr sz="825" dirty="0" err="1">
                <a:solidFill>
                  <a:srgbClr val="212529"/>
                </a:solidFill>
                <a:latin typeface="Arial"/>
              </a:rPr>
              <a:t>signes</a:t>
            </a:r>
            <a:r>
              <a:rPr sz="825" dirty="0">
                <a:solidFill>
                  <a:srgbClr val="212529"/>
                </a:solidFill>
                <a:latin typeface="Arial"/>
              </a:rPr>
              <a:t> </a:t>
            </a:r>
            <a:r>
              <a:rPr sz="825" dirty="0" err="1">
                <a:solidFill>
                  <a:srgbClr val="212529"/>
                </a:solidFill>
                <a:latin typeface="Arial"/>
              </a:rPr>
              <a:t>extérieurs</a:t>
            </a:r>
            <a:r>
              <a:rPr sz="825" dirty="0">
                <a:solidFill>
                  <a:srgbClr val="212529"/>
                </a:solidFill>
                <a:latin typeface="Arial"/>
              </a:rPr>
              <a:t> de prestige </a:t>
            </a:r>
            <a:r>
              <a:rPr sz="825" dirty="0" err="1">
                <a:solidFill>
                  <a:srgbClr val="212529"/>
                </a:solidFill>
                <a:latin typeface="Arial"/>
              </a:rPr>
              <a:t>ou</a:t>
            </a:r>
            <a:r>
              <a:rPr sz="825" dirty="0">
                <a:solidFill>
                  <a:srgbClr val="212529"/>
                </a:solidFill>
                <a:latin typeface="Arial"/>
              </a:rPr>
              <a:t> de richesse. Ne pas </a:t>
            </a:r>
            <a:r>
              <a:rPr sz="825" dirty="0" err="1">
                <a:solidFill>
                  <a:srgbClr val="212529"/>
                </a:solidFill>
                <a:latin typeface="Arial"/>
              </a:rPr>
              <a:t>orienter</a:t>
            </a:r>
            <a:r>
              <a:rPr sz="825" dirty="0">
                <a:solidFill>
                  <a:srgbClr val="212529"/>
                </a:solidFill>
                <a:latin typeface="Arial"/>
              </a:rPr>
              <a:t> </a:t>
            </a:r>
            <a:r>
              <a:rPr sz="825" dirty="0" err="1">
                <a:solidFill>
                  <a:srgbClr val="212529"/>
                </a:solidFill>
                <a:latin typeface="Arial"/>
              </a:rPr>
              <a:t>ses</a:t>
            </a:r>
            <a:r>
              <a:rPr sz="825" dirty="0">
                <a:solidFill>
                  <a:srgbClr val="212529"/>
                </a:solidFill>
                <a:latin typeface="Arial"/>
              </a:rPr>
              <a:t> choix </a:t>
            </a:r>
            <a:r>
              <a:rPr sz="825" dirty="0" err="1">
                <a:solidFill>
                  <a:srgbClr val="212529"/>
                </a:solidFill>
                <a:latin typeface="Arial"/>
              </a:rPr>
              <a:t>exclusivement</a:t>
            </a:r>
            <a:r>
              <a:rPr sz="825" dirty="0">
                <a:solidFill>
                  <a:srgbClr val="212529"/>
                </a:solidFill>
                <a:latin typeface="Arial"/>
              </a:rPr>
              <a:t> vers le </a:t>
            </a:r>
            <a:r>
              <a:rPr sz="825" dirty="0" err="1">
                <a:solidFill>
                  <a:srgbClr val="212529"/>
                </a:solidFill>
                <a:latin typeface="Arial"/>
              </a:rPr>
              <a:t>pouvoir</a:t>
            </a:r>
            <a:r>
              <a:rPr sz="825" dirty="0">
                <a:solidFill>
                  <a:srgbClr val="212529"/>
                </a:solidFill>
                <a:latin typeface="Arial"/>
              </a:rPr>
              <a:t> </a:t>
            </a:r>
            <a:r>
              <a:rPr sz="825" dirty="0" err="1">
                <a:solidFill>
                  <a:srgbClr val="212529"/>
                </a:solidFill>
                <a:latin typeface="Arial"/>
              </a:rPr>
              <a:t>ou</a:t>
            </a:r>
            <a:r>
              <a:rPr sz="825" dirty="0">
                <a:solidFill>
                  <a:srgbClr val="212529"/>
                </a:solidFill>
                <a:latin typeface="Arial"/>
              </a:rPr>
              <a:t> </a:t>
            </a:r>
            <a:r>
              <a:rPr sz="825" dirty="0" err="1">
                <a:solidFill>
                  <a:srgbClr val="212529"/>
                </a:solidFill>
                <a:latin typeface="Arial"/>
              </a:rPr>
              <a:t>l'argent</a:t>
            </a:r>
            <a:r>
              <a:rPr sz="825" dirty="0">
                <a:solidFill>
                  <a:srgbClr val="212529"/>
                </a:solidFill>
                <a:latin typeface="Arial"/>
              </a:rPr>
              <a:t>.</a:t>
            </a:r>
          </a:p>
        </p:txBody>
      </p:sp>
      <p:sp>
        <p:nvSpPr>
          <p:cNvPr id="9" name="Rounded Rectangle 8"/>
          <p:cNvSpPr/>
          <p:nvPr/>
        </p:nvSpPr>
        <p:spPr>
          <a:xfrm>
            <a:off x="4663440" y="4194810"/>
            <a:ext cx="4046220" cy="754380"/>
          </a:xfrm>
          <a:prstGeom prst="roundRect">
            <a:avLst/>
          </a:prstGeom>
          <a:solidFill>
            <a:srgbClr val="F8F9FA"/>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wrap="square" lIns="102870" tIns="102870" rIns="102870" bIns="102870" rtlCol="0" anchor="ctr"/>
          <a:lstStyle/>
          <a:p>
            <a:pPr algn="ctr">
              <a:spcAft>
                <a:spcPts val="150"/>
              </a:spcAft>
            </a:pPr>
            <a:r>
              <a:rPr sz="975" b="1" dirty="0" err="1">
                <a:solidFill>
                  <a:srgbClr val="1A365D"/>
                </a:solidFill>
                <a:latin typeface="Arial"/>
              </a:rPr>
              <a:t>Modestie</a:t>
            </a:r>
            <a:endParaRPr sz="975" b="1" dirty="0">
              <a:solidFill>
                <a:srgbClr val="1A365D"/>
              </a:solidFill>
              <a:latin typeface="Arial"/>
            </a:endParaRPr>
          </a:p>
          <a:p>
            <a:r>
              <a:rPr sz="825" dirty="0" err="1">
                <a:solidFill>
                  <a:srgbClr val="212529"/>
                </a:solidFill>
                <a:latin typeface="Arial"/>
              </a:rPr>
              <a:t>Rester</a:t>
            </a:r>
            <a:r>
              <a:rPr sz="825" dirty="0">
                <a:solidFill>
                  <a:srgbClr val="212529"/>
                </a:solidFill>
                <a:latin typeface="Arial"/>
              </a:rPr>
              <a:t> simple et humble. Se </a:t>
            </a:r>
            <a:r>
              <a:rPr sz="825" dirty="0" err="1">
                <a:solidFill>
                  <a:srgbClr val="212529"/>
                </a:solidFill>
                <a:latin typeface="Arial"/>
              </a:rPr>
              <a:t>considérer</a:t>
            </a:r>
            <a:r>
              <a:rPr sz="825" dirty="0">
                <a:solidFill>
                  <a:srgbClr val="212529"/>
                </a:solidFill>
                <a:latin typeface="Arial"/>
              </a:rPr>
              <a:t> </a:t>
            </a:r>
            <a:r>
              <a:rPr sz="825" dirty="0" err="1">
                <a:solidFill>
                  <a:srgbClr val="212529"/>
                </a:solidFill>
                <a:latin typeface="Arial"/>
              </a:rPr>
              <a:t>comme</a:t>
            </a:r>
            <a:r>
              <a:rPr sz="825" dirty="0">
                <a:solidFill>
                  <a:srgbClr val="212529"/>
                </a:solidFill>
                <a:latin typeface="Arial"/>
              </a:rPr>
              <a:t> </a:t>
            </a:r>
            <a:r>
              <a:rPr sz="825" dirty="0" err="1">
                <a:solidFill>
                  <a:srgbClr val="212529"/>
                </a:solidFill>
                <a:latin typeface="Arial"/>
              </a:rPr>
              <a:t>égal</a:t>
            </a:r>
            <a:r>
              <a:rPr sz="825" dirty="0">
                <a:solidFill>
                  <a:srgbClr val="212529"/>
                </a:solidFill>
                <a:latin typeface="Arial"/>
              </a:rPr>
              <a:t> aux </a:t>
            </a:r>
            <a:r>
              <a:rPr sz="825" dirty="0" err="1">
                <a:solidFill>
                  <a:srgbClr val="212529"/>
                </a:solidFill>
                <a:latin typeface="Arial"/>
              </a:rPr>
              <a:t>autres</a:t>
            </a:r>
            <a:r>
              <a:rPr sz="825" dirty="0">
                <a:solidFill>
                  <a:srgbClr val="212529"/>
                </a:solidFill>
                <a:latin typeface="Arial"/>
              </a:rPr>
              <a:t> sans </a:t>
            </a:r>
            <a:r>
              <a:rPr sz="825" dirty="0" err="1">
                <a:solidFill>
                  <a:srgbClr val="212529"/>
                </a:solidFill>
                <a:latin typeface="Arial"/>
              </a:rPr>
              <a:t>réclmer</a:t>
            </a:r>
            <a:r>
              <a:rPr sz="825" dirty="0">
                <a:solidFill>
                  <a:srgbClr val="212529"/>
                </a:solidFill>
                <a:latin typeface="Arial"/>
              </a:rPr>
              <a:t> de </a:t>
            </a:r>
            <a:r>
              <a:rPr sz="825" dirty="0" err="1">
                <a:solidFill>
                  <a:srgbClr val="212529"/>
                </a:solidFill>
                <a:latin typeface="Arial"/>
              </a:rPr>
              <a:t>traitement</a:t>
            </a:r>
            <a:r>
              <a:rPr sz="825" dirty="0">
                <a:solidFill>
                  <a:srgbClr val="212529"/>
                </a:solidFill>
                <a:latin typeface="Arial"/>
              </a:rPr>
              <a:t> </a:t>
            </a:r>
            <a:r>
              <a:rPr sz="825" dirty="0" err="1">
                <a:solidFill>
                  <a:srgbClr val="212529"/>
                </a:solidFill>
                <a:latin typeface="Arial"/>
              </a:rPr>
              <a:t>préférentiel</a:t>
            </a:r>
            <a:r>
              <a:rPr sz="825" dirty="0">
                <a:solidFill>
                  <a:srgbClr val="212529"/>
                </a:solidFill>
                <a:latin typeface="Arial"/>
              </a:rPr>
              <a:t> </a:t>
            </a:r>
            <a:r>
              <a:rPr sz="825" dirty="0" err="1">
                <a:solidFill>
                  <a:srgbClr val="212529"/>
                </a:solidFill>
                <a:latin typeface="Arial"/>
              </a:rPr>
              <a:t>ou</a:t>
            </a:r>
            <a:r>
              <a:rPr sz="825" dirty="0">
                <a:solidFill>
                  <a:srgbClr val="212529"/>
                </a:solidFill>
                <a:latin typeface="Arial"/>
              </a:rPr>
              <a:t> </a:t>
            </a:r>
            <a:r>
              <a:rPr sz="825" dirty="0" err="1">
                <a:solidFill>
                  <a:srgbClr val="212529"/>
                </a:solidFill>
                <a:latin typeface="Arial"/>
              </a:rPr>
              <a:t>s'attribuer</a:t>
            </a:r>
            <a:r>
              <a:rPr sz="825" dirty="0">
                <a:solidFill>
                  <a:srgbClr val="212529"/>
                </a:solidFill>
                <a:latin typeface="Arial"/>
              </a:rPr>
              <a:t> tout le mérite.</a:t>
            </a:r>
          </a:p>
        </p:txBody>
      </p:sp>
      <p:sp>
        <p:nvSpPr>
          <p:cNvPr id="2" name="Espace réservé du pied de page 3">
            <a:extLst>
              <a:ext uri="{FF2B5EF4-FFF2-40B4-BE49-F238E27FC236}">
                <a16:creationId xmlns:a16="http://schemas.microsoft.com/office/drawing/2014/main" id="{D57D04A2-8467-F4BD-614E-BD2CB4EA197C}"/>
              </a:ext>
            </a:extLst>
          </p:cNvPr>
          <p:cNvSpPr txBox="1">
            <a:spLocks/>
          </p:cNvSpPr>
          <p:nvPr/>
        </p:nvSpPr>
        <p:spPr>
          <a:xfrm>
            <a:off x="3124200" y="5384996"/>
            <a:ext cx="2895600" cy="18522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CA" sz="558" dirty="0">
                <a:solidFill>
                  <a:srgbClr val="003C71"/>
                </a:solidFill>
                <a:latin typeface="Visby CF"/>
              </a:rPr>
              <a:t>@2026. Marie-Christine ALBERT. Tous droits réservés.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ce réservé du contenu 6">
            <a:extLst>
              <a:ext uri="{FF2B5EF4-FFF2-40B4-BE49-F238E27FC236}">
                <a16:creationId xmlns:a16="http://schemas.microsoft.com/office/drawing/2014/main" id="{77EAD83A-0585-7F66-3933-E77F25C03374}"/>
              </a:ext>
            </a:extLst>
          </p:cNvPr>
          <p:cNvPicPr>
            <a:picLocks noGrp="1" noChangeAspect="1"/>
          </p:cNvPicPr>
          <p:nvPr>
            <p:ph sz="quarter" idx="17"/>
          </p:nvPr>
        </p:nvPicPr>
        <p:blipFill>
          <a:blip r:embed="rId3"/>
          <a:stretch>
            <a:fillRect/>
          </a:stretch>
        </p:blipFill>
        <p:spPr>
          <a:xfrm>
            <a:off x="2340863" y="1241005"/>
            <a:ext cx="6554916" cy="3687140"/>
          </a:xfrm>
          <a:prstGeom prst="rect">
            <a:avLst/>
          </a:prstGeom>
        </p:spPr>
      </p:pic>
      <p:sp>
        <p:nvSpPr>
          <p:cNvPr id="12" name="Title 2">
            <a:extLst>
              <a:ext uri="{FF2B5EF4-FFF2-40B4-BE49-F238E27FC236}">
                <a16:creationId xmlns:a16="http://schemas.microsoft.com/office/drawing/2014/main" id="{D2865830-1354-94ED-A7DD-A6FCBE632B12}"/>
              </a:ext>
            </a:extLst>
          </p:cNvPr>
          <p:cNvSpPr>
            <a:spLocks noGrp="1"/>
          </p:cNvSpPr>
          <p:nvPr>
            <p:ph type="title"/>
          </p:nvPr>
        </p:nvSpPr>
        <p:spPr>
          <a:xfrm>
            <a:off x="2415779" y="559594"/>
            <a:ext cx="6480000" cy="491966"/>
          </a:xfrm>
        </p:spPr>
        <p:txBody>
          <a:bodyPr/>
          <a:lstStyle/>
          <a:p>
            <a:pPr algn="ctr"/>
            <a:r>
              <a:rPr lang="en-US" dirty="0"/>
              <a:t>HEXACO</a:t>
            </a:r>
          </a:p>
        </p:txBody>
      </p:sp>
      <p:sp>
        <p:nvSpPr>
          <p:cNvPr id="2" name="Espace réservé du pied de page 1">
            <a:extLst>
              <a:ext uri="{FF2B5EF4-FFF2-40B4-BE49-F238E27FC236}">
                <a16:creationId xmlns:a16="http://schemas.microsoft.com/office/drawing/2014/main" id="{2D446472-B056-431B-3233-363717749A97}"/>
              </a:ext>
            </a:extLst>
          </p:cNvPr>
          <p:cNvSpPr>
            <a:spLocks noGrp="1"/>
          </p:cNvSpPr>
          <p:nvPr>
            <p:ph type="ftr" sz="quarter" idx="3"/>
          </p:nvPr>
        </p:nvSpPr>
        <p:spPr/>
        <p:txBody>
          <a:bodyPr/>
          <a:lstStyle/>
          <a:p>
            <a:r>
              <a:rPr lang="fr-CA"/>
              <a:t>© 2026. Estelle M. Morin, Ph. D.  Tous droits réservés.</a:t>
            </a:r>
            <a:endParaRPr lang="fr-FR" dirty="0"/>
          </a:p>
        </p:txBody>
      </p:sp>
      <p:sp>
        <p:nvSpPr>
          <p:cNvPr id="3" name="Espace réservé du numéro de diapositive 2">
            <a:extLst>
              <a:ext uri="{FF2B5EF4-FFF2-40B4-BE49-F238E27FC236}">
                <a16:creationId xmlns:a16="http://schemas.microsoft.com/office/drawing/2014/main" id="{0C090F09-8004-131C-F6CF-DB4642B36A54}"/>
              </a:ext>
            </a:extLst>
          </p:cNvPr>
          <p:cNvSpPr>
            <a:spLocks noGrp="1"/>
          </p:cNvSpPr>
          <p:nvPr>
            <p:ph type="sldNum" sz="quarter" idx="4"/>
          </p:nvPr>
        </p:nvSpPr>
        <p:spPr/>
        <p:txBody>
          <a:bodyPr/>
          <a:lstStyle/>
          <a:p>
            <a:fld id="{0A5F8BAD-6575-7647-B790-DC8892003398}" type="slidenum">
              <a:rPr lang="fr-FR" smtClean="0"/>
              <a:pPr/>
              <a:t>32</a:t>
            </a:fld>
            <a:endParaRPr lang="fr-FR" dirty="0"/>
          </a:p>
        </p:txBody>
      </p:sp>
    </p:spTree>
    <p:extLst>
      <p:ext uri="{BB962C8B-B14F-4D97-AF65-F5344CB8AC3E}">
        <p14:creationId xmlns:p14="http://schemas.microsoft.com/office/powerpoint/2010/main" val="25632726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DEF72916-F049-52F4-BF9A-B1D8B761C909}"/>
              </a:ext>
            </a:extLst>
          </p:cNvPr>
          <p:cNvSpPr>
            <a:spLocks noGrp="1"/>
          </p:cNvSpPr>
          <p:nvPr>
            <p:ph type="title"/>
          </p:nvPr>
        </p:nvSpPr>
        <p:spPr/>
        <p:txBody>
          <a:bodyPr/>
          <a:lstStyle/>
          <a:p>
            <a:r>
              <a:rPr lang="fr-CA" dirty="0"/>
              <a:t>Revenons à Justin</a:t>
            </a:r>
            <a:br>
              <a:rPr lang="fr-CA" dirty="0"/>
            </a:br>
            <a:r>
              <a:rPr lang="fr-CA" dirty="0"/>
              <a:t>Une seule différence dans son profil HEXACO…</a:t>
            </a:r>
          </a:p>
        </p:txBody>
      </p:sp>
      <p:sp>
        <p:nvSpPr>
          <p:cNvPr id="8" name="ZoneTexte 7">
            <a:extLst>
              <a:ext uri="{FF2B5EF4-FFF2-40B4-BE49-F238E27FC236}">
                <a16:creationId xmlns:a16="http://schemas.microsoft.com/office/drawing/2014/main" id="{2E80D0BA-FAB4-5F7C-1AB8-5BF175D7B2DC}"/>
              </a:ext>
            </a:extLst>
          </p:cNvPr>
          <p:cNvSpPr txBox="1"/>
          <p:nvPr/>
        </p:nvSpPr>
        <p:spPr>
          <a:xfrm>
            <a:off x="1330960" y="4053840"/>
            <a:ext cx="6146800" cy="1056640"/>
          </a:xfrm>
          <a:prstGeom prst="rect">
            <a:avLst/>
          </a:prstGeom>
        </p:spPr>
        <p:txBody>
          <a:bodyPr vert="horz" wrap="square" lIns="91440" tIns="45720" rIns="91440" bIns="45720" rtlCol="0">
            <a:normAutofit/>
          </a:bodyPr>
          <a:lstStyle/>
          <a:p>
            <a:pPr marL="154800" indent="-154800">
              <a:buClr>
                <a:schemeClr val="accent2"/>
              </a:buClr>
              <a:buSzPct val="125000"/>
              <a:buFont typeface="Arial" panose="020B0604020202020204" pitchFamily="34" charset="0"/>
              <a:buChar char="•"/>
            </a:pPr>
            <a:endParaRPr lang="fr-CA" sz="1670" dirty="0"/>
          </a:p>
        </p:txBody>
      </p:sp>
      <p:sp>
        <p:nvSpPr>
          <p:cNvPr id="9" name="ZoneTexte 8">
            <a:extLst>
              <a:ext uri="{FF2B5EF4-FFF2-40B4-BE49-F238E27FC236}">
                <a16:creationId xmlns:a16="http://schemas.microsoft.com/office/drawing/2014/main" id="{44ECF4BB-23B1-8A81-36F5-8C7FA3809C76}"/>
              </a:ext>
            </a:extLst>
          </p:cNvPr>
          <p:cNvSpPr txBox="1"/>
          <p:nvPr/>
        </p:nvSpPr>
        <p:spPr>
          <a:xfrm>
            <a:off x="1330960" y="4348480"/>
            <a:ext cx="6238240" cy="772160"/>
          </a:xfrm>
          <a:prstGeom prst="rect">
            <a:avLst/>
          </a:prstGeom>
        </p:spPr>
        <p:txBody>
          <a:bodyPr vert="horz" wrap="square" lIns="91440" tIns="45720" rIns="91440" bIns="45720" rtlCol="0">
            <a:normAutofit/>
          </a:bodyPr>
          <a:lstStyle/>
          <a:p>
            <a:pPr algn="ctr">
              <a:buClr>
                <a:schemeClr val="accent2"/>
              </a:buClr>
              <a:buSzPct val="125000"/>
            </a:pPr>
            <a:r>
              <a:rPr lang="fr-CA" sz="1670" b="1" dirty="0"/>
              <a:t>Comment cela influence la lecture de ses attitudes et comportements?</a:t>
            </a:r>
          </a:p>
        </p:txBody>
      </p:sp>
      <p:sp>
        <p:nvSpPr>
          <p:cNvPr id="10" name="Espace réservé du pied de page 3">
            <a:extLst>
              <a:ext uri="{FF2B5EF4-FFF2-40B4-BE49-F238E27FC236}">
                <a16:creationId xmlns:a16="http://schemas.microsoft.com/office/drawing/2014/main" id="{151D6079-E904-5440-B0AD-D8DF1CE99F52}"/>
              </a:ext>
            </a:extLst>
          </p:cNvPr>
          <p:cNvSpPr txBox="1">
            <a:spLocks/>
          </p:cNvSpPr>
          <p:nvPr/>
        </p:nvSpPr>
        <p:spPr>
          <a:xfrm>
            <a:off x="3124200" y="5384996"/>
            <a:ext cx="2895600" cy="18522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CA" sz="558" dirty="0">
                <a:solidFill>
                  <a:srgbClr val="003C71"/>
                </a:solidFill>
                <a:latin typeface="Visby CF"/>
              </a:rPr>
              <a:t>@2026. Marie-Christine ALBERT. Tous droits réservés.</a:t>
            </a:r>
          </a:p>
        </p:txBody>
      </p:sp>
      <p:graphicFrame>
        <p:nvGraphicFramePr>
          <p:cNvPr id="14" name="Tableau 13">
            <a:extLst>
              <a:ext uri="{FF2B5EF4-FFF2-40B4-BE49-F238E27FC236}">
                <a16:creationId xmlns:a16="http://schemas.microsoft.com/office/drawing/2014/main" id="{D1D942BE-A113-60A0-5E70-59A0DE1DD01A}"/>
              </a:ext>
            </a:extLst>
          </p:cNvPr>
          <p:cNvGraphicFramePr>
            <a:graphicFrameLocks noGrp="1"/>
          </p:cNvGraphicFramePr>
          <p:nvPr>
            <p:extLst>
              <p:ext uri="{D42A27DB-BD31-4B8C-83A1-F6EECF244321}">
                <p14:modId xmlns:p14="http://schemas.microsoft.com/office/powerpoint/2010/main" val="1212100330"/>
              </p:ext>
            </p:extLst>
          </p:nvPr>
        </p:nvGraphicFramePr>
        <p:xfrm>
          <a:off x="967562" y="1398453"/>
          <a:ext cx="7219506" cy="2953619"/>
        </p:xfrm>
        <a:graphic>
          <a:graphicData uri="http://schemas.openxmlformats.org/drawingml/2006/table">
            <a:tbl>
              <a:tblPr firstRow="1" bandRow="1">
                <a:tableStyleId>{5C22544A-7EE6-4342-B048-85BDC9FD1C3A}</a:tableStyleId>
              </a:tblPr>
              <a:tblGrid>
                <a:gridCol w="3609753">
                  <a:extLst>
                    <a:ext uri="{9D8B030D-6E8A-4147-A177-3AD203B41FA5}">
                      <a16:colId xmlns:a16="http://schemas.microsoft.com/office/drawing/2014/main" val="2413958092"/>
                    </a:ext>
                  </a:extLst>
                </a:gridCol>
                <a:gridCol w="3609753">
                  <a:extLst>
                    <a:ext uri="{9D8B030D-6E8A-4147-A177-3AD203B41FA5}">
                      <a16:colId xmlns:a16="http://schemas.microsoft.com/office/drawing/2014/main" val="1111997637"/>
                    </a:ext>
                  </a:extLst>
                </a:gridCol>
              </a:tblGrid>
              <a:tr h="855649">
                <a:tc>
                  <a:txBody>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lang="fr-CA" sz="2000" kern="1200" dirty="0">
                          <a:solidFill>
                            <a:schemeClr val="bg1"/>
                          </a:solidFill>
                          <a:effectLst/>
                          <a:latin typeface="+mn-lt"/>
                          <a:ea typeface="+mn-ea"/>
                          <a:cs typeface="+mn-cs"/>
                        </a:rPr>
                        <a:t>Profil HEXACO 1</a:t>
                      </a:r>
                      <a:endParaRPr lang="fr-CA" sz="2000" dirty="0">
                        <a:solidFill>
                          <a:schemeClr val="bg1"/>
                        </a:solidFill>
                      </a:endParaRPr>
                    </a:p>
                  </a:txBody>
                  <a:tcPr>
                    <a:lnB w="12700" cap="flat" cmpd="sng" algn="ctr">
                      <a:solidFill>
                        <a:schemeClr val="tx1"/>
                      </a:solidFill>
                      <a:prstDash val="solid"/>
                      <a:round/>
                      <a:headEnd type="none" w="med" len="med"/>
                      <a:tailEnd type="none" w="med" len="med"/>
                    </a:lnB>
                  </a:tcPr>
                </a:tc>
                <a:tc>
                  <a:txBody>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lang="fr-CA" sz="2000" dirty="0">
                          <a:solidFill>
                            <a:schemeClr val="bg1"/>
                          </a:solidFill>
                        </a:rPr>
                        <a:t>Profil HEXACO 2</a:t>
                      </a:r>
                    </a:p>
                    <a:p>
                      <a:pPr algn="ctr"/>
                      <a:endParaRPr lang="fr-CA" sz="2000" dirty="0">
                        <a:solidFill>
                          <a:schemeClr val="bg1"/>
                        </a:solidFill>
                      </a:endParaRPr>
                    </a:p>
                  </a:txBody>
                  <a:tcPr>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1626225859"/>
                  </a:ext>
                </a:extLst>
              </a:tr>
              <a:tr h="2097970">
                <a:tc>
                  <a:txBody>
                    <a:bodyPr/>
                    <a:lstStyle/>
                    <a:p>
                      <a:pPr lvl="0"/>
                      <a:r>
                        <a:rPr lang="fr-CA" sz="1500" b="1" kern="1200" dirty="0">
                          <a:solidFill>
                            <a:schemeClr val="dk1"/>
                          </a:solidFill>
                          <a:effectLst/>
                          <a:latin typeface="+mn-lt"/>
                          <a:ea typeface="+mn-ea"/>
                          <a:cs typeface="+mn-cs"/>
                        </a:rPr>
                        <a:t>Honnêteté-Humilité élevée</a:t>
                      </a:r>
                      <a:endParaRPr lang="fr-CA" sz="1500" kern="1200" dirty="0">
                        <a:solidFill>
                          <a:schemeClr val="dk1"/>
                        </a:solidFill>
                        <a:effectLst/>
                        <a:latin typeface="+mn-lt"/>
                        <a:ea typeface="+mn-ea"/>
                        <a:cs typeface="+mn-cs"/>
                      </a:endParaRPr>
                    </a:p>
                    <a:p>
                      <a:pPr lvl="0"/>
                      <a:r>
                        <a:rPr lang="fr-CA" sz="1500" kern="1200" dirty="0">
                          <a:solidFill>
                            <a:schemeClr val="dk1"/>
                          </a:solidFill>
                          <a:effectLst/>
                          <a:latin typeface="+mn-lt"/>
                          <a:ea typeface="+mn-ea"/>
                          <a:cs typeface="+mn-cs"/>
                        </a:rPr>
                        <a:t>Émotivité normale</a:t>
                      </a:r>
                    </a:p>
                    <a:p>
                      <a:pPr lvl="0"/>
                      <a:r>
                        <a:rPr lang="fr-CA" sz="1500" kern="1200" dirty="0">
                          <a:solidFill>
                            <a:schemeClr val="dk1"/>
                          </a:solidFill>
                          <a:effectLst/>
                          <a:latin typeface="+mn-lt"/>
                          <a:ea typeface="+mn-ea"/>
                          <a:cs typeface="+mn-cs"/>
                        </a:rPr>
                        <a:t>Extraversion élevée</a:t>
                      </a:r>
                    </a:p>
                    <a:p>
                      <a:pPr lvl="0"/>
                      <a:r>
                        <a:rPr lang="fr-CA" sz="1500" kern="1200" dirty="0">
                          <a:solidFill>
                            <a:schemeClr val="dk1"/>
                          </a:solidFill>
                          <a:effectLst/>
                          <a:latin typeface="+mn-lt"/>
                          <a:ea typeface="+mn-ea"/>
                          <a:cs typeface="+mn-cs"/>
                        </a:rPr>
                        <a:t>Agréabilité basse</a:t>
                      </a:r>
                    </a:p>
                    <a:p>
                      <a:pPr lvl="0"/>
                      <a:r>
                        <a:rPr lang="fr-CA" sz="1500" kern="1200" dirty="0">
                          <a:solidFill>
                            <a:schemeClr val="dk1"/>
                          </a:solidFill>
                          <a:effectLst/>
                          <a:latin typeface="+mn-lt"/>
                          <a:ea typeface="+mn-ea"/>
                          <a:cs typeface="+mn-cs"/>
                        </a:rPr>
                        <a:t>Conscienciosité élevée</a:t>
                      </a:r>
                    </a:p>
                    <a:p>
                      <a:pPr lvl="0"/>
                      <a:r>
                        <a:rPr lang="fr-CA" sz="1500" kern="1200" dirty="0">
                          <a:solidFill>
                            <a:schemeClr val="dk1"/>
                          </a:solidFill>
                          <a:effectLst/>
                          <a:latin typeface="+mn-lt"/>
                          <a:ea typeface="+mn-ea"/>
                          <a:cs typeface="+mn-cs"/>
                        </a:rPr>
                        <a:t>Ouverture normale</a:t>
                      </a:r>
                    </a:p>
                    <a:p>
                      <a:endParaRPr lang="fr-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r>
                        <a:rPr lang="fr-CA" sz="1600" b="1" dirty="0"/>
                        <a:t>Honnêteté-Humilité basse</a:t>
                      </a:r>
                    </a:p>
                    <a:p>
                      <a:pPr lvl="0"/>
                      <a:r>
                        <a:rPr lang="fr-CA" sz="1600" dirty="0"/>
                        <a:t>Émotivité normale</a:t>
                      </a:r>
                    </a:p>
                    <a:p>
                      <a:pPr lvl="0"/>
                      <a:r>
                        <a:rPr lang="fr-CA" sz="1600" dirty="0"/>
                        <a:t>Extraversion élevée</a:t>
                      </a:r>
                    </a:p>
                    <a:p>
                      <a:pPr lvl="0"/>
                      <a:r>
                        <a:rPr lang="fr-CA" sz="1600" dirty="0"/>
                        <a:t>Agréabilité basse</a:t>
                      </a:r>
                    </a:p>
                    <a:p>
                      <a:pPr lvl="0"/>
                      <a:r>
                        <a:rPr lang="fr-CA" sz="1600" dirty="0"/>
                        <a:t>Conscienciosité élevée</a:t>
                      </a:r>
                    </a:p>
                    <a:p>
                      <a:pPr lvl="0"/>
                      <a:r>
                        <a:rPr lang="fr-CA" sz="1600" dirty="0"/>
                        <a:t>Ouverture normale</a:t>
                      </a:r>
                      <a:endParaRPr lang="fr-CA" dirty="0"/>
                    </a:p>
                    <a:p>
                      <a:endParaRPr lang="fr-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08040488"/>
                  </a:ext>
                </a:extLst>
              </a:tr>
            </a:tbl>
          </a:graphicData>
        </a:graphic>
      </p:graphicFrame>
    </p:spTree>
    <p:extLst>
      <p:ext uri="{BB962C8B-B14F-4D97-AF65-F5344CB8AC3E}">
        <p14:creationId xmlns:p14="http://schemas.microsoft.com/office/powerpoint/2010/main" val="42882298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36E13-0F2E-413A-D1B1-E1186172B29B}"/>
            </a:ext>
          </a:extLst>
        </p:cNvPr>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DF1D55B9-B0D3-A143-31B9-4783659A1012}"/>
              </a:ext>
            </a:extLst>
          </p:cNvPr>
          <p:cNvSpPr>
            <a:spLocks noGrp="1"/>
          </p:cNvSpPr>
          <p:nvPr>
            <p:ph idx="1"/>
          </p:nvPr>
        </p:nvSpPr>
        <p:spPr/>
        <p:txBody>
          <a:bodyPr/>
          <a:lstStyle/>
          <a:p>
            <a:endParaRPr lang="fr-CA" dirty="0"/>
          </a:p>
        </p:txBody>
      </p:sp>
      <p:sp>
        <p:nvSpPr>
          <p:cNvPr id="4" name="Espace réservé du pied de page 3">
            <a:extLst>
              <a:ext uri="{FF2B5EF4-FFF2-40B4-BE49-F238E27FC236}">
                <a16:creationId xmlns:a16="http://schemas.microsoft.com/office/drawing/2014/main" id="{D6BCDF83-BF83-74CA-2591-D9D1442FEE75}"/>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2" name="Espace réservé du contenu 5">
            <a:extLst>
              <a:ext uri="{FF2B5EF4-FFF2-40B4-BE49-F238E27FC236}">
                <a16:creationId xmlns:a16="http://schemas.microsoft.com/office/drawing/2014/main" id="{FE899232-C1C0-3BB7-A00A-B2899A659807}"/>
              </a:ext>
            </a:extLst>
          </p:cNvPr>
          <p:cNvSpPr txBox="1">
            <a:spLocks/>
          </p:cNvSpPr>
          <p:nvPr/>
        </p:nvSpPr>
        <p:spPr>
          <a:xfrm>
            <a:off x="478800" y="2133369"/>
            <a:ext cx="8185150" cy="2469111"/>
          </a:xfrm>
          <a:prstGeom prst="rect">
            <a:avLst/>
          </a:prstGeom>
          <a:solidFill>
            <a:schemeClr val="tx2"/>
          </a:solidFill>
          <a:ln w="9525" cap="flat" cmpd="sng" algn="ctr">
            <a:solidFill>
              <a:schemeClr val="accent1">
                <a:lumMod val="75000"/>
              </a:schemeClr>
            </a:solidFill>
            <a:prstDash val="solid"/>
          </a:ln>
        </p:spPr>
        <p:style>
          <a:lnRef idx="1">
            <a:schemeClr val="accent1"/>
          </a:lnRef>
          <a:fillRef idx="3">
            <a:schemeClr val="accent1"/>
          </a:fillRef>
          <a:effectRef idx="2">
            <a:schemeClr val="accent1"/>
          </a:effectRef>
          <a:fontRef idx="minor">
            <a:schemeClr val="lt1"/>
          </a:fontRef>
        </p:style>
        <p:txBody>
          <a:bodyPr vert="horz" lIns="91440" tIns="45720" rIns="91440" bIns="45720" rtlCol="0">
            <a:noAutofit/>
          </a:bodyPr>
          <a:lstStyle>
            <a:lvl1pPr marL="12899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1pPr>
            <a:lvl2pPr marL="37798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2pPr>
            <a:lvl3pPr marL="62697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3pPr>
            <a:lvl4pPr marL="87296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4pPr>
            <a:lvl5pPr marL="112195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9pPr>
          </a:lstStyle>
          <a:p>
            <a:pPr marL="0" indent="0" algn="ctr">
              <a:buFont typeface="Arial" pitchFamily="34" charset="0"/>
              <a:buNone/>
            </a:pPr>
            <a:endParaRPr lang="fr-CA" sz="1400" b="1" dirty="0">
              <a:solidFill>
                <a:schemeClr val="bg1"/>
              </a:solidFill>
            </a:endParaRPr>
          </a:p>
          <a:p>
            <a:pPr marL="0" indent="0" algn="ctr">
              <a:buFont typeface="Arial" pitchFamily="34" charset="0"/>
              <a:buNone/>
            </a:pPr>
            <a:r>
              <a:rPr lang="fr-CA" sz="1400" b="1" dirty="0">
                <a:solidFill>
                  <a:schemeClr val="bg1"/>
                </a:solidFill>
              </a:rPr>
              <a:t>Ce que cela nous permet de comprendre</a:t>
            </a:r>
          </a:p>
          <a:p>
            <a:pPr marL="0" indent="0" algn="ctr">
              <a:buFont typeface="Arial" pitchFamily="34" charset="0"/>
              <a:buNone/>
            </a:pPr>
            <a:endParaRPr lang="fr-CA" sz="1400" b="1" dirty="0">
              <a:solidFill>
                <a:schemeClr val="bg1"/>
              </a:solidFill>
            </a:endParaRPr>
          </a:p>
          <a:p>
            <a:pPr marL="0" indent="0" algn="ctr">
              <a:buFont typeface="Arial" pitchFamily="34" charset="0"/>
              <a:buNone/>
            </a:pPr>
            <a:r>
              <a:rPr lang="fr-CA" sz="1400" i="1" dirty="0">
                <a:solidFill>
                  <a:schemeClr val="bg1"/>
                </a:solidFill>
              </a:rPr>
              <a:t>Le HEXACO enrichir l’analyse des différences individuelles en intégrant davantage les dimensions morales et sociales de la personnalité.</a:t>
            </a:r>
          </a:p>
          <a:p>
            <a:pPr marL="0" indent="0" algn="ctr">
              <a:buFont typeface="Arial" pitchFamily="34" charset="0"/>
              <a:buNone/>
            </a:pPr>
            <a:endParaRPr lang="fr-CA" sz="1400" i="1" dirty="0">
              <a:solidFill>
                <a:schemeClr val="bg1"/>
              </a:solidFill>
              <a:latin typeface="Aptos"/>
            </a:endParaRPr>
          </a:p>
          <a:p>
            <a:pPr marL="0" indent="0" algn="ctr">
              <a:buFont typeface="Arial" pitchFamily="34" charset="0"/>
              <a:buNone/>
            </a:pPr>
            <a:r>
              <a:rPr lang="fr-CA" sz="1400" i="1" dirty="0">
                <a:solidFill>
                  <a:schemeClr val="bg1"/>
                </a:solidFill>
                <a:latin typeface="Aptos"/>
              </a:rPr>
              <a:t>L’Honnêteté-Humilité est particulièrement pertinente pour anticiper certains comportements productifs, contre-productifs ou toxiques.</a:t>
            </a:r>
          </a:p>
          <a:p>
            <a:pPr marL="0" indent="0" algn="ctr">
              <a:buFont typeface="Arial" pitchFamily="34" charset="0"/>
              <a:buNone/>
            </a:pPr>
            <a:endParaRPr lang="fr-CA" sz="1400" dirty="0">
              <a:solidFill>
                <a:schemeClr val="bg1"/>
              </a:solidFill>
              <a:latin typeface="Aptos"/>
            </a:endParaRPr>
          </a:p>
          <a:p>
            <a:pPr marL="0" indent="0">
              <a:buFont typeface="Arial" pitchFamily="34" charset="0"/>
              <a:buNone/>
              <a:defRPr sz="1000" b="1">
                <a:solidFill>
                  <a:srgbClr val="096FB8"/>
                </a:solidFill>
                <a:latin typeface="Aptos"/>
              </a:defRPr>
            </a:pPr>
            <a:endParaRPr lang="fr-CA" sz="1400" b="1" i="1" dirty="0">
              <a:solidFill>
                <a:srgbClr val="000000"/>
              </a:solidFill>
              <a:latin typeface="Aptos"/>
            </a:endParaRPr>
          </a:p>
        </p:txBody>
      </p:sp>
    </p:spTree>
    <p:extLst>
      <p:ext uri="{BB962C8B-B14F-4D97-AF65-F5344CB8AC3E}">
        <p14:creationId xmlns:p14="http://schemas.microsoft.com/office/powerpoint/2010/main" val="41248769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Espace réservé pour une image  2"/>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35333" b="35333"/>
          <a:stretch>
            <a:fillRect/>
          </a:stretch>
        </p:blipFill>
        <p:spPr>
          <a:xfrm>
            <a:off x="457200" y="1400175"/>
            <a:ext cx="8185150" cy="3599640"/>
          </a:xfrm>
        </p:spPr>
      </p:pic>
      <p:sp>
        <p:nvSpPr>
          <p:cNvPr id="17411" name="Rectangle 2"/>
          <p:cNvSpPr>
            <a:spLocks noGrp="1" noChangeArrowheads="1"/>
          </p:cNvSpPr>
          <p:nvPr>
            <p:ph type="title"/>
            <p:custDataLst>
              <p:tags r:id="rId1"/>
            </p:custDataLst>
          </p:nvPr>
        </p:nvSpPr>
        <p:spPr/>
        <p:txBody>
          <a:bodyPr/>
          <a:lstStyle/>
          <a:p>
            <a:pPr eaLnBrk="1" hangingPunct="1"/>
            <a:r>
              <a:rPr lang="fr-CA" altLang="fr-FR" sz="2100" dirty="0"/>
              <a:t>Les prédispositions naturelles: un exercice</a:t>
            </a:r>
          </a:p>
        </p:txBody>
      </p:sp>
      <p:sp>
        <p:nvSpPr>
          <p:cNvPr id="5" name="Espace réservé du numéro de diapositive 4"/>
          <p:cNvSpPr>
            <a:spLocks noGrp="1"/>
          </p:cNvSpPr>
          <p:nvPr>
            <p:ph type="sldNum" sz="quarter" idx="12"/>
          </p:nvPr>
        </p:nvSpPr>
        <p:spPr/>
        <p:txBody>
          <a:bodyPr/>
          <a:lstStyle/>
          <a:p>
            <a:fld id="{77B8E65F-5E3F-4E73-B056-4D0181456FB2}" type="slidenum">
              <a:rPr lang="fr-CA" smtClean="0">
                <a:solidFill>
                  <a:srgbClr val="034259"/>
                </a:solidFill>
              </a:rPr>
              <a:pPr/>
              <a:t>35</a:t>
            </a:fld>
            <a:endParaRPr lang="fr-CA">
              <a:solidFill>
                <a:srgbClr val="034259"/>
              </a:solidFill>
            </a:endParaRPr>
          </a:p>
        </p:txBody>
      </p:sp>
    </p:spTree>
    <p:extLst>
      <p:ext uri="{BB962C8B-B14F-4D97-AF65-F5344CB8AC3E}">
        <p14:creationId xmlns:p14="http://schemas.microsoft.com/office/powerpoint/2010/main" val="20063840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17089" y="1179251"/>
            <a:ext cx="1371600" cy="202043"/>
          </a:xfrm>
          <a:prstGeom prst="rect">
            <a:avLst/>
          </a:prstGeom>
          <a:noFill/>
        </p:spPr>
        <p:txBody>
          <a:bodyPr wrap="square">
            <a:spAutoFit/>
          </a:bodyPr>
          <a:lstStyle/>
          <a:p>
            <a:pPr algn="ctr">
              <a:defRPr sz="950" b="0" i="1">
                <a:solidFill>
                  <a:srgbClr val="5A6470"/>
                </a:solidFill>
                <a:latin typeface="Aptos"/>
              </a:defRPr>
            </a:pPr>
            <a:r>
              <a:rPr sz="713" dirty="0"/>
              <a:t>)</a:t>
            </a:r>
          </a:p>
        </p:txBody>
      </p:sp>
      <p:sp>
        <p:nvSpPr>
          <p:cNvPr id="6" name="Rounded Rectangle 5"/>
          <p:cNvSpPr/>
          <p:nvPr/>
        </p:nvSpPr>
        <p:spPr>
          <a:xfrm>
            <a:off x="240030" y="1465326"/>
            <a:ext cx="4354830" cy="3394710"/>
          </a:xfrm>
          <a:prstGeom prst="roundRect">
            <a:avLst/>
          </a:prstGeom>
          <a:solidFill>
            <a:srgbClr val="FFFFFF"/>
          </a:solidFill>
          <a:ln w="12700">
            <a:solidFill>
              <a:srgbClr val="E8C5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ounded Rectangle 6"/>
          <p:cNvSpPr/>
          <p:nvPr/>
        </p:nvSpPr>
        <p:spPr>
          <a:xfrm>
            <a:off x="4697730" y="1465326"/>
            <a:ext cx="4203954" cy="3394710"/>
          </a:xfrm>
          <a:prstGeom prst="roundRect">
            <a:avLst/>
          </a:prstGeom>
          <a:solidFill>
            <a:srgbClr val="FFFFFF"/>
          </a:solidFill>
          <a:ln w="12700">
            <a:solidFill>
              <a:srgbClr val="AECF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p:cNvSpPr txBox="1"/>
          <p:nvPr/>
        </p:nvSpPr>
        <p:spPr>
          <a:xfrm>
            <a:off x="480060" y="1643634"/>
            <a:ext cx="3771900" cy="265457"/>
          </a:xfrm>
          <a:prstGeom prst="rect">
            <a:avLst/>
          </a:prstGeom>
          <a:noFill/>
        </p:spPr>
        <p:txBody>
          <a:bodyPr wrap="square">
            <a:spAutoFit/>
          </a:bodyPr>
          <a:lstStyle/>
          <a:p>
            <a:pPr algn="l">
              <a:defRPr sz="1500" b="1" i="0">
                <a:solidFill>
                  <a:srgbClr val="DC9717"/>
                </a:solidFill>
                <a:latin typeface="Aptos"/>
              </a:defRPr>
            </a:pPr>
            <a:r>
              <a:rPr sz="1125" dirty="0"/>
              <a:t>1. </a:t>
            </a:r>
            <a:r>
              <a:rPr sz="1125" dirty="0" err="1"/>
              <a:t>L’attitude</a:t>
            </a:r>
            <a:r>
              <a:rPr sz="1125" dirty="0"/>
              <a:t>-type</a:t>
            </a:r>
          </a:p>
        </p:txBody>
      </p:sp>
      <p:sp>
        <p:nvSpPr>
          <p:cNvPr id="9" name="TextBox 8"/>
          <p:cNvSpPr txBox="1"/>
          <p:nvPr/>
        </p:nvSpPr>
        <p:spPr>
          <a:xfrm>
            <a:off x="925830" y="1897381"/>
            <a:ext cx="3257550" cy="334835"/>
          </a:xfrm>
          <a:prstGeom prst="rect">
            <a:avLst/>
          </a:prstGeom>
          <a:noFill/>
        </p:spPr>
        <p:txBody>
          <a:bodyPr wrap="square">
            <a:spAutoFit/>
          </a:bodyPr>
          <a:lstStyle/>
          <a:p>
            <a:pPr algn="l">
              <a:defRPr sz="1050" b="0" i="0">
                <a:solidFill>
                  <a:srgbClr val="122337"/>
                </a:solidFill>
                <a:latin typeface="Aptos"/>
              </a:defRPr>
            </a:pPr>
            <a:r>
              <a:rPr sz="788"/>
              <a:t>Orientation de l’énergie de la personne face à un problème ou à une situation qui représente un défi.</a:t>
            </a:r>
          </a:p>
        </p:txBody>
      </p:sp>
      <p:sp>
        <p:nvSpPr>
          <p:cNvPr id="10" name="Rounded Rectangle 9"/>
          <p:cNvSpPr/>
          <p:nvPr/>
        </p:nvSpPr>
        <p:spPr>
          <a:xfrm>
            <a:off x="493776" y="2274570"/>
            <a:ext cx="1611630" cy="548640"/>
          </a:xfrm>
          <a:prstGeom prst="roundRect">
            <a:avLst/>
          </a:prstGeom>
          <a:solidFill>
            <a:srgbClr val="F8F9FA"/>
          </a:solidFill>
          <a:ln w="12700">
            <a:solidFill>
              <a:srgbClr val="EBC4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TextBox 10"/>
          <p:cNvSpPr txBox="1"/>
          <p:nvPr/>
        </p:nvSpPr>
        <p:spPr>
          <a:xfrm>
            <a:off x="617220" y="2398015"/>
            <a:ext cx="1371600" cy="219291"/>
          </a:xfrm>
          <a:prstGeom prst="rect">
            <a:avLst/>
          </a:prstGeom>
          <a:noFill/>
        </p:spPr>
        <p:txBody>
          <a:bodyPr wrap="square">
            <a:spAutoFit/>
          </a:bodyPr>
          <a:lstStyle/>
          <a:p>
            <a:pPr algn="ctr">
              <a:defRPr sz="1100" b="1" i="0">
                <a:solidFill>
                  <a:srgbClr val="122337"/>
                </a:solidFill>
                <a:latin typeface="Aptos"/>
              </a:defRPr>
            </a:pPr>
            <a:r>
              <a:rPr sz="825"/>
              <a:t>EXTRAVERSION</a:t>
            </a:r>
          </a:p>
        </p:txBody>
      </p:sp>
      <p:sp>
        <p:nvSpPr>
          <p:cNvPr id="12" name="TextBox 11"/>
          <p:cNvSpPr txBox="1"/>
          <p:nvPr/>
        </p:nvSpPr>
        <p:spPr>
          <a:xfrm>
            <a:off x="603505" y="2576323"/>
            <a:ext cx="1405889" cy="193899"/>
          </a:xfrm>
          <a:prstGeom prst="rect">
            <a:avLst/>
          </a:prstGeom>
          <a:noFill/>
        </p:spPr>
        <p:txBody>
          <a:bodyPr wrap="square">
            <a:spAutoFit/>
          </a:bodyPr>
          <a:lstStyle/>
          <a:p>
            <a:pPr algn="ctr">
              <a:defRPr sz="880" b="0" i="0">
                <a:solidFill>
                  <a:srgbClr val="122337"/>
                </a:solidFill>
                <a:latin typeface="Aptos"/>
              </a:defRPr>
            </a:pPr>
            <a:r>
              <a:rPr sz="660"/>
              <a:t>Énergie dirigée vers l’extérieur</a:t>
            </a:r>
          </a:p>
        </p:txBody>
      </p:sp>
      <p:sp>
        <p:nvSpPr>
          <p:cNvPr id="13" name="TextBox 12"/>
          <p:cNvSpPr txBox="1"/>
          <p:nvPr/>
        </p:nvSpPr>
        <p:spPr>
          <a:xfrm>
            <a:off x="2153412" y="2425446"/>
            <a:ext cx="377190" cy="311624"/>
          </a:xfrm>
          <a:prstGeom prst="rect">
            <a:avLst/>
          </a:prstGeom>
          <a:noFill/>
        </p:spPr>
        <p:txBody>
          <a:bodyPr wrap="square">
            <a:spAutoFit/>
          </a:bodyPr>
          <a:lstStyle/>
          <a:p>
            <a:pPr algn="ctr">
              <a:defRPr sz="1900" b="1" i="0">
                <a:solidFill>
                  <a:srgbClr val="DC9717"/>
                </a:solidFill>
                <a:latin typeface="Aptos"/>
              </a:defRPr>
            </a:pPr>
            <a:r>
              <a:rPr sz="1425"/>
              <a:t>↔</a:t>
            </a:r>
          </a:p>
        </p:txBody>
      </p:sp>
      <p:sp>
        <p:nvSpPr>
          <p:cNvPr id="14" name="Rounded Rectangle 13"/>
          <p:cNvSpPr/>
          <p:nvPr/>
        </p:nvSpPr>
        <p:spPr>
          <a:xfrm>
            <a:off x="2571750" y="2274570"/>
            <a:ext cx="1611630" cy="548640"/>
          </a:xfrm>
          <a:prstGeom prst="roundRect">
            <a:avLst/>
          </a:prstGeom>
          <a:solidFill>
            <a:srgbClr val="F8F9FA"/>
          </a:solidFill>
          <a:ln w="12700">
            <a:solidFill>
              <a:srgbClr val="EBC4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TextBox 14"/>
          <p:cNvSpPr txBox="1"/>
          <p:nvPr/>
        </p:nvSpPr>
        <p:spPr>
          <a:xfrm>
            <a:off x="2695194" y="2398015"/>
            <a:ext cx="1371600" cy="219291"/>
          </a:xfrm>
          <a:prstGeom prst="rect">
            <a:avLst/>
          </a:prstGeom>
          <a:noFill/>
        </p:spPr>
        <p:txBody>
          <a:bodyPr wrap="square">
            <a:spAutoFit/>
          </a:bodyPr>
          <a:lstStyle/>
          <a:p>
            <a:pPr algn="ctr">
              <a:defRPr sz="1100" b="1" i="0">
                <a:solidFill>
                  <a:srgbClr val="122337"/>
                </a:solidFill>
                <a:latin typeface="Aptos"/>
              </a:defRPr>
            </a:pPr>
            <a:r>
              <a:rPr sz="825"/>
              <a:t>INTROVERSION</a:t>
            </a:r>
          </a:p>
        </p:txBody>
      </p:sp>
      <p:sp>
        <p:nvSpPr>
          <p:cNvPr id="16" name="TextBox 15"/>
          <p:cNvSpPr txBox="1"/>
          <p:nvPr/>
        </p:nvSpPr>
        <p:spPr>
          <a:xfrm>
            <a:off x="2681479" y="2576323"/>
            <a:ext cx="1405889" cy="193899"/>
          </a:xfrm>
          <a:prstGeom prst="rect">
            <a:avLst/>
          </a:prstGeom>
          <a:noFill/>
        </p:spPr>
        <p:txBody>
          <a:bodyPr wrap="square">
            <a:spAutoFit/>
          </a:bodyPr>
          <a:lstStyle/>
          <a:p>
            <a:pPr algn="ctr">
              <a:defRPr sz="880" b="0" i="0">
                <a:solidFill>
                  <a:srgbClr val="122337"/>
                </a:solidFill>
                <a:latin typeface="Aptos"/>
              </a:defRPr>
            </a:pPr>
            <a:r>
              <a:rPr sz="660"/>
              <a:t>Énergie dirigée vers l’intérieur</a:t>
            </a:r>
          </a:p>
        </p:txBody>
      </p:sp>
      <p:sp>
        <p:nvSpPr>
          <p:cNvPr id="17" name="Rectangle 16"/>
          <p:cNvSpPr/>
          <p:nvPr/>
        </p:nvSpPr>
        <p:spPr>
          <a:xfrm>
            <a:off x="493776" y="3001518"/>
            <a:ext cx="3806190" cy="8229"/>
          </a:xfrm>
          <a:prstGeom prst="rect">
            <a:avLst/>
          </a:prstGeom>
          <a:solidFill>
            <a:srgbClr val="EBC4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TextBox 17"/>
          <p:cNvSpPr txBox="1"/>
          <p:nvPr/>
        </p:nvSpPr>
        <p:spPr>
          <a:xfrm>
            <a:off x="480060" y="3118104"/>
            <a:ext cx="3771900" cy="265457"/>
          </a:xfrm>
          <a:prstGeom prst="rect">
            <a:avLst/>
          </a:prstGeom>
          <a:noFill/>
        </p:spPr>
        <p:txBody>
          <a:bodyPr wrap="square">
            <a:spAutoFit/>
          </a:bodyPr>
          <a:lstStyle/>
          <a:p>
            <a:pPr algn="l">
              <a:defRPr sz="1500" b="1" i="0">
                <a:solidFill>
                  <a:srgbClr val="DC9717"/>
                </a:solidFill>
                <a:latin typeface="Aptos"/>
              </a:defRPr>
            </a:pPr>
            <a:r>
              <a:rPr sz="1125"/>
              <a:t>2. Les fonctions psychologiques</a:t>
            </a:r>
          </a:p>
        </p:txBody>
      </p:sp>
      <p:sp>
        <p:nvSpPr>
          <p:cNvPr id="19" name="TextBox 18"/>
          <p:cNvSpPr txBox="1"/>
          <p:nvPr/>
        </p:nvSpPr>
        <p:spPr>
          <a:xfrm>
            <a:off x="480060" y="3337560"/>
            <a:ext cx="3909060" cy="211276"/>
          </a:xfrm>
          <a:prstGeom prst="rect">
            <a:avLst/>
          </a:prstGeom>
          <a:noFill/>
        </p:spPr>
        <p:txBody>
          <a:bodyPr wrap="square">
            <a:spAutoFit/>
          </a:bodyPr>
          <a:lstStyle/>
          <a:p>
            <a:pPr algn="l">
              <a:defRPr sz="1030" b="0" i="0">
                <a:solidFill>
                  <a:srgbClr val="122337"/>
                </a:solidFill>
                <a:latin typeface="Aptos"/>
              </a:defRPr>
            </a:pPr>
            <a:r>
              <a:rPr sz="773"/>
              <a:t>Capacités mentales mobilisées pour régler un problème ou relever un défi.</a:t>
            </a:r>
          </a:p>
        </p:txBody>
      </p:sp>
      <p:sp>
        <p:nvSpPr>
          <p:cNvPr id="20" name="Rounded Rectangle 19"/>
          <p:cNvSpPr/>
          <p:nvPr/>
        </p:nvSpPr>
        <p:spPr>
          <a:xfrm>
            <a:off x="377190" y="3646170"/>
            <a:ext cx="980694" cy="905256"/>
          </a:xfrm>
          <a:prstGeom prst="roundRect">
            <a:avLst/>
          </a:prstGeom>
          <a:solidFill>
            <a:srgbClr val="F8F9FA"/>
          </a:solidFill>
          <a:ln w="12700">
            <a:solidFill>
              <a:srgbClr val="EBC4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TextBox 20"/>
          <p:cNvSpPr txBox="1"/>
          <p:nvPr/>
        </p:nvSpPr>
        <p:spPr>
          <a:xfrm>
            <a:off x="459486" y="3762756"/>
            <a:ext cx="192024" cy="253916"/>
          </a:xfrm>
          <a:prstGeom prst="rect">
            <a:avLst/>
          </a:prstGeom>
          <a:noFill/>
        </p:spPr>
        <p:txBody>
          <a:bodyPr wrap="square">
            <a:spAutoFit/>
          </a:bodyPr>
          <a:lstStyle/>
          <a:p>
            <a:pPr algn="l">
              <a:defRPr sz="1400" b="1" i="0">
                <a:solidFill>
                  <a:srgbClr val="DC9717"/>
                </a:solidFill>
                <a:latin typeface="Aptos"/>
              </a:defRPr>
            </a:pPr>
            <a:r>
              <a:rPr sz="1050"/>
              <a:t>S</a:t>
            </a:r>
          </a:p>
        </p:txBody>
      </p:sp>
      <p:sp>
        <p:nvSpPr>
          <p:cNvPr id="22" name="TextBox 21"/>
          <p:cNvSpPr txBox="1"/>
          <p:nvPr/>
        </p:nvSpPr>
        <p:spPr>
          <a:xfrm>
            <a:off x="651510" y="3776472"/>
            <a:ext cx="617220" cy="192681"/>
          </a:xfrm>
          <a:prstGeom prst="rect">
            <a:avLst/>
          </a:prstGeom>
          <a:noFill/>
        </p:spPr>
        <p:txBody>
          <a:bodyPr wrap="square">
            <a:spAutoFit/>
          </a:bodyPr>
          <a:lstStyle/>
          <a:p>
            <a:pPr algn="l">
              <a:defRPr sz="869" b="1" i="0">
                <a:solidFill>
                  <a:srgbClr val="122337"/>
                </a:solidFill>
                <a:latin typeface="Aptos"/>
              </a:defRPr>
            </a:pPr>
            <a:r>
              <a:rPr sz="652"/>
              <a:t>Sensation</a:t>
            </a:r>
          </a:p>
        </p:txBody>
      </p:sp>
      <p:sp>
        <p:nvSpPr>
          <p:cNvPr id="23" name="TextBox 22"/>
          <p:cNvSpPr txBox="1"/>
          <p:nvPr/>
        </p:nvSpPr>
        <p:spPr>
          <a:xfrm>
            <a:off x="445770" y="4050792"/>
            <a:ext cx="843534" cy="452432"/>
          </a:xfrm>
          <a:prstGeom prst="rect">
            <a:avLst/>
          </a:prstGeom>
          <a:noFill/>
        </p:spPr>
        <p:txBody>
          <a:bodyPr wrap="square">
            <a:spAutoFit/>
          </a:bodyPr>
          <a:lstStyle/>
          <a:p>
            <a:pPr algn="ctr">
              <a:defRPr sz="780" b="0" i="0">
                <a:solidFill>
                  <a:srgbClr val="122337"/>
                </a:solidFill>
                <a:latin typeface="Aptos"/>
              </a:defRPr>
            </a:pPr>
            <a:r>
              <a:rPr sz="585"/>
              <a:t>Qu’est-ce qui se passe?</a:t>
            </a:r>
            <a:br>
              <a:rPr sz="585"/>
            </a:br>
            <a:r>
              <a:rPr sz="585"/>
              <a:t>Qu’est-ce que tu sens?</a:t>
            </a:r>
          </a:p>
        </p:txBody>
      </p:sp>
      <p:sp>
        <p:nvSpPr>
          <p:cNvPr id="24" name="Rounded Rectangle 23"/>
          <p:cNvSpPr/>
          <p:nvPr/>
        </p:nvSpPr>
        <p:spPr>
          <a:xfrm>
            <a:off x="1419606" y="3646170"/>
            <a:ext cx="980694" cy="905256"/>
          </a:xfrm>
          <a:prstGeom prst="roundRect">
            <a:avLst/>
          </a:prstGeom>
          <a:solidFill>
            <a:srgbClr val="F8F9FA"/>
          </a:solidFill>
          <a:ln w="12700">
            <a:solidFill>
              <a:srgbClr val="EBC4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5" name="TextBox 24"/>
          <p:cNvSpPr txBox="1"/>
          <p:nvPr/>
        </p:nvSpPr>
        <p:spPr>
          <a:xfrm>
            <a:off x="1501902" y="3762756"/>
            <a:ext cx="192024" cy="253916"/>
          </a:xfrm>
          <a:prstGeom prst="rect">
            <a:avLst/>
          </a:prstGeom>
          <a:noFill/>
        </p:spPr>
        <p:txBody>
          <a:bodyPr wrap="square">
            <a:spAutoFit/>
          </a:bodyPr>
          <a:lstStyle/>
          <a:p>
            <a:pPr algn="l">
              <a:defRPr sz="1400" b="1" i="0">
                <a:solidFill>
                  <a:srgbClr val="DC9717"/>
                </a:solidFill>
                <a:latin typeface="Aptos"/>
              </a:defRPr>
            </a:pPr>
            <a:r>
              <a:rPr sz="1050"/>
              <a:t>T</a:t>
            </a:r>
          </a:p>
        </p:txBody>
      </p:sp>
      <p:sp>
        <p:nvSpPr>
          <p:cNvPr id="26" name="TextBox 25"/>
          <p:cNvSpPr txBox="1"/>
          <p:nvPr/>
        </p:nvSpPr>
        <p:spPr>
          <a:xfrm>
            <a:off x="1693926" y="3776472"/>
            <a:ext cx="617220" cy="192681"/>
          </a:xfrm>
          <a:prstGeom prst="rect">
            <a:avLst/>
          </a:prstGeom>
          <a:noFill/>
        </p:spPr>
        <p:txBody>
          <a:bodyPr wrap="square">
            <a:spAutoFit/>
          </a:bodyPr>
          <a:lstStyle/>
          <a:p>
            <a:pPr algn="l">
              <a:defRPr sz="869" b="1" i="0">
                <a:solidFill>
                  <a:srgbClr val="122337"/>
                </a:solidFill>
                <a:latin typeface="Aptos"/>
              </a:defRPr>
            </a:pPr>
            <a:r>
              <a:rPr sz="652"/>
              <a:t>Pensée</a:t>
            </a:r>
          </a:p>
        </p:txBody>
      </p:sp>
      <p:sp>
        <p:nvSpPr>
          <p:cNvPr id="27" name="TextBox 26"/>
          <p:cNvSpPr txBox="1"/>
          <p:nvPr/>
        </p:nvSpPr>
        <p:spPr>
          <a:xfrm>
            <a:off x="1488186" y="4050792"/>
            <a:ext cx="843534" cy="362407"/>
          </a:xfrm>
          <a:prstGeom prst="rect">
            <a:avLst/>
          </a:prstGeom>
          <a:noFill/>
        </p:spPr>
        <p:txBody>
          <a:bodyPr wrap="square">
            <a:spAutoFit/>
          </a:bodyPr>
          <a:lstStyle/>
          <a:p>
            <a:pPr algn="ctr">
              <a:defRPr sz="780" b="0" i="0">
                <a:solidFill>
                  <a:srgbClr val="122337"/>
                </a:solidFill>
                <a:latin typeface="Aptos"/>
              </a:defRPr>
            </a:pPr>
            <a:r>
              <a:rPr sz="585"/>
              <a:t>À quoi penses-tu?</a:t>
            </a:r>
            <a:br>
              <a:rPr sz="585"/>
            </a:br>
            <a:r>
              <a:rPr sz="585"/>
              <a:t>Qu’est-ce que tu penses?</a:t>
            </a:r>
          </a:p>
        </p:txBody>
      </p:sp>
      <p:sp>
        <p:nvSpPr>
          <p:cNvPr id="28" name="Rounded Rectangle 27"/>
          <p:cNvSpPr/>
          <p:nvPr/>
        </p:nvSpPr>
        <p:spPr>
          <a:xfrm>
            <a:off x="2462022" y="3646170"/>
            <a:ext cx="980694" cy="905256"/>
          </a:xfrm>
          <a:prstGeom prst="roundRect">
            <a:avLst/>
          </a:prstGeom>
          <a:solidFill>
            <a:srgbClr val="F8F9FA"/>
          </a:solidFill>
          <a:ln w="12700">
            <a:solidFill>
              <a:srgbClr val="EBC4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TextBox 28"/>
          <p:cNvSpPr txBox="1"/>
          <p:nvPr/>
        </p:nvSpPr>
        <p:spPr>
          <a:xfrm>
            <a:off x="2544318" y="3762756"/>
            <a:ext cx="192024" cy="253916"/>
          </a:xfrm>
          <a:prstGeom prst="rect">
            <a:avLst/>
          </a:prstGeom>
          <a:noFill/>
        </p:spPr>
        <p:txBody>
          <a:bodyPr wrap="square">
            <a:spAutoFit/>
          </a:bodyPr>
          <a:lstStyle/>
          <a:p>
            <a:pPr algn="l">
              <a:defRPr sz="1400" b="1" i="0">
                <a:solidFill>
                  <a:srgbClr val="DC9717"/>
                </a:solidFill>
                <a:latin typeface="Aptos"/>
              </a:defRPr>
            </a:pPr>
            <a:r>
              <a:rPr sz="1050"/>
              <a:t>F</a:t>
            </a:r>
          </a:p>
        </p:txBody>
      </p:sp>
      <p:sp>
        <p:nvSpPr>
          <p:cNvPr id="30" name="TextBox 29"/>
          <p:cNvSpPr txBox="1"/>
          <p:nvPr/>
        </p:nvSpPr>
        <p:spPr>
          <a:xfrm>
            <a:off x="2736342" y="3776472"/>
            <a:ext cx="617220" cy="192681"/>
          </a:xfrm>
          <a:prstGeom prst="rect">
            <a:avLst/>
          </a:prstGeom>
          <a:noFill/>
        </p:spPr>
        <p:txBody>
          <a:bodyPr wrap="square">
            <a:spAutoFit/>
          </a:bodyPr>
          <a:lstStyle/>
          <a:p>
            <a:pPr algn="l">
              <a:defRPr sz="869" b="1" i="0">
                <a:solidFill>
                  <a:srgbClr val="122337"/>
                </a:solidFill>
                <a:latin typeface="Aptos"/>
              </a:defRPr>
            </a:pPr>
            <a:r>
              <a:rPr sz="652"/>
              <a:t>Sentiment</a:t>
            </a:r>
          </a:p>
        </p:txBody>
      </p:sp>
      <p:sp>
        <p:nvSpPr>
          <p:cNvPr id="31" name="TextBox 30"/>
          <p:cNvSpPr txBox="1"/>
          <p:nvPr/>
        </p:nvSpPr>
        <p:spPr>
          <a:xfrm>
            <a:off x="2530602" y="4050793"/>
            <a:ext cx="843534" cy="452432"/>
          </a:xfrm>
          <a:prstGeom prst="rect">
            <a:avLst/>
          </a:prstGeom>
          <a:noFill/>
        </p:spPr>
        <p:txBody>
          <a:bodyPr wrap="square">
            <a:spAutoFit/>
          </a:bodyPr>
          <a:lstStyle/>
          <a:p>
            <a:pPr algn="ctr">
              <a:defRPr sz="780" b="0" i="0">
                <a:solidFill>
                  <a:srgbClr val="122337"/>
                </a:solidFill>
                <a:latin typeface="Aptos"/>
              </a:defRPr>
            </a:pPr>
            <a:r>
              <a:rPr sz="585"/>
              <a:t>Qu’est-ce que cela signifie?</a:t>
            </a:r>
            <a:br>
              <a:rPr sz="585"/>
            </a:br>
            <a:r>
              <a:rPr sz="585"/>
              <a:t>Comment évalues-tu la situation?</a:t>
            </a:r>
          </a:p>
        </p:txBody>
      </p:sp>
      <p:sp>
        <p:nvSpPr>
          <p:cNvPr id="32" name="Rounded Rectangle 31"/>
          <p:cNvSpPr/>
          <p:nvPr/>
        </p:nvSpPr>
        <p:spPr>
          <a:xfrm>
            <a:off x="3504438" y="3646170"/>
            <a:ext cx="980694" cy="905256"/>
          </a:xfrm>
          <a:prstGeom prst="roundRect">
            <a:avLst/>
          </a:prstGeom>
          <a:solidFill>
            <a:srgbClr val="F8F9FA"/>
          </a:solidFill>
          <a:ln w="12700">
            <a:solidFill>
              <a:srgbClr val="EBC4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3" name="TextBox 32"/>
          <p:cNvSpPr txBox="1"/>
          <p:nvPr/>
        </p:nvSpPr>
        <p:spPr>
          <a:xfrm>
            <a:off x="3586734" y="3762756"/>
            <a:ext cx="192024" cy="253916"/>
          </a:xfrm>
          <a:prstGeom prst="rect">
            <a:avLst/>
          </a:prstGeom>
          <a:noFill/>
        </p:spPr>
        <p:txBody>
          <a:bodyPr wrap="square">
            <a:spAutoFit/>
          </a:bodyPr>
          <a:lstStyle/>
          <a:p>
            <a:pPr algn="l">
              <a:defRPr sz="1400" b="1" i="0">
                <a:solidFill>
                  <a:srgbClr val="DC9717"/>
                </a:solidFill>
                <a:latin typeface="Aptos"/>
              </a:defRPr>
            </a:pPr>
            <a:r>
              <a:rPr sz="1050"/>
              <a:t>N</a:t>
            </a:r>
          </a:p>
        </p:txBody>
      </p:sp>
      <p:sp>
        <p:nvSpPr>
          <p:cNvPr id="34" name="TextBox 33"/>
          <p:cNvSpPr txBox="1"/>
          <p:nvPr/>
        </p:nvSpPr>
        <p:spPr>
          <a:xfrm>
            <a:off x="3778758" y="3776472"/>
            <a:ext cx="617220" cy="192681"/>
          </a:xfrm>
          <a:prstGeom prst="rect">
            <a:avLst/>
          </a:prstGeom>
          <a:noFill/>
        </p:spPr>
        <p:txBody>
          <a:bodyPr wrap="square">
            <a:spAutoFit/>
          </a:bodyPr>
          <a:lstStyle/>
          <a:p>
            <a:pPr algn="l">
              <a:defRPr sz="869" b="1" i="0">
                <a:solidFill>
                  <a:srgbClr val="122337"/>
                </a:solidFill>
                <a:latin typeface="Aptos"/>
              </a:defRPr>
            </a:pPr>
            <a:r>
              <a:rPr sz="652"/>
              <a:t>Intuition</a:t>
            </a:r>
          </a:p>
        </p:txBody>
      </p:sp>
      <p:sp>
        <p:nvSpPr>
          <p:cNvPr id="35" name="TextBox 34"/>
          <p:cNvSpPr txBox="1"/>
          <p:nvPr/>
        </p:nvSpPr>
        <p:spPr>
          <a:xfrm>
            <a:off x="3573018" y="4050793"/>
            <a:ext cx="843534" cy="542456"/>
          </a:xfrm>
          <a:prstGeom prst="rect">
            <a:avLst/>
          </a:prstGeom>
          <a:noFill/>
        </p:spPr>
        <p:txBody>
          <a:bodyPr wrap="square">
            <a:spAutoFit/>
          </a:bodyPr>
          <a:lstStyle/>
          <a:p>
            <a:pPr algn="ctr">
              <a:defRPr sz="780" b="0" i="0">
                <a:solidFill>
                  <a:srgbClr val="122337"/>
                </a:solidFill>
                <a:latin typeface="Aptos"/>
              </a:defRPr>
            </a:pPr>
            <a:r>
              <a:rPr sz="585"/>
              <a:t>Qu’est-ce qui pourrait se produire?</a:t>
            </a:r>
            <a:br>
              <a:rPr sz="585"/>
            </a:br>
            <a:r>
              <a:rPr sz="585"/>
              <a:t>Comment vois-tu l’avenir?</a:t>
            </a:r>
          </a:p>
        </p:txBody>
      </p:sp>
      <p:sp>
        <p:nvSpPr>
          <p:cNvPr id="36" name="TextBox 35"/>
          <p:cNvSpPr txBox="1"/>
          <p:nvPr/>
        </p:nvSpPr>
        <p:spPr>
          <a:xfrm>
            <a:off x="4937760" y="1643634"/>
            <a:ext cx="3600450" cy="265457"/>
          </a:xfrm>
          <a:prstGeom prst="rect">
            <a:avLst/>
          </a:prstGeom>
          <a:noFill/>
        </p:spPr>
        <p:txBody>
          <a:bodyPr wrap="square">
            <a:spAutoFit/>
          </a:bodyPr>
          <a:lstStyle/>
          <a:p>
            <a:pPr algn="l">
              <a:defRPr sz="1500" b="1" i="0">
                <a:solidFill>
                  <a:srgbClr val="30855C"/>
                </a:solidFill>
                <a:latin typeface="Aptos"/>
              </a:defRPr>
            </a:pPr>
            <a:r>
              <a:rPr sz="1125"/>
              <a:t>3. La dynamique des fonctions</a:t>
            </a:r>
          </a:p>
        </p:txBody>
      </p:sp>
      <p:sp>
        <p:nvSpPr>
          <p:cNvPr id="38" name="Rounded Rectangle 37"/>
          <p:cNvSpPr/>
          <p:nvPr/>
        </p:nvSpPr>
        <p:spPr>
          <a:xfrm>
            <a:off x="4924044" y="2151126"/>
            <a:ext cx="3751326" cy="534924"/>
          </a:xfrm>
          <a:prstGeom prst="roundRect">
            <a:avLst/>
          </a:prstGeom>
          <a:solidFill>
            <a:srgbClr val="F8F9FA"/>
          </a:solidFill>
          <a:ln w="12700">
            <a:solidFill>
              <a:srgbClr val="CDD6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9" name="Oval 38"/>
          <p:cNvSpPr/>
          <p:nvPr/>
        </p:nvSpPr>
        <p:spPr>
          <a:xfrm>
            <a:off x="5061204" y="2240280"/>
            <a:ext cx="342900" cy="342900"/>
          </a:xfrm>
          <a:prstGeom prst="ellipse">
            <a:avLst/>
          </a:prstGeom>
          <a:solidFill>
            <a:srgbClr val="308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TextBox 39"/>
          <p:cNvSpPr txBox="1"/>
          <p:nvPr/>
        </p:nvSpPr>
        <p:spPr>
          <a:xfrm>
            <a:off x="5506973" y="2233422"/>
            <a:ext cx="960120" cy="213585"/>
          </a:xfrm>
          <a:prstGeom prst="rect">
            <a:avLst/>
          </a:prstGeom>
          <a:noFill/>
        </p:spPr>
        <p:txBody>
          <a:bodyPr wrap="square">
            <a:spAutoFit/>
          </a:bodyPr>
          <a:lstStyle/>
          <a:p>
            <a:pPr algn="l">
              <a:defRPr sz="1050" b="1" i="0">
                <a:solidFill>
                  <a:srgbClr val="30855C"/>
                </a:solidFill>
                <a:latin typeface="Aptos"/>
              </a:defRPr>
            </a:pPr>
            <a:r>
              <a:rPr sz="788"/>
              <a:t>DOMINANTE</a:t>
            </a:r>
          </a:p>
        </p:txBody>
      </p:sp>
      <p:sp>
        <p:nvSpPr>
          <p:cNvPr id="41" name="TextBox 40"/>
          <p:cNvSpPr txBox="1"/>
          <p:nvPr/>
        </p:nvSpPr>
        <p:spPr>
          <a:xfrm>
            <a:off x="5506973" y="2404872"/>
            <a:ext cx="1200150" cy="184666"/>
          </a:xfrm>
          <a:prstGeom prst="rect">
            <a:avLst/>
          </a:prstGeom>
          <a:noFill/>
        </p:spPr>
        <p:txBody>
          <a:bodyPr wrap="square">
            <a:spAutoFit/>
          </a:bodyPr>
          <a:lstStyle/>
          <a:p>
            <a:pPr algn="l">
              <a:defRPr sz="800" b="0" i="0">
                <a:solidFill>
                  <a:srgbClr val="122337"/>
                </a:solidFill>
                <a:latin typeface="Aptos"/>
              </a:defRPr>
            </a:pPr>
            <a:r>
              <a:rPr sz="600"/>
              <a:t>Mode habituel de réaction</a:t>
            </a:r>
          </a:p>
        </p:txBody>
      </p:sp>
      <p:sp>
        <p:nvSpPr>
          <p:cNvPr id="42" name="TextBox 41"/>
          <p:cNvSpPr txBox="1"/>
          <p:nvPr/>
        </p:nvSpPr>
        <p:spPr>
          <a:xfrm>
            <a:off x="6823710" y="2267712"/>
            <a:ext cx="1659636" cy="286232"/>
          </a:xfrm>
          <a:prstGeom prst="rect">
            <a:avLst/>
          </a:prstGeom>
          <a:noFill/>
        </p:spPr>
        <p:txBody>
          <a:bodyPr wrap="square">
            <a:spAutoFit/>
          </a:bodyPr>
          <a:lstStyle/>
          <a:p>
            <a:pPr algn="l">
              <a:defRPr sz="840" b="0" i="0">
                <a:solidFill>
                  <a:srgbClr val="122337"/>
                </a:solidFill>
                <a:latin typeface="Aptos"/>
              </a:defRPr>
            </a:pPr>
            <a:r>
              <a:rPr sz="630"/>
              <a:t>La fonction la plus utilisée; elle exprime notre manière naturelle de réagir.</a:t>
            </a:r>
          </a:p>
        </p:txBody>
      </p:sp>
      <p:sp>
        <p:nvSpPr>
          <p:cNvPr id="43" name="Rounded Rectangle 42"/>
          <p:cNvSpPr/>
          <p:nvPr/>
        </p:nvSpPr>
        <p:spPr>
          <a:xfrm>
            <a:off x="4924044" y="2754630"/>
            <a:ext cx="3751326" cy="534924"/>
          </a:xfrm>
          <a:prstGeom prst="roundRect">
            <a:avLst/>
          </a:prstGeom>
          <a:solidFill>
            <a:srgbClr val="F8F9FA"/>
          </a:solidFill>
          <a:ln w="12700">
            <a:solidFill>
              <a:srgbClr val="CDD6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4" name="Oval 43"/>
          <p:cNvSpPr/>
          <p:nvPr/>
        </p:nvSpPr>
        <p:spPr>
          <a:xfrm>
            <a:off x="5061204" y="2843784"/>
            <a:ext cx="342900" cy="342900"/>
          </a:xfrm>
          <a:prstGeom prst="ellipse">
            <a:avLst/>
          </a:prstGeom>
          <a:solidFill>
            <a:srgbClr val="146F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5" name="TextBox 44"/>
          <p:cNvSpPr txBox="1"/>
          <p:nvPr/>
        </p:nvSpPr>
        <p:spPr>
          <a:xfrm>
            <a:off x="5506973" y="2836926"/>
            <a:ext cx="960120" cy="213585"/>
          </a:xfrm>
          <a:prstGeom prst="rect">
            <a:avLst/>
          </a:prstGeom>
          <a:noFill/>
        </p:spPr>
        <p:txBody>
          <a:bodyPr wrap="square">
            <a:spAutoFit/>
          </a:bodyPr>
          <a:lstStyle/>
          <a:p>
            <a:pPr algn="l">
              <a:defRPr sz="1050" b="1" i="0">
                <a:solidFill>
                  <a:srgbClr val="146FB7"/>
                </a:solidFill>
                <a:latin typeface="Aptos"/>
              </a:defRPr>
            </a:pPr>
            <a:r>
              <a:rPr sz="788"/>
              <a:t>AUXILIAIRE</a:t>
            </a:r>
          </a:p>
        </p:txBody>
      </p:sp>
      <p:sp>
        <p:nvSpPr>
          <p:cNvPr id="46" name="TextBox 45"/>
          <p:cNvSpPr txBox="1"/>
          <p:nvPr/>
        </p:nvSpPr>
        <p:spPr>
          <a:xfrm>
            <a:off x="5506973" y="3008376"/>
            <a:ext cx="1200150" cy="276999"/>
          </a:xfrm>
          <a:prstGeom prst="rect">
            <a:avLst/>
          </a:prstGeom>
          <a:noFill/>
        </p:spPr>
        <p:txBody>
          <a:bodyPr wrap="square">
            <a:spAutoFit/>
          </a:bodyPr>
          <a:lstStyle/>
          <a:p>
            <a:pPr algn="l">
              <a:defRPr sz="800" b="0" i="0">
                <a:solidFill>
                  <a:srgbClr val="122337"/>
                </a:solidFill>
                <a:latin typeface="Aptos"/>
              </a:defRPr>
            </a:pPr>
            <a:r>
              <a:rPr sz="600"/>
              <a:t>Soutient la dominante et l’équilibre</a:t>
            </a:r>
          </a:p>
        </p:txBody>
      </p:sp>
      <p:sp>
        <p:nvSpPr>
          <p:cNvPr id="47" name="TextBox 46"/>
          <p:cNvSpPr txBox="1"/>
          <p:nvPr/>
        </p:nvSpPr>
        <p:spPr>
          <a:xfrm>
            <a:off x="6823710" y="2871217"/>
            <a:ext cx="1659636" cy="189283"/>
          </a:xfrm>
          <a:prstGeom prst="rect">
            <a:avLst/>
          </a:prstGeom>
          <a:noFill/>
        </p:spPr>
        <p:txBody>
          <a:bodyPr wrap="square">
            <a:spAutoFit/>
          </a:bodyPr>
          <a:lstStyle/>
          <a:p>
            <a:pPr algn="l">
              <a:defRPr sz="840" b="0" i="0">
                <a:solidFill>
                  <a:srgbClr val="122337"/>
                </a:solidFill>
                <a:latin typeface="Aptos"/>
              </a:defRPr>
            </a:pPr>
            <a:r>
              <a:rPr sz="630"/>
              <a:t>Elle renforce et équilibre la dominante.</a:t>
            </a:r>
          </a:p>
        </p:txBody>
      </p:sp>
      <p:sp>
        <p:nvSpPr>
          <p:cNvPr id="48" name="Rounded Rectangle 47"/>
          <p:cNvSpPr/>
          <p:nvPr/>
        </p:nvSpPr>
        <p:spPr>
          <a:xfrm>
            <a:off x="4924044" y="3358134"/>
            <a:ext cx="3751326" cy="534924"/>
          </a:xfrm>
          <a:prstGeom prst="roundRect">
            <a:avLst/>
          </a:prstGeom>
          <a:solidFill>
            <a:srgbClr val="F8F9FA"/>
          </a:solidFill>
          <a:ln w="12700">
            <a:solidFill>
              <a:srgbClr val="CDD6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9" name="Oval 48"/>
          <p:cNvSpPr/>
          <p:nvPr/>
        </p:nvSpPr>
        <p:spPr>
          <a:xfrm>
            <a:off x="5061204" y="3447288"/>
            <a:ext cx="342900" cy="342900"/>
          </a:xfrm>
          <a:prstGeom prst="ellipse">
            <a:avLst/>
          </a:prstGeom>
          <a:solidFill>
            <a:srgbClr val="DC97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0" name="TextBox 49"/>
          <p:cNvSpPr txBox="1"/>
          <p:nvPr/>
        </p:nvSpPr>
        <p:spPr>
          <a:xfrm>
            <a:off x="5506973" y="3440430"/>
            <a:ext cx="960120" cy="213585"/>
          </a:xfrm>
          <a:prstGeom prst="rect">
            <a:avLst/>
          </a:prstGeom>
          <a:noFill/>
        </p:spPr>
        <p:txBody>
          <a:bodyPr wrap="square">
            <a:spAutoFit/>
          </a:bodyPr>
          <a:lstStyle/>
          <a:p>
            <a:pPr algn="l">
              <a:defRPr sz="1050" b="1" i="0">
                <a:solidFill>
                  <a:srgbClr val="DC9717"/>
                </a:solidFill>
                <a:latin typeface="Aptos"/>
              </a:defRPr>
            </a:pPr>
            <a:r>
              <a:rPr sz="788"/>
              <a:t>TERTIAIRE</a:t>
            </a:r>
          </a:p>
        </p:txBody>
      </p:sp>
      <p:sp>
        <p:nvSpPr>
          <p:cNvPr id="51" name="TextBox 50"/>
          <p:cNvSpPr txBox="1"/>
          <p:nvPr/>
        </p:nvSpPr>
        <p:spPr>
          <a:xfrm>
            <a:off x="5506973" y="3611880"/>
            <a:ext cx="1200150" cy="276999"/>
          </a:xfrm>
          <a:prstGeom prst="rect">
            <a:avLst/>
          </a:prstGeom>
          <a:noFill/>
        </p:spPr>
        <p:txBody>
          <a:bodyPr wrap="square">
            <a:spAutoFit/>
          </a:bodyPr>
          <a:lstStyle/>
          <a:p>
            <a:pPr algn="l">
              <a:defRPr sz="800" b="0" i="0">
                <a:solidFill>
                  <a:srgbClr val="122337"/>
                </a:solidFill>
                <a:latin typeface="Aptos"/>
              </a:defRPr>
            </a:pPr>
            <a:r>
              <a:rPr sz="600"/>
              <a:t>Moins maîtrisée; assiste la dominante</a:t>
            </a:r>
          </a:p>
        </p:txBody>
      </p:sp>
      <p:sp>
        <p:nvSpPr>
          <p:cNvPr id="52" name="TextBox 51"/>
          <p:cNvSpPr txBox="1"/>
          <p:nvPr/>
        </p:nvSpPr>
        <p:spPr>
          <a:xfrm>
            <a:off x="6823710" y="3474721"/>
            <a:ext cx="1659636" cy="286232"/>
          </a:xfrm>
          <a:prstGeom prst="rect">
            <a:avLst/>
          </a:prstGeom>
          <a:noFill/>
        </p:spPr>
        <p:txBody>
          <a:bodyPr wrap="square">
            <a:spAutoFit/>
          </a:bodyPr>
          <a:lstStyle/>
          <a:p>
            <a:pPr algn="l">
              <a:defRPr sz="840" b="0" i="0">
                <a:solidFill>
                  <a:srgbClr val="122337"/>
                </a:solidFill>
                <a:latin typeface="Aptos"/>
              </a:defRPr>
            </a:pPr>
            <a:r>
              <a:rPr sz="630"/>
              <a:t>Moins développée et mobilisée de façon moins naturelle.</a:t>
            </a:r>
          </a:p>
        </p:txBody>
      </p:sp>
      <p:sp>
        <p:nvSpPr>
          <p:cNvPr id="53" name="Rounded Rectangle 52"/>
          <p:cNvSpPr/>
          <p:nvPr/>
        </p:nvSpPr>
        <p:spPr>
          <a:xfrm>
            <a:off x="4924044" y="3961638"/>
            <a:ext cx="3751326" cy="534924"/>
          </a:xfrm>
          <a:prstGeom prst="roundRect">
            <a:avLst/>
          </a:prstGeom>
          <a:solidFill>
            <a:srgbClr val="F8F9FA"/>
          </a:solidFill>
          <a:ln w="12700">
            <a:solidFill>
              <a:srgbClr val="CDD6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4" name="Oval 53"/>
          <p:cNvSpPr/>
          <p:nvPr/>
        </p:nvSpPr>
        <p:spPr>
          <a:xfrm>
            <a:off x="5061204" y="4050792"/>
            <a:ext cx="342900" cy="342900"/>
          </a:xfrm>
          <a:prstGeom prst="ellipse">
            <a:avLst/>
          </a:prstGeom>
          <a:solidFill>
            <a:srgbClr val="6973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5" name="TextBox 54"/>
          <p:cNvSpPr txBox="1"/>
          <p:nvPr/>
        </p:nvSpPr>
        <p:spPr>
          <a:xfrm>
            <a:off x="5506973" y="4043934"/>
            <a:ext cx="960120" cy="213585"/>
          </a:xfrm>
          <a:prstGeom prst="rect">
            <a:avLst/>
          </a:prstGeom>
          <a:noFill/>
        </p:spPr>
        <p:txBody>
          <a:bodyPr wrap="square">
            <a:spAutoFit/>
          </a:bodyPr>
          <a:lstStyle/>
          <a:p>
            <a:pPr algn="l">
              <a:defRPr sz="1050" b="1" i="0">
                <a:solidFill>
                  <a:srgbClr val="69737D"/>
                </a:solidFill>
                <a:latin typeface="Aptos"/>
              </a:defRPr>
            </a:pPr>
            <a:r>
              <a:rPr sz="788"/>
              <a:t>INFÉRIEURE</a:t>
            </a:r>
          </a:p>
        </p:txBody>
      </p:sp>
      <p:sp>
        <p:nvSpPr>
          <p:cNvPr id="56" name="TextBox 55"/>
          <p:cNvSpPr txBox="1"/>
          <p:nvPr/>
        </p:nvSpPr>
        <p:spPr>
          <a:xfrm>
            <a:off x="5506973" y="4215385"/>
            <a:ext cx="1200150" cy="276999"/>
          </a:xfrm>
          <a:prstGeom prst="rect">
            <a:avLst/>
          </a:prstGeom>
          <a:noFill/>
        </p:spPr>
        <p:txBody>
          <a:bodyPr wrap="square">
            <a:spAutoFit/>
          </a:bodyPr>
          <a:lstStyle/>
          <a:p>
            <a:pPr algn="l">
              <a:defRPr sz="800" b="0" i="0">
                <a:solidFill>
                  <a:srgbClr val="122337"/>
                </a:solidFill>
                <a:latin typeface="Aptos"/>
              </a:defRPr>
            </a:pPr>
            <a:r>
              <a:rPr sz="600"/>
              <a:t>Opposée à la dominante; la moins développée</a:t>
            </a:r>
          </a:p>
        </p:txBody>
      </p:sp>
      <p:sp>
        <p:nvSpPr>
          <p:cNvPr id="57" name="TextBox 56"/>
          <p:cNvSpPr txBox="1"/>
          <p:nvPr/>
        </p:nvSpPr>
        <p:spPr>
          <a:xfrm>
            <a:off x="6823710" y="4078225"/>
            <a:ext cx="1659636" cy="286232"/>
          </a:xfrm>
          <a:prstGeom prst="rect">
            <a:avLst/>
          </a:prstGeom>
          <a:noFill/>
        </p:spPr>
        <p:txBody>
          <a:bodyPr wrap="square">
            <a:spAutoFit/>
          </a:bodyPr>
          <a:lstStyle/>
          <a:p>
            <a:pPr algn="l">
              <a:defRPr sz="840" b="0" i="0">
                <a:solidFill>
                  <a:srgbClr val="122337"/>
                </a:solidFill>
                <a:latin typeface="Aptos"/>
              </a:defRPr>
            </a:pPr>
            <a:r>
              <a:rPr sz="630"/>
              <a:t>La plus difficile à mobiliser et souvent plus exigeante.</a:t>
            </a:r>
          </a:p>
        </p:txBody>
      </p:sp>
      <p:sp>
        <p:nvSpPr>
          <p:cNvPr id="58" name="Rounded Rectangle 57"/>
          <p:cNvSpPr/>
          <p:nvPr/>
        </p:nvSpPr>
        <p:spPr>
          <a:xfrm>
            <a:off x="240030" y="4962906"/>
            <a:ext cx="8661654" cy="288036"/>
          </a:xfrm>
          <a:prstGeom prst="roundRect">
            <a:avLst/>
          </a:prstGeom>
          <a:solidFill>
            <a:srgbClr val="F4F7FA"/>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9" name="TextBox 58"/>
          <p:cNvSpPr txBox="1"/>
          <p:nvPr/>
        </p:nvSpPr>
        <p:spPr>
          <a:xfrm>
            <a:off x="445770" y="5038344"/>
            <a:ext cx="8229600" cy="300082"/>
          </a:xfrm>
          <a:prstGeom prst="rect">
            <a:avLst/>
          </a:prstGeom>
          <a:noFill/>
        </p:spPr>
        <p:txBody>
          <a:bodyPr wrap="square">
            <a:spAutoFit/>
          </a:bodyPr>
          <a:lstStyle/>
          <a:p>
            <a:pPr algn="ctr">
              <a:defRPr sz="900" b="1" i="0">
                <a:solidFill>
                  <a:srgbClr val="0D538F"/>
                </a:solidFill>
                <a:latin typeface="Aptos"/>
              </a:defRPr>
            </a:pPr>
            <a:r>
              <a:rPr sz="675" dirty="0"/>
              <a:t>Les types </a:t>
            </a:r>
            <a:r>
              <a:rPr sz="675" dirty="0" err="1"/>
              <a:t>psychologiques</a:t>
            </a:r>
            <a:r>
              <a:rPr sz="675" dirty="0"/>
              <a:t> </a:t>
            </a:r>
            <a:r>
              <a:rPr sz="675" dirty="0" err="1"/>
              <a:t>décrivent</a:t>
            </a:r>
            <a:r>
              <a:rPr sz="675" dirty="0"/>
              <a:t> des </a:t>
            </a:r>
            <a:r>
              <a:rPr sz="675" dirty="0" err="1"/>
              <a:t>préférences</a:t>
            </a:r>
            <a:r>
              <a:rPr sz="675" dirty="0"/>
              <a:t> de </a:t>
            </a:r>
            <a:r>
              <a:rPr sz="675" dirty="0" err="1"/>
              <a:t>fonctionnement</a:t>
            </a:r>
            <a:r>
              <a:rPr sz="675" dirty="0"/>
              <a:t> : </a:t>
            </a:r>
            <a:r>
              <a:rPr sz="675" dirty="0" err="1"/>
              <a:t>certaines</a:t>
            </a:r>
            <a:r>
              <a:rPr sz="675" dirty="0"/>
              <a:t> façons </a:t>
            </a:r>
            <a:r>
              <a:rPr sz="675" dirty="0" err="1"/>
              <a:t>d’agir</a:t>
            </a:r>
            <a:r>
              <a:rPr sz="675" dirty="0"/>
              <a:t> </a:t>
            </a:r>
            <a:r>
              <a:rPr sz="675" dirty="0" err="1"/>
              <a:t>sont</a:t>
            </a:r>
            <a:r>
              <a:rPr sz="675" dirty="0"/>
              <a:t> plus </a:t>
            </a:r>
            <a:r>
              <a:rPr sz="675" dirty="0" err="1"/>
              <a:t>naturelles</a:t>
            </a:r>
            <a:r>
              <a:rPr sz="675" dirty="0"/>
              <a:t>, </a:t>
            </a:r>
            <a:r>
              <a:rPr sz="675" dirty="0" err="1"/>
              <a:t>alors</a:t>
            </a:r>
            <a:r>
              <a:rPr sz="675" dirty="0"/>
              <a:t> </a:t>
            </a:r>
            <a:r>
              <a:rPr sz="675" dirty="0" err="1"/>
              <a:t>que</a:t>
            </a:r>
            <a:r>
              <a:rPr sz="675" dirty="0"/>
              <a:t> </a:t>
            </a:r>
            <a:r>
              <a:rPr sz="675" dirty="0" err="1"/>
              <a:t>d’autres</a:t>
            </a:r>
            <a:r>
              <a:rPr sz="675" dirty="0"/>
              <a:t> </a:t>
            </a:r>
            <a:r>
              <a:rPr sz="675" dirty="0" err="1"/>
              <a:t>peuvent</a:t>
            </a:r>
            <a:r>
              <a:rPr sz="675" dirty="0"/>
              <a:t> </a:t>
            </a:r>
            <a:r>
              <a:rPr sz="675" dirty="0" err="1"/>
              <a:t>être</a:t>
            </a:r>
            <a:r>
              <a:rPr sz="675" dirty="0"/>
              <a:t> </a:t>
            </a:r>
            <a:r>
              <a:rPr sz="675" dirty="0" err="1"/>
              <a:t>mobilisées</a:t>
            </a:r>
            <a:r>
              <a:rPr sz="675" dirty="0"/>
              <a:t> pour </a:t>
            </a:r>
            <a:r>
              <a:rPr sz="675" dirty="0" err="1"/>
              <a:t>s’adapter</a:t>
            </a:r>
            <a:r>
              <a:rPr sz="675" dirty="0"/>
              <a:t>, </a:t>
            </a:r>
            <a:r>
              <a:rPr sz="675" dirty="0" err="1"/>
              <a:t>mais</a:t>
            </a:r>
            <a:r>
              <a:rPr sz="675" dirty="0"/>
              <a:t> </a:t>
            </a:r>
            <a:r>
              <a:rPr sz="675" dirty="0" err="1"/>
              <a:t>demandent</a:t>
            </a:r>
            <a:r>
              <a:rPr sz="675" dirty="0"/>
              <a:t> </a:t>
            </a:r>
            <a:r>
              <a:rPr sz="675" dirty="0" err="1"/>
              <a:t>davantage</a:t>
            </a:r>
            <a:r>
              <a:rPr sz="675" dirty="0"/>
              <a:t> </a:t>
            </a:r>
            <a:r>
              <a:rPr sz="675" dirty="0" err="1"/>
              <a:t>d’effort</a:t>
            </a:r>
            <a:r>
              <a:rPr sz="675" dirty="0"/>
              <a:t>.</a:t>
            </a:r>
          </a:p>
        </p:txBody>
      </p:sp>
      <p:sp>
        <p:nvSpPr>
          <p:cNvPr id="60" name="Titre 59">
            <a:extLst>
              <a:ext uri="{FF2B5EF4-FFF2-40B4-BE49-F238E27FC236}">
                <a16:creationId xmlns:a16="http://schemas.microsoft.com/office/drawing/2014/main" id="{B194C0F6-239D-6ABD-BA48-303D34E16745}"/>
              </a:ext>
            </a:extLst>
          </p:cNvPr>
          <p:cNvSpPr>
            <a:spLocks noGrp="1"/>
          </p:cNvSpPr>
          <p:nvPr>
            <p:ph type="title"/>
          </p:nvPr>
        </p:nvSpPr>
        <p:spPr/>
        <p:txBody>
          <a:bodyPr/>
          <a:lstStyle/>
          <a:p>
            <a:r>
              <a:rPr lang="fr-CA" dirty="0"/>
              <a:t>Les types psychologiques</a:t>
            </a:r>
            <a:br>
              <a:rPr lang="fr-CA" dirty="0"/>
            </a:br>
            <a:r>
              <a:rPr lang="sv-SE" sz="800" dirty="0"/>
              <a:t>Carl G. Jung (1921, 1976)</a:t>
            </a:r>
            <a:endParaRPr lang="fr-CA" dirty="0"/>
          </a:p>
        </p:txBody>
      </p:sp>
      <p:sp>
        <p:nvSpPr>
          <p:cNvPr id="61" name="Espace réservé du pied de page 3">
            <a:extLst>
              <a:ext uri="{FF2B5EF4-FFF2-40B4-BE49-F238E27FC236}">
                <a16:creationId xmlns:a16="http://schemas.microsoft.com/office/drawing/2014/main" id="{F1071E22-7C24-A918-D95F-5761243897BE}"/>
              </a:ext>
            </a:extLst>
          </p:cNvPr>
          <p:cNvSpPr>
            <a:spLocks noGrp="1"/>
          </p:cNvSpPr>
          <p:nvPr>
            <p:ph type="ftr" sz="quarter" idx="3"/>
          </p:nvPr>
        </p:nvSpPr>
        <p:spPr>
          <a:xfrm>
            <a:off x="3124200" y="5384996"/>
            <a:ext cx="2895600" cy="185224"/>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558" b="0" i="0" u="none" strike="noStrike" kern="1200" cap="none" spc="0" normalizeH="0" baseline="0" noProof="0" dirty="0">
                <a:ln>
                  <a:noFill/>
                </a:ln>
                <a:solidFill>
                  <a:srgbClr val="003C71"/>
                </a:solidFill>
                <a:effectLst/>
                <a:uLnTx/>
                <a:uFillTx/>
                <a:latin typeface="Visby CF"/>
                <a:ea typeface="+mn-ea"/>
                <a:cs typeface="+mn-cs"/>
              </a:rPr>
              <a:t>@2026. Marie-Christine ALBERT. Tous droits réservés.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30135-32FA-2907-CF3C-786C3AFBBB83}"/>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116DAFB6-ECEA-C88B-EAFC-B5CAF412F653}"/>
              </a:ext>
            </a:extLst>
          </p:cNvPr>
          <p:cNvSpPr>
            <a:spLocks noGrp="1"/>
          </p:cNvSpPr>
          <p:nvPr>
            <p:ph type="ftr" sz="quarter" idx="3"/>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2" name="Espace réservé du contenu 5">
            <a:extLst>
              <a:ext uri="{FF2B5EF4-FFF2-40B4-BE49-F238E27FC236}">
                <a16:creationId xmlns:a16="http://schemas.microsoft.com/office/drawing/2014/main" id="{BF69A8DF-4583-F09A-7DC7-1A15D60826EF}"/>
              </a:ext>
            </a:extLst>
          </p:cNvPr>
          <p:cNvSpPr txBox="1">
            <a:spLocks/>
          </p:cNvSpPr>
          <p:nvPr/>
        </p:nvSpPr>
        <p:spPr>
          <a:xfrm>
            <a:off x="479425" y="1820852"/>
            <a:ext cx="8185150" cy="2469111"/>
          </a:xfrm>
          <a:prstGeom prst="rect">
            <a:avLst/>
          </a:prstGeom>
          <a:solidFill>
            <a:schemeClr val="tx2"/>
          </a:solidFill>
          <a:ln w="9525" cap="flat" cmpd="sng" algn="ctr">
            <a:solidFill>
              <a:schemeClr val="accent1">
                <a:lumMod val="75000"/>
              </a:schemeClr>
            </a:solidFill>
            <a:prstDash val="solid"/>
          </a:ln>
        </p:spPr>
        <p:style>
          <a:lnRef idx="1">
            <a:schemeClr val="accent1"/>
          </a:lnRef>
          <a:fillRef idx="3">
            <a:schemeClr val="accent1"/>
          </a:fillRef>
          <a:effectRef idx="2">
            <a:schemeClr val="accent1"/>
          </a:effectRef>
          <a:fontRef idx="minor">
            <a:schemeClr val="lt1"/>
          </a:fontRef>
        </p:style>
        <p:txBody>
          <a:bodyPr vert="horz" lIns="91440" tIns="45720" rIns="91440" bIns="45720" rtlCol="0">
            <a:noAutofit/>
          </a:bodyPr>
          <a:lstStyle>
            <a:lvl1pPr marL="12899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1pPr>
            <a:lvl2pPr marL="37798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2pPr>
            <a:lvl3pPr marL="62697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3pPr>
            <a:lvl4pPr marL="87296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4pPr>
            <a:lvl5pPr marL="1121955" indent="-128995" algn="l" defTabSz="761970" rtl="0" eaLnBrk="1" latinLnBrk="0" hangingPunct="1">
              <a:spcBef>
                <a:spcPct val="20000"/>
              </a:spcBef>
              <a:buClr>
                <a:schemeClr val="accent2"/>
              </a:buClr>
              <a:buSzPct val="125000"/>
              <a:buFont typeface="Arial" pitchFamily="34" charset="0"/>
              <a:buChar char="•"/>
              <a:defRPr sz="2000" kern="1200">
                <a:solidFill>
                  <a:schemeClr val="lt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lt1"/>
                </a:solidFill>
                <a:latin typeface="+mn-lt"/>
                <a:ea typeface="+mn-ea"/>
                <a:cs typeface="+mn-cs"/>
              </a:defRPr>
            </a:lvl9pPr>
          </a:lstStyle>
          <a:p>
            <a:pPr marL="0" indent="0" algn="ctr">
              <a:buFont typeface="Arial" pitchFamily="34" charset="0"/>
              <a:buNone/>
            </a:pPr>
            <a:endParaRPr lang="fr-CA" sz="1400" b="1" dirty="0">
              <a:solidFill>
                <a:schemeClr val="bg1"/>
              </a:solidFill>
            </a:endParaRPr>
          </a:p>
          <a:p>
            <a:pPr marL="0" indent="0" algn="ctr">
              <a:buFont typeface="Arial" pitchFamily="34" charset="0"/>
              <a:buNone/>
            </a:pPr>
            <a:r>
              <a:rPr lang="fr-CA" sz="1400" b="1" dirty="0">
                <a:solidFill>
                  <a:schemeClr val="bg1"/>
                </a:solidFill>
              </a:rPr>
              <a:t>Ce que cela nous permet de comprendre</a:t>
            </a:r>
          </a:p>
          <a:p>
            <a:pPr marL="0" indent="0" algn="ctr">
              <a:buFont typeface="Arial" pitchFamily="34" charset="0"/>
              <a:buNone/>
            </a:pPr>
            <a:endParaRPr lang="fr-CA" sz="1400" b="1" dirty="0">
              <a:solidFill>
                <a:schemeClr val="bg1"/>
              </a:solidFill>
            </a:endParaRPr>
          </a:p>
          <a:p>
            <a:pPr marL="0" indent="0" algn="ctr">
              <a:buFont typeface="Arial" pitchFamily="34" charset="0"/>
              <a:buNone/>
            </a:pPr>
            <a:r>
              <a:rPr lang="fr-CA" sz="1400" i="1" dirty="0">
                <a:solidFill>
                  <a:schemeClr val="bg1"/>
                </a:solidFill>
              </a:rPr>
              <a:t>Pourquoi des personnes peuvent traiter l’information, résoudre un problème et prendre une décision de façons différentes – et comment mieux adapter notre collaboration.</a:t>
            </a:r>
          </a:p>
          <a:p>
            <a:pPr marL="0" indent="0" algn="ctr">
              <a:buFont typeface="Arial" pitchFamily="34" charset="0"/>
              <a:buNone/>
            </a:pPr>
            <a:endParaRPr lang="fr-CA" sz="1400" i="1" dirty="0">
              <a:solidFill>
                <a:schemeClr val="bg1"/>
              </a:solidFill>
              <a:latin typeface="Aptos"/>
            </a:endParaRPr>
          </a:p>
          <a:p>
            <a:pPr marL="0" indent="0" algn="ctr">
              <a:buFont typeface="Arial" pitchFamily="34" charset="0"/>
              <a:buNone/>
            </a:pPr>
            <a:r>
              <a:rPr lang="fr-CA" sz="1400" i="1" dirty="0">
                <a:solidFill>
                  <a:schemeClr val="bg1"/>
                </a:solidFill>
                <a:latin typeface="Aptos"/>
              </a:rPr>
              <a:t>Avec la dynamique des fonctions, on comprend pourquoi certaines façons de fonctionner sont plus naturelles et mieux maîtrisées. D’autres peuvent être mobilisées pour s’adapter, mais être plus exigeantes.</a:t>
            </a:r>
          </a:p>
          <a:p>
            <a:pPr marL="0" indent="0" algn="ctr">
              <a:buFont typeface="Arial" pitchFamily="34" charset="0"/>
              <a:buNone/>
            </a:pPr>
            <a:endParaRPr lang="fr-CA" sz="1400" dirty="0">
              <a:solidFill>
                <a:schemeClr val="bg1"/>
              </a:solidFill>
              <a:latin typeface="Aptos"/>
            </a:endParaRPr>
          </a:p>
          <a:p>
            <a:pPr marL="0" indent="0">
              <a:buFont typeface="Arial" pitchFamily="34" charset="0"/>
              <a:buNone/>
              <a:defRPr sz="1000" b="1">
                <a:solidFill>
                  <a:srgbClr val="096FB8"/>
                </a:solidFill>
                <a:latin typeface="Aptos"/>
              </a:defRPr>
            </a:pPr>
            <a:endParaRPr lang="fr-CA" sz="1400" b="1" i="1" dirty="0">
              <a:solidFill>
                <a:srgbClr val="000000"/>
              </a:solidFill>
              <a:latin typeface="Aptos"/>
            </a:endParaRPr>
          </a:p>
        </p:txBody>
      </p:sp>
    </p:spTree>
    <p:extLst>
      <p:ext uri="{BB962C8B-B14F-4D97-AF65-F5344CB8AC3E}">
        <p14:creationId xmlns:p14="http://schemas.microsoft.com/office/powerpoint/2010/main" val="2650352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du contenu 7">
            <a:extLst>
              <a:ext uri="{FF2B5EF4-FFF2-40B4-BE49-F238E27FC236}">
                <a16:creationId xmlns:a16="http://schemas.microsoft.com/office/drawing/2014/main" id="{CDAD2481-E0B9-2424-9EF4-02F4CE058051}"/>
              </a:ext>
            </a:extLst>
          </p:cNvPr>
          <p:cNvPicPr>
            <a:picLocks noGrp="1" noChangeAspect="1"/>
          </p:cNvPicPr>
          <p:nvPr>
            <p:ph sz="half" idx="1"/>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31628" r="1327" b="2"/>
          <a:stretch>
            <a:fillRect/>
          </a:stretch>
        </p:blipFill>
        <p:spPr>
          <a:xfrm>
            <a:off x="478454" y="1224000"/>
            <a:ext cx="4017347" cy="3999600"/>
          </a:xfrm>
          <a:noFill/>
        </p:spPr>
      </p:pic>
      <p:sp>
        <p:nvSpPr>
          <p:cNvPr id="4" name="Espace réservé du contenu 3"/>
          <p:cNvSpPr>
            <a:spLocks noGrp="1"/>
          </p:cNvSpPr>
          <p:nvPr>
            <p:ph sz="half" idx="2"/>
          </p:nvPr>
        </p:nvSpPr>
        <p:spPr>
          <a:xfrm>
            <a:off x="4648200" y="1224000"/>
            <a:ext cx="4017000" cy="3999600"/>
          </a:xfrm>
        </p:spPr>
        <p:txBody>
          <a:bodyPr>
            <a:normAutofit/>
          </a:bodyPr>
          <a:lstStyle/>
          <a:p>
            <a:pPr marL="0" indent="0">
              <a:lnSpc>
                <a:spcPct val="90000"/>
              </a:lnSpc>
              <a:buNone/>
            </a:pPr>
            <a:r>
              <a:rPr lang="fr-CA" sz="1700"/>
              <a:t>Lecture du chapitre 2 en réfléchissant aux questions suivantes:</a:t>
            </a:r>
          </a:p>
          <a:p>
            <a:pPr marL="342900" indent="-342900">
              <a:lnSpc>
                <a:spcPct val="90000"/>
              </a:lnSpc>
              <a:buFont typeface="Wingdings" panose="05000000000000000000" pitchFamily="2" charset="2"/>
              <a:buChar char="ü"/>
            </a:pPr>
            <a:endParaRPr lang="fr-CA" sz="1700"/>
          </a:p>
          <a:p>
            <a:pPr marL="591890" lvl="1" indent="-342900">
              <a:lnSpc>
                <a:spcPct val="90000"/>
              </a:lnSpc>
              <a:buFont typeface="Wingdings" panose="05000000000000000000" pitchFamily="2" charset="2"/>
              <a:buChar char="ü"/>
            </a:pPr>
            <a:r>
              <a:rPr lang="fr-CA" sz="1700"/>
              <a:t>Comment se construit notre interprétation de notre réalité?</a:t>
            </a:r>
          </a:p>
          <a:p>
            <a:pPr marL="591890" lvl="1" indent="-342900">
              <a:lnSpc>
                <a:spcPct val="90000"/>
              </a:lnSpc>
              <a:buFont typeface="Wingdings" panose="05000000000000000000" pitchFamily="2" charset="2"/>
              <a:buChar char="ü"/>
            </a:pPr>
            <a:r>
              <a:rPr lang="fr-CA" sz="1700"/>
              <a:t>Dans quelles circonstances sommes-nous particulièrement susceptibles d’avoir des biais? Que pouvons-nous faire pour les limiter?</a:t>
            </a:r>
          </a:p>
          <a:p>
            <a:pPr marL="591890" lvl="1" indent="-342900">
              <a:lnSpc>
                <a:spcPct val="90000"/>
              </a:lnSpc>
              <a:buFont typeface="Wingdings" panose="05000000000000000000" pitchFamily="2" charset="2"/>
              <a:buChar char="ü"/>
            </a:pPr>
            <a:r>
              <a:rPr lang="fr-CA" sz="1700"/>
              <a:t>Comment pouvons-nous ajuster/enrichir des croyances profondément ancrées en nous? </a:t>
            </a:r>
          </a:p>
          <a:p>
            <a:pPr marL="591890" lvl="1" indent="-342900">
              <a:lnSpc>
                <a:spcPct val="90000"/>
              </a:lnSpc>
              <a:buFont typeface="Wingdings" panose="05000000000000000000" pitchFamily="2" charset="2"/>
              <a:buChar char="ü"/>
            </a:pPr>
            <a:r>
              <a:rPr lang="fr-CA" sz="1700"/>
              <a:t>Être empathique: facile à dire, difficile à faire… pourquoi?</a:t>
            </a:r>
          </a:p>
        </p:txBody>
      </p:sp>
      <p:sp>
        <p:nvSpPr>
          <p:cNvPr id="3" name="Titre 2"/>
          <p:cNvSpPr>
            <a:spLocks noGrp="1"/>
          </p:cNvSpPr>
          <p:nvPr>
            <p:ph type="title"/>
          </p:nvPr>
        </p:nvSpPr>
        <p:spPr>
          <a:xfrm>
            <a:off x="478800" y="481013"/>
            <a:ext cx="8186400" cy="622800"/>
          </a:xfrm>
        </p:spPr>
        <p:txBody>
          <a:bodyPr anchor="ctr">
            <a:normAutofit/>
          </a:bodyPr>
          <a:lstStyle/>
          <a:p>
            <a:r>
              <a:rPr lang="fr-CA" dirty="0"/>
              <a:t>À faire pour la séance 3</a:t>
            </a:r>
          </a:p>
        </p:txBody>
      </p:sp>
      <p:sp>
        <p:nvSpPr>
          <p:cNvPr id="2" name="Espace réservé du pied de page 1"/>
          <p:cNvSpPr>
            <a:spLocks noGrp="1"/>
          </p:cNvSpPr>
          <p:nvPr>
            <p:ph type="ftr" sz="quarter" idx="10"/>
          </p:nvPr>
        </p:nvSpPr>
        <p:spPr>
          <a:xfrm>
            <a:off x="3124200" y="5384996"/>
            <a:ext cx="2895600" cy="185224"/>
          </a:xfrm>
        </p:spPr>
        <p:txBody>
          <a:bodyPr anchor="t">
            <a:normAutofit/>
          </a:bodyPr>
          <a:lstStyle/>
          <a:p>
            <a:pPr>
              <a:spcAft>
                <a:spcPts val="600"/>
              </a:spcAft>
            </a:pPr>
            <a:r>
              <a:rPr lang="fr-CA" dirty="0">
                <a:solidFill>
                  <a:srgbClr val="003C71"/>
                </a:solidFill>
              </a:rPr>
              <a:t>@2026. Marie-Christine ALBERT. Tous droits réservés.</a:t>
            </a:r>
          </a:p>
        </p:txBody>
      </p:sp>
    </p:spTree>
    <p:extLst>
      <p:ext uri="{BB962C8B-B14F-4D97-AF65-F5344CB8AC3E}">
        <p14:creationId xmlns:p14="http://schemas.microsoft.com/office/powerpoint/2010/main" val="4043745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2"/>
</p:tagLst>
</file>

<file path=ppt/theme/theme1.xml><?xml version="1.0" encoding="utf-8"?>
<a:theme xmlns:a="http://schemas.openxmlformats.org/drawingml/2006/main" name="gabaritPowerPoint_HECMontreal_enseignement">
  <a:themeElements>
    <a:clrScheme name="Personnalisé 5">
      <a:dk1>
        <a:srgbClr val="233250"/>
      </a:dk1>
      <a:lt1>
        <a:srgbClr val="FCFBF8"/>
      </a:lt1>
      <a:dk2>
        <a:srgbClr val="233250"/>
      </a:dk2>
      <a:lt2>
        <a:srgbClr val="FCFBF8"/>
      </a:lt2>
      <a:accent1>
        <a:srgbClr val="233250"/>
      </a:accent1>
      <a:accent2>
        <a:srgbClr val="91A5CE"/>
      </a:accent2>
      <a:accent3>
        <a:srgbClr val="EB5A4E"/>
      </a:accent3>
      <a:accent4>
        <a:srgbClr val="CDAD66"/>
      </a:accent4>
      <a:accent5>
        <a:srgbClr val="BED5BD"/>
      </a:accent5>
      <a:accent6>
        <a:srgbClr val="AC8582"/>
      </a:accent6>
      <a:hlink>
        <a:srgbClr val="233250"/>
      </a:hlink>
      <a:folHlink>
        <a:srgbClr val="EB5A4E"/>
      </a:folHlink>
    </a:clrScheme>
    <a:fontScheme name="Personnalisé 1">
      <a:majorFont>
        <a:latin typeface="Times New Roman"/>
        <a:ea typeface=""/>
        <a:cs typeface=""/>
      </a:majorFont>
      <a:minorFont>
        <a:latin typeface="Visby CF"/>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gabaritPowerPoint_HECMontreal_enseignement" id="{29928FB9-F3AA-45AB-8F46-6E4DF7254101}" vid="{C663BDC5-6FC0-40F6-8608-E4F4FEDA6E71}"/>
    </a:ext>
  </a:extLst>
</a:theme>
</file>

<file path=ppt/theme/theme2.xml><?xml version="1.0" encoding="utf-8"?>
<a:theme xmlns:a="http://schemas.openxmlformats.org/drawingml/2006/main" name="Thème Pôle sports">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Visby">
      <a:majorFont>
        <a:latin typeface="Visby Slab CF Demi Bold"/>
        <a:ea typeface=""/>
        <a:cs typeface=""/>
      </a:majorFont>
      <a:minorFont>
        <a:latin typeface="Visby C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dirty="0" err="1" smtClean="0">
            <a:latin typeface="Visby CF" pitchFamily="2" charset="77"/>
          </a:defRPr>
        </a:defPPr>
      </a:lstStyle>
    </a:txDef>
  </a:objectDefaults>
  <a:extraClrSchemeLst/>
  <a:extLst>
    <a:ext uri="{05A4C25C-085E-4340-85A3-A5531E510DB2}">
      <thm15:themeFamily xmlns:thm15="http://schemas.microsoft.com/office/thememl/2012/main" name="Diaporama 2026 EMM HEC Mtl.potx" id="{A48D9462-2ACB-4031-A179-3EF515E77A2A}" vid="{B8875994-3626-4181-A8E1-EB5F63DB3E40}"/>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9A9A6A541A7A45A9CB40BC1908BF18" ma:contentTypeVersion="8" ma:contentTypeDescription="Create a new document." ma:contentTypeScope="" ma:versionID="8f5e8b42a871d183a76939c57151ef8b">
  <xsd:schema xmlns:xsd="http://www.w3.org/2001/XMLSchema" xmlns:xs="http://www.w3.org/2001/XMLSchema" xmlns:p="http://schemas.microsoft.com/office/2006/metadata/properties" xmlns:ns2="bd2dc4b9-1ec7-46e4-8aeb-8e23c24d7901" xmlns:ns3="69dcc765-6b09-4905-a327-946edc2eaaa4" targetNamespace="http://schemas.microsoft.com/office/2006/metadata/properties" ma:root="true" ma:fieldsID="758ba36e4243888cc67d00c9be5b1d70" ns2:_="" ns3:_="">
    <xsd:import namespace="bd2dc4b9-1ec7-46e4-8aeb-8e23c24d7901"/>
    <xsd:import namespace="69dcc765-6b09-4905-a327-946edc2eaaa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2dc4b9-1ec7-46e4-8aeb-8e23c24d79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9dcc765-6b09-4905-a327-946edc2eaaa4"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4A9448F-BA9E-44D9-B183-5AB1DF955C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2dc4b9-1ec7-46e4-8aeb-8e23c24d7901"/>
    <ds:schemaRef ds:uri="69dcc765-6b09-4905-a327-946edc2eaa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C8C581-688C-4F0F-A726-EDC6D295F37C}">
  <ds:schemaRefs>
    <ds:schemaRef ds:uri="http://schemas.microsoft.com/sharepoint/v3/contenttype/forms"/>
  </ds:schemaRefs>
</ds:datastoreItem>
</file>

<file path=customXml/itemProps3.xml><?xml version="1.0" encoding="utf-8"?>
<ds:datastoreItem xmlns:ds="http://schemas.openxmlformats.org/officeDocument/2006/customXml" ds:itemID="{54F99867-7C3C-4C85-A412-31A8DFBF27E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69dcc765-6b09-4905-a327-946edc2eaaa4"/>
    <ds:schemaRef ds:uri="http://purl.org/dc/elements/1.1/"/>
    <ds:schemaRef ds:uri="http://schemas.microsoft.com/office/2006/metadata/properties"/>
    <ds:schemaRef ds:uri="bd2dc4b9-1ec7-46e4-8aeb-8e23c24d7901"/>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4675</TotalTime>
  <Words>3624</Words>
  <Application>Microsoft Office PowerPoint</Application>
  <PresentationFormat>Affichage à l'écran (16:10)</PresentationFormat>
  <Paragraphs>430</Paragraphs>
  <Slides>38</Slides>
  <Notes>22</Notes>
  <HiddenSlides>0</HiddenSlides>
  <MMClips>0</MMClips>
  <ScaleCrop>false</ScaleCrop>
  <HeadingPairs>
    <vt:vector size="6" baseType="variant">
      <vt:variant>
        <vt:lpstr>Polices utilisées</vt:lpstr>
      </vt:variant>
      <vt:variant>
        <vt:i4>11</vt:i4>
      </vt:variant>
      <vt:variant>
        <vt:lpstr>Thème</vt:lpstr>
      </vt:variant>
      <vt:variant>
        <vt:i4>2</vt:i4>
      </vt:variant>
      <vt:variant>
        <vt:lpstr>Titres des diapositives</vt:lpstr>
      </vt:variant>
      <vt:variant>
        <vt:i4>38</vt:i4>
      </vt:variant>
    </vt:vector>
  </HeadingPairs>
  <TitlesOfParts>
    <vt:vector size="51" baseType="lpstr">
      <vt:lpstr>Aptos</vt:lpstr>
      <vt:lpstr>Arial</vt:lpstr>
      <vt:lpstr>Articulate Light</vt:lpstr>
      <vt:lpstr>Calibri</vt:lpstr>
      <vt:lpstr>Georgia</vt:lpstr>
      <vt:lpstr>Times New Roman</vt:lpstr>
      <vt:lpstr>Verdana</vt:lpstr>
      <vt:lpstr>Visby CF</vt:lpstr>
      <vt:lpstr>Visby CF Bold</vt:lpstr>
      <vt:lpstr>Visby Slab CF Demi Bold</vt:lpstr>
      <vt:lpstr>Wingdings</vt:lpstr>
      <vt:lpstr>gabaritPowerPoint_HECMontreal_enseignement</vt:lpstr>
      <vt:lpstr>Thème Pôle sports</vt:lpstr>
      <vt:lpstr>Comportement organisationnel</vt:lpstr>
      <vt:lpstr>Objectifs d’apprentissage</vt:lpstr>
      <vt:lpstr>Présentation PowerPoint</vt:lpstr>
      <vt:lpstr>Quels sont les attitudes et comportements de Justin?</vt:lpstr>
      <vt:lpstr>L’équation du comportement Kurt Lewin</vt:lpstr>
      <vt:lpstr>Décrire la personnalité à partir de ses comportements</vt:lpstr>
      <vt:lpstr>Qu’est-ce que la personnalité?</vt:lpstr>
      <vt:lpstr>Présentation PowerPoint</vt:lpstr>
      <vt:lpstr>Deux perspectives selon Hogan</vt:lpstr>
      <vt:lpstr>Présentation PowerPoint</vt:lpstr>
      <vt:lpstr>Présentation PowerPoint</vt:lpstr>
      <vt:lpstr>Présentation PowerPoint</vt:lpstr>
      <vt:lpstr>La normalité</vt:lpstr>
      <vt:lpstr>Présentation PowerPoint</vt:lpstr>
      <vt:lpstr>Comprendre les comportements problématiques Karen Horney (1945, 1972)</vt:lpstr>
      <vt:lpstr>Expliquez les comportements problématiques de cet employé en vous basant sur les propositions de Karen Horney</vt:lpstr>
      <vt:lpstr>Présentation PowerPoint</vt:lpstr>
      <vt:lpstr>Présentation PowerPoint</vt:lpstr>
      <vt:lpstr>Présentation PowerPoint</vt:lpstr>
      <vt:lpstr>Le modèle OCEAN Costa et McCrae</vt:lpstr>
      <vt:lpstr>Présentation PowerPoint</vt:lpstr>
      <vt:lpstr>La théorie des cinq facteurs</vt:lpstr>
      <vt:lpstr>Exemples de tendances pouvant être associées à des comportements difficiles… mais pas systématiquement!</vt:lpstr>
      <vt:lpstr>Exemple de rapport – NEO PI-R</vt:lpstr>
      <vt:lpstr>Exemple de rapport utilisé en recrutement - TACT</vt:lpstr>
      <vt:lpstr>Revenons à Justin.  Voici 2 profils OCEAN  pouvant expliquer les comportements de Justin.</vt:lpstr>
      <vt:lpstr>Présentation PowerPoint</vt:lpstr>
      <vt:lpstr>Présentation PowerPoint</vt:lpstr>
      <vt:lpstr>Présentation PowerPoint</vt:lpstr>
      <vt:lpstr>Présentation PowerPoint</vt:lpstr>
      <vt:lpstr>Présentation PowerPoint</vt:lpstr>
      <vt:lpstr>HEXACO</vt:lpstr>
      <vt:lpstr>Revenons à Justin Une seule différence dans son profil HEXACO…</vt:lpstr>
      <vt:lpstr>Présentation PowerPoint</vt:lpstr>
      <vt:lpstr>Les prédispositions naturelles: un exercice</vt:lpstr>
      <vt:lpstr>Les types psychologiques Carl G. Jung (1921, 1976)</vt:lpstr>
      <vt:lpstr>Présentation PowerPoint</vt:lpstr>
      <vt:lpstr>À faire pour la séance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COCO MAC</dc:creator>
  <cp:lastModifiedBy>Marie-Christine Albert</cp:lastModifiedBy>
  <cp:revision>192</cp:revision>
  <dcterms:created xsi:type="dcterms:W3CDTF">2020-04-12T17:45:51Z</dcterms:created>
  <dcterms:modified xsi:type="dcterms:W3CDTF">2026-09-03T18:08:05Z</dcterms:modified>
</cp:coreProperties>
</file>