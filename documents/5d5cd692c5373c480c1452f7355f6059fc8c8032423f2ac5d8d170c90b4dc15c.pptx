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33"/>
    <a:srgbClr val="FFA347"/>
    <a:srgbClr val="83BD5F"/>
    <a:srgbClr val="2929FF"/>
    <a:srgbClr val="93C674"/>
    <a:srgbClr val="5353FF"/>
    <a:srgbClr val="5757FF"/>
    <a:srgbClr val="FF9B9B"/>
    <a:srgbClr val="CC0000"/>
    <a:srgbClr val="ABA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552" autoAdjust="0"/>
  </p:normalViewPr>
  <p:slideViewPr>
    <p:cSldViewPr snapToGrid="0">
      <p:cViewPr varScale="1">
        <p:scale>
          <a:sx n="67" d="100"/>
          <a:sy n="67" d="100"/>
        </p:scale>
        <p:origin x="96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264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6B8F96-EEA0-46B8-9811-62A53F56F0A7}" type="doc">
      <dgm:prSet loTypeId="urn:microsoft.com/office/officeart/2005/8/layout/lProcess3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CA"/>
        </a:p>
      </dgm:t>
    </dgm:pt>
    <dgm:pt modelId="{2D22E44A-4548-4453-A5CE-EB59C060346A}">
      <dgm:prSet phldrT="[Texte]"/>
      <dgm:spPr>
        <a:solidFill>
          <a:srgbClr val="0000FF"/>
        </a:solidFill>
      </dgm:spPr>
      <dgm:t>
        <a:bodyPr/>
        <a:lstStyle/>
        <a:p>
          <a:r>
            <a:rPr lang="fr-CA" b="1" dirty="0"/>
            <a:t>Parcours</a:t>
          </a:r>
        </a:p>
      </dgm:t>
    </dgm:pt>
    <dgm:pt modelId="{CF150F20-D04E-4EDC-8AC2-EDCFBF7566A7}" type="parTrans" cxnId="{339C4C77-62C7-4DC0-90CC-2D37D2917130}">
      <dgm:prSet/>
      <dgm:spPr/>
      <dgm:t>
        <a:bodyPr/>
        <a:lstStyle/>
        <a:p>
          <a:endParaRPr lang="fr-CA"/>
        </a:p>
      </dgm:t>
    </dgm:pt>
    <dgm:pt modelId="{3DCE0B4F-AC07-488A-B5BA-C9F24CF3041E}" type="sibTrans" cxnId="{339C4C77-62C7-4DC0-90CC-2D37D2917130}">
      <dgm:prSet/>
      <dgm:spPr/>
      <dgm:t>
        <a:bodyPr/>
        <a:lstStyle/>
        <a:p>
          <a:endParaRPr lang="fr-CA"/>
        </a:p>
      </dgm:t>
    </dgm:pt>
    <dgm:pt modelId="{4318D1FF-3100-44FA-ABF4-89C17768FC75}">
      <dgm:prSet phldrT="[Texte]" custT="1"/>
      <dgm:spPr>
        <a:solidFill>
          <a:srgbClr val="ABABFF"/>
        </a:solidFill>
      </dgm:spPr>
      <dgm:t>
        <a:bodyPr/>
        <a:lstStyle/>
        <a:p>
          <a:r>
            <a:rPr lang="fr-CA" sz="2000" b="1" dirty="0"/>
            <a:t>10-904</a:t>
          </a:r>
        </a:p>
        <a:p>
          <a:r>
            <a:rPr lang="fr-CA" sz="2000" b="1" dirty="0"/>
            <a:t>(30-949)</a:t>
          </a:r>
        </a:p>
      </dgm:t>
    </dgm:pt>
    <dgm:pt modelId="{AC5AE265-3D75-4EE4-BEA8-2FB07D7FC2FA}" type="parTrans" cxnId="{00BAAA1A-4064-4376-9A9B-C2251AD4123D}">
      <dgm:prSet/>
      <dgm:spPr/>
      <dgm:t>
        <a:bodyPr/>
        <a:lstStyle/>
        <a:p>
          <a:endParaRPr lang="fr-CA"/>
        </a:p>
      </dgm:t>
    </dgm:pt>
    <dgm:pt modelId="{B61EC8D5-55C8-49EC-A90F-D778A597BD9B}" type="sibTrans" cxnId="{00BAAA1A-4064-4376-9A9B-C2251AD4123D}">
      <dgm:prSet/>
      <dgm:spPr/>
      <dgm:t>
        <a:bodyPr/>
        <a:lstStyle/>
        <a:p>
          <a:endParaRPr lang="fr-CA"/>
        </a:p>
      </dgm:t>
    </dgm:pt>
    <dgm:pt modelId="{BB088C84-8680-4A70-B98B-F890340D75F0}">
      <dgm:prSet phldrT="[Texte]" custT="1"/>
      <dgm:spPr>
        <a:solidFill>
          <a:srgbClr val="2929FF"/>
        </a:solidFill>
      </dgm:spPr>
      <dgm:t>
        <a:bodyPr/>
        <a:lstStyle/>
        <a:p>
          <a:r>
            <a:rPr lang="fr-CA" sz="2000" b="1" dirty="0">
              <a:solidFill>
                <a:schemeClr val="bg1"/>
              </a:solidFill>
            </a:rPr>
            <a:t>20-929</a:t>
          </a:r>
        </a:p>
        <a:p>
          <a:r>
            <a:rPr lang="fr-CA" sz="2000" b="1" dirty="0">
              <a:solidFill>
                <a:schemeClr val="bg1"/>
              </a:solidFill>
            </a:rPr>
            <a:t>(30-903)</a:t>
          </a:r>
        </a:p>
      </dgm:t>
    </dgm:pt>
    <dgm:pt modelId="{5F428ABB-2B0D-4D69-9A0F-EF0B8720E0E9}" type="parTrans" cxnId="{BF1F7EA8-A8E7-4027-A8FC-E565A8B684CD}">
      <dgm:prSet/>
      <dgm:spPr/>
      <dgm:t>
        <a:bodyPr/>
        <a:lstStyle/>
        <a:p>
          <a:endParaRPr lang="fr-CA"/>
        </a:p>
      </dgm:t>
    </dgm:pt>
    <dgm:pt modelId="{E6CD7712-2F00-4E89-918B-8D16BD00B070}" type="sibTrans" cxnId="{BF1F7EA8-A8E7-4027-A8FC-E565A8B684CD}">
      <dgm:prSet/>
      <dgm:spPr/>
      <dgm:t>
        <a:bodyPr/>
        <a:lstStyle/>
        <a:p>
          <a:endParaRPr lang="fr-CA"/>
        </a:p>
      </dgm:t>
    </dgm:pt>
    <dgm:pt modelId="{DA7B2034-686C-429A-8AE1-9FBF37DE307F}">
      <dgm:prSet phldrT="[Texte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fr-CA" b="1" dirty="0"/>
            <a:t>Approche pédagogique</a:t>
          </a:r>
        </a:p>
      </dgm:t>
    </dgm:pt>
    <dgm:pt modelId="{B639EB46-E6F1-4A5B-B812-D47A8CABBB2B}" type="parTrans" cxnId="{A0544FB3-78B0-424E-A8DE-DCC004A8555F}">
      <dgm:prSet/>
      <dgm:spPr/>
      <dgm:t>
        <a:bodyPr/>
        <a:lstStyle/>
        <a:p>
          <a:endParaRPr lang="fr-CA"/>
        </a:p>
      </dgm:t>
    </dgm:pt>
    <dgm:pt modelId="{46773595-C7E5-459C-A14A-1C45E43580E6}" type="sibTrans" cxnId="{A0544FB3-78B0-424E-A8DE-DCC004A8555F}">
      <dgm:prSet/>
      <dgm:spPr/>
      <dgm:t>
        <a:bodyPr/>
        <a:lstStyle/>
        <a:p>
          <a:endParaRPr lang="fr-CA"/>
        </a:p>
      </dgm:t>
    </dgm:pt>
    <dgm:pt modelId="{4C31BB98-77C9-42F0-A998-DF6312F89774}">
      <dgm:prSet phldrT="[Texte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Exercices courts et dirigés</a:t>
          </a:r>
        </a:p>
      </dgm:t>
    </dgm:pt>
    <dgm:pt modelId="{7EC8CD18-2D52-4791-8AA9-04431D331960}" type="parTrans" cxnId="{B1C8B979-4E5A-43EB-9AA4-0FD67C6C4CB6}">
      <dgm:prSet/>
      <dgm:spPr/>
      <dgm:t>
        <a:bodyPr/>
        <a:lstStyle/>
        <a:p>
          <a:endParaRPr lang="fr-CA"/>
        </a:p>
      </dgm:t>
    </dgm:pt>
    <dgm:pt modelId="{C4C44B53-90D8-479E-BD89-6440D31C5E7C}" type="sibTrans" cxnId="{B1C8B979-4E5A-43EB-9AA4-0FD67C6C4CB6}">
      <dgm:prSet/>
      <dgm:spPr/>
      <dgm:t>
        <a:bodyPr/>
        <a:lstStyle/>
        <a:p>
          <a:endParaRPr lang="fr-CA"/>
        </a:p>
      </dgm:t>
    </dgm:pt>
    <dgm:pt modelId="{5B3E57C0-0FE2-407D-ABDC-1B080226C4DF}">
      <dgm:prSet phldrT="[Texte]"/>
      <dgm:spPr>
        <a:solidFill>
          <a:srgbClr val="83BD5F"/>
        </a:solidFill>
      </dgm:spPr>
      <dgm:t>
        <a:bodyPr/>
        <a:lstStyle/>
        <a:p>
          <a:r>
            <a:rPr lang="fr-CA" b="1" dirty="0"/>
            <a:t>Transition: exercices courts et dirigés vers cas à problématique unique (travail </a:t>
          </a:r>
          <a:r>
            <a:rPr lang="fr-CA" b="1"/>
            <a:t>à faire moins directif)</a:t>
          </a:r>
          <a:endParaRPr lang="fr-CA" b="1" dirty="0"/>
        </a:p>
      </dgm:t>
    </dgm:pt>
    <dgm:pt modelId="{58B05062-3C8E-4547-B5EB-1F3812A16430}" type="parTrans" cxnId="{C29A934B-7E83-458E-9451-7D345D18D1C4}">
      <dgm:prSet/>
      <dgm:spPr/>
      <dgm:t>
        <a:bodyPr/>
        <a:lstStyle/>
        <a:p>
          <a:endParaRPr lang="fr-CA"/>
        </a:p>
      </dgm:t>
    </dgm:pt>
    <dgm:pt modelId="{DDD7293B-166F-45C1-B04E-B8A99BEC7161}" type="sibTrans" cxnId="{C29A934B-7E83-458E-9451-7D345D18D1C4}">
      <dgm:prSet/>
      <dgm:spPr/>
      <dgm:t>
        <a:bodyPr/>
        <a:lstStyle/>
        <a:p>
          <a:endParaRPr lang="fr-CA"/>
        </a:p>
      </dgm:t>
    </dgm:pt>
    <dgm:pt modelId="{439B816C-36A8-49E1-9644-6CF5BFFECA16}">
      <dgm:prSet phldrT="[Texte]"/>
      <dgm:spPr>
        <a:solidFill>
          <a:srgbClr val="FE840A"/>
        </a:solidFill>
      </dgm:spPr>
      <dgm:t>
        <a:bodyPr/>
        <a:lstStyle/>
        <a:p>
          <a:r>
            <a:rPr lang="fr-CA" b="1" dirty="0"/>
            <a:t>Grille compétences</a:t>
          </a:r>
        </a:p>
      </dgm:t>
    </dgm:pt>
    <dgm:pt modelId="{5CEF085D-FC95-4011-91B6-CB0C7CF4472A}" type="parTrans" cxnId="{B9604198-CC11-46B9-986E-C0B91B65A229}">
      <dgm:prSet/>
      <dgm:spPr/>
      <dgm:t>
        <a:bodyPr/>
        <a:lstStyle/>
        <a:p>
          <a:endParaRPr lang="fr-CA"/>
        </a:p>
      </dgm:t>
    </dgm:pt>
    <dgm:pt modelId="{36E3629F-7597-485D-ADBE-BB449DE24CCB}" type="sibTrans" cxnId="{B9604198-CC11-46B9-986E-C0B91B65A229}">
      <dgm:prSet/>
      <dgm:spPr/>
      <dgm:t>
        <a:bodyPr/>
        <a:lstStyle/>
        <a:p>
          <a:endParaRPr lang="fr-CA"/>
        </a:p>
      </dgm:t>
    </dgm:pt>
    <dgm:pt modelId="{8C90E85E-E250-4C52-94B1-56008503135B}">
      <dgm:prSet phldrT="[Texte]"/>
      <dgm:spPr>
        <a:solidFill>
          <a:srgbClr val="FFC78F"/>
        </a:solidFill>
      </dgm:spPr>
      <dgm:t>
        <a:bodyPr/>
        <a:lstStyle/>
        <a:p>
          <a:r>
            <a:rPr lang="fr-CA" dirty="0"/>
            <a:t>Niveau C (et B pour certains sujets)</a:t>
          </a:r>
        </a:p>
      </dgm:t>
    </dgm:pt>
    <dgm:pt modelId="{579A9C05-64F8-4D87-9456-54AE213A79F7}" type="parTrans" cxnId="{3F85991F-1AE6-48FB-9D3A-83E2E9402FC9}">
      <dgm:prSet/>
      <dgm:spPr/>
      <dgm:t>
        <a:bodyPr/>
        <a:lstStyle/>
        <a:p>
          <a:endParaRPr lang="fr-CA"/>
        </a:p>
      </dgm:t>
    </dgm:pt>
    <dgm:pt modelId="{311CCBAD-68C0-48D2-96B3-FEF24867BEC8}" type="sibTrans" cxnId="{3F85991F-1AE6-48FB-9D3A-83E2E9402FC9}">
      <dgm:prSet/>
      <dgm:spPr/>
      <dgm:t>
        <a:bodyPr/>
        <a:lstStyle/>
        <a:p>
          <a:endParaRPr lang="fr-CA"/>
        </a:p>
      </dgm:t>
    </dgm:pt>
    <dgm:pt modelId="{9606A8D0-DB96-4EA8-A7A6-706BB5776A9D}">
      <dgm:prSet phldrT="[Texte]"/>
      <dgm:spPr>
        <a:solidFill>
          <a:srgbClr val="FFA347"/>
        </a:solidFill>
      </dgm:spPr>
      <dgm:t>
        <a:bodyPr/>
        <a:lstStyle/>
        <a:p>
          <a:r>
            <a:rPr lang="fr-CA" b="1" dirty="0"/>
            <a:t>Niveau B (et A pour certains sujets)</a:t>
          </a:r>
        </a:p>
      </dgm:t>
    </dgm:pt>
    <dgm:pt modelId="{B7537BF5-1FAD-43EF-82B3-D7188CF66C3E}" type="parTrans" cxnId="{929F2C9B-98BB-4157-9591-FD8A95F7370A}">
      <dgm:prSet/>
      <dgm:spPr/>
      <dgm:t>
        <a:bodyPr/>
        <a:lstStyle/>
        <a:p>
          <a:endParaRPr lang="fr-CA"/>
        </a:p>
      </dgm:t>
    </dgm:pt>
    <dgm:pt modelId="{76BB756B-DAEB-491A-9A2F-444366FDC692}" type="sibTrans" cxnId="{929F2C9B-98BB-4157-9591-FD8A95F7370A}">
      <dgm:prSet/>
      <dgm:spPr/>
      <dgm:t>
        <a:bodyPr/>
        <a:lstStyle/>
        <a:p>
          <a:endParaRPr lang="fr-CA"/>
        </a:p>
      </dgm:t>
    </dgm:pt>
    <dgm:pt modelId="{AB5C4403-226D-47D3-9D25-C769409FC007}">
      <dgm:prSet phldrT="[Texte]" custT="1"/>
      <dgm:spPr>
        <a:solidFill>
          <a:srgbClr val="ABABFF"/>
        </a:solidFill>
      </dgm:spPr>
      <dgm:t>
        <a:bodyPr/>
        <a:lstStyle/>
        <a:p>
          <a:r>
            <a:rPr lang="fr-CA" sz="2000" b="1" dirty="0"/>
            <a:t>20-930</a:t>
          </a:r>
        </a:p>
        <a:p>
          <a:r>
            <a:rPr lang="fr-CA" sz="2000" b="1" dirty="0"/>
            <a:t>(30-931)</a:t>
          </a:r>
        </a:p>
      </dgm:t>
    </dgm:pt>
    <dgm:pt modelId="{581E88C7-0212-451B-9B6F-EBC9277AACD4}" type="parTrans" cxnId="{AEB72EDA-E424-47E8-8F67-843C157349C8}">
      <dgm:prSet/>
      <dgm:spPr/>
      <dgm:t>
        <a:bodyPr/>
        <a:lstStyle/>
        <a:p>
          <a:endParaRPr lang="fr-CA"/>
        </a:p>
      </dgm:t>
    </dgm:pt>
    <dgm:pt modelId="{368A4747-3F43-442B-8DC6-D67CA7B5C66B}" type="sibTrans" cxnId="{AEB72EDA-E424-47E8-8F67-843C157349C8}">
      <dgm:prSet/>
      <dgm:spPr/>
      <dgm:t>
        <a:bodyPr/>
        <a:lstStyle/>
        <a:p>
          <a:endParaRPr lang="fr-CA"/>
        </a:p>
      </dgm:t>
    </dgm:pt>
    <dgm:pt modelId="{5457EE1F-A1FC-4E11-83C1-7CF9FB877E15}">
      <dgm:prSet phldrT="[Texte]" custT="1"/>
      <dgm:spPr>
        <a:solidFill>
          <a:srgbClr val="ABABFF"/>
        </a:solidFill>
      </dgm:spPr>
      <dgm:t>
        <a:bodyPr/>
        <a:lstStyle/>
        <a:p>
          <a:r>
            <a:rPr lang="fr-CA" sz="2000" b="1" dirty="0"/>
            <a:t>40-937</a:t>
          </a:r>
        </a:p>
      </dgm:t>
    </dgm:pt>
    <dgm:pt modelId="{717D3557-93B6-40D7-A86A-D29D732141BC}" type="parTrans" cxnId="{791B663C-96F6-4EF2-8EFF-A2CA2A6E71C0}">
      <dgm:prSet/>
      <dgm:spPr/>
      <dgm:t>
        <a:bodyPr/>
        <a:lstStyle/>
        <a:p>
          <a:endParaRPr lang="fr-CA"/>
        </a:p>
      </dgm:t>
    </dgm:pt>
    <dgm:pt modelId="{D22A8EE6-5F95-46C5-A5D1-5E74A3865AD5}" type="sibTrans" cxnId="{791B663C-96F6-4EF2-8EFF-A2CA2A6E71C0}">
      <dgm:prSet/>
      <dgm:spPr/>
      <dgm:t>
        <a:bodyPr/>
        <a:lstStyle/>
        <a:p>
          <a:endParaRPr lang="fr-CA"/>
        </a:p>
      </dgm:t>
    </dgm:pt>
    <dgm:pt modelId="{E146B4A4-8FA3-4EB8-A15A-9D314D4B8F48}">
      <dgm:prSet phldrT="[Texte]" custT="1"/>
      <dgm:spPr>
        <a:solidFill>
          <a:srgbClr val="ABABFF"/>
        </a:solidFill>
      </dgm:spPr>
      <dgm:t>
        <a:bodyPr/>
        <a:lstStyle/>
        <a:p>
          <a:r>
            <a:rPr lang="fr-CA" sz="2000" b="1" dirty="0"/>
            <a:t>40-930</a:t>
          </a:r>
        </a:p>
      </dgm:t>
    </dgm:pt>
    <dgm:pt modelId="{8ED330F0-65A9-4843-BD2F-17538EC8D88E}" type="parTrans" cxnId="{CD6E415F-3BAB-485B-A074-6553869AD9AB}">
      <dgm:prSet/>
      <dgm:spPr/>
      <dgm:t>
        <a:bodyPr/>
        <a:lstStyle/>
        <a:p>
          <a:endParaRPr lang="fr-CA"/>
        </a:p>
      </dgm:t>
    </dgm:pt>
    <dgm:pt modelId="{BE2C18FE-0A0C-4C55-933D-E4B09E1BA2B8}" type="sibTrans" cxnId="{CD6E415F-3BAB-485B-A074-6553869AD9AB}">
      <dgm:prSet/>
      <dgm:spPr/>
      <dgm:t>
        <a:bodyPr/>
        <a:lstStyle/>
        <a:p>
          <a:endParaRPr lang="fr-CA"/>
        </a:p>
      </dgm:t>
    </dgm:pt>
    <dgm:pt modelId="{931B809B-0DED-45E5-BC0F-0A7B15176240}">
      <dgm:prSet phldrT="[Texte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Cas à problématique unique</a:t>
          </a:r>
        </a:p>
      </dgm:t>
    </dgm:pt>
    <dgm:pt modelId="{164F79A5-34D1-4D5B-81D3-6AD3DADA3E79}" type="parTrans" cxnId="{550DDB84-2EDA-4EE9-8D31-F55110DD3022}">
      <dgm:prSet/>
      <dgm:spPr/>
      <dgm:t>
        <a:bodyPr/>
        <a:lstStyle/>
        <a:p>
          <a:endParaRPr lang="fr-CA"/>
        </a:p>
      </dgm:t>
    </dgm:pt>
    <dgm:pt modelId="{875A18A9-E11B-40B8-82CF-993F1322A06B}" type="sibTrans" cxnId="{550DDB84-2EDA-4EE9-8D31-F55110DD3022}">
      <dgm:prSet/>
      <dgm:spPr/>
      <dgm:t>
        <a:bodyPr/>
        <a:lstStyle/>
        <a:p>
          <a:endParaRPr lang="fr-CA"/>
        </a:p>
      </dgm:t>
    </dgm:pt>
    <dgm:pt modelId="{0BEB4DDC-5686-4534-AA91-68E2D58F6BA8}">
      <dgm:prSet phldrT="[Texte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Cas intégrateur (entre notions de comptabilité de gestion)</a:t>
          </a:r>
        </a:p>
      </dgm:t>
    </dgm:pt>
    <dgm:pt modelId="{00C2B028-ACC3-431C-83F7-8E513EBA689F}" type="parTrans" cxnId="{94FD7459-DE21-42B2-8A3C-3EE362FC4DDD}">
      <dgm:prSet/>
      <dgm:spPr/>
      <dgm:t>
        <a:bodyPr/>
        <a:lstStyle/>
        <a:p>
          <a:endParaRPr lang="fr-CA"/>
        </a:p>
      </dgm:t>
    </dgm:pt>
    <dgm:pt modelId="{D43AC8BB-8C1E-457F-948A-F608BD240CF6}" type="sibTrans" cxnId="{94FD7459-DE21-42B2-8A3C-3EE362FC4DDD}">
      <dgm:prSet/>
      <dgm:spPr/>
      <dgm:t>
        <a:bodyPr/>
        <a:lstStyle/>
        <a:p>
          <a:endParaRPr lang="fr-CA"/>
        </a:p>
      </dgm:t>
    </dgm:pt>
    <dgm:pt modelId="{DF15BF14-05BD-467B-9525-317B542B2393}">
      <dgm:prSet phldrT="[Texte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fr-CA" dirty="0"/>
            <a:t>Cas intégrateur (avec autres notions)</a:t>
          </a:r>
        </a:p>
      </dgm:t>
    </dgm:pt>
    <dgm:pt modelId="{D2C78E36-E80F-4013-98D8-0FBBE2D3DE7D}" type="parTrans" cxnId="{EEC7EFC7-0A64-41A0-B3A3-6B4E5D89AA98}">
      <dgm:prSet/>
      <dgm:spPr/>
      <dgm:t>
        <a:bodyPr/>
        <a:lstStyle/>
        <a:p>
          <a:endParaRPr lang="fr-CA"/>
        </a:p>
      </dgm:t>
    </dgm:pt>
    <dgm:pt modelId="{AA535987-7132-4FDC-92BE-E171E3DB7507}" type="sibTrans" cxnId="{EEC7EFC7-0A64-41A0-B3A3-6B4E5D89AA98}">
      <dgm:prSet/>
      <dgm:spPr/>
      <dgm:t>
        <a:bodyPr/>
        <a:lstStyle/>
        <a:p>
          <a:endParaRPr lang="fr-CA"/>
        </a:p>
      </dgm:t>
    </dgm:pt>
    <dgm:pt modelId="{40CA2BC7-C1AC-4939-AB11-51E0106197F3}">
      <dgm:prSet phldrT="[Texte]"/>
      <dgm:spPr>
        <a:solidFill>
          <a:srgbClr val="FFC78F"/>
        </a:solidFill>
      </dgm:spPr>
      <dgm:t>
        <a:bodyPr/>
        <a:lstStyle/>
        <a:p>
          <a:r>
            <a:rPr lang="fr-CA"/>
            <a:t>Niveau B (et A pour certains sujets)</a:t>
          </a:r>
          <a:endParaRPr lang="fr-CA" dirty="0"/>
        </a:p>
      </dgm:t>
    </dgm:pt>
    <dgm:pt modelId="{C352232C-53A6-4A00-821B-0400870A0959}" type="parTrans" cxnId="{4C68FDBC-57B7-4113-B519-FFA4889B7243}">
      <dgm:prSet/>
      <dgm:spPr/>
      <dgm:t>
        <a:bodyPr/>
        <a:lstStyle/>
        <a:p>
          <a:endParaRPr lang="fr-CA"/>
        </a:p>
      </dgm:t>
    </dgm:pt>
    <dgm:pt modelId="{E9248B41-A166-4BCE-8103-190F1E621D10}" type="sibTrans" cxnId="{4C68FDBC-57B7-4113-B519-FFA4889B7243}">
      <dgm:prSet/>
      <dgm:spPr/>
      <dgm:t>
        <a:bodyPr/>
        <a:lstStyle/>
        <a:p>
          <a:endParaRPr lang="fr-CA"/>
        </a:p>
      </dgm:t>
    </dgm:pt>
    <dgm:pt modelId="{EFC38066-CEB3-488E-A397-EA599B823B89}">
      <dgm:prSet phldrT="[Texte]"/>
      <dgm:spPr>
        <a:solidFill>
          <a:srgbClr val="FFC78F"/>
        </a:solidFill>
      </dgm:spPr>
      <dgm:t>
        <a:bodyPr/>
        <a:lstStyle/>
        <a:p>
          <a:r>
            <a:rPr lang="fr-CA" dirty="0"/>
            <a:t>Niveau A</a:t>
          </a:r>
        </a:p>
      </dgm:t>
    </dgm:pt>
    <dgm:pt modelId="{7B2381B9-653D-4334-B905-21DB98EE9AA2}" type="parTrans" cxnId="{897BC727-9071-4D83-A01F-6D9F33D015C9}">
      <dgm:prSet/>
      <dgm:spPr/>
      <dgm:t>
        <a:bodyPr/>
        <a:lstStyle/>
        <a:p>
          <a:endParaRPr lang="fr-CA"/>
        </a:p>
      </dgm:t>
    </dgm:pt>
    <dgm:pt modelId="{DE9D3F5D-094A-449D-B567-589F3A151B94}" type="sibTrans" cxnId="{897BC727-9071-4D83-A01F-6D9F33D015C9}">
      <dgm:prSet/>
      <dgm:spPr/>
      <dgm:t>
        <a:bodyPr/>
        <a:lstStyle/>
        <a:p>
          <a:endParaRPr lang="fr-CA"/>
        </a:p>
      </dgm:t>
    </dgm:pt>
    <dgm:pt modelId="{6CDD302B-F2D9-4E74-83FC-9835D357FFD2}">
      <dgm:prSet phldrT="[Texte]"/>
      <dgm:spPr>
        <a:solidFill>
          <a:srgbClr val="FFC78F"/>
        </a:solidFill>
      </dgm:spPr>
      <dgm:t>
        <a:bodyPr/>
        <a:lstStyle/>
        <a:p>
          <a:r>
            <a:rPr lang="fr-CA" dirty="0"/>
            <a:t>Intégration, examen CPA </a:t>
          </a:r>
          <a:r>
            <a:rPr lang="fr-CA" dirty="0" err="1"/>
            <a:t>Way</a:t>
          </a:r>
          <a:endParaRPr lang="fr-CA" dirty="0"/>
        </a:p>
      </dgm:t>
    </dgm:pt>
    <dgm:pt modelId="{C50812F6-D2BE-4799-850D-A170C28B953B}" type="parTrans" cxnId="{3E7CEABA-776A-43B4-9F72-3A3AD5B2089C}">
      <dgm:prSet/>
      <dgm:spPr/>
      <dgm:t>
        <a:bodyPr/>
        <a:lstStyle/>
        <a:p>
          <a:endParaRPr lang="fr-CA"/>
        </a:p>
      </dgm:t>
    </dgm:pt>
    <dgm:pt modelId="{94F85A66-C21A-4F50-BF98-C01D01703327}" type="sibTrans" cxnId="{3E7CEABA-776A-43B4-9F72-3A3AD5B2089C}">
      <dgm:prSet/>
      <dgm:spPr/>
      <dgm:t>
        <a:bodyPr/>
        <a:lstStyle/>
        <a:p>
          <a:endParaRPr lang="fr-CA"/>
        </a:p>
      </dgm:t>
    </dgm:pt>
    <dgm:pt modelId="{D21E28F9-7494-42A1-A552-153FE727B723}">
      <dgm:prSet phldrT="[Texte]"/>
      <dgm:spPr>
        <a:solidFill>
          <a:srgbClr val="CC0000"/>
        </a:solidFill>
      </dgm:spPr>
      <dgm:t>
        <a:bodyPr/>
        <a:lstStyle/>
        <a:p>
          <a:r>
            <a:rPr lang="fr-CA" b="1" dirty="0"/>
            <a:t>Sujets</a:t>
          </a:r>
        </a:p>
      </dgm:t>
    </dgm:pt>
    <dgm:pt modelId="{30E47290-F8BA-4D83-ADA3-2BF6BC002671}" type="parTrans" cxnId="{3260D614-C3F5-4C20-AE6D-C0E5446B8812}">
      <dgm:prSet/>
      <dgm:spPr/>
      <dgm:t>
        <a:bodyPr/>
        <a:lstStyle/>
        <a:p>
          <a:endParaRPr lang="fr-CA"/>
        </a:p>
      </dgm:t>
    </dgm:pt>
    <dgm:pt modelId="{B4FEA87B-D58D-4A00-ACCE-B17479494304}" type="sibTrans" cxnId="{3260D614-C3F5-4C20-AE6D-C0E5446B8812}">
      <dgm:prSet/>
      <dgm:spPr/>
      <dgm:t>
        <a:bodyPr/>
        <a:lstStyle/>
        <a:p>
          <a:endParaRPr lang="fr-CA"/>
        </a:p>
      </dgm:t>
    </dgm:pt>
    <dgm:pt modelId="{03BD68B6-626C-4CC3-9223-203D21B45FAE}">
      <dgm:prSet phldrT="[Texte]"/>
      <dgm:spPr>
        <a:solidFill>
          <a:srgbClr val="FF9B9B"/>
        </a:solidFill>
      </dgm:spPr>
      <dgm:t>
        <a:bodyPr/>
        <a:lstStyle/>
        <a:p>
          <a:r>
            <a:rPr lang="fr-CA" dirty="0">
              <a:solidFill>
                <a:schemeClr val="tx1"/>
              </a:solidFill>
            </a:rPr>
            <a:t>Notions de base (tronc commun)</a:t>
          </a:r>
        </a:p>
      </dgm:t>
    </dgm:pt>
    <dgm:pt modelId="{A0B87768-84AC-497E-9D40-6CA42C75822B}" type="parTrans" cxnId="{FD92BC54-8F79-4827-B5B2-810F61F8A4AA}">
      <dgm:prSet/>
      <dgm:spPr/>
      <dgm:t>
        <a:bodyPr/>
        <a:lstStyle/>
        <a:p>
          <a:endParaRPr lang="fr-CA"/>
        </a:p>
      </dgm:t>
    </dgm:pt>
    <dgm:pt modelId="{6AB60257-96E7-4972-AF0E-FF6C3EEAF46C}" type="sibTrans" cxnId="{FD92BC54-8F79-4827-B5B2-810F61F8A4AA}">
      <dgm:prSet/>
      <dgm:spPr/>
      <dgm:t>
        <a:bodyPr/>
        <a:lstStyle/>
        <a:p>
          <a:endParaRPr lang="fr-CA"/>
        </a:p>
      </dgm:t>
    </dgm:pt>
    <dgm:pt modelId="{C4D57A45-4C44-4818-9FAA-070DFB0BEF64}">
      <dgm:prSet phldrT="[Texte]"/>
      <dgm:spPr>
        <a:solidFill>
          <a:srgbClr val="FF3333"/>
        </a:solidFill>
      </dgm:spPr>
      <dgm:t>
        <a:bodyPr/>
        <a:lstStyle/>
        <a:p>
          <a:r>
            <a:rPr lang="fr-CA" b="1" dirty="0">
              <a:solidFill>
                <a:schemeClr val="tx1"/>
              </a:solidFill>
            </a:rPr>
            <a:t>Gestion des coûts (spécialisation)</a:t>
          </a:r>
        </a:p>
      </dgm:t>
    </dgm:pt>
    <dgm:pt modelId="{B94DA854-5FCA-44BF-92DE-C127467D2A5D}" type="parTrans" cxnId="{4B492956-6A39-4CA6-B17F-DFA95AD0565E}">
      <dgm:prSet/>
      <dgm:spPr/>
      <dgm:t>
        <a:bodyPr/>
        <a:lstStyle/>
        <a:p>
          <a:endParaRPr lang="fr-CA"/>
        </a:p>
      </dgm:t>
    </dgm:pt>
    <dgm:pt modelId="{D6EC825B-9F8A-4E1E-8AE2-A20785EC8FF6}" type="sibTrans" cxnId="{4B492956-6A39-4CA6-B17F-DFA95AD0565E}">
      <dgm:prSet/>
      <dgm:spPr/>
      <dgm:t>
        <a:bodyPr/>
        <a:lstStyle/>
        <a:p>
          <a:endParaRPr lang="fr-CA"/>
        </a:p>
      </dgm:t>
    </dgm:pt>
    <dgm:pt modelId="{DF8D4565-3C11-49C8-A08D-DD13B8423A9D}">
      <dgm:prSet phldrT="[Texte]"/>
      <dgm:spPr>
        <a:solidFill>
          <a:srgbClr val="FF9B9B"/>
        </a:solidFill>
      </dgm:spPr>
      <dgm:t>
        <a:bodyPr/>
        <a:lstStyle/>
        <a:p>
          <a:r>
            <a:rPr lang="fr-CA" dirty="0"/>
            <a:t>Planification, contrôle et performance (spécialisation)</a:t>
          </a:r>
        </a:p>
      </dgm:t>
    </dgm:pt>
    <dgm:pt modelId="{0350D1E3-BA05-4453-9D2C-CFE8A4BA2CF5}" type="parTrans" cxnId="{E17488DD-8265-469C-A47F-719C5095049E}">
      <dgm:prSet/>
      <dgm:spPr/>
      <dgm:t>
        <a:bodyPr/>
        <a:lstStyle/>
        <a:p>
          <a:endParaRPr lang="fr-CA"/>
        </a:p>
      </dgm:t>
    </dgm:pt>
    <dgm:pt modelId="{41C9261D-143E-43C7-8C69-FDEAF6D67E97}" type="sibTrans" cxnId="{E17488DD-8265-469C-A47F-719C5095049E}">
      <dgm:prSet/>
      <dgm:spPr/>
      <dgm:t>
        <a:bodyPr/>
        <a:lstStyle/>
        <a:p>
          <a:endParaRPr lang="fr-CA"/>
        </a:p>
      </dgm:t>
    </dgm:pt>
    <dgm:pt modelId="{3F749434-0642-4617-BADB-07A1C11430D7}">
      <dgm:prSet phldrT="[Texte]"/>
      <dgm:spPr>
        <a:solidFill>
          <a:srgbClr val="FF9B9B"/>
        </a:solidFill>
      </dgm:spPr>
      <dgm:t>
        <a:bodyPr/>
        <a:lstStyle/>
        <a:p>
          <a:r>
            <a:rPr lang="fr-CA" dirty="0"/>
            <a:t>Intégration</a:t>
          </a:r>
        </a:p>
      </dgm:t>
    </dgm:pt>
    <dgm:pt modelId="{2C2FC8F0-7ACE-4AAC-A902-964F3221EBEE}" type="parTrans" cxnId="{DF2E563C-B9A3-42F9-A3B3-5D6CE2B071A7}">
      <dgm:prSet/>
      <dgm:spPr/>
      <dgm:t>
        <a:bodyPr/>
        <a:lstStyle/>
        <a:p>
          <a:endParaRPr lang="fr-CA"/>
        </a:p>
      </dgm:t>
    </dgm:pt>
    <dgm:pt modelId="{B11022C3-9A87-45A3-9724-E93F8477BDB7}" type="sibTrans" cxnId="{DF2E563C-B9A3-42F9-A3B3-5D6CE2B071A7}">
      <dgm:prSet/>
      <dgm:spPr/>
      <dgm:t>
        <a:bodyPr/>
        <a:lstStyle/>
        <a:p>
          <a:endParaRPr lang="fr-CA"/>
        </a:p>
      </dgm:t>
    </dgm:pt>
    <dgm:pt modelId="{9AB75B18-0573-4D1E-96FD-B494313F9756}">
      <dgm:prSet phldrT="[Texte]"/>
      <dgm:spPr>
        <a:solidFill>
          <a:srgbClr val="FF9B9B"/>
        </a:solidFill>
      </dgm:spPr>
      <dgm:t>
        <a:bodyPr/>
        <a:lstStyle/>
        <a:p>
          <a:r>
            <a:rPr lang="fr-CA" dirty="0"/>
            <a:t>Contrôle et stratégie</a:t>
          </a:r>
        </a:p>
      </dgm:t>
    </dgm:pt>
    <dgm:pt modelId="{D2CA8308-5993-4DE2-8C4C-E10D7E73D585}" type="parTrans" cxnId="{BFBA85FC-FA21-4A7B-8ABB-CB1CDF59D474}">
      <dgm:prSet/>
      <dgm:spPr/>
      <dgm:t>
        <a:bodyPr/>
        <a:lstStyle/>
        <a:p>
          <a:endParaRPr lang="fr-CA"/>
        </a:p>
      </dgm:t>
    </dgm:pt>
    <dgm:pt modelId="{9CEF3C2E-4855-4C9B-8049-5FEDBCA4E3B4}" type="sibTrans" cxnId="{BFBA85FC-FA21-4A7B-8ABB-CB1CDF59D474}">
      <dgm:prSet/>
      <dgm:spPr/>
      <dgm:t>
        <a:bodyPr/>
        <a:lstStyle/>
        <a:p>
          <a:endParaRPr lang="fr-CA"/>
        </a:p>
      </dgm:t>
    </dgm:pt>
    <dgm:pt modelId="{0B1167A8-B0C8-4A00-B8F7-4481E63357CB}" type="pres">
      <dgm:prSet presAssocID="{B06B8F96-EEA0-46B8-9811-62A53F56F0A7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8C016ED5-3FAD-4A8D-BB2D-F155F50F6017}" type="pres">
      <dgm:prSet presAssocID="{2D22E44A-4548-4453-A5CE-EB59C060346A}" presName="horFlow" presStyleCnt="0"/>
      <dgm:spPr/>
    </dgm:pt>
    <dgm:pt modelId="{47C0EBB5-F64E-4CA7-ABAF-599E6702F8C8}" type="pres">
      <dgm:prSet presAssocID="{2D22E44A-4548-4453-A5CE-EB59C060346A}" presName="bigChev" presStyleLbl="node1" presStyleIdx="0" presStyleCnt="4" custScaleX="85142" custLinFactNeighborX="-4923"/>
      <dgm:spPr/>
    </dgm:pt>
    <dgm:pt modelId="{2176BE3E-D335-40D9-AEFA-D6BEE100A34A}" type="pres">
      <dgm:prSet presAssocID="{AC5AE265-3D75-4EE4-BEA8-2FB07D7FC2FA}" presName="parTrans" presStyleCnt="0"/>
      <dgm:spPr/>
    </dgm:pt>
    <dgm:pt modelId="{70D58D70-0CFF-47D1-9579-CC831FCB2C2B}" type="pres">
      <dgm:prSet presAssocID="{4318D1FF-3100-44FA-ABF4-89C17768FC75}" presName="node" presStyleLbl="alignAccFollowNode1" presStyleIdx="0" presStyleCnt="20">
        <dgm:presLayoutVars>
          <dgm:bulletEnabled val="1"/>
        </dgm:presLayoutVars>
      </dgm:prSet>
      <dgm:spPr/>
    </dgm:pt>
    <dgm:pt modelId="{7BDE72A3-E0F9-47D0-A758-1BA7FC52795B}" type="pres">
      <dgm:prSet presAssocID="{B61EC8D5-55C8-49EC-A90F-D778A597BD9B}" presName="sibTrans" presStyleCnt="0"/>
      <dgm:spPr/>
    </dgm:pt>
    <dgm:pt modelId="{4F1FE330-BA77-4B14-B24A-63ACDD30FED3}" type="pres">
      <dgm:prSet presAssocID="{BB088C84-8680-4A70-B98B-F890340D75F0}" presName="node" presStyleLbl="alignAccFollowNode1" presStyleIdx="1" presStyleCnt="20">
        <dgm:presLayoutVars>
          <dgm:bulletEnabled val="1"/>
        </dgm:presLayoutVars>
      </dgm:prSet>
      <dgm:spPr/>
    </dgm:pt>
    <dgm:pt modelId="{EA325338-D82F-4F86-9B9B-86D6EFC657EE}" type="pres">
      <dgm:prSet presAssocID="{E6CD7712-2F00-4E89-918B-8D16BD00B070}" presName="sibTrans" presStyleCnt="0"/>
      <dgm:spPr/>
    </dgm:pt>
    <dgm:pt modelId="{9E3A1D51-FE9A-475C-A41D-618A09CF45E9}" type="pres">
      <dgm:prSet presAssocID="{AB5C4403-226D-47D3-9D25-C769409FC007}" presName="node" presStyleLbl="alignAccFollowNode1" presStyleIdx="2" presStyleCnt="20">
        <dgm:presLayoutVars>
          <dgm:bulletEnabled val="1"/>
        </dgm:presLayoutVars>
      </dgm:prSet>
      <dgm:spPr/>
    </dgm:pt>
    <dgm:pt modelId="{712BE165-5B36-4F49-A9A6-38DBE18509A5}" type="pres">
      <dgm:prSet presAssocID="{368A4747-3F43-442B-8DC6-D67CA7B5C66B}" presName="sibTrans" presStyleCnt="0"/>
      <dgm:spPr/>
    </dgm:pt>
    <dgm:pt modelId="{28098ECE-718B-48B8-9E97-5A5B6A432BFE}" type="pres">
      <dgm:prSet presAssocID="{5457EE1F-A1FC-4E11-83C1-7CF9FB877E15}" presName="node" presStyleLbl="alignAccFollowNode1" presStyleIdx="3" presStyleCnt="20" custLinFactNeighborX="97462">
        <dgm:presLayoutVars>
          <dgm:bulletEnabled val="1"/>
        </dgm:presLayoutVars>
      </dgm:prSet>
      <dgm:spPr/>
    </dgm:pt>
    <dgm:pt modelId="{2CCC4FC3-13FD-495F-A1CC-EA2537425204}" type="pres">
      <dgm:prSet presAssocID="{D22A8EE6-5F95-46C5-A5D1-5E74A3865AD5}" presName="sibTrans" presStyleCnt="0"/>
      <dgm:spPr/>
    </dgm:pt>
    <dgm:pt modelId="{4824635F-492E-4BB4-AC2D-B9BF55D3710F}" type="pres">
      <dgm:prSet presAssocID="{E146B4A4-8FA3-4EB8-A15A-9D314D4B8F48}" presName="node" presStyleLbl="alignAccFollowNode1" presStyleIdx="4" presStyleCnt="20" custLinFactNeighborX="98711">
        <dgm:presLayoutVars>
          <dgm:bulletEnabled val="1"/>
        </dgm:presLayoutVars>
      </dgm:prSet>
      <dgm:spPr/>
    </dgm:pt>
    <dgm:pt modelId="{2406127A-8870-442C-AA55-63E2F3A633DB}" type="pres">
      <dgm:prSet presAssocID="{2D22E44A-4548-4453-A5CE-EB59C060346A}" presName="vSp" presStyleCnt="0"/>
      <dgm:spPr/>
    </dgm:pt>
    <dgm:pt modelId="{1C89FB4E-5986-4938-86D8-70A3D591892B}" type="pres">
      <dgm:prSet presAssocID="{DA7B2034-686C-429A-8AE1-9FBF37DE307F}" presName="horFlow" presStyleCnt="0"/>
      <dgm:spPr/>
    </dgm:pt>
    <dgm:pt modelId="{DBE4CB3F-E124-4800-B4DF-82BDACC0C90B}" type="pres">
      <dgm:prSet presAssocID="{DA7B2034-686C-429A-8AE1-9FBF37DE307F}" presName="bigChev" presStyleLbl="node1" presStyleIdx="1" presStyleCnt="4" custScaleX="85142"/>
      <dgm:spPr/>
    </dgm:pt>
    <dgm:pt modelId="{531B4699-CC1A-4862-ACB9-ECF32521D8A3}" type="pres">
      <dgm:prSet presAssocID="{7EC8CD18-2D52-4791-8AA9-04431D331960}" presName="parTrans" presStyleCnt="0"/>
      <dgm:spPr/>
    </dgm:pt>
    <dgm:pt modelId="{43D26C2D-C5C0-4AEA-BB34-57969F6495F3}" type="pres">
      <dgm:prSet presAssocID="{4C31BB98-77C9-42F0-A998-DF6312F89774}" presName="node" presStyleLbl="alignAccFollowNode1" presStyleIdx="5" presStyleCnt="20">
        <dgm:presLayoutVars>
          <dgm:bulletEnabled val="1"/>
        </dgm:presLayoutVars>
      </dgm:prSet>
      <dgm:spPr/>
    </dgm:pt>
    <dgm:pt modelId="{700AF88A-5DCF-4E1C-9C90-FBEBA9399CB7}" type="pres">
      <dgm:prSet presAssocID="{C4C44B53-90D8-479E-BD89-6440D31C5E7C}" presName="sibTrans" presStyleCnt="0"/>
      <dgm:spPr/>
    </dgm:pt>
    <dgm:pt modelId="{5AAC5DDB-D797-4CEB-BE6A-88FA012D5466}" type="pres">
      <dgm:prSet presAssocID="{5B3E57C0-0FE2-407D-ABDC-1B080226C4DF}" presName="node" presStyleLbl="alignAccFollowNode1" presStyleIdx="6" presStyleCnt="20">
        <dgm:presLayoutVars>
          <dgm:bulletEnabled val="1"/>
        </dgm:presLayoutVars>
      </dgm:prSet>
      <dgm:spPr/>
    </dgm:pt>
    <dgm:pt modelId="{B4081B54-133A-475B-9E4E-04E774C191B0}" type="pres">
      <dgm:prSet presAssocID="{DDD7293B-166F-45C1-B04E-B8A99BEC7161}" presName="sibTrans" presStyleCnt="0"/>
      <dgm:spPr/>
    </dgm:pt>
    <dgm:pt modelId="{0A0E54A9-3C4A-412B-AF45-38F57E12A972}" type="pres">
      <dgm:prSet presAssocID="{931B809B-0DED-45E5-BC0F-0A7B15176240}" presName="node" presStyleLbl="alignAccFollowNode1" presStyleIdx="7" presStyleCnt="20">
        <dgm:presLayoutVars>
          <dgm:bulletEnabled val="1"/>
        </dgm:presLayoutVars>
      </dgm:prSet>
      <dgm:spPr/>
    </dgm:pt>
    <dgm:pt modelId="{BEE161B3-F307-42A8-BAB3-D17734A01AE1}" type="pres">
      <dgm:prSet presAssocID="{875A18A9-E11B-40B8-82CF-993F1322A06B}" presName="sibTrans" presStyleCnt="0"/>
      <dgm:spPr/>
    </dgm:pt>
    <dgm:pt modelId="{D70481F0-5754-4446-B4B4-121E67E6DF69}" type="pres">
      <dgm:prSet presAssocID="{0BEB4DDC-5686-4534-AA91-68E2D58F6BA8}" presName="node" presStyleLbl="alignAccFollowNode1" presStyleIdx="8" presStyleCnt="20" custLinFactNeighborX="97835">
        <dgm:presLayoutVars>
          <dgm:bulletEnabled val="1"/>
        </dgm:presLayoutVars>
      </dgm:prSet>
      <dgm:spPr/>
    </dgm:pt>
    <dgm:pt modelId="{13FEA643-F1EE-45CE-91DF-789AACD3C97B}" type="pres">
      <dgm:prSet presAssocID="{D43AC8BB-8C1E-457F-948A-F608BD240CF6}" presName="sibTrans" presStyleCnt="0"/>
      <dgm:spPr/>
    </dgm:pt>
    <dgm:pt modelId="{618F6924-B3B7-484B-901E-E5898A9BF7DD}" type="pres">
      <dgm:prSet presAssocID="{DF15BF14-05BD-467B-9525-317B542B2393}" presName="node" presStyleLbl="alignAccFollowNode1" presStyleIdx="9" presStyleCnt="20" custLinFactX="379" custLinFactNeighborX="100000">
        <dgm:presLayoutVars>
          <dgm:bulletEnabled val="1"/>
        </dgm:presLayoutVars>
      </dgm:prSet>
      <dgm:spPr/>
    </dgm:pt>
    <dgm:pt modelId="{DC18CA62-99CB-47D6-AE50-9E6F652DFDBC}" type="pres">
      <dgm:prSet presAssocID="{DA7B2034-686C-429A-8AE1-9FBF37DE307F}" presName="vSp" presStyleCnt="0"/>
      <dgm:spPr/>
    </dgm:pt>
    <dgm:pt modelId="{0A6C9001-774B-4D25-A01B-8349A331BCAF}" type="pres">
      <dgm:prSet presAssocID="{439B816C-36A8-49E1-9644-6CF5BFFECA16}" presName="horFlow" presStyleCnt="0"/>
      <dgm:spPr/>
    </dgm:pt>
    <dgm:pt modelId="{0816E870-AEB9-4D45-929C-43BF8FFE0587}" type="pres">
      <dgm:prSet presAssocID="{439B816C-36A8-49E1-9644-6CF5BFFECA16}" presName="bigChev" presStyleLbl="node1" presStyleIdx="2" presStyleCnt="4" custScaleX="85142"/>
      <dgm:spPr/>
    </dgm:pt>
    <dgm:pt modelId="{1CB744BE-3F0B-4C80-828C-B3129B40B2B4}" type="pres">
      <dgm:prSet presAssocID="{579A9C05-64F8-4D87-9456-54AE213A79F7}" presName="parTrans" presStyleCnt="0"/>
      <dgm:spPr/>
    </dgm:pt>
    <dgm:pt modelId="{C9352A2F-1E91-458D-9B6F-78C66F8876B6}" type="pres">
      <dgm:prSet presAssocID="{8C90E85E-E250-4C52-94B1-56008503135B}" presName="node" presStyleLbl="alignAccFollowNode1" presStyleIdx="10" presStyleCnt="20">
        <dgm:presLayoutVars>
          <dgm:bulletEnabled val="1"/>
        </dgm:presLayoutVars>
      </dgm:prSet>
      <dgm:spPr/>
    </dgm:pt>
    <dgm:pt modelId="{E4C77ED9-A2AA-4D54-8F4F-6F1A6E1A74D8}" type="pres">
      <dgm:prSet presAssocID="{311CCBAD-68C0-48D2-96B3-FEF24867BEC8}" presName="sibTrans" presStyleCnt="0"/>
      <dgm:spPr/>
    </dgm:pt>
    <dgm:pt modelId="{FBE36C64-3275-44FD-8FC1-023707643946}" type="pres">
      <dgm:prSet presAssocID="{9606A8D0-DB96-4EA8-A7A6-706BB5776A9D}" presName="node" presStyleLbl="alignAccFollowNode1" presStyleIdx="11" presStyleCnt="20">
        <dgm:presLayoutVars>
          <dgm:bulletEnabled val="1"/>
        </dgm:presLayoutVars>
      </dgm:prSet>
      <dgm:spPr/>
    </dgm:pt>
    <dgm:pt modelId="{0FC40039-0DB8-45D1-A10B-B7599DAED082}" type="pres">
      <dgm:prSet presAssocID="{76BB756B-DAEB-491A-9A2F-444366FDC692}" presName="sibTrans" presStyleCnt="0"/>
      <dgm:spPr/>
    </dgm:pt>
    <dgm:pt modelId="{BD644C30-2189-4998-B57B-F355E7E5B0C5}" type="pres">
      <dgm:prSet presAssocID="{40CA2BC7-C1AC-4939-AB11-51E0106197F3}" presName="node" presStyleLbl="alignAccFollowNode1" presStyleIdx="12" presStyleCnt="20">
        <dgm:presLayoutVars>
          <dgm:bulletEnabled val="1"/>
        </dgm:presLayoutVars>
      </dgm:prSet>
      <dgm:spPr/>
    </dgm:pt>
    <dgm:pt modelId="{9E90A295-EA28-4803-8EF7-7AB8A7F4C9E4}" type="pres">
      <dgm:prSet presAssocID="{E9248B41-A166-4BCE-8103-190F1E621D10}" presName="sibTrans" presStyleCnt="0"/>
      <dgm:spPr/>
    </dgm:pt>
    <dgm:pt modelId="{42548DF0-F31B-465D-9834-F3047E93BCB6}" type="pres">
      <dgm:prSet presAssocID="{EFC38066-CEB3-488E-A397-EA599B823B89}" presName="node" presStyleLbl="alignAccFollowNode1" presStyleIdx="13" presStyleCnt="20" custLinFactNeighborX="89964">
        <dgm:presLayoutVars>
          <dgm:bulletEnabled val="1"/>
        </dgm:presLayoutVars>
      </dgm:prSet>
      <dgm:spPr/>
    </dgm:pt>
    <dgm:pt modelId="{2CBE348B-A40F-445E-BA66-33FF0ECA872C}" type="pres">
      <dgm:prSet presAssocID="{DE9D3F5D-094A-449D-B567-589F3A151B94}" presName="sibTrans" presStyleCnt="0"/>
      <dgm:spPr/>
    </dgm:pt>
    <dgm:pt modelId="{C5456C64-4C1A-4D25-A788-8CA34AD0A2C3}" type="pres">
      <dgm:prSet presAssocID="{6CDD302B-F2D9-4E74-83FC-9835D357FFD2}" presName="node" presStyleLbl="alignAccFollowNode1" presStyleIdx="14" presStyleCnt="20" custLinFactNeighborX="94962">
        <dgm:presLayoutVars>
          <dgm:bulletEnabled val="1"/>
        </dgm:presLayoutVars>
      </dgm:prSet>
      <dgm:spPr/>
    </dgm:pt>
    <dgm:pt modelId="{17155B48-C8E2-42D0-9800-1F1A11710B44}" type="pres">
      <dgm:prSet presAssocID="{439B816C-36A8-49E1-9644-6CF5BFFECA16}" presName="vSp" presStyleCnt="0"/>
      <dgm:spPr/>
    </dgm:pt>
    <dgm:pt modelId="{131C789F-ED6C-4496-BAD0-31557234716C}" type="pres">
      <dgm:prSet presAssocID="{D21E28F9-7494-42A1-A552-153FE727B723}" presName="horFlow" presStyleCnt="0"/>
      <dgm:spPr/>
    </dgm:pt>
    <dgm:pt modelId="{DFD1213A-1394-4AAF-AF35-0E22BFFFE114}" type="pres">
      <dgm:prSet presAssocID="{D21E28F9-7494-42A1-A552-153FE727B723}" presName="bigChev" presStyleLbl="node1" presStyleIdx="3" presStyleCnt="4" custScaleX="83380"/>
      <dgm:spPr/>
    </dgm:pt>
    <dgm:pt modelId="{653C8CF1-18D1-4AA2-BF2A-C713B89EF3C9}" type="pres">
      <dgm:prSet presAssocID="{A0B87768-84AC-497E-9D40-6CA42C75822B}" presName="parTrans" presStyleCnt="0"/>
      <dgm:spPr/>
    </dgm:pt>
    <dgm:pt modelId="{ED79C086-5EC3-4428-8440-E62A5C774444}" type="pres">
      <dgm:prSet presAssocID="{03BD68B6-626C-4CC3-9223-203D21B45FAE}" presName="node" presStyleLbl="alignAccFollowNode1" presStyleIdx="15" presStyleCnt="20">
        <dgm:presLayoutVars>
          <dgm:bulletEnabled val="1"/>
        </dgm:presLayoutVars>
      </dgm:prSet>
      <dgm:spPr/>
    </dgm:pt>
    <dgm:pt modelId="{DF5EE490-E968-4B49-BEC0-287ED924C292}" type="pres">
      <dgm:prSet presAssocID="{6AB60257-96E7-4972-AF0E-FF6C3EEAF46C}" presName="sibTrans" presStyleCnt="0"/>
      <dgm:spPr/>
    </dgm:pt>
    <dgm:pt modelId="{9EDF249B-3BA6-4D5E-B224-E9B51B29584C}" type="pres">
      <dgm:prSet presAssocID="{C4D57A45-4C44-4818-9FAA-070DFB0BEF64}" presName="node" presStyleLbl="alignAccFollowNode1" presStyleIdx="16" presStyleCnt="20">
        <dgm:presLayoutVars>
          <dgm:bulletEnabled val="1"/>
        </dgm:presLayoutVars>
      </dgm:prSet>
      <dgm:spPr/>
    </dgm:pt>
    <dgm:pt modelId="{546237A3-8BE4-4F70-BF86-F6CBE23E0BCA}" type="pres">
      <dgm:prSet presAssocID="{D6EC825B-9F8A-4E1E-8AE2-A20785EC8FF6}" presName="sibTrans" presStyleCnt="0"/>
      <dgm:spPr/>
    </dgm:pt>
    <dgm:pt modelId="{2774E675-7E3C-4C5E-A1BC-D41D386DFE57}" type="pres">
      <dgm:prSet presAssocID="{DF8D4565-3C11-49C8-A08D-DD13B8423A9D}" presName="node" presStyleLbl="alignAccFollowNode1" presStyleIdx="17" presStyleCnt="20">
        <dgm:presLayoutVars>
          <dgm:bulletEnabled val="1"/>
        </dgm:presLayoutVars>
      </dgm:prSet>
      <dgm:spPr/>
    </dgm:pt>
    <dgm:pt modelId="{2764F013-6D79-4407-A31F-64DA02403CDC}" type="pres">
      <dgm:prSet presAssocID="{41C9261D-143E-43C7-8C69-FDEAF6D67E97}" presName="sibTrans" presStyleCnt="0"/>
      <dgm:spPr/>
    </dgm:pt>
    <dgm:pt modelId="{B2A07372-CA73-4505-9812-56A2AD67313A}" type="pres">
      <dgm:prSet presAssocID="{9AB75B18-0573-4D1E-96FD-B494313F9756}" presName="node" presStyleLbl="alignAccFollowNode1" presStyleIdx="18" presStyleCnt="20" custLinFactNeighborX="89964">
        <dgm:presLayoutVars>
          <dgm:bulletEnabled val="1"/>
        </dgm:presLayoutVars>
      </dgm:prSet>
      <dgm:spPr/>
    </dgm:pt>
    <dgm:pt modelId="{71E68375-486A-4FEA-ABE1-A20F55A11D39}" type="pres">
      <dgm:prSet presAssocID="{9CEF3C2E-4855-4C9B-8049-5FEDBCA4E3B4}" presName="sibTrans" presStyleCnt="0"/>
      <dgm:spPr/>
    </dgm:pt>
    <dgm:pt modelId="{9F5956C9-05D8-4027-959E-CF83E4B8E9E3}" type="pres">
      <dgm:prSet presAssocID="{3F749434-0642-4617-BADB-07A1C11430D7}" presName="node" presStyleLbl="alignAccFollowNode1" presStyleIdx="19" presStyleCnt="20" custLinFactNeighborX="89964">
        <dgm:presLayoutVars>
          <dgm:bulletEnabled val="1"/>
        </dgm:presLayoutVars>
      </dgm:prSet>
      <dgm:spPr/>
    </dgm:pt>
  </dgm:ptLst>
  <dgm:cxnLst>
    <dgm:cxn modelId="{D6DC6800-D15D-412C-9544-2C8170A81D60}" type="presOf" srcId="{E146B4A4-8FA3-4EB8-A15A-9D314D4B8F48}" destId="{4824635F-492E-4BB4-AC2D-B9BF55D3710F}" srcOrd="0" destOrd="0" presId="urn:microsoft.com/office/officeart/2005/8/layout/lProcess3"/>
    <dgm:cxn modelId="{6A502206-418B-4817-94A7-BD28BF5E2C1E}" type="presOf" srcId="{3F749434-0642-4617-BADB-07A1C11430D7}" destId="{9F5956C9-05D8-4027-959E-CF83E4B8E9E3}" srcOrd="0" destOrd="0" presId="urn:microsoft.com/office/officeart/2005/8/layout/lProcess3"/>
    <dgm:cxn modelId="{1B98F010-D922-494A-95E2-A867078FAAA8}" type="presOf" srcId="{439B816C-36A8-49E1-9644-6CF5BFFECA16}" destId="{0816E870-AEB9-4D45-929C-43BF8FFE0587}" srcOrd="0" destOrd="0" presId="urn:microsoft.com/office/officeart/2005/8/layout/lProcess3"/>
    <dgm:cxn modelId="{D1D43712-0BC6-459E-A7E9-F1895DEC45C3}" type="presOf" srcId="{03BD68B6-626C-4CC3-9223-203D21B45FAE}" destId="{ED79C086-5EC3-4428-8440-E62A5C774444}" srcOrd="0" destOrd="0" presId="urn:microsoft.com/office/officeart/2005/8/layout/lProcess3"/>
    <dgm:cxn modelId="{3260D614-C3F5-4C20-AE6D-C0E5446B8812}" srcId="{B06B8F96-EEA0-46B8-9811-62A53F56F0A7}" destId="{D21E28F9-7494-42A1-A552-153FE727B723}" srcOrd="3" destOrd="0" parTransId="{30E47290-F8BA-4D83-ADA3-2BF6BC002671}" sibTransId="{B4FEA87B-D58D-4A00-ACCE-B17479494304}"/>
    <dgm:cxn modelId="{00BAAA1A-4064-4376-9A9B-C2251AD4123D}" srcId="{2D22E44A-4548-4453-A5CE-EB59C060346A}" destId="{4318D1FF-3100-44FA-ABF4-89C17768FC75}" srcOrd="0" destOrd="0" parTransId="{AC5AE265-3D75-4EE4-BEA8-2FB07D7FC2FA}" sibTransId="{B61EC8D5-55C8-49EC-A90F-D778A597BD9B}"/>
    <dgm:cxn modelId="{3F85991F-1AE6-48FB-9D3A-83E2E9402FC9}" srcId="{439B816C-36A8-49E1-9644-6CF5BFFECA16}" destId="{8C90E85E-E250-4C52-94B1-56008503135B}" srcOrd="0" destOrd="0" parTransId="{579A9C05-64F8-4D87-9456-54AE213A79F7}" sibTransId="{311CCBAD-68C0-48D2-96B3-FEF24867BEC8}"/>
    <dgm:cxn modelId="{897BC727-9071-4D83-A01F-6D9F33D015C9}" srcId="{439B816C-36A8-49E1-9644-6CF5BFFECA16}" destId="{EFC38066-CEB3-488E-A397-EA599B823B89}" srcOrd="3" destOrd="0" parTransId="{7B2381B9-653D-4334-B905-21DB98EE9AA2}" sibTransId="{DE9D3F5D-094A-449D-B567-589F3A151B94}"/>
    <dgm:cxn modelId="{2FC73428-7044-4FEF-8FC5-ECDDA9D6C453}" type="presOf" srcId="{8C90E85E-E250-4C52-94B1-56008503135B}" destId="{C9352A2F-1E91-458D-9B6F-78C66F8876B6}" srcOrd="0" destOrd="0" presId="urn:microsoft.com/office/officeart/2005/8/layout/lProcess3"/>
    <dgm:cxn modelId="{031AC937-8976-4C88-B7FD-246C0E1DA769}" type="presOf" srcId="{6CDD302B-F2D9-4E74-83FC-9835D357FFD2}" destId="{C5456C64-4C1A-4D25-A788-8CA34AD0A2C3}" srcOrd="0" destOrd="0" presId="urn:microsoft.com/office/officeart/2005/8/layout/lProcess3"/>
    <dgm:cxn modelId="{791B663C-96F6-4EF2-8EFF-A2CA2A6E71C0}" srcId="{2D22E44A-4548-4453-A5CE-EB59C060346A}" destId="{5457EE1F-A1FC-4E11-83C1-7CF9FB877E15}" srcOrd="3" destOrd="0" parTransId="{717D3557-93B6-40D7-A86A-D29D732141BC}" sibTransId="{D22A8EE6-5F95-46C5-A5D1-5E74A3865AD5}"/>
    <dgm:cxn modelId="{DF2E563C-B9A3-42F9-A3B3-5D6CE2B071A7}" srcId="{D21E28F9-7494-42A1-A552-153FE727B723}" destId="{3F749434-0642-4617-BADB-07A1C11430D7}" srcOrd="4" destOrd="0" parTransId="{2C2FC8F0-7ACE-4AAC-A902-964F3221EBEE}" sibTransId="{B11022C3-9A87-45A3-9724-E93F8477BDB7}"/>
    <dgm:cxn modelId="{CD6E415F-3BAB-485B-A074-6553869AD9AB}" srcId="{2D22E44A-4548-4453-A5CE-EB59C060346A}" destId="{E146B4A4-8FA3-4EB8-A15A-9D314D4B8F48}" srcOrd="4" destOrd="0" parTransId="{8ED330F0-65A9-4843-BD2F-17538EC8D88E}" sibTransId="{BE2C18FE-0A0C-4C55-933D-E4B09E1BA2B8}"/>
    <dgm:cxn modelId="{97ED7A44-26AA-4EE6-8C1A-4668C56EA554}" type="presOf" srcId="{931B809B-0DED-45E5-BC0F-0A7B15176240}" destId="{0A0E54A9-3C4A-412B-AF45-38F57E12A972}" srcOrd="0" destOrd="0" presId="urn:microsoft.com/office/officeart/2005/8/layout/lProcess3"/>
    <dgm:cxn modelId="{C29A934B-7E83-458E-9451-7D345D18D1C4}" srcId="{DA7B2034-686C-429A-8AE1-9FBF37DE307F}" destId="{5B3E57C0-0FE2-407D-ABDC-1B080226C4DF}" srcOrd="1" destOrd="0" parTransId="{58B05062-3C8E-4547-B5EB-1F3812A16430}" sibTransId="{DDD7293B-166F-45C1-B04E-B8A99BEC7161}"/>
    <dgm:cxn modelId="{F514946F-4436-429D-878C-CF7B0A9D9621}" type="presOf" srcId="{DA7B2034-686C-429A-8AE1-9FBF37DE307F}" destId="{DBE4CB3F-E124-4800-B4DF-82BDACC0C90B}" srcOrd="0" destOrd="0" presId="urn:microsoft.com/office/officeart/2005/8/layout/lProcess3"/>
    <dgm:cxn modelId="{AA0F0471-2926-4435-8158-2043C04F5849}" type="presOf" srcId="{D21E28F9-7494-42A1-A552-153FE727B723}" destId="{DFD1213A-1394-4AAF-AF35-0E22BFFFE114}" srcOrd="0" destOrd="0" presId="urn:microsoft.com/office/officeart/2005/8/layout/lProcess3"/>
    <dgm:cxn modelId="{FD92BC54-8F79-4827-B5B2-810F61F8A4AA}" srcId="{D21E28F9-7494-42A1-A552-153FE727B723}" destId="{03BD68B6-626C-4CC3-9223-203D21B45FAE}" srcOrd="0" destOrd="0" parTransId="{A0B87768-84AC-497E-9D40-6CA42C75822B}" sibTransId="{6AB60257-96E7-4972-AF0E-FF6C3EEAF46C}"/>
    <dgm:cxn modelId="{4B492956-6A39-4CA6-B17F-DFA95AD0565E}" srcId="{D21E28F9-7494-42A1-A552-153FE727B723}" destId="{C4D57A45-4C44-4818-9FAA-070DFB0BEF64}" srcOrd="1" destOrd="0" parTransId="{B94DA854-5FCA-44BF-92DE-C127467D2A5D}" sibTransId="{D6EC825B-9F8A-4E1E-8AE2-A20785EC8FF6}"/>
    <dgm:cxn modelId="{339C4C77-62C7-4DC0-90CC-2D37D2917130}" srcId="{B06B8F96-EEA0-46B8-9811-62A53F56F0A7}" destId="{2D22E44A-4548-4453-A5CE-EB59C060346A}" srcOrd="0" destOrd="0" parTransId="{CF150F20-D04E-4EDC-8AC2-EDCFBF7566A7}" sibTransId="{3DCE0B4F-AC07-488A-B5BA-C9F24CF3041E}"/>
    <dgm:cxn modelId="{44FD4C78-B47C-4605-BFA8-B10161EAB6C5}" type="presOf" srcId="{AB5C4403-226D-47D3-9D25-C769409FC007}" destId="{9E3A1D51-FE9A-475C-A41D-618A09CF45E9}" srcOrd="0" destOrd="0" presId="urn:microsoft.com/office/officeart/2005/8/layout/lProcess3"/>
    <dgm:cxn modelId="{94FD7459-DE21-42B2-8A3C-3EE362FC4DDD}" srcId="{DA7B2034-686C-429A-8AE1-9FBF37DE307F}" destId="{0BEB4DDC-5686-4534-AA91-68E2D58F6BA8}" srcOrd="3" destOrd="0" parTransId="{00C2B028-ACC3-431C-83F7-8E513EBA689F}" sibTransId="{D43AC8BB-8C1E-457F-948A-F608BD240CF6}"/>
    <dgm:cxn modelId="{B1C8B979-4E5A-43EB-9AA4-0FD67C6C4CB6}" srcId="{DA7B2034-686C-429A-8AE1-9FBF37DE307F}" destId="{4C31BB98-77C9-42F0-A998-DF6312F89774}" srcOrd="0" destOrd="0" parTransId="{7EC8CD18-2D52-4791-8AA9-04431D331960}" sibTransId="{C4C44B53-90D8-479E-BD89-6440D31C5E7C}"/>
    <dgm:cxn modelId="{9194FE7A-F2D5-4DD9-B2A6-B5EAE364A1F0}" type="presOf" srcId="{40CA2BC7-C1AC-4939-AB11-51E0106197F3}" destId="{BD644C30-2189-4998-B57B-F355E7E5B0C5}" srcOrd="0" destOrd="0" presId="urn:microsoft.com/office/officeart/2005/8/layout/lProcess3"/>
    <dgm:cxn modelId="{0F59F780-47A3-4D49-8D3C-8583F577A76D}" type="presOf" srcId="{B06B8F96-EEA0-46B8-9811-62A53F56F0A7}" destId="{0B1167A8-B0C8-4A00-B8F7-4481E63357CB}" srcOrd="0" destOrd="0" presId="urn:microsoft.com/office/officeart/2005/8/layout/lProcess3"/>
    <dgm:cxn modelId="{29BE3581-6C13-4B93-AAAB-E803025D18C0}" type="presOf" srcId="{9AB75B18-0573-4D1E-96FD-B494313F9756}" destId="{B2A07372-CA73-4505-9812-56A2AD67313A}" srcOrd="0" destOrd="0" presId="urn:microsoft.com/office/officeart/2005/8/layout/lProcess3"/>
    <dgm:cxn modelId="{550DDB84-2EDA-4EE9-8D31-F55110DD3022}" srcId="{DA7B2034-686C-429A-8AE1-9FBF37DE307F}" destId="{931B809B-0DED-45E5-BC0F-0A7B15176240}" srcOrd="2" destOrd="0" parTransId="{164F79A5-34D1-4D5B-81D3-6AD3DADA3E79}" sibTransId="{875A18A9-E11B-40B8-82CF-993F1322A06B}"/>
    <dgm:cxn modelId="{C12BFB89-42F7-45D5-9BB1-230A0D05B112}" type="presOf" srcId="{5B3E57C0-0FE2-407D-ABDC-1B080226C4DF}" destId="{5AAC5DDB-D797-4CEB-BE6A-88FA012D5466}" srcOrd="0" destOrd="0" presId="urn:microsoft.com/office/officeart/2005/8/layout/lProcess3"/>
    <dgm:cxn modelId="{BF46D092-0BD1-47A7-B8EE-C5354FB0C2A2}" type="presOf" srcId="{DF15BF14-05BD-467B-9525-317B542B2393}" destId="{618F6924-B3B7-484B-901E-E5898A9BF7DD}" srcOrd="0" destOrd="0" presId="urn:microsoft.com/office/officeart/2005/8/layout/lProcess3"/>
    <dgm:cxn modelId="{B9604198-CC11-46B9-986E-C0B91B65A229}" srcId="{B06B8F96-EEA0-46B8-9811-62A53F56F0A7}" destId="{439B816C-36A8-49E1-9644-6CF5BFFECA16}" srcOrd="2" destOrd="0" parTransId="{5CEF085D-FC95-4011-91B6-CB0C7CF4472A}" sibTransId="{36E3629F-7597-485D-ADBE-BB449DE24CCB}"/>
    <dgm:cxn modelId="{2CB5FD98-4F58-4CFF-9C97-32A13DE9A24D}" type="presOf" srcId="{9606A8D0-DB96-4EA8-A7A6-706BB5776A9D}" destId="{FBE36C64-3275-44FD-8FC1-023707643946}" srcOrd="0" destOrd="0" presId="urn:microsoft.com/office/officeart/2005/8/layout/lProcess3"/>
    <dgm:cxn modelId="{929F2C9B-98BB-4157-9591-FD8A95F7370A}" srcId="{439B816C-36A8-49E1-9644-6CF5BFFECA16}" destId="{9606A8D0-DB96-4EA8-A7A6-706BB5776A9D}" srcOrd="1" destOrd="0" parTransId="{B7537BF5-1FAD-43EF-82B3-D7188CF66C3E}" sibTransId="{76BB756B-DAEB-491A-9A2F-444366FDC692}"/>
    <dgm:cxn modelId="{4E0C609C-1F13-4AB9-9634-27943DD0A5CA}" type="presOf" srcId="{2D22E44A-4548-4453-A5CE-EB59C060346A}" destId="{47C0EBB5-F64E-4CA7-ABAF-599E6702F8C8}" srcOrd="0" destOrd="0" presId="urn:microsoft.com/office/officeart/2005/8/layout/lProcess3"/>
    <dgm:cxn modelId="{894EBFA7-7AAF-4F85-9085-35AAEFD764BA}" type="presOf" srcId="{EFC38066-CEB3-488E-A397-EA599B823B89}" destId="{42548DF0-F31B-465D-9834-F3047E93BCB6}" srcOrd="0" destOrd="0" presId="urn:microsoft.com/office/officeart/2005/8/layout/lProcess3"/>
    <dgm:cxn modelId="{BF1F7EA8-A8E7-4027-A8FC-E565A8B684CD}" srcId="{2D22E44A-4548-4453-A5CE-EB59C060346A}" destId="{BB088C84-8680-4A70-B98B-F890340D75F0}" srcOrd="1" destOrd="0" parTransId="{5F428ABB-2B0D-4D69-9A0F-EF0B8720E0E9}" sibTransId="{E6CD7712-2F00-4E89-918B-8D16BD00B070}"/>
    <dgm:cxn modelId="{C3A410AA-6BA7-4B96-8E75-B0C8A30C6446}" type="presOf" srcId="{5457EE1F-A1FC-4E11-83C1-7CF9FB877E15}" destId="{28098ECE-718B-48B8-9E97-5A5B6A432BFE}" srcOrd="0" destOrd="0" presId="urn:microsoft.com/office/officeart/2005/8/layout/lProcess3"/>
    <dgm:cxn modelId="{A0544FB3-78B0-424E-A8DE-DCC004A8555F}" srcId="{B06B8F96-EEA0-46B8-9811-62A53F56F0A7}" destId="{DA7B2034-686C-429A-8AE1-9FBF37DE307F}" srcOrd="1" destOrd="0" parTransId="{B639EB46-E6F1-4A5B-B812-D47A8CABBB2B}" sibTransId="{46773595-C7E5-459C-A14A-1C45E43580E6}"/>
    <dgm:cxn modelId="{8BD73AB7-F856-4693-99B0-FFBAB9F5AE2F}" type="presOf" srcId="{0BEB4DDC-5686-4534-AA91-68E2D58F6BA8}" destId="{D70481F0-5754-4446-B4B4-121E67E6DF69}" srcOrd="0" destOrd="0" presId="urn:microsoft.com/office/officeart/2005/8/layout/lProcess3"/>
    <dgm:cxn modelId="{3E7CEABA-776A-43B4-9F72-3A3AD5B2089C}" srcId="{439B816C-36A8-49E1-9644-6CF5BFFECA16}" destId="{6CDD302B-F2D9-4E74-83FC-9835D357FFD2}" srcOrd="4" destOrd="0" parTransId="{C50812F6-D2BE-4799-850D-A170C28B953B}" sibTransId="{94F85A66-C21A-4F50-BF98-C01D01703327}"/>
    <dgm:cxn modelId="{4C68FDBC-57B7-4113-B519-FFA4889B7243}" srcId="{439B816C-36A8-49E1-9644-6CF5BFFECA16}" destId="{40CA2BC7-C1AC-4939-AB11-51E0106197F3}" srcOrd="2" destOrd="0" parTransId="{C352232C-53A6-4A00-821B-0400870A0959}" sibTransId="{E9248B41-A166-4BCE-8103-190F1E621D10}"/>
    <dgm:cxn modelId="{263C0CBF-F7BF-42B4-8FDC-E1069FBEB6A1}" type="presOf" srcId="{DF8D4565-3C11-49C8-A08D-DD13B8423A9D}" destId="{2774E675-7E3C-4C5E-A1BC-D41D386DFE57}" srcOrd="0" destOrd="0" presId="urn:microsoft.com/office/officeart/2005/8/layout/lProcess3"/>
    <dgm:cxn modelId="{A19676C0-D138-41F5-95B2-676FA1AA57D9}" type="presOf" srcId="{C4D57A45-4C44-4818-9FAA-070DFB0BEF64}" destId="{9EDF249B-3BA6-4D5E-B224-E9B51B29584C}" srcOrd="0" destOrd="0" presId="urn:microsoft.com/office/officeart/2005/8/layout/lProcess3"/>
    <dgm:cxn modelId="{EEC7EFC7-0A64-41A0-B3A3-6B4E5D89AA98}" srcId="{DA7B2034-686C-429A-8AE1-9FBF37DE307F}" destId="{DF15BF14-05BD-467B-9525-317B542B2393}" srcOrd="4" destOrd="0" parTransId="{D2C78E36-E80F-4013-98D8-0FBBE2D3DE7D}" sibTransId="{AA535987-7132-4FDC-92BE-E171E3DB7507}"/>
    <dgm:cxn modelId="{AEB72EDA-E424-47E8-8F67-843C157349C8}" srcId="{2D22E44A-4548-4453-A5CE-EB59C060346A}" destId="{AB5C4403-226D-47D3-9D25-C769409FC007}" srcOrd="2" destOrd="0" parTransId="{581E88C7-0212-451B-9B6F-EBC9277AACD4}" sibTransId="{368A4747-3F43-442B-8DC6-D67CA7B5C66B}"/>
    <dgm:cxn modelId="{E17488DD-8265-469C-A47F-719C5095049E}" srcId="{D21E28F9-7494-42A1-A552-153FE727B723}" destId="{DF8D4565-3C11-49C8-A08D-DD13B8423A9D}" srcOrd="2" destOrd="0" parTransId="{0350D1E3-BA05-4453-9D2C-CFE8A4BA2CF5}" sibTransId="{41C9261D-143E-43C7-8C69-FDEAF6D67E97}"/>
    <dgm:cxn modelId="{8E2C4BE8-A7D7-47B4-BF49-F475E73D7F81}" type="presOf" srcId="{BB088C84-8680-4A70-B98B-F890340D75F0}" destId="{4F1FE330-BA77-4B14-B24A-63ACDD30FED3}" srcOrd="0" destOrd="0" presId="urn:microsoft.com/office/officeart/2005/8/layout/lProcess3"/>
    <dgm:cxn modelId="{E3B354EB-B8BB-4C31-8218-99874CF69269}" type="presOf" srcId="{4C31BB98-77C9-42F0-A998-DF6312F89774}" destId="{43D26C2D-C5C0-4AEA-BB34-57969F6495F3}" srcOrd="0" destOrd="0" presId="urn:microsoft.com/office/officeart/2005/8/layout/lProcess3"/>
    <dgm:cxn modelId="{CBA432FB-607E-4CE8-93AD-3A3B46CDD485}" type="presOf" srcId="{4318D1FF-3100-44FA-ABF4-89C17768FC75}" destId="{70D58D70-0CFF-47D1-9579-CC831FCB2C2B}" srcOrd="0" destOrd="0" presId="urn:microsoft.com/office/officeart/2005/8/layout/lProcess3"/>
    <dgm:cxn modelId="{BFBA85FC-FA21-4A7B-8ABB-CB1CDF59D474}" srcId="{D21E28F9-7494-42A1-A552-153FE727B723}" destId="{9AB75B18-0573-4D1E-96FD-B494313F9756}" srcOrd="3" destOrd="0" parTransId="{D2CA8308-5993-4DE2-8C4C-E10D7E73D585}" sibTransId="{9CEF3C2E-4855-4C9B-8049-5FEDBCA4E3B4}"/>
    <dgm:cxn modelId="{E08F7097-1804-4A2D-9035-848E8565DE22}" type="presParOf" srcId="{0B1167A8-B0C8-4A00-B8F7-4481E63357CB}" destId="{8C016ED5-3FAD-4A8D-BB2D-F155F50F6017}" srcOrd="0" destOrd="0" presId="urn:microsoft.com/office/officeart/2005/8/layout/lProcess3"/>
    <dgm:cxn modelId="{CE213D77-4B89-4692-9C06-B9CA0506BEDF}" type="presParOf" srcId="{8C016ED5-3FAD-4A8D-BB2D-F155F50F6017}" destId="{47C0EBB5-F64E-4CA7-ABAF-599E6702F8C8}" srcOrd="0" destOrd="0" presId="urn:microsoft.com/office/officeart/2005/8/layout/lProcess3"/>
    <dgm:cxn modelId="{29598D1C-8C93-492F-A09E-1B387FC3A079}" type="presParOf" srcId="{8C016ED5-3FAD-4A8D-BB2D-F155F50F6017}" destId="{2176BE3E-D335-40D9-AEFA-D6BEE100A34A}" srcOrd="1" destOrd="0" presId="urn:microsoft.com/office/officeart/2005/8/layout/lProcess3"/>
    <dgm:cxn modelId="{51AAE01C-061E-4047-80C9-134BEB3DA887}" type="presParOf" srcId="{8C016ED5-3FAD-4A8D-BB2D-F155F50F6017}" destId="{70D58D70-0CFF-47D1-9579-CC831FCB2C2B}" srcOrd="2" destOrd="0" presId="urn:microsoft.com/office/officeart/2005/8/layout/lProcess3"/>
    <dgm:cxn modelId="{36B67B1B-C120-4D59-B5EE-80C33D9D0ACC}" type="presParOf" srcId="{8C016ED5-3FAD-4A8D-BB2D-F155F50F6017}" destId="{7BDE72A3-E0F9-47D0-A758-1BA7FC52795B}" srcOrd="3" destOrd="0" presId="urn:microsoft.com/office/officeart/2005/8/layout/lProcess3"/>
    <dgm:cxn modelId="{602FE02E-AC27-4C5A-81E8-5E664CBF9098}" type="presParOf" srcId="{8C016ED5-3FAD-4A8D-BB2D-F155F50F6017}" destId="{4F1FE330-BA77-4B14-B24A-63ACDD30FED3}" srcOrd="4" destOrd="0" presId="urn:microsoft.com/office/officeart/2005/8/layout/lProcess3"/>
    <dgm:cxn modelId="{3DF8536C-8BA1-4A70-963F-A1314E6F1580}" type="presParOf" srcId="{8C016ED5-3FAD-4A8D-BB2D-F155F50F6017}" destId="{EA325338-D82F-4F86-9B9B-86D6EFC657EE}" srcOrd="5" destOrd="0" presId="urn:microsoft.com/office/officeart/2005/8/layout/lProcess3"/>
    <dgm:cxn modelId="{78E22936-A37C-489B-AD1D-B79841953394}" type="presParOf" srcId="{8C016ED5-3FAD-4A8D-BB2D-F155F50F6017}" destId="{9E3A1D51-FE9A-475C-A41D-618A09CF45E9}" srcOrd="6" destOrd="0" presId="urn:microsoft.com/office/officeart/2005/8/layout/lProcess3"/>
    <dgm:cxn modelId="{9CE6C8AF-C3F1-4E84-94EB-187A69D36FDF}" type="presParOf" srcId="{8C016ED5-3FAD-4A8D-BB2D-F155F50F6017}" destId="{712BE165-5B36-4F49-A9A6-38DBE18509A5}" srcOrd="7" destOrd="0" presId="urn:microsoft.com/office/officeart/2005/8/layout/lProcess3"/>
    <dgm:cxn modelId="{7E09E85D-06B7-4BAC-A620-C8EE562B76B3}" type="presParOf" srcId="{8C016ED5-3FAD-4A8D-BB2D-F155F50F6017}" destId="{28098ECE-718B-48B8-9E97-5A5B6A432BFE}" srcOrd="8" destOrd="0" presId="urn:microsoft.com/office/officeart/2005/8/layout/lProcess3"/>
    <dgm:cxn modelId="{42502283-790F-439C-8540-42F220399E78}" type="presParOf" srcId="{8C016ED5-3FAD-4A8D-BB2D-F155F50F6017}" destId="{2CCC4FC3-13FD-495F-A1CC-EA2537425204}" srcOrd="9" destOrd="0" presId="urn:microsoft.com/office/officeart/2005/8/layout/lProcess3"/>
    <dgm:cxn modelId="{709CAD5D-62D7-4C88-9EFB-47562D03BE39}" type="presParOf" srcId="{8C016ED5-3FAD-4A8D-BB2D-F155F50F6017}" destId="{4824635F-492E-4BB4-AC2D-B9BF55D3710F}" srcOrd="10" destOrd="0" presId="urn:microsoft.com/office/officeart/2005/8/layout/lProcess3"/>
    <dgm:cxn modelId="{3F61325A-71BC-440C-A14A-8041CB8AF97C}" type="presParOf" srcId="{0B1167A8-B0C8-4A00-B8F7-4481E63357CB}" destId="{2406127A-8870-442C-AA55-63E2F3A633DB}" srcOrd="1" destOrd="0" presId="urn:microsoft.com/office/officeart/2005/8/layout/lProcess3"/>
    <dgm:cxn modelId="{95E6C021-59B8-40E2-8009-E67C1119D356}" type="presParOf" srcId="{0B1167A8-B0C8-4A00-B8F7-4481E63357CB}" destId="{1C89FB4E-5986-4938-86D8-70A3D591892B}" srcOrd="2" destOrd="0" presId="urn:microsoft.com/office/officeart/2005/8/layout/lProcess3"/>
    <dgm:cxn modelId="{1DB773B5-D593-4BFE-98A9-DC09A144036C}" type="presParOf" srcId="{1C89FB4E-5986-4938-86D8-70A3D591892B}" destId="{DBE4CB3F-E124-4800-B4DF-82BDACC0C90B}" srcOrd="0" destOrd="0" presId="urn:microsoft.com/office/officeart/2005/8/layout/lProcess3"/>
    <dgm:cxn modelId="{7D7A7D34-6FB5-4E98-B9B0-CA6BD6AE5F21}" type="presParOf" srcId="{1C89FB4E-5986-4938-86D8-70A3D591892B}" destId="{531B4699-CC1A-4862-ACB9-ECF32521D8A3}" srcOrd="1" destOrd="0" presId="urn:microsoft.com/office/officeart/2005/8/layout/lProcess3"/>
    <dgm:cxn modelId="{5B50043C-4CC7-4E1A-AE69-F1AC1CAC5810}" type="presParOf" srcId="{1C89FB4E-5986-4938-86D8-70A3D591892B}" destId="{43D26C2D-C5C0-4AEA-BB34-57969F6495F3}" srcOrd="2" destOrd="0" presId="urn:microsoft.com/office/officeart/2005/8/layout/lProcess3"/>
    <dgm:cxn modelId="{0D4DF58E-8192-4D16-8E95-3A311B33A2CF}" type="presParOf" srcId="{1C89FB4E-5986-4938-86D8-70A3D591892B}" destId="{700AF88A-5DCF-4E1C-9C90-FBEBA9399CB7}" srcOrd="3" destOrd="0" presId="urn:microsoft.com/office/officeart/2005/8/layout/lProcess3"/>
    <dgm:cxn modelId="{2148D02C-DEEC-480D-8594-33142985F9E1}" type="presParOf" srcId="{1C89FB4E-5986-4938-86D8-70A3D591892B}" destId="{5AAC5DDB-D797-4CEB-BE6A-88FA012D5466}" srcOrd="4" destOrd="0" presId="urn:microsoft.com/office/officeart/2005/8/layout/lProcess3"/>
    <dgm:cxn modelId="{B1A13BFC-F87C-4385-8A42-1A6B1D785B67}" type="presParOf" srcId="{1C89FB4E-5986-4938-86D8-70A3D591892B}" destId="{B4081B54-133A-475B-9E4E-04E774C191B0}" srcOrd="5" destOrd="0" presId="urn:microsoft.com/office/officeart/2005/8/layout/lProcess3"/>
    <dgm:cxn modelId="{B99CA039-547A-4EE7-A754-1FBB2F0C4587}" type="presParOf" srcId="{1C89FB4E-5986-4938-86D8-70A3D591892B}" destId="{0A0E54A9-3C4A-412B-AF45-38F57E12A972}" srcOrd="6" destOrd="0" presId="urn:microsoft.com/office/officeart/2005/8/layout/lProcess3"/>
    <dgm:cxn modelId="{36132EE3-B275-4BC3-B108-FCFC9B792996}" type="presParOf" srcId="{1C89FB4E-5986-4938-86D8-70A3D591892B}" destId="{BEE161B3-F307-42A8-BAB3-D17734A01AE1}" srcOrd="7" destOrd="0" presId="urn:microsoft.com/office/officeart/2005/8/layout/lProcess3"/>
    <dgm:cxn modelId="{7EAFBD78-09E0-4FC0-AA8F-6E373CF82D28}" type="presParOf" srcId="{1C89FB4E-5986-4938-86D8-70A3D591892B}" destId="{D70481F0-5754-4446-B4B4-121E67E6DF69}" srcOrd="8" destOrd="0" presId="urn:microsoft.com/office/officeart/2005/8/layout/lProcess3"/>
    <dgm:cxn modelId="{D1D34586-589C-406D-853C-CD6FF95D09BA}" type="presParOf" srcId="{1C89FB4E-5986-4938-86D8-70A3D591892B}" destId="{13FEA643-F1EE-45CE-91DF-789AACD3C97B}" srcOrd="9" destOrd="0" presId="urn:microsoft.com/office/officeart/2005/8/layout/lProcess3"/>
    <dgm:cxn modelId="{6D881068-AFBF-40F2-AE11-8D99AAEDF276}" type="presParOf" srcId="{1C89FB4E-5986-4938-86D8-70A3D591892B}" destId="{618F6924-B3B7-484B-901E-E5898A9BF7DD}" srcOrd="10" destOrd="0" presId="urn:microsoft.com/office/officeart/2005/8/layout/lProcess3"/>
    <dgm:cxn modelId="{63C2FA5D-2E5B-4B8C-A169-7CCE34DAEA86}" type="presParOf" srcId="{0B1167A8-B0C8-4A00-B8F7-4481E63357CB}" destId="{DC18CA62-99CB-47D6-AE50-9E6F652DFDBC}" srcOrd="3" destOrd="0" presId="urn:microsoft.com/office/officeart/2005/8/layout/lProcess3"/>
    <dgm:cxn modelId="{B4440694-AB27-4CAC-81C5-97403D589138}" type="presParOf" srcId="{0B1167A8-B0C8-4A00-B8F7-4481E63357CB}" destId="{0A6C9001-774B-4D25-A01B-8349A331BCAF}" srcOrd="4" destOrd="0" presId="urn:microsoft.com/office/officeart/2005/8/layout/lProcess3"/>
    <dgm:cxn modelId="{9DA995A4-D4CC-4CDB-B0F4-04EF5A41A6C5}" type="presParOf" srcId="{0A6C9001-774B-4D25-A01B-8349A331BCAF}" destId="{0816E870-AEB9-4D45-929C-43BF8FFE0587}" srcOrd="0" destOrd="0" presId="urn:microsoft.com/office/officeart/2005/8/layout/lProcess3"/>
    <dgm:cxn modelId="{CC070ABB-6782-4EEF-A334-4EE01CD4789E}" type="presParOf" srcId="{0A6C9001-774B-4D25-A01B-8349A331BCAF}" destId="{1CB744BE-3F0B-4C80-828C-B3129B40B2B4}" srcOrd="1" destOrd="0" presId="urn:microsoft.com/office/officeart/2005/8/layout/lProcess3"/>
    <dgm:cxn modelId="{B599C8A5-E7F0-43FF-BA43-AF2F033DD492}" type="presParOf" srcId="{0A6C9001-774B-4D25-A01B-8349A331BCAF}" destId="{C9352A2F-1E91-458D-9B6F-78C66F8876B6}" srcOrd="2" destOrd="0" presId="urn:microsoft.com/office/officeart/2005/8/layout/lProcess3"/>
    <dgm:cxn modelId="{7DE9C227-7097-4C04-96C5-3A319C9ADFC1}" type="presParOf" srcId="{0A6C9001-774B-4D25-A01B-8349A331BCAF}" destId="{E4C77ED9-A2AA-4D54-8F4F-6F1A6E1A74D8}" srcOrd="3" destOrd="0" presId="urn:microsoft.com/office/officeart/2005/8/layout/lProcess3"/>
    <dgm:cxn modelId="{CFFB94E5-14DD-4F94-B78B-60A9CCF46E44}" type="presParOf" srcId="{0A6C9001-774B-4D25-A01B-8349A331BCAF}" destId="{FBE36C64-3275-44FD-8FC1-023707643946}" srcOrd="4" destOrd="0" presId="urn:microsoft.com/office/officeart/2005/8/layout/lProcess3"/>
    <dgm:cxn modelId="{96C18258-0DE8-48C4-8670-69A17D7F7B83}" type="presParOf" srcId="{0A6C9001-774B-4D25-A01B-8349A331BCAF}" destId="{0FC40039-0DB8-45D1-A10B-B7599DAED082}" srcOrd="5" destOrd="0" presId="urn:microsoft.com/office/officeart/2005/8/layout/lProcess3"/>
    <dgm:cxn modelId="{9772230D-2C92-4FB0-91A2-886CCE095727}" type="presParOf" srcId="{0A6C9001-774B-4D25-A01B-8349A331BCAF}" destId="{BD644C30-2189-4998-B57B-F355E7E5B0C5}" srcOrd="6" destOrd="0" presId="urn:microsoft.com/office/officeart/2005/8/layout/lProcess3"/>
    <dgm:cxn modelId="{FF09BA48-EE00-4312-8098-608A92E17D50}" type="presParOf" srcId="{0A6C9001-774B-4D25-A01B-8349A331BCAF}" destId="{9E90A295-EA28-4803-8EF7-7AB8A7F4C9E4}" srcOrd="7" destOrd="0" presId="urn:microsoft.com/office/officeart/2005/8/layout/lProcess3"/>
    <dgm:cxn modelId="{54356CE6-3E0B-43E7-9BD1-22BA1AEA4D1F}" type="presParOf" srcId="{0A6C9001-774B-4D25-A01B-8349A331BCAF}" destId="{42548DF0-F31B-465D-9834-F3047E93BCB6}" srcOrd="8" destOrd="0" presId="urn:microsoft.com/office/officeart/2005/8/layout/lProcess3"/>
    <dgm:cxn modelId="{C398C477-8108-47AE-87C9-0174FCFA1637}" type="presParOf" srcId="{0A6C9001-774B-4D25-A01B-8349A331BCAF}" destId="{2CBE348B-A40F-445E-BA66-33FF0ECA872C}" srcOrd="9" destOrd="0" presId="urn:microsoft.com/office/officeart/2005/8/layout/lProcess3"/>
    <dgm:cxn modelId="{D3091810-6387-4B44-915D-331C58905733}" type="presParOf" srcId="{0A6C9001-774B-4D25-A01B-8349A331BCAF}" destId="{C5456C64-4C1A-4D25-A788-8CA34AD0A2C3}" srcOrd="10" destOrd="0" presId="urn:microsoft.com/office/officeart/2005/8/layout/lProcess3"/>
    <dgm:cxn modelId="{63F78D18-28FC-4E98-B74C-FAB5D943064B}" type="presParOf" srcId="{0B1167A8-B0C8-4A00-B8F7-4481E63357CB}" destId="{17155B48-C8E2-42D0-9800-1F1A11710B44}" srcOrd="5" destOrd="0" presId="urn:microsoft.com/office/officeart/2005/8/layout/lProcess3"/>
    <dgm:cxn modelId="{A948233F-B6A6-487B-933D-057006428CB5}" type="presParOf" srcId="{0B1167A8-B0C8-4A00-B8F7-4481E63357CB}" destId="{131C789F-ED6C-4496-BAD0-31557234716C}" srcOrd="6" destOrd="0" presId="urn:microsoft.com/office/officeart/2005/8/layout/lProcess3"/>
    <dgm:cxn modelId="{AC57F246-E0F9-4405-A456-4A2F6A0115EF}" type="presParOf" srcId="{131C789F-ED6C-4496-BAD0-31557234716C}" destId="{DFD1213A-1394-4AAF-AF35-0E22BFFFE114}" srcOrd="0" destOrd="0" presId="urn:microsoft.com/office/officeart/2005/8/layout/lProcess3"/>
    <dgm:cxn modelId="{DE932491-4808-43C4-94B8-E5006B02D091}" type="presParOf" srcId="{131C789F-ED6C-4496-BAD0-31557234716C}" destId="{653C8CF1-18D1-4AA2-BF2A-C713B89EF3C9}" srcOrd="1" destOrd="0" presId="urn:microsoft.com/office/officeart/2005/8/layout/lProcess3"/>
    <dgm:cxn modelId="{F67F3E2B-52A4-42DA-8FA5-ECCDBABB7010}" type="presParOf" srcId="{131C789F-ED6C-4496-BAD0-31557234716C}" destId="{ED79C086-5EC3-4428-8440-E62A5C774444}" srcOrd="2" destOrd="0" presId="urn:microsoft.com/office/officeart/2005/8/layout/lProcess3"/>
    <dgm:cxn modelId="{BC6E3BF1-0304-4D1D-9A1A-4A8D3985DFF4}" type="presParOf" srcId="{131C789F-ED6C-4496-BAD0-31557234716C}" destId="{DF5EE490-E968-4B49-BEC0-287ED924C292}" srcOrd="3" destOrd="0" presId="urn:microsoft.com/office/officeart/2005/8/layout/lProcess3"/>
    <dgm:cxn modelId="{1947FD15-2C1B-4B67-BB06-C09045255860}" type="presParOf" srcId="{131C789F-ED6C-4496-BAD0-31557234716C}" destId="{9EDF249B-3BA6-4D5E-B224-E9B51B29584C}" srcOrd="4" destOrd="0" presId="urn:microsoft.com/office/officeart/2005/8/layout/lProcess3"/>
    <dgm:cxn modelId="{58A222DA-A067-4B3F-91EF-5903AD94BA05}" type="presParOf" srcId="{131C789F-ED6C-4496-BAD0-31557234716C}" destId="{546237A3-8BE4-4F70-BF86-F6CBE23E0BCA}" srcOrd="5" destOrd="0" presId="urn:microsoft.com/office/officeart/2005/8/layout/lProcess3"/>
    <dgm:cxn modelId="{78B854F5-7CDF-4C88-8522-FF1F7D285A9B}" type="presParOf" srcId="{131C789F-ED6C-4496-BAD0-31557234716C}" destId="{2774E675-7E3C-4C5E-A1BC-D41D386DFE57}" srcOrd="6" destOrd="0" presId="urn:microsoft.com/office/officeart/2005/8/layout/lProcess3"/>
    <dgm:cxn modelId="{BAD7E3C5-7DB4-4A35-9CEF-FF5B17302837}" type="presParOf" srcId="{131C789F-ED6C-4496-BAD0-31557234716C}" destId="{2764F013-6D79-4407-A31F-64DA02403CDC}" srcOrd="7" destOrd="0" presId="urn:microsoft.com/office/officeart/2005/8/layout/lProcess3"/>
    <dgm:cxn modelId="{7D584874-1977-4107-A5A9-BE7060C50310}" type="presParOf" srcId="{131C789F-ED6C-4496-BAD0-31557234716C}" destId="{B2A07372-CA73-4505-9812-56A2AD67313A}" srcOrd="8" destOrd="0" presId="urn:microsoft.com/office/officeart/2005/8/layout/lProcess3"/>
    <dgm:cxn modelId="{E93C90D1-E204-472E-9B19-676076B57239}" type="presParOf" srcId="{131C789F-ED6C-4496-BAD0-31557234716C}" destId="{71E68375-486A-4FEA-ABE1-A20F55A11D39}" srcOrd="9" destOrd="0" presId="urn:microsoft.com/office/officeart/2005/8/layout/lProcess3"/>
    <dgm:cxn modelId="{566A3FE0-1B50-4CC2-A096-8EFD4FEFB33F}" type="presParOf" srcId="{131C789F-ED6C-4496-BAD0-31557234716C}" destId="{9F5956C9-05D8-4027-959E-CF83E4B8E9E3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C0EBB5-F64E-4CA7-ABAF-599E6702F8C8}">
      <dsp:nvSpPr>
        <dsp:cNvPr id="0" name=""/>
        <dsp:cNvSpPr/>
      </dsp:nvSpPr>
      <dsp:spPr>
        <a:xfrm>
          <a:off x="302281" y="770"/>
          <a:ext cx="2094742" cy="984116"/>
        </a:xfrm>
        <a:prstGeom prst="chevron">
          <a:avLst/>
        </a:prstGeom>
        <a:solidFill>
          <a:srgbClr val="0000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b="1" kern="1200" dirty="0"/>
            <a:t>Parcours</a:t>
          </a:r>
        </a:p>
      </dsp:txBody>
      <dsp:txXfrm>
        <a:off x="794339" y="770"/>
        <a:ext cx="1110626" cy="984116"/>
      </dsp:txXfrm>
    </dsp:sp>
    <dsp:sp modelId="{70D58D70-0CFF-47D1-9579-CC831FCB2C2B}">
      <dsp:nvSpPr>
        <dsp:cNvPr id="0" name=""/>
        <dsp:cNvSpPr/>
      </dsp:nvSpPr>
      <dsp:spPr>
        <a:xfrm>
          <a:off x="2092931" y="84420"/>
          <a:ext cx="2042042" cy="816817"/>
        </a:xfrm>
        <a:prstGeom prst="chevron">
          <a:avLst/>
        </a:prstGeom>
        <a:solidFill>
          <a:srgbClr val="ABABFF"/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b="1" kern="1200" dirty="0"/>
            <a:t>10-904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b="1" kern="1200" dirty="0"/>
            <a:t>(30-949)</a:t>
          </a:r>
        </a:p>
      </dsp:txBody>
      <dsp:txXfrm>
        <a:off x="2501340" y="84420"/>
        <a:ext cx="1225225" cy="816817"/>
      </dsp:txXfrm>
    </dsp:sp>
    <dsp:sp modelId="{4F1FE330-BA77-4B14-B24A-63ACDD30FED3}">
      <dsp:nvSpPr>
        <dsp:cNvPr id="0" name=""/>
        <dsp:cNvSpPr/>
      </dsp:nvSpPr>
      <dsp:spPr>
        <a:xfrm>
          <a:off x="3849088" y="84420"/>
          <a:ext cx="2042042" cy="816817"/>
        </a:xfrm>
        <a:prstGeom prst="chevron">
          <a:avLst/>
        </a:prstGeom>
        <a:solidFill>
          <a:srgbClr val="2929FF"/>
        </a:solidFill>
        <a:ln w="12700" cap="flat" cmpd="sng" algn="ctr">
          <a:solidFill>
            <a:schemeClr val="accent5">
              <a:tint val="40000"/>
              <a:alpha val="90000"/>
              <a:hueOff val="-389040"/>
              <a:satOff val="-675"/>
              <a:lumOff val="-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b="1" kern="1200" dirty="0">
              <a:solidFill>
                <a:schemeClr val="bg1"/>
              </a:solidFill>
            </a:rPr>
            <a:t>20-929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b="1" kern="1200" dirty="0">
              <a:solidFill>
                <a:schemeClr val="bg1"/>
              </a:solidFill>
            </a:rPr>
            <a:t>(30-903)</a:t>
          </a:r>
        </a:p>
      </dsp:txBody>
      <dsp:txXfrm>
        <a:off x="4257497" y="84420"/>
        <a:ext cx="1225225" cy="816817"/>
      </dsp:txXfrm>
    </dsp:sp>
    <dsp:sp modelId="{9E3A1D51-FE9A-475C-A41D-618A09CF45E9}">
      <dsp:nvSpPr>
        <dsp:cNvPr id="0" name=""/>
        <dsp:cNvSpPr/>
      </dsp:nvSpPr>
      <dsp:spPr>
        <a:xfrm>
          <a:off x="5605244" y="84420"/>
          <a:ext cx="2042042" cy="816817"/>
        </a:xfrm>
        <a:prstGeom prst="chevron">
          <a:avLst/>
        </a:prstGeom>
        <a:solidFill>
          <a:srgbClr val="ABABFF"/>
        </a:solidFill>
        <a:ln w="12700" cap="flat" cmpd="sng" algn="ctr">
          <a:solidFill>
            <a:schemeClr val="accent5">
              <a:tint val="40000"/>
              <a:alpha val="90000"/>
              <a:hueOff val="-778079"/>
              <a:satOff val="-1349"/>
              <a:lumOff val="-13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b="1" kern="1200" dirty="0"/>
            <a:t>20-930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b="1" kern="1200" dirty="0"/>
            <a:t>(30-931)</a:t>
          </a:r>
        </a:p>
      </dsp:txBody>
      <dsp:txXfrm>
        <a:off x="6013653" y="84420"/>
        <a:ext cx="1225225" cy="816817"/>
      </dsp:txXfrm>
    </dsp:sp>
    <dsp:sp modelId="{28098ECE-718B-48B8-9E97-5A5B6A432BFE}">
      <dsp:nvSpPr>
        <dsp:cNvPr id="0" name=""/>
        <dsp:cNvSpPr/>
      </dsp:nvSpPr>
      <dsp:spPr>
        <a:xfrm>
          <a:off x="7640031" y="84420"/>
          <a:ext cx="2042042" cy="816817"/>
        </a:xfrm>
        <a:prstGeom prst="chevron">
          <a:avLst/>
        </a:prstGeom>
        <a:solidFill>
          <a:srgbClr val="ABABFF"/>
        </a:solidFill>
        <a:ln w="12700" cap="flat" cmpd="sng" algn="ctr">
          <a:solidFill>
            <a:schemeClr val="accent5">
              <a:tint val="40000"/>
              <a:alpha val="90000"/>
              <a:hueOff val="-1167119"/>
              <a:satOff val="-2024"/>
              <a:lumOff val="-2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b="1" kern="1200" dirty="0"/>
            <a:t>40-937</a:t>
          </a:r>
        </a:p>
      </dsp:txBody>
      <dsp:txXfrm>
        <a:off x="8048440" y="84420"/>
        <a:ext cx="1225225" cy="816817"/>
      </dsp:txXfrm>
    </dsp:sp>
    <dsp:sp modelId="{4824635F-492E-4BB4-AC2D-B9BF55D3710F}">
      <dsp:nvSpPr>
        <dsp:cNvPr id="0" name=""/>
        <dsp:cNvSpPr/>
      </dsp:nvSpPr>
      <dsp:spPr>
        <a:xfrm>
          <a:off x="9399758" y="84420"/>
          <a:ext cx="2042042" cy="816817"/>
        </a:xfrm>
        <a:prstGeom prst="chevron">
          <a:avLst/>
        </a:prstGeom>
        <a:solidFill>
          <a:srgbClr val="ABABFF"/>
        </a:solidFill>
        <a:ln w="12700" cap="flat" cmpd="sng" algn="ctr">
          <a:solidFill>
            <a:schemeClr val="accent5">
              <a:tint val="40000"/>
              <a:alpha val="90000"/>
              <a:hueOff val="-1556159"/>
              <a:satOff val="-2698"/>
              <a:lumOff val="-2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b="1" kern="1200" dirty="0"/>
            <a:t>40-930</a:t>
          </a:r>
        </a:p>
      </dsp:txBody>
      <dsp:txXfrm>
        <a:off x="9808167" y="84420"/>
        <a:ext cx="1225225" cy="816817"/>
      </dsp:txXfrm>
    </dsp:sp>
    <dsp:sp modelId="{DBE4CB3F-E124-4800-B4DF-82BDACC0C90B}">
      <dsp:nvSpPr>
        <dsp:cNvPr id="0" name=""/>
        <dsp:cNvSpPr/>
      </dsp:nvSpPr>
      <dsp:spPr>
        <a:xfrm>
          <a:off x="318027" y="1122663"/>
          <a:ext cx="2094742" cy="984116"/>
        </a:xfrm>
        <a:prstGeom prst="chevron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b="1" kern="1200" dirty="0"/>
            <a:t>Approche pédagogique</a:t>
          </a:r>
        </a:p>
      </dsp:txBody>
      <dsp:txXfrm>
        <a:off x="810085" y="1122663"/>
        <a:ext cx="1110626" cy="984116"/>
      </dsp:txXfrm>
    </dsp:sp>
    <dsp:sp modelId="{43D26C2D-C5C0-4AEA-BB34-57969F6495F3}">
      <dsp:nvSpPr>
        <dsp:cNvPr id="0" name=""/>
        <dsp:cNvSpPr/>
      </dsp:nvSpPr>
      <dsp:spPr>
        <a:xfrm>
          <a:off x="2092931" y="1206313"/>
          <a:ext cx="2042042" cy="816817"/>
        </a:xfrm>
        <a:prstGeom prst="chevron">
          <a:avLst/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accent5">
              <a:tint val="40000"/>
              <a:alpha val="90000"/>
              <a:hueOff val="-1945199"/>
              <a:satOff val="-3373"/>
              <a:lumOff val="-3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Exercices courts et dirigés</a:t>
          </a:r>
        </a:p>
      </dsp:txBody>
      <dsp:txXfrm>
        <a:off x="2501340" y="1206313"/>
        <a:ext cx="1225225" cy="816817"/>
      </dsp:txXfrm>
    </dsp:sp>
    <dsp:sp modelId="{5AAC5DDB-D797-4CEB-BE6A-88FA012D5466}">
      <dsp:nvSpPr>
        <dsp:cNvPr id="0" name=""/>
        <dsp:cNvSpPr/>
      </dsp:nvSpPr>
      <dsp:spPr>
        <a:xfrm>
          <a:off x="3849088" y="1206313"/>
          <a:ext cx="2042042" cy="816817"/>
        </a:xfrm>
        <a:prstGeom prst="chevron">
          <a:avLst/>
        </a:prstGeom>
        <a:solidFill>
          <a:srgbClr val="83BD5F"/>
        </a:solidFill>
        <a:ln w="12700" cap="flat" cmpd="sng" algn="ctr">
          <a:solidFill>
            <a:schemeClr val="accent5">
              <a:tint val="40000"/>
              <a:alpha val="90000"/>
              <a:hueOff val="-2334238"/>
              <a:satOff val="-4047"/>
              <a:lumOff val="-4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1" kern="1200" dirty="0"/>
            <a:t>Transition: exercices courts et dirigés vers cas à problématique unique (travail </a:t>
          </a:r>
          <a:r>
            <a:rPr lang="fr-CA" sz="1100" b="1" kern="1200"/>
            <a:t>à faire moins directif)</a:t>
          </a:r>
          <a:endParaRPr lang="fr-CA" sz="1100" b="1" kern="1200" dirty="0"/>
        </a:p>
      </dsp:txBody>
      <dsp:txXfrm>
        <a:off x="4257497" y="1206313"/>
        <a:ext cx="1225225" cy="816817"/>
      </dsp:txXfrm>
    </dsp:sp>
    <dsp:sp modelId="{0A0E54A9-3C4A-412B-AF45-38F57E12A972}">
      <dsp:nvSpPr>
        <dsp:cNvPr id="0" name=""/>
        <dsp:cNvSpPr/>
      </dsp:nvSpPr>
      <dsp:spPr>
        <a:xfrm>
          <a:off x="5605244" y="1206313"/>
          <a:ext cx="2042042" cy="816817"/>
        </a:xfrm>
        <a:prstGeom prst="chevron">
          <a:avLst/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accent5">
              <a:tint val="40000"/>
              <a:alpha val="90000"/>
              <a:hueOff val="-2723278"/>
              <a:satOff val="-4722"/>
              <a:lumOff val="-4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Cas à problématique unique</a:t>
          </a:r>
        </a:p>
      </dsp:txBody>
      <dsp:txXfrm>
        <a:off x="6013653" y="1206313"/>
        <a:ext cx="1225225" cy="816817"/>
      </dsp:txXfrm>
    </dsp:sp>
    <dsp:sp modelId="{D70481F0-5754-4446-B4B4-121E67E6DF69}">
      <dsp:nvSpPr>
        <dsp:cNvPr id="0" name=""/>
        <dsp:cNvSpPr/>
      </dsp:nvSpPr>
      <dsp:spPr>
        <a:xfrm>
          <a:off x="7641097" y="1206313"/>
          <a:ext cx="2042042" cy="816817"/>
        </a:xfrm>
        <a:prstGeom prst="chevron">
          <a:avLst/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accent5">
              <a:tint val="40000"/>
              <a:alpha val="90000"/>
              <a:hueOff val="-3112318"/>
              <a:satOff val="-5396"/>
              <a:lumOff val="-5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Cas intégrateur (entre notions de comptabilité de gestion)</a:t>
          </a:r>
        </a:p>
      </dsp:txBody>
      <dsp:txXfrm>
        <a:off x="8049506" y="1206313"/>
        <a:ext cx="1225225" cy="816817"/>
      </dsp:txXfrm>
    </dsp:sp>
    <dsp:sp modelId="{618F6924-B3B7-484B-901E-E5898A9BF7DD}">
      <dsp:nvSpPr>
        <dsp:cNvPr id="0" name=""/>
        <dsp:cNvSpPr/>
      </dsp:nvSpPr>
      <dsp:spPr>
        <a:xfrm>
          <a:off x="9411183" y="1206313"/>
          <a:ext cx="2042042" cy="816817"/>
        </a:xfrm>
        <a:prstGeom prst="chevron">
          <a:avLst/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accent5">
              <a:tint val="40000"/>
              <a:alpha val="90000"/>
              <a:hueOff val="-3501358"/>
              <a:satOff val="-6071"/>
              <a:lumOff val="-61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Cas intégrateur (avec autres notions)</a:t>
          </a:r>
        </a:p>
      </dsp:txBody>
      <dsp:txXfrm>
        <a:off x="9819592" y="1206313"/>
        <a:ext cx="1225225" cy="816817"/>
      </dsp:txXfrm>
    </dsp:sp>
    <dsp:sp modelId="{0816E870-AEB9-4D45-929C-43BF8FFE0587}">
      <dsp:nvSpPr>
        <dsp:cNvPr id="0" name=""/>
        <dsp:cNvSpPr/>
      </dsp:nvSpPr>
      <dsp:spPr>
        <a:xfrm>
          <a:off x="318027" y="2244557"/>
          <a:ext cx="2094742" cy="984116"/>
        </a:xfrm>
        <a:prstGeom prst="chevron">
          <a:avLst/>
        </a:prstGeom>
        <a:solidFill>
          <a:srgbClr val="FE840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b="1" kern="1200" dirty="0"/>
            <a:t>Grille compétences</a:t>
          </a:r>
        </a:p>
      </dsp:txBody>
      <dsp:txXfrm>
        <a:off x="810085" y="2244557"/>
        <a:ext cx="1110626" cy="984116"/>
      </dsp:txXfrm>
    </dsp:sp>
    <dsp:sp modelId="{C9352A2F-1E91-458D-9B6F-78C66F8876B6}">
      <dsp:nvSpPr>
        <dsp:cNvPr id="0" name=""/>
        <dsp:cNvSpPr/>
      </dsp:nvSpPr>
      <dsp:spPr>
        <a:xfrm>
          <a:off x="2092931" y="2328207"/>
          <a:ext cx="2042042" cy="816817"/>
        </a:xfrm>
        <a:prstGeom prst="chevron">
          <a:avLst/>
        </a:prstGeom>
        <a:solidFill>
          <a:srgbClr val="FFC78F"/>
        </a:solidFill>
        <a:ln w="12700" cap="flat" cmpd="sng" algn="ctr">
          <a:solidFill>
            <a:schemeClr val="accent5">
              <a:tint val="40000"/>
              <a:alpha val="90000"/>
              <a:hueOff val="-3890397"/>
              <a:satOff val="-6745"/>
              <a:lumOff val="-67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Niveau C (et B pour certains sujets)</a:t>
          </a:r>
        </a:p>
      </dsp:txBody>
      <dsp:txXfrm>
        <a:off x="2501340" y="2328207"/>
        <a:ext cx="1225225" cy="816817"/>
      </dsp:txXfrm>
    </dsp:sp>
    <dsp:sp modelId="{FBE36C64-3275-44FD-8FC1-023707643946}">
      <dsp:nvSpPr>
        <dsp:cNvPr id="0" name=""/>
        <dsp:cNvSpPr/>
      </dsp:nvSpPr>
      <dsp:spPr>
        <a:xfrm>
          <a:off x="3849088" y="2328207"/>
          <a:ext cx="2042042" cy="816817"/>
        </a:xfrm>
        <a:prstGeom prst="chevron">
          <a:avLst/>
        </a:prstGeom>
        <a:solidFill>
          <a:srgbClr val="FFA347"/>
        </a:solidFill>
        <a:ln w="12700" cap="flat" cmpd="sng" algn="ctr">
          <a:solidFill>
            <a:schemeClr val="accent5">
              <a:tint val="40000"/>
              <a:alpha val="90000"/>
              <a:hueOff val="-4279437"/>
              <a:satOff val="-7420"/>
              <a:lumOff val="-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1" kern="1200" dirty="0"/>
            <a:t>Niveau B (et A pour certains sujets)</a:t>
          </a:r>
        </a:p>
      </dsp:txBody>
      <dsp:txXfrm>
        <a:off x="4257497" y="2328207"/>
        <a:ext cx="1225225" cy="816817"/>
      </dsp:txXfrm>
    </dsp:sp>
    <dsp:sp modelId="{BD644C30-2189-4998-B57B-F355E7E5B0C5}">
      <dsp:nvSpPr>
        <dsp:cNvPr id="0" name=""/>
        <dsp:cNvSpPr/>
      </dsp:nvSpPr>
      <dsp:spPr>
        <a:xfrm>
          <a:off x="5605244" y="2328207"/>
          <a:ext cx="2042042" cy="816817"/>
        </a:xfrm>
        <a:prstGeom prst="chevron">
          <a:avLst/>
        </a:prstGeom>
        <a:solidFill>
          <a:srgbClr val="FFC78F"/>
        </a:solidFill>
        <a:ln w="12700" cap="flat" cmpd="sng" algn="ctr">
          <a:solidFill>
            <a:schemeClr val="accent5">
              <a:tint val="40000"/>
              <a:alpha val="90000"/>
              <a:hueOff val="-4668477"/>
              <a:satOff val="-8094"/>
              <a:lumOff val="-8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/>
            <a:t>Niveau B (et A pour certains sujets)</a:t>
          </a:r>
          <a:endParaRPr lang="fr-CA" sz="1100" kern="1200" dirty="0"/>
        </a:p>
      </dsp:txBody>
      <dsp:txXfrm>
        <a:off x="6013653" y="2328207"/>
        <a:ext cx="1225225" cy="816817"/>
      </dsp:txXfrm>
    </dsp:sp>
    <dsp:sp modelId="{42548DF0-F31B-465D-9834-F3047E93BCB6}">
      <dsp:nvSpPr>
        <dsp:cNvPr id="0" name=""/>
        <dsp:cNvSpPr/>
      </dsp:nvSpPr>
      <dsp:spPr>
        <a:xfrm>
          <a:off x="7618595" y="2328207"/>
          <a:ext cx="2042042" cy="816817"/>
        </a:xfrm>
        <a:prstGeom prst="chevron">
          <a:avLst/>
        </a:prstGeom>
        <a:solidFill>
          <a:srgbClr val="FFC78F"/>
        </a:solidFill>
        <a:ln w="12700" cap="flat" cmpd="sng" algn="ctr">
          <a:solidFill>
            <a:schemeClr val="accent5">
              <a:tint val="40000"/>
              <a:alpha val="90000"/>
              <a:hueOff val="-5057517"/>
              <a:satOff val="-8769"/>
              <a:lumOff val="-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Niveau A</a:t>
          </a:r>
        </a:p>
      </dsp:txBody>
      <dsp:txXfrm>
        <a:off x="8027004" y="2328207"/>
        <a:ext cx="1225225" cy="816817"/>
      </dsp:txXfrm>
    </dsp:sp>
    <dsp:sp modelId="{C5456C64-4C1A-4D25-A788-8CA34AD0A2C3}">
      <dsp:nvSpPr>
        <dsp:cNvPr id="0" name=""/>
        <dsp:cNvSpPr/>
      </dsp:nvSpPr>
      <dsp:spPr>
        <a:xfrm>
          <a:off x="9389041" y="2328207"/>
          <a:ext cx="2042042" cy="816817"/>
        </a:xfrm>
        <a:prstGeom prst="chevron">
          <a:avLst/>
        </a:prstGeom>
        <a:solidFill>
          <a:srgbClr val="FFC78F"/>
        </a:solidFill>
        <a:ln w="12700" cap="flat" cmpd="sng" algn="ctr">
          <a:solidFill>
            <a:schemeClr val="accent5">
              <a:tint val="40000"/>
              <a:alpha val="90000"/>
              <a:hueOff val="-5446556"/>
              <a:satOff val="-9443"/>
              <a:lumOff val="-9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Intégration, examen CPA </a:t>
          </a:r>
          <a:r>
            <a:rPr lang="fr-CA" sz="1100" kern="1200" dirty="0" err="1"/>
            <a:t>Way</a:t>
          </a:r>
          <a:endParaRPr lang="fr-CA" sz="1100" kern="1200" dirty="0"/>
        </a:p>
      </dsp:txBody>
      <dsp:txXfrm>
        <a:off x="9797450" y="2328207"/>
        <a:ext cx="1225225" cy="816817"/>
      </dsp:txXfrm>
    </dsp:sp>
    <dsp:sp modelId="{DFD1213A-1394-4AAF-AF35-0E22BFFFE114}">
      <dsp:nvSpPr>
        <dsp:cNvPr id="0" name=""/>
        <dsp:cNvSpPr/>
      </dsp:nvSpPr>
      <dsp:spPr>
        <a:xfrm>
          <a:off x="318027" y="3366450"/>
          <a:ext cx="2051391" cy="984116"/>
        </a:xfrm>
        <a:prstGeom prst="chevron">
          <a:avLst/>
        </a:prstGeom>
        <a:solidFill>
          <a:srgbClr val="CC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b="1" kern="1200" dirty="0"/>
            <a:t>Sujets</a:t>
          </a:r>
        </a:p>
      </dsp:txBody>
      <dsp:txXfrm>
        <a:off x="810085" y="3366450"/>
        <a:ext cx="1067275" cy="984116"/>
      </dsp:txXfrm>
    </dsp:sp>
    <dsp:sp modelId="{ED79C086-5EC3-4428-8440-E62A5C774444}">
      <dsp:nvSpPr>
        <dsp:cNvPr id="0" name=""/>
        <dsp:cNvSpPr/>
      </dsp:nvSpPr>
      <dsp:spPr>
        <a:xfrm>
          <a:off x="2049581" y="3450100"/>
          <a:ext cx="2042042" cy="816817"/>
        </a:xfrm>
        <a:prstGeom prst="chevron">
          <a:avLst/>
        </a:prstGeom>
        <a:solidFill>
          <a:srgbClr val="FF9B9B"/>
        </a:solidFill>
        <a:ln w="12700" cap="flat" cmpd="sng" algn="ctr">
          <a:solidFill>
            <a:schemeClr val="accent5">
              <a:tint val="40000"/>
              <a:alpha val="90000"/>
              <a:hueOff val="-5835596"/>
              <a:satOff val="-10118"/>
              <a:lumOff val="-10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>
              <a:solidFill>
                <a:schemeClr val="tx1"/>
              </a:solidFill>
            </a:rPr>
            <a:t>Notions de base (tronc commun)</a:t>
          </a:r>
        </a:p>
      </dsp:txBody>
      <dsp:txXfrm>
        <a:off x="2457990" y="3450100"/>
        <a:ext cx="1225225" cy="816817"/>
      </dsp:txXfrm>
    </dsp:sp>
    <dsp:sp modelId="{9EDF249B-3BA6-4D5E-B224-E9B51B29584C}">
      <dsp:nvSpPr>
        <dsp:cNvPr id="0" name=""/>
        <dsp:cNvSpPr/>
      </dsp:nvSpPr>
      <dsp:spPr>
        <a:xfrm>
          <a:off x="3805737" y="3450100"/>
          <a:ext cx="2042042" cy="816817"/>
        </a:xfrm>
        <a:prstGeom prst="chevron">
          <a:avLst/>
        </a:prstGeom>
        <a:solidFill>
          <a:srgbClr val="FF3333"/>
        </a:solidFill>
        <a:ln w="12700" cap="flat" cmpd="sng" algn="ctr">
          <a:solidFill>
            <a:schemeClr val="accent5">
              <a:tint val="40000"/>
              <a:alpha val="90000"/>
              <a:hueOff val="-6224636"/>
              <a:satOff val="-10792"/>
              <a:lumOff val="-10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1" kern="1200" dirty="0">
              <a:solidFill>
                <a:schemeClr val="tx1"/>
              </a:solidFill>
            </a:rPr>
            <a:t>Gestion des coûts (spécialisation)</a:t>
          </a:r>
        </a:p>
      </dsp:txBody>
      <dsp:txXfrm>
        <a:off x="4214146" y="3450100"/>
        <a:ext cx="1225225" cy="816817"/>
      </dsp:txXfrm>
    </dsp:sp>
    <dsp:sp modelId="{2774E675-7E3C-4C5E-A1BC-D41D386DFE57}">
      <dsp:nvSpPr>
        <dsp:cNvPr id="0" name=""/>
        <dsp:cNvSpPr/>
      </dsp:nvSpPr>
      <dsp:spPr>
        <a:xfrm>
          <a:off x="5561894" y="3450100"/>
          <a:ext cx="2042042" cy="816817"/>
        </a:xfrm>
        <a:prstGeom prst="chevron">
          <a:avLst/>
        </a:prstGeom>
        <a:solidFill>
          <a:srgbClr val="FF9B9B"/>
        </a:solidFill>
        <a:ln w="12700" cap="flat" cmpd="sng" algn="ctr">
          <a:solidFill>
            <a:schemeClr val="accent5">
              <a:tint val="40000"/>
              <a:alpha val="90000"/>
              <a:hueOff val="-6613675"/>
              <a:satOff val="-11467"/>
              <a:lumOff val="-11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Planification, contrôle et performance (spécialisation)</a:t>
          </a:r>
        </a:p>
      </dsp:txBody>
      <dsp:txXfrm>
        <a:off x="5970303" y="3450100"/>
        <a:ext cx="1225225" cy="816817"/>
      </dsp:txXfrm>
    </dsp:sp>
    <dsp:sp modelId="{B2A07372-CA73-4505-9812-56A2AD67313A}">
      <dsp:nvSpPr>
        <dsp:cNvPr id="0" name=""/>
        <dsp:cNvSpPr/>
      </dsp:nvSpPr>
      <dsp:spPr>
        <a:xfrm>
          <a:off x="7575245" y="3450100"/>
          <a:ext cx="2042042" cy="816817"/>
        </a:xfrm>
        <a:prstGeom prst="chevron">
          <a:avLst/>
        </a:prstGeom>
        <a:solidFill>
          <a:srgbClr val="FF9B9B"/>
        </a:solidFill>
        <a:ln w="12700" cap="flat" cmpd="sng" algn="ctr">
          <a:solidFill>
            <a:schemeClr val="accent5">
              <a:tint val="40000"/>
              <a:alpha val="90000"/>
              <a:hueOff val="-7002715"/>
              <a:satOff val="-12141"/>
              <a:lumOff val="-1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Contrôle et stratégie</a:t>
          </a:r>
        </a:p>
      </dsp:txBody>
      <dsp:txXfrm>
        <a:off x="7983654" y="3450100"/>
        <a:ext cx="1225225" cy="816817"/>
      </dsp:txXfrm>
    </dsp:sp>
    <dsp:sp modelId="{9F5956C9-05D8-4027-959E-CF83E4B8E9E3}">
      <dsp:nvSpPr>
        <dsp:cNvPr id="0" name=""/>
        <dsp:cNvSpPr/>
      </dsp:nvSpPr>
      <dsp:spPr>
        <a:xfrm>
          <a:off x="9331402" y="3450100"/>
          <a:ext cx="2042042" cy="816817"/>
        </a:xfrm>
        <a:prstGeom prst="chevron">
          <a:avLst/>
        </a:prstGeom>
        <a:solidFill>
          <a:srgbClr val="FF9B9B"/>
        </a:solidFill>
        <a:ln w="12700" cap="flat" cmpd="sng" algn="ctr">
          <a:solidFill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Intégration</a:t>
          </a:r>
        </a:p>
      </dsp:txBody>
      <dsp:txXfrm>
        <a:off x="9739811" y="3450100"/>
        <a:ext cx="1225225" cy="8168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32604-B742-466D-9F8F-8660069FA33E}" type="datetimeFigureOut">
              <a:rPr lang="fr-CA" smtClean="0"/>
              <a:t>2025-04-29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5E44A-1D0F-44DD-8902-0772A8E137B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6205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5E44A-1D0F-44DD-8902-0772A8E137BB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5152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5E44A-1D0F-44DD-8902-0772A8E137BB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19363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E8F-9C12-4152-B651-0E8B21A86700}" type="datetimeFigureOut">
              <a:rPr lang="fr-CA" smtClean="0"/>
              <a:t>2025-04-29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C69EB-6A92-45CC-AD92-24AE24A4C5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10879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E8F-9C12-4152-B651-0E8B21A86700}" type="datetimeFigureOut">
              <a:rPr lang="fr-CA" smtClean="0"/>
              <a:t>2025-04-29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C69EB-6A92-45CC-AD92-24AE24A4C5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9781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E8F-9C12-4152-B651-0E8B21A86700}" type="datetimeFigureOut">
              <a:rPr lang="fr-CA" smtClean="0"/>
              <a:t>2025-04-29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C69EB-6A92-45CC-AD92-24AE24A4C5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800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E8F-9C12-4152-B651-0E8B21A86700}" type="datetimeFigureOut">
              <a:rPr lang="fr-CA" smtClean="0"/>
              <a:t>2025-04-29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C69EB-6A92-45CC-AD92-24AE24A4C5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1514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E8F-9C12-4152-B651-0E8B21A86700}" type="datetimeFigureOut">
              <a:rPr lang="fr-CA" smtClean="0"/>
              <a:t>2025-04-29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C69EB-6A92-45CC-AD92-24AE24A4C5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5093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E8F-9C12-4152-B651-0E8B21A86700}" type="datetimeFigureOut">
              <a:rPr lang="fr-CA" smtClean="0"/>
              <a:t>2025-04-29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C69EB-6A92-45CC-AD92-24AE24A4C5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37968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E8F-9C12-4152-B651-0E8B21A86700}" type="datetimeFigureOut">
              <a:rPr lang="fr-CA" smtClean="0"/>
              <a:t>2025-04-29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C69EB-6A92-45CC-AD92-24AE24A4C5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23747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E8F-9C12-4152-B651-0E8B21A86700}" type="datetimeFigureOut">
              <a:rPr lang="fr-CA" smtClean="0"/>
              <a:t>2025-04-29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C69EB-6A92-45CC-AD92-24AE24A4C5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2835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E8F-9C12-4152-B651-0E8B21A86700}" type="datetimeFigureOut">
              <a:rPr lang="fr-CA" smtClean="0"/>
              <a:t>2025-04-29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C69EB-6A92-45CC-AD92-24AE24A4C5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65629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E8F-9C12-4152-B651-0E8B21A86700}" type="datetimeFigureOut">
              <a:rPr lang="fr-CA" smtClean="0"/>
              <a:t>2025-04-29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C69EB-6A92-45CC-AD92-24AE24A4C5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41571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FE8F-9C12-4152-B651-0E8B21A86700}" type="datetimeFigureOut">
              <a:rPr lang="fr-CA" smtClean="0"/>
              <a:t>2025-04-29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C69EB-6A92-45CC-AD92-24AE24A4C5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47286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5FE8F-9C12-4152-B651-0E8B21A86700}" type="datetimeFigureOut">
              <a:rPr lang="fr-CA" smtClean="0"/>
              <a:t>2025-04-29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C69EB-6A92-45CC-AD92-24AE24A4C5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5376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13" Type="http://schemas.microsoft.com/office/2007/relationships/diagramDrawing" Target="../diagrams/drawing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12" Type="http://schemas.openxmlformats.org/officeDocument/2006/relationships/diagramColors" Target="../diagrams/colors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diagramQuickStyle" Target="../diagrams/quickStyle1.xml"/><Relationship Id="rId5" Type="http://schemas.openxmlformats.org/officeDocument/2006/relationships/tags" Target="../tags/tag5.xml"/><Relationship Id="rId10" Type="http://schemas.openxmlformats.org/officeDocument/2006/relationships/diagramLayout" Target="../diagrams/layout1.xml"/><Relationship Id="rId4" Type="http://schemas.openxmlformats.org/officeDocument/2006/relationships/tags" Target="../tags/tag4.xml"/><Relationship Id="rId9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214858"/>
            <a:ext cx="10515600" cy="920752"/>
          </a:xfrm>
        </p:spPr>
        <p:txBody>
          <a:bodyPr/>
          <a:lstStyle/>
          <a:p>
            <a:pPr algn="ctr"/>
            <a:r>
              <a:rPr lang="fr-CA" b="1" dirty="0"/>
              <a:t>Cheminement - comptabilité de gestion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36640730"/>
              </p:ext>
            </p:extLst>
          </p:nvPr>
        </p:nvGraphicFramePr>
        <p:xfrm>
          <a:off x="466722" y="2068513"/>
          <a:ext cx="11477628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2" name="Double flèche horizontale 1"/>
          <p:cNvSpPr/>
          <p:nvPr>
            <p:custDataLst>
              <p:tags r:id="rId3"/>
            </p:custDataLst>
          </p:nvPr>
        </p:nvSpPr>
        <p:spPr>
          <a:xfrm>
            <a:off x="2743199" y="1790699"/>
            <a:ext cx="5029199" cy="15352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" name="Double flèche horizontale 4"/>
          <p:cNvSpPr/>
          <p:nvPr>
            <p:custDataLst>
              <p:tags r:id="rId4"/>
            </p:custDataLst>
          </p:nvPr>
        </p:nvSpPr>
        <p:spPr>
          <a:xfrm>
            <a:off x="8296271" y="1790699"/>
            <a:ext cx="3319463" cy="1440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" name="ZoneTexte 2"/>
          <p:cNvSpPr txBox="1"/>
          <p:nvPr>
            <p:custDataLst>
              <p:tags r:id="rId5"/>
            </p:custDataLst>
          </p:nvPr>
        </p:nvSpPr>
        <p:spPr>
          <a:xfrm>
            <a:off x="2743199" y="1109212"/>
            <a:ext cx="502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000" b="1" dirty="0">
                <a:solidFill>
                  <a:srgbClr val="FF0000"/>
                </a:solidFill>
              </a:rPr>
              <a:t>BAA (1</a:t>
            </a:r>
            <a:r>
              <a:rPr lang="fr-CA" sz="2000" b="1" baseline="30000" dirty="0">
                <a:solidFill>
                  <a:srgbClr val="FF0000"/>
                </a:solidFill>
              </a:rPr>
              <a:t>er</a:t>
            </a:r>
            <a:r>
              <a:rPr lang="fr-CA" sz="2000" b="1" dirty="0">
                <a:solidFill>
                  <a:srgbClr val="FF0000"/>
                </a:solidFill>
              </a:rPr>
              <a:t> cycle)</a:t>
            </a:r>
          </a:p>
          <a:p>
            <a:pPr algn="ctr"/>
            <a:r>
              <a:rPr lang="fr-CA" sz="2000" b="1" dirty="0">
                <a:solidFill>
                  <a:srgbClr val="FF0000"/>
                </a:solidFill>
              </a:rPr>
              <a:t>(Certificat)</a:t>
            </a:r>
          </a:p>
        </p:txBody>
      </p:sp>
      <p:sp>
        <p:nvSpPr>
          <p:cNvPr id="7" name="ZoneTexte 6"/>
          <p:cNvSpPr txBox="1"/>
          <p:nvPr>
            <p:custDataLst>
              <p:tags r:id="rId6"/>
            </p:custDataLst>
          </p:nvPr>
        </p:nvSpPr>
        <p:spPr>
          <a:xfrm>
            <a:off x="8296271" y="1366838"/>
            <a:ext cx="3319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000" b="1" dirty="0">
                <a:solidFill>
                  <a:srgbClr val="FF0000"/>
                </a:solidFill>
              </a:rPr>
              <a:t>DESS (2</a:t>
            </a:r>
            <a:r>
              <a:rPr lang="fr-CA" sz="2000" b="1" baseline="30000" dirty="0">
                <a:solidFill>
                  <a:srgbClr val="FF0000"/>
                </a:solidFill>
              </a:rPr>
              <a:t>e</a:t>
            </a:r>
            <a:r>
              <a:rPr lang="fr-CA" sz="2000" b="1" dirty="0">
                <a:solidFill>
                  <a:srgbClr val="FF0000"/>
                </a:solidFill>
              </a:rPr>
              <a:t> cycle)</a:t>
            </a:r>
          </a:p>
        </p:txBody>
      </p:sp>
    </p:spTree>
    <p:extLst>
      <p:ext uri="{BB962C8B-B14F-4D97-AF65-F5344CB8AC3E}">
        <p14:creationId xmlns:p14="http://schemas.microsoft.com/office/powerpoint/2010/main" val="288589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624290"/>
            <a:ext cx="10515600" cy="920752"/>
          </a:xfrm>
        </p:spPr>
        <p:txBody>
          <a:bodyPr/>
          <a:lstStyle/>
          <a:p>
            <a:pPr algn="ctr"/>
            <a:r>
              <a:rPr lang="fr-CA" b="1" dirty="0"/>
              <a:t>Cheminement - comptabilité de gestion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545042"/>
            <a:ext cx="10515600" cy="461827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CA" b="1" u="sng" dirty="0"/>
              <a:t>Titre des cours:</a:t>
            </a:r>
          </a:p>
          <a:p>
            <a:pPr marL="0" indent="0">
              <a:buNone/>
            </a:pPr>
            <a:r>
              <a:rPr lang="fr-CA" dirty="0"/>
              <a:t>10-904 (30-949): Comptabilité de gestion</a:t>
            </a:r>
          </a:p>
          <a:p>
            <a:pPr marL="0" indent="0">
              <a:buNone/>
            </a:pPr>
            <a:r>
              <a:rPr lang="fr-CA" dirty="0"/>
              <a:t>20-929 (30-903): La gestion des coûts</a:t>
            </a:r>
          </a:p>
          <a:p>
            <a:pPr marL="0" indent="0">
              <a:buNone/>
            </a:pPr>
            <a:r>
              <a:rPr lang="fr-CA"/>
              <a:t>20-930 (30-931): </a:t>
            </a:r>
            <a:r>
              <a:rPr lang="fr-CA" dirty="0"/>
              <a:t>Contrôle et gestion de la performance</a:t>
            </a:r>
          </a:p>
          <a:p>
            <a:pPr marL="0" indent="0">
              <a:buNone/>
            </a:pPr>
            <a:r>
              <a:rPr lang="fr-CA" dirty="0"/>
              <a:t>40-937: Contrôle de gestion stratégique</a:t>
            </a:r>
          </a:p>
          <a:p>
            <a:pPr marL="0" indent="0">
              <a:buNone/>
            </a:pPr>
            <a:r>
              <a:rPr lang="fr-CA" dirty="0"/>
              <a:t>40-930: Gestion de la performance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b="1" u="sng" dirty="0"/>
              <a:t>Autres cours utilisant les notions de comptabilité de gestion:</a:t>
            </a:r>
          </a:p>
          <a:p>
            <a:r>
              <a:rPr lang="fr-CA" dirty="0"/>
              <a:t>Rôle et mandats en comptabilité professionnelle (40-911)</a:t>
            </a:r>
          </a:p>
          <a:p>
            <a:r>
              <a:rPr lang="fr-CA" dirty="0"/>
              <a:t>Les cours de certification</a:t>
            </a:r>
          </a:p>
          <a:p>
            <a:r>
              <a:rPr lang="fr-CA" dirty="0"/>
              <a:t>Les cours liés à la finance</a:t>
            </a:r>
          </a:p>
          <a:p>
            <a:r>
              <a:rPr lang="fr-CA" dirty="0"/>
              <a:t>…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962343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218</Words>
  <Application>Microsoft Office PowerPoint</Application>
  <PresentationFormat>Grand écran</PresentationFormat>
  <Paragraphs>46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Cheminement - comptabilité de gestion</vt:lpstr>
      <vt:lpstr>Cheminement - comptabilité de gestion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Cheminement - comptabilité de gestion</dc:title>
  <dc:creator>sophie tessier</dc:creator>
  <cp:lastModifiedBy>Alexandra Petrovic</cp:lastModifiedBy>
  <cp:revision>27</cp:revision>
  <dcterms:created xsi:type="dcterms:W3CDTF">2014-05-27T15:31:51Z</dcterms:created>
  <dcterms:modified xsi:type="dcterms:W3CDTF">2025-04-29T13:55:53Z</dcterms:modified>
</cp:coreProperties>
</file>