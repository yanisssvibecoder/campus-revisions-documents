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21"/>
  </p:notesMasterIdLst>
  <p:sldIdLst>
    <p:sldId id="291" r:id="rId5"/>
    <p:sldId id="258" r:id="rId6"/>
    <p:sldId id="362" r:id="rId7"/>
    <p:sldId id="264" r:id="rId8"/>
    <p:sldId id="2147482407" r:id="rId9"/>
    <p:sldId id="2147482462" r:id="rId10"/>
    <p:sldId id="2147482408" r:id="rId11"/>
    <p:sldId id="2147482427" r:id="rId12"/>
    <p:sldId id="263" r:id="rId13"/>
    <p:sldId id="4258" r:id="rId14"/>
    <p:sldId id="2147482463" r:id="rId15"/>
    <p:sldId id="4263" r:id="rId16"/>
    <p:sldId id="2147482465" r:id="rId17"/>
    <p:sldId id="2147482467" r:id="rId18"/>
    <p:sldId id="2147482469" r:id="rId19"/>
    <p:sldId id="2147482470" r:id="rId20"/>
  </p:sldIdLst>
  <p:sldSz cx="9144000" cy="5715000" type="screen16x1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000000"/>
    <a:srgbClr val="F0EB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514" autoAdjust="0"/>
    <p:restoredTop sz="95033" autoAdjust="0"/>
  </p:normalViewPr>
  <p:slideViewPr>
    <p:cSldViewPr snapToGrid="0">
      <p:cViewPr>
        <p:scale>
          <a:sx n="100" d="100"/>
          <a:sy n="100" d="100"/>
        </p:scale>
        <p:origin x="768" y="38"/>
      </p:cViewPr>
      <p:guideLst/>
    </p:cSldViewPr>
  </p:slideViewPr>
  <p:notesTextViewPr>
    <p:cViewPr>
      <p:scale>
        <a:sx n="300" d="100"/>
        <a:sy n="300" d="100"/>
      </p:scale>
      <p:origin x="0" y="0"/>
    </p:cViewPr>
  </p:notesTextViewPr>
  <p:sorterViewPr>
    <p:cViewPr>
      <p:scale>
        <a:sx n="100" d="100"/>
        <a:sy n="100" d="100"/>
      </p:scale>
      <p:origin x="0" y="-114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e-Christine Albert" userId="92be09ad-f68b-4da4-9d23-5d96f19a2174" providerId="ADAL" clId="{0D4468B7-707B-4BE9-8337-A7AE689FF0DB}"/>
    <pc:docChg chg="undo custSel addSld delSld">
      <pc:chgData name="Marie-Christine Albert" userId="92be09ad-f68b-4da4-9d23-5d96f19a2174" providerId="ADAL" clId="{0D4468B7-707B-4BE9-8337-A7AE689FF0DB}" dt="2026-10-01T19:04:56.855" v="17" actId="47"/>
      <pc:docMkLst>
        <pc:docMk/>
      </pc:docMkLst>
      <pc:sldChg chg="del">
        <pc:chgData name="Marie-Christine Albert" userId="92be09ad-f68b-4da4-9d23-5d96f19a2174" providerId="ADAL" clId="{0D4468B7-707B-4BE9-8337-A7AE689FF0DB}" dt="2026-10-01T19:04:32.423" v="3" actId="47"/>
        <pc:sldMkLst>
          <pc:docMk/>
          <pc:sldMk cId="0" sldId="256"/>
        </pc:sldMkLst>
      </pc:sldChg>
      <pc:sldChg chg="del">
        <pc:chgData name="Marie-Christine Albert" userId="92be09ad-f68b-4da4-9d23-5d96f19a2174" providerId="ADAL" clId="{0D4468B7-707B-4BE9-8337-A7AE689FF0DB}" dt="2026-10-01T19:04:34.466" v="5" actId="47"/>
        <pc:sldMkLst>
          <pc:docMk/>
          <pc:sldMk cId="0" sldId="257"/>
        </pc:sldMkLst>
      </pc:sldChg>
      <pc:sldChg chg="del">
        <pc:chgData name="Marie-Christine Albert" userId="92be09ad-f68b-4da4-9d23-5d96f19a2174" providerId="ADAL" clId="{0D4468B7-707B-4BE9-8337-A7AE689FF0DB}" dt="2026-10-01T19:04:54.598" v="15" actId="47"/>
        <pc:sldMkLst>
          <pc:docMk/>
          <pc:sldMk cId="2718564647" sldId="3470"/>
        </pc:sldMkLst>
      </pc:sldChg>
      <pc:sldChg chg="del">
        <pc:chgData name="Marie-Christine Albert" userId="92be09ad-f68b-4da4-9d23-5d96f19a2174" providerId="ADAL" clId="{0D4468B7-707B-4BE9-8337-A7AE689FF0DB}" dt="2026-10-01T19:04:51.537" v="13" actId="47"/>
        <pc:sldMkLst>
          <pc:docMk/>
          <pc:sldMk cId="429369171" sldId="3844"/>
        </pc:sldMkLst>
      </pc:sldChg>
      <pc:sldChg chg="del">
        <pc:chgData name="Marie-Christine Albert" userId="92be09ad-f68b-4da4-9d23-5d96f19a2174" providerId="ADAL" clId="{0D4468B7-707B-4BE9-8337-A7AE689FF0DB}" dt="2026-10-01T19:04:56.855" v="17" actId="47"/>
        <pc:sldMkLst>
          <pc:docMk/>
          <pc:sldMk cId="3476414383" sldId="3853"/>
        </pc:sldMkLst>
      </pc:sldChg>
      <pc:sldChg chg="del">
        <pc:chgData name="Marie-Christine Albert" userId="92be09ad-f68b-4da4-9d23-5d96f19a2174" providerId="ADAL" clId="{0D4468B7-707B-4BE9-8337-A7AE689FF0DB}" dt="2026-10-01T19:04:50.440" v="12" actId="47"/>
        <pc:sldMkLst>
          <pc:docMk/>
          <pc:sldMk cId="1091051244" sldId="4168"/>
        </pc:sldMkLst>
      </pc:sldChg>
      <pc:sldChg chg="del">
        <pc:chgData name="Marie-Christine Albert" userId="92be09ad-f68b-4da4-9d23-5d96f19a2174" providerId="ADAL" clId="{0D4468B7-707B-4BE9-8337-A7AE689FF0DB}" dt="2026-10-01T19:04:52.770" v="14" actId="47"/>
        <pc:sldMkLst>
          <pc:docMk/>
          <pc:sldMk cId="4200172660" sldId="4176"/>
        </pc:sldMkLst>
      </pc:sldChg>
      <pc:sldChg chg="del">
        <pc:chgData name="Marie-Christine Albert" userId="92be09ad-f68b-4da4-9d23-5d96f19a2174" providerId="ADAL" clId="{0D4468B7-707B-4BE9-8337-A7AE689FF0DB}" dt="2026-10-01T19:04:49.136" v="11" actId="47"/>
        <pc:sldMkLst>
          <pc:docMk/>
          <pc:sldMk cId="3264285024" sldId="4179"/>
        </pc:sldMkLst>
      </pc:sldChg>
      <pc:sldChg chg="del">
        <pc:chgData name="Marie-Christine Albert" userId="92be09ad-f68b-4da4-9d23-5d96f19a2174" providerId="ADAL" clId="{0D4468B7-707B-4BE9-8337-A7AE689FF0DB}" dt="2026-10-01T19:04:47.125" v="10" actId="47"/>
        <pc:sldMkLst>
          <pc:docMk/>
          <pc:sldMk cId="3168655542" sldId="4180"/>
        </pc:sldMkLst>
      </pc:sldChg>
      <pc:sldChg chg="add del">
        <pc:chgData name="Marie-Christine Albert" userId="92be09ad-f68b-4da4-9d23-5d96f19a2174" providerId="ADAL" clId="{0D4468B7-707B-4BE9-8337-A7AE689FF0DB}" dt="2026-10-01T19:04:42.422" v="8" actId="47"/>
        <pc:sldMkLst>
          <pc:docMk/>
          <pc:sldMk cId="873259867" sldId="2147482427"/>
        </pc:sldMkLst>
      </pc:sldChg>
      <pc:sldChg chg="del">
        <pc:chgData name="Marie-Christine Albert" userId="92be09ad-f68b-4da4-9d23-5d96f19a2174" providerId="ADAL" clId="{0D4468B7-707B-4BE9-8337-A7AE689FF0DB}" dt="2026-10-01T19:04:35.649" v="6" actId="47"/>
        <pc:sldMkLst>
          <pc:docMk/>
          <pc:sldMk cId="118207929" sldId="2147482461"/>
        </pc:sldMkLst>
      </pc:sldChg>
      <pc:sldChg chg="del">
        <pc:chgData name="Marie-Christine Albert" userId="92be09ad-f68b-4da4-9d23-5d96f19a2174" providerId="ADAL" clId="{0D4468B7-707B-4BE9-8337-A7AE689FF0DB}" dt="2026-10-01T19:04:44.118" v="9" actId="47"/>
        <pc:sldMkLst>
          <pc:docMk/>
          <pc:sldMk cId="677960459" sldId="2147482471"/>
        </pc:sldMkLst>
      </pc:sldChg>
      <pc:sldChg chg="del">
        <pc:chgData name="Marie-Christine Albert" userId="92be09ad-f68b-4da4-9d23-5d96f19a2174" providerId="ADAL" clId="{0D4468B7-707B-4BE9-8337-A7AE689FF0DB}" dt="2026-10-01T19:04:31.332" v="2" actId="47"/>
        <pc:sldMkLst>
          <pc:docMk/>
          <pc:sldMk cId="857001966" sldId="2147482472"/>
        </pc:sldMkLst>
      </pc:sldChg>
      <pc:sldChg chg="del">
        <pc:chgData name="Marie-Christine Albert" userId="92be09ad-f68b-4da4-9d23-5d96f19a2174" providerId="ADAL" clId="{0D4468B7-707B-4BE9-8337-A7AE689FF0DB}" dt="2026-10-01T19:04:28.843" v="0" actId="47"/>
        <pc:sldMkLst>
          <pc:docMk/>
          <pc:sldMk cId="3681978357" sldId="2147482473"/>
        </pc:sldMkLst>
      </pc:sldChg>
      <pc:sldChg chg="del">
        <pc:chgData name="Marie-Christine Albert" userId="92be09ad-f68b-4da4-9d23-5d96f19a2174" providerId="ADAL" clId="{0D4468B7-707B-4BE9-8337-A7AE689FF0DB}" dt="2026-10-01T19:04:30.329" v="1" actId="47"/>
        <pc:sldMkLst>
          <pc:docMk/>
          <pc:sldMk cId="3876494381" sldId="2147482475"/>
        </pc:sldMkLst>
      </pc:sldChg>
      <pc:sldChg chg="del">
        <pc:chgData name="Marie-Christine Albert" userId="92be09ad-f68b-4da4-9d23-5d96f19a2174" providerId="ADAL" clId="{0D4468B7-707B-4BE9-8337-A7AE689FF0DB}" dt="2026-10-01T19:04:33.522" v="4" actId="47"/>
        <pc:sldMkLst>
          <pc:docMk/>
          <pc:sldMk cId="0" sldId="2147482476"/>
        </pc:sldMkLst>
      </pc:sldChg>
      <pc:sldChg chg="del">
        <pc:chgData name="Marie-Christine Albert" userId="92be09ad-f68b-4da4-9d23-5d96f19a2174" providerId="ADAL" clId="{0D4468B7-707B-4BE9-8337-A7AE689FF0DB}" dt="2026-10-01T19:04:55.841" v="16" actId="47"/>
        <pc:sldMkLst>
          <pc:docMk/>
          <pc:sldMk cId="1594555018" sldId="2147482477"/>
        </pc:sldMkLst>
      </pc:sldChg>
      <pc:sldMasterChg chg="delSldLayout">
        <pc:chgData name="Marie-Christine Albert" userId="92be09ad-f68b-4da4-9d23-5d96f19a2174" providerId="ADAL" clId="{0D4468B7-707B-4BE9-8337-A7AE689FF0DB}" dt="2026-10-01T19:04:56.855" v="17" actId="47"/>
        <pc:sldMasterMkLst>
          <pc:docMk/>
          <pc:sldMasterMk cId="887047093" sldId="2147483672"/>
        </pc:sldMasterMkLst>
        <pc:sldLayoutChg chg="del">
          <pc:chgData name="Marie-Christine Albert" userId="92be09ad-f68b-4da4-9d23-5d96f19a2174" providerId="ADAL" clId="{0D4468B7-707B-4BE9-8337-A7AE689FF0DB}" dt="2026-10-01T19:04:56.855" v="17" actId="47"/>
          <pc:sldLayoutMkLst>
            <pc:docMk/>
            <pc:sldMasterMk cId="887047093" sldId="2147483672"/>
            <pc:sldLayoutMk cId="1455931370" sldId="2147483749"/>
          </pc:sldLayoutMkLst>
        </pc:sldLayoutChg>
        <pc:sldLayoutChg chg="del">
          <pc:chgData name="Marie-Christine Albert" userId="92be09ad-f68b-4da4-9d23-5d96f19a2174" providerId="ADAL" clId="{0D4468B7-707B-4BE9-8337-A7AE689FF0DB}" dt="2026-10-01T19:04:47.125" v="10" actId="47"/>
          <pc:sldLayoutMkLst>
            <pc:docMk/>
            <pc:sldMasterMk cId="887047093" sldId="2147483672"/>
            <pc:sldLayoutMk cId="1818767228" sldId="2147483821"/>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C42C5E-5923-42BA-8A41-622B25BE484F}" type="doc">
      <dgm:prSet loTypeId="urn:microsoft.com/office/officeart/2005/8/layout/equation2" loCatId="process" qsTypeId="urn:microsoft.com/office/officeart/2005/8/quickstyle/simple1" qsCatId="simple" csTypeId="urn:microsoft.com/office/officeart/2005/8/colors/colorful5" csCatId="colorful" phldr="1"/>
      <dgm:spPr/>
    </dgm:pt>
    <dgm:pt modelId="{D95CBF2A-3587-48F7-9B10-E22D6F894FF9}">
      <dgm:prSet phldrT="[Texte]"/>
      <dgm:spPr/>
      <dgm:t>
        <a:bodyPr/>
        <a:lstStyle/>
        <a:p>
          <a:r>
            <a:rPr lang="fr-CA" dirty="0"/>
            <a:t>Émotions</a:t>
          </a:r>
        </a:p>
      </dgm:t>
    </dgm:pt>
    <dgm:pt modelId="{C564D65D-0EA9-4895-BBA0-22C9B330012C}" type="parTrans" cxnId="{D8EB5DAF-9D5B-40CE-9865-FC327B5327E9}">
      <dgm:prSet/>
      <dgm:spPr/>
      <dgm:t>
        <a:bodyPr/>
        <a:lstStyle/>
        <a:p>
          <a:endParaRPr lang="fr-CA">
            <a:solidFill>
              <a:schemeClr val="tx2"/>
            </a:solidFill>
          </a:endParaRPr>
        </a:p>
      </dgm:t>
    </dgm:pt>
    <dgm:pt modelId="{16222E19-1EE4-4B79-88E8-42E32BA03242}" type="sibTrans" cxnId="{D8EB5DAF-9D5B-40CE-9865-FC327B5327E9}">
      <dgm:prSet/>
      <dgm:spPr/>
      <dgm:t>
        <a:bodyPr/>
        <a:lstStyle/>
        <a:p>
          <a:endParaRPr lang="fr-CA">
            <a:solidFill>
              <a:schemeClr val="tx2"/>
            </a:solidFill>
          </a:endParaRPr>
        </a:p>
      </dgm:t>
    </dgm:pt>
    <dgm:pt modelId="{1AD319D1-0FF1-4942-932E-607E44122FBA}">
      <dgm:prSet phldrT="[Texte]"/>
      <dgm:spPr/>
      <dgm:t>
        <a:bodyPr/>
        <a:lstStyle/>
        <a:p>
          <a:r>
            <a:rPr lang="fr-CA"/>
            <a:t>Stress</a:t>
          </a:r>
          <a:endParaRPr lang="fr-CA" dirty="0"/>
        </a:p>
      </dgm:t>
    </dgm:pt>
    <dgm:pt modelId="{EE185816-268E-4849-A80A-32BD8F1DC550}" type="parTrans" cxnId="{E0BFE783-235A-4C6A-B2A5-10FA8D59290D}">
      <dgm:prSet/>
      <dgm:spPr/>
      <dgm:t>
        <a:bodyPr/>
        <a:lstStyle/>
        <a:p>
          <a:endParaRPr lang="fr-CA">
            <a:solidFill>
              <a:schemeClr val="tx2"/>
            </a:solidFill>
          </a:endParaRPr>
        </a:p>
      </dgm:t>
    </dgm:pt>
    <dgm:pt modelId="{8871BEB0-2134-4CF5-ADC9-1433AD04E4CE}" type="sibTrans" cxnId="{E0BFE783-235A-4C6A-B2A5-10FA8D59290D}">
      <dgm:prSet/>
      <dgm:spPr/>
      <dgm:t>
        <a:bodyPr/>
        <a:lstStyle/>
        <a:p>
          <a:endParaRPr lang="fr-CA">
            <a:solidFill>
              <a:schemeClr val="tx2"/>
            </a:solidFill>
          </a:endParaRPr>
        </a:p>
      </dgm:t>
    </dgm:pt>
    <dgm:pt modelId="{D4068106-C034-4897-8F8C-1A3191811B1B}">
      <dgm:prSet phldrT="[Texte]"/>
      <dgm:spPr/>
      <dgm:t>
        <a:bodyPr/>
        <a:lstStyle/>
        <a:p>
          <a:r>
            <a:rPr lang="fr-CA" dirty="0"/>
            <a:t>Adaptation:</a:t>
          </a:r>
        </a:p>
      </dgm:t>
    </dgm:pt>
    <dgm:pt modelId="{F698988A-7BD0-478C-B07D-0C4AF39E554D}" type="parTrans" cxnId="{6FA4236B-0810-4B15-BDF9-F465500D1929}">
      <dgm:prSet/>
      <dgm:spPr/>
      <dgm:t>
        <a:bodyPr/>
        <a:lstStyle/>
        <a:p>
          <a:endParaRPr lang="fr-CA">
            <a:solidFill>
              <a:schemeClr val="tx2"/>
            </a:solidFill>
          </a:endParaRPr>
        </a:p>
      </dgm:t>
    </dgm:pt>
    <dgm:pt modelId="{90114548-0449-4B1A-843A-1920E0CDBE54}" type="sibTrans" cxnId="{6FA4236B-0810-4B15-BDF9-F465500D1929}">
      <dgm:prSet/>
      <dgm:spPr/>
      <dgm:t>
        <a:bodyPr/>
        <a:lstStyle/>
        <a:p>
          <a:endParaRPr lang="fr-CA">
            <a:solidFill>
              <a:schemeClr val="tx2"/>
            </a:solidFill>
          </a:endParaRPr>
        </a:p>
      </dgm:t>
    </dgm:pt>
    <dgm:pt modelId="{8B1DAEDC-12D8-4069-825A-DF09D8824E15}" type="pres">
      <dgm:prSet presAssocID="{A1C42C5E-5923-42BA-8A41-622B25BE484F}" presName="Name0" presStyleCnt="0">
        <dgm:presLayoutVars>
          <dgm:dir/>
          <dgm:resizeHandles val="exact"/>
        </dgm:presLayoutVars>
      </dgm:prSet>
      <dgm:spPr/>
    </dgm:pt>
    <dgm:pt modelId="{F86254D2-87B9-44E1-975F-C72E12A21EF8}" type="pres">
      <dgm:prSet presAssocID="{A1C42C5E-5923-42BA-8A41-622B25BE484F}" presName="vNodes" presStyleCnt="0"/>
      <dgm:spPr/>
    </dgm:pt>
    <dgm:pt modelId="{E689B3D6-79AE-4125-AA24-AE2A9458DADE}" type="pres">
      <dgm:prSet presAssocID="{D95CBF2A-3587-48F7-9B10-E22D6F894FF9}" presName="node" presStyleLbl="node1" presStyleIdx="0" presStyleCnt="3">
        <dgm:presLayoutVars>
          <dgm:bulletEnabled val="1"/>
        </dgm:presLayoutVars>
      </dgm:prSet>
      <dgm:spPr/>
    </dgm:pt>
    <dgm:pt modelId="{C078653D-488B-4039-981C-38452C8A42EA}" type="pres">
      <dgm:prSet presAssocID="{16222E19-1EE4-4B79-88E8-42E32BA03242}" presName="spacerT" presStyleCnt="0"/>
      <dgm:spPr/>
    </dgm:pt>
    <dgm:pt modelId="{74A719BF-E7DA-4CA8-B2B6-2E6D61FC5B8A}" type="pres">
      <dgm:prSet presAssocID="{16222E19-1EE4-4B79-88E8-42E32BA03242}" presName="sibTrans" presStyleLbl="sibTrans2D1" presStyleIdx="0" presStyleCnt="2"/>
      <dgm:spPr/>
    </dgm:pt>
    <dgm:pt modelId="{99A0618D-ED58-4DEE-8B07-FA81DE93F2BA}" type="pres">
      <dgm:prSet presAssocID="{16222E19-1EE4-4B79-88E8-42E32BA03242}" presName="spacerB" presStyleCnt="0"/>
      <dgm:spPr/>
    </dgm:pt>
    <dgm:pt modelId="{FA9EC3B7-A447-4532-B652-5CC59604C005}" type="pres">
      <dgm:prSet presAssocID="{1AD319D1-0FF1-4942-932E-607E44122FBA}" presName="node" presStyleLbl="node1" presStyleIdx="1" presStyleCnt="3">
        <dgm:presLayoutVars>
          <dgm:bulletEnabled val="1"/>
        </dgm:presLayoutVars>
      </dgm:prSet>
      <dgm:spPr/>
    </dgm:pt>
    <dgm:pt modelId="{D2A10963-F555-4C2D-AA9A-23B93A7BCF35}" type="pres">
      <dgm:prSet presAssocID="{A1C42C5E-5923-42BA-8A41-622B25BE484F}" presName="sibTransLast" presStyleLbl="sibTrans2D1" presStyleIdx="1" presStyleCnt="2"/>
      <dgm:spPr/>
    </dgm:pt>
    <dgm:pt modelId="{FA23E324-2F9F-48E3-B2D4-810819472D6F}" type="pres">
      <dgm:prSet presAssocID="{A1C42C5E-5923-42BA-8A41-622B25BE484F}" presName="connectorText" presStyleLbl="sibTrans2D1" presStyleIdx="1" presStyleCnt="2"/>
      <dgm:spPr/>
    </dgm:pt>
    <dgm:pt modelId="{1128D83B-19A0-4F8F-BCF3-241A7226BDBD}" type="pres">
      <dgm:prSet presAssocID="{A1C42C5E-5923-42BA-8A41-622B25BE484F}" presName="lastNode" presStyleLbl="node1" presStyleIdx="2" presStyleCnt="3" custScaleX="68708" custScaleY="69412">
        <dgm:presLayoutVars>
          <dgm:bulletEnabled val="1"/>
        </dgm:presLayoutVars>
      </dgm:prSet>
      <dgm:spPr/>
    </dgm:pt>
  </dgm:ptLst>
  <dgm:cxnLst>
    <dgm:cxn modelId="{45559A5E-2044-44EA-AE95-CDFB70CD5B41}" type="presOf" srcId="{D95CBF2A-3587-48F7-9B10-E22D6F894FF9}" destId="{E689B3D6-79AE-4125-AA24-AE2A9458DADE}" srcOrd="0" destOrd="0" presId="urn:microsoft.com/office/officeart/2005/8/layout/equation2"/>
    <dgm:cxn modelId="{F7447862-B3E1-47E0-9C1A-9EFDD66F0958}" type="presOf" srcId="{1AD319D1-0FF1-4942-932E-607E44122FBA}" destId="{FA9EC3B7-A447-4532-B652-5CC59604C005}" srcOrd="0" destOrd="0" presId="urn:microsoft.com/office/officeart/2005/8/layout/equation2"/>
    <dgm:cxn modelId="{6FA4236B-0810-4B15-BDF9-F465500D1929}" srcId="{A1C42C5E-5923-42BA-8A41-622B25BE484F}" destId="{D4068106-C034-4897-8F8C-1A3191811B1B}" srcOrd="2" destOrd="0" parTransId="{F698988A-7BD0-478C-B07D-0C4AF39E554D}" sibTransId="{90114548-0449-4B1A-843A-1920E0CDBE54}"/>
    <dgm:cxn modelId="{947A3155-9298-479E-A4E0-05D2E69C3E5E}" type="presOf" srcId="{16222E19-1EE4-4B79-88E8-42E32BA03242}" destId="{74A719BF-E7DA-4CA8-B2B6-2E6D61FC5B8A}" srcOrd="0" destOrd="0" presId="urn:microsoft.com/office/officeart/2005/8/layout/equation2"/>
    <dgm:cxn modelId="{88ACDD76-4310-409F-A732-6B8FBC470ED9}" type="presOf" srcId="{8871BEB0-2134-4CF5-ADC9-1433AD04E4CE}" destId="{D2A10963-F555-4C2D-AA9A-23B93A7BCF35}" srcOrd="0" destOrd="0" presId="urn:microsoft.com/office/officeart/2005/8/layout/equation2"/>
    <dgm:cxn modelId="{B2342583-55D8-4554-AD02-13C4B9AB3FB3}" type="presOf" srcId="{D4068106-C034-4897-8F8C-1A3191811B1B}" destId="{1128D83B-19A0-4F8F-BCF3-241A7226BDBD}" srcOrd="0" destOrd="0" presId="urn:microsoft.com/office/officeart/2005/8/layout/equation2"/>
    <dgm:cxn modelId="{E0BFE783-235A-4C6A-B2A5-10FA8D59290D}" srcId="{A1C42C5E-5923-42BA-8A41-622B25BE484F}" destId="{1AD319D1-0FF1-4942-932E-607E44122FBA}" srcOrd="1" destOrd="0" parTransId="{EE185816-268E-4849-A80A-32BD8F1DC550}" sibTransId="{8871BEB0-2134-4CF5-ADC9-1433AD04E4CE}"/>
    <dgm:cxn modelId="{BB5FFB88-3BE7-489F-99FA-7D187860E20E}" type="presOf" srcId="{A1C42C5E-5923-42BA-8A41-622B25BE484F}" destId="{8B1DAEDC-12D8-4069-825A-DF09D8824E15}" srcOrd="0" destOrd="0" presId="urn:microsoft.com/office/officeart/2005/8/layout/equation2"/>
    <dgm:cxn modelId="{D8EB5DAF-9D5B-40CE-9865-FC327B5327E9}" srcId="{A1C42C5E-5923-42BA-8A41-622B25BE484F}" destId="{D95CBF2A-3587-48F7-9B10-E22D6F894FF9}" srcOrd="0" destOrd="0" parTransId="{C564D65D-0EA9-4895-BBA0-22C9B330012C}" sibTransId="{16222E19-1EE4-4B79-88E8-42E32BA03242}"/>
    <dgm:cxn modelId="{2A7910C9-6AF7-4347-AAA2-F2E6C48527AB}" type="presOf" srcId="{8871BEB0-2134-4CF5-ADC9-1433AD04E4CE}" destId="{FA23E324-2F9F-48E3-B2D4-810819472D6F}" srcOrd="1" destOrd="0" presId="urn:microsoft.com/office/officeart/2005/8/layout/equation2"/>
    <dgm:cxn modelId="{DBA92485-8990-4014-8045-531C8D294F92}" type="presParOf" srcId="{8B1DAEDC-12D8-4069-825A-DF09D8824E15}" destId="{F86254D2-87B9-44E1-975F-C72E12A21EF8}" srcOrd="0" destOrd="0" presId="urn:microsoft.com/office/officeart/2005/8/layout/equation2"/>
    <dgm:cxn modelId="{3360014D-E5AD-45F3-98AF-1F3FB63AC433}" type="presParOf" srcId="{F86254D2-87B9-44E1-975F-C72E12A21EF8}" destId="{E689B3D6-79AE-4125-AA24-AE2A9458DADE}" srcOrd="0" destOrd="0" presId="urn:microsoft.com/office/officeart/2005/8/layout/equation2"/>
    <dgm:cxn modelId="{89F753DC-77CE-4985-B21D-A0BE2AD8A037}" type="presParOf" srcId="{F86254D2-87B9-44E1-975F-C72E12A21EF8}" destId="{C078653D-488B-4039-981C-38452C8A42EA}" srcOrd="1" destOrd="0" presId="urn:microsoft.com/office/officeart/2005/8/layout/equation2"/>
    <dgm:cxn modelId="{06886211-696C-409F-9DF2-D5A79175F11F}" type="presParOf" srcId="{F86254D2-87B9-44E1-975F-C72E12A21EF8}" destId="{74A719BF-E7DA-4CA8-B2B6-2E6D61FC5B8A}" srcOrd="2" destOrd="0" presId="urn:microsoft.com/office/officeart/2005/8/layout/equation2"/>
    <dgm:cxn modelId="{004D8486-77EE-4F28-801C-1116DEFA58FE}" type="presParOf" srcId="{F86254D2-87B9-44E1-975F-C72E12A21EF8}" destId="{99A0618D-ED58-4DEE-8B07-FA81DE93F2BA}" srcOrd="3" destOrd="0" presId="urn:microsoft.com/office/officeart/2005/8/layout/equation2"/>
    <dgm:cxn modelId="{4857C456-0350-4F28-A605-9D94F57538BF}" type="presParOf" srcId="{F86254D2-87B9-44E1-975F-C72E12A21EF8}" destId="{FA9EC3B7-A447-4532-B652-5CC59604C005}" srcOrd="4" destOrd="0" presId="urn:microsoft.com/office/officeart/2005/8/layout/equation2"/>
    <dgm:cxn modelId="{A5798D6C-4630-4357-AC93-1D60A41EE1F4}" type="presParOf" srcId="{8B1DAEDC-12D8-4069-825A-DF09D8824E15}" destId="{D2A10963-F555-4C2D-AA9A-23B93A7BCF35}" srcOrd="1" destOrd="0" presId="urn:microsoft.com/office/officeart/2005/8/layout/equation2"/>
    <dgm:cxn modelId="{AA29768A-37F7-4160-9E59-F1A7FFB266E9}" type="presParOf" srcId="{D2A10963-F555-4C2D-AA9A-23B93A7BCF35}" destId="{FA23E324-2F9F-48E3-B2D4-810819472D6F}" srcOrd="0" destOrd="0" presId="urn:microsoft.com/office/officeart/2005/8/layout/equation2"/>
    <dgm:cxn modelId="{2AB9780B-4CF1-4E0D-AF92-3517CF8F0640}" type="presParOf" srcId="{8B1DAEDC-12D8-4069-825A-DF09D8824E15}" destId="{1128D83B-19A0-4F8F-BCF3-241A7226BDBD}" srcOrd="2" destOrd="0" presId="urn:microsoft.com/office/officeart/2005/8/layout/equati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89B3D6-79AE-4125-AA24-AE2A9458DADE}">
      <dsp:nvSpPr>
        <dsp:cNvPr id="0" name=""/>
        <dsp:cNvSpPr/>
      </dsp:nvSpPr>
      <dsp:spPr>
        <a:xfrm>
          <a:off x="2226796" y="523"/>
          <a:ext cx="1255193" cy="1255193"/>
        </a:xfrm>
        <a:prstGeom prst="ellipse">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fr-CA" sz="1600" kern="1200" dirty="0"/>
            <a:t>Émotions</a:t>
          </a:r>
        </a:p>
      </dsp:txBody>
      <dsp:txXfrm>
        <a:off x="2410615" y="184342"/>
        <a:ext cx="887555" cy="887555"/>
      </dsp:txXfrm>
    </dsp:sp>
    <dsp:sp modelId="{74A719BF-E7DA-4CA8-B2B6-2E6D61FC5B8A}">
      <dsp:nvSpPr>
        <dsp:cNvPr id="0" name=""/>
        <dsp:cNvSpPr/>
      </dsp:nvSpPr>
      <dsp:spPr>
        <a:xfrm>
          <a:off x="2490386" y="1357637"/>
          <a:ext cx="728012" cy="728012"/>
        </a:xfrm>
        <a:prstGeom prst="mathPlus">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fr-CA" sz="900" kern="1200">
            <a:solidFill>
              <a:schemeClr val="tx2"/>
            </a:solidFill>
          </a:endParaRPr>
        </a:p>
      </dsp:txBody>
      <dsp:txXfrm>
        <a:off x="2586884" y="1636029"/>
        <a:ext cx="535016" cy="171228"/>
      </dsp:txXfrm>
    </dsp:sp>
    <dsp:sp modelId="{FA9EC3B7-A447-4532-B652-5CC59604C005}">
      <dsp:nvSpPr>
        <dsp:cNvPr id="0" name=""/>
        <dsp:cNvSpPr/>
      </dsp:nvSpPr>
      <dsp:spPr>
        <a:xfrm>
          <a:off x="2226796" y="2187571"/>
          <a:ext cx="1255193" cy="1255193"/>
        </a:xfrm>
        <a:prstGeom prst="ellipse">
          <a:avLst/>
        </a:prstGeom>
        <a:solidFill>
          <a:schemeClr val="accent5">
            <a:hueOff val="-3396412"/>
            <a:satOff val="-1015"/>
            <a:lumOff val="-980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fr-CA" sz="1600" kern="1200"/>
            <a:t>Stress</a:t>
          </a:r>
          <a:endParaRPr lang="fr-CA" sz="1600" kern="1200" dirty="0"/>
        </a:p>
      </dsp:txBody>
      <dsp:txXfrm>
        <a:off x="2410615" y="2371390"/>
        <a:ext cx="887555" cy="887555"/>
      </dsp:txXfrm>
    </dsp:sp>
    <dsp:sp modelId="{D2A10963-F555-4C2D-AA9A-23B93A7BCF35}">
      <dsp:nvSpPr>
        <dsp:cNvPr id="0" name=""/>
        <dsp:cNvSpPr/>
      </dsp:nvSpPr>
      <dsp:spPr>
        <a:xfrm>
          <a:off x="3670268" y="1488178"/>
          <a:ext cx="399151" cy="466931"/>
        </a:xfrm>
        <a:prstGeom prst="rightArrow">
          <a:avLst>
            <a:gd name="adj1" fmla="val 60000"/>
            <a:gd name="adj2" fmla="val 50000"/>
          </a:avLst>
        </a:prstGeom>
        <a:solidFill>
          <a:schemeClr val="accent5">
            <a:hueOff val="-6792824"/>
            <a:satOff val="-2031"/>
            <a:lumOff val="-19608"/>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fr-CA" sz="1300" kern="1200">
            <a:solidFill>
              <a:schemeClr val="tx2"/>
            </a:solidFill>
          </a:endParaRPr>
        </a:p>
      </dsp:txBody>
      <dsp:txXfrm>
        <a:off x="3670268" y="1581564"/>
        <a:ext cx="279406" cy="280159"/>
      </dsp:txXfrm>
    </dsp:sp>
    <dsp:sp modelId="{1128D83B-19A0-4F8F-BCF3-241A7226BDBD}">
      <dsp:nvSpPr>
        <dsp:cNvPr id="0" name=""/>
        <dsp:cNvSpPr/>
      </dsp:nvSpPr>
      <dsp:spPr>
        <a:xfrm>
          <a:off x="4235105" y="850389"/>
          <a:ext cx="1724836" cy="1742509"/>
        </a:xfrm>
        <a:prstGeom prst="ellipse">
          <a:avLst/>
        </a:prstGeom>
        <a:solidFill>
          <a:schemeClr val="accent5">
            <a:hueOff val="-6792824"/>
            <a:satOff val="-2031"/>
            <a:lumOff val="-1960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fr-CA" sz="1700" kern="1200" dirty="0"/>
            <a:t>Adaptation:</a:t>
          </a:r>
        </a:p>
      </dsp:txBody>
      <dsp:txXfrm>
        <a:off x="4487701" y="1105574"/>
        <a:ext cx="1219644" cy="1232139"/>
      </dsp:txXfrm>
    </dsp:sp>
  </dsp:spTree>
</dsp:drawing>
</file>

<file path=ppt/diagrams/layout1.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B44E640-7D2A-42EF-BA39-2B32D5A16C68}" type="datetimeFigureOut">
              <a:rPr lang="fr-CA" smtClean="0"/>
              <a:pPr/>
              <a:t>2026-10-01</a:t>
            </a:fld>
            <a:endParaRPr lang="fr-CA"/>
          </a:p>
        </p:txBody>
      </p:sp>
      <p:sp>
        <p:nvSpPr>
          <p:cNvPr id="4" name="Espace réservé de l'image des diapositives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C8BC42A-5C03-431D-B855-CCCF13E3B37E}" type="slidenum">
              <a:rPr lang="fr-CA" smtClean="0"/>
              <a:pPr/>
              <a:t>‹N°›</a:t>
            </a:fld>
            <a:endParaRPr lang="fr-CA"/>
          </a:p>
        </p:txBody>
      </p:sp>
    </p:spTree>
    <p:extLst>
      <p:ext uri="{BB962C8B-B14F-4D97-AF65-F5344CB8AC3E}">
        <p14:creationId xmlns:p14="http://schemas.microsoft.com/office/powerpoint/2010/main" val="426511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descargas.pntic.mec.es/recursos_educativos/It_didac/Leng_ESO/2/09/04_humanisticos/el_ensayo.html" TargetMode="External"/><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hyperlink" Target="https://creativecommons.org/licenses/by-sa/3.0/"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685800"/>
            <a:ext cx="5486400" cy="3429000"/>
          </a:xfrm>
        </p:spPr>
      </p:sp>
      <p:sp>
        <p:nvSpPr>
          <p:cNvPr id="3" name="Espace réservé des commentair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200" dirty="0">
                <a:hlinkClick r:id="rId3" tooltip="http://descargas.pntic.mec.es/recursos_educativos/It_didac/Leng_ESO/2/09/04_humanisticos/el_ensayo.html"/>
              </a:rPr>
              <a:t>Cette photo</a:t>
            </a:r>
            <a:r>
              <a:rPr lang="fr-CA" sz="1200" dirty="0"/>
              <a:t> par Auteur inconnu est soumise à la licence </a:t>
            </a:r>
            <a:r>
              <a:rPr lang="fr-CA" sz="1200" dirty="0">
                <a:hlinkClick r:id="rId4" tooltip="https://creativecommons.org/licenses/by-sa/3.0/"/>
              </a:rPr>
              <a:t>CC BY-SA</a:t>
            </a:r>
            <a:endParaRPr lang="fr-CA" sz="1200" dirty="0"/>
          </a:p>
          <a:p>
            <a:endParaRPr lang="fr-CA"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CC7E64-3E68-4CA2-B030-24C1350DDC07}" type="slidenum">
              <a:rPr kumimoji="0" lang="fr-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fr-CA"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496369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en-CA"/>
          </a:p>
        </p:txBody>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218FB824-C94E-214E-A1DB-DD9B61A25718}" type="slidenum">
              <a:rPr lang="fr-FR" smtClean="0"/>
              <a:t>2</a:t>
            </a:fld>
            <a:endParaRPr lang="fr-FR"/>
          </a:p>
        </p:txBody>
      </p:sp>
    </p:spTree>
    <p:extLst>
      <p:ext uri="{BB962C8B-B14F-4D97-AF65-F5344CB8AC3E}">
        <p14:creationId xmlns:p14="http://schemas.microsoft.com/office/powerpoint/2010/main" val="2716196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0"/>
          </p:nvPr>
        </p:nvSpPr>
        <p:spPr/>
        <p:txBody>
          <a:bodyPr/>
          <a:lstStyle/>
          <a:p>
            <a:fld id="{F155AB83-7020-4177-9CFF-856EE1F9595C}" type="slidenum">
              <a:rPr lang="fr-CA" smtClean="0"/>
              <a:t>3</a:t>
            </a:fld>
            <a:endParaRPr lang="fr-CA"/>
          </a:p>
        </p:txBody>
      </p:sp>
    </p:spTree>
    <p:extLst>
      <p:ext uri="{BB962C8B-B14F-4D97-AF65-F5344CB8AC3E}">
        <p14:creationId xmlns:p14="http://schemas.microsoft.com/office/powerpoint/2010/main" val="35897164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CA"/>
          </a:p>
        </p:txBody>
      </p:sp>
      <p:sp>
        <p:nvSpPr>
          <p:cNvPr id="4" name="Espace réservé du numéro de diapositive 3"/>
          <p:cNvSpPr>
            <a:spLocks noGrp="1"/>
          </p:cNvSpPr>
          <p:nvPr>
            <p:ph type="sldNum" sz="quarter" idx="5"/>
          </p:nvPr>
        </p:nvSpPr>
        <p:spPr/>
        <p:txBody>
          <a:bodyPr/>
          <a:lstStyle/>
          <a:p>
            <a:fld id="{218FB824-C94E-214E-A1DB-DD9B61A25718}" type="slidenum">
              <a:rPr lang="fr-FR" smtClean="0"/>
              <a:t>4</a:t>
            </a:fld>
            <a:endParaRPr lang="fr-FR"/>
          </a:p>
        </p:txBody>
      </p:sp>
    </p:spTree>
    <p:extLst>
      <p:ext uri="{BB962C8B-B14F-4D97-AF65-F5344CB8AC3E}">
        <p14:creationId xmlns:p14="http://schemas.microsoft.com/office/powerpoint/2010/main" val="1694108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(Selye, 1974 : 42)</a:t>
            </a:r>
            <a:endParaRPr lang="en-CA"/>
          </a:p>
        </p:txBody>
      </p:sp>
      <p:sp>
        <p:nvSpPr>
          <p:cNvPr id="4" name="Espace réservé du numéro de diapositive 3"/>
          <p:cNvSpPr>
            <a:spLocks noGrp="1"/>
          </p:cNvSpPr>
          <p:nvPr>
            <p:ph type="sldNum" sz="quarter" idx="5"/>
          </p:nvPr>
        </p:nvSpPr>
        <p:spPr/>
        <p:txBody>
          <a:bodyPr/>
          <a:lstStyle/>
          <a:p>
            <a:fld id="{218FB824-C94E-214E-A1DB-DD9B61A25718}" type="slidenum">
              <a:rPr lang="fr-FR" smtClean="0"/>
              <a:t>5</a:t>
            </a:fld>
            <a:endParaRPr lang="fr-FR"/>
          </a:p>
        </p:txBody>
      </p:sp>
    </p:spTree>
    <p:extLst>
      <p:ext uri="{BB962C8B-B14F-4D97-AF65-F5344CB8AC3E}">
        <p14:creationId xmlns:p14="http://schemas.microsoft.com/office/powerpoint/2010/main" val="25404455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(McEwen, 1998)</a:t>
            </a:r>
            <a:endParaRPr lang="en-CA"/>
          </a:p>
        </p:txBody>
      </p:sp>
      <p:sp>
        <p:nvSpPr>
          <p:cNvPr id="4" name="Espace réservé du numéro de diapositive 3"/>
          <p:cNvSpPr>
            <a:spLocks noGrp="1"/>
          </p:cNvSpPr>
          <p:nvPr>
            <p:ph type="sldNum" sz="quarter" idx="5"/>
          </p:nvPr>
        </p:nvSpPr>
        <p:spPr/>
        <p:txBody>
          <a:bodyPr/>
          <a:lstStyle/>
          <a:p>
            <a:fld id="{218FB824-C94E-214E-A1DB-DD9B61A25718}" type="slidenum">
              <a:rPr lang="fr-FR" smtClean="0"/>
              <a:t>7</a:t>
            </a:fld>
            <a:endParaRPr lang="fr-FR"/>
          </a:p>
        </p:txBody>
      </p:sp>
    </p:spTree>
    <p:extLst>
      <p:ext uri="{BB962C8B-B14F-4D97-AF65-F5344CB8AC3E}">
        <p14:creationId xmlns:p14="http://schemas.microsoft.com/office/powerpoint/2010/main" val="1680256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err="1">
                <a:latin typeface="+mn-lt"/>
              </a:rPr>
              <a:t>Elfenbein</a:t>
            </a:r>
            <a:r>
              <a:rPr lang="en-US" sz="1100">
                <a:latin typeface="+mn-lt"/>
              </a:rPr>
              <a:t>, Hillary Anger (2023). « Emotion in Organizations: Theory and Research », </a:t>
            </a:r>
            <a:r>
              <a:rPr lang="en-US" sz="1100" i="1">
                <a:latin typeface="+mn-lt"/>
              </a:rPr>
              <a:t>Annual Review of Psychology</a:t>
            </a:r>
            <a:r>
              <a:rPr lang="en-US" sz="1100" i="0">
                <a:latin typeface="+mn-lt"/>
              </a:rPr>
              <a:t>, vol. 74, p. 489-517.</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i="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mn-lt"/>
              </a:rPr>
              <a:t>The workplace elicits a wide range of emotions, and likewise, emotions change our experience of the workplace. This article reviews the scientific field of emotion in organizations, drawing from classic theories and cutting-edge advances to integrate a disparate body of research. The review is organized around the definition of emotion as an unfolding sequence of processes: We interpret the world around us for its subjective meaning, which results in emotional experience. Emotional experience, in turn, has consequences for behaviors, attitudes, and cognition. Emotional experience also elicits expressive cues that can be recognized by others. Each process in the emotion sequence can be regulated. Processes can also iterate until emotion is shared throughout workgroups and even entire organizations. A distinct body of organizationally relevant research exists for each process, and emotional intelligence refers to effectiveness across all. Differences across culture and gender, future research directions, and practical implications are discussed. </a:t>
            </a:r>
            <a:endParaRPr lang="en-US" sz="1100" i="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i="0">
              <a:latin typeface="+mn-lt"/>
            </a:endParaRPr>
          </a:p>
          <a:p>
            <a:r>
              <a:rPr lang="fr-CA" sz="1100" noProof="0">
                <a:latin typeface="+mn-lt"/>
              </a:rPr>
              <a:t>Cette définition serait fondée sur la proposition de Scherer et </a:t>
            </a:r>
            <a:r>
              <a:rPr lang="fr-CA" sz="1100" noProof="0" err="1">
                <a:latin typeface="+mn-lt"/>
              </a:rPr>
              <a:t>Moors</a:t>
            </a:r>
            <a:r>
              <a:rPr lang="fr-CA" sz="1100" noProof="0">
                <a:latin typeface="+mn-lt"/>
              </a:rPr>
              <a:t> (2019), que j’ai traduite librement de celle qu’a donnée par </a:t>
            </a:r>
            <a:r>
              <a:rPr lang="fr-CA" sz="1100" noProof="0" err="1">
                <a:latin typeface="+mn-lt"/>
              </a:rPr>
              <a:t>Elfenbein</a:t>
            </a:r>
            <a:r>
              <a:rPr lang="fr-CA" sz="1100" noProof="0">
                <a:latin typeface="+mn-lt"/>
              </a:rPr>
              <a:t> (2023) p. 490.</a:t>
            </a:r>
          </a:p>
          <a:p>
            <a:endParaRPr lang="fr-CA" sz="1100" noProof="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mn-lt"/>
              </a:rPr>
              <a:t>Scherer, Klaus R. et Agnes Moors (2019). « The emotion process: Event appraisal and component differentiation », </a:t>
            </a:r>
            <a:r>
              <a:rPr lang="en-US" sz="1100" i="1">
                <a:latin typeface="+mn-lt"/>
              </a:rPr>
              <a:t>Annual Review of Psychology, </a:t>
            </a:r>
            <a:r>
              <a:rPr lang="en-US" sz="1100" i="0">
                <a:latin typeface="+mn-lt"/>
              </a:rPr>
              <a:t>vol. 70, p. 719-745.</a:t>
            </a:r>
          </a:p>
          <a:p>
            <a:endParaRPr lang="fr-CA" sz="1100" noProof="0"/>
          </a:p>
        </p:txBody>
      </p:sp>
      <p:sp>
        <p:nvSpPr>
          <p:cNvPr id="4" name="Espace réservé du numéro de diapositive 3"/>
          <p:cNvSpPr>
            <a:spLocks noGrp="1"/>
          </p:cNvSpPr>
          <p:nvPr>
            <p:ph type="sldNum" sz="quarter" idx="5"/>
          </p:nvPr>
        </p:nvSpPr>
        <p:spPr/>
        <p:txBody>
          <a:bodyPr/>
          <a:lstStyle/>
          <a:p>
            <a:fld id="{7C8BC42A-5C03-431D-B855-CCCF13E3B37E}" type="slidenum">
              <a:rPr lang="fr-CA" smtClean="0"/>
              <a:pPr/>
              <a:t>10</a:t>
            </a:fld>
            <a:endParaRPr lang="fr-CA"/>
          </a:p>
        </p:txBody>
      </p:sp>
    </p:spTree>
    <p:extLst>
      <p:ext uri="{BB962C8B-B14F-4D97-AF65-F5344CB8AC3E}">
        <p14:creationId xmlns:p14="http://schemas.microsoft.com/office/powerpoint/2010/main" val="16164739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defTabSz="1000645"/>
            <a:r>
              <a:rPr lang="fr-CA" sz="1100"/>
              <a:t>Définition traduite de Salovey et Mayer, 1990, p. 189.</a:t>
            </a:r>
            <a:endParaRPr lang="fr-CA" sz="1100" kern="100">
              <a:latin typeface="+mn-lt"/>
              <a:ea typeface="Times New Roman" panose="02020603050405020304" pitchFamily="18" charset="0"/>
            </a:endParaRPr>
          </a:p>
          <a:p>
            <a:pPr defTabSz="1000645"/>
            <a:endParaRPr lang="fr-CA" sz="1100" kern="100">
              <a:latin typeface="+mn-lt"/>
              <a:ea typeface="Times New Roman" panose="02020603050405020304" pitchFamily="18" charset="0"/>
            </a:endParaRPr>
          </a:p>
          <a:p>
            <a:pPr defTabSz="1000645"/>
            <a:r>
              <a:rPr lang="fr-CA" sz="1100" kern="100">
                <a:latin typeface="+mn-lt"/>
                <a:ea typeface="Times New Roman" panose="02020603050405020304" pitchFamily="18" charset="0"/>
              </a:rPr>
              <a:t>Salovey, Peter et John D. Mayer (1990). « </a:t>
            </a:r>
            <a:r>
              <a:rPr lang="fr-CA" sz="1100" kern="100" err="1">
                <a:latin typeface="+mn-lt"/>
                <a:ea typeface="Times New Roman" panose="02020603050405020304" pitchFamily="18" charset="0"/>
              </a:rPr>
              <a:t>Emotional</a:t>
            </a:r>
            <a:r>
              <a:rPr lang="fr-CA" sz="1100" kern="100">
                <a:latin typeface="+mn-lt"/>
                <a:ea typeface="Times New Roman" panose="02020603050405020304" pitchFamily="18" charset="0"/>
              </a:rPr>
              <a:t> Intelligence », </a:t>
            </a:r>
            <a:r>
              <a:rPr lang="fr-CA" sz="1100" i="1" kern="100">
                <a:latin typeface="+mn-lt"/>
                <a:ea typeface="Times New Roman" panose="02020603050405020304" pitchFamily="18" charset="0"/>
              </a:rPr>
              <a:t>Imagination, Cognition and </a:t>
            </a:r>
            <a:r>
              <a:rPr lang="fr-CA" sz="1100" i="1" kern="100" err="1">
                <a:latin typeface="+mn-lt"/>
                <a:ea typeface="Times New Roman" panose="02020603050405020304" pitchFamily="18" charset="0"/>
              </a:rPr>
              <a:t>Personality</a:t>
            </a:r>
            <a:r>
              <a:rPr lang="fr-CA" sz="1100" kern="100">
                <a:latin typeface="+mn-lt"/>
                <a:ea typeface="Times New Roman" panose="02020603050405020304" pitchFamily="18" charset="0"/>
              </a:rPr>
              <a:t>, vol.</a:t>
            </a:r>
            <a:r>
              <a:rPr lang="fr-CA" sz="1100" i="1" kern="100">
                <a:latin typeface="+mn-lt"/>
                <a:ea typeface="Times New Roman" panose="02020603050405020304" pitchFamily="18" charset="0"/>
              </a:rPr>
              <a:t> </a:t>
            </a:r>
            <a:r>
              <a:rPr lang="fr-CA" sz="1100" kern="100">
                <a:latin typeface="+mn-lt"/>
                <a:ea typeface="Times New Roman" panose="02020603050405020304" pitchFamily="18" charset="0"/>
              </a:rPr>
              <a:t>9,</a:t>
            </a:r>
            <a:r>
              <a:rPr lang="fr-CA" sz="1100" i="1" kern="100">
                <a:latin typeface="+mn-lt"/>
                <a:ea typeface="Times New Roman" panose="02020603050405020304" pitchFamily="18" charset="0"/>
              </a:rPr>
              <a:t> </a:t>
            </a:r>
            <a:r>
              <a:rPr lang="fr-CA" sz="1100" kern="100">
                <a:latin typeface="+mn-lt"/>
                <a:ea typeface="Times New Roman" panose="02020603050405020304" pitchFamily="18" charset="0"/>
              </a:rPr>
              <a:t>no</a:t>
            </a:r>
            <a:r>
              <a:rPr lang="fr-CA" sz="1100" i="1" kern="100">
                <a:latin typeface="+mn-lt"/>
                <a:ea typeface="Times New Roman" panose="02020603050405020304" pitchFamily="18" charset="0"/>
              </a:rPr>
              <a:t> </a:t>
            </a:r>
            <a:r>
              <a:rPr lang="fr-CA" sz="1100" kern="100">
                <a:latin typeface="+mn-lt"/>
                <a:ea typeface="Times New Roman" panose="02020603050405020304" pitchFamily="18" charset="0"/>
              </a:rPr>
              <a:t>3, p. 185-211.</a:t>
            </a:r>
          </a:p>
          <a:p>
            <a:pPr defTabSz="1000645"/>
            <a:endParaRPr lang="fr-CA" sz="1100" kern="100">
              <a:latin typeface="+mn-lt"/>
              <a:ea typeface="Times New Roman" panose="02020603050405020304" pitchFamily="18" charset="0"/>
            </a:endParaRPr>
          </a:p>
          <a:p>
            <a:pPr defTabSz="1000645"/>
            <a:r>
              <a:rPr lang="en-US" sz="1100">
                <a:latin typeface="+mn-lt"/>
              </a:rPr>
              <a:t>Presents a framework for emotional intelligence, a set of skills hypothesized to contribute to the accurate appraisal and expression of emotion, the effective regulation of emotion, and the use of feelings to motivate, plan, and achieve. Adaptive vs maladaptive qualities of emotion are discussed. The literature on intelligence, and especially social intelligence, is reviewed to examine the place of emotion in traditional intelligence conceptions. A framework for integrating the research on emotion-related skills is then described. </a:t>
            </a:r>
            <a:endParaRPr lang="fr-CA" sz="1100" kern="100">
              <a:latin typeface="+mn-lt"/>
              <a:ea typeface="Times New Roman" panose="02020603050405020304" pitchFamily="18" charset="0"/>
            </a:endParaRPr>
          </a:p>
        </p:txBody>
      </p:sp>
      <p:sp>
        <p:nvSpPr>
          <p:cNvPr id="4" name="Espace réservé du pied de page 3"/>
          <p:cNvSpPr>
            <a:spLocks noGrp="1"/>
          </p:cNvSpPr>
          <p:nvPr>
            <p:ph type="ftr" sz="quarter" idx="4"/>
          </p:nvPr>
        </p:nvSpPr>
        <p:spPr/>
        <p:txBody>
          <a:bodyPr/>
          <a:lstStyle/>
          <a:p>
            <a:endParaRPr lang="fr-CA"/>
          </a:p>
        </p:txBody>
      </p:sp>
      <p:sp>
        <p:nvSpPr>
          <p:cNvPr id="5" name="Espace réservé du numéro de diapositive 4"/>
          <p:cNvSpPr>
            <a:spLocks noGrp="1"/>
          </p:cNvSpPr>
          <p:nvPr>
            <p:ph type="sldNum" sz="quarter" idx="5"/>
          </p:nvPr>
        </p:nvSpPr>
        <p:spPr/>
        <p:txBody>
          <a:bodyPr/>
          <a:lstStyle/>
          <a:p>
            <a:fld id="{7C8BC42A-5C03-431D-B855-CCCF13E3B37E}" type="slidenum">
              <a:rPr lang="fr-CA" smtClean="0"/>
              <a:pPr/>
              <a:t>12</a:t>
            </a:fld>
            <a:endParaRPr lang="fr-CA"/>
          </a:p>
        </p:txBody>
      </p:sp>
    </p:spTree>
    <p:extLst>
      <p:ext uri="{BB962C8B-B14F-4D97-AF65-F5344CB8AC3E}">
        <p14:creationId xmlns:p14="http://schemas.microsoft.com/office/powerpoint/2010/main" val="42282146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leu HEC - Page titre avec image ">
    <p:spTree>
      <p:nvGrpSpPr>
        <p:cNvPr id="1" name=""/>
        <p:cNvGrpSpPr/>
        <p:nvPr/>
      </p:nvGrpSpPr>
      <p:grpSpPr>
        <a:xfrm>
          <a:off x="0" y="0"/>
          <a:ext cx="0" cy="0"/>
          <a:chOff x="0" y="0"/>
          <a:chExt cx="0" cy="0"/>
        </a:xfrm>
      </p:grpSpPr>
      <p:pic>
        <p:nvPicPr>
          <p:cNvPr id="9" name="Imag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8453" y="1429407"/>
            <a:ext cx="8187094" cy="3802117"/>
          </a:xfrm>
          <a:prstGeom prst="rect">
            <a:avLst/>
          </a:prstGeom>
        </p:spPr>
      </p:pic>
      <p:sp>
        <p:nvSpPr>
          <p:cNvPr id="2" name="Titre 1"/>
          <p:cNvSpPr>
            <a:spLocks noGrp="1"/>
          </p:cNvSpPr>
          <p:nvPr>
            <p:ph type="ctrTitle" hasCustomPrompt="1"/>
          </p:nvPr>
        </p:nvSpPr>
        <p:spPr>
          <a:xfrm>
            <a:off x="478800" y="1429200"/>
            <a:ext cx="5274000" cy="1458000"/>
          </a:xfrm>
          <a:solidFill>
            <a:schemeClr val="accent1">
              <a:alpha val="80000"/>
            </a:schemeClr>
          </a:solidFill>
        </p:spPr>
        <p:txBody>
          <a:bodyPr bIns="72000">
            <a:normAutofit/>
          </a:bodyPr>
          <a:lstStyle>
            <a:lvl1pPr>
              <a:defRPr sz="3000" baseline="0">
                <a:solidFill>
                  <a:schemeClr val="accent2"/>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chemeClr val="accent1">
              <a:alpha val="80000"/>
            </a:schemeClr>
          </a:solidFill>
        </p:spPr>
        <p:txBody>
          <a:bodyPr anchor="ctr" anchorCtr="0">
            <a:normAutofit/>
          </a:bodyPr>
          <a:lstStyle>
            <a:lvl1pPr marL="0" indent="0" algn="l">
              <a:buNone/>
              <a:defRPr sz="1500">
                <a:solidFill>
                  <a:schemeClr val="accent2"/>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11" name="Espace réservé du pied de page 10"/>
          <p:cNvSpPr>
            <a:spLocks noGrp="1"/>
          </p:cNvSpPr>
          <p:nvPr>
            <p:ph type="ftr" sz="quarter" idx="14"/>
          </p:nvPr>
        </p:nvSpPr>
        <p:spPr>
          <a:xfrm>
            <a:off x="478452" y="5029200"/>
            <a:ext cx="7674948" cy="199149"/>
          </a:xfrm>
          <a:prstGeom prst="rect">
            <a:avLst/>
          </a:prstGeom>
          <a:solidFill>
            <a:schemeClr val="accent1"/>
          </a:solidFill>
        </p:spPr>
        <p:txBody>
          <a:bodyPr anchor="ctr"/>
          <a:lstStyle>
            <a:lvl1pPr algn="l">
              <a:defRPr sz="1083" cap="all" baseline="0">
                <a:solidFill>
                  <a:schemeClr val="bg1"/>
                </a:solidFill>
              </a:defRPr>
            </a:lvl1pPr>
          </a:lstStyle>
          <a:p>
            <a:r>
              <a:rPr lang="fr-CA" dirty="0">
                <a:solidFill>
                  <a:srgbClr val="FFFFFF"/>
                </a:solidFill>
              </a:rPr>
              <a:t>@2025. Marie-Christine ALBERT. Tous droits réservés.</a:t>
            </a:r>
          </a:p>
        </p:txBody>
      </p:sp>
    </p:spTree>
    <p:extLst>
      <p:ext uri="{BB962C8B-B14F-4D97-AF65-F5344CB8AC3E}">
        <p14:creationId xmlns:p14="http://schemas.microsoft.com/office/powerpoint/2010/main" val="4107955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Bleu HEC - Page titre avec fond uni">
    <p:spTree>
      <p:nvGrpSpPr>
        <p:cNvPr id="1" name=""/>
        <p:cNvGrpSpPr/>
        <p:nvPr/>
      </p:nvGrpSpPr>
      <p:grpSpPr>
        <a:xfrm>
          <a:off x="0" y="0"/>
          <a:ext cx="0" cy="0"/>
          <a:chOff x="0" y="0"/>
          <a:chExt cx="0" cy="0"/>
        </a:xfrm>
      </p:grpSpPr>
      <p:sp>
        <p:nvSpPr>
          <p:cNvPr id="8" name="Rectangle 7"/>
          <p:cNvSpPr/>
          <p:nvPr/>
        </p:nvSpPr>
        <p:spPr>
          <a:xfrm>
            <a:off x="478454" y="1429201"/>
            <a:ext cx="8187095" cy="37991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2" name="Titre 1"/>
          <p:cNvSpPr>
            <a:spLocks noGrp="1"/>
          </p:cNvSpPr>
          <p:nvPr>
            <p:ph type="ctrTitle" hasCustomPrompt="1"/>
          </p:nvPr>
        </p:nvSpPr>
        <p:spPr>
          <a:xfrm>
            <a:off x="478800" y="1429200"/>
            <a:ext cx="5274000" cy="1458000"/>
          </a:xfrm>
          <a:solidFill>
            <a:srgbClr val="009FDF"/>
          </a:solidFill>
        </p:spPr>
        <p:txBody>
          <a:bodyPr bIns="72000">
            <a:normAutofit/>
          </a:bodyPr>
          <a:lstStyle>
            <a:lvl1pPr>
              <a:defRPr sz="3000" baseline="0">
                <a:solidFill>
                  <a:schemeClr val="accent2"/>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rgbClr val="009FDF"/>
          </a:solidFill>
        </p:spPr>
        <p:txBody>
          <a:bodyPr anchor="ctr" anchorCtr="0">
            <a:normAutofit/>
          </a:bodyPr>
          <a:lstStyle>
            <a:lvl1pPr marL="0" indent="0" algn="l">
              <a:buNone/>
              <a:defRPr sz="1500">
                <a:solidFill>
                  <a:schemeClr val="accent2"/>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12" name="Espace réservé du pied de page 10"/>
          <p:cNvSpPr>
            <a:spLocks noGrp="1"/>
          </p:cNvSpPr>
          <p:nvPr>
            <p:ph type="ftr" sz="quarter" idx="14"/>
          </p:nvPr>
        </p:nvSpPr>
        <p:spPr>
          <a:xfrm>
            <a:off x="478452" y="5028294"/>
            <a:ext cx="2789288" cy="200055"/>
          </a:xfrm>
          <a:prstGeom prst="rect">
            <a:avLst/>
          </a:prstGeom>
          <a:solidFill>
            <a:schemeClr val="accent1"/>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530950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Bleu HEC - Page titre image à ajouter">
    <p:spTree>
      <p:nvGrpSpPr>
        <p:cNvPr id="1" name=""/>
        <p:cNvGrpSpPr/>
        <p:nvPr/>
      </p:nvGrpSpPr>
      <p:grpSpPr>
        <a:xfrm>
          <a:off x="0" y="0"/>
          <a:ext cx="0" cy="0"/>
          <a:chOff x="0" y="0"/>
          <a:chExt cx="0" cy="0"/>
        </a:xfrm>
      </p:grpSpPr>
      <p:sp>
        <p:nvSpPr>
          <p:cNvPr id="5" name="Espace réservé pour une image  4"/>
          <p:cNvSpPr>
            <a:spLocks noGrp="1"/>
          </p:cNvSpPr>
          <p:nvPr>
            <p:ph type="pic" sz="quarter" idx="15"/>
          </p:nvPr>
        </p:nvSpPr>
        <p:spPr>
          <a:xfrm>
            <a:off x="477840" y="1428750"/>
            <a:ext cx="8175095" cy="3798888"/>
          </a:xfrm>
        </p:spPr>
        <p:txBody>
          <a:bodyPr anchor="ctr"/>
          <a:lstStyle>
            <a:lvl1pPr marL="0" indent="0" algn="ctr">
              <a:buNone/>
              <a:defRPr/>
            </a:lvl1pPr>
          </a:lstStyle>
          <a:p>
            <a:r>
              <a:rPr lang="fr-FR"/>
              <a:t>Cliquez sur l'icône pour ajouter une image</a:t>
            </a:r>
            <a:endParaRPr lang="fr-CA"/>
          </a:p>
        </p:txBody>
      </p:sp>
      <p:sp>
        <p:nvSpPr>
          <p:cNvPr id="2" name="Titre 1"/>
          <p:cNvSpPr>
            <a:spLocks noGrp="1"/>
          </p:cNvSpPr>
          <p:nvPr>
            <p:ph type="ctrTitle" hasCustomPrompt="1"/>
          </p:nvPr>
        </p:nvSpPr>
        <p:spPr>
          <a:xfrm>
            <a:off x="478800" y="1429200"/>
            <a:ext cx="5274000" cy="1458000"/>
          </a:xfrm>
          <a:solidFill>
            <a:schemeClr val="accent1">
              <a:alpha val="80000"/>
            </a:schemeClr>
          </a:solidFill>
        </p:spPr>
        <p:txBody>
          <a:bodyPr bIns="72000">
            <a:normAutofit/>
          </a:bodyPr>
          <a:lstStyle>
            <a:lvl1pPr>
              <a:defRPr sz="3000" baseline="0">
                <a:solidFill>
                  <a:schemeClr val="accent2"/>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chemeClr val="accent1">
              <a:alpha val="80000"/>
            </a:schemeClr>
          </a:solidFill>
        </p:spPr>
        <p:txBody>
          <a:bodyPr anchor="ctr" anchorCtr="0">
            <a:normAutofit/>
          </a:bodyPr>
          <a:lstStyle>
            <a:lvl1pPr marL="0" indent="0" algn="l">
              <a:buNone/>
              <a:defRPr sz="1500">
                <a:solidFill>
                  <a:schemeClr val="accent2"/>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9" name="Espace réservé du pied de page 10"/>
          <p:cNvSpPr>
            <a:spLocks noGrp="1"/>
          </p:cNvSpPr>
          <p:nvPr>
            <p:ph type="ftr" sz="quarter" idx="14"/>
          </p:nvPr>
        </p:nvSpPr>
        <p:spPr>
          <a:xfrm>
            <a:off x="478452" y="5028294"/>
            <a:ext cx="2789288" cy="200055"/>
          </a:xfrm>
          <a:prstGeom prst="rect">
            <a:avLst/>
          </a:prstGeom>
          <a:solidFill>
            <a:schemeClr val="accent1"/>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756406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Bleu HEC - Page section avec images">
    <p:spTree>
      <p:nvGrpSpPr>
        <p:cNvPr id="1" name=""/>
        <p:cNvGrpSpPr/>
        <p:nvPr/>
      </p:nvGrpSpPr>
      <p:grpSpPr>
        <a:xfrm>
          <a:off x="0" y="0"/>
          <a:ext cx="0" cy="0"/>
          <a:chOff x="0" y="0"/>
          <a:chExt cx="0" cy="0"/>
        </a:xfrm>
      </p:grpSpPr>
      <p:sp>
        <p:nvSpPr>
          <p:cNvPr id="4" name="Rectangle 3"/>
          <p:cNvSpPr/>
          <p:nvPr/>
        </p:nvSpPr>
        <p:spPr>
          <a:xfrm>
            <a:off x="2062066" y="3664688"/>
            <a:ext cx="6603135" cy="156683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en-US" sz="1500">
              <a:solidFill>
                <a:srgbClr val="FFFFFF"/>
              </a:solidFill>
            </a:endParaRPr>
          </a:p>
        </p:txBody>
      </p:sp>
      <p:pic>
        <p:nvPicPr>
          <p:cNvPr id="8" name="Image 7"/>
          <p:cNvPicPr>
            <a:picLocks noChangeAspect="1"/>
          </p:cNvPicPr>
          <p:nvPr/>
        </p:nvPicPr>
        <p:blipFill rotWithShape="1">
          <a:blip r:embed="rId2" cstate="print">
            <a:extLst>
              <a:ext uri="{28A0092B-C50C-407E-A947-70E740481C1C}">
                <a14:useLocalDpi xmlns:a14="http://schemas.microsoft.com/office/drawing/2010/main" val="0"/>
              </a:ext>
            </a:extLst>
          </a:blip>
          <a:srcRect l="39943" t="-818" b="1229"/>
          <a:stretch/>
        </p:blipFill>
        <p:spPr>
          <a:xfrm>
            <a:off x="5840963" y="1410586"/>
            <a:ext cx="2824582" cy="2161954"/>
          </a:xfrm>
          <a:prstGeom prst="rect">
            <a:avLst/>
          </a:prstGeom>
        </p:spPr>
      </p:pic>
      <p:sp>
        <p:nvSpPr>
          <p:cNvPr id="2" name="Titre 1"/>
          <p:cNvSpPr>
            <a:spLocks noGrp="1"/>
          </p:cNvSpPr>
          <p:nvPr>
            <p:ph type="title" hasCustomPrompt="1"/>
          </p:nvPr>
        </p:nvSpPr>
        <p:spPr>
          <a:xfrm>
            <a:off x="478800" y="1429199"/>
            <a:ext cx="5274000" cy="1458000"/>
          </a:xfrm>
          <a:solidFill>
            <a:schemeClr val="accent1"/>
          </a:solidFill>
        </p:spPr>
        <p:txBody>
          <a:bodyPr vert="horz" lIns="91440" tIns="45720" rIns="91440" bIns="72000" rtlCol="0" anchor="ctr">
            <a:normAutofit/>
          </a:bodyPr>
          <a:lstStyle>
            <a:lvl1pPr algn="l" defTabSz="761970" rtl="0" eaLnBrk="1" latinLnBrk="0" hangingPunct="1">
              <a:spcBef>
                <a:spcPct val="0"/>
              </a:spcBef>
              <a:buNone/>
              <a:defRPr lang="fr-CA" sz="3000" b="1" kern="1200" baseline="0" dirty="0">
                <a:solidFill>
                  <a:schemeClr val="accent2"/>
                </a:solidFill>
                <a:latin typeface="+mj-lt"/>
                <a:ea typeface="+mj-ea"/>
                <a:cs typeface="+mj-cs"/>
              </a:defRPr>
            </a:lvl1pPr>
          </a:lstStyle>
          <a:p>
            <a:pPr lvl="0"/>
            <a:r>
              <a:rPr lang="fr-FR" dirty="0"/>
              <a:t>Espace</a:t>
            </a:r>
            <a:br>
              <a:rPr lang="fr-FR" dirty="0"/>
            </a:br>
            <a:r>
              <a:rPr lang="fr-FR" dirty="0"/>
              <a:t>titre section</a:t>
            </a:r>
          </a:p>
        </p:txBody>
      </p:sp>
      <p:sp>
        <p:nvSpPr>
          <p:cNvPr id="3" name="Espace réservé du texte 2"/>
          <p:cNvSpPr>
            <a:spLocks noGrp="1"/>
          </p:cNvSpPr>
          <p:nvPr>
            <p:ph type="body" idx="1" hasCustomPrompt="1"/>
          </p:nvPr>
        </p:nvSpPr>
        <p:spPr>
          <a:xfrm>
            <a:off x="478800" y="2962656"/>
            <a:ext cx="5266800" cy="609884"/>
          </a:xfrm>
          <a:solidFill>
            <a:schemeClr val="accent1"/>
          </a:solidFill>
        </p:spPr>
        <p:txBody>
          <a:bodyPr vert="horz" lIns="91440" tIns="45720" rIns="91440" bIns="45720" rtlCol="0" anchor="ctr" anchorCtr="0">
            <a:normAutofit/>
          </a:bodyPr>
          <a:lstStyle>
            <a:lvl1pPr marL="0" indent="0" algn="l" defTabSz="761970" rtl="0" eaLnBrk="1" latinLnBrk="0" hangingPunct="1">
              <a:spcBef>
                <a:spcPct val="20000"/>
              </a:spcBef>
              <a:buClr>
                <a:schemeClr val="accent2"/>
              </a:buClr>
              <a:buSzPct val="125000"/>
              <a:buFont typeface="Arial" pitchFamily="34" charset="0"/>
              <a:buNone/>
              <a:defRPr lang="fr-FR" sz="1500" kern="1200" baseline="0" smtClean="0">
                <a:solidFill>
                  <a:schemeClr val="accent2"/>
                </a:solidFill>
                <a:latin typeface="+mn-lt"/>
                <a:ea typeface="+mn-ea"/>
                <a:cs typeface="+mn-cs"/>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fr-FR" dirty="0"/>
              <a:t>Espace sous-titre  (facultatif)</a:t>
            </a:r>
          </a:p>
        </p:txBody>
      </p:sp>
      <p:pic>
        <p:nvPicPr>
          <p:cNvPr id="13" name="Image 7"/>
          <p:cNvPicPr>
            <a:picLocks noChangeAspect="1"/>
          </p:cNvPicPr>
          <p:nvPr/>
        </p:nvPicPr>
        <p:blipFill rotWithShape="1">
          <a:blip r:embed="rId2" cstate="print">
            <a:extLst>
              <a:ext uri="{28A0092B-C50C-407E-A947-70E740481C1C}">
                <a14:useLocalDpi xmlns:a14="http://schemas.microsoft.com/office/drawing/2010/main" val="0"/>
              </a:ext>
            </a:extLst>
          </a:blip>
          <a:srcRect l="5886" t="33067" r="64658" b="901"/>
          <a:stretch/>
        </p:blipFill>
        <p:spPr>
          <a:xfrm>
            <a:off x="489600" y="3664688"/>
            <a:ext cx="1497820" cy="1566835"/>
          </a:xfrm>
          <a:prstGeom prst="rect">
            <a:avLst/>
          </a:prstGeom>
        </p:spPr>
      </p:pic>
    </p:spTree>
    <p:extLst>
      <p:ext uri="{BB962C8B-B14F-4D97-AF65-F5344CB8AC3E}">
        <p14:creationId xmlns:p14="http://schemas.microsoft.com/office/powerpoint/2010/main" val="427129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Bleu HEC - Page section sans image">
    <p:spTree>
      <p:nvGrpSpPr>
        <p:cNvPr id="1" name=""/>
        <p:cNvGrpSpPr/>
        <p:nvPr/>
      </p:nvGrpSpPr>
      <p:grpSpPr>
        <a:xfrm>
          <a:off x="0" y="0"/>
          <a:ext cx="0" cy="0"/>
          <a:chOff x="0" y="0"/>
          <a:chExt cx="0" cy="0"/>
        </a:xfrm>
      </p:grpSpPr>
      <p:sp>
        <p:nvSpPr>
          <p:cNvPr id="4" name="Rectangle 3"/>
          <p:cNvSpPr/>
          <p:nvPr/>
        </p:nvSpPr>
        <p:spPr>
          <a:xfrm>
            <a:off x="2062066" y="3664688"/>
            <a:ext cx="6603135" cy="156683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en-US" sz="1500">
              <a:solidFill>
                <a:srgbClr val="FFFFFF"/>
              </a:solidFill>
            </a:endParaRPr>
          </a:p>
        </p:txBody>
      </p:sp>
      <p:sp>
        <p:nvSpPr>
          <p:cNvPr id="2" name="Titre 1"/>
          <p:cNvSpPr>
            <a:spLocks noGrp="1"/>
          </p:cNvSpPr>
          <p:nvPr>
            <p:ph type="title" hasCustomPrompt="1"/>
          </p:nvPr>
        </p:nvSpPr>
        <p:spPr>
          <a:xfrm>
            <a:off x="478800" y="1429199"/>
            <a:ext cx="5274000" cy="1458000"/>
          </a:xfrm>
          <a:solidFill>
            <a:schemeClr val="accent1"/>
          </a:solidFill>
        </p:spPr>
        <p:txBody>
          <a:bodyPr vert="horz" lIns="91440" tIns="45720" rIns="91440" bIns="72000" rtlCol="0" anchor="ctr">
            <a:normAutofit/>
          </a:bodyPr>
          <a:lstStyle>
            <a:lvl1pPr algn="l" defTabSz="761970" rtl="0" eaLnBrk="1" latinLnBrk="0" hangingPunct="1">
              <a:spcBef>
                <a:spcPct val="0"/>
              </a:spcBef>
              <a:buNone/>
              <a:defRPr lang="fr-CA" sz="3000" b="1" kern="1200" baseline="0" dirty="0">
                <a:solidFill>
                  <a:schemeClr val="accent2"/>
                </a:solidFill>
                <a:latin typeface="+mj-lt"/>
                <a:ea typeface="+mj-ea"/>
                <a:cs typeface="+mj-cs"/>
              </a:defRPr>
            </a:lvl1pPr>
          </a:lstStyle>
          <a:p>
            <a:pPr lvl="0"/>
            <a:r>
              <a:rPr lang="fr-FR" dirty="0"/>
              <a:t>Espace</a:t>
            </a:r>
            <a:br>
              <a:rPr lang="fr-FR" dirty="0"/>
            </a:br>
            <a:r>
              <a:rPr lang="fr-FR" dirty="0"/>
              <a:t>titre section</a:t>
            </a:r>
          </a:p>
        </p:txBody>
      </p:sp>
      <p:sp>
        <p:nvSpPr>
          <p:cNvPr id="3" name="Espace réservé du texte 2"/>
          <p:cNvSpPr>
            <a:spLocks noGrp="1"/>
          </p:cNvSpPr>
          <p:nvPr>
            <p:ph type="body" idx="1" hasCustomPrompt="1"/>
          </p:nvPr>
        </p:nvSpPr>
        <p:spPr>
          <a:xfrm>
            <a:off x="478800" y="2962656"/>
            <a:ext cx="5266800" cy="609884"/>
          </a:xfrm>
          <a:solidFill>
            <a:schemeClr val="accent1"/>
          </a:solidFill>
        </p:spPr>
        <p:txBody>
          <a:bodyPr vert="horz" lIns="91440" tIns="45720" rIns="91440" bIns="45720" rtlCol="0" anchor="ctr" anchorCtr="0">
            <a:normAutofit/>
          </a:bodyPr>
          <a:lstStyle>
            <a:lvl1pPr marL="0" indent="0" algn="l" defTabSz="761970" rtl="0" eaLnBrk="1" latinLnBrk="0" hangingPunct="1">
              <a:spcBef>
                <a:spcPct val="20000"/>
              </a:spcBef>
              <a:buClr>
                <a:schemeClr val="accent2"/>
              </a:buClr>
              <a:buSzPct val="125000"/>
              <a:buFont typeface="Arial" pitchFamily="34" charset="0"/>
              <a:buNone/>
              <a:defRPr lang="fr-FR" sz="1500" kern="1200" baseline="0" smtClean="0">
                <a:solidFill>
                  <a:schemeClr val="accent2"/>
                </a:solidFill>
                <a:latin typeface="+mn-lt"/>
                <a:ea typeface="+mn-ea"/>
                <a:cs typeface="+mn-cs"/>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fr-FR" dirty="0"/>
              <a:t>Espace sous-titre  (facultatif)</a:t>
            </a:r>
          </a:p>
        </p:txBody>
      </p:sp>
      <p:sp>
        <p:nvSpPr>
          <p:cNvPr id="9" name="Rectangle 8"/>
          <p:cNvSpPr/>
          <p:nvPr/>
        </p:nvSpPr>
        <p:spPr>
          <a:xfrm>
            <a:off x="5838833" y="1429200"/>
            <a:ext cx="2826366" cy="21433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10" name="Rectangle 9"/>
          <p:cNvSpPr/>
          <p:nvPr/>
        </p:nvSpPr>
        <p:spPr>
          <a:xfrm>
            <a:off x="478800" y="3664688"/>
            <a:ext cx="1508620" cy="15668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Tree>
    <p:extLst>
      <p:ext uri="{BB962C8B-B14F-4D97-AF65-F5344CB8AC3E}">
        <p14:creationId xmlns:p14="http://schemas.microsoft.com/office/powerpoint/2010/main" val="1889566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urquoise - Page titre avec image ">
    <p:spTree>
      <p:nvGrpSpPr>
        <p:cNvPr id="1" name=""/>
        <p:cNvGrpSpPr/>
        <p:nvPr/>
      </p:nvGrpSpPr>
      <p:grpSpPr>
        <a:xfrm>
          <a:off x="0" y="0"/>
          <a:ext cx="0" cy="0"/>
          <a:chOff x="0" y="0"/>
          <a:chExt cx="0" cy="0"/>
        </a:xfrm>
      </p:grpSpPr>
      <p:pic>
        <p:nvPicPr>
          <p:cNvPr id="8" name="Imag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453" y="1432837"/>
            <a:ext cx="8187094" cy="3795257"/>
          </a:xfrm>
          <a:prstGeom prst="rect">
            <a:avLst/>
          </a:prstGeom>
        </p:spPr>
      </p:pic>
      <p:sp>
        <p:nvSpPr>
          <p:cNvPr id="2" name="Titre 1"/>
          <p:cNvSpPr>
            <a:spLocks noGrp="1"/>
          </p:cNvSpPr>
          <p:nvPr>
            <p:ph type="ctrTitle" hasCustomPrompt="1"/>
          </p:nvPr>
        </p:nvSpPr>
        <p:spPr>
          <a:xfrm>
            <a:off x="478800" y="1429200"/>
            <a:ext cx="5274000" cy="1458000"/>
          </a:xfrm>
          <a:solidFill>
            <a:schemeClr val="accent5">
              <a:alpha val="80000"/>
            </a:schemeClr>
          </a:solidFill>
        </p:spPr>
        <p:txBody>
          <a:bodyPr bIns="72000">
            <a:normAutofit/>
          </a:bodyPr>
          <a:lstStyle>
            <a:lvl1pPr>
              <a:defRPr sz="3000" baseline="0">
                <a:solidFill>
                  <a:schemeClr val="accent2"/>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chemeClr val="accent5">
              <a:alpha val="80000"/>
            </a:schemeClr>
          </a:solidFill>
        </p:spPr>
        <p:txBody>
          <a:bodyPr anchor="ctr" anchorCtr="0">
            <a:normAutofit/>
          </a:bodyPr>
          <a:lstStyle>
            <a:lvl1pPr marL="0" indent="0" algn="l">
              <a:buNone/>
              <a:defRPr sz="1500">
                <a:solidFill>
                  <a:schemeClr val="accent2"/>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9" name="Espace réservé du pied de page 10"/>
          <p:cNvSpPr>
            <a:spLocks noGrp="1"/>
          </p:cNvSpPr>
          <p:nvPr>
            <p:ph type="ftr" sz="quarter" idx="14"/>
          </p:nvPr>
        </p:nvSpPr>
        <p:spPr>
          <a:xfrm>
            <a:off x="478452" y="5028294"/>
            <a:ext cx="2789288" cy="200055"/>
          </a:xfrm>
          <a:prstGeom prst="rect">
            <a:avLst/>
          </a:prstGeom>
          <a:solidFill>
            <a:schemeClr val="accent5"/>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1233063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Turquoise - Page titre avec fond uni">
    <p:spTree>
      <p:nvGrpSpPr>
        <p:cNvPr id="1" name=""/>
        <p:cNvGrpSpPr/>
        <p:nvPr/>
      </p:nvGrpSpPr>
      <p:grpSpPr>
        <a:xfrm>
          <a:off x="0" y="0"/>
          <a:ext cx="0" cy="0"/>
          <a:chOff x="0" y="0"/>
          <a:chExt cx="0" cy="0"/>
        </a:xfrm>
      </p:grpSpPr>
      <p:sp>
        <p:nvSpPr>
          <p:cNvPr id="4" name="Rectangle 3"/>
          <p:cNvSpPr/>
          <p:nvPr/>
        </p:nvSpPr>
        <p:spPr>
          <a:xfrm>
            <a:off x="478454" y="1429201"/>
            <a:ext cx="8187095" cy="37991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2" name="Titre 1"/>
          <p:cNvSpPr>
            <a:spLocks noGrp="1"/>
          </p:cNvSpPr>
          <p:nvPr>
            <p:ph type="ctrTitle" hasCustomPrompt="1"/>
          </p:nvPr>
        </p:nvSpPr>
        <p:spPr>
          <a:xfrm>
            <a:off x="478800" y="1429200"/>
            <a:ext cx="5274000" cy="1458000"/>
          </a:xfrm>
          <a:solidFill>
            <a:srgbClr val="00C1D5"/>
          </a:solidFill>
        </p:spPr>
        <p:txBody>
          <a:bodyPr bIns="72000">
            <a:normAutofit/>
          </a:bodyPr>
          <a:lstStyle>
            <a:lvl1pPr>
              <a:defRPr sz="3000" baseline="0">
                <a:solidFill>
                  <a:schemeClr val="accent2"/>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rgbClr val="00C1D5"/>
          </a:solidFill>
        </p:spPr>
        <p:txBody>
          <a:bodyPr anchor="ctr" anchorCtr="0">
            <a:normAutofit/>
          </a:bodyPr>
          <a:lstStyle>
            <a:lvl1pPr marL="0" indent="0" algn="l">
              <a:buNone/>
              <a:defRPr sz="1500">
                <a:solidFill>
                  <a:schemeClr val="accent2"/>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9" name="Espace réservé du pied de page 10"/>
          <p:cNvSpPr>
            <a:spLocks noGrp="1"/>
          </p:cNvSpPr>
          <p:nvPr>
            <p:ph type="ftr" sz="quarter" idx="14"/>
          </p:nvPr>
        </p:nvSpPr>
        <p:spPr>
          <a:xfrm>
            <a:off x="478452" y="5028294"/>
            <a:ext cx="2789288" cy="200055"/>
          </a:xfrm>
          <a:prstGeom prst="rect">
            <a:avLst/>
          </a:prstGeom>
          <a:solidFill>
            <a:schemeClr val="accent5"/>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3051744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urquoise - Page titre avec image à ajouter ">
    <p:spTree>
      <p:nvGrpSpPr>
        <p:cNvPr id="1" name=""/>
        <p:cNvGrpSpPr/>
        <p:nvPr/>
      </p:nvGrpSpPr>
      <p:grpSpPr>
        <a:xfrm>
          <a:off x="0" y="0"/>
          <a:ext cx="0" cy="0"/>
          <a:chOff x="0" y="0"/>
          <a:chExt cx="0" cy="0"/>
        </a:xfrm>
      </p:grpSpPr>
      <p:sp>
        <p:nvSpPr>
          <p:cNvPr id="5" name="Espace réservé pour une image  4"/>
          <p:cNvSpPr>
            <a:spLocks noGrp="1"/>
          </p:cNvSpPr>
          <p:nvPr>
            <p:ph type="pic" sz="quarter" idx="15"/>
          </p:nvPr>
        </p:nvSpPr>
        <p:spPr>
          <a:xfrm>
            <a:off x="477840" y="1428750"/>
            <a:ext cx="8175095" cy="3798888"/>
          </a:xfrm>
        </p:spPr>
        <p:txBody>
          <a:bodyPr anchor="ctr"/>
          <a:lstStyle>
            <a:lvl1pPr marL="0" indent="0" algn="ctr">
              <a:buNone/>
              <a:defRPr/>
            </a:lvl1pPr>
          </a:lstStyle>
          <a:p>
            <a:r>
              <a:rPr lang="fr-FR"/>
              <a:t>Cliquez sur l'icône pour ajouter une image</a:t>
            </a:r>
            <a:endParaRPr lang="fr-CA"/>
          </a:p>
        </p:txBody>
      </p:sp>
      <p:sp>
        <p:nvSpPr>
          <p:cNvPr id="2" name="Titre 1"/>
          <p:cNvSpPr>
            <a:spLocks noGrp="1"/>
          </p:cNvSpPr>
          <p:nvPr>
            <p:ph type="ctrTitle" hasCustomPrompt="1"/>
          </p:nvPr>
        </p:nvSpPr>
        <p:spPr>
          <a:xfrm>
            <a:off x="478800" y="1429200"/>
            <a:ext cx="5274000" cy="1458000"/>
          </a:xfrm>
          <a:solidFill>
            <a:schemeClr val="accent5">
              <a:alpha val="80000"/>
            </a:schemeClr>
          </a:solidFill>
        </p:spPr>
        <p:txBody>
          <a:bodyPr bIns="72000">
            <a:normAutofit/>
          </a:bodyPr>
          <a:lstStyle>
            <a:lvl1pPr>
              <a:defRPr sz="3000" baseline="0">
                <a:solidFill>
                  <a:schemeClr val="accent2"/>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chemeClr val="accent5">
              <a:alpha val="80000"/>
            </a:schemeClr>
          </a:solidFill>
        </p:spPr>
        <p:txBody>
          <a:bodyPr anchor="ctr" anchorCtr="0">
            <a:normAutofit/>
          </a:bodyPr>
          <a:lstStyle>
            <a:lvl1pPr marL="0" indent="0" algn="l">
              <a:buNone/>
              <a:defRPr sz="1500">
                <a:solidFill>
                  <a:schemeClr val="accent2"/>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8" name="Espace réservé du pied de page 10"/>
          <p:cNvSpPr>
            <a:spLocks noGrp="1"/>
          </p:cNvSpPr>
          <p:nvPr>
            <p:ph type="ftr" sz="quarter" idx="14"/>
          </p:nvPr>
        </p:nvSpPr>
        <p:spPr>
          <a:xfrm>
            <a:off x="478452" y="5028294"/>
            <a:ext cx="2789288" cy="200055"/>
          </a:xfrm>
          <a:prstGeom prst="rect">
            <a:avLst/>
          </a:prstGeom>
          <a:solidFill>
            <a:schemeClr val="accent5"/>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2299194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secHead" preserve="1">
  <p:cSld name="Turquoise - Page section avec image">
    <p:spTree>
      <p:nvGrpSpPr>
        <p:cNvPr id="1" name=""/>
        <p:cNvGrpSpPr/>
        <p:nvPr/>
      </p:nvGrpSpPr>
      <p:grpSpPr>
        <a:xfrm>
          <a:off x="0" y="0"/>
          <a:ext cx="0" cy="0"/>
          <a:chOff x="0" y="0"/>
          <a:chExt cx="0" cy="0"/>
        </a:xfrm>
      </p:grpSpPr>
      <p:pic>
        <p:nvPicPr>
          <p:cNvPr id="9" name="Image 7"/>
          <p:cNvPicPr>
            <a:picLocks noChangeAspect="1"/>
          </p:cNvPicPr>
          <p:nvPr/>
        </p:nvPicPr>
        <p:blipFill rotWithShape="1">
          <a:blip r:embed="rId2">
            <a:extLst>
              <a:ext uri="{28A0092B-C50C-407E-A947-70E740481C1C}">
                <a14:useLocalDpi xmlns:a14="http://schemas.microsoft.com/office/drawing/2010/main" val="0"/>
              </a:ext>
            </a:extLst>
          </a:blip>
          <a:srcRect l="38370" r="1"/>
          <a:stretch/>
        </p:blipFill>
        <p:spPr>
          <a:xfrm>
            <a:off x="5831633" y="1429200"/>
            <a:ext cx="2833914" cy="2143340"/>
          </a:xfrm>
          <a:prstGeom prst="rect">
            <a:avLst/>
          </a:prstGeom>
        </p:spPr>
      </p:pic>
      <p:sp>
        <p:nvSpPr>
          <p:cNvPr id="5" name="Rectangle 4"/>
          <p:cNvSpPr/>
          <p:nvPr/>
        </p:nvSpPr>
        <p:spPr>
          <a:xfrm>
            <a:off x="478800" y="3664688"/>
            <a:ext cx="1508620" cy="15668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4" name="Rectangle 3"/>
          <p:cNvSpPr/>
          <p:nvPr/>
        </p:nvSpPr>
        <p:spPr>
          <a:xfrm>
            <a:off x="2062066" y="3664688"/>
            <a:ext cx="6603135" cy="156683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en-US" sz="1500">
              <a:solidFill>
                <a:srgbClr val="FFFFFF"/>
              </a:solidFill>
            </a:endParaRPr>
          </a:p>
        </p:txBody>
      </p:sp>
      <p:sp>
        <p:nvSpPr>
          <p:cNvPr id="2" name="Titre 1"/>
          <p:cNvSpPr>
            <a:spLocks noGrp="1"/>
          </p:cNvSpPr>
          <p:nvPr>
            <p:ph type="title" hasCustomPrompt="1"/>
          </p:nvPr>
        </p:nvSpPr>
        <p:spPr>
          <a:xfrm>
            <a:off x="478800" y="1429199"/>
            <a:ext cx="5274000" cy="1458000"/>
          </a:xfrm>
          <a:solidFill>
            <a:schemeClr val="accent5"/>
          </a:solidFill>
        </p:spPr>
        <p:txBody>
          <a:bodyPr vert="horz" lIns="91440" tIns="45720" rIns="91440" bIns="72000" rtlCol="0" anchor="ctr">
            <a:normAutofit/>
          </a:bodyPr>
          <a:lstStyle>
            <a:lvl1pPr algn="l" defTabSz="761970" rtl="0" eaLnBrk="1" latinLnBrk="0" hangingPunct="1">
              <a:spcBef>
                <a:spcPct val="0"/>
              </a:spcBef>
              <a:buNone/>
              <a:defRPr lang="fr-CA" sz="3000" b="1" kern="1200" baseline="0" dirty="0">
                <a:solidFill>
                  <a:schemeClr val="accent2"/>
                </a:solidFill>
                <a:latin typeface="+mj-lt"/>
                <a:ea typeface="+mj-ea"/>
                <a:cs typeface="+mj-cs"/>
              </a:defRPr>
            </a:lvl1pPr>
          </a:lstStyle>
          <a:p>
            <a:pPr lvl="0"/>
            <a:r>
              <a:rPr lang="fr-FR" dirty="0"/>
              <a:t>Espace</a:t>
            </a:r>
            <a:br>
              <a:rPr lang="fr-FR" dirty="0"/>
            </a:br>
            <a:r>
              <a:rPr lang="fr-FR" dirty="0"/>
              <a:t>titre section</a:t>
            </a:r>
          </a:p>
        </p:txBody>
      </p:sp>
      <p:sp>
        <p:nvSpPr>
          <p:cNvPr id="3" name="Espace réservé du texte 2"/>
          <p:cNvSpPr>
            <a:spLocks noGrp="1"/>
          </p:cNvSpPr>
          <p:nvPr>
            <p:ph type="body" idx="1" hasCustomPrompt="1"/>
          </p:nvPr>
        </p:nvSpPr>
        <p:spPr>
          <a:xfrm>
            <a:off x="478800" y="2962656"/>
            <a:ext cx="5266800" cy="609884"/>
          </a:xfrm>
          <a:solidFill>
            <a:schemeClr val="accent5"/>
          </a:solidFill>
        </p:spPr>
        <p:txBody>
          <a:bodyPr vert="horz" lIns="91440" tIns="45720" rIns="91440" bIns="45720" rtlCol="0" anchor="ctr" anchorCtr="0">
            <a:normAutofit/>
          </a:bodyPr>
          <a:lstStyle>
            <a:lvl1pPr marL="0" indent="0" algn="l" defTabSz="761970" rtl="0" eaLnBrk="1" latinLnBrk="0" hangingPunct="1">
              <a:spcBef>
                <a:spcPct val="20000"/>
              </a:spcBef>
              <a:buClr>
                <a:schemeClr val="accent2"/>
              </a:buClr>
              <a:buSzPct val="125000"/>
              <a:buFont typeface="Arial" pitchFamily="34" charset="0"/>
              <a:buNone/>
              <a:defRPr lang="fr-FR" sz="1667" kern="1200" baseline="0" smtClean="0">
                <a:solidFill>
                  <a:schemeClr val="accent2"/>
                </a:solidFill>
                <a:latin typeface="+mn-lt"/>
                <a:ea typeface="+mn-ea"/>
                <a:cs typeface="+mn-cs"/>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fr-FR" dirty="0"/>
              <a:t>Espace sous-titre  (facultatif)</a:t>
            </a:r>
          </a:p>
        </p:txBody>
      </p:sp>
    </p:spTree>
    <p:extLst>
      <p:ext uri="{BB962C8B-B14F-4D97-AF65-F5344CB8AC3E}">
        <p14:creationId xmlns:p14="http://schemas.microsoft.com/office/powerpoint/2010/main" val="1781996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urquoise - Page section sans image">
    <p:spTree>
      <p:nvGrpSpPr>
        <p:cNvPr id="1" name=""/>
        <p:cNvGrpSpPr/>
        <p:nvPr/>
      </p:nvGrpSpPr>
      <p:grpSpPr>
        <a:xfrm>
          <a:off x="0" y="0"/>
          <a:ext cx="0" cy="0"/>
          <a:chOff x="0" y="0"/>
          <a:chExt cx="0" cy="0"/>
        </a:xfrm>
      </p:grpSpPr>
      <p:sp>
        <p:nvSpPr>
          <p:cNvPr id="8" name="Rectangle 7"/>
          <p:cNvSpPr/>
          <p:nvPr/>
        </p:nvSpPr>
        <p:spPr>
          <a:xfrm>
            <a:off x="5838833" y="1429200"/>
            <a:ext cx="2826366" cy="21433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5" name="Rectangle 4"/>
          <p:cNvSpPr/>
          <p:nvPr/>
        </p:nvSpPr>
        <p:spPr>
          <a:xfrm>
            <a:off x="478800" y="3664688"/>
            <a:ext cx="1508620" cy="15668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4" name="Rectangle 3"/>
          <p:cNvSpPr/>
          <p:nvPr/>
        </p:nvSpPr>
        <p:spPr>
          <a:xfrm>
            <a:off x="2062066" y="3664688"/>
            <a:ext cx="6603135" cy="156683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en-US" sz="1500">
              <a:solidFill>
                <a:srgbClr val="FFFFFF"/>
              </a:solidFill>
            </a:endParaRPr>
          </a:p>
        </p:txBody>
      </p:sp>
      <p:sp>
        <p:nvSpPr>
          <p:cNvPr id="2" name="Titre 1"/>
          <p:cNvSpPr>
            <a:spLocks noGrp="1"/>
          </p:cNvSpPr>
          <p:nvPr>
            <p:ph type="title" hasCustomPrompt="1"/>
          </p:nvPr>
        </p:nvSpPr>
        <p:spPr>
          <a:xfrm>
            <a:off x="478800" y="1429199"/>
            <a:ext cx="5274000" cy="1458000"/>
          </a:xfrm>
          <a:solidFill>
            <a:schemeClr val="accent5"/>
          </a:solidFill>
        </p:spPr>
        <p:txBody>
          <a:bodyPr vert="horz" lIns="91440" tIns="45720" rIns="91440" bIns="72000" rtlCol="0" anchor="ctr">
            <a:normAutofit/>
          </a:bodyPr>
          <a:lstStyle>
            <a:lvl1pPr algn="l" defTabSz="761970" rtl="0" eaLnBrk="1" latinLnBrk="0" hangingPunct="1">
              <a:spcBef>
                <a:spcPct val="0"/>
              </a:spcBef>
              <a:buNone/>
              <a:defRPr lang="fr-CA" sz="3000" b="1" kern="1200" baseline="0" dirty="0">
                <a:solidFill>
                  <a:schemeClr val="accent2"/>
                </a:solidFill>
                <a:latin typeface="+mj-lt"/>
                <a:ea typeface="+mj-ea"/>
                <a:cs typeface="+mj-cs"/>
              </a:defRPr>
            </a:lvl1pPr>
          </a:lstStyle>
          <a:p>
            <a:pPr lvl="0"/>
            <a:r>
              <a:rPr lang="fr-FR" dirty="0"/>
              <a:t>Espace</a:t>
            </a:r>
            <a:br>
              <a:rPr lang="fr-FR" dirty="0"/>
            </a:br>
            <a:r>
              <a:rPr lang="fr-FR" dirty="0"/>
              <a:t>titre section</a:t>
            </a:r>
          </a:p>
        </p:txBody>
      </p:sp>
      <p:sp>
        <p:nvSpPr>
          <p:cNvPr id="3" name="Espace réservé du texte 2"/>
          <p:cNvSpPr>
            <a:spLocks noGrp="1"/>
          </p:cNvSpPr>
          <p:nvPr>
            <p:ph type="body" idx="1" hasCustomPrompt="1"/>
          </p:nvPr>
        </p:nvSpPr>
        <p:spPr>
          <a:xfrm>
            <a:off x="478800" y="2962656"/>
            <a:ext cx="5266800" cy="609884"/>
          </a:xfrm>
          <a:solidFill>
            <a:schemeClr val="accent5"/>
          </a:solidFill>
        </p:spPr>
        <p:txBody>
          <a:bodyPr vert="horz" lIns="91440" tIns="45720" rIns="91440" bIns="45720" rtlCol="0" anchor="ctr" anchorCtr="0">
            <a:normAutofit/>
          </a:bodyPr>
          <a:lstStyle>
            <a:lvl1pPr marL="0" indent="0" algn="l" defTabSz="761970" rtl="0" eaLnBrk="1" latinLnBrk="0" hangingPunct="1">
              <a:spcBef>
                <a:spcPct val="20000"/>
              </a:spcBef>
              <a:buClr>
                <a:schemeClr val="accent2"/>
              </a:buClr>
              <a:buSzPct val="125000"/>
              <a:buFont typeface="Arial" pitchFamily="34" charset="0"/>
              <a:buNone/>
              <a:defRPr lang="fr-FR" sz="1667" kern="1200" baseline="0" smtClean="0">
                <a:solidFill>
                  <a:schemeClr val="accent2"/>
                </a:solidFill>
                <a:latin typeface="+mn-lt"/>
                <a:ea typeface="+mn-ea"/>
                <a:cs typeface="+mn-cs"/>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fr-FR" dirty="0"/>
              <a:t>Espace sous-titre  (facultatif)</a:t>
            </a:r>
          </a:p>
        </p:txBody>
      </p:sp>
    </p:spTree>
    <p:extLst>
      <p:ext uri="{BB962C8B-B14F-4D97-AF65-F5344CB8AC3E}">
        <p14:creationId xmlns:p14="http://schemas.microsoft.com/office/powerpoint/2010/main" val="18543021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Bleu - Page titre avec image">
    <p:spTree>
      <p:nvGrpSpPr>
        <p:cNvPr id="1" name=""/>
        <p:cNvGrpSpPr/>
        <p:nvPr/>
      </p:nvGrpSpPr>
      <p:grpSpPr>
        <a:xfrm>
          <a:off x="0" y="0"/>
          <a:ext cx="0" cy="0"/>
          <a:chOff x="0" y="0"/>
          <a:chExt cx="0" cy="0"/>
        </a:xfrm>
      </p:grpSpPr>
      <p:pic>
        <p:nvPicPr>
          <p:cNvPr id="9" name="Imag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454" y="1432837"/>
            <a:ext cx="8187092" cy="3795257"/>
          </a:xfrm>
          <a:prstGeom prst="rect">
            <a:avLst/>
          </a:prstGeom>
        </p:spPr>
      </p:pic>
      <p:sp>
        <p:nvSpPr>
          <p:cNvPr id="2" name="Titre 1"/>
          <p:cNvSpPr>
            <a:spLocks noGrp="1"/>
          </p:cNvSpPr>
          <p:nvPr>
            <p:ph type="ctrTitle" hasCustomPrompt="1"/>
          </p:nvPr>
        </p:nvSpPr>
        <p:spPr>
          <a:xfrm>
            <a:off x="478800" y="1429200"/>
            <a:ext cx="5274000" cy="1458000"/>
          </a:xfrm>
          <a:solidFill>
            <a:schemeClr val="accent6">
              <a:alpha val="80000"/>
            </a:schemeClr>
          </a:solidFill>
        </p:spPr>
        <p:txBody>
          <a:bodyPr bIns="72000">
            <a:normAutofit/>
          </a:bodyPr>
          <a:lstStyle>
            <a:lvl1pPr>
              <a:defRPr sz="3000" baseline="0">
                <a:solidFill>
                  <a:schemeClr val="bg1"/>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rgbClr val="005EB8">
              <a:alpha val="80000"/>
            </a:srgbClr>
          </a:solidFill>
        </p:spPr>
        <p:txBody>
          <a:bodyPr anchor="ctr" anchorCtr="0">
            <a:normAutofit/>
          </a:bodyPr>
          <a:lstStyle>
            <a:lvl1pPr marL="0" indent="0" algn="l">
              <a:buNone/>
              <a:defRPr sz="1500">
                <a:solidFill>
                  <a:schemeClr val="bg1"/>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8" name="Espace réservé du pied de page 10"/>
          <p:cNvSpPr>
            <a:spLocks noGrp="1"/>
          </p:cNvSpPr>
          <p:nvPr>
            <p:ph type="ftr" sz="quarter" idx="14"/>
          </p:nvPr>
        </p:nvSpPr>
        <p:spPr>
          <a:xfrm>
            <a:off x="478452" y="5028294"/>
            <a:ext cx="2789288" cy="200055"/>
          </a:xfrm>
          <a:prstGeom prst="rect">
            <a:avLst/>
          </a:prstGeom>
          <a:solidFill>
            <a:schemeClr val="accent6"/>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447831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Bleu - Page titre avec fond uni">
    <p:spTree>
      <p:nvGrpSpPr>
        <p:cNvPr id="1" name=""/>
        <p:cNvGrpSpPr/>
        <p:nvPr/>
      </p:nvGrpSpPr>
      <p:grpSpPr>
        <a:xfrm>
          <a:off x="0" y="0"/>
          <a:ext cx="0" cy="0"/>
          <a:chOff x="0" y="0"/>
          <a:chExt cx="0" cy="0"/>
        </a:xfrm>
      </p:grpSpPr>
      <p:sp>
        <p:nvSpPr>
          <p:cNvPr id="8" name="Rectangle 7"/>
          <p:cNvSpPr/>
          <p:nvPr/>
        </p:nvSpPr>
        <p:spPr>
          <a:xfrm>
            <a:off x="478454" y="1429201"/>
            <a:ext cx="8187095" cy="37991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2" name="Titre 1"/>
          <p:cNvSpPr>
            <a:spLocks noGrp="1"/>
          </p:cNvSpPr>
          <p:nvPr>
            <p:ph type="ctrTitle" hasCustomPrompt="1"/>
          </p:nvPr>
        </p:nvSpPr>
        <p:spPr>
          <a:xfrm>
            <a:off x="478800" y="1429200"/>
            <a:ext cx="5274000" cy="1458000"/>
          </a:xfrm>
          <a:solidFill>
            <a:srgbClr val="005EB8"/>
          </a:solidFill>
        </p:spPr>
        <p:txBody>
          <a:bodyPr bIns="72000">
            <a:normAutofit/>
          </a:bodyPr>
          <a:lstStyle>
            <a:lvl1pPr>
              <a:defRPr sz="3000" baseline="0">
                <a:solidFill>
                  <a:schemeClr val="bg1"/>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rgbClr val="005EB8"/>
          </a:solidFill>
        </p:spPr>
        <p:txBody>
          <a:bodyPr anchor="ctr" anchorCtr="0">
            <a:normAutofit/>
          </a:bodyPr>
          <a:lstStyle>
            <a:lvl1pPr marL="0" indent="0" algn="l">
              <a:buNone/>
              <a:defRPr sz="1500">
                <a:solidFill>
                  <a:schemeClr val="bg1"/>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9" name="Espace réservé du pied de page 10"/>
          <p:cNvSpPr>
            <a:spLocks noGrp="1"/>
          </p:cNvSpPr>
          <p:nvPr>
            <p:ph type="ftr" sz="quarter" idx="14"/>
          </p:nvPr>
        </p:nvSpPr>
        <p:spPr>
          <a:xfrm>
            <a:off x="478452" y="5028294"/>
            <a:ext cx="2789288" cy="200055"/>
          </a:xfrm>
          <a:prstGeom prst="rect">
            <a:avLst/>
          </a:prstGeom>
          <a:solidFill>
            <a:schemeClr val="accent6"/>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9536750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Bleu - Page titre avec image à ajouter ">
    <p:spTree>
      <p:nvGrpSpPr>
        <p:cNvPr id="1" name=""/>
        <p:cNvGrpSpPr/>
        <p:nvPr/>
      </p:nvGrpSpPr>
      <p:grpSpPr>
        <a:xfrm>
          <a:off x="0" y="0"/>
          <a:ext cx="0" cy="0"/>
          <a:chOff x="0" y="0"/>
          <a:chExt cx="0" cy="0"/>
        </a:xfrm>
      </p:grpSpPr>
      <p:sp>
        <p:nvSpPr>
          <p:cNvPr id="5" name="Espace réservé pour une image  4"/>
          <p:cNvSpPr>
            <a:spLocks noGrp="1"/>
          </p:cNvSpPr>
          <p:nvPr>
            <p:ph type="pic" sz="quarter" idx="15"/>
          </p:nvPr>
        </p:nvSpPr>
        <p:spPr>
          <a:xfrm>
            <a:off x="477840" y="1428750"/>
            <a:ext cx="8175095" cy="3798888"/>
          </a:xfrm>
        </p:spPr>
        <p:txBody>
          <a:bodyPr anchor="ctr"/>
          <a:lstStyle>
            <a:lvl1pPr marL="0" indent="0" algn="ctr">
              <a:buNone/>
              <a:defRPr/>
            </a:lvl1pPr>
          </a:lstStyle>
          <a:p>
            <a:r>
              <a:rPr lang="fr-FR"/>
              <a:t>Cliquez sur l'icône pour ajouter une image</a:t>
            </a:r>
            <a:endParaRPr lang="fr-CA"/>
          </a:p>
        </p:txBody>
      </p:sp>
      <p:sp>
        <p:nvSpPr>
          <p:cNvPr id="2" name="Titre 1"/>
          <p:cNvSpPr>
            <a:spLocks noGrp="1"/>
          </p:cNvSpPr>
          <p:nvPr>
            <p:ph type="ctrTitle" hasCustomPrompt="1"/>
          </p:nvPr>
        </p:nvSpPr>
        <p:spPr>
          <a:xfrm>
            <a:off x="478800" y="1429200"/>
            <a:ext cx="5274000" cy="1458000"/>
          </a:xfrm>
          <a:solidFill>
            <a:srgbClr val="005EB8">
              <a:alpha val="80000"/>
            </a:srgbClr>
          </a:solidFill>
        </p:spPr>
        <p:txBody>
          <a:bodyPr bIns="72000">
            <a:normAutofit/>
          </a:bodyPr>
          <a:lstStyle>
            <a:lvl1pPr>
              <a:defRPr sz="3000" baseline="0">
                <a:solidFill>
                  <a:schemeClr val="bg1"/>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rgbClr val="005EB8">
              <a:alpha val="80000"/>
            </a:srgbClr>
          </a:solidFill>
        </p:spPr>
        <p:txBody>
          <a:bodyPr anchor="ctr" anchorCtr="0">
            <a:normAutofit/>
          </a:bodyPr>
          <a:lstStyle>
            <a:lvl1pPr marL="0" indent="0" algn="l">
              <a:buNone/>
              <a:defRPr sz="1500">
                <a:solidFill>
                  <a:schemeClr val="bg1"/>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9" name="Espace réservé du pied de page 10"/>
          <p:cNvSpPr>
            <a:spLocks noGrp="1"/>
          </p:cNvSpPr>
          <p:nvPr>
            <p:ph type="ftr" sz="quarter" idx="14"/>
          </p:nvPr>
        </p:nvSpPr>
        <p:spPr>
          <a:xfrm>
            <a:off x="478452" y="5028294"/>
            <a:ext cx="2789288" cy="200055"/>
          </a:xfrm>
          <a:prstGeom prst="rect">
            <a:avLst/>
          </a:prstGeom>
          <a:solidFill>
            <a:schemeClr val="accent6"/>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28147824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Bleu - Page section avec images">
    <p:spTree>
      <p:nvGrpSpPr>
        <p:cNvPr id="1" name=""/>
        <p:cNvGrpSpPr/>
        <p:nvPr/>
      </p:nvGrpSpPr>
      <p:grpSpPr>
        <a:xfrm>
          <a:off x="0" y="0"/>
          <a:ext cx="0" cy="0"/>
          <a:chOff x="0" y="0"/>
          <a:chExt cx="0" cy="0"/>
        </a:xfrm>
      </p:grpSpPr>
      <p:pic>
        <p:nvPicPr>
          <p:cNvPr id="11" name="Image 7"/>
          <p:cNvPicPr>
            <a:picLocks noChangeAspect="1"/>
          </p:cNvPicPr>
          <p:nvPr/>
        </p:nvPicPr>
        <p:blipFill rotWithShape="1">
          <a:blip r:embed="rId2">
            <a:extLst>
              <a:ext uri="{28A0092B-C50C-407E-A947-70E740481C1C}">
                <a14:useLocalDpi xmlns:a14="http://schemas.microsoft.com/office/drawing/2010/main" val="0"/>
              </a:ext>
            </a:extLst>
          </a:blip>
          <a:srcRect l="38468" r="2"/>
          <a:stretch/>
        </p:blipFill>
        <p:spPr>
          <a:xfrm>
            <a:off x="5831636" y="1430373"/>
            <a:ext cx="2833565" cy="2142167"/>
          </a:xfrm>
          <a:prstGeom prst="rect">
            <a:avLst/>
          </a:prstGeom>
        </p:spPr>
      </p:pic>
      <p:sp>
        <p:nvSpPr>
          <p:cNvPr id="5" name="Rectangle 4"/>
          <p:cNvSpPr/>
          <p:nvPr/>
        </p:nvSpPr>
        <p:spPr>
          <a:xfrm>
            <a:off x="478800" y="3664688"/>
            <a:ext cx="1508620" cy="15668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4" name="Rectangle 3"/>
          <p:cNvSpPr/>
          <p:nvPr/>
        </p:nvSpPr>
        <p:spPr>
          <a:xfrm>
            <a:off x="2062066" y="3664688"/>
            <a:ext cx="6603135" cy="156683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en-US" sz="1500">
              <a:solidFill>
                <a:srgbClr val="FFFFFF"/>
              </a:solidFill>
            </a:endParaRPr>
          </a:p>
        </p:txBody>
      </p:sp>
      <p:sp>
        <p:nvSpPr>
          <p:cNvPr id="2" name="Titre 1"/>
          <p:cNvSpPr>
            <a:spLocks noGrp="1"/>
          </p:cNvSpPr>
          <p:nvPr>
            <p:ph type="title" hasCustomPrompt="1"/>
          </p:nvPr>
        </p:nvSpPr>
        <p:spPr>
          <a:xfrm>
            <a:off x="478800" y="1429199"/>
            <a:ext cx="5274000" cy="1458000"/>
          </a:xfrm>
          <a:solidFill>
            <a:schemeClr val="accent6"/>
          </a:solidFill>
        </p:spPr>
        <p:txBody>
          <a:bodyPr vert="horz" lIns="91440" tIns="45720" rIns="91440" bIns="72000" rtlCol="0" anchor="ctr">
            <a:normAutofit/>
          </a:bodyPr>
          <a:lstStyle>
            <a:lvl1pPr algn="l" defTabSz="761970" rtl="0" eaLnBrk="1" latinLnBrk="0" hangingPunct="1">
              <a:spcBef>
                <a:spcPct val="0"/>
              </a:spcBef>
              <a:buNone/>
              <a:defRPr lang="fr-CA" sz="3000" b="1" kern="1200" baseline="0" dirty="0">
                <a:solidFill>
                  <a:schemeClr val="bg1"/>
                </a:solidFill>
                <a:latin typeface="+mj-lt"/>
                <a:ea typeface="+mj-ea"/>
                <a:cs typeface="+mj-cs"/>
              </a:defRPr>
            </a:lvl1pPr>
          </a:lstStyle>
          <a:p>
            <a:pPr lvl="0"/>
            <a:r>
              <a:rPr lang="fr-FR" dirty="0"/>
              <a:t>Espace</a:t>
            </a:r>
            <a:br>
              <a:rPr lang="fr-FR" dirty="0"/>
            </a:br>
            <a:r>
              <a:rPr lang="fr-FR" dirty="0"/>
              <a:t>titre section</a:t>
            </a:r>
          </a:p>
        </p:txBody>
      </p:sp>
      <p:sp>
        <p:nvSpPr>
          <p:cNvPr id="3" name="Espace réservé du texte 2"/>
          <p:cNvSpPr>
            <a:spLocks noGrp="1"/>
          </p:cNvSpPr>
          <p:nvPr>
            <p:ph type="body" idx="1" hasCustomPrompt="1"/>
          </p:nvPr>
        </p:nvSpPr>
        <p:spPr>
          <a:xfrm>
            <a:off x="478800" y="2962656"/>
            <a:ext cx="5266800" cy="609884"/>
          </a:xfrm>
          <a:solidFill>
            <a:schemeClr val="accent6"/>
          </a:solidFill>
        </p:spPr>
        <p:txBody>
          <a:bodyPr vert="horz" lIns="91440" tIns="45720" rIns="91440" bIns="45720" rtlCol="0" anchor="ctr" anchorCtr="0">
            <a:normAutofit/>
          </a:bodyPr>
          <a:lstStyle>
            <a:lvl1pPr marL="0" indent="0" algn="l" defTabSz="761970" rtl="0" eaLnBrk="1" latinLnBrk="0" hangingPunct="1">
              <a:spcBef>
                <a:spcPct val="20000"/>
              </a:spcBef>
              <a:buClr>
                <a:schemeClr val="accent2"/>
              </a:buClr>
              <a:buSzPct val="125000"/>
              <a:buFont typeface="Arial" pitchFamily="34" charset="0"/>
              <a:buNone/>
              <a:defRPr lang="fr-FR" sz="1667" kern="1200" baseline="0" smtClean="0">
                <a:solidFill>
                  <a:schemeClr val="bg1"/>
                </a:solidFill>
                <a:latin typeface="+mn-lt"/>
                <a:ea typeface="+mn-ea"/>
                <a:cs typeface="+mn-cs"/>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fr-FR" dirty="0"/>
              <a:t>Espace sous-titre  (facultatif)</a:t>
            </a:r>
          </a:p>
        </p:txBody>
      </p:sp>
      <p:pic>
        <p:nvPicPr>
          <p:cNvPr id="8" name="Image 7"/>
          <p:cNvPicPr>
            <a:picLocks noChangeAspect="1"/>
          </p:cNvPicPr>
          <p:nvPr/>
        </p:nvPicPr>
        <p:blipFill rotWithShape="1">
          <a:blip r:embed="rId2">
            <a:extLst>
              <a:ext uri="{28A0092B-C50C-407E-A947-70E740481C1C}">
                <a14:useLocalDpi xmlns:a14="http://schemas.microsoft.com/office/drawing/2010/main" val="0"/>
              </a:ext>
            </a:extLst>
          </a:blip>
          <a:srcRect l="-1" t="45960" r="75910" b="323"/>
          <a:stretch/>
        </p:blipFill>
        <p:spPr>
          <a:xfrm>
            <a:off x="478801" y="3664688"/>
            <a:ext cx="1508619" cy="1566835"/>
          </a:xfrm>
          <a:prstGeom prst="rect">
            <a:avLst/>
          </a:prstGeom>
        </p:spPr>
      </p:pic>
    </p:spTree>
    <p:extLst>
      <p:ext uri="{BB962C8B-B14F-4D97-AF65-F5344CB8AC3E}">
        <p14:creationId xmlns:p14="http://schemas.microsoft.com/office/powerpoint/2010/main" val="29126610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Bleu - Page section sans image">
    <p:spTree>
      <p:nvGrpSpPr>
        <p:cNvPr id="1" name=""/>
        <p:cNvGrpSpPr/>
        <p:nvPr/>
      </p:nvGrpSpPr>
      <p:grpSpPr>
        <a:xfrm>
          <a:off x="0" y="0"/>
          <a:ext cx="0" cy="0"/>
          <a:chOff x="0" y="0"/>
          <a:chExt cx="0" cy="0"/>
        </a:xfrm>
      </p:grpSpPr>
      <p:sp>
        <p:nvSpPr>
          <p:cNvPr id="5" name="Rectangle 4"/>
          <p:cNvSpPr/>
          <p:nvPr/>
        </p:nvSpPr>
        <p:spPr>
          <a:xfrm>
            <a:off x="478800" y="3664688"/>
            <a:ext cx="1508620" cy="15668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4" name="Rectangle 3"/>
          <p:cNvSpPr/>
          <p:nvPr/>
        </p:nvSpPr>
        <p:spPr>
          <a:xfrm>
            <a:off x="2062066" y="3664688"/>
            <a:ext cx="6603135" cy="156683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en-US" sz="1500">
              <a:solidFill>
                <a:srgbClr val="FFFFFF"/>
              </a:solidFill>
            </a:endParaRPr>
          </a:p>
        </p:txBody>
      </p:sp>
      <p:sp>
        <p:nvSpPr>
          <p:cNvPr id="2" name="Titre 1"/>
          <p:cNvSpPr>
            <a:spLocks noGrp="1"/>
          </p:cNvSpPr>
          <p:nvPr>
            <p:ph type="title" hasCustomPrompt="1"/>
          </p:nvPr>
        </p:nvSpPr>
        <p:spPr>
          <a:xfrm>
            <a:off x="478800" y="1429199"/>
            <a:ext cx="5274000" cy="1458000"/>
          </a:xfrm>
          <a:solidFill>
            <a:schemeClr val="accent6"/>
          </a:solidFill>
        </p:spPr>
        <p:txBody>
          <a:bodyPr vert="horz" lIns="91440" tIns="45720" rIns="91440" bIns="72000" rtlCol="0" anchor="ctr">
            <a:normAutofit/>
          </a:bodyPr>
          <a:lstStyle>
            <a:lvl1pPr algn="l" defTabSz="761970" rtl="0" eaLnBrk="1" latinLnBrk="0" hangingPunct="1">
              <a:spcBef>
                <a:spcPct val="0"/>
              </a:spcBef>
              <a:buNone/>
              <a:defRPr lang="fr-CA" sz="3000" b="1" kern="1200" baseline="0" dirty="0">
                <a:solidFill>
                  <a:schemeClr val="bg1"/>
                </a:solidFill>
                <a:latin typeface="+mj-lt"/>
                <a:ea typeface="+mj-ea"/>
                <a:cs typeface="+mj-cs"/>
              </a:defRPr>
            </a:lvl1pPr>
          </a:lstStyle>
          <a:p>
            <a:pPr lvl="0"/>
            <a:r>
              <a:rPr lang="fr-FR" dirty="0"/>
              <a:t>Espace</a:t>
            </a:r>
            <a:br>
              <a:rPr lang="fr-FR" dirty="0"/>
            </a:br>
            <a:r>
              <a:rPr lang="fr-FR" dirty="0"/>
              <a:t>titre section</a:t>
            </a:r>
          </a:p>
        </p:txBody>
      </p:sp>
      <p:sp>
        <p:nvSpPr>
          <p:cNvPr id="3" name="Espace réservé du texte 2"/>
          <p:cNvSpPr>
            <a:spLocks noGrp="1"/>
          </p:cNvSpPr>
          <p:nvPr>
            <p:ph type="body" idx="1" hasCustomPrompt="1"/>
          </p:nvPr>
        </p:nvSpPr>
        <p:spPr>
          <a:xfrm>
            <a:off x="478800" y="2962656"/>
            <a:ext cx="5266800" cy="609884"/>
          </a:xfrm>
          <a:solidFill>
            <a:schemeClr val="accent6"/>
          </a:solidFill>
        </p:spPr>
        <p:txBody>
          <a:bodyPr vert="horz" lIns="91440" tIns="45720" rIns="91440" bIns="45720" rtlCol="0" anchor="ctr" anchorCtr="0">
            <a:normAutofit/>
          </a:bodyPr>
          <a:lstStyle>
            <a:lvl1pPr marL="0" indent="0" algn="l" defTabSz="761970" rtl="0" eaLnBrk="1" latinLnBrk="0" hangingPunct="1">
              <a:spcBef>
                <a:spcPct val="20000"/>
              </a:spcBef>
              <a:buClr>
                <a:schemeClr val="accent2"/>
              </a:buClr>
              <a:buSzPct val="125000"/>
              <a:buFont typeface="Arial" pitchFamily="34" charset="0"/>
              <a:buNone/>
              <a:defRPr lang="fr-FR" sz="1667" kern="1200" baseline="0" smtClean="0">
                <a:solidFill>
                  <a:schemeClr val="bg1"/>
                </a:solidFill>
                <a:latin typeface="+mn-lt"/>
                <a:ea typeface="+mn-ea"/>
                <a:cs typeface="+mn-cs"/>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fr-FR" dirty="0"/>
              <a:t>Espace sous-titre  (facultatif)</a:t>
            </a:r>
          </a:p>
        </p:txBody>
      </p:sp>
      <p:sp>
        <p:nvSpPr>
          <p:cNvPr id="12" name="Rectangle 11"/>
          <p:cNvSpPr/>
          <p:nvPr/>
        </p:nvSpPr>
        <p:spPr>
          <a:xfrm>
            <a:off x="5838833" y="1429200"/>
            <a:ext cx="2826366" cy="21433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Tree>
    <p:extLst>
      <p:ext uri="{BB962C8B-B14F-4D97-AF65-F5344CB8AC3E}">
        <p14:creationId xmlns:p14="http://schemas.microsoft.com/office/powerpoint/2010/main" val="36267600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reserve="1">
  <p:cSld name="Bleu foncé - Page titre avec image ">
    <p:spTree>
      <p:nvGrpSpPr>
        <p:cNvPr id="1" name=""/>
        <p:cNvGrpSpPr/>
        <p:nvPr/>
      </p:nvGrpSpPr>
      <p:grpSpPr>
        <a:xfrm>
          <a:off x="0" y="0"/>
          <a:ext cx="0" cy="0"/>
          <a:chOff x="0" y="0"/>
          <a:chExt cx="0" cy="0"/>
        </a:xfrm>
      </p:grpSpPr>
      <p:pic>
        <p:nvPicPr>
          <p:cNvPr id="8" name="Imag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454" y="1432837"/>
            <a:ext cx="8187092" cy="3795257"/>
          </a:xfrm>
          <a:prstGeom prst="rect">
            <a:avLst/>
          </a:prstGeom>
        </p:spPr>
      </p:pic>
      <p:sp>
        <p:nvSpPr>
          <p:cNvPr id="2" name="Titre 1"/>
          <p:cNvSpPr>
            <a:spLocks noGrp="1"/>
          </p:cNvSpPr>
          <p:nvPr>
            <p:ph type="ctrTitle" hasCustomPrompt="1"/>
          </p:nvPr>
        </p:nvSpPr>
        <p:spPr>
          <a:xfrm>
            <a:off x="478800" y="1429200"/>
            <a:ext cx="5274000" cy="1458000"/>
          </a:xfrm>
          <a:solidFill>
            <a:schemeClr val="accent2">
              <a:alpha val="80000"/>
            </a:schemeClr>
          </a:solidFill>
        </p:spPr>
        <p:txBody>
          <a:bodyPr bIns="72000">
            <a:normAutofit/>
          </a:bodyPr>
          <a:lstStyle>
            <a:lvl1pPr>
              <a:defRPr sz="3000" baseline="0">
                <a:solidFill>
                  <a:schemeClr val="accent1"/>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chemeClr val="accent2">
              <a:alpha val="80000"/>
            </a:schemeClr>
          </a:solidFill>
        </p:spPr>
        <p:txBody>
          <a:bodyPr anchor="ctr" anchorCtr="0">
            <a:normAutofit/>
          </a:bodyPr>
          <a:lstStyle>
            <a:lvl1pPr marL="0" indent="0" algn="l">
              <a:buNone/>
              <a:defRPr sz="1500">
                <a:solidFill>
                  <a:schemeClr val="accent1"/>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9" name="Espace réservé du pied de page 10"/>
          <p:cNvSpPr>
            <a:spLocks noGrp="1"/>
          </p:cNvSpPr>
          <p:nvPr>
            <p:ph type="ftr" sz="quarter" idx="14"/>
          </p:nvPr>
        </p:nvSpPr>
        <p:spPr>
          <a:xfrm>
            <a:off x="478452" y="5028294"/>
            <a:ext cx="2789288" cy="200055"/>
          </a:xfrm>
          <a:prstGeom prst="rect">
            <a:avLst/>
          </a:prstGeom>
          <a:solidFill>
            <a:schemeClr val="accent2"/>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15703446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Bleu foncé - Page titre avec fond uni">
    <p:spTree>
      <p:nvGrpSpPr>
        <p:cNvPr id="1" name=""/>
        <p:cNvGrpSpPr/>
        <p:nvPr/>
      </p:nvGrpSpPr>
      <p:grpSpPr>
        <a:xfrm>
          <a:off x="0" y="0"/>
          <a:ext cx="0" cy="0"/>
          <a:chOff x="0" y="0"/>
          <a:chExt cx="0" cy="0"/>
        </a:xfrm>
      </p:grpSpPr>
      <p:sp>
        <p:nvSpPr>
          <p:cNvPr id="12" name="Rectangle 11"/>
          <p:cNvSpPr/>
          <p:nvPr/>
        </p:nvSpPr>
        <p:spPr>
          <a:xfrm>
            <a:off x="478454" y="1429201"/>
            <a:ext cx="8187095" cy="37991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pic>
        <p:nvPicPr>
          <p:cNvPr id="7" name="Imag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9" name="Titre 1"/>
          <p:cNvSpPr>
            <a:spLocks noGrp="1"/>
          </p:cNvSpPr>
          <p:nvPr>
            <p:ph type="ctrTitle" hasCustomPrompt="1"/>
          </p:nvPr>
        </p:nvSpPr>
        <p:spPr>
          <a:xfrm>
            <a:off x="478800" y="1429200"/>
            <a:ext cx="5274000" cy="1458000"/>
          </a:xfrm>
          <a:solidFill>
            <a:srgbClr val="003C71"/>
          </a:solidFill>
        </p:spPr>
        <p:txBody>
          <a:bodyPr bIns="72000">
            <a:normAutofit/>
          </a:bodyPr>
          <a:lstStyle>
            <a:lvl1pPr>
              <a:defRPr sz="3000" baseline="0">
                <a:solidFill>
                  <a:schemeClr val="accent1"/>
                </a:solidFill>
              </a:defRPr>
            </a:lvl1pPr>
          </a:lstStyle>
          <a:p>
            <a:r>
              <a:rPr lang="fr-FR" dirty="0"/>
              <a:t>Titre de la séance </a:t>
            </a:r>
            <a:endParaRPr lang="fr-CA" dirty="0"/>
          </a:p>
        </p:txBody>
      </p:sp>
      <p:sp>
        <p:nvSpPr>
          <p:cNvPr id="10" name="Sous-titre 2"/>
          <p:cNvSpPr>
            <a:spLocks noGrp="1"/>
          </p:cNvSpPr>
          <p:nvPr>
            <p:ph type="subTitle" idx="1" hasCustomPrompt="1"/>
          </p:nvPr>
        </p:nvSpPr>
        <p:spPr>
          <a:xfrm>
            <a:off x="478800" y="2962656"/>
            <a:ext cx="5266800" cy="402336"/>
          </a:xfrm>
          <a:solidFill>
            <a:srgbClr val="003C71"/>
          </a:solidFill>
        </p:spPr>
        <p:txBody>
          <a:bodyPr anchor="ctr" anchorCtr="0">
            <a:normAutofit/>
          </a:bodyPr>
          <a:lstStyle>
            <a:lvl1pPr marL="0" indent="0" algn="l">
              <a:buNone/>
              <a:defRPr sz="1500">
                <a:solidFill>
                  <a:schemeClr val="accent1"/>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sp>
        <p:nvSpPr>
          <p:cNvPr id="8" name="Espace réservé du pied de page 10"/>
          <p:cNvSpPr>
            <a:spLocks noGrp="1"/>
          </p:cNvSpPr>
          <p:nvPr>
            <p:ph type="ftr" sz="quarter" idx="14"/>
          </p:nvPr>
        </p:nvSpPr>
        <p:spPr>
          <a:xfrm>
            <a:off x="478452" y="5028294"/>
            <a:ext cx="2789288" cy="200055"/>
          </a:xfrm>
          <a:prstGeom prst="rect">
            <a:avLst/>
          </a:prstGeom>
          <a:solidFill>
            <a:schemeClr val="accent2"/>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30282744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Bleu foncé - Page titre avec image à ajouter">
    <p:spTree>
      <p:nvGrpSpPr>
        <p:cNvPr id="1" name=""/>
        <p:cNvGrpSpPr/>
        <p:nvPr/>
      </p:nvGrpSpPr>
      <p:grpSpPr>
        <a:xfrm>
          <a:off x="0" y="0"/>
          <a:ext cx="0" cy="0"/>
          <a:chOff x="0" y="0"/>
          <a:chExt cx="0" cy="0"/>
        </a:xfrm>
      </p:grpSpPr>
      <p:sp>
        <p:nvSpPr>
          <p:cNvPr id="5" name="Espace réservé pour une image  4"/>
          <p:cNvSpPr>
            <a:spLocks noGrp="1"/>
          </p:cNvSpPr>
          <p:nvPr>
            <p:ph type="pic" sz="quarter" idx="15"/>
          </p:nvPr>
        </p:nvSpPr>
        <p:spPr>
          <a:xfrm>
            <a:off x="477840" y="1428750"/>
            <a:ext cx="8175095" cy="3798888"/>
          </a:xfrm>
        </p:spPr>
        <p:txBody>
          <a:bodyPr anchor="ctr"/>
          <a:lstStyle>
            <a:lvl1pPr marL="0" indent="0" algn="ctr">
              <a:buNone/>
              <a:defRPr/>
            </a:lvl1pPr>
          </a:lstStyle>
          <a:p>
            <a:r>
              <a:rPr lang="fr-FR"/>
              <a:t>Cliquez sur l'icône pour ajouter une image</a:t>
            </a:r>
            <a:endParaRPr lang="fr-CA"/>
          </a:p>
        </p:txBody>
      </p:sp>
      <p:pic>
        <p:nvPicPr>
          <p:cNvPr id="7" name="Imag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9" name="Titre 1"/>
          <p:cNvSpPr>
            <a:spLocks noGrp="1"/>
          </p:cNvSpPr>
          <p:nvPr>
            <p:ph type="ctrTitle" hasCustomPrompt="1"/>
          </p:nvPr>
        </p:nvSpPr>
        <p:spPr>
          <a:xfrm>
            <a:off x="478800" y="1429200"/>
            <a:ext cx="5274000" cy="1458000"/>
          </a:xfrm>
          <a:solidFill>
            <a:schemeClr val="accent2">
              <a:alpha val="80000"/>
            </a:schemeClr>
          </a:solidFill>
        </p:spPr>
        <p:txBody>
          <a:bodyPr bIns="72000">
            <a:normAutofit/>
          </a:bodyPr>
          <a:lstStyle>
            <a:lvl1pPr>
              <a:defRPr sz="3000" baseline="0">
                <a:solidFill>
                  <a:schemeClr val="accent1"/>
                </a:solidFill>
              </a:defRPr>
            </a:lvl1pPr>
          </a:lstStyle>
          <a:p>
            <a:r>
              <a:rPr lang="fr-FR" dirty="0"/>
              <a:t>Titre de la séance </a:t>
            </a:r>
            <a:endParaRPr lang="fr-CA" dirty="0"/>
          </a:p>
        </p:txBody>
      </p:sp>
      <p:sp>
        <p:nvSpPr>
          <p:cNvPr id="10" name="Sous-titre 2"/>
          <p:cNvSpPr>
            <a:spLocks noGrp="1"/>
          </p:cNvSpPr>
          <p:nvPr>
            <p:ph type="subTitle" idx="1" hasCustomPrompt="1"/>
          </p:nvPr>
        </p:nvSpPr>
        <p:spPr>
          <a:xfrm>
            <a:off x="478800" y="2962656"/>
            <a:ext cx="5266800" cy="402336"/>
          </a:xfrm>
          <a:solidFill>
            <a:schemeClr val="accent2">
              <a:alpha val="80000"/>
            </a:schemeClr>
          </a:solidFill>
        </p:spPr>
        <p:txBody>
          <a:bodyPr anchor="ctr" anchorCtr="0">
            <a:normAutofit/>
          </a:bodyPr>
          <a:lstStyle>
            <a:lvl1pPr marL="0" indent="0" algn="l">
              <a:buNone/>
              <a:defRPr sz="1500">
                <a:solidFill>
                  <a:schemeClr val="accent1"/>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sp>
        <p:nvSpPr>
          <p:cNvPr id="8" name="Espace réservé du pied de page 10"/>
          <p:cNvSpPr>
            <a:spLocks noGrp="1"/>
          </p:cNvSpPr>
          <p:nvPr>
            <p:ph type="ftr" sz="quarter" idx="14"/>
          </p:nvPr>
        </p:nvSpPr>
        <p:spPr>
          <a:xfrm>
            <a:off x="478452" y="5028294"/>
            <a:ext cx="2789288" cy="200055"/>
          </a:xfrm>
          <a:prstGeom prst="rect">
            <a:avLst/>
          </a:prstGeom>
          <a:solidFill>
            <a:schemeClr val="accent2"/>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14549268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secHead" preserve="1">
  <p:cSld name="Bleu foncé - Page section avec image ">
    <p:spTree>
      <p:nvGrpSpPr>
        <p:cNvPr id="1" name=""/>
        <p:cNvGrpSpPr/>
        <p:nvPr/>
      </p:nvGrpSpPr>
      <p:grpSpPr>
        <a:xfrm>
          <a:off x="0" y="0"/>
          <a:ext cx="0" cy="0"/>
          <a:chOff x="0" y="0"/>
          <a:chExt cx="0" cy="0"/>
        </a:xfrm>
      </p:grpSpPr>
      <p:pic>
        <p:nvPicPr>
          <p:cNvPr id="10" name="Image 7"/>
          <p:cNvPicPr>
            <a:picLocks noChangeAspect="1"/>
          </p:cNvPicPr>
          <p:nvPr/>
        </p:nvPicPr>
        <p:blipFill rotWithShape="1">
          <a:blip r:embed="rId2">
            <a:extLst>
              <a:ext uri="{28A0092B-C50C-407E-A947-70E740481C1C}">
                <a14:useLocalDpi xmlns:a14="http://schemas.microsoft.com/office/drawing/2010/main" val="0"/>
              </a:ext>
            </a:extLst>
          </a:blip>
          <a:srcRect l="38916" b="837"/>
          <a:stretch/>
        </p:blipFill>
        <p:spPr>
          <a:xfrm>
            <a:off x="5831635" y="1432838"/>
            <a:ext cx="2833913" cy="2139703"/>
          </a:xfrm>
          <a:prstGeom prst="rect">
            <a:avLst/>
          </a:prstGeom>
        </p:spPr>
      </p:pic>
      <p:sp>
        <p:nvSpPr>
          <p:cNvPr id="5" name="Rectangle 4"/>
          <p:cNvSpPr/>
          <p:nvPr/>
        </p:nvSpPr>
        <p:spPr>
          <a:xfrm>
            <a:off x="478800" y="3664688"/>
            <a:ext cx="1508620" cy="156683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4" name="Rectangle 3"/>
          <p:cNvSpPr/>
          <p:nvPr/>
        </p:nvSpPr>
        <p:spPr>
          <a:xfrm>
            <a:off x="2062066" y="3664688"/>
            <a:ext cx="6603135" cy="156683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en-US" sz="1500">
              <a:solidFill>
                <a:srgbClr val="FFFFFF"/>
              </a:solidFill>
            </a:endParaRPr>
          </a:p>
        </p:txBody>
      </p:sp>
      <p:sp>
        <p:nvSpPr>
          <p:cNvPr id="2" name="Titre 1"/>
          <p:cNvSpPr>
            <a:spLocks noGrp="1"/>
          </p:cNvSpPr>
          <p:nvPr>
            <p:ph type="title" hasCustomPrompt="1"/>
          </p:nvPr>
        </p:nvSpPr>
        <p:spPr>
          <a:xfrm>
            <a:off x="478800" y="1429199"/>
            <a:ext cx="5274000" cy="1458000"/>
          </a:xfrm>
          <a:solidFill>
            <a:schemeClr val="accent2"/>
          </a:solidFill>
        </p:spPr>
        <p:txBody>
          <a:bodyPr vert="horz" lIns="91440" tIns="45720" rIns="91440" bIns="72000" rtlCol="0" anchor="ctr">
            <a:normAutofit/>
          </a:bodyPr>
          <a:lstStyle>
            <a:lvl1pPr algn="l" defTabSz="761970" rtl="0" eaLnBrk="1" latinLnBrk="0" hangingPunct="1">
              <a:spcBef>
                <a:spcPct val="0"/>
              </a:spcBef>
              <a:buNone/>
              <a:defRPr lang="fr-CA" sz="3000" b="1" kern="1200" baseline="0" dirty="0">
                <a:solidFill>
                  <a:schemeClr val="accent1"/>
                </a:solidFill>
                <a:latin typeface="+mj-lt"/>
                <a:ea typeface="+mj-ea"/>
                <a:cs typeface="+mj-cs"/>
              </a:defRPr>
            </a:lvl1pPr>
          </a:lstStyle>
          <a:p>
            <a:pPr lvl="0"/>
            <a:r>
              <a:rPr lang="fr-FR" dirty="0"/>
              <a:t>Espace</a:t>
            </a:r>
            <a:br>
              <a:rPr lang="fr-FR" dirty="0"/>
            </a:br>
            <a:r>
              <a:rPr lang="fr-FR" dirty="0"/>
              <a:t>titre section</a:t>
            </a:r>
          </a:p>
        </p:txBody>
      </p:sp>
      <p:sp>
        <p:nvSpPr>
          <p:cNvPr id="3" name="Espace réservé du texte 2"/>
          <p:cNvSpPr>
            <a:spLocks noGrp="1"/>
          </p:cNvSpPr>
          <p:nvPr>
            <p:ph type="body" idx="1" hasCustomPrompt="1"/>
          </p:nvPr>
        </p:nvSpPr>
        <p:spPr>
          <a:xfrm>
            <a:off x="478800" y="2962656"/>
            <a:ext cx="5266800" cy="609884"/>
          </a:xfrm>
          <a:solidFill>
            <a:schemeClr val="accent2"/>
          </a:solidFill>
        </p:spPr>
        <p:txBody>
          <a:bodyPr vert="horz" lIns="91440" tIns="45720" rIns="91440" bIns="45720" rtlCol="0" anchor="ctr" anchorCtr="0">
            <a:normAutofit/>
          </a:bodyPr>
          <a:lstStyle>
            <a:lvl1pPr marL="0" indent="0" algn="l" defTabSz="761970" rtl="0" eaLnBrk="1" latinLnBrk="0" hangingPunct="1">
              <a:spcBef>
                <a:spcPct val="20000"/>
              </a:spcBef>
              <a:buClr>
                <a:schemeClr val="accent2"/>
              </a:buClr>
              <a:buSzPct val="125000"/>
              <a:buFont typeface="Arial" pitchFamily="34" charset="0"/>
              <a:buNone/>
              <a:defRPr lang="fr-FR" sz="1667" kern="1200" baseline="0" smtClean="0">
                <a:solidFill>
                  <a:schemeClr val="accent1"/>
                </a:solidFill>
                <a:latin typeface="+mn-lt"/>
                <a:ea typeface="+mn-ea"/>
                <a:cs typeface="+mn-cs"/>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fr-FR" dirty="0"/>
              <a:t>Espace sous-titre  (facultatif)</a:t>
            </a:r>
          </a:p>
        </p:txBody>
      </p:sp>
    </p:spTree>
    <p:extLst>
      <p:ext uri="{BB962C8B-B14F-4D97-AF65-F5344CB8AC3E}">
        <p14:creationId xmlns:p14="http://schemas.microsoft.com/office/powerpoint/2010/main" val="20803156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secHead" preserve="1">
  <p:cSld name="Bleu foncé - Page section sans image">
    <p:spTree>
      <p:nvGrpSpPr>
        <p:cNvPr id="1" name=""/>
        <p:cNvGrpSpPr/>
        <p:nvPr/>
      </p:nvGrpSpPr>
      <p:grpSpPr>
        <a:xfrm>
          <a:off x="0" y="0"/>
          <a:ext cx="0" cy="0"/>
          <a:chOff x="0" y="0"/>
          <a:chExt cx="0" cy="0"/>
        </a:xfrm>
      </p:grpSpPr>
      <p:sp>
        <p:nvSpPr>
          <p:cNvPr id="8" name="Rectangle 7"/>
          <p:cNvSpPr/>
          <p:nvPr/>
        </p:nvSpPr>
        <p:spPr>
          <a:xfrm>
            <a:off x="5838833" y="1429200"/>
            <a:ext cx="2826366" cy="2143340"/>
          </a:xfrm>
          <a:prstGeom prst="rect">
            <a:avLst/>
          </a:prstGeom>
          <a:solidFill>
            <a:srgbClr val="009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5" name="Rectangle 4"/>
          <p:cNvSpPr/>
          <p:nvPr/>
        </p:nvSpPr>
        <p:spPr>
          <a:xfrm>
            <a:off x="478800" y="3664688"/>
            <a:ext cx="1508620" cy="156683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4" name="Rectangle 3"/>
          <p:cNvSpPr/>
          <p:nvPr/>
        </p:nvSpPr>
        <p:spPr>
          <a:xfrm>
            <a:off x="2062066" y="3664688"/>
            <a:ext cx="6603135" cy="156683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en-US" sz="1500">
              <a:solidFill>
                <a:srgbClr val="FFFFFF"/>
              </a:solidFill>
            </a:endParaRPr>
          </a:p>
        </p:txBody>
      </p:sp>
      <p:sp>
        <p:nvSpPr>
          <p:cNvPr id="2" name="Titre 1"/>
          <p:cNvSpPr>
            <a:spLocks noGrp="1"/>
          </p:cNvSpPr>
          <p:nvPr>
            <p:ph type="title" hasCustomPrompt="1"/>
          </p:nvPr>
        </p:nvSpPr>
        <p:spPr>
          <a:xfrm>
            <a:off x="478800" y="1429199"/>
            <a:ext cx="5274000" cy="1458000"/>
          </a:xfrm>
          <a:solidFill>
            <a:schemeClr val="accent2"/>
          </a:solidFill>
        </p:spPr>
        <p:txBody>
          <a:bodyPr vert="horz" lIns="91440" tIns="45720" rIns="91440" bIns="72000" rtlCol="0" anchor="ctr">
            <a:normAutofit/>
          </a:bodyPr>
          <a:lstStyle>
            <a:lvl1pPr algn="l" defTabSz="761970" rtl="0" eaLnBrk="1" latinLnBrk="0" hangingPunct="1">
              <a:spcBef>
                <a:spcPct val="0"/>
              </a:spcBef>
              <a:buNone/>
              <a:defRPr lang="fr-CA" sz="3000" b="1" kern="1200" baseline="0" dirty="0">
                <a:solidFill>
                  <a:schemeClr val="accent1"/>
                </a:solidFill>
                <a:latin typeface="+mj-lt"/>
                <a:ea typeface="+mj-ea"/>
                <a:cs typeface="+mj-cs"/>
              </a:defRPr>
            </a:lvl1pPr>
          </a:lstStyle>
          <a:p>
            <a:pPr lvl="0"/>
            <a:r>
              <a:rPr lang="fr-FR" dirty="0"/>
              <a:t>Espace</a:t>
            </a:r>
            <a:br>
              <a:rPr lang="fr-FR" dirty="0"/>
            </a:br>
            <a:r>
              <a:rPr lang="fr-FR" dirty="0"/>
              <a:t>titre section</a:t>
            </a:r>
          </a:p>
        </p:txBody>
      </p:sp>
      <p:sp>
        <p:nvSpPr>
          <p:cNvPr id="3" name="Espace réservé du texte 2"/>
          <p:cNvSpPr>
            <a:spLocks noGrp="1"/>
          </p:cNvSpPr>
          <p:nvPr>
            <p:ph type="body" idx="1" hasCustomPrompt="1"/>
          </p:nvPr>
        </p:nvSpPr>
        <p:spPr>
          <a:xfrm>
            <a:off x="478800" y="2962656"/>
            <a:ext cx="5266800" cy="609884"/>
          </a:xfrm>
          <a:solidFill>
            <a:schemeClr val="accent2"/>
          </a:solidFill>
        </p:spPr>
        <p:txBody>
          <a:bodyPr vert="horz" lIns="91440" tIns="45720" rIns="91440" bIns="45720" rtlCol="0" anchor="ctr" anchorCtr="0">
            <a:normAutofit/>
          </a:bodyPr>
          <a:lstStyle>
            <a:lvl1pPr marL="0" indent="0" algn="l" defTabSz="761970" rtl="0" eaLnBrk="1" latinLnBrk="0" hangingPunct="1">
              <a:spcBef>
                <a:spcPct val="20000"/>
              </a:spcBef>
              <a:buClr>
                <a:schemeClr val="accent2"/>
              </a:buClr>
              <a:buSzPct val="125000"/>
              <a:buFont typeface="Arial" pitchFamily="34" charset="0"/>
              <a:buNone/>
              <a:defRPr lang="fr-FR" sz="1667" kern="1200" baseline="0" smtClean="0">
                <a:solidFill>
                  <a:schemeClr val="accent1"/>
                </a:solidFill>
                <a:latin typeface="+mn-lt"/>
                <a:ea typeface="+mn-ea"/>
                <a:cs typeface="+mn-cs"/>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fr-FR" dirty="0"/>
              <a:t>Espace sous-titre  (facultatif)</a:t>
            </a:r>
          </a:p>
        </p:txBody>
      </p:sp>
    </p:spTree>
    <p:extLst>
      <p:ext uri="{BB962C8B-B14F-4D97-AF65-F5344CB8AC3E}">
        <p14:creationId xmlns:p14="http://schemas.microsoft.com/office/powerpoint/2010/main" val="42362816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78800" y="1222310"/>
            <a:ext cx="8186400" cy="4000200"/>
          </a:xfrm>
        </p:spPr>
        <p:txBody>
          <a:bodyPr>
            <a:normAutofit/>
          </a:bodyPr>
          <a:lstStyle>
            <a:lvl1pPr>
              <a:defRPr sz="2000"/>
            </a:lvl1pPr>
          </a:lstStyle>
          <a:p>
            <a:pPr lvl="0"/>
            <a:r>
              <a:rPr lang="fr-FR"/>
              <a:t>Modifiez les styles du texte du masque</a:t>
            </a:r>
          </a:p>
        </p:txBody>
      </p:sp>
      <p:sp>
        <p:nvSpPr>
          <p:cNvPr id="7" name="TextBox 6"/>
          <p:cNvSpPr txBox="1"/>
          <p:nvPr/>
        </p:nvSpPr>
        <p:spPr>
          <a:xfrm>
            <a:off x="346075" y="4765675"/>
            <a:ext cx="914400" cy="914400"/>
          </a:xfrm>
          <a:prstGeom prst="rect">
            <a:avLst/>
          </a:prstGeom>
        </p:spPr>
        <p:txBody>
          <a:bodyPr vert="horz" wrap="none" lIns="76200" tIns="38100" rIns="76200" bIns="38100" rtlCol="0">
            <a:normAutofit/>
          </a:bodyPr>
          <a:lstStyle/>
          <a:p>
            <a:pPr marL="128995" indent="-128995" defTabSz="380985">
              <a:buClr>
                <a:srgbClr val="003C71"/>
              </a:buClr>
              <a:buSzPct val="125000"/>
              <a:buFont typeface="Arial" panose="020B0604020202020204" pitchFamily="34" charset="0"/>
              <a:buChar char="•"/>
            </a:pPr>
            <a:endParaRPr lang="en-US" sz="1392" dirty="0">
              <a:solidFill>
                <a:srgbClr val="000000"/>
              </a:solidFill>
            </a:endParaRPr>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6" name="Espace réservé du numéro de diapositive 5"/>
          <p:cNvSpPr>
            <a:spLocks noGrp="1"/>
          </p:cNvSpPr>
          <p:nvPr>
            <p:ph type="sldNum" sz="quarter" idx="12"/>
          </p:nvPr>
        </p:nvSpPr>
        <p:spPr>
          <a:xfrm>
            <a:off x="372474" y="5384996"/>
            <a:ext cx="464400" cy="136800"/>
          </a:xfrm>
          <a:prstGeom prst="rect">
            <a:avLst/>
          </a:prstGeom>
        </p:spPr>
        <p:txBody>
          <a:bodyPr anchor="t"/>
          <a:lstStyle/>
          <a:p>
            <a:fld id="{77B8E65F-5E3F-4E73-B056-4D0181456FB2}" type="slidenum">
              <a:rPr lang="fr-CA" smtClean="0">
                <a:solidFill>
                  <a:srgbClr val="003C71"/>
                </a:solidFill>
              </a:rPr>
              <a:pPr/>
              <a:t>‹N°›</a:t>
            </a:fld>
            <a:endParaRPr lang="fr-CA">
              <a:solidFill>
                <a:srgbClr val="003C71"/>
              </a:solidFill>
            </a:endParaRPr>
          </a:p>
        </p:txBody>
      </p:sp>
      <p:sp>
        <p:nvSpPr>
          <p:cNvPr id="8" name="Espace réservé du pied de page 4"/>
          <p:cNvSpPr>
            <a:spLocks noGrp="1"/>
          </p:cNvSpPr>
          <p:nvPr>
            <p:ph type="ftr" sz="quarter" idx="3"/>
          </p:nvPr>
        </p:nvSpPr>
        <p:spPr>
          <a:xfrm>
            <a:off x="3124200" y="5314792"/>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dirty="0">
                <a:solidFill>
                  <a:srgbClr val="003C71"/>
                </a:solidFill>
              </a:rPr>
              <a:t>@2025. Marie-Christine ALBERT. Tous droits réservés.</a:t>
            </a:r>
          </a:p>
        </p:txBody>
      </p:sp>
      <p:sp>
        <p:nvSpPr>
          <p:cNvPr id="4" name="Rectangle 3" descr="Marbre liquide blanc et or">
            <a:extLst>
              <a:ext uri="{FF2B5EF4-FFF2-40B4-BE49-F238E27FC236}">
                <a16:creationId xmlns:a16="http://schemas.microsoft.com/office/drawing/2014/main" id="{1BC673FF-D799-55C7-711F-D54B5A8FD60A}"/>
              </a:ext>
            </a:extLst>
          </p:cNvPr>
          <p:cNvSpPr/>
          <p:nvPr userDrawn="1"/>
        </p:nvSpPr>
        <p:spPr>
          <a:xfrm>
            <a:off x="0" y="0"/>
            <a:ext cx="78232" cy="5715000"/>
          </a:xfrm>
          <a:prstGeom prst="rect">
            <a:avLst/>
          </a:prstGeom>
          <a:blipFill dpi="0" rotWithShape="1">
            <a:blip r:embed="rId2"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9" name="Rectangle 8" descr="Marbre liquide blanc et or">
            <a:extLst>
              <a:ext uri="{FF2B5EF4-FFF2-40B4-BE49-F238E27FC236}">
                <a16:creationId xmlns:a16="http://schemas.microsoft.com/office/drawing/2014/main" id="{E3A552FD-B3CA-91CF-AA89-BF8F9B1766AA}"/>
              </a:ext>
            </a:extLst>
          </p:cNvPr>
          <p:cNvSpPr/>
          <p:nvPr userDrawn="1"/>
        </p:nvSpPr>
        <p:spPr>
          <a:xfrm>
            <a:off x="9065766" y="0"/>
            <a:ext cx="78233" cy="5715000"/>
          </a:xfrm>
          <a:prstGeom prst="rect">
            <a:avLst/>
          </a:prstGeom>
          <a:blipFill dpi="0" rotWithShape="1">
            <a:blip r:embed="rId2"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0" name="Rectangle 9" descr="Marbre liquide blanc et or">
            <a:extLst>
              <a:ext uri="{FF2B5EF4-FFF2-40B4-BE49-F238E27FC236}">
                <a16:creationId xmlns:a16="http://schemas.microsoft.com/office/drawing/2014/main" id="{798E5CFE-F843-59D8-4C60-15BE6AD7A562}"/>
              </a:ext>
            </a:extLst>
          </p:cNvPr>
          <p:cNvSpPr/>
          <p:nvPr userDrawn="1"/>
        </p:nvSpPr>
        <p:spPr>
          <a:xfrm rot="5400000">
            <a:off x="4529582" y="-4490897"/>
            <a:ext cx="45719" cy="9026651"/>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1" name="Rectangle 10" descr="Marbre liquide blanc et or">
            <a:extLst>
              <a:ext uri="{FF2B5EF4-FFF2-40B4-BE49-F238E27FC236}">
                <a16:creationId xmlns:a16="http://schemas.microsoft.com/office/drawing/2014/main" id="{44CA937F-7AB2-EB6E-EE8B-3E0948E2A956}"/>
              </a:ext>
            </a:extLst>
          </p:cNvPr>
          <p:cNvSpPr/>
          <p:nvPr userDrawn="1"/>
        </p:nvSpPr>
        <p:spPr>
          <a:xfrm rot="5400000">
            <a:off x="4490464" y="1189610"/>
            <a:ext cx="45719" cy="9026649"/>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1178992569"/>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Titre et contenu">
    <p:spTree>
      <p:nvGrpSpPr>
        <p:cNvPr id="1" name=""/>
        <p:cNvGrpSpPr/>
        <p:nvPr/>
      </p:nvGrpSpPr>
      <p:grpSpPr>
        <a:xfrm>
          <a:off x="0" y="0"/>
          <a:ext cx="0" cy="0"/>
          <a:chOff x="0" y="0"/>
          <a:chExt cx="0" cy="0"/>
        </a:xfrm>
      </p:grpSpPr>
      <p:pic>
        <p:nvPicPr>
          <p:cNvPr id="17" name="Image 16" descr="Une image contenant motif, tissu, girafe&#10;&#10;Le contenu généré par l’IA peut être incorrect.">
            <a:extLst>
              <a:ext uri="{FF2B5EF4-FFF2-40B4-BE49-F238E27FC236}">
                <a16:creationId xmlns:a16="http://schemas.microsoft.com/office/drawing/2014/main" id="{8ABDB5D2-CDDF-EF93-42A1-53DAEA1DBCF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b="5534"/>
          <a:stretch>
            <a:fillRect/>
          </a:stretch>
        </p:blipFill>
        <p:spPr>
          <a:xfrm>
            <a:off x="0" y="-78231"/>
            <a:ext cx="9144001" cy="5758305"/>
          </a:xfrm>
          <a:prstGeom prst="rect">
            <a:avLst/>
          </a:prstGeom>
        </p:spPr>
      </p:pic>
      <p:sp>
        <p:nvSpPr>
          <p:cNvPr id="7" name="TextBox 6"/>
          <p:cNvSpPr txBox="1"/>
          <p:nvPr/>
        </p:nvSpPr>
        <p:spPr>
          <a:xfrm>
            <a:off x="346075" y="4765675"/>
            <a:ext cx="914400" cy="914400"/>
          </a:xfrm>
          <a:prstGeom prst="rect">
            <a:avLst/>
          </a:prstGeom>
        </p:spPr>
        <p:txBody>
          <a:bodyPr vert="horz" wrap="none" lIns="76200" tIns="38100" rIns="76200" bIns="38100" rtlCol="0">
            <a:normAutofit/>
          </a:bodyPr>
          <a:lstStyle/>
          <a:p>
            <a:pPr marL="128995" indent="-128995" defTabSz="380985">
              <a:buClr>
                <a:srgbClr val="003C71"/>
              </a:buClr>
              <a:buSzPct val="125000"/>
              <a:buFont typeface="Arial" panose="020B0604020202020204" pitchFamily="34" charset="0"/>
              <a:buChar char="•"/>
            </a:pPr>
            <a:endParaRPr lang="en-US" sz="1392" dirty="0">
              <a:solidFill>
                <a:srgbClr val="000000"/>
              </a:solidFill>
            </a:endParaRPr>
          </a:p>
        </p:txBody>
      </p:sp>
      <p:sp>
        <p:nvSpPr>
          <p:cNvPr id="3" name="Espace réservé du contenu 2"/>
          <p:cNvSpPr>
            <a:spLocks noGrp="1"/>
          </p:cNvSpPr>
          <p:nvPr>
            <p:ph idx="1"/>
          </p:nvPr>
        </p:nvSpPr>
        <p:spPr>
          <a:xfrm>
            <a:off x="478800" y="1222310"/>
            <a:ext cx="8186400" cy="4000200"/>
          </a:xfrm>
        </p:spPr>
        <p:txBody>
          <a:bodyPr>
            <a:normAutofit/>
          </a:bodyPr>
          <a:lstStyle>
            <a:lvl1pPr>
              <a:defRPr sz="2000"/>
            </a:lvl1pPr>
          </a:lstStyle>
          <a:p>
            <a:pPr lvl="0"/>
            <a:r>
              <a:rPr lang="fr-FR"/>
              <a:t>Modifiez les styles du texte du masque</a:t>
            </a:r>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8" name="Espace réservé du pied de page 4"/>
          <p:cNvSpPr>
            <a:spLocks noGrp="1"/>
          </p:cNvSpPr>
          <p:nvPr>
            <p:ph type="ftr" sz="quarter" idx="3"/>
          </p:nvPr>
        </p:nvSpPr>
        <p:spPr>
          <a:xfrm>
            <a:off x="3124200" y="5314792"/>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dirty="0">
                <a:solidFill>
                  <a:srgbClr val="003C71"/>
                </a:solidFill>
              </a:rPr>
              <a:t>@2025. Marie-Christine ALBERT. Tous droits réservés.</a:t>
            </a:r>
          </a:p>
        </p:txBody>
      </p:sp>
      <p:sp>
        <p:nvSpPr>
          <p:cNvPr id="11" name="Rectangle 10" descr="Marbre liquide blanc et or">
            <a:extLst>
              <a:ext uri="{FF2B5EF4-FFF2-40B4-BE49-F238E27FC236}">
                <a16:creationId xmlns:a16="http://schemas.microsoft.com/office/drawing/2014/main" id="{44CA937F-7AB2-EB6E-EE8B-3E0948E2A956}"/>
              </a:ext>
            </a:extLst>
          </p:cNvPr>
          <p:cNvSpPr/>
          <p:nvPr userDrawn="1"/>
        </p:nvSpPr>
        <p:spPr>
          <a:xfrm rot="5400000">
            <a:off x="4490464" y="1189610"/>
            <a:ext cx="45719" cy="9026649"/>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396649246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4_Titre et contenu">
    <p:spTree>
      <p:nvGrpSpPr>
        <p:cNvPr id="1" name=""/>
        <p:cNvGrpSpPr/>
        <p:nvPr/>
      </p:nvGrpSpPr>
      <p:grpSpPr>
        <a:xfrm>
          <a:off x="0" y="0"/>
          <a:ext cx="0" cy="0"/>
          <a:chOff x="0" y="0"/>
          <a:chExt cx="0" cy="0"/>
        </a:xfrm>
      </p:grpSpPr>
      <p:sp>
        <p:nvSpPr>
          <p:cNvPr id="7" name="TextBox 6"/>
          <p:cNvSpPr txBox="1"/>
          <p:nvPr/>
        </p:nvSpPr>
        <p:spPr>
          <a:xfrm>
            <a:off x="346075" y="4765675"/>
            <a:ext cx="914400" cy="914400"/>
          </a:xfrm>
          <a:prstGeom prst="rect">
            <a:avLst/>
          </a:prstGeom>
        </p:spPr>
        <p:txBody>
          <a:bodyPr vert="horz" wrap="none" lIns="76200" tIns="38100" rIns="76200" bIns="38100" rtlCol="0">
            <a:normAutofit/>
          </a:bodyPr>
          <a:lstStyle/>
          <a:p>
            <a:pPr marL="128995" indent="-128995" defTabSz="380985">
              <a:buClr>
                <a:srgbClr val="003C71"/>
              </a:buClr>
              <a:buSzPct val="125000"/>
              <a:buFont typeface="Arial" panose="020B0604020202020204" pitchFamily="34" charset="0"/>
              <a:buChar char="•"/>
            </a:pPr>
            <a:endParaRPr lang="en-US" sz="1392" dirty="0">
              <a:solidFill>
                <a:srgbClr val="000000"/>
              </a:solidFill>
            </a:endParaRPr>
          </a:p>
        </p:txBody>
      </p:sp>
      <p:sp>
        <p:nvSpPr>
          <p:cNvPr id="3" name="Espace réservé du contenu 2"/>
          <p:cNvSpPr>
            <a:spLocks noGrp="1"/>
          </p:cNvSpPr>
          <p:nvPr>
            <p:ph idx="1"/>
          </p:nvPr>
        </p:nvSpPr>
        <p:spPr>
          <a:xfrm>
            <a:off x="478800" y="1222310"/>
            <a:ext cx="8186400" cy="4000200"/>
          </a:xfrm>
        </p:spPr>
        <p:txBody>
          <a:bodyPr>
            <a:normAutofit/>
          </a:bodyPr>
          <a:lstStyle>
            <a:lvl1pPr>
              <a:defRPr sz="2000"/>
            </a:lvl1pPr>
          </a:lstStyle>
          <a:p>
            <a:pPr lvl="0"/>
            <a:r>
              <a:rPr lang="fr-FR"/>
              <a:t>Modifiez les styles du texte du masque</a:t>
            </a:r>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8" name="Espace réservé du pied de page 4"/>
          <p:cNvSpPr>
            <a:spLocks noGrp="1"/>
          </p:cNvSpPr>
          <p:nvPr>
            <p:ph type="ftr" sz="quarter" idx="3"/>
          </p:nvPr>
        </p:nvSpPr>
        <p:spPr>
          <a:xfrm>
            <a:off x="3124200" y="5314792"/>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dirty="0">
                <a:solidFill>
                  <a:srgbClr val="003C71"/>
                </a:solidFill>
              </a:rPr>
              <a:t>@2025. Marie-Christine ALBERT. Tous droits réservés.</a:t>
            </a:r>
          </a:p>
        </p:txBody>
      </p:sp>
      <p:sp>
        <p:nvSpPr>
          <p:cNvPr id="11" name="Rectangle 10" descr="Marbre liquide blanc et or">
            <a:extLst>
              <a:ext uri="{FF2B5EF4-FFF2-40B4-BE49-F238E27FC236}">
                <a16:creationId xmlns:a16="http://schemas.microsoft.com/office/drawing/2014/main" id="{44CA937F-7AB2-EB6E-EE8B-3E0948E2A956}"/>
              </a:ext>
            </a:extLst>
          </p:cNvPr>
          <p:cNvSpPr/>
          <p:nvPr userDrawn="1"/>
        </p:nvSpPr>
        <p:spPr>
          <a:xfrm rot="5400000">
            <a:off x="4490464" y="1189610"/>
            <a:ext cx="45719" cy="9026649"/>
          </a:xfrm>
          <a:prstGeom prst="rect">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2" name="Image 1" descr="Une image contenant motif, tissu, girafe&#10;&#10;Le contenu généré par l’IA peut être incorrect.">
            <a:extLst>
              <a:ext uri="{FF2B5EF4-FFF2-40B4-BE49-F238E27FC236}">
                <a16:creationId xmlns:a16="http://schemas.microsoft.com/office/drawing/2014/main" id="{8DBB0CB2-4018-A5EF-305D-9C1B5AE0886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r="97638" b="5534"/>
          <a:stretch>
            <a:fillRect/>
          </a:stretch>
        </p:blipFill>
        <p:spPr>
          <a:xfrm>
            <a:off x="0" y="0"/>
            <a:ext cx="215900" cy="5758305"/>
          </a:xfrm>
          <a:prstGeom prst="rect">
            <a:avLst/>
          </a:prstGeom>
        </p:spPr>
      </p:pic>
    </p:spTree>
    <p:extLst>
      <p:ext uri="{BB962C8B-B14F-4D97-AF65-F5344CB8AC3E}">
        <p14:creationId xmlns:p14="http://schemas.microsoft.com/office/powerpoint/2010/main" val="2213843181"/>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3_Titre et contenu">
    <p:spTree>
      <p:nvGrpSpPr>
        <p:cNvPr id="1" name=""/>
        <p:cNvGrpSpPr/>
        <p:nvPr/>
      </p:nvGrpSpPr>
      <p:grpSpPr>
        <a:xfrm>
          <a:off x="0" y="0"/>
          <a:ext cx="0" cy="0"/>
          <a:chOff x="0" y="0"/>
          <a:chExt cx="0" cy="0"/>
        </a:xfrm>
      </p:grpSpPr>
      <p:sp>
        <p:nvSpPr>
          <p:cNvPr id="7" name="TextBox 6"/>
          <p:cNvSpPr txBox="1"/>
          <p:nvPr/>
        </p:nvSpPr>
        <p:spPr>
          <a:xfrm>
            <a:off x="346075" y="4765675"/>
            <a:ext cx="914400" cy="914400"/>
          </a:xfrm>
          <a:prstGeom prst="rect">
            <a:avLst/>
          </a:prstGeom>
        </p:spPr>
        <p:txBody>
          <a:bodyPr vert="horz" wrap="none" lIns="76200" tIns="38100" rIns="76200" bIns="38100" rtlCol="0">
            <a:normAutofit/>
          </a:bodyPr>
          <a:lstStyle/>
          <a:p>
            <a:pPr marL="128995" indent="-128995" defTabSz="380985">
              <a:buClr>
                <a:srgbClr val="003C71"/>
              </a:buClr>
              <a:buSzPct val="125000"/>
              <a:buFont typeface="Arial" panose="020B0604020202020204" pitchFamily="34" charset="0"/>
              <a:buChar char="•"/>
            </a:pPr>
            <a:endParaRPr lang="en-US" sz="1392" dirty="0">
              <a:solidFill>
                <a:srgbClr val="000000"/>
              </a:solidFill>
            </a:endParaRPr>
          </a:p>
        </p:txBody>
      </p:sp>
      <p:sp>
        <p:nvSpPr>
          <p:cNvPr id="4" name="Rectangle 3" descr="Marbre liquide blanc et or">
            <a:extLst>
              <a:ext uri="{FF2B5EF4-FFF2-40B4-BE49-F238E27FC236}">
                <a16:creationId xmlns:a16="http://schemas.microsoft.com/office/drawing/2014/main" id="{1BC673FF-D799-55C7-711F-D54B5A8FD60A}"/>
              </a:ext>
            </a:extLst>
          </p:cNvPr>
          <p:cNvSpPr/>
          <p:nvPr userDrawn="1"/>
        </p:nvSpPr>
        <p:spPr>
          <a:xfrm>
            <a:off x="-1" y="17462"/>
            <a:ext cx="9144001" cy="5680075"/>
          </a:xfrm>
          <a:prstGeom prst="rect">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sp>
        <p:nvSpPr>
          <p:cNvPr id="3" name="Espace réservé du contenu 2"/>
          <p:cNvSpPr>
            <a:spLocks noGrp="1"/>
          </p:cNvSpPr>
          <p:nvPr>
            <p:ph idx="1"/>
          </p:nvPr>
        </p:nvSpPr>
        <p:spPr>
          <a:xfrm>
            <a:off x="478800" y="1222310"/>
            <a:ext cx="8186400" cy="4000200"/>
          </a:xfrm>
        </p:spPr>
        <p:txBody>
          <a:bodyPr>
            <a:normAutofit/>
          </a:bodyPr>
          <a:lstStyle>
            <a:lvl1pPr>
              <a:defRPr sz="2000"/>
            </a:lvl1pPr>
          </a:lstStyle>
          <a:p>
            <a:pPr lvl="0"/>
            <a:r>
              <a:rPr lang="fr-FR"/>
              <a:t>Modifiez les styles du texte du masque</a:t>
            </a:r>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8" name="Espace réservé du pied de page 4"/>
          <p:cNvSpPr>
            <a:spLocks noGrp="1"/>
          </p:cNvSpPr>
          <p:nvPr>
            <p:ph type="ftr" sz="quarter" idx="3"/>
          </p:nvPr>
        </p:nvSpPr>
        <p:spPr>
          <a:xfrm>
            <a:off x="3124200" y="5314792"/>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dirty="0">
                <a:solidFill>
                  <a:srgbClr val="003C71"/>
                </a:solidFill>
              </a:rPr>
              <a:t>@2025. Marie-Christine ALBERT. Tous droits réservés.</a:t>
            </a:r>
          </a:p>
        </p:txBody>
      </p:sp>
      <p:sp>
        <p:nvSpPr>
          <p:cNvPr id="11" name="Rectangle 10" descr="Marbre liquide blanc et or">
            <a:extLst>
              <a:ext uri="{FF2B5EF4-FFF2-40B4-BE49-F238E27FC236}">
                <a16:creationId xmlns:a16="http://schemas.microsoft.com/office/drawing/2014/main" id="{44CA937F-7AB2-EB6E-EE8B-3E0948E2A956}"/>
              </a:ext>
            </a:extLst>
          </p:cNvPr>
          <p:cNvSpPr/>
          <p:nvPr userDrawn="1"/>
        </p:nvSpPr>
        <p:spPr>
          <a:xfrm rot="5400000">
            <a:off x="4490464" y="1189610"/>
            <a:ext cx="45719" cy="9026649"/>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296206073"/>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2_Titre et contenu">
    <p:spTree>
      <p:nvGrpSpPr>
        <p:cNvPr id="1" name=""/>
        <p:cNvGrpSpPr/>
        <p:nvPr/>
      </p:nvGrpSpPr>
      <p:grpSpPr>
        <a:xfrm>
          <a:off x="0" y="0"/>
          <a:ext cx="0" cy="0"/>
          <a:chOff x="0" y="0"/>
          <a:chExt cx="0" cy="0"/>
        </a:xfrm>
      </p:grpSpPr>
      <p:sp>
        <p:nvSpPr>
          <p:cNvPr id="7" name="TextBox 6"/>
          <p:cNvSpPr txBox="1"/>
          <p:nvPr/>
        </p:nvSpPr>
        <p:spPr>
          <a:xfrm>
            <a:off x="346075" y="4765675"/>
            <a:ext cx="914400" cy="914400"/>
          </a:xfrm>
          <a:prstGeom prst="rect">
            <a:avLst/>
          </a:prstGeom>
        </p:spPr>
        <p:txBody>
          <a:bodyPr vert="horz" wrap="none" lIns="76200" tIns="38100" rIns="76200" bIns="38100" rtlCol="0">
            <a:normAutofit/>
          </a:bodyPr>
          <a:lstStyle/>
          <a:p>
            <a:pPr marL="128995" indent="-128995" defTabSz="380985">
              <a:buClr>
                <a:srgbClr val="003C71"/>
              </a:buClr>
              <a:buSzPct val="125000"/>
              <a:buFont typeface="Arial" panose="020B0604020202020204" pitchFamily="34" charset="0"/>
              <a:buChar char="•"/>
            </a:pPr>
            <a:endParaRPr lang="en-US" sz="1392" dirty="0">
              <a:solidFill>
                <a:srgbClr val="000000"/>
              </a:solidFill>
            </a:endParaRPr>
          </a:p>
        </p:txBody>
      </p:sp>
      <p:sp>
        <p:nvSpPr>
          <p:cNvPr id="4" name="Rectangle 3" descr="Marbre liquide blanc et or">
            <a:extLst>
              <a:ext uri="{FF2B5EF4-FFF2-40B4-BE49-F238E27FC236}">
                <a16:creationId xmlns:a16="http://schemas.microsoft.com/office/drawing/2014/main" id="{1BC673FF-D799-55C7-711F-D54B5A8FD60A}"/>
              </a:ext>
            </a:extLst>
          </p:cNvPr>
          <p:cNvSpPr/>
          <p:nvPr userDrawn="1"/>
        </p:nvSpPr>
        <p:spPr>
          <a:xfrm rot="5400000">
            <a:off x="-2725738" y="2725738"/>
            <a:ext cx="5680075" cy="228601"/>
          </a:xfrm>
          <a:prstGeom prst="rect">
            <a:avLst/>
          </a:prstGeom>
          <a:blipFill dpi="0" rotWithShape="1">
            <a:blip r:embed="rId2">
              <a:extLst>
                <a:ext uri="{28A0092B-C50C-407E-A947-70E740481C1C}">
                  <a14:useLocalDpi xmlns:a14="http://schemas.microsoft.com/office/drawing/2010/main" val="0"/>
                </a:ext>
              </a:extLst>
            </a:blip>
            <a:srcRect/>
            <a:stretch>
              <a:fillRect t="-467432" r="-60984" b="-67492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sp>
        <p:nvSpPr>
          <p:cNvPr id="3" name="Espace réservé du contenu 2"/>
          <p:cNvSpPr>
            <a:spLocks noGrp="1"/>
          </p:cNvSpPr>
          <p:nvPr>
            <p:ph idx="1"/>
          </p:nvPr>
        </p:nvSpPr>
        <p:spPr>
          <a:xfrm>
            <a:off x="478800" y="1222310"/>
            <a:ext cx="8186400" cy="4000200"/>
          </a:xfrm>
        </p:spPr>
        <p:txBody>
          <a:bodyPr>
            <a:normAutofit/>
          </a:bodyPr>
          <a:lstStyle>
            <a:lvl1pPr>
              <a:defRPr sz="2000"/>
            </a:lvl1pPr>
          </a:lstStyle>
          <a:p>
            <a:pPr lvl="0"/>
            <a:r>
              <a:rPr lang="fr-FR"/>
              <a:t>Modifiez les styles du texte du masque</a:t>
            </a:r>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8" name="Espace réservé du pied de page 4"/>
          <p:cNvSpPr>
            <a:spLocks noGrp="1"/>
          </p:cNvSpPr>
          <p:nvPr>
            <p:ph type="ftr" sz="quarter" idx="3"/>
          </p:nvPr>
        </p:nvSpPr>
        <p:spPr>
          <a:xfrm>
            <a:off x="3124200" y="5314792"/>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dirty="0">
                <a:solidFill>
                  <a:srgbClr val="003C71"/>
                </a:solidFill>
              </a:rPr>
              <a:t>@2025. Marie-Christine ALBERT. Tous droits réservés.</a:t>
            </a:r>
          </a:p>
        </p:txBody>
      </p:sp>
      <p:sp>
        <p:nvSpPr>
          <p:cNvPr id="11" name="Rectangle 10" descr="Marbre liquide blanc et or">
            <a:extLst>
              <a:ext uri="{FF2B5EF4-FFF2-40B4-BE49-F238E27FC236}">
                <a16:creationId xmlns:a16="http://schemas.microsoft.com/office/drawing/2014/main" id="{44CA937F-7AB2-EB6E-EE8B-3E0948E2A956}"/>
              </a:ext>
            </a:extLst>
          </p:cNvPr>
          <p:cNvSpPr/>
          <p:nvPr userDrawn="1"/>
        </p:nvSpPr>
        <p:spPr>
          <a:xfrm rot="5400000">
            <a:off x="4490464" y="1189610"/>
            <a:ext cx="45719" cy="9026649"/>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205311715"/>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re et image">
    <p:spTree>
      <p:nvGrpSpPr>
        <p:cNvPr id="1" name=""/>
        <p:cNvGrpSpPr/>
        <p:nvPr/>
      </p:nvGrpSpPr>
      <p:grpSpPr>
        <a:xfrm>
          <a:off x="0" y="0"/>
          <a:ext cx="0" cy="0"/>
          <a:chOff x="0" y="0"/>
          <a:chExt cx="0" cy="0"/>
        </a:xfrm>
      </p:grpSpPr>
      <p:sp>
        <p:nvSpPr>
          <p:cNvPr id="4" name="Espace réservé pour une image  3"/>
          <p:cNvSpPr>
            <a:spLocks noGrp="1"/>
          </p:cNvSpPr>
          <p:nvPr>
            <p:ph type="pic" sz="quarter" idx="10"/>
          </p:nvPr>
        </p:nvSpPr>
        <p:spPr>
          <a:xfrm>
            <a:off x="479425" y="1224000"/>
            <a:ext cx="8185150" cy="3999600"/>
          </a:xfrm>
        </p:spPr>
        <p:txBody>
          <a:bodyPr anchor="ctr"/>
          <a:lstStyle>
            <a:lvl1pPr marL="0" indent="0" algn="ctr">
              <a:buNone/>
              <a:defRPr/>
            </a:lvl1pPr>
          </a:lstStyle>
          <a:p>
            <a:r>
              <a:rPr lang="fr-FR"/>
              <a:t>Cliquez sur l'icône pour ajouter une image</a:t>
            </a:r>
            <a:endParaRPr lang="fr-CA" dirty="0"/>
          </a:p>
        </p:txBody>
      </p:sp>
      <p:sp>
        <p:nvSpPr>
          <p:cNvPr id="7" name="TextBox 6"/>
          <p:cNvSpPr txBox="1"/>
          <p:nvPr/>
        </p:nvSpPr>
        <p:spPr>
          <a:xfrm>
            <a:off x="346075" y="4765675"/>
            <a:ext cx="914400" cy="914400"/>
          </a:xfrm>
          <a:prstGeom prst="rect">
            <a:avLst/>
          </a:prstGeom>
        </p:spPr>
        <p:txBody>
          <a:bodyPr vert="horz" wrap="none" lIns="76200" tIns="38100" rIns="76200" bIns="38100" rtlCol="0">
            <a:normAutofit/>
          </a:bodyPr>
          <a:lstStyle/>
          <a:p>
            <a:pPr marL="128995" indent="-128995" defTabSz="380985">
              <a:buClr>
                <a:srgbClr val="003C71"/>
              </a:buClr>
              <a:buSzPct val="125000"/>
              <a:buFont typeface="Arial" panose="020B0604020202020204" pitchFamily="34" charset="0"/>
              <a:buChar char="•"/>
            </a:pPr>
            <a:endParaRPr lang="en-US" sz="1392" dirty="0">
              <a:solidFill>
                <a:srgbClr val="000000"/>
              </a:solidFill>
            </a:endParaRPr>
          </a:p>
        </p:txBody>
      </p:sp>
      <p:sp>
        <p:nvSpPr>
          <p:cNvPr id="6"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3" name="Espace réservé du numéro de diapositive 2"/>
          <p:cNvSpPr>
            <a:spLocks noGrp="1"/>
          </p:cNvSpPr>
          <p:nvPr>
            <p:ph type="sldNum" sz="quarter" idx="12"/>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8"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427857389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re et 2 contenus">
    <p:spTree>
      <p:nvGrpSpPr>
        <p:cNvPr id="1" name=""/>
        <p:cNvGrpSpPr/>
        <p:nvPr/>
      </p:nvGrpSpPr>
      <p:grpSpPr>
        <a:xfrm>
          <a:off x="0" y="0"/>
          <a:ext cx="0" cy="0"/>
          <a:chOff x="0" y="0"/>
          <a:chExt cx="0" cy="0"/>
        </a:xfrm>
      </p:grpSpPr>
      <p:sp>
        <p:nvSpPr>
          <p:cNvPr id="3" name="Espace réservé du contenu 2"/>
          <p:cNvSpPr>
            <a:spLocks noGrp="1"/>
          </p:cNvSpPr>
          <p:nvPr>
            <p:ph sz="half" idx="1"/>
          </p:nvPr>
        </p:nvSpPr>
        <p:spPr>
          <a:xfrm>
            <a:off x="478454" y="1224000"/>
            <a:ext cx="4017347" cy="3999600"/>
          </a:xfrm>
        </p:spPr>
        <p:txBody>
          <a:bodyPr>
            <a:normAutofit/>
          </a:bodyPr>
          <a:lstStyle>
            <a:lvl1pPr>
              <a:defRPr sz="2000"/>
            </a:lvl1pPr>
            <a:lvl2pPr>
              <a:defRPr sz="2000"/>
            </a:lvl2pPr>
            <a:lvl3pPr>
              <a:defRPr sz="2000"/>
            </a:lvl3pPr>
            <a:lvl4pPr>
              <a:defRPr sz="2000"/>
            </a:lvl4pPr>
            <a:lvl5pPr>
              <a:defRPr sz="2000"/>
            </a:lvl5pPr>
            <a:lvl6pPr>
              <a:defRPr sz="1500"/>
            </a:lvl6pPr>
            <a:lvl7pPr>
              <a:defRPr sz="1500"/>
            </a:lvl7pPr>
            <a:lvl8pPr>
              <a:defRPr sz="1500"/>
            </a:lvl8pPr>
            <a:lvl9pPr>
              <a:defRPr sz="15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dirty="0"/>
          </a:p>
        </p:txBody>
      </p:sp>
      <p:sp>
        <p:nvSpPr>
          <p:cNvPr id="4" name="Espace réservé du contenu 3"/>
          <p:cNvSpPr>
            <a:spLocks noGrp="1"/>
          </p:cNvSpPr>
          <p:nvPr>
            <p:ph sz="half" idx="2"/>
          </p:nvPr>
        </p:nvSpPr>
        <p:spPr>
          <a:xfrm>
            <a:off x="4648200" y="1224000"/>
            <a:ext cx="4017000" cy="3999600"/>
          </a:xfrm>
        </p:spPr>
        <p:txBody>
          <a:bodyPr>
            <a:normAutofit/>
          </a:bodyPr>
          <a:lstStyle>
            <a:lvl1pPr>
              <a:defRPr sz="2000"/>
            </a:lvl1pPr>
            <a:lvl2pPr>
              <a:defRPr sz="2000"/>
            </a:lvl2pPr>
            <a:lvl3pPr>
              <a:defRPr sz="2000"/>
            </a:lvl3pPr>
            <a:lvl4pPr>
              <a:defRPr sz="2000"/>
            </a:lvl4pPr>
            <a:lvl5pPr>
              <a:defRPr sz="2000"/>
            </a:lvl5pPr>
            <a:lvl6pPr>
              <a:defRPr sz="1500"/>
            </a:lvl6pPr>
            <a:lvl7pPr>
              <a:defRPr sz="1500"/>
            </a:lvl7pPr>
            <a:lvl8pPr>
              <a:defRPr sz="1500"/>
            </a:lvl8pPr>
            <a:lvl9pPr>
              <a:defRPr sz="15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dirty="0"/>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6" name="Espace réservé du pied de page 5"/>
          <p:cNvSpPr>
            <a:spLocks noGrp="1"/>
          </p:cNvSpPr>
          <p:nvPr>
            <p:ph type="ftr" sz="quarter" idx="10"/>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7" name="Espace réservé du numéro de diapositive 6"/>
          <p:cNvSpPr>
            <a:spLocks noGrp="1"/>
          </p:cNvSpPr>
          <p:nvPr>
            <p:ph type="sldNum" sz="quarter" idx="11"/>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Tree>
    <p:extLst>
      <p:ext uri="{BB962C8B-B14F-4D97-AF65-F5344CB8AC3E}">
        <p14:creationId xmlns:p14="http://schemas.microsoft.com/office/powerpoint/2010/main" val="2918174419"/>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re et 2 images">
    <p:spTree>
      <p:nvGrpSpPr>
        <p:cNvPr id="1" name=""/>
        <p:cNvGrpSpPr/>
        <p:nvPr/>
      </p:nvGrpSpPr>
      <p:grpSpPr>
        <a:xfrm>
          <a:off x="0" y="0"/>
          <a:ext cx="0" cy="0"/>
          <a:chOff x="0" y="0"/>
          <a:chExt cx="0" cy="0"/>
        </a:xfrm>
      </p:grpSpPr>
      <p:sp>
        <p:nvSpPr>
          <p:cNvPr id="7" name="Espace réservé pour une image  5"/>
          <p:cNvSpPr>
            <a:spLocks noGrp="1"/>
          </p:cNvSpPr>
          <p:nvPr>
            <p:ph type="pic" sz="quarter" idx="11"/>
          </p:nvPr>
        </p:nvSpPr>
        <p:spPr>
          <a:xfrm>
            <a:off x="4647238" y="1224000"/>
            <a:ext cx="4017962" cy="3999600"/>
          </a:xfrm>
        </p:spPr>
        <p:txBody>
          <a:bodyPr anchor="ctr"/>
          <a:lstStyle>
            <a:lvl1pPr marL="0" indent="0" algn="ctr">
              <a:buFontTx/>
              <a:buNone/>
              <a:defRPr/>
            </a:lvl1pPr>
          </a:lstStyle>
          <a:p>
            <a:r>
              <a:rPr lang="fr-FR"/>
              <a:t>Cliquez sur l'icône pour ajouter une image</a:t>
            </a:r>
            <a:endParaRPr lang="fr-CA" dirty="0"/>
          </a:p>
        </p:txBody>
      </p:sp>
      <p:sp>
        <p:nvSpPr>
          <p:cNvPr id="6" name="Espace réservé pour une image  5"/>
          <p:cNvSpPr>
            <a:spLocks noGrp="1"/>
          </p:cNvSpPr>
          <p:nvPr>
            <p:ph type="pic" sz="quarter" idx="10"/>
          </p:nvPr>
        </p:nvSpPr>
        <p:spPr>
          <a:xfrm>
            <a:off x="477838" y="1224000"/>
            <a:ext cx="4017962" cy="3999600"/>
          </a:xfrm>
        </p:spPr>
        <p:txBody>
          <a:bodyPr anchor="ctr"/>
          <a:lstStyle>
            <a:lvl1pPr marL="0" indent="0" algn="ctr">
              <a:buFontTx/>
              <a:buNone/>
              <a:defRPr/>
            </a:lvl1pPr>
          </a:lstStyle>
          <a:p>
            <a:r>
              <a:rPr lang="fr-FR"/>
              <a:t>Cliquez sur l'icône pour ajouter une image</a:t>
            </a:r>
            <a:endParaRPr lang="fr-CA" dirty="0"/>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4" name="Espace réservé du numéro de diapositive 3"/>
          <p:cNvSpPr>
            <a:spLocks noGrp="1"/>
          </p:cNvSpPr>
          <p:nvPr>
            <p:ph type="sldNum" sz="quarter" idx="13"/>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8"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2367966217"/>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re et 3 images">
    <p:spTree>
      <p:nvGrpSpPr>
        <p:cNvPr id="1" name=""/>
        <p:cNvGrpSpPr/>
        <p:nvPr/>
      </p:nvGrpSpPr>
      <p:grpSpPr>
        <a:xfrm>
          <a:off x="0" y="0"/>
          <a:ext cx="0" cy="0"/>
          <a:chOff x="0" y="0"/>
          <a:chExt cx="0" cy="0"/>
        </a:xfrm>
      </p:grpSpPr>
      <p:sp>
        <p:nvSpPr>
          <p:cNvPr id="6" name="Espace réservé pour une image  5"/>
          <p:cNvSpPr>
            <a:spLocks noGrp="1"/>
          </p:cNvSpPr>
          <p:nvPr>
            <p:ph type="pic" sz="quarter" idx="10"/>
          </p:nvPr>
        </p:nvSpPr>
        <p:spPr>
          <a:xfrm>
            <a:off x="477838" y="1224000"/>
            <a:ext cx="2646882" cy="3999600"/>
          </a:xfrm>
        </p:spPr>
        <p:txBody>
          <a:bodyPr anchor="ctr"/>
          <a:lstStyle>
            <a:lvl1pPr marL="0" indent="0" algn="ctr">
              <a:buFontTx/>
              <a:buNone/>
              <a:defRPr/>
            </a:lvl1pPr>
          </a:lstStyle>
          <a:p>
            <a:r>
              <a:rPr lang="fr-FR"/>
              <a:t>Cliquez sur l'icône pour ajouter une image</a:t>
            </a:r>
            <a:endParaRPr lang="fr-CA" dirty="0"/>
          </a:p>
        </p:txBody>
      </p:sp>
      <p:sp>
        <p:nvSpPr>
          <p:cNvPr id="5" name="Espace réservé pour une image  5"/>
          <p:cNvSpPr>
            <a:spLocks noGrp="1"/>
          </p:cNvSpPr>
          <p:nvPr>
            <p:ph type="pic" sz="quarter" idx="11"/>
          </p:nvPr>
        </p:nvSpPr>
        <p:spPr>
          <a:xfrm>
            <a:off x="3242928" y="1224000"/>
            <a:ext cx="2646882" cy="3999600"/>
          </a:xfrm>
        </p:spPr>
        <p:txBody>
          <a:bodyPr anchor="ctr"/>
          <a:lstStyle>
            <a:lvl1pPr marL="0" indent="0" algn="ctr">
              <a:buFontTx/>
              <a:buNone/>
              <a:defRPr/>
            </a:lvl1pPr>
          </a:lstStyle>
          <a:p>
            <a:r>
              <a:rPr lang="fr-FR"/>
              <a:t>Cliquez sur l'icône pour ajouter une image</a:t>
            </a:r>
            <a:endParaRPr lang="fr-CA" dirty="0"/>
          </a:p>
        </p:txBody>
      </p:sp>
      <p:sp>
        <p:nvSpPr>
          <p:cNvPr id="8" name="Espace réservé pour une image  5"/>
          <p:cNvSpPr>
            <a:spLocks noGrp="1"/>
          </p:cNvSpPr>
          <p:nvPr>
            <p:ph type="pic" sz="quarter" idx="12"/>
          </p:nvPr>
        </p:nvSpPr>
        <p:spPr>
          <a:xfrm>
            <a:off x="6008018" y="1224000"/>
            <a:ext cx="2646882" cy="3999600"/>
          </a:xfrm>
        </p:spPr>
        <p:txBody>
          <a:bodyPr anchor="ctr"/>
          <a:lstStyle>
            <a:lvl1pPr marL="0" indent="0" algn="ctr">
              <a:buFontTx/>
              <a:buNone/>
              <a:defRPr/>
            </a:lvl1pPr>
          </a:lstStyle>
          <a:p>
            <a:r>
              <a:rPr lang="fr-FR"/>
              <a:t>Cliquez sur l'icône pour ajouter une image</a:t>
            </a:r>
            <a:endParaRPr lang="fr-CA" dirty="0"/>
          </a:p>
        </p:txBody>
      </p:sp>
      <p:sp>
        <p:nvSpPr>
          <p:cNvPr id="9"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2" name="Espace réservé du pied de page 1"/>
          <p:cNvSpPr>
            <a:spLocks noGrp="1"/>
          </p:cNvSpPr>
          <p:nvPr>
            <p:ph type="ftr" sz="quarter" idx="13"/>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3" name="Espace réservé du numéro de diapositive 2"/>
          <p:cNvSpPr>
            <a:spLocks noGrp="1"/>
          </p:cNvSpPr>
          <p:nvPr>
            <p:ph type="sldNum" sz="quarter" idx="14"/>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Tree>
    <p:extLst>
      <p:ext uri="{BB962C8B-B14F-4D97-AF65-F5344CB8AC3E}">
        <p14:creationId xmlns:p14="http://schemas.microsoft.com/office/powerpoint/2010/main" val="3708791818"/>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re et 4 images">
    <p:spTree>
      <p:nvGrpSpPr>
        <p:cNvPr id="1" name=""/>
        <p:cNvGrpSpPr/>
        <p:nvPr/>
      </p:nvGrpSpPr>
      <p:grpSpPr>
        <a:xfrm>
          <a:off x="0" y="0"/>
          <a:ext cx="0" cy="0"/>
          <a:chOff x="0" y="0"/>
          <a:chExt cx="0" cy="0"/>
        </a:xfrm>
      </p:grpSpPr>
      <p:sp>
        <p:nvSpPr>
          <p:cNvPr id="6" name="Espace réservé pour une image  5"/>
          <p:cNvSpPr>
            <a:spLocks noGrp="1"/>
          </p:cNvSpPr>
          <p:nvPr>
            <p:ph type="pic" sz="quarter" idx="10"/>
          </p:nvPr>
        </p:nvSpPr>
        <p:spPr>
          <a:xfrm>
            <a:off x="477836" y="1225910"/>
            <a:ext cx="4023280" cy="1944000"/>
          </a:xfrm>
        </p:spPr>
        <p:txBody>
          <a:bodyPr anchor="ctr"/>
          <a:lstStyle>
            <a:lvl1pPr marL="0" indent="0" algn="ctr">
              <a:buFontTx/>
              <a:buNone/>
              <a:defRPr/>
            </a:lvl1pPr>
          </a:lstStyle>
          <a:p>
            <a:r>
              <a:rPr lang="fr-FR"/>
              <a:t>Cliquez sur l'icône pour ajouter une image</a:t>
            </a:r>
            <a:endParaRPr lang="fr-CA" dirty="0"/>
          </a:p>
        </p:txBody>
      </p:sp>
      <p:sp>
        <p:nvSpPr>
          <p:cNvPr id="9" name="Espace réservé pour une image  5"/>
          <p:cNvSpPr>
            <a:spLocks noGrp="1"/>
          </p:cNvSpPr>
          <p:nvPr>
            <p:ph type="pic" sz="quarter" idx="13"/>
          </p:nvPr>
        </p:nvSpPr>
        <p:spPr>
          <a:xfrm>
            <a:off x="4635797" y="1225909"/>
            <a:ext cx="4029405" cy="1944000"/>
          </a:xfrm>
        </p:spPr>
        <p:txBody>
          <a:bodyPr anchor="ctr"/>
          <a:lstStyle>
            <a:lvl1pPr marL="0" indent="0" algn="ctr">
              <a:buFontTx/>
              <a:buNone/>
              <a:defRPr/>
            </a:lvl1pPr>
          </a:lstStyle>
          <a:p>
            <a:r>
              <a:rPr lang="fr-FR"/>
              <a:t>Cliquez sur l'icône pour ajouter une image</a:t>
            </a:r>
            <a:endParaRPr lang="fr-CA" dirty="0"/>
          </a:p>
        </p:txBody>
      </p:sp>
      <p:sp>
        <p:nvSpPr>
          <p:cNvPr id="20" name="Espace réservé pour une image  5"/>
          <p:cNvSpPr>
            <a:spLocks noGrp="1"/>
          </p:cNvSpPr>
          <p:nvPr>
            <p:ph type="pic" sz="quarter" idx="14"/>
          </p:nvPr>
        </p:nvSpPr>
        <p:spPr>
          <a:xfrm>
            <a:off x="477836" y="3285738"/>
            <a:ext cx="4023280" cy="1944000"/>
          </a:xfrm>
        </p:spPr>
        <p:txBody>
          <a:bodyPr anchor="ctr"/>
          <a:lstStyle>
            <a:lvl1pPr marL="0" indent="0" algn="ctr">
              <a:buFontTx/>
              <a:buNone/>
              <a:defRPr/>
            </a:lvl1pPr>
          </a:lstStyle>
          <a:p>
            <a:r>
              <a:rPr lang="fr-FR"/>
              <a:t>Cliquez sur l'icône pour ajouter une image</a:t>
            </a:r>
            <a:endParaRPr lang="fr-CA" dirty="0"/>
          </a:p>
        </p:txBody>
      </p:sp>
      <p:sp>
        <p:nvSpPr>
          <p:cNvPr id="21" name="Espace réservé pour une image  5"/>
          <p:cNvSpPr>
            <a:spLocks noGrp="1"/>
          </p:cNvSpPr>
          <p:nvPr>
            <p:ph type="pic" sz="quarter" idx="15"/>
          </p:nvPr>
        </p:nvSpPr>
        <p:spPr>
          <a:xfrm>
            <a:off x="4635797" y="3285737"/>
            <a:ext cx="4029405" cy="1944000"/>
          </a:xfrm>
        </p:spPr>
        <p:txBody>
          <a:bodyPr anchor="ctr"/>
          <a:lstStyle>
            <a:lvl1pPr marL="0" indent="0" algn="ctr">
              <a:buFontTx/>
              <a:buNone/>
              <a:defRPr/>
            </a:lvl1pPr>
          </a:lstStyle>
          <a:p>
            <a:r>
              <a:rPr lang="fr-FR"/>
              <a:t>Cliquez sur l'icône pour ajouter une image</a:t>
            </a:r>
            <a:endParaRPr lang="fr-CA" dirty="0"/>
          </a:p>
        </p:txBody>
      </p:sp>
      <p:sp>
        <p:nvSpPr>
          <p:cNvPr id="8"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3" name="Espace réservé du numéro de diapositive 2"/>
          <p:cNvSpPr>
            <a:spLocks noGrp="1"/>
          </p:cNvSpPr>
          <p:nvPr>
            <p:ph type="sldNum" sz="quarter" idx="17"/>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10"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330887965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re, texte et 2 images ">
    <p:spTree>
      <p:nvGrpSpPr>
        <p:cNvPr id="1" name=""/>
        <p:cNvGrpSpPr/>
        <p:nvPr/>
      </p:nvGrpSpPr>
      <p:grpSpPr>
        <a:xfrm>
          <a:off x="0" y="0"/>
          <a:ext cx="0" cy="0"/>
          <a:chOff x="0" y="0"/>
          <a:chExt cx="0" cy="0"/>
        </a:xfrm>
      </p:grpSpPr>
      <p:sp>
        <p:nvSpPr>
          <p:cNvPr id="12" name="Espace réservé du texte 4"/>
          <p:cNvSpPr>
            <a:spLocks noGrp="1"/>
          </p:cNvSpPr>
          <p:nvPr>
            <p:ph type="body" sz="quarter" idx="17"/>
          </p:nvPr>
        </p:nvSpPr>
        <p:spPr>
          <a:xfrm>
            <a:off x="477838" y="3285737"/>
            <a:ext cx="4022725" cy="1954438"/>
          </a:xfrm>
        </p:spPr>
        <p:txBody>
          <a:bodyPr>
            <a:noAutofit/>
          </a:bodyPr>
          <a:lstStyle>
            <a:lvl1pPr>
              <a:defRPr sz="2000"/>
            </a:lvl1pPr>
            <a:lvl2pPr>
              <a:defRPr sz="2000"/>
            </a:lvl2pPr>
            <a:lvl3pPr>
              <a:defRPr sz="2000"/>
            </a:lvl3pPr>
            <a:lvl4pPr>
              <a:defRPr sz="2000"/>
            </a:lvl4pPr>
            <a:lvl5pPr>
              <a:defRPr sz="2000"/>
            </a:lvl5pPr>
          </a:lstStyle>
          <a:p>
            <a:pPr lvl="0"/>
            <a:r>
              <a:rPr lang="fr-FR"/>
              <a:t>Modifiez les styles du texte du masque</a:t>
            </a:r>
          </a:p>
          <a:p>
            <a:pPr lvl="1"/>
            <a:r>
              <a:rPr lang="fr-FR"/>
              <a:t>Deuxième niveau</a:t>
            </a:r>
          </a:p>
          <a:p>
            <a:pPr lvl="2"/>
            <a:r>
              <a:rPr lang="fr-FR"/>
              <a:t>Troisième niveau</a:t>
            </a:r>
          </a:p>
        </p:txBody>
      </p:sp>
      <p:sp>
        <p:nvSpPr>
          <p:cNvPr id="5" name="Espace réservé du texte 4"/>
          <p:cNvSpPr>
            <a:spLocks noGrp="1"/>
          </p:cNvSpPr>
          <p:nvPr>
            <p:ph type="body" sz="quarter" idx="16"/>
          </p:nvPr>
        </p:nvSpPr>
        <p:spPr>
          <a:xfrm>
            <a:off x="477840" y="1225910"/>
            <a:ext cx="4022725" cy="1943999"/>
          </a:xfrm>
        </p:spPr>
        <p:txBody>
          <a:bodyPr>
            <a:noAutofit/>
          </a:bodyPr>
          <a:lstStyle>
            <a:lvl1pPr>
              <a:defRPr sz="2000"/>
            </a:lvl1pPr>
            <a:lvl2pPr>
              <a:defRPr sz="2000"/>
            </a:lvl2pPr>
            <a:lvl3pPr>
              <a:defRPr sz="2000"/>
            </a:lvl3pPr>
            <a:lvl4pPr>
              <a:defRPr sz="2000"/>
            </a:lvl4pPr>
            <a:lvl5pPr>
              <a:defRPr sz="2000"/>
            </a:lvl5pPr>
          </a:lstStyle>
          <a:p>
            <a:pPr lvl="0"/>
            <a:r>
              <a:rPr lang="fr-FR"/>
              <a:t>Modifiez les styles du texte du masque</a:t>
            </a:r>
          </a:p>
          <a:p>
            <a:pPr lvl="1"/>
            <a:r>
              <a:rPr lang="fr-FR"/>
              <a:t>Deuxième niveau</a:t>
            </a:r>
          </a:p>
          <a:p>
            <a:pPr lvl="2"/>
            <a:r>
              <a:rPr lang="fr-FR"/>
              <a:t>Troisième niveau</a:t>
            </a:r>
          </a:p>
        </p:txBody>
      </p:sp>
      <p:sp>
        <p:nvSpPr>
          <p:cNvPr id="8"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10" name="Espace réservé pour une image  5"/>
          <p:cNvSpPr>
            <a:spLocks noGrp="1"/>
          </p:cNvSpPr>
          <p:nvPr>
            <p:ph type="pic" sz="quarter" idx="13"/>
          </p:nvPr>
        </p:nvSpPr>
        <p:spPr>
          <a:xfrm>
            <a:off x="4635797" y="1225909"/>
            <a:ext cx="4029405" cy="1944000"/>
          </a:xfrm>
        </p:spPr>
        <p:txBody>
          <a:bodyPr anchor="ctr"/>
          <a:lstStyle>
            <a:lvl1pPr marL="0" indent="0" algn="ctr">
              <a:buFontTx/>
              <a:buNone/>
              <a:defRPr/>
            </a:lvl1pPr>
          </a:lstStyle>
          <a:p>
            <a:r>
              <a:rPr lang="fr-FR"/>
              <a:t>Cliquez sur l'icône pour ajouter une image</a:t>
            </a:r>
            <a:endParaRPr lang="fr-CA" dirty="0"/>
          </a:p>
        </p:txBody>
      </p:sp>
      <p:sp>
        <p:nvSpPr>
          <p:cNvPr id="11" name="Espace réservé pour une image  5"/>
          <p:cNvSpPr>
            <a:spLocks noGrp="1"/>
          </p:cNvSpPr>
          <p:nvPr>
            <p:ph type="pic" sz="quarter" idx="15"/>
          </p:nvPr>
        </p:nvSpPr>
        <p:spPr>
          <a:xfrm>
            <a:off x="4635797" y="3285737"/>
            <a:ext cx="4029405" cy="1944000"/>
          </a:xfrm>
        </p:spPr>
        <p:txBody>
          <a:bodyPr anchor="ctr"/>
          <a:lstStyle>
            <a:lvl1pPr marL="0" indent="0" algn="ctr">
              <a:buFontTx/>
              <a:buNone/>
              <a:defRPr/>
            </a:lvl1pPr>
          </a:lstStyle>
          <a:p>
            <a:r>
              <a:rPr lang="fr-FR"/>
              <a:t>Cliquez sur l'icône pour ajouter une image</a:t>
            </a:r>
            <a:endParaRPr lang="fr-CA" dirty="0"/>
          </a:p>
        </p:txBody>
      </p:sp>
      <p:sp>
        <p:nvSpPr>
          <p:cNvPr id="3" name="Espace réservé du numéro de diapositive 2"/>
          <p:cNvSpPr>
            <a:spLocks noGrp="1"/>
          </p:cNvSpPr>
          <p:nvPr>
            <p:ph type="sldNum" sz="quarter" idx="19"/>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9"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1689067508"/>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re, sous-titres 2 contenus">
    <p:spTree>
      <p:nvGrpSpPr>
        <p:cNvPr id="1" name=""/>
        <p:cNvGrpSpPr/>
        <p:nvPr/>
      </p:nvGrpSpPr>
      <p:grpSpPr>
        <a:xfrm>
          <a:off x="0" y="0"/>
          <a:ext cx="0" cy="0"/>
          <a:chOff x="0" y="0"/>
          <a:chExt cx="0" cy="0"/>
        </a:xfrm>
      </p:grpSpPr>
      <p:sp>
        <p:nvSpPr>
          <p:cNvPr id="12" name="Espace réservé du contenu 2"/>
          <p:cNvSpPr>
            <a:spLocks noGrp="1"/>
          </p:cNvSpPr>
          <p:nvPr>
            <p:ph sz="half" idx="10"/>
          </p:nvPr>
        </p:nvSpPr>
        <p:spPr>
          <a:xfrm>
            <a:off x="478454" y="1997211"/>
            <a:ext cx="4017347" cy="3227226"/>
          </a:xfrm>
        </p:spPr>
        <p:txBody>
          <a:bodyPr>
            <a:normAutofit/>
          </a:bodyPr>
          <a:lstStyle>
            <a:lvl1pPr>
              <a:defRPr sz="2000"/>
            </a:lvl1pPr>
            <a:lvl2pPr>
              <a:defRPr sz="2000"/>
            </a:lvl2pPr>
            <a:lvl3pPr>
              <a:defRPr sz="2000"/>
            </a:lvl3pPr>
            <a:lvl4pPr>
              <a:defRPr sz="2000"/>
            </a:lvl4pPr>
            <a:lvl5pPr>
              <a:defRPr sz="2000"/>
            </a:lvl5pPr>
            <a:lvl6pPr>
              <a:defRPr sz="1500"/>
            </a:lvl6pPr>
            <a:lvl7pPr>
              <a:defRPr sz="1500"/>
            </a:lvl7pPr>
            <a:lvl8pPr>
              <a:defRPr sz="1500"/>
            </a:lvl8pPr>
            <a:lvl9pPr>
              <a:defRPr sz="15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dirty="0"/>
          </a:p>
        </p:txBody>
      </p:sp>
      <p:sp>
        <p:nvSpPr>
          <p:cNvPr id="3" name="Espace réservé du texte 2"/>
          <p:cNvSpPr>
            <a:spLocks noGrp="1"/>
          </p:cNvSpPr>
          <p:nvPr>
            <p:ph type="body" idx="1"/>
          </p:nvPr>
        </p:nvSpPr>
        <p:spPr>
          <a:xfrm>
            <a:off x="478800" y="1215025"/>
            <a:ext cx="4018588" cy="782186"/>
          </a:xfrm>
        </p:spPr>
        <p:txBody>
          <a:bodyPr anchor="b">
            <a:noAutofit/>
          </a:bodyPr>
          <a:lstStyle>
            <a:lvl1pPr marL="0" indent="0">
              <a:buNone/>
              <a:defRPr sz="2000" b="1" cap="all" baseline="0"/>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fr-FR"/>
              <a:t>Modifiez les styles du texte du masque</a:t>
            </a:r>
          </a:p>
        </p:txBody>
      </p:sp>
      <p:sp>
        <p:nvSpPr>
          <p:cNvPr id="14" name="Espace réservé du contenu 2"/>
          <p:cNvSpPr>
            <a:spLocks noGrp="1"/>
          </p:cNvSpPr>
          <p:nvPr>
            <p:ph sz="half" idx="11"/>
          </p:nvPr>
        </p:nvSpPr>
        <p:spPr>
          <a:xfrm>
            <a:off x="4646266" y="1997211"/>
            <a:ext cx="4017347" cy="3227227"/>
          </a:xfrm>
        </p:spPr>
        <p:txBody>
          <a:bodyPr>
            <a:normAutofit/>
          </a:bodyPr>
          <a:lstStyle>
            <a:lvl1pPr>
              <a:defRPr sz="2000"/>
            </a:lvl1pPr>
            <a:lvl2pPr>
              <a:defRPr sz="2000"/>
            </a:lvl2pPr>
            <a:lvl3pPr>
              <a:defRPr sz="2000"/>
            </a:lvl3pPr>
            <a:lvl4pPr>
              <a:defRPr sz="2000"/>
            </a:lvl4pPr>
            <a:lvl5pPr>
              <a:defRPr sz="2000"/>
            </a:lvl5pPr>
            <a:lvl6pPr>
              <a:defRPr sz="1500"/>
            </a:lvl6pPr>
            <a:lvl7pPr>
              <a:defRPr sz="1500"/>
            </a:lvl7pPr>
            <a:lvl8pPr>
              <a:defRPr sz="1500"/>
            </a:lvl8pPr>
            <a:lvl9pPr>
              <a:defRPr sz="15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dirty="0"/>
          </a:p>
        </p:txBody>
      </p:sp>
      <p:sp>
        <p:nvSpPr>
          <p:cNvPr id="15" name="Espace réservé du texte 2"/>
          <p:cNvSpPr>
            <a:spLocks noGrp="1"/>
          </p:cNvSpPr>
          <p:nvPr>
            <p:ph type="body" idx="12"/>
          </p:nvPr>
        </p:nvSpPr>
        <p:spPr>
          <a:xfrm>
            <a:off x="4646612" y="1215026"/>
            <a:ext cx="4018588" cy="782185"/>
          </a:xfrm>
        </p:spPr>
        <p:txBody>
          <a:bodyPr anchor="b">
            <a:noAutofit/>
          </a:bodyPr>
          <a:lstStyle>
            <a:lvl1pPr marL="0" indent="0">
              <a:buNone/>
              <a:defRPr sz="2000" b="1" cap="all" baseline="0"/>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fr-FR"/>
              <a:t>Modifiez les styles du texte du masque</a:t>
            </a:r>
          </a:p>
        </p:txBody>
      </p:sp>
      <p:sp>
        <p:nvSpPr>
          <p:cNvPr id="7"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4" name="Espace réservé du numéro de diapositive 3"/>
          <p:cNvSpPr>
            <a:spLocks noGrp="1"/>
          </p:cNvSpPr>
          <p:nvPr>
            <p:ph type="sldNum" sz="quarter" idx="14"/>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9"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1533566771"/>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re, sous-titres 2 images">
    <p:spTree>
      <p:nvGrpSpPr>
        <p:cNvPr id="1" name=""/>
        <p:cNvGrpSpPr/>
        <p:nvPr/>
      </p:nvGrpSpPr>
      <p:grpSpPr>
        <a:xfrm>
          <a:off x="0" y="0"/>
          <a:ext cx="0" cy="0"/>
          <a:chOff x="0" y="0"/>
          <a:chExt cx="0" cy="0"/>
        </a:xfrm>
      </p:grpSpPr>
      <p:sp>
        <p:nvSpPr>
          <p:cNvPr id="4" name="Espace réservé pour une image  3"/>
          <p:cNvSpPr>
            <a:spLocks noGrp="1"/>
          </p:cNvSpPr>
          <p:nvPr>
            <p:ph type="pic" sz="quarter" idx="13"/>
          </p:nvPr>
        </p:nvSpPr>
        <p:spPr>
          <a:xfrm>
            <a:off x="477838" y="1997338"/>
            <a:ext cx="4019550" cy="3227126"/>
          </a:xfrm>
        </p:spPr>
        <p:txBody>
          <a:bodyPr anchor="ctr"/>
          <a:lstStyle>
            <a:lvl1pPr marL="0" indent="0" algn="ctr">
              <a:buNone/>
              <a:defRPr/>
            </a:lvl1pPr>
          </a:lstStyle>
          <a:p>
            <a:r>
              <a:rPr lang="fr-FR"/>
              <a:t>Cliquez sur l'icône pour ajouter une image</a:t>
            </a:r>
            <a:endParaRPr lang="fr-CA" dirty="0"/>
          </a:p>
        </p:txBody>
      </p:sp>
      <p:sp>
        <p:nvSpPr>
          <p:cNvPr id="9" name="Espace réservé pour une image  3"/>
          <p:cNvSpPr>
            <a:spLocks noGrp="1"/>
          </p:cNvSpPr>
          <p:nvPr>
            <p:ph type="pic" sz="quarter" idx="14"/>
          </p:nvPr>
        </p:nvSpPr>
        <p:spPr>
          <a:xfrm>
            <a:off x="4649788" y="1997211"/>
            <a:ext cx="4015412" cy="3227126"/>
          </a:xfrm>
        </p:spPr>
        <p:txBody>
          <a:bodyPr anchor="ctr"/>
          <a:lstStyle>
            <a:lvl1pPr marL="0" indent="0" algn="ctr">
              <a:buNone/>
              <a:defRPr/>
            </a:lvl1pPr>
          </a:lstStyle>
          <a:p>
            <a:r>
              <a:rPr lang="fr-FR"/>
              <a:t>Cliquez sur l'icône pour ajouter une image</a:t>
            </a:r>
            <a:endParaRPr lang="fr-CA"/>
          </a:p>
        </p:txBody>
      </p:sp>
      <p:sp>
        <p:nvSpPr>
          <p:cNvPr id="7" name="Espace réservé du texte 2"/>
          <p:cNvSpPr>
            <a:spLocks noGrp="1"/>
          </p:cNvSpPr>
          <p:nvPr>
            <p:ph type="body" idx="1"/>
          </p:nvPr>
        </p:nvSpPr>
        <p:spPr>
          <a:xfrm>
            <a:off x="478800" y="1215025"/>
            <a:ext cx="4018588" cy="782186"/>
          </a:xfrm>
        </p:spPr>
        <p:txBody>
          <a:bodyPr anchor="b">
            <a:noAutofit/>
          </a:bodyPr>
          <a:lstStyle>
            <a:lvl1pPr marL="0" indent="0">
              <a:buNone/>
              <a:defRPr sz="2000" b="1" cap="all" baseline="0"/>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fr-FR"/>
              <a:t>Modifiez les styles du texte du masque</a:t>
            </a:r>
          </a:p>
        </p:txBody>
      </p:sp>
      <p:sp>
        <p:nvSpPr>
          <p:cNvPr id="8" name="Espace réservé du texte 2"/>
          <p:cNvSpPr>
            <a:spLocks noGrp="1"/>
          </p:cNvSpPr>
          <p:nvPr>
            <p:ph type="body" idx="12"/>
          </p:nvPr>
        </p:nvSpPr>
        <p:spPr>
          <a:xfrm>
            <a:off x="4646612" y="1215026"/>
            <a:ext cx="4018588" cy="782185"/>
          </a:xfrm>
        </p:spPr>
        <p:txBody>
          <a:bodyPr anchor="b">
            <a:noAutofit/>
          </a:bodyPr>
          <a:lstStyle>
            <a:lvl1pPr marL="0" indent="0">
              <a:buNone/>
              <a:defRPr sz="2000" b="1" cap="all" baseline="0"/>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fr-FR"/>
              <a:t>Modifiez les styles du texte du masque</a:t>
            </a:r>
          </a:p>
        </p:txBody>
      </p:sp>
      <p:sp>
        <p:nvSpPr>
          <p:cNvPr id="10"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5" name="Espace réservé du numéro de diapositive 4"/>
          <p:cNvSpPr>
            <a:spLocks noGrp="1"/>
          </p:cNvSpPr>
          <p:nvPr>
            <p:ph type="sldNum" sz="quarter" idx="16"/>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11"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2762527125"/>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re, texte et contenu">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560400" y="1224000"/>
            <a:ext cx="5097600" cy="3999600"/>
          </a:xfrm>
        </p:spPr>
        <p:txBody>
          <a:bodyPr>
            <a:normAutofit/>
          </a:bodyPr>
          <a:lstStyle>
            <a:lvl1pPr>
              <a:defRPr sz="2000"/>
            </a:lvl1pPr>
            <a:lvl2pPr>
              <a:defRPr sz="2000"/>
            </a:lvl2pPr>
            <a:lvl3pPr>
              <a:defRPr sz="2000"/>
            </a:lvl3pPr>
            <a:lvl4pPr>
              <a:defRPr sz="2000"/>
            </a:lvl4pPr>
            <a:lvl5pPr>
              <a:defRPr sz="2000"/>
            </a:lvl5pPr>
            <a:lvl6pPr>
              <a:defRPr sz="1667"/>
            </a:lvl6pPr>
            <a:lvl7pPr>
              <a:defRPr sz="1667"/>
            </a:lvl7pPr>
            <a:lvl8pPr>
              <a:defRPr sz="1667"/>
            </a:lvl8pPr>
            <a:lvl9pPr>
              <a:defRPr sz="1667"/>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dirty="0"/>
          </a:p>
        </p:txBody>
      </p:sp>
      <p:sp>
        <p:nvSpPr>
          <p:cNvPr id="4" name="Espace réservé du texte 3"/>
          <p:cNvSpPr>
            <a:spLocks noGrp="1"/>
          </p:cNvSpPr>
          <p:nvPr>
            <p:ph type="body" sz="half" idx="2"/>
          </p:nvPr>
        </p:nvSpPr>
        <p:spPr>
          <a:xfrm>
            <a:off x="478800" y="1215025"/>
            <a:ext cx="2988000" cy="4009312"/>
          </a:xfrm>
        </p:spPr>
        <p:txBody>
          <a:bodyPr>
            <a:normAutofit/>
          </a:bodyPr>
          <a:lstStyle>
            <a:lvl1pPr marL="0" indent="0">
              <a:spcAft>
                <a:spcPts val="500"/>
              </a:spcAft>
              <a:buNone/>
              <a:defRPr sz="2000" b="0" cap="none" baseline="0"/>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fr-FR"/>
              <a:t>Modifiez les styles du texte du masque</a:t>
            </a:r>
          </a:p>
        </p:txBody>
      </p:sp>
      <p:sp>
        <p:nvSpPr>
          <p:cNvPr id="6"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2" name="Espace réservé du pied de page 1"/>
          <p:cNvSpPr>
            <a:spLocks noGrp="1"/>
          </p:cNvSpPr>
          <p:nvPr>
            <p:ph type="ftr" sz="quarter" idx="10"/>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8" name="Espace réservé du numéro de diapositive 7"/>
          <p:cNvSpPr>
            <a:spLocks noGrp="1"/>
          </p:cNvSpPr>
          <p:nvPr>
            <p:ph type="sldNum" sz="quarter" idx="11"/>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Tree>
    <p:extLst>
      <p:ext uri="{BB962C8B-B14F-4D97-AF65-F5344CB8AC3E}">
        <p14:creationId xmlns:p14="http://schemas.microsoft.com/office/powerpoint/2010/main" val="3348976360"/>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re, texte et image">
    <p:spTree>
      <p:nvGrpSpPr>
        <p:cNvPr id="1" name=""/>
        <p:cNvGrpSpPr/>
        <p:nvPr/>
      </p:nvGrpSpPr>
      <p:grpSpPr>
        <a:xfrm>
          <a:off x="0" y="0"/>
          <a:ext cx="0" cy="0"/>
          <a:chOff x="0" y="0"/>
          <a:chExt cx="0" cy="0"/>
        </a:xfrm>
      </p:grpSpPr>
      <p:sp>
        <p:nvSpPr>
          <p:cNvPr id="5" name="Espace réservé pour une image  4"/>
          <p:cNvSpPr>
            <a:spLocks noGrp="1"/>
          </p:cNvSpPr>
          <p:nvPr>
            <p:ph type="pic" sz="quarter" idx="10"/>
          </p:nvPr>
        </p:nvSpPr>
        <p:spPr>
          <a:xfrm>
            <a:off x="3560765" y="1224000"/>
            <a:ext cx="5104437" cy="3999600"/>
          </a:xfrm>
        </p:spPr>
        <p:txBody>
          <a:bodyPr anchor="ctr"/>
          <a:lstStyle>
            <a:lvl1pPr marL="0" indent="0" algn="ctr">
              <a:buNone/>
              <a:defRPr/>
            </a:lvl1pPr>
          </a:lstStyle>
          <a:p>
            <a:r>
              <a:rPr lang="fr-FR"/>
              <a:t>Cliquez sur l'icône pour ajouter une image</a:t>
            </a:r>
            <a:endParaRPr lang="fr-CA"/>
          </a:p>
        </p:txBody>
      </p:sp>
      <p:sp>
        <p:nvSpPr>
          <p:cNvPr id="6"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7" name="Espace réservé du texte 3"/>
          <p:cNvSpPr>
            <a:spLocks noGrp="1"/>
          </p:cNvSpPr>
          <p:nvPr>
            <p:ph type="body" sz="half" idx="2"/>
          </p:nvPr>
        </p:nvSpPr>
        <p:spPr>
          <a:xfrm>
            <a:off x="478800" y="1224000"/>
            <a:ext cx="2988000" cy="3999600"/>
          </a:xfrm>
        </p:spPr>
        <p:txBody>
          <a:bodyPr>
            <a:normAutofit/>
          </a:bodyPr>
          <a:lstStyle>
            <a:lvl1pPr marL="0" indent="0">
              <a:spcAft>
                <a:spcPts val="500"/>
              </a:spcAft>
              <a:buNone/>
              <a:defRPr sz="2000" b="0" cap="none" baseline="0"/>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fr-FR"/>
              <a:t>Modifiez les styles du texte du masque</a:t>
            </a:r>
          </a:p>
        </p:txBody>
      </p:sp>
      <p:sp>
        <p:nvSpPr>
          <p:cNvPr id="3" name="Espace réservé du numéro de diapositive 2"/>
          <p:cNvSpPr>
            <a:spLocks noGrp="1"/>
          </p:cNvSpPr>
          <p:nvPr>
            <p:ph type="sldNum" sz="quarter" idx="12"/>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8"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45983418"/>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re, sous-titre et image">
    <p:spTree>
      <p:nvGrpSpPr>
        <p:cNvPr id="1" name=""/>
        <p:cNvGrpSpPr/>
        <p:nvPr/>
      </p:nvGrpSpPr>
      <p:grpSpPr>
        <a:xfrm>
          <a:off x="0" y="0"/>
          <a:ext cx="0" cy="0"/>
          <a:chOff x="0" y="0"/>
          <a:chExt cx="0" cy="0"/>
        </a:xfrm>
      </p:grpSpPr>
      <p:sp>
        <p:nvSpPr>
          <p:cNvPr id="3" name="Espace réservé pour une image  2"/>
          <p:cNvSpPr>
            <a:spLocks noGrp="1"/>
          </p:cNvSpPr>
          <p:nvPr>
            <p:ph type="pic" idx="1"/>
          </p:nvPr>
        </p:nvSpPr>
        <p:spPr>
          <a:xfrm>
            <a:off x="478800" y="1833707"/>
            <a:ext cx="8179200" cy="3394553"/>
          </a:xfrm>
        </p:spPr>
        <p:txBody>
          <a:bodyPr anchor="ctr"/>
          <a:lstStyle>
            <a:lvl1pPr marL="0" indent="0" algn="ctr">
              <a:buNone/>
              <a:defRPr sz="1392"/>
            </a:lvl1pPr>
            <a:lvl2pPr marL="380985" indent="0">
              <a:buNone/>
              <a:defRPr sz="2333"/>
            </a:lvl2pPr>
            <a:lvl3pPr marL="761970" indent="0">
              <a:buNone/>
              <a:defRPr sz="2000"/>
            </a:lvl3pPr>
            <a:lvl4pPr marL="1142954" indent="0">
              <a:buNone/>
              <a:defRPr sz="1667"/>
            </a:lvl4pPr>
            <a:lvl5pPr marL="1523939" indent="0">
              <a:buNone/>
              <a:defRPr sz="1667"/>
            </a:lvl5pPr>
            <a:lvl6pPr marL="1904924" indent="0">
              <a:buNone/>
              <a:defRPr sz="1667"/>
            </a:lvl6pPr>
            <a:lvl7pPr marL="2285909" indent="0">
              <a:buNone/>
              <a:defRPr sz="1667"/>
            </a:lvl7pPr>
            <a:lvl8pPr marL="2666893" indent="0">
              <a:buNone/>
              <a:defRPr sz="1667"/>
            </a:lvl8pPr>
            <a:lvl9pPr marL="3047878" indent="0">
              <a:buNone/>
              <a:defRPr sz="1667"/>
            </a:lvl9pPr>
          </a:lstStyle>
          <a:p>
            <a:r>
              <a:rPr lang="fr-FR"/>
              <a:t>Cliquez sur l'icône pour ajouter une image</a:t>
            </a:r>
            <a:endParaRPr lang="fr-CA" dirty="0"/>
          </a:p>
        </p:txBody>
      </p:sp>
      <p:sp>
        <p:nvSpPr>
          <p:cNvPr id="4" name="Espace réservé du texte 3"/>
          <p:cNvSpPr>
            <a:spLocks noGrp="1"/>
          </p:cNvSpPr>
          <p:nvPr>
            <p:ph type="body" sz="half" idx="2"/>
          </p:nvPr>
        </p:nvSpPr>
        <p:spPr>
          <a:xfrm>
            <a:off x="478800" y="1217631"/>
            <a:ext cx="8179200" cy="522000"/>
          </a:xfrm>
        </p:spPr>
        <p:txBody>
          <a:bodyPr>
            <a:normAutofit/>
          </a:bodyPr>
          <a:lstStyle>
            <a:lvl1pPr marL="0" indent="0">
              <a:buNone/>
              <a:defRPr sz="2000" b="0" cap="none" baseline="0"/>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fr-FR"/>
              <a:t>Modifiez les styles du texte du masque</a:t>
            </a:r>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6" name="Espace réservé du numéro de diapositive 5"/>
          <p:cNvSpPr>
            <a:spLocks noGrp="1"/>
          </p:cNvSpPr>
          <p:nvPr>
            <p:ph type="sldNum" sz="quarter" idx="11"/>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7"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2997562934"/>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re">
    <p:spTree>
      <p:nvGrpSpPr>
        <p:cNvPr id="1" name=""/>
        <p:cNvGrpSpPr/>
        <p:nvPr/>
      </p:nvGrpSpPr>
      <p:grpSpPr>
        <a:xfrm>
          <a:off x="0" y="0"/>
          <a:ext cx="0" cy="0"/>
          <a:chOff x="0" y="0"/>
          <a:chExt cx="0" cy="0"/>
        </a:xfrm>
      </p:grpSpPr>
      <p:sp>
        <p:nvSpPr>
          <p:cNvPr id="3"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5" name="Espace réservé du numéro de diapositive 5"/>
          <p:cNvSpPr>
            <a:spLocks noGrp="1"/>
          </p:cNvSpPr>
          <p:nvPr>
            <p:ph type="sldNum" sz="quarter" idx="11"/>
          </p:nvPr>
        </p:nvSpPr>
        <p:spPr>
          <a:xfrm>
            <a:off x="379562" y="5384996"/>
            <a:ext cx="464400" cy="136800"/>
          </a:xfrm>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6"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1667316647"/>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Image pleine écran">
    <p:spTree>
      <p:nvGrpSpPr>
        <p:cNvPr id="1" name=""/>
        <p:cNvGrpSpPr/>
        <p:nvPr/>
      </p:nvGrpSpPr>
      <p:grpSpPr>
        <a:xfrm>
          <a:off x="0" y="0"/>
          <a:ext cx="0" cy="0"/>
          <a:chOff x="0" y="0"/>
          <a:chExt cx="0" cy="0"/>
        </a:xfrm>
      </p:grpSpPr>
      <p:sp>
        <p:nvSpPr>
          <p:cNvPr id="2" name="Rectangle 1"/>
          <p:cNvSpPr/>
          <p:nvPr/>
        </p:nvSpPr>
        <p:spPr>
          <a:xfrm>
            <a:off x="7109927" y="5318450"/>
            <a:ext cx="1716832" cy="3265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3" name="Espace réservé pour une image  2"/>
          <p:cNvSpPr>
            <a:spLocks noGrp="1"/>
          </p:cNvSpPr>
          <p:nvPr>
            <p:ph type="pic" sz="quarter" idx="10"/>
          </p:nvPr>
        </p:nvSpPr>
        <p:spPr>
          <a:xfrm>
            <a:off x="1" y="0"/>
            <a:ext cx="9144000" cy="5715000"/>
          </a:xfrm>
        </p:spPr>
        <p:txBody>
          <a:bodyPr anchor="ctr"/>
          <a:lstStyle>
            <a:lvl1pPr marL="0" indent="0" algn="ctr">
              <a:buFontTx/>
              <a:buNone/>
              <a:defRPr/>
            </a:lvl1pPr>
          </a:lstStyle>
          <a:p>
            <a:r>
              <a:rPr lang="fr-FR"/>
              <a:t>Cliquez sur l'icône pour ajouter une image</a:t>
            </a:r>
            <a:endParaRPr lang="fr-CA"/>
          </a:p>
        </p:txBody>
      </p:sp>
    </p:spTree>
    <p:extLst>
      <p:ext uri="{BB962C8B-B14F-4D97-AF65-F5344CB8AC3E}">
        <p14:creationId xmlns:p14="http://schemas.microsoft.com/office/powerpoint/2010/main" val="51193852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re et image (zoom possible)">
    <p:spTree>
      <p:nvGrpSpPr>
        <p:cNvPr id="1" name=""/>
        <p:cNvGrpSpPr/>
        <p:nvPr/>
      </p:nvGrpSpPr>
      <p:grpSpPr>
        <a:xfrm>
          <a:off x="0" y="0"/>
          <a:ext cx="0" cy="0"/>
          <a:chOff x="0" y="0"/>
          <a:chExt cx="0" cy="0"/>
        </a:xfrm>
      </p:grpSpPr>
      <p:sp>
        <p:nvSpPr>
          <p:cNvPr id="4" name="Espace réservé pour une image  3"/>
          <p:cNvSpPr>
            <a:spLocks noGrp="1"/>
          </p:cNvSpPr>
          <p:nvPr>
            <p:ph type="pic" sz="quarter" idx="10"/>
          </p:nvPr>
        </p:nvSpPr>
        <p:spPr>
          <a:xfrm>
            <a:off x="0" y="1245432"/>
            <a:ext cx="9144000" cy="3999600"/>
          </a:xfrm>
        </p:spPr>
        <p:txBody>
          <a:bodyPr anchor="ctr"/>
          <a:lstStyle>
            <a:lvl1pPr marL="0" indent="0" algn="ctr">
              <a:buNone/>
              <a:defRPr/>
            </a:lvl1pPr>
          </a:lstStyle>
          <a:p>
            <a:r>
              <a:rPr lang="fr-FR"/>
              <a:t>Cliquez sur l'icône pour ajouter une image</a:t>
            </a:r>
            <a:endParaRPr lang="fr-CA" dirty="0"/>
          </a:p>
        </p:txBody>
      </p:sp>
      <p:sp>
        <p:nvSpPr>
          <p:cNvPr id="11" name="Espace réservé du graphique SmartArt 10"/>
          <p:cNvSpPr>
            <a:spLocks noGrp="1"/>
          </p:cNvSpPr>
          <p:nvPr>
            <p:ph type="dgm" sz="quarter" idx="14"/>
          </p:nvPr>
        </p:nvSpPr>
        <p:spPr>
          <a:xfrm>
            <a:off x="0" y="38"/>
            <a:ext cx="9144000" cy="1223963"/>
          </a:xfrm>
          <a:solidFill>
            <a:schemeClr val="bg1"/>
          </a:solidFill>
        </p:spPr>
        <p:txBody>
          <a:bodyPr/>
          <a:lstStyle>
            <a:lvl1pPr marL="0" indent="0">
              <a:buNone/>
              <a:defRPr>
                <a:solidFill>
                  <a:schemeClr val="bg1"/>
                </a:solidFill>
              </a:defRPr>
            </a:lvl1pPr>
          </a:lstStyle>
          <a:p>
            <a:r>
              <a:rPr lang="fr-FR"/>
              <a:t>Cliquez sur l'icône pour ajouter un graphique SmartArt</a:t>
            </a:r>
            <a:endParaRPr lang="fr-CA" dirty="0"/>
          </a:p>
        </p:txBody>
      </p:sp>
      <p:sp>
        <p:nvSpPr>
          <p:cNvPr id="12" name="Espace réservé du graphique SmartArt 10"/>
          <p:cNvSpPr>
            <a:spLocks noGrp="1"/>
          </p:cNvSpPr>
          <p:nvPr>
            <p:ph type="dgm" sz="quarter" idx="15"/>
          </p:nvPr>
        </p:nvSpPr>
        <p:spPr>
          <a:xfrm>
            <a:off x="0" y="5245032"/>
            <a:ext cx="9144000" cy="469969"/>
          </a:xfrm>
          <a:solidFill>
            <a:schemeClr val="bg1"/>
          </a:solidFill>
        </p:spPr>
        <p:txBody>
          <a:bodyPr/>
          <a:lstStyle>
            <a:lvl1pPr marL="0" indent="0">
              <a:buNone/>
              <a:defRPr>
                <a:solidFill>
                  <a:schemeClr val="bg1"/>
                </a:solidFill>
              </a:defRPr>
            </a:lvl1pPr>
          </a:lstStyle>
          <a:p>
            <a:r>
              <a:rPr lang="fr-FR"/>
              <a:t>Cliquez sur l'icône pour ajouter un graphique SmartArt</a:t>
            </a:r>
            <a:endParaRPr lang="fr-CA" dirty="0"/>
          </a:p>
        </p:txBody>
      </p:sp>
      <p:sp>
        <p:nvSpPr>
          <p:cNvPr id="7" name="TextBox 6"/>
          <p:cNvSpPr txBox="1"/>
          <p:nvPr/>
        </p:nvSpPr>
        <p:spPr>
          <a:xfrm>
            <a:off x="346075" y="4765675"/>
            <a:ext cx="914400" cy="914400"/>
          </a:xfrm>
          <a:prstGeom prst="rect">
            <a:avLst/>
          </a:prstGeom>
        </p:spPr>
        <p:txBody>
          <a:bodyPr vert="horz" wrap="none" lIns="76200" tIns="38100" rIns="76200" bIns="38100" rtlCol="0">
            <a:normAutofit/>
          </a:bodyPr>
          <a:lstStyle/>
          <a:p>
            <a:pPr marL="128995" indent="-128995" defTabSz="380985">
              <a:buClr>
                <a:srgbClr val="003C71"/>
              </a:buClr>
              <a:buSzPct val="125000"/>
              <a:buFont typeface="Arial" panose="020B0604020202020204" pitchFamily="34" charset="0"/>
              <a:buChar char="•"/>
            </a:pPr>
            <a:endParaRPr lang="en-US" sz="1392" dirty="0">
              <a:solidFill>
                <a:srgbClr val="000000"/>
              </a:solidFill>
            </a:endParaRPr>
          </a:p>
        </p:txBody>
      </p:sp>
      <p:sp>
        <p:nvSpPr>
          <p:cNvPr id="6"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2" name="Espace réservé du pied de page 1"/>
          <p:cNvSpPr>
            <a:spLocks noGrp="1"/>
          </p:cNvSpPr>
          <p:nvPr>
            <p:ph type="ftr" sz="quarter" idx="11"/>
          </p:nvPr>
        </p:nvSpPr>
        <p:spPr>
          <a:xfrm>
            <a:off x="3124200" y="5377376"/>
            <a:ext cx="2895600" cy="200464"/>
          </a:xfrm>
          <a:prstGeom prst="rect">
            <a:avLst/>
          </a:prstGeom>
          <a:solidFill>
            <a:schemeClr val="bg1"/>
          </a:solidFill>
        </p:spPr>
        <p:txBody>
          <a:bodyPr/>
          <a:lstStyle/>
          <a:p>
            <a:r>
              <a:rPr lang="fr-CA">
                <a:solidFill>
                  <a:srgbClr val="003C71"/>
                </a:solidFill>
              </a:rPr>
              <a:t>@2025. Marie-Christine ALBERT. Tous droits réservés.</a:t>
            </a:r>
            <a:endParaRPr lang="fr-CA" dirty="0">
              <a:solidFill>
                <a:srgbClr val="003C71"/>
              </a:solidFill>
            </a:endParaRPr>
          </a:p>
        </p:txBody>
      </p:sp>
      <p:sp>
        <p:nvSpPr>
          <p:cNvPr id="3" name="Espace réservé du numéro de diapositive 2"/>
          <p:cNvSpPr>
            <a:spLocks noGrp="1"/>
          </p:cNvSpPr>
          <p:nvPr>
            <p:ph type="sldNum" sz="quarter" idx="12"/>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Tree>
    <p:extLst>
      <p:ext uri="{BB962C8B-B14F-4D97-AF65-F5344CB8AC3E}">
        <p14:creationId xmlns:p14="http://schemas.microsoft.com/office/powerpoint/2010/main" val="3649497991"/>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re, sous-titre et image (zoom possible)">
    <p:spTree>
      <p:nvGrpSpPr>
        <p:cNvPr id="1" name=""/>
        <p:cNvGrpSpPr/>
        <p:nvPr/>
      </p:nvGrpSpPr>
      <p:grpSpPr>
        <a:xfrm>
          <a:off x="0" y="0"/>
          <a:ext cx="0" cy="0"/>
          <a:chOff x="0" y="0"/>
          <a:chExt cx="0" cy="0"/>
        </a:xfrm>
      </p:grpSpPr>
      <p:sp>
        <p:nvSpPr>
          <p:cNvPr id="3" name="Espace réservé pour une image  2"/>
          <p:cNvSpPr>
            <a:spLocks noGrp="1"/>
          </p:cNvSpPr>
          <p:nvPr>
            <p:ph type="pic" idx="1"/>
          </p:nvPr>
        </p:nvSpPr>
        <p:spPr>
          <a:xfrm>
            <a:off x="0" y="1841327"/>
            <a:ext cx="9144000" cy="3394553"/>
          </a:xfrm>
        </p:spPr>
        <p:txBody>
          <a:bodyPr anchor="ctr"/>
          <a:lstStyle>
            <a:lvl1pPr marL="0" indent="0" algn="ctr">
              <a:buNone/>
              <a:defRPr sz="1392"/>
            </a:lvl1pPr>
            <a:lvl2pPr marL="380985" indent="0">
              <a:buNone/>
              <a:defRPr sz="2333"/>
            </a:lvl2pPr>
            <a:lvl3pPr marL="761970" indent="0">
              <a:buNone/>
              <a:defRPr sz="2000"/>
            </a:lvl3pPr>
            <a:lvl4pPr marL="1142954" indent="0">
              <a:buNone/>
              <a:defRPr sz="1667"/>
            </a:lvl4pPr>
            <a:lvl5pPr marL="1523939" indent="0">
              <a:buNone/>
              <a:defRPr sz="1667"/>
            </a:lvl5pPr>
            <a:lvl6pPr marL="1904924" indent="0">
              <a:buNone/>
              <a:defRPr sz="1667"/>
            </a:lvl6pPr>
            <a:lvl7pPr marL="2285909" indent="0">
              <a:buNone/>
              <a:defRPr sz="1667"/>
            </a:lvl7pPr>
            <a:lvl8pPr marL="2666893" indent="0">
              <a:buNone/>
              <a:defRPr sz="1667"/>
            </a:lvl8pPr>
            <a:lvl9pPr marL="3047878" indent="0">
              <a:buNone/>
              <a:defRPr sz="1667"/>
            </a:lvl9pPr>
          </a:lstStyle>
          <a:p>
            <a:r>
              <a:rPr lang="fr-FR"/>
              <a:t>Cliquez sur l'icône pour ajouter une image</a:t>
            </a:r>
            <a:endParaRPr lang="fr-CA" dirty="0"/>
          </a:p>
        </p:txBody>
      </p:sp>
      <p:sp>
        <p:nvSpPr>
          <p:cNvPr id="9" name="Espace réservé du graphique SmartArt 10"/>
          <p:cNvSpPr>
            <a:spLocks noGrp="1"/>
          </p:cNvSpPr>
          <p:nvPr>
            <p:ph type="dgm" sz="quarter" idx="16"/>
          </p:nvPr>
        </p:nvSpPr>
        <p:spPr>
          <a:xfrm>
            <a:off x="0" y="5248406"/>
            <a:ext cx="9144000" cy="466595"/>
          </a:xfrm>
          <a:solidFill>
            <a:schemeClr val="bg1"/>
          </a:solidFill>
        </p:spPr>
        <p:txBody>
          <a:bodyPr/>
          <a:lstStyle>
            <a:lvl1pPr marL="0" indent="0">
              <a:buNone/>
              <a:defRPr>
                <a:solidFill>
                  <a:schemeClr val="bg1"/>
                </a:solidFill>
              </a:defRPr>
            </a:lvl1pPr>
          </a:lstStyle>
          <a:p>
            <a:r>
              <a:rPr lang="fr-FR"/>
              <a:t>Cliquez sur l'icône pour ajouter un graphique SmartArt</a:t>
            </a:r>
            <a:endParaRPr lang="fr-CA" dirty="0"/>
          </a:p>
        </p:txBody>
      </p:sp>
      <p:sp>
        <p:nvSpPr>
          <p:cNvPr id="7" name="Espace réservé du graphique SmartArt 10"/>
          <p:cNvSpPr>
            <a:spLocks noGrp="1"/>
          </p:cNvSpPr>
          <p:nvPr>
            <p:ph type="dgm" sz="quarter" idx="14"/>
          </p:nvPr>
        </p:nvSpPr>
        <p:spPr>
          <a:xfrm>
            <a:off x="0" y="38"/>
            <a:ext cx="9144000" cy="1828763"/>
          </a:xfrm>
          <a:solidFill>
            <a:schemeClr val="bg1"/>
          </a:solidFill>
        </p:spPr>
        <p:txBody>
          <a:bodyPr/>
          <a:lstStyle>
            <a:lvl1pPr marL="0" indent="0">
              <a:buNone/>
              <a:defRPr>
                <a:solidFill>
                  <a:schemeClr val="bg1"/>
                </a:solidFill>
              </a:defRPr>
            </a:lvl1pPr>
          </a:lstStyle>
          <a:p>
            <a:r>
              <a:rPr lang="fr-FR"/>
              <a:t>Cliquez sur l'icône pour ajouter un graphique SmartArt</a:t>
            </a:r>
            <a:endParaRPr lang="fr-CA" dirty="0"/>
          </a:p>
        </p:txBody>
      </p:sp>
      <p:sp>
        <p:nvSpPr>
          <p:cNvPr id="4" name="Espace réservé du texte 3"/>
          <p:cNvSpPr>
            <a:spLocks noGrp="1"/>
          </p:cNvSpPr>
          <p:nvPr>
            <p:ph type="body" sz="half" idx="2"/>
          </p:nvPr>
        </p:nvSpPr>
        <p:spPr>
          <a:xfrm>
            <a:off x="478800" y="1217631"/>
            <a:ext cx="8179200" cy="522000"/>
          </a:xfrm>
        </p:spPr>
        <p:txBody>
          <a:bodyPr>
            <a:normAutofit/>
          </a:bodyPr>
          <a:lstStyle>
            <a:lvl1pPr marL="0" indent="0">
              <a:buNone/>
              <a:defRPr sz="2000" b="0" cap="none" baseline="0"/>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fr-FR"/>
              <a:t>Modifiez les styles du texte du masque</a:t>
            </a:r>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6" name="Espace réservé du numéro de diapositive 5"/>
          <p:cNvSpPr>
            <a:spLocks noGrp="1"/>
          </p:cNvSpPr>
          <p:nvPr>
            <p:ph type="sldNum" sz="quarter" idx="11"/>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8" name="Espace réservé du pied de page 1"/>
          <p:cNvSpPr>
            <a:spLocks noGrp="1"/>
          </p:cNvSpPr>
          <p:nvPr>
            <p:ph type="ftr" sz="quarter" idx="15"/>
          </p:nvPr>
        </p:nvSpPr>
        <p:spPr>
          <a:xfrm>
            <a:off x="3124200" y="5377376"/>
            <a:ext cx="2895600" cy="200464"/>
          </a:xfrm>
          <a:prstGeom prst="rect">
            <a:avLst/>
          </a:prstGeom>
          <a:solidFill>
            <a:schemeClr val="bg1"/>
          </a:solidFill>
        </p:spPr>
        <p:txBody>
          <a:body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1321021192"/>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Vide avec logo">
    <p:spTree>
      <p:nvGrpSpPr>
        <p:cNvPr id="1" name=""/>
        <p:cNvGrpSpPr/>
        <p:nvPr/>
      </p:nvGrpSpPr>
      <p:grpSpPr>
        <a:xfrm>
          <a:off x="0" y="0"/>
          <a:ext cx="0" cy="0"/>
          <a:chOff x="0" y="0"/>
          <a:chExt cx="0" cy="0"/>
        </a:xfrm>
      </p:grpSpPr>
      <p:sp>
        <p:nvSpPr>
          <p:cNvPr id="2" name="Espace réservé du pied de page 1"/>
          <p:cNvSpPr>
            <a:spLocks noGrp="1"/>
          </p:cNvSpPr>
          <p:nvPr>
            <p:ph type="ftr" sz="quarter" idx="10"/>
          </p:nvPr>
        </p:nvSpPr>
        <p:spPr>
          <a:xfrm>
            <a:off x="3124200" y="5384996"/>
            <a:ext cx="2895600" cy="136800"/>
          </a:xfrm>
          <a:prstGeom prst="rect">
            <a:avLst/>
          </a:prstGeom>
        </p:spPr>
        <p:txBody>
          <a:bodyPr/>
          <a:lstStyle/>
          <a:p>
            <a:r>
              <a:rPr lang="fr-CA">
                <a:solidFill>
                  <a:srgbClr val="003C71"/>
                </a:solidFill>
              </a:rPr>
              <a:t>@2025. Marie-Christine ALBERT. Tous droits réservés.</a:t>
            </a:r>
            <a:endParaRPr lang="fr-CA" dirty="0">
              <a:solidFill>
                <a:srgbClr val="003C71"/>
              </a:solidFill>
            </a:endParaRPr>
          </a:p>
        </p:txBody>
      </p:sp>
      <p:sp>
        <p:nvSpPr>
          <p:cNvPr id="4" name="Espace réservé du numéro de diapositive 5"/>
          <p:cNvSpPr>
            <a:spLocks noGrp="1"/>
          </p:cNvSpPr>
          <p:nvPr>
            <p:ph type="sldNum" sz="quarter" idx="11"/>
          </p:nvPr>
        </p:nvSpPr>
        <p:spPr>
          <a:xfrm>
            <a:off x="379562" y="5384996"/>
            <a:ext cx="464400" cy="136800"/>
          </a:xfrm>
        </p:spPr>
        <p:txBody>
          <a:bodyPr/>
          <a:lstStyle/>
          <a:p>
            <a:fld id="{77B8E65F-5E3F-4E73-B056-4D0181456FB2}" type="slidenum">
              <a:rPr lang="fr-CA" smtClean="0">
                <a:solidFill>
                  <a:srgbClr val="003C71"/>
                </a:solidFill>
              </a:rPr>
              <a:pPr/>
              <a:t>‹N°›</a:t>
            </a:fld>
            <a:endParaRPr lang="fr-CA">
              <a:solidFill>
                <a:srgbClr val="003C71"/>
              </a:solidFill>
            </a:endParaRPr>
          </a:p>
        </p:txBody>
      </p:sp>
    </p:spTree>
    <p:extLst>
      <p:ext uri="{BB962C8B-B14F-4D97-AF65-F5344CB8AC3E}">
        <p14:creationId xmlns:p14="http://schemas.microsoft.com/office/powerpoint/2010/main" val="47525169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Vide sans logo">
    <p:spTree>
      <p:nvGrpSpPr>
        <p:cNvPr id="1" name=""/>
        <p:cNvGrpSpPr/>
        <p:nvPr/>
      </p:nvGrpSpPr>
      <p:grpSpPr>
        <a:xfrm>
          <a:off x="0" y="0"/>
          <a:ext cx="0" cy="0"/>
          <a:chOff x="0" y="0"/>
          <a:chExt cx="0" cy="0"/>
        </a:xfrm>
      </p:grpSpPr>
      <p:sp>
        <p:nvSpPr>
          <p:cNvPr id="2" name="Rectangle 1"/>
          <p:cNvSpPr/>
          <p:nvPr/>
        </p:nvSpPr>
        <p:spPr>
          <a:xfrm>
            <a:off x="7159257" y="5146159"/>
            <a:ext cx="1729562" cy="48200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Tree>
    <p:extLst>
      <p:ext uri="{BB962C8B-B14F-4D97-AF65-F5344CB8AC3E}">
        <p14:creationId xmlns:p14="http://schemas.microsoft.com/office/powerpoint/2010/main" val="287506777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4 Content">
    <p:spTree>
      <p:nvGrpSpPr>
        <p:cNvPr id="1" name=""/>
        <p:cNvGrpSpPr/>
        <p:nvPr/>
      </p:nvGrpSpPr>
      <p:grpSpPr>
        <a:xfrm>
          <a:off x="0" y="0"/>
          <a:ext cx="0" cy="0"/>
          <a:chOff x="0" y="0"/>
          <a:chExt cx="0" cy="0"/>
        </a:xfrm>
      </p:grpSpPr>
      <p:sp>
        <p:nvSpPr>
          <p:cNvPr id="8" name="Rectangle 7"/>
          <p:cNvSpPr/>
          <p:nvPr/>
        </p:nvSpPr>
        <p:spPr>
          <a:xfrm>
            <a:off x="8148923" y="223573"/>
            <a:ext cx="718073" cy="1371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17475"/>
            <a:endParaRPr sz="1250">
              <a:solidFill>
                <a:prstClr val="white"/>
              </a:solidFill>
            </a:endParaRPr>
          </a:p>
        </p:txBody>
      </p:sp>
      <p:sp>
        <p:nvSpPr>
          <p:cNvPr id="2" name="Title 1"/>
          <p:cNvSpPr>
            <a:spLocks noGrp="1"/>
          </p:cNvSpPr>
          <p:nvPr>
            <p:ph type="title"/>
          </p:nvPr>
        </p:nvSpPr>
        <p:spPr>
          <a:xfrm>
            <a:off x="457202" y="762000"/>
            <a:ext cx="7391401" cy="952500"/>
          </a:xfrm>
        </p:spPr>
        <p:txBody>
          <a:bodyPr/>
          <a:lstStyle/>
          <a:p>
            <a:r>
              <a:rPr lang="fr-CA"/>
              <a:t>Click to edit Master title style</a:t>
            </a:r>
            <a:endParaRPr/>
          </a:p>
        </p:txBody>
      </p:sp>
      <p:sp>
        <p:nvSpPr>
          <p:cNvPr id="3" name="Content Placeholder 2"/>
          <p:cNvSpPr>
            <a:spLocks noGrp="1"/>
          </p:cNvSpPr>
          <p:nvPr>
            <p:ph sz="half" idx="1"/>
          </p:nvPr>
        </p:nvSpPr>
        <p:spPr>
          <a:xfrm>
            <a:off x="4282440" y="1845469"/>
            <a:ext cx="3566160" cy="1600200"/>
          </a:xfrm>
        </p:spPr>
        <p:txBody>
          <a:bodyPr>
            <a:normAutofit/>
          </a:bodyPr>
          <a:lstStyle>
            <a:lvl1pPr>
              <a:defRPr sz="1250"/>
            </a:lvl1pPr>
            <a:lvl2pPr>
              <a:defRPr sz="1250"/>
            </a:lvl2pPr>
            <a:lvl3pPr>
              <a:defRPr sz="1250"/>
            </a:lvl3pPr>
            <a:lvl4pPr>
              <a:defRPr sz="1250"/>
            </a:lvl4pPr>
            <a:lvl5pPr>
              <a:defRPr sz="1250"/>
            </a:lvl5pPr>
            <a:lvl6pPr>
              <a:defRPr sz="1250"/>
            </a:lvl6pPr>
            <a:lvl7pPr>
              <a:defRPr sz="1250"/>
            </a:lvl7pPr>
            <a:lvl8pPr>
              <a:defRPr sz="1250"/>
            </a:lvl8pPr>
            <a:lvl9pPr>
              <a:defRPr sz="1250"/>
            </a:lvl9pPr>
          </a:lstStyle>
          <a:p>
            <a:pPr lvl="0"/>
            <a:r>
              <a:rPr lang="fr-CA"/>
              <a:t>Click to edit Master text styles</a:t>
            </a:r>
          </a:p>
          <a:p>
            <a:pPr lvl="1"/>
            <a:r>
              <a:rPr lang="fr-CA"/>
              <a:t>Second level</a:t>
            </a:r>
          </a:p>
          <a:p>
            <a:pPr lvl="2"/>
            <a:r>
              <a:rPr lang="fr-CA"/>
              <a:t>Third level</a:t>
            </a:r>
          </a:p>
          <a:p>
            <a:pPr lvl="3"/>
            <a:r>
              <a:rPr lang="fr-CA"/>
              <a:t>Fourth level</a:t>
            </a:r>
          </a:p>
          <a:p>
            <a:pPr lvl="4"/>
            <a:r>
              <a:rPr lang="fr-CA"/>
              <a:t>Fifth level</a:t>
            </a:r>
            <a:endParaRPr/>
          </a:p>
        </p:txBody>
      </p:sp>
      <p:sp>
        <p:nvSpPr>
          <p:cNvPr id="5" name="Date Placeholder 4"/>
          <p:cNvSpPr>
            <a:spLocks noGrp="1"/>
          </p:cNvSpPr>
          <p:nvPr>
            <p:ph type="dt" sz="half" idx="10"/>
          </p:nvPr>
        </p:nvSpPr>
        <p:spPr>
          <a:xfrm>
            <a:off x="7198659" y="5296961"/>
            <a:ext cx="1752600" cy="304271"/>
          </a:xfrm>
          <a:prstGeom prst="rect">
            <a:avLst/>
          </a:prstGeom>
        </p:spPr>
        <p:txBody>
          <a:bodyPr/>
          <a:lstStyle/>
          <a:p>
            <a:pPr defTabSz="380985"/>
            <a:endParaRPr lang="en-US">
              <a:solidFill>
                <a:srgbClr val="333333">
                  <a:lumMod val="60000"/>
                  <a:lumOff val="40000"/>
                </a:srgbClr>
              </a:solidFill>
            </a:endParaRPr>
          </a:p>
        </p:txBody>
      </p:sp>
      <p:sp>
        <p:nvSpPr>
          <p:cNvPr id="6" name="Footer Placeholder 5"/>
          <p:cNvSpPr>
            <a:spLocks noGrp="1"/>
          </p:cNvSpPr>
          <p:nvPr>
            <p:ph type="ftr" sz="quarter" idx="11"/>
          </p:nvPr>
        </p:nvSpPr>
        <p:spPr/>
        <p:txBody>
          <a:bodyPr/>
          <a:lstStyle/>
          <a:p>
            <a:r>
              <a:rPr lang="fr-CA">
                <a:solidFill>
                  <a:srgbClr val="333333">
                    <a:lumMod val="60000"/>
                    <a:lumOff val="40000"/>
                  </a:srgbClr>
                </a:solidFill>
              </a:rPr>
              <a:t>@2025. Marie-Christine ALBERT. Tous droits réservés.</a:t>
            </a:r>
            <a:endParaRPr lang="en-US">
              <a:solidFill>
                <a:srgbClr val="333333">
                  <a:lumMod val="60000"/>
                  <a:lumOff val="40000"/>
                </a:srgbClr>
              </a:solidFill>
            </a:endParaRPr>
          </a:p>
        </p:txBody>
      </p:sp>
      <p:sp>
        <p:nvSpPr>
          <p:cNvPr id="7" name="Slide Number Placeholder 6"/>
          <p:cNvSpPr>
            <a:spLocks noGrp="1"/>
          </p:cNvSpPr>
          <p:nvPr>
            <p:ph type="sldNum" sz="quarter" idx="12"/>
          </p:nvPr>
        </p:nvSpPr>
        <p:spPr/>
        <p:txBody>
          <a:bodyPr/>
          <a:lstStyle/>
          <a:p>
            <a:fld id="{88136B7C-31F5-D340-8DA4-E004E776C911}" type="slidenum">
              <a:rPr lang="en-US" smtClean="0">
                <a:solidFill>
                  <a:prstClr val="white"/>
                </a:solidFill>
              </a:rPr>
              <a:pPr/>
              <a:t>‹N°›</a:t>
            </a:fld>
            <a:endParaRPr lang="en-US">
              <a:solidFill>
                <a:prstClr val="white"/>
              </a:solidFill>
            </a:endParaRPr>
          </a:p>
        </p:txBody>
      </p:sp>
      <p:sp>
        <p:nvSpPr>
          <p:cNvPr id="9" name="Content Placeholder 2"/>
          <p:cNvSpPr>
            <a:spLocks noGrp="1"/>
          </p:cNvSpPr>
          <p:nvPr>
            <p:ph sz="half" idx="13"/>
          </p:nvPr>
        </p:nvSpPr>
        <p:spPr>
          <a:xfrm>
            <a:off x="4282440" y="3520811"/>
            <a:ext cx="3566160" cy="1600200"/>
          </a:xfrm>
        </p:spPr>
        <p:txBody>
          <a:bodyPr>
            <a:normAutofit/>
          </a:bodyPr>
          <a:lstStyle>
            <a:lvl1pPr>
              <a:defRPr sz="1250"/>
            </a:lvl1pPr>
            <a:lvl2pPr>
              <a:defRPr sz="1250"/>
            </a:lvl2pPr>
            <a:lvl3pPr>
              <a:defRPr sz="1250"/>
            </a:lvl3pPr>
            <a:lvl4pPr>
              <a:defRPr sz="1250"/>
            </a:lvl4pPr>
            <a:lvl5pPr>
              <a:defRPr sz="1250"/>
            </a:lvl5pPr>
            <a:lvl6pPr>
              <a:defRPr sz="1250"/>
            </a:lvl6pPr>
            <a:lvl7pPr>
              <a:defRPr sz="1250"/>
            </a:lvl7pPr>
            <a:lvl8pPr>
              <a:defRPr sz="1250"/>
            </a:lvl8pPr>
            <a:lvl9pPr>
              <a:defRPr sz="1250"/>
            </a:lvl9pPr>
          </a:lstStyle>
          <a:p>
            <a:pPr lvl="0"/>
            <a:r>
              <a:rPr lang="fr-CA"/>
              <a:t>Click to edit Master text styles</a:t>
            </a:r>
          </a:p>
          <a:p>
            <a:pPr lvl="1"/>
            <a:r>
              <a:rPr lang="fr-CA"/>
              <a:t>Second level</a:t>
            </a:r>
          </a:p>
          <a:p>
            <a:pPr lvl="2"/>
            <a:r>
              <a:rPr lang="fr-CA"/>
              <a:t>Third level</a:t>
            </a:r>
          </a:p>
          <a:p>
            <a:pPr lvl="3"/>
            <a:r>
              <a:rPr lang="fr-CA"/>
              <a:t>Fourth level</a:t>
            </a:r>
          </a:p>
          <a:p>
            <a:pPr lvl="4"/>
            <a:r>
              <a:rPr lang="fr-CA"/>
              <a:t>Fifth level</a:t>
            </a:r>
            <a:endParaRPr/>
          </a:p>
        </p:txBody>
      </p:sp>
      <p:sp>
        <p:nvSpPr>
          <p:cNvPr id="11" name="Content Placeholder 2"/>
          <p:cNvSpPr>
            <a:spLocks noGrp="1"/>
          </p:cNvSpPr>
          <p:nvPr>
            <p:ph sz="half" idx="14"/>
          </p:nvPr>
        </p:nvSpPr>
        <p:spPr>
          <a:xfrm>
            <a:off x="457200" y="1845469"/>
            <a:ext cx="3566160" cy="1600200"/>
          </a:xfrm>
        </p:spPr>
        <p:txBody>
          <a:bodyPr>
            <a:normAutofit/>
          </a:bodyPr>
          <a:lstStyle>
            <a:lvl1pPr>
              <a:defRPr sz="1250"/>
            </a:lvl1pPr>
            <a:lvl2pPr>
              <a:defRPr sz="1250"/>
            </a:lvl2pPr>
            <a:lvl3pPr>
              <a:defRPr sz="1250"/>
            </a:lvl3pPr>
            <a:lvl4pPr>
              <a:defRPr sz="1250"/>
            </a:lvl4pPr>
            <a:lvl5pPr>
              <a:defRPr sz="1250"/>
            </a:lvl5pPr>
            <a:lvl6pPr>
              <a:defRPr sz="1250"/>
            </a:lvl6pPr>
            <a:lvl7pPr>
              <a:defRPr sz="1250"/>
            </a:lvl7pPr>
            <a:lvl8pPr>
              <a:defRPr sz="1250"/>
            </a:lvl8pPr>
            <a:lvl9pPr>
              <a:defRPr sz="1250"/>
            </a:lvl9pPr>
          </a:lstStyle>
          <a:p>
            <a:pPr lvl="0"/>
            <a:r>
              <a:rPr lang="fr-CA"/>
              <a:t>Click to edit Master text styles</a:t>
            </a:r>
          </a:p>
          <a:p>
            <a:pPr lvl="1"/>
            <a:r>
              <a:rPr lang="fr-CA"/>
              <a:t>Second level</a:t>
            </a:r>
          </a:p>
          <a:p>
            <a:pPr lvl="2"/>
            <a:r>
              <a:rPr lang="fr-CA"/>
              <a:t>Third level</a:t>
            </a:r>
          </a:p>
          <a:p>
            <a:pPr lvl="3"/>
            <a:r>
              <a:rPr lang="fr-CA"/>
              <a:t>Fourth level</a:t>
            </a:r>
          </a:p>
          <a:p>
            <a:pPr lvl="4"/>
            <a:r>
              <a:rPr lang="fr-CA"/>
              <a:t>Fifth level</a:t>
            </a:r>
            <a:endParaRPr/>
          </a:p>
        </p:txBody>
      </p:sp>
      <p:sp>
        <p:nvSpPr>
          <p:cNvPr id="12" name="Content Placeholder 2"/>
          <p:cNvSpPr>
            <a:spLocks noGrp="1"/>
          </p:cNvSpPr>
          <p:nvPr>
            <p:ph sz="half" idx="15"/>
          </p:nvPr>
        </p:nvSpPr>
        <p:spPr>
          <a:xfrm>
            <a:off x="457200" y="3520811"/>
            <a:ext cx="3566160" cy="1600200"/>
          </a:xfrm>
        </p:spPr>
        <p:txBody>
          <a:bodyPr>
            <a:normAutofit/>
          </a:bodyPr>
          <a:lstStyle>
            <a:lvl1pPr>
              <a:defRPr sz="1250"/>
            </a:lvl1pPr>
            <a:lvl2pPr>
              <a:defRPr sz="1250"/>
            </a:lvl2pPr>
            <a:lvl3pPr>
              <a:defRPr sz="1250"/>
            </a:lvl3pPr>
            <a:lvl4pPr>
              <a:defRPr sz="1250"/>
            </a:lvl4pPr>
            <a:lvl5pPr>
              <a:defRPr sz="1250"/>
            </a:lvl5pPr>
            <a:lvl6pPr>
              <a:defRPr sz="1250"/>
            </a:lvl6pPr>
            <a:lvl7pPr>
              <a:defRPr sz="1250"/>
            </a:lvl7pPr>
            <a:lvl8pPr>
              <a:defRPr sz="1250"/>
            </a:lvl8pPr>
            <a:lvl9pPr>
              <a:defRPr sz="1250"/>
            </a:lvl9pPr>
          </a:lstStyle>
          <a:p>
            <a:pPr lvl="0"/>
            <a:r>
              <a:rPr lang="fr-CA"/>
              <a:t>Click to edit Master text styles</a:t>
            </a:r>
          </a:p>
          <a:p>
            <a:pPr lvl="1"/>
            <a:r>
              <a:rPr lang="fr-CA"/>
              <a:t>Second level</a:t>
            </a:r>
          </a:p>
          <a:p>
            <a:pPr lvl="2"/>
            <a:r>
              <a:rPr lang="fr-CA"/>
              <a:t>Third level</a:t>
            </a:r>
          </a:p>
          <a:p>
            <a:pPr lvl="3"/>
            <a:r>
              <a:rPr lang="fr-CA"/>
              <a:t>Fourth level</a:t>
            </a:r>
          </a:p>
          <a:p>
            <a:pPr lvl="4"/>
            <a:r>
              <a:rPr lang="fr-CA"/>
              <a:t>Fifth level</a:t>
            </a:r>
            <a:endParaRPr/>
          </a:p>
        </p:txBody>
      </p:sp>
    </p:spTree>
    <p:extLst>
      <p:ext uri="{BB962C8B-B14F-4D97-AF65-F5344CB8AC3E}">
        <p14:creationId xmlns:p14="http://schemas.microsoft.com/office/powerpoint/2010/main" val="71089531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Picture with Caption">
    <p:spTree>
      <p:nvGrpSpPr>
        <p:cNvPr id="1" name=""/>
        <p:cNvGrpSpPr/>
        <p:nvPr/>
      </p:nvGrpSpPr>
      <p:grpSpPr>
        <a:xfrm>
          <a:off x="0" y="0"/>
          <a:ext cx="0" cy="0"/>
          <a:chOff x="0" y="0"/>
          <a:chExt cx="0" cy="0"/>
        </a:xfrm>
      </p:grpSpPr>
      <p:sp>
        <p:nvSpPr>
          <p:cNvPr id="8" name="Rectangle 7"/>
          <p:cNvSpPr/>
          <p:nvPr/>
        </p:nvSpPr>
        <p:spPr>
          <a:xfrm>
            <a:off x="4746811" y="223573"/>
            <a:ext cx="4114800" cy="4724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17475"/>
            <a:endParaRPr sz="1250">
              <a:solidFill>
                <a:prstClr val="white"/>
              </a:solidFill>
            </a:endParaRPr>
          </a:p>
        </p:txBody>
      </p:sp>
      <p:sp>
        <p:nvSpPr>
          <p:cNvPr id="2" name="Title 1"/>
          <p:cNvSpPr>
            <a:spLocks noGrp="1"/>
          </p:cNvSpPr>
          <p:nvPr>
            <p:ph type="title"/>
          </p:nvPr>
        </p:nvSpPr>
        <p:spPr>
          <a:xfrm>
            <a:off x="457199" y="829237"/>
            <a:ext cx="3566160" cy="862853"/>
          </a:xfrm>
        </p:spPr>
        <p:txBody>
          <a:bodyPr anchor="b"/>
          <a:lstStyle>
            <a:lvl1pPr algn="l">
              <a:defRPr sz="1944" b="0"/>
            </a:lvl1pPr>
          </a:lstStyle>
          <a:p>
            <a:r>
              <a:rPr lang="fr-CA"/>
              <a:t>Click to edit Master title style</a:t>
            </a:r>
            <a:endParaRPr/>
          </a:p>
        </p:txBody>
      </p:sp>
      <p:sp>
        <p:nvSpPr>
          <p:cNvPr id="4" name="Text Placeholder 3"/>
          <p:cNvSpPr>
            <a:spLocks noGrp="1"/>
          </p:cNvSpPr>
          <p:nvPr>
            <p:ph type="body" sz="half" idx="2"/>
          </p:nvPr>
        </p:nvSpPr>
        <p:spPr>
          <a:xfrm>
            <a:off x="457199" y="1714502"/>
            <a:ext cx="3566160" cy="3048001"/>
          </a:xfrm>
        </p:spPr>
        <p:txBody>
          <a:bodyPr>
            <a:normAutofit/>
          </a:bodyPr>
          <a:lstStyle>
            <a:lvl1pPr marL="0" indent="0">
              <a:buNone/>
              <a:defRPr sz="1111"/>
            </a:lvl1pPr>
            <a:lvl2pPr marL="317475" indent="0">
              <a:buNone/>
              <a:defRPr sz="833"/>
            </a:lvl2pPr>
            <a:lvl3pPr marL="634950" indent="0">
              <a:buNone/>
              <a:defRPr sz="694"/>
            </a:lvl3pPr>
            <a:lvl4pPr marL="952424" indent="0">
              <a:buNone/>
              <a:defRPr sz="625"/>
            </a:lvl4pPr>
            <a:lvl5pPr marL="1269898" indent="0">
              <a:buNone/>
              <a:defRPr sz="625"/>
            </a:lvl5pPr>
            <a:lvl6pPr marL="1587373" indent="0">
              <a:buNone/>
              <a:defRPr sz="625"/>
            </a:lvl6pPr>
            <a:lvl7pPr marL="1904848" indent="0">
              <a:buNone/>
              <a:defRPr sz="625"/>
            </a:lvl7pPr>
            <a:lvl8pPr marL="2222322" indent="0">
              <a:buNone/>
              <a:defRPr sz="625"/>
            </a:lvl8pPr>
            <a:lvl9pPr marL="2539797" indent="0">
              <a:buNone/>
              <a:defRPr sz="625"/>
            </a:lvl9pPr>
          </a:lstStyle>
          <a:p>
            <a:pPr lvl="0"/>
            <a:r>
              <a:rPr lang="fr-CA"/>
              <a:t>Click to edit Master text styles</a:t>
            </a:r>
          </a:p>
        </p:txBody>
      </p:sp>
      <p:sp>
        <p:nvSpPr>
          <p:cNvPr id="5" name="Date Placeholder 4"/>
          <p:cNvSpPr>
            <a:spLocks noGrp="1"/>
          </p:cNvSpPr>
          <p:nvPr>
            <p:ph type="dt" sz="half" idx="10"/>
          </p:nvPr>
        </p:nvSpPr>
        <p:spPr>
          <a:xfrm>
            <a:off x="161365" y="5103347"/>
            <a:ext cx="1752600" cy="304271"/>
          </a:xfrm>
          <a:prstGeom prst="rect">
            <a:avLst/>
          </a:prstGeom>
        </p:spPr>
        <p:txBody>
          <a:bodyPr/>
          <a:lstStyle>
            <a:lvl1pPr algn="l">
              <a:defRPr/>
            </a:lvl1pPr>
          </a:lstStyle>
          <a:p>
            <a:pPr defTabSz="380985"/>
            <a:endParaRPr lang="en-US">
              <a:solidFill>
                <a:srgbClr val="333333">
                  <a:lumMod val="60000"/>
                  <a:lumOff val="40000"/>
                </a:srgbClr>
              </a:solidFill>
            </a:endParaRPr>
          </a:p>
        </p:txBody>
      </p:sp>
      <p:sp>
        <p:nvSpPr>
          <p:cNvPr id="6" name="Footer Placeholder 5"/>
          <p:cNvSpPr>
            <a:spLocks noGrp="1"/>
          </p:cNvSpPr>
          <p:nvPr>
            <p:ph type="ftr" sz="quarter" idx="11"/>
          </p:nvPr>
        </p:nvSpPr>
        <p:spPr>
          <a:xfrm>
            <a:off x="174812" y="5296961"/>
            <a:ext cx="3863788" cy="304271"/>
          </a:xfrm>
        </p:spPr>
        <p:txBody>
          <a:bodyPr/>
          <a:lstStyle/>
          <a:p>
            <a:r>
              <a:rPr lang="fr-CA">
                <a:solidFill>
                  <a:srgbClr val="333333">
                    <a:lumMod val="60000"/>
                    <a:lumOff val="40000"/>
                  </a:srgbClr>
                </a:solidFill>
              </a:rPr>
              <a:t>@2025. Marie-Christine ALBERT. Tous droits réservés.</a:t>
            </a:r>
            <a:endParaRPr lang="en-US">
              <a:solidFill>
                <a:srgbClr val="333333">
                  <a:lumMod val="60000"/>
                  <a:lumOff val="40000"/>
                </a:srgbClr>
              </a:solidFill>
            </a:endParaRPr>
          </a:p>
        </p:txBody>
      </p:sp>
      <p:sp>
        <p:nvSpPr>
          <p:cNvPr id="7" name="Slide Number Placeholder 6"/>
          <p:cNvSpPr>
            <a:spLocks noGrp="1"/>
          </p:cNvSpPr>
          <p:nvPr>
            <p:ph type="sldNum" sz="quarter" idx="12"/>
          </p:nvPr>
        </p:nvSpPr>
        <p:spPr/>
        <p:txBody>
          <a:bodyPr/>
          <a:lstStyle/>
          <a:p>
            <a:fld id="{88136B7C-31F5-D340-8DA4-E004E776C911}" type="slidenum">
              <a:rPr lang="en-US" smtClean="0">
                <a:solidFill>
                  <a:prstClr val="white"/>
                </a:solidFill>
              </a:rPr>
              <a:pPr/>
              <a:t>‹N°›</a:t>
            </a:fld>
            <a:endParaRPr lang="en-US">
              <a:solidFill>
                <a:prstClr val="white"/>
              </a:solidFill>
            </a:endParaRPr>
          </a:p>
        </p:txBody>
      </p:sp>
      <p:sp>
        <p:nvSpPr>
          <p:cNvPr id="10" name="Picture Placeholder 9"/>
          <p:cNvSpPr>
            <a:spLocks noGrp="1"/>
          </p:cNvSpPr>
          <p:nvPr>
            <p:ph type="pic" sz="quarter" idx="13"/>
          </p:nvPr>
        </p:nvSpPr>
        <p:spPr>
          <a:xfrm>
            <a:off x="4760258" y="825501"/>
            <a:ext cx="4096512" cy="4676511"/>
          </a:xfrm>
        </p:spPr>
        <p:txBody>
          <a:bodyPr/>
          <a:lstStyle>
            <a:lvl1pPr>
              <a:buNone/>
              <a:defRPr/>
            </a:lvl1pPr>
          </a:lstStyle>
          <a:p>
            <a:r>
              <a:rPr lang="fr-CA"/>
              <a:t>Click icon to add picture</a:t>
            </a:r>
            <a:endParaRPr/>
          </a:p>
        </p:txBody>
      </p:sp>
    </p:spTree>
    <p:extLst>
      <p:ext uri="{BB962C8B-B14F-4D97-AF65-F5344CB8AC3E}">
        <p14:creationId xmlns:p14="http://schemas.microsoft.com/office/powerpoint/2010/main" val="196129969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2 Pictures with Caption">
    <p:spTree>
      <p:nvGrpSpPr>
        <p:cNvPr id="1" name=""/>
        <p:cNvGrpSpPr/>
        <p:nvPr/>
      </p:nvGrpSpPr>
      <p:grpSpPr>
        <a:xfrm>
          <a:off x="0" y="0"/>
          <a:ext cx="0" cy="0"/>
          <a:chOff x="0" y="0"/>
          <a:chExt cx="0" cy="0"/>
        </a:xfrm>
      </p:grpSpPr>
      <p:sp>
        <p:nvSpPr>
          <p:cNvPr id="2" name="Title 1"/>
          <p:cNvSpPr>
            <a:spLocks noGrp="1"/>
          </p:cNvSpPr>
          <p:nvPr>
            <p:ph type="ctrTitle"/>
          </p:nvPr>
        </p:nvSpPr>
        <p:spPr>
          <a:xfrm>
            <a:off x="0" y="3429000"/>
            <a:ext cx="8915400" cy="731520"/>
          </a:xfrm>
        </p:spPr>
        <p:txBody>
          <a:bodyPr tIns="137160" bIns="137160" anchor="b">
            <a:normAutofit/>
          </a:bodyPr>
          <a:lstStyle>
            <a:lvl1pPr>
              <a:defRPr sz="1667"/>
            </a:lvl1pPr>
          </a:lstStyle>
          <a:p>
            <a:r>
              <a:rPr lang="fr-CA"/>
              <a:t>Click to edit Master title style</a:t>
            </a:r>
            <a:endParaRPr/>
          </a:p>
        </p:txBody>
      </p:sp>
      <p:sp>
        <p:nvSpPr>
          <p:cNvPr id="3" name="Subtitle 2"/>
          <p:cNvSpPr>
            <a:spLocks noGrp="1"/>
          </p:cNvSpPr>
          <p:nvPr>
            <p:ph type="subTitle" idx="1"/>
          </p:nvPr>
        </p:nvSpPr>
        <p:spPr>
          <a:xfrm>
            <a:off x="914400" y="4168589"/>
            <a:ext cx="8001000" cy="1546413"/>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92608" tIns="137160" rIns="274320" bIns="137160" rtlCol="0">
            <a:normAutofit/>
          </a:bodyPr>
          <a:lstStyle>
            <a:lvl1pPr marL="0" indent="0" algn="l" defTabSz="634950" rtl="0" eaLnBrk="1" latinLnBrk="0" hangingPunct="1">
              <a:buNone/>
              <a:defRPr sz="1111" kern="1200">
                <a:solidFill>
                  <a:schemeClr val="tx1">
                    <a:lumMod val="65000"/>
                    <a:lumOff val="35000"/>
                  </a:schemeClr>
                </a:solidFill>
                <a:latin typeface="+mn-lt"/>
                <a:ea typeface="+mn-ea"/>
                <a:cs typeface="+mn-cs"/>
              </a:defRPr>
            </a:lvl1pPr>
            <a:lvl2pPr marL="317475" indent="0" algn="ctr">
              <a:buNone/>
              <a:defRPr>
                <a:solidFill>
                  <a:schemeClr val="tx1">
                    <a:tint val="75000"/>
                  </a:schemeClr>
                </a:solidFill>
              </a:defRPr>
            </a:lvl2pPr>
            <a:lvl3pPr marL="634950" indent="0" algn="ctr">
              <a:buNone/>
              <a:defRPr>
                <a:solidFill>
                  <a:schemeClr val="tx1">
                    <a:tint val="75000"/>
                  </a:schemeClr>
                </a:solidFill>
              </a:defRPr>
            </a:lvl3pPr>
            <a:lvl4pPr marL="952424" indent="0" algn="ctr">
              <a:buNone/>
              <a:defRPr>
                <a:solidFill>
                  <a:schemeClr val="tx1">
                    <a:tint val="75000"/>
                  </a:schemeClr>
                </a:solidFill>
              </a:defRPr>
            </a:lvl4pPr>
            <a:lvl5pPr marL="1269898" indent="0" algn="ctr">
              <a:buNone/>
              <a:defRPr>
                <a:solidFill>
                  <a:schemeClr val="tx1">
                    <a:tint val="75000"/>
                  </a:schemeClr>
                </a:solidFill>
              </a:defRPr>
            </a:lvl5pPr>
            <a:lvl6pPr marL="1587373" indent="0" algn="ctr">
              <a:buNone/>
              <a:defRPr>
                <a:solidFill>
                  <a:schemeClr val="tx1">
                    <a:tint val="75000"/>
                  </a:schemeClr>
                </a:solidFill>
              </a:defRPr>
            </a:lvl6pPr>
            <a:lvl7pPr marL="1904848" indent="0" algn="ctr">
              <a:buNone/>
              <a:defRPr>
                <a:solidFill>
                  <a:schemeClr val="tx1">
                    <a:tint val="75000"/>
                  </a:schemeClr>
                </a:solidFill>
              </a:defRPr>
            </a:lvl7pPr>
            <a:lvl8pPr marL="2222322" indent="0" algn="ctr">
              <a:buNone/>
              <a:defRPr>
                <a:solidFill>
                  <a:schemeClr val="tx1">
                    <a:tint val="75000"/>
                  </a:schemeClr>
                </a:solidFill>
              </a:defRPr>
            </a:lvl8pPr>
            <a:lvl9pPr marL="2539797" indent="0" algn="ctr">
              <a:buNone/>
              <a:defRPr>
                <a:solidFill>
                  <a:schemeClr val="tx1">
                    <a:tint val="75000"/>
                  </a:schemeClr>
                </a:solidFill>
              </a:defRPr>
            </a:lvl9pPr>
          </a:lstStyle>
          <a:p>
            <a:r>
              <a:rPr lang="fr-CA"/>
              <a:t>Click to edit Master subtitle style</a:t>
            </a:r>
            <a:endParaRPr/>
          </a:p>
        </p:txBody>
      </p:sp>
      <p:sp>
        <p:nvSpPr>
          <p:cNvPr id="9" name="Picture Placeholder 8"/>
          <p:cNvSpPr>
            <a:spLocks noGrp="1"/>
          </p:cNvSpPr>
          <p:nvPr>
            <p:ph type="pic" sz="quarter" idx="13"/>
          </p:nvPr>
        </p:nvSpPr>
        <p:spPr>
          <a:xfrm>
            <a:off x="927100" y="941294"/>
            <a:ext cx="3986784" cy="2484120"/>
          </a:xfrm>
        </p:spPr>
        <p:txBody>
          <a:bodyPr rtlCol="0">
            <a:normAutofit/>
          </a:bodyPr>
          <a:lstStyle>
            <a:lvl1pPr marL="0" indent="0">
              <a:buNone/>
              <a:defRPr sz="1250"/>
            </a:lvl1pPr>
          </a:lstStyle>
          <a:p>
            <a:pPr lvl="0"/>
            <a:r>
              <a:rPr lang="fr-CA" noProof="0"/>
              <a:t>Click icon to add picture</a:t>
            </a:r>
            <a:endParaRPr noProof="0"/>
          </a:p>
        </p:txBody>
      </p:sp>
      <p:sp>
        <p:nvSpPr>
          <p:cNvPr id="7" name="Picture Placeholder 8"/>
          <p:cNvSpPr>
            <a:spLocks noGrp="1"/>
          </p:cNvSpPr>
          <p:nvPr>
            <p:ph type="pic" sz="quarter" idx="14"/>
          </p:nvPr>
        </p:nvSpPr>
        <p:spPr>
          <a:xfrm>
            <a:off x="4928616" y="941294"/>
            <a:ext cx="3986784" cy="2484120"/>
          </a:xfrm>
        </p:spPr>
        <p:txBody>
          <a:bodyPr rtlCol="0">
            <a:normAutofit/>
          </a:bodyPr>
          <a:lstStyle>
            <a:lvl1pPr marL="0" indent="0">
              <a:buNone/>
              <a:defRPr sz="1250"/>
            </a:lvl1pPr>
          </a:lstStyle>
          <a:p>
            <a:pPr lvl="0"/>
            <a:r>
              <a:rPr lang="fr-CA" noProof="0"/>
              <a:t>Click icon to add picture</a:t>
            </a:r>
            <a:endParaRPr noProof="0"/>
          </a:p>
        </p:txBody>
      </p:sp>
      <p:sp>
        <p:nvSpPr>
          <p:cNvPr id="6" name="Date Placeholder 3"/>
          <p:cNvSpPr>
            <a:spLocks noGrp="1"/>
          </p:cNvSpPr>
          <p:nvPr>
            <p:ph type="dt" sz="half" idx="15"/>
          </p:nvPr>
        </p:nvSpPr>
        <p:spPr>
          <a:xfrm>
            <a:off x="457200" y="5031989"/>
            <a:ext cx="2133600" cy="134948"/>
          </a:xfrm>
          <a:prstGeom prst="rect">
            <a:avLst/>
          </a:prstGeom>
        </p:spPr>
        <p:txBody>
          <a:bodyPr/>
          <a:lstStyle>
            <a:lvl1pPr>
              <a:defRPr/>
            </a:lvl1pPr>
          </a:lstStyle>
          <a:p>
            <a:pPr defTabSz="380985">
              <a:defRPr/>
            </a:pPr>
            <a:endParaRPr lang="fr-CA">
              <a:solidFill>
                <a:srgbClr val="000000"/>
              </a:solidFill>
            </a:endParaRPr>
          </a:p>
        </p:txBody>
      </p:sp>
      <p:sp>
        <p:nvSpPr>
          <p:cNvPr id="8" name="Footer Placeholder 4"/>
          <p:cNvSpPr>
            <a:spLocks noGrp="1"/>
          </p:cNvSpPr>
          <p:nvPr>
            <p:ph type="ftr" sz="quarter" idx="16"/>
          </p:nvPr>
        </p:nvSpPr>
        <p:spPr/>
        <p:txBody>
          <a:bodyPr/>
          <a:lstStyle>
            <a:lvl1pPr>
              <a:defRPr/>
            </a:lvl1pPr>
          </a:lstStyle>
          <a:p>
            <a:pPr>
              <a:defRPr/>
            </a:pPr>
            <a:r>
              <a:rPr lang="fr-CA">
                <a:solidFill>
                  <a:srgbClr val="003C71"/>
                </a:solidFill>
              </a:rPr>
              <a:t>@2025. Marie-Christine ALBERT. Tous droits réservés.</a:t>
            </a:r>
          </a:p>
        </p:txBody>
      </p:sp>
    </p:spTree>
    <p:extLst>
      <p:ext uri="{BB962C8B-B14F-4D97-AF65-F5344CB8AC3E}">
        <p14:creationId xmlns:p14="http://schemas.microsoft.com/office/powerpoint/2010/main" val="41858776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Section with Picture">
    <p:spTree>
      <p:nvGrpSpPr>
        <p:cNvPr id="1" name=""/>
        <p:cNvGrpSpPr/>
        <p:nvPr/>
      </p:nvGrpSpPr>
      <p:grpSpPr>
        <a:xfrm>
          <a:off x="0" y="0"/>
          <a:ext cx="0" cy="0"/>
          <a:chOff x="0" y="0"/>
          <a:chExt cx="0" cy="0"/>
        </a:xfrm>
      </p:grpSpPr>
      <p:sp>
        <p:nvSpPr>
          <p:cNvPr id="7" name="Rectangle 6"/>
          <p:cNvSpPr/>
          <p:nvPr/>
        </p:nvSpPr>
        <p:spPr>
          <a:xfrm>
            <a:off x="269875" y="3978089"/>
            <a:ext cx="2971800" cy="15371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17475"/>
            <a:endParaRPr sz="1250">
              <a:solidFill>
                <a:prstClr val="white"/>
              </a:solidFill>
            </a:endParaRPr>
          </a:p>
        </p:txBody>
      </p:sp>
      <p:sp>
        <p:nvSpPr>
          <p:cNvPr id="2" name="Title 1"/>
          <p:cNvSpPr>
            <a:spLocks noGrp="1"/>
          </p:cNvSpPr>
          <p:nvPr>
            <p:ph type="title"/>
          </p:nvPr>
        </p:nvSpPr>
        <p:spPr>
          <a:xfrm>
            <a:off x="3720354" y="2857503"/>
            <a:ext cx="4966446" cy="1165413"/>
          </a:xfrm>
        </p:spPr>
        <p:txBody>
          <a:bodyPr anchor="b" anchorCtr="0"/>
          <a:lstStyle>
            <a:lvl1pPr algn="r">
              <a:defRPr sz="3194" b="0" cap="none" baseline="0"/>
            </a:lvl1pPr>
          </a:lstStyle>
          <a:p>
            <a:r>
              <a:rPr lang="fr-CA"/>
              <a:t>Click to edit Master title style</a:t>
            </a:r>
            <a:endParaRPr/>
          </a:p>
        </p:txBody>
      </p:sp>
      <p:sp>
        <p:nvSpPr>
          <p:cNvPr id="3" name="Text Placeholder 2"/>
          <p:cNvSpPr>
            <a:spLocks noGrp="1"/>
          </p:cNvSpPr>
          <p:nvPr>
            <p:ph type="body" idx="1"/>
          </p:nvPr>
        </p:nvSpPr>
        <p:spPr>
          <a:xfrm>
            <a:off x="3720354" y="4020345"/>
            <a:ext cx="4966446" cy="1100667"/>
          </a:xfrm>
        </p:spPr>
        <p:txBody>
          <a:bodyPr anchor="t" anchorCtr="0">
            <a:normAutofit/>
          </a:bodyPr>
          <a:lstStyle>
            <a:lvl1pPr marL="0" indent="0" algn="r">
              <a:buNone/>
              <a:defRPr sz="1111">
                <a:solidFill>
                  <a:schemeClr val="tx2"/>
                </a:solidFill>
              </a:defRPr>
            </a:lvl1pPr>
            <a:lvl2pPr marL="317475" indent="0">
              <a:buNone/>
              <a:defRPr sz="1250">
                <a:solidFill>
                  <a:schemeClr val="tx1">
                    <a:tint val="75000"/>
                  </a:schemeClr>
                </a:solidFill>
              </a:defRPr>
            </a:lvl2pPr>
            <a:lvl3pPr marL="634950" indent="0">
              <a:buNone/>
              <a:defRPr sz="1111">
                <a:solidFill>
                  <a:schemeClr val="tx1">
                    <a:tint val="75000"/>
                  </a:schemeClr>
                </a:solidFill>
              </a:defRPr>
            </a:lvl3pPr>
            <a:lvl4pPr marL="952424" indent="0">
              <a:buNone/>
              <a:defRPr sz="972">
                <a:solidFill>
                  <a:schemeClr val="tx1">
                    <a:tint val="75000"/>
                  </a:schemeClr>
                </a:solidFill>
              </a:defRPr>
            </a:lvl4pPr>
            <a:lvl5pPr marL="1269898" indent="0">
              <a:buNone/>
              <a:defRPr sz="972">
                <a:solidFill>
                  <a:schemeClr val="tx1">
                    <a:tint val="75000"/>
                  </a:schemeClr>
                </a:solidFill>
              </a:defRPr>
            </a:lvl5pPr>
            <a:lvl6pPr marL="1587373" indent="0">
              <a:buNone/>
              <a:defRPr sz="972">
                <a:solidFill>
                  <a:schemeClr val="tx1">
                    <a:tint val="75000"/>
                  </a:schemeClr>
                </a:solidFill>
              </a:defRPr>
            </a:lvl6pPr>
            <a:lvl7pPr marL="1904848" indent="0">
              <a:buNone/>
              <a:defRPr sz="972">
                <a:solidFill>
                  <a:schemeClr val="tx1">
                    <a:tint val="75000"/>
                  </a:schemeClr>
                </a:solidFill>
              </a:defRPr>
            </a:lvl7pPr>
            <a:lvl8pPr marL="2222322" indent="0">
              <a:buNone/>
              <a:defRPr sz="972">
                <a:solidFill>
                  <a:schemeClr val="tx1">
                    <a:tint val="75000"/>
                  </a:schemeClr>
                </a:solidFill>
              </a:defRPr>
            </a:lvl8pPr>
            <a:lvl9pPr marL="2539797" indent="0">
              <a:buNone/>
              <a:defRPr sz="972">
                <a:solidFill>
                  <a:schemeClr val="tx1">
                    <a:tint val="75000"/>
                  </a:schemeClr>
                </a:solidFill>
              </a:defRPr>
            </a:lvl9pPr>
          </a:lstStyle>
          <a:p>
            <a:pPr lvl="0"/>
            <a:r>
              <a:rPr lang="fr-CA"/>
              <a:t>Click to edit Master text styles</a:t>
            </a:r>
          </a:p>
        </p:txBody>
      </p:sp>
      <p:sp>
        <p:nvSpPr>
          <p:cNvPr id="6" name="Slide Number Placeholder 5"/>
          <p:cNvSpPr>
            <a:spLocks noGrp="1"/>
          </p:cNvSpPr>
          <p:nvPr>
            <p:ph type="sldNum" sz="quarter" idx="12"/>
          </p:nvPr>
        </p:nvSpPr>
        <p:spPr>
          <a:xfrm>
            <a:off x="351212" y="5087473"/>
            <a:ext cx="506506" cy="304271"/>
          </a:xfrm>
        </p:spPr>
        <p:txBody>
          <a:bodyPr/>
          <a:lstStyle/>
          <a:p>
            <a:fld id="{88136B7C-31F5-D340-8DA4-E004E776C911}" type="slidenum">
              <a:rPr lang="en-US" smtClean="0">
                <a:solidFill>
                  <a:prstClr val="white"/>
                </a:solidFill>
              </a:rPr>
              <a:pPr/>
              <a:t>‹N°›</a:t>
            </a:fld>
            <a:endParaRPr lang="en-US">
              <a:solidFill>
                <a:prstClr val="white"/>
              </a:solidFill>
            </a:endParaRPr>
          </a:p>
        </p:txBody>
      </p:sp>
      <p:sp>
        <p:nvSpPr>
          <p:cNvPr id="9" name="Picture Placeholder 8"/>
          <p:cNvSpPr>
            <a:spLocks noGrp="1"/>
          </p:cNvSpPr>
          <p:nvPr>
            <p:ph type="pic" sz="quarter" idx="13"/>
          </p:nvPr>
        </p:nvSpPr>
        <p:spPr>
          <a:xfrm>
            <a:off x="269874" y="223574"/>
            <a:ext cx="2971800" cy="3698876"/>
          </a:xfrm>
        </p:spPr>
        <p:txBody>
          <a:bodyPr/>
          <a:lstStyle>
            <a:lvl1pPr>
              <a:buNone/>
              <a:defRPr/>
            </a:lvl1pPr>
          </a:lstStyle>
          <a:p>
            <a:r>
              <a:rPr lang="fr-CA"/>
              <a:t>Click icon to add picture</a:t>
            </a:r>
            <a:endParaRPr/>
          </a:p>
        </p:txBody>
      </p:sp>
    </p:spTree>
    <p:extLst>
      <p:ext uri="{BB962C8B-B14F-4D97-AF65-F5344CB8AC3E}">
        <p14:creationId xmlns:p14="http://schemas.microsoft.com/office/powerpoint/2010/main" val="248716734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8" name="Rectangle 7"/>
          <p:cNvSpPr/>
          <p:nvPr/>
        </p:nvSpPr>
        <p:spPr>
          <a:xfrm>
            <a:off x="8148923" y="223573"/>
            <a:ext cx="718073" cy="1371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17475"/>
            <a:endParaRPr sz="1250">
              <a:solidFill>
                <a:prstClr val="white"/>
              </a:solidFill>
            </a:endParaRPr>
          </a:p>
        </p:txBody>
      </p:sp>
      <p:sp>
        <p:nvSpPr>
          <p:cNvPr id="2" name="Title 1"/>
          <p:cNvSpPr>
            <a:spLocks noGrp="1"/>
          </p:cNvSpPr>
          <p:nvPr>
            <p:ph type="title"/>
          </p:nvPr>
        </p:nvSpPr>
        <p:spPr>
          <a:xfrm>
            <a:off x="457202" y="762000"/>
            <a:ext cx="7391401" cy="952500"/>
          </a:xfrm>
        </p:spPr>
        <p:txBody>
          <a:bodyPr/>
          <a:lstStyle/>
          <a:p>
            <a:r>
              <a:rPr lang="fr-CA"/>
              <a:t>Click to edit Master title style</a:t>
            </a:r>
            <a:endParaRPr/>
          </a:p>
        </p:txBody>
      </p:sp>
      <p:sp>
        <p:nvSpPr>
          <p:cNvPr id="3" name="Content Placeholder 2"/>
          <p:cNvSpPr>
            <a:spLocks noGrp="1"/>
          </p:cNvSpPr>
          <p:nvPr>
            <p:ph sz="half" idx="1"/>
          </p:nvPr>
        </p:nvSpPr>
        <p:spPr>
          <a:xfrm>
            <a:off x="457200" y="1845470"/>
            <a:ext cx="3566160" cy="3259667"/>
          </a:xfrm>
        </p:spPr>
        <p:txBody>
          <a:bodyPr>
            <a:normAutofit/>
          </a:bodyPr>
          <a:lstStyle>
            <a:lvl1pPr>
              <a:defRPr sz="1250"/>
            </a:lvl1pPr>
            <a:lvl2pPr>
              <a:defRPr sz="1250"/>
            </a:lvl2pPr>
            <a:lvl3pPr>
              <a:defRPr sz="1250"/>
            </a:lvl3pPr>
            <a:lvl4pPr>
              <a:defRPr sz="1250"/>
            </a:lvl4pPr>
            <a:lvl5pPr>
              <a:defRPr sz="1250"/>
            </a:lvl5pPr>
            <a:lvl6pPr>
              <a:defRPr sz="1250"/>
            </a:lvl6pPr>
            <a:lvl7pPr>
              <a:defRPr sz="1250"/>
            </a:lvl7pPr>
            <a:lvl8pPr>
              <a:defRPr sz="1250"/>
            </a:lvl8pPr>
            <a:lvl9pPr>
              <a:defRPr sz="1250"/>
            </a:lvl9pPr>
          </a:lstStyle>
          <a:p>
            <a:pPr lvl="0"/>
            <a:r>
              <a:rPr lang="fr-CA"/>
              <a:t>Click to edit Master text styles</a:t>
            </a:r>
          </a:p>
          <a:p>
            <a:pPr lvl="1"/>
            <a:r>
              <a:rPr lang="fr-CA"/>
              <a:t>Second level</a:t>
            </a:r>
          </a:p>
          <a:p>
            <a:pPr lvl="2"/>
            <a:r>
              <a:rPr lang="fr-CA"/>
              <a:t>Third level</a:t>
            </a:r>
          </a:p>
          <a:p>
            <a:pPr lvl="3"/>
            <a:r>
              <a:rPr lang="fr-CA"/>
              <a:t>Fourth level</a:t>
            </a:r>
          </a:p>
          <a:p>
            <a:pPr lvl="4"/>
            <a:r>
              <a:rPr lang="fr-CA"/>
              <a:t>Fifth level</a:t>
            </a:r>
            <a:endParaRPr/>
          </a:p>
        </p:txBody>
      </p:sp>
      <p:sp>
        <p:nvSpPr>
          <p:cNvPr id="4" name="Content Placeholder 3"/>
          <p:cNvSpPr>
            <a:spLocks noGrp="1"/>
          </p:cNvSpPr>
          <p:nvPr>
            <p:ph sz="half" idx="2"/>
          </p:nvPr>
        </p:nvSpPr>
        <p:spPr>
          <a:xfrm>
            <a:off x="4282440" y="1845470"/>
            <a:ext cx="3566160" cy="3259667"/>
          </a:xfrm>
        </p:spPr>
        <p:txBody>
          <a:bodyPr>
            <a:normAutofit/>
          </a:bodyPr>
          <a:lstStyle>
            <a:lvl1pPr>
              <a:defRPr sz="1250"/>
            </a:lvl1pPr>
            <a:lvl2pPr>
              <a:defRPr sz="1250"/>
            </a:lvl2pPr>
            <a:lvl3pPr>
              <a:defRPr sz="1250"/>
            </a:lvl3pPr>
            <a:lvl4pPr>
              <a:defRPr sz="1250"/>
            </a:lvl4pPr>
            <a:lvl5pPr>
              <a:defRPr sz="1250"/>
            </a:lvl5pPr>
            <a:lvl6pPr>
              <a:defRPr sz="1250"/>
            </a:lvl6pPr>
            <a:lvl7pPr>
              <a:defRPr sz="1250"/>
            </a:lvl7pPr>
            <a:lvl8pPr>
              <a:defRPr sz="1250"/>
            </a:lvl8pPr>
            <a:lvl9pPr>
              <a:defRPr sz="1250"/>
            </a:lvl9pPr>
          </a:lstStyle>
          <a:p>
            <a:pPr lvl="0"/>
            <a:r>
              <a:rPr lang="fr-CA"/>
              <a:t>Click to edit Master text styles</a:t>
            </a:r>
          </a:p>
          <a:p>
            <a:pPr lvl="1"/>
            <a:r>
              <a:rPr lang="fr-CA"/>
              <a:t>Second level</a:t>
            </a:r>
          </a:p>
          <a:p>
            <a:pPr lvl="2"/>
            <a:r>
              <a:rPr lang="fr-CA"/>
              <a:t>Third level</a:t>
            </a:r>
          </a:p>
          <a:p>
            <a:pPr lvl="3"/>
            <a:r>
              <a:rPr lang="fr-CA"/>
              <a:t>Fourth level</a:t>
            </a:r>
          </a:p>
          <a:p>
            <a:pPr lvl="4"/>
            <a:r>
              <a:rPr lang="fr-CA"/>
              <a:t>Fifth level</a:t>
            </a:r>
            <a:endParaRPr/>
          </a:p>
        </p:txBody>
      </p:sp>
      <p:sp>
        <p:nvSpPr>
          <p:cNvPr id="5" name="Date Placeholder 4"/>
          <p:cNvSpPr>
            <a:spLocks noGrp="1"/>
          </p:cNvSpPr>
          <p:nvPr>
            <p:ph type="dt" sz="half" idx="10"/>
          </p:nvPr>
        </p:nvSpPr>
        <p:spPr>
          <a:xfrm>
            <a:off x="7198659" y="5296961"/>
            <a:ext cx="1752600" cy="304271"/>
          </a:xfrm>
          <a:prstGeom prst="rect">
            <a:avLst/>
          </a:prstGeom>
        </p:spPr>
        <p:txBody>
          <a:bodyPr/>
          <a:lstStyle/>
          <a:p>
            <a:pPr defTabSz="380985"/>
            <a:endParaRPr lang="en-US">
              <a:solidFill>
                <a:srgbClr val="333333">
                  <a:lumMod val="60000"/>
                  <a:lumOff val="40000"/>
                </a:srgbClr>
              </a:solidFill>
            </a:endParaRPr>
          </a:p>
        </p:txBody>
      </p:sp>
      <p:sp>
        <p:nvSpPr>
          <p:cNvPr id="6" name="Footer Placeholder 5"/>
          <p:cNvSpPr>
            <a:spLocks noGrp="1"/>
          </p:cNvSpPr>
          <p:nvPr>
            <p:ph type="ftr" sz="quarter" idx="11"/>
          </p:nvPr>
        </p:nvSpPr>
        <p:spPr/>
        <p:txBody>
          <a:bodyPr/>
          <a:lstStyle/>
          <a:p>
            <a:r>
              <a:rPr lang="fr-CA">
                <a:solidFill>
                  <a:srgbClr val="333333">
                    <a:lumMod val="60000"/>
                    <a:lumOff val="40000"/>
                  </a:srgbClr>
                </a:solidFill>
              </a:rPr>
              <a:t>@2025. Marie-Christine ALBERT. Tous droits réservés.</a:t>
            </a:r>
            <a:endParaRPr lang="en-US">
              <a:solidFill>
                <a:srgbClr val="333333">
                  <a:lumMod val="60000"/>
                  <a:lumOff val="40000"/>
                </a:srgbClr>
              </a:solidFill>
            </a:endParaRPr>
          </a:p>
        </p:txBody>
      </p:sp>
      <p:sp>
        <p:nvSpPr>
          <p:cNvPr id="7" name="Slide Number Placeholder 6"/>
          <p:cNvSpPr>
            <a:spLocks noGrp="1"/>
          </p:cNvSpPr>
          <p:nvPr>
            <p:ph type="sldNum" sz="quarter" idx="12"/>
          </p:nvPr>
        </p:nvSpPr>
        <p:spPr/>
        <p:txBody>
          <a:bodyPr/>
          <a:lstStyle/>
          <a:p>
            <a:fld id="{88136B7C-31F5-D340-8DA4-E004E776C911}" type="slidenum">
              <a:rPr lang="en-US" smtClean="0">
                <a:solidFill>
                  <a:prstClr val="white"/>
                </a:solidFill>
              </a:rPr>
              <a:pPr/>
              <a:t>‹N°›</a:t>
            </a:fld>
            <a:endParaRPr lang="en-US">
              <a:solidFill>
                <a:prstClr val="white"/>
              </a:solidFill>
            </a:endParaRPr>
          </a:p>
        </p:txBody>
      </p:sp>
    </p:spTree>
    <p:extLst>
      <p:ext uri="{BB962C8B-B14F-4D97-AF65-F5344CB8AC3E}">
        <p14:creationId xmlns:p14="http://schemas.microsoft.com/office/powerpoint/2010/main" val="13324060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Contenu texte">
    <p:spTree>
      <p:nvGrpSpPr>
        <p:cNvPr id="1" name=""/>
        <p:cNvGrpSpPr/>
        <p:nvPr/>
      </p:nvGrpSpPr>
      <p:grpSpPr>
        <a:xfrm>
          <a:off x="0" y="0"/>
          <a:ext cx="0" cy="0"/>
          <a:chOff x="0" y="0"/>
          <a:chExt cx="0" cy="0"/>
        </a:xfrm>
      </p:grpSpPr>
      <p:sp>
        <p:nvSpPr>
          <p:cNvPr id="8" name="Espace réservé du texte 7"/>
          <p:cNvSpPr>
            <a:spLocks noGrp="1"/>
          </p:cNvSpPr>
          <p:nvPr>
            <p:ph type="body" sz="quarter" idx="13" hasCustomPrompt="1"/>
          </p:nvPr>
        </p:nvSpPr>
        <p:spPr>
          <a:xfrm>
            <a:off x="457200" y="1209002"/>
            <a:ext cx="8229600" cy="523009"/>
          </a:xfrm>
        </p:spPr>
        <p:txBody>
          <a:bodyPr>
            <a:noAutofit/>
          </a:bodyPr>
          <a:lstStyle>
            <a:lvl1pPr marL="0" indent="0">
              <a:buNone/>
              <a:defRPr sz="1250" b="1" i="0" baseline="0">
                <a:latin typeface="Arial"/>
                <a:cs typeface="Arial"/>
              </a:defRPr>
            </a:lvl1pPr>
            <a:lvl2pPr marL="317475" indent="0">
              <a:buNone/>
              <a:defRPr sz="972" b="0" i="0">
                <a:latin typeface="Arial"/>
                <a:cs typeface="Arial"/>
              </a:defRPr>
            </a:lvl2pPr>
            <a:lvl3pPr marL="634950" indent="0">
              <a:buNone/>
              <a:defRPr sz="972" b="0" i="0">
                <a:latin typeface="Arial"/>
                <a:cs typeface="Arial"/>
              </a:defRPr>
            </a:lvl3pPr>
            <a:lvl4pPr marL="952424" indent="0">
              <a:buNone/>
              <a:defRPr sz="972" b="0" i="0">
                <a:latin typeface="Arial"/>
                <a:cs typeface="Arial"/>
              </a:defRPr>
            </a:lvl4pPr>
            <a:lvl5pPr marL="1269898" indent="0">
              <a:buNone/>
              <a:defRPr sz="972" b="0" i="0">
                <a:latin typeface="Arial"/>
                <a:cs typeface="Arial"/>
              </a:defRPr>
            </a:lvl5pPr>
          </a:lstStyle>
          <a:p>
            <a:pPr lvl="0"/>
            <a:r>
              <a:rPr lang="fr-CA" noProof="0" dirty="0"/>
              <a:t>CLIQUER POUR AJOUTER DU TEXTE</a:t>
            </a:r>
          </a:p>
        </p:txBody>
      </p:sp>
      <p:sp>
        <p:nvSpPr>
          <p:cNvPr id="4" name="Date Placeholder 3"/>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5" name="Footer Placeholder 4"/>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6" name="Slide Number Placeholder 5"/>
          <p:cNvSpPr>
            <a:spLocks noGrp="1"/>
          </p:cNvSpPr>
          <p:nvPr>
            <p:ph type="sldNum" sz="quarter" idx="12"/>
          </p:nvPr>
        </p:nvSpPr>
        <p:spPr/>
        <p:txBody>
          <a:bodyPr/>
          <a:lstStyle/>
          <a:p>
            <a:fld id="{2066355A-084C-D24E-9AD2-7E4FC41EA627}" type="slidenum">
              <a:rPr lang="fr-CA" smtClean="0">
                <a:solidFill>
                  <a:srgbClr val="003C71"/>
                </a:solidFill>
              </a:rPr>
              <a:pPr/>
              <a:t>‹N°›</a:t>
            </a:fld>
            <a:endParaRPr lang="fr-CA" dirty="0">
              <a:solidFill>
                <a:srgbClr val="003C71"/>
              </a:solidFill>
            </a:endParaRPr>
          </a:p>
        </p:txBody>
      </p:sp>
      <p:sp>
        <p:nvSpPr>
          <p:cNvPr id="10" name="Titre 9"/>
          <p:cNvSpPr>
            <a:spLocks noGrp="1"/>
          </p:cNvSpPr>
          <p:nvPr>
            <p:ph type="title"/>
          </p:nvPr>
        </p:nvSpPr>
        <p:spPr/>
        <p:txBody>
          <a:bodyPr/>
          <a:lstStyle/>
          <a:p>
            <a:r>
              <a:rPr lang="fr-FR"/>
              <a:t>Cliquez pour modifier le style du titre</a:t>
            </a:r>
            <a:endParaRPr lang="fr-CA"/>
          </a:p>
        </p:txBody>
      </p:sp>
      <p:sp>
        <p:nvSpPr>
          <p:cNvPr id="13" name="Content Placeholder 12"/>
          <p:cNvSpPr>
            <a:spLocks noGrp="1"/>
          </p:cNvSpPr>
          <p:nvPr>
            <p:ph sz="quarter" idx="14"/>
          </p:nvPr>
        </p:nvSpPr>
        <p:spPr>
          <a:xfrm>
            <a:off x="457200" y="1731700"/>
            <a:ext cx="8229600" cy="3204104"/>
          </a:xfrm>
        </p:spPr>
        <p:txBody>
          <a:bodyPr/>
          <a:lstStyle>
            <a:lvl1pPr marL="0" indent="0">
              <a:buFont typeface="Arial" panose="020B0604020202020204" pitchFamily="34" charset="0"/>
              <a:buNone/>
              <a:defRPr/>
            </a:lvl1pPr>
            <a:lvl2pPr marL="248027" indent="0">
              <a:buFont typeface="Arial" panose="020B0604020202020204" pitchFamily="34" charset="0"/>
              <a:buNone/>
              <a:defRPr/>
            </a:lvl2pPr>
            <a:lvl3pPr marL="497156" indent="0">
              <a:buFont typeface="Arial" panose="020B0604020202020204" pitchFamily="34" charset="0"/>
              <a:buNone/>
              <a:defRPr/>
            </a:lvl3pPr>
            <a:lvl4pPr marL="745184" indent="0">
              <a:buFont typeface="Arial" panose="020B0604020202020204" pitchFamily="34" charset="0"/>
              <a:buNone/>
              <a:defRPr/>
            </a:lvl4pPr>
            <a:lvl5pPr marL="993210" indent="0">
              <a:buFont typeface="Arial" panose="020B0604020202020204" pitchFamily="34" charse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r-CA" dirty="0"/>
          </a:p>
        </p:txBody>
      </p:sp>
    </p:spTree>
    <p:extLst>
      <p:ext uri="{BB962C8B-B14F-4D97-AF65-F5344CB8AC3E}">
        <p14:creationId xmlns:p14="http://schemas.microsoft.com/office/powerpoint/2010/main" val="379455131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465320" y="1561939"/>
            <a:ext cx="8213360" cy="3406062"/>
          </a:xfrm>
        </p:spPr>
        <p:txBody>
          <a:bodyPr anchor="ctr"/>
          <a:lstStyle>
            <a:lvl1pPr marL="0" indent="0" algn="ctr">
              <a:buNone/>
              <a:defRPr b="1" i="0">
                <a:solidFill>
                  <a:schemeClr val="tx1"/>
                </a:solidFill>
                <a:latin typeface="Arial"/>
                <a:cs typeface="Arial"/>
              </a:defRPr>
            </a:lvl1pPr>
            <a:lvl2pPr marL="317475" indent="0" algn="ctr">
              <a:buNone/>
              <a:defRPr>
                <a:solidFill>
                  <a:schemeClr val="tx1">
                    <a:tint val="75000"/>
                  </a:schemeClr>
                </a:solidFill>
              </a:defRPr>
            </a:lvl2pPr>
            <a:lvl3pPr marL="634950" indent="0" algn="ctr">
              <a:buNone/>
              <a:defRPr>
                <a:solidFill>
                  <a:schemeClr val="tx1">
                    <a:tint val="75000"/>
                  </a:schemeClr>
                </a:solidFill>
              </a:defRPr>
            </a:lvl3pPr>
            <a:lvl4pPr marL="952424" indent="0" algn="ctr">
              <a:buNone/>
              <a:defRPr>
                <a:solidFill>
                  <a:schemeClr val="tx1">
                    <a:tint val="75000"/>
                  </a:schemeClr>
                </a:solidFill>
              </a:defRPr>
            </a:lvl4pPr>
            <a:lvl5pPr marL="1269898" indent="0" algn="ctr">
              <a:buNone/>
              <a:defRPr>
                <a:solidFill>
                  <a:schemeClr val="tx1">
                    <a:tint val="75000"/>
                  </a:schemeClr>
                </a:solidFill>
              </a:defRPr>
            </a:lvl5pPr>
            <a:lvl6pPr marL="1587373" indent="0" algn="ctr">
              <a:buNone/>
              <a:defRPr>
                <a:solidFill>
                  <a:schemeClr val="tx1">
                    <a:tint val="75000"/>
                  </a:schemeClr>
                </a:solidFill>
              </a:defRPr>
            </a:lvl6pPr>
            <a:lvl7pPr marL="1904848" indent="0" algn="ctr">
              <a:buNone/>
              <a:defRPr>
                <a:solidFill>
                  <a:schemeClr val="tx1">
                    <a:tint val="75000"/>
                  </a:schemeClr>
                </a:solidFill>
              </a:defRPr>
            </a:lvl7pPr>
            <a:lvl8pPr marL="2222322" indent="0" algn="ctr">
              <a:buNone/>
              <a:defRPr>
                <a:solidFill>
                  <a:schemeClr val="tx1">
                    <a:tint val="75000"/>
                  </a:schemeClr>
                </a:solidFill>
              </a:defRPr>
            </a:lvl8pPr>
            <a:lvl9pPr marL="2539797" indent="0" algn="ctr">
              <a:buNone/>
              <a:defRPr>
                <a:solidFill>
                  <a:schemeClr val="tx1">
                    <a:tint val="75000"/>
                  </a:schemeClr>
                </a:solidFill>
              </a:defRPr>
            </a:lvl9pPr>
          </a:lstStyle>
          <a:p>
            <a:r>
              <a:rPr lang="fr-CA" noProof="0" dirty="0"/>
              <a:t>CLICK TO EDIT MASTER SUBTITLE STYLE</a:t>
            </a:r>
          </a:p>
        </p:txBody>
      </p:sp>
      <p:sp>
        <p:nvSpPr>
          <p:cNvPr id="4" name="Date Placeholder 3"/>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5" name="Footer Placeholder 4"/>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6" name="Slide Number Placeholder 5"/>
          <p:cNvSpPr>
            <a:spLocks noGrp="1"/>
          </p:cNvSpPr>
          <p:nvPr>
            <p:ph type="sldNum" sz="quarter" idx="12"/>
          </p:nvPr>
        </p:nvSpPr>
        <p:spPr/>
        <p:txBody>
          <a:bodyPr/>
          <a:lstStyle/>
          <a:p>
            <a:fld id="{AF88E988-FB04-AB4E-BE5A-59F242AF7F7A}" type="slidenum">
              <a:rPr lang="fr-CA" smtClean="0">
                <a:solidFill>
                  <a:srgbClr val="003C71"/>
                </a:solidFill>
              </a:rPr>
              <a:pPr/>
              <a:t>‹N°›</a:t>
            </a:fld>
            <a:endParaRPr lang="fr-CA" dirty="0">
              <a:solidFill>
                <a:srgbClr val="003C71"/>
              </a:solidFill>
            </a:endParaRPr>
          </a:p>
        </p:txBody>
      </p:sp>
      <p:sp>
        <p:nvSpPr>
          <p:cNvPr id="7" name="Titre 6"/>
          <p:cNvSpPr>
            <a:spLocks noGrp="1"/>
          </p:cNvSpPr>
          <p:nvPr>
            <p:ph type="title"/>
          </p:nvPr>
        </p:nvSpPr>
        <p:spPr/>
        <p:txBody>
          <a:bodyPr/>
          <a:lstStyle/>
          <a:p>
            <a:r>
              <a:rPr lang="fr-FR"/>
              <a:t>Cliquez pour modifier le style du titre</a:t>
            </a:r>
            <a:endParaRPr lang="fr-CA"/>
          </a:p>
        </p:txBody>
      </p:sp>
    </p:spTree>
    <p:extLst>
      <p:ext uri="{BB962C8B-B14F-4D97-AF65-F5344CB8AC3E}">
        <p14:creationId xmlns:p14="http://schemas.microsoft.com/office/powerpoint/2010/main" val="344556007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4" name="Footer Placeholder 3"/>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5" name="Slide Number Placeholder 4"/>
          <p:cNvSpPr>
            <a:spLocks noGrp="1"/>
          </p:cNvSpPr>
          <p:nvPr>
            <p:ph type="sldNum" sz="quarter" idx="12"/>
          </p:nvPr>
        </p:nvSpPr>
        <p:spPr/>
        <p:txBody>
          <a:bodyPr/>
          <a:lstStyle/>
          <a:p>
            <a:fld id="{2066355A-084C-D24E-9AD2-7E4FC41EA627}" type="slidenum">
              <a:rPr lang="fr-CA" smtClean="0">
                <a:solidFill>
                  <a:srgbClr val="003C71"/>
                </a:solidFill>
              </a:rPr>
              <a:pPr/>
              <a:t>‹N°›</a:t>
            </a:fld>
            <a:endParaRPr lang="fr-CA" dirty="0">
              <a:solidFill>
                <a:srgbClr val="003C71"/>
              </a:solidFill>
            </a:endParaRPr>
          </a:p>
        </p:txBody>
      </p:sp>
      <p:sp>
        <p:nvSpPr>
          <p:cNvPr id="6" name="Titre 5"/>
          <p:cNvSpPr>
            <a:spLocks noGrp="1"/>
          </p:cNvSpPr>
          <p:nvPr>
            <p:ph type="title" hasCustomPrompt="1"/>
          </p:nvPr>
        </p:nvSpPr>
        <p:spPr/>
        <p:txBody>
          <a:bodyPr/>
          <a:lstStyle/>
          <a:p>
            <a:r>
              <a:rPr lang="fr-FR" dirty="0"/>
              <a:t>Cliquez pour modifier le style du titre</a:t>
            </a:r>
            <a:endParaRPr lang="fr-CA"/>
          </a:p>
        </p:txBody>
      </p:sp>
    </p:spTree>
    <p:extLst>
      <p:ext uri="{BB962C8B-B14F-4D97-AF65-F5344CB8AC3E}">
        <p14:creationId xmlns:p14="http://schemas.microsoft.com/office/powerpoint/2010/main" val="335254671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5" name="Footer Placeholder 4"/>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6" name="Slide Number Placeholder 5"/>
          <p:cNvSpPr>
            <a:spLocks noGrp="1"/>
          </p:cNvSpPr>
          <p:nvPr>
            <p:ph type="sldNum" sz="quarter" idx="12"/>
          </p:nvPr>
        </p:nvSpPr>
        <p:spPr/>
        <p:txBody>
          <a:bodyPr/>
          <a:lstStyle/>
          <a:p>
            <a:fld id="{2066355A-084C-D24E-9AD2-7E4FC41EA627}" type="slidenum">
              <a:rPr lang="fr-CA" smtClean="0">
                <a:solidFill>
                  <a:srgbClr val="003C71"/>
                </a:solidFill>
              </a:rPr>
              <a:pPr/>
              <a:t>‹N°›</a:t>
            </a:fld>
            <a:endParaRPr lang="fr-CA" dirty="0">
              <a:solidFill>
                <a:srgbClr val="003C71"/>
              </a:solidFill>
            </a:endParaRPr>
          </a:p>
        </p:txBody>
      </p:sp>
      <p:sp>
        <p:nvSpPr>
          <p:cNvPr id="8" name="Espace réservé du texte 7"/>
          <p:cNvSpPr>
            <a:spLocks noGrp="1"/>
          </p:cNvSpPr>
          <p:nvPr>
            <p:ph type="body" sz="quarter" idx="13" hasCustomPrompt="1"/>
          </p:nvPr>
        </p:nvSpPr>
        <p:spPr>
          <a:xfrm>
            <a:off x="457200" y="1209818"/>
            <a:ext cx="8229600" cy="523009"/>
          </a:xfrm>
        </p:spPr>
        <p:txBody>
          <a:bodyPr>
            <a:noAutofit/>
          </a:bodyPr>
          <a:lstStyle>
            <a:lvl1pPr marL="0" indent="0">
              <a:buNone/>
              <a:defRPr sz="1250" b="1" i="0">
                <a:latin typeface="Arial"/>
                <a:cs typeface="Arial"/>
              </a:defRPr>
            </a:lvl1pPr>
            <a:lvl2pPr marL="317475" indent="0">
              <a:buNone/>
              <a:defRPr sz="972" b="0" i="0">
                <a:latin typeface="Arial"/>
                <a:cs typeface="Arial"/>
              </a:defRPr>
            </a:lvl2pPr>
            <a:lvl3pPr marL="634950" indent="0">
              <a:buNone/>
              <a:defRPr sz="972" b="0" i="0">
                <a:latin typeface="Arial"/>
                <a:cs typeface="Arial"/>
              </a:defRPr>
            </a:lvl3pPr>
            <a:lvl4pPr marL="952424" indent="0">
              <a:buNone/>
              <a:defRPr sz="972" b="0" i="0">
                <a:latin typeface="Arial"/>
                <a:cs typeface="Arial"/>
              </a:defRPr>
            </a:lvl4pPr>
            <a:lvl5pPr marL="1269898" indent="0">
              <a:buNone/>
              <a:defRPr sz="972" b="0" i="0">
                <a:latin typeface="Arial"/>
                <a:cs typeface="Arial"/>
              </a:defRPr>
            </a:lvl5pPr>
          </a:lstStyle>
          <a:p>
            <a:pPr lvl="0"/>
            <a:r>
              <a:rPr lang="fr-CA" noProof="0" dirty="0"/>
              <a:t>CLIQUER POUR AJOUTER DU TEXTE</a:t>
            </a:r>
          </a:p>
        </p:txBody>
      </p:sp>
      <p:sp>
        <p:nvSpPr>
          <p:cNvPr id="9" name="Chart Placeholder 8"/>
          <p:cNvSpPr>
            <a:spLocks noGrp="1"/>
          </p:cNvSpPr>
          <p:nvPr>
            <p:ph type="chart" sz="quarter" idx="14"/>
          </p:nvPr>
        </p:nvSpPr>
        <p:spPr>
          <a:xfrm>
            <a:off x="457200" y="1732827"/>
            <a:ext cx="8229600" cy="3220773"/>
          </a:xfrm>
        </p:spPr>
        <p:txBody>
          <a:bodyPr/>
          <a:lstStyle>
            <a:lvl1pPr marL="0" indent="0">
              <a:buNone/>
              <a:defRPr/>
            </a:lvl1pPr>
          </a:lstStyle>
          <a:p>
            <a:endParaRPr lang="fr-CA" noProof="0" dirty="0"/>
          </a:p>
        </p:txBody>
      </p:sp>
      <p:sp>
        <p:nvSpPr>
          <p:cNvPr id="10" name="Titre 9"/>
          <p:cNvSpPr>
            <a:spLocks noGrp="1"/>
          </p:cNvSpPr>
          <p:nvPr>
            <p:ph type="title" hasCustomPrompt="1"/>
          </p:nvPr>
        </p:nvSpPr>
        <p:spPr/>
        <p:txBody>
          <a:bodyPr/>
          <a:lstStyle/>
          <a:p>
            <a:r>
              <a:rPr lang="fr-FR" dirty="0"/>
              <a:t>Cliquez pour modifier le style du titre</a:t>
            </a:r>
            <a:endParaRPr lang="fr-CA"/>
          </a:p>
        </p:txBody>
      </p:sp>
    </p:spTree>
    <p:extLst>
      <p:ext uri="{BB962C8B-B14F-4D97-AF65-F5344CB8AC3E}">
        <p14:creationId xmlns:p14="http://schemas.microsoft.com/office/powerpoint/2010/main" val="340134901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Contenu list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5" name="Footer Placeholder 4"/>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6" name="Slide Number Placeholder 5"/>
          <p:cNvSpPr>
            <a:spLocks noGrp="1"/>
          </p:cNvSpPr>
          <p:nvPr>
            <p:ph type="sldNum" sz="quarter" idx="12"/>
          </p:nvPr>
        </p:nvSpPr>
        <p:spPr/>
        <p:txBody>
          <a:bodyPr/>
          <a:lstStyle/>
          <a:p>
            <a:fld id="{2066355A-084C-D24E-9AD2-7E4FC41EA627}" type="slidenum">
              <a:rPr lang="fr-CA" smtClean="0">
                <a:solidFill>
                  <a:srgbClr val="003C71"/>
                </a:solidFill>
              </a:rPr>
              <a:pPr/>
              <a:t>‹N°›</a:t>
            </a:fld>
            <a:endParaRPr lang="fr-CA" dirty="0">
              <a:solidFill>
                <a:srgbClr val="003C71"/>
              </a:solidFill>
            </a:endParaRPr>
          </a:p>
        </p:txBody>
      </p:sp>
      <p:sp>
        <p:nvSpPr>
          <p:cNvPr id="8" name="Espace réservé du texte 7"/>
          <p:cNvSpPr>
            <a:spLocks noGrp="1"/>
          </p:cNvSpPr>
          <p:nvPr>
            <p:ph type="body" sz="quarter" idx="13" hasCustomPrompt="1"/>
          </p:nvPr>
        </p:nvSpPr>
        <p:spPr>
          <a:xfrm>
            <a:off x="457200" y="1209002"/>
            <a:ext cx="8229600" cy="523009"/>
          </a:xfrm>
        </p:spPr>
        <p:txBody>
          <a:bodyPr>
            <a:noAutofit/>
          </a:bodyPr>
          <a:lstStyle>
            <a:lvl1pPr marL="0" indent="0">
              <a:buNone/>
              <a:defRPr sz="1250" b="1" i="0">
                <a:latin typeface="Arial"/>
                <a:cs typeface="Arial"/>
              </a:defRPr>
            </a:lvl1pPr>
            <a:lvl2pPr marL="317475" indent="0">
              <a:buNone/>
              <a:defRPr sz="972" b="0" i="0">
                <a:latin typeface="Arial"/>
                <a:cs typeface="Arial"/>
              </a:defRPr>
            </a:lvl2pPr>
            <a:lvl3pPr marL="634950" indent="0">
              <a:buNone/>
              <a:defRPr sz="972" b="0" i="0">
                <a:latin typeface="Arial"/>
                <a:cs typeface="Arial"/>
              </a:defRPr>
            </a:lvl3pPr>
            <a:lvl4pPr marL="952424" indent="0">
              <a:buNone/>
              <a:defRPr sz="972" b="0" i="0">
                <a:latin typeface="Arial"/>
                <a:cs typeface="Arial"/>
              </a:defRPr>
            </a:lvl4pPr>
            <a:lvl5pPr marL="1269898" indent="0">
              <a:buNone/>
              <a:defRPr sz="972" b="0" i="0">
                <a:latin typeface="Arial"/>
                <a:cs typeface="Arial"/>
              </a:defRPr>
            </a:lvl5pPr>
          </a:lstStyle>
          <a:p>
            <a:pPr lvl="0"/>
            <a:r>
              <a:rPr lang="fr-CA" noProof="0" dirty="0"/>
              <a:t>CLIQUER POUR AJOUTER DU TEXTE</a:t>
            </a:r>
          </a:p>
        </p:txBody>
      </p:sp>
      <p:sp>
        <p:nvSpPr>
          <p:cNvPr id="9" name="Titre 8"/>
          <p:cNvSpPr>
            <a:spLocks noGrp="1"/>
          </p:cNvSpPr>
          <p:nvPr>
            <p:ph type="title" hasCustomPrompt="1"/>
          </p:nvPr>
        </p:nvSpPr>
        <p:spPr/>
        <p:txBody>
          <a:bodyPr/>
          <a:lstStyle>
            <a:lvl1pPr>
              <a:defRPr baseline="0"/>
            </a:lvl1pPr>
          </a:lstStyle>
          <a:p>
            <a:r>
              <a:rPr lang="fr-FR" dirty="0"/>
              <a:t>Cliquez pour modifier le style du titre</a:t>
            </a:r>
            <a:endParaRPr lang="fr-CA"/>
          </a:p>
        </p:txBody>
      </p:sp>
      <p:sp>
        <p:nvSpPr>
          <p:cNvPr id="7" name="Text Placeholder 6"/>
          <p:cNvSpPr>
            <a:spLocks noGrp="1"/>
          </p:cNvSpPr>
          <p:nvPr>
            <p:ph type="body" sz="quarter" idx="14"/>
          </p:nvPr>
        </p:nvSpPr>
        <p:spPr>
          <a:xfrm>
            <a:off x="457200" y="1731700"/>
            <a:ext cx="8229600" cy="3204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Tree>
    <p:extLst>
      <p:ext uri="{BB962C8B-B14F-4D97-AF65-F5344CB8AC3E}">
        <p14:creationId xmlns:p14="http://schemas.microsoft.com/office/powerpoint/2010/main" val="116631504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5" name="Footer Placeholder 4"/>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6" name="Slide Number Placeholder 5"/>
          <p:cNvSpPr>
            <a:spLocks noGrp="1"/>
          </p:cNvSpPr>
          <p:nvPr>
            <p:ph type="sldNum" sz="quarter" idx="12"/>
          </p:nvPr>
        </p:nvSpPr>
        <p:spPr/>
        <p:txBody>
          <a:bodyPr/>
          <a:lstStyle/>
          <a:p>
            <a:fld id="{2066355A-084C-D24E-9AD2-7E4FC41EA627}" type="slidenum">
              <a:rPr lang="fr-CA" smtClean="0">
                <a:solidFill>
                  <a:srgbClr val="003C71"/>
                </a:solidFill>
              </a:rPr>
              <a:pPr/>
              <a:t>‹N°›</a:t>
            </a:fld>
            <a:endParaRPr lang="fr-CA" dirty="0">
              <a:solidFill>
                <a:srgbClr val="003C71"/>
              </a:solidFill>
            </a:endParaRPr>
          </a:p>
        </p:txBody>
      </p:sp>
      <p:sp>
        <p:nvSpPr>
          <p:cNvPr id="8" name="Espace réservé du texte 7"/>
          <p:cNvSpPr>
            <a:spLocks noGrp="1"/>
          </p:cNvSpPr>
          <p:nvPr>
            <p:ph type="body" sz="quarter" idx="13" hasCustomPrompt="1"/>
          </p:nvPr>
        </p:nvSpPr>
        <p:spPr>
          <a:xfrm>
            <a:off x="457200" y="1209002"/>
            <a:ext cx="8229600" cy="523009"/>
          </a:xfrm>
        </p:spPr>
        <p:txBody>
          <a:bodyPr>
            <a:noAutofit/>
          </a:bodyPr>
          <a:lstStyle>
            <a:lvl1pPr marL="0" indent="0">
              <a:buNone/>
              <a:defRPr sz="1250" b="1" i="0">
                <a:latin typeface="Arial"/>
                <a:cs typeface="Arial"/>
              </a:defRPr>
            </a:lvl1pPr>
            <a:lvl2pPr marL="317475" indent="0">
              <a:buNone/>
              <a:defRPr sz="972" b="0" i="0">
                <a:latin typeface="Arial"/>
                <a:cs typeface="Arial"/>
              </a:defRPr>
            </a:lvl2pPr>
            <a:lvl3pPr marL="634950" indent="0">
              <a:buNone/>
              <a:defRPr sz="972" b="0" i="0">
                <a:latin typeface="Arial"/>
                <a:cs typeface="Arial"/>
              </a:defRPr>
            </a:lvl3pPr>
            <a:lvl4pPr marL="952424" indent="0">
              <a:buNone/>
              <a:defRPr sz="972" b="0" i="0">
                <a:latin typeface="Arial"/>
                <a:cs typeface="Arial"/>
              </a:defRPr>
            </a:lvl4pPr>
            <a:lvl5pPr marL="1269898" indent="0">
              <a:buNone/>
              <a:defRPr sz="972" b="0" i="0">
                <a:latin typeface="Arial"/>
                <a:cs typeface="Arial"/>
              </a:defRPr>
            </a:lvl5pPr>
          </a:lstStyle>
          <a:p>
            <a:pPr lvl="0"/>
            <a:r>
              <a:rPr lang="fr-CA" noProof="0" dirty="0"/>
              <a:t>CLIQUER POUR AJOUTER DU TEXTE</a:t>
            </a:r>
          </a:p>
        </p:txBody>
      </p:sp>
      <p:sp>
        <p:nvSpPr>
          <p:cNvPr id="10" name="Table Placeholder 6"/>
          <p:cNvSpPr>
            <a:spLocks noGrp="1"/>
          </p:cNvSpPr>
          <p:nvPr>
            <p:ph type="tbl" sz="quarter" idx="15"/>
          </p:nvPr>
        </p:nvSpPr>
        <p:spPr>
          <a:xfrm>
            <a:off x="457200" y="1732011"/>
            <a:ext cx="8229600" cy="3198479"/>
          </a:xfrm>
        </p:spPr>
        <p:txBody>
          <a:bodyPr/>
          <a:lstStyle>
            <a:lvl1pPr marL="0" indent="0">
              <a:buNone/>
              <a:defRPr/>
            </a:lvl1pPr>
          </a:lstStyle>
          <a:p>
            <a:endParaRPr lang="fr-CA" noProof="0" dirty="0"/>
          </a:p>
        </p:txBody>
      </p:sp>
      <p:sp>
        <p:nvSpPr>
          <p:cNvPr id="9" name="Titre 8"/>
          <p:cNvSpPr>
            <a:spLocks noGrp="1"/>
          </p:cNvSpPr>
          <p:nvPr>
            <p:ph type="title" hasCustomPrompt="1"/>
          </p:nvPr>
        </p:nvSpPr>
        <p:spPr/>
        <p:txBody>
          <a:bodyPr/>
          <a:lstStyle/>
          <a:p>
            <a:r>
              <a:rPr lang="fr-FR" dirty="0"/>
              <a:t>Cliquez pour modifier le style du titre</a:t>
            </a:r>
            <a:endParaRPr lang="fr-CA"/>
          </a:p>
        </p:txBody>
      </p:sp>
    </p:spTree>
    <p:extLst>
      <p:ext uri="{BB962C8B-B14F-4D97-AF65-F5344CB8AC3E}">
        <p14:creationId xmlns:p14="http://schemas.microsoft.com/office/powerpoint/2010/main" val="133555685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575135"/>
            <a:ext cx="4038600" cy="3400067"/>
          </a:xfrm>
        </p:spPr>
        <p:txBody>
          <a:bodyPr>
            <a:normAutofit/>
          </a:bodyPr>
          <a:lstStyle>
            <a:lvl1pPr>
              <a:defRPr sz="1389"/>
            </a:lvl1pPr>
            <a:lvl2pPr>
              <a:defRPr sz="1389"/>
            </a:lvl2pPr>
            <a:lvl3pPr>
              <a:defRPr sz="1389"/>
            </a:lvl3pPr>
            <a:lvl4pPr>
              <a:defRPr sz="1389"/>
            </a:lvl4pPr>
            <a:lvl5pPr>
              <a:defRPr sz="1389"/>
            </a:lvl5pPr>
            <a:lvl6pPr>
              <a:defRPr sz="1250"/>
            </a:lvl6pPr>
            <a:lvl7pPr>
              <a:defRPr sz="1250"/>
            </a:lvl7pPr>
            <a:lvl8pPr>
              <a:defRPr sz="1250"/>
            </a:lvl8pPr>
            <a:lvl9pPr>
              <a:defRPr sz="1250"/>
            </a:lvl9pPr>
          </a:lstStyle>
          <a:p>
            <a:pPr lvl="0"/>
            <a:r>
              <a:rPr lang="fr-CA" noProof="0" dirty="0"/>
              <a:t>Click to </a:t>
            </a:r>
            <a:r>
              <a:rPr lang="fr-CA" noProof="0" dirty="0" err="1"/>
              <a:t>edit</a:t>
            </a:r>
            <a:r>
              <a:rPr lang="fr-CA" noProof="0" dirty="0"/>
              <a:t> Master </a:t>
            </a:r>
            <a:r>
              <a:rPr lang="fr-CA" noProof="0" dirty="0" err="1"/>
              <a:t>text</a:t>
            </a:r>
            <a:r>
              <a:rPr lang="fr-CA" noProof="0" dirty="0"/>
              <a:t> styles</a:t>
            </a:r>
          </a:p>
          <a:p>
            <a:pPr lvl="1"/>
            <a:r>
              <a:rPr lang="fr-CA" noProof="0" dirty="0"/>
              <a:t>Second </a:t>
            </a:r>
            <a:r>
              <a:rPr lang="fr-CA" noProof="0" dirty="0" err="1"/>
              <a:t>level</a:t>
            </a:r>
            <a:endParaRPr lang="fr-CA" noProof="0" dirty="0"/>
          </a:p>
          <a:p>
            <a:pPr lvl="2"/>
            <a:r>
              <a:rPr lang="fr-CA" noProof="0" dirty="0" err="1"/>
              <a:t>Third</a:t>
            </a:r>
            <a:r>
              <a:rPr lang="fr-CA" noProof="0" dirty="0"/>
              <a:t> </a:t>
            </a:r>
            <a:r>
              <a:rPr lang="fr-CA" noProof="0" dirty="0" err="1"/>
              <a:t>level</a:t>
            </a:r>
            <a:endParaRPr lang="fr-CA" noProof="0" dirty="0"/>
          </a:p>
          <a:p>
            <a:pPr lvl="3"/>
            <a:r>
              <a:rPr lang="fr-CA" noProof="0" dirty="0" err="1"/>
              <a:t>Fourth</a:t>
            </a:r>
            <a:r>
              <a:rPr lang="fr-CA" noProof="0" dirty="0"/>
              <a:t> </a:t>
            </a:r>
            <a:r>
              <a:rPr lang="fr-CA" noProof="0" dirty="0" err="1"/>
              <a:t>level</a:t>
            </a:r>
            <a:endParaRPr lang="fr-CA" noProof="0" dirty="0"/>
          </a:p>
          <a:p>
            <a:pPr lvl="4"/>
            <a:r>
              <a:rPr lang="fr-CA" noProof="0" dirty="0" err="1"/>
              <a:t>Fifth</a:t>
            </a:r>
            <a:r>
              <a:rPr lang="fr-CA" noProof="0" dirty="0"/>
              <a:t> </a:t>
            </a:r>
            <a:r>
              <a:rPr lang="fr-CA" noProof="0" dirty="0" err="1"/>
              <a:t>level</a:t>
            </a:r>
            <a:endParaRPr lang="fr-CA" noProof="0" dirty="0"/>
          </a:p>
        </p:txBody>
      </p:sp>
      <p:sp>
        <p:nvSpPr>
          <p:cNvPr id="4" name="Content Placeholder 3"/>
          <p:cNvSpPr>
            <a:spLocks noGrp="1"/>
          </p:cNvSpPr>
          <p:nvPr>
            <p:ph sz="half" idx="2"/>
          </p:nvPr>
        </p:nvSpPr>
        <p:spPr>
          <a:xfrm>
            <a:off x="4648200" y="1575135"/>
            <a:ext cx="4038600" cy="3400067"/>
          </a:xfrm>
        </p:spPr>
        <p:txBody>
          <a:bodyPr>
            <a:normAutofit/>
          </a:bodyPr>
          <a:lstStyle>
            <a:lvl1pPr>
              <a:defRPr sz="1389"/>
            </a:lvl1pPr>
            <a:lvl2pPr>
              <a:defRPr sz="1389"/>
            </a:lvl2pPr>
            <a:lvl3pPr>
              <a:defRPr sz="1389"/>
            </a:lvl3pPr>
            <a:lvl4pPr>
              <a:defRPr sz="1389"/>
            </a:lvl4pPr>
            <a:lvl5pPr>
              <a:defRPr sz="1389"/>
            </a:lvl5pPr>
            <a:lvl6pPr>
              <a:defRPr sz="1250"/>
            </a:lvl6pPr>
            <a:lvl7pPr>
              <a:defRPr sz="1250"/>
            </a:lvl7pPr>
            <a:lvl8pPr>
              <a:defRPr sz="1250"/>
            </a:lvl8pPr>
            <a:lvl9pPr>
              <a:defRPr sz="1250"/>
            </a:lvl9pPr>
          </a:lstStyle>
          <a:p>
            <a:pPr lvl="0"/>
            <a:r>
              <a:rPr lang="fr-CA" noProof="0" dirty="0"/>
              <a:t>Click to </a:t>
            </a:r>
            <a:r>
              <a:rPr lang="fr-CA" noProof="0" dirty="0" err="1"/>
              <a:t>edit</a:t>
            </a:r>
            <a:r>
              <a:rPr lang="fr-CA" noProof="0" dirty="0"/>
              <a:t> Master </a:t>
            </a:r>
            <a:r>
              <a:rPr lang="fr-CA" noProof="0" dirty="0" err="1"/>
              <a:t>text</a:t>
            </a:r>
            <a:r>
              <a:rPr lang="fr-CA" noProof="0" dirty="0"/>
              <a:t> styles</a:t>
            </a:r>
          </a:p>
          <a:p>
            <a:pPr lvl="1"/>
            <a:r>
              <a:rPr lang="fr-CA" noProof="0" dirty="0"/>
              <a:t>Second </a:t>
            </a:r>
            <a:r>
              <a:rPr lang="fr-CA" noProof="0" dirty="0" err="1"/>
              <a:t>level</a:t>
            </a:r>
            <a:endParaRPr lang="fr-CA" noProof="0" dirty="0"/>
          </a:p>
          <a:p>
            <a:pPr lvl="2"/>
            <a:r>
              <a:rPr lang="fr-CA" noProof="0" dirty="0" err="1"/>
              <a:t>Third</a:t>
            </a:r>
            <a:r>
              <a:rPr lang="fr-CA" noProof="0" dirty="0"/>
              <a:t> </a:t>
            </a:r>
            <a:r>
              <a:rPr lang="fr-CA" noProof="0" dirty="0" err="1"/>
              <a:t>level</a:t>
            </a:r>
            <a:endParaRPr lang="fr-CA" noProof="0" dirty="0"/>
          </a:p>
          <a:p>
            <a:pPr lvl="3"/>
            <a:r>
              <a:rPr lang="fr-CA" noProof="0" dirty="0" err="1"/>
              <a:t>Fourth</a:t>
            </a:r>
            <a:r>
              <a:rPr lang="fr-CA" noProof="0" dirty="0"/>
              <a:t> </a:t>
            </a:r>
            <a:r>
              <a:rPr lang="fr-CA" noProof="0" dirty="0" err="1"/>
              <a:t>level</a:t>
            </a:r>
            <a:endParaRPr lang="fr-CA" noProof="0" dirty="0"/>
          </a:p>
          <a:p>
            <a:pPr lvl="4"/>
            <a:r>
              <a:rPr lang="fr-CA" noProof="0" dirty="0" err="1"/>
              <a:t>Fifth</a:t>
            </a:r>
            <a:r>
              <a:rPr lang="fr-CA" noProof="0" dirty="0"/>
              <a:t> </a:t>
            </a:r>
            <a:r>
              <a:rPr lang="fr-CA" noProof="0" dirty="0" err="1"/>
              <a:t>level</a:t>
            </a:r>
            <a:endParaRPr lang="fr-CA" noProof="0" dirty="0"/>
          </a:p>
        </p:txBody>
      </p:sp>
      <p:sp>
        <p:nvSpPr>
          <p:cNvPr id="5" name="Date Placeholder 4"/>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6" name="Footer Placeholder 5"/>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7" name="Slide Number Placeholder 6"/>
          <p:cNvSpPr>
            <a:spLocks noGrp="1"/>
          </p:cNvSpPr>
          <p:nvPr>
            <p:ph type="sldNum" sz="quarter" idx="12"/>
          </p:nvPr>
        </p:nvSpPr>
        <p:spPr/>
        <p:txBody>
          <a:bodyPr/>
          <a:lstStyle/>
          <a:p>
            <a:fld id="{2066355A-084C-D24E-9AD2-7E4FC41EA627}" type="slidenum">
              <a:rPr lang="fr-CA" smtClean="0">
                <a:solidFill>
                  <a:srgbClr val="003C71"/>
                </a:solidFill>
              </a:rPr>
              <a:pPr/>
              <a:t>‹N°›</a:t>
            </a:fld>
            <a:endParaRPr lang="fr-CA" dirty="0">
              <a:solidFill>
                <a:srgbClr val="003C71"/>
              </a:solidFill>
            </a:endParaRPr>
          </a:p>
        </p:txBody>
      </p:sp>
      <p:sp>
        <p:nvSpPr>
          <p:cNvPr id="9" name="Titre 8"/>
          <p:cNvSpPr>
            <a:spLocks noGrp="1"/>
          </p:cNvSpPr>
          <p:nvPr>
            <p:ph type="title" hasCustomPrompt="1"/>
          </p:nvPr>
        </p:nvSpPr>
        <p:spPr/>
        <p:txBody>
          <a:bodyPr/>
          <a:lstStyle/>
          <a:p>
            <a:r>
              <a:rPr lang="fr-FR" dirty="0"/>
              <a:t>Cliquez pour modifier le style du titre</a:t>
            </a:r>
            <a:endParaRPr lang="fr-CA"/>
          </a:p>
        </p:txBody>
      </p:sp>
    </p:spTree>
    <p:extLst>
      <p:ext uri="{BB962C8B-B14F-4D97-AF65-F5344CB8AC3E}">
        <p14:creationId xmlns:p14="http://schemas.microsoft.com/office/powerpoint/2010/main" val="168804169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57200" y="1209648"/>
            <a:ext cx="4040188" cy="533135"/>
          </a:xfrm>
        </p:spPr>
        <p:txBody>
          <a:bodyPr anchor="t">
            <a:noAutofit/>
          </a:bodyPr>
          <a:lstStyle>
            <a:lvl1pPr marL="0" indent="0">
              <a:buNone/>
              <a:defRPr sz="1250" b="1" i="0">
                <a:latin typeface="Arial"/>
                <a:cs typeface="Arial"/>
              </a:defRPr>
            </a:lvl1pPr>
            <a:lvl2pPr marL="317475" indent="0">
              <a:buNone/>
              <a:defRPr sz="1389" b="1"/>
            </a:lvl2pPr>
            <a:lvl3pPr marL="634950" indent="0">
              <a:buNone/>
              <a:defRPr sz="1250" b="1"/>
            </a:lvl3pPr>
            <a:lvl4pPr marL="952424" indent="0">
              <a:buNone/>
              <a:defRPr sz="1111" b="1"/>
            </a:lvl4pPr>
            <a:lvl5pPr marL="1269898" indent="0">
              <a:buNone/>
              <a:defRPr sz="1111" b="1"/>
            </a:lvl5pPr>
            <a:lvl6pPr marL="1587373" indent="0">
              <a:buNone/>
              <a:defRPr sz="1111" b="1"/>
            </a:lvl6pPr>
            <a:lvl7pPr marL="1904848" indent="0">
              <a:buNone/>
              <a:defRPr sz="1111" b="1"/>
            </a:lvl7pPr>
            <a:lvl8pPr marL="2222322" indent="0">
              <a:buNone/>
              <a:defRPr sz="1111" b="1"/>
            </a:lvl8pPr>
            <a:lvl9pPr marL="2539797" indent="0">
              <a:buNone/>
              <a:defRPr sz="1111" b="1"/>
            </a:lvl9pPr>
          </a:lstStyle>
          <a:p>
            <a:pPr lvl="0"/>
            <a:r>
              <a:rPr lang="fr-CA" noProof="0" dirty="0"/>
              <a:t>CLICK TO EDIT MASTER TEXT STYLES</a:t>
            </a:r>
          </a:p>
        </p:txBody>
      </p:sp>
      <p:sp>
        <p:nvSpPr>
          <p:cNvPr id="4" name="Content Placeholder 3"/>
          <p:cNvSpPr>
            <a:spLocks noGrp="1"/>
          </p:cNvSpPr>
          <p:nvPr>
            <p:ph sz="half" idx="2"/>
          </p:nvPr>
        </p:nvSpPr>
        <p:spPr>
          <a:xfrm>
            <a:off x="457200" y="1742782"/>
            <a:ext cx="4040188" cy="3210818"/>
          </a:xfrm>
        </p:spPr>
        <p:txBody>
          <a:bodyPr anchor="t">
            <a:normAutofit/>
          </a:bodyPr>
          <a:lstStyle>
            <a:lvl1pPr>
              <a:defRPr sz="1389"/>
            </a:lvl1pPr>
            <a:lvl2pPr>
              <a:defRPr sz="1389"/>
            </a:lvl2pPr>
            <a:lvl3pPr>
              <a:defRPr sz="1389"/>
            </a:lvl3pPr>
            <a:lvl4pPr>
              <a:defRPr sz="1389"/>
            </a:lvl4pPr>
            <a:lvl5pPr>
              <a:defRPr sz="1389"/>
            </a:lvl5pPr>
            <a:lvl6pPr>
              <a:defRPr sz="1111"/>
            </a:lvl6pPr>
            <a:lvl7pPr>
              <a:defRPr sz="1111"/>
            </a:lvl7pPr>
            <a:lvl8pPr>
              <a:defRPr sz="1111"/>
            </a:lvl8pPr>
            <a:lvl9pPr>
              <a:defRPr sz="1111"/>
            </a:lvl9pPr>
          </a:lstStyle>
          <a:p>
            <a:pPr lvl="0"/>
            <a:r>
              <a:rPr lang="fr-CA" noProof="0" dirty="0"/>
              <a:t>Click to </a:t>
            </a:r>
            <a:r>
              <a:rPr lang="fr-CA" noProof="0" dirty="0" err="1"/>
              <a:t>edit</a:t>
            </a:r>
            <a:r>
              <a:rPr lang="fr-CA" noProof="0" dirty="0"/>
              <a:t> Master </a:t>
            </a:r>
            <a:r>
              <a:rPr lang="fr-CA" noProof="0" dirty="0" err="1"/>
              <a:t>text</a:t>
            </a:r>
            <a:r>
              <a:rPr lang="fr-CA" noProof="0" dirty="0"/>
              <a:t> styles</a:t>
            </a:r>
          </a:p>
          <a:p>
            <a:pPr lvl="1"/>
            <a:r>
              <a:rPr lang="fr-CA" noProof="0" dirty="0"/>
              <a:t>Second </a:t>
            </a:r>
            <a:r>
              <a:rPr lang="fr-CA" noProof="0" dirty="0" err="1"/>
              <a:t>level</a:t>
            </a:r>
            <a:endParaRPr lang="fr-CA" noProof="0" dirty="0"/>
          </a:p>
          <a:p>
            <a:pPr lvl="2"/>
            <a:r>
              <a:rPr lang="fr-CA" noProof="0" dirty="0" err="1"/>
              <a:t>Third</a:t>
            </a:r>
            <a:r>
              <a:rPr lang="fr-CA" noProof="0" dirty="0"/>
              <a:t> </a:t>
            </a:r>
            <a:r>
              <a:rPr lang="fr-CA" noProof="0" dirty="0" err="1"/>
              <a:t>level</a:t>
            </a:r>
            <a:endParaRPr lang="fr-CA" noProof="0" dirty="0"/>
          </a:p>
          <a:p>
            <a:pPr lvl="3"/>
            <a:r>
              <a:rPr lang="fr-CA" noProof="0" dirty="0" err="1"/>
              <a:t>Fourth</a:t>
            </a:r>
            <a:r>
              <a:rPr lang="fr-CA" noProof="0" dirty="0"/>
              <a:t> </a:t>
            </a:r>
            <a:r>
              <a:rPr lang="fr-CA" noProof="0" dirty="0" err="1"/>
              <a:t>level</a:t>
            </a:r>
            <a:endParaRPr lang="fr-CA" noProof="0" dirty="0"/>
          </a:p>
          <a:p>
            <a:pPr lvl="4"/>
            <a:r>
              <a:rPr lang="fr-CA" noProof="0" dirty="0" err="1"/>
              <a:t>Fifth</a:t>
            </a:r>
            <a:r>
              <a:rPr lang="fr-CA" noProof="0" dirty="0"/>
              <a:t> </a:t>
            </a:r>
            <a:r>
              <a:rPr lang="fr-CA" noProof="0" dirty="0" err="1"/>
              <a:t>level</a:t>
            </a:r>
            <a:endParaRPr lang="fr-CA" noProof="0" dirty="0"/>
          </a:p>
        </p:txBody>
      </p:sp>
      <p:sp>
        <p:nvSpPr>
          <p:cNvPr id="5" name="Text Placeholder 4"/>
          <p:cNvSpPr>
            <a:spLocks noGrp="1"/>
          </p:cNvSpPr>
          <p:nvPr>
            <p:ph type="body" sz="quarter" idx="3" hasCustomPrompt="1"/>
          </p:nvPr>
        </p:nvSpPr>
        <p:spPr>
          <a:xfrm>
            <a:off x="4645030" y="1209648"/>
            <a:ext cx="4041775" cy="533135"/>
          </a:xfrm>
        </p:spPr>
        <p:txBody>
          <a:bodyPr anchor="t">
            <a:noAutofit/>
          </a:bodyPr>
          <a:lstStyle>
            <a:lvl1pPr marL="0" indent="0">
              <a:buNone/>
              <a:defRPr sz="1250" b="1" i="0">
                <a:latin typeface="Arial"/>
                <a:cs typeface="Arial"/>
              </a:defRPr>
            </a:lvl1pPr>
            <a:lvl2pPr marL="317475" indent="0">
              <a:buNone/>
              <a:defRPr sz="1389" b="1"/>
            </a:lvl2pPr>
            <a:lvl3pPr marL="634950" indent="0">
              <a:buNone/>
              <a:defRPr sz="1250" b="1"/>
            </a:lvl3pPr>
            <a:lvl4pPr marL="952424" indent="0">
              <a:buNone/>
              <a:defRPr sz="1111" b="1"/>
            </a:lvl4pPr>
            <a:lvl5pPr marL="1269898" indent="0">
              <a:buNone/>
              <a:defRPr sz="1111" b="1"/>
            </a:lvl5pPr>
            <a:lvl6pPr marL="1587373" indent="0">
              <a:buNone/>
              <a:defRPr sz="1111" b="1"/>
            </a:lvl6pPr>
            <a:lvl7pPr marL="1904848" indent="0">
              <a:buNone/>
              <a:defRPr sz="1111" b="1"/>
            </a:lvl7pPr>
            <a:lvl8pPr marL="2222322" indent="0">
              <a:buNone/>
              <a:defRPr sz="1111" b="1"/>
            </a:lvl8pPr>
            <a:lvl9pPr marL="2539797" indent="0">
              <a:buNone/>
              <a:defRPr sz="1111" b="1"/>
            </a:lvl9pPr>
          </a:lstStyle>
          <a:p>
            <a:pPr lvl="0"/>
            <a:r>
              <a:rPr lang="fr-CA" noProof="0" dirty="0"/>
              <a:t>CLICK TO EDIT MASTER TEXT STYLES</a:t>
            </a:r>
          </a:p>
        </p:txBody>
      </p:sp>
      <p:sp>
        <p:nvSpPr>
          <p:cNvPr id="6" name="Content Placeholder 5"/>
          <p:cNvSpPr>
            <a:spLocks noGrp="1"/>
          </p:cNvSpPr>
          <p:nvPr>
            <p:ph sz="quarter" idx="4"/>
          </p:nvPr>
        </p:nvSpPr>
        <p:spPr>
          <a:xfrm>
            <a:off x="4645030" y="1742782"/>
            <a:ext cx="4041775" cy="3210818"/>
          </a:xfrm>
        </p:spPr>
        <p:txBody>
          <a:bodyPr anchor="t">
            <a:normAutofit/>
          </a:bodyPr>
          <a:lstStyle>
            <a:lvl1pPr>
              <a:defRPr sz="1389"/>
            </a:lvl1pPr>
            <a:lvl2pPr>
              <a:defRPr sz="1389"/>
            </a:lvl2pPr>
            <a:lvl3pPr>
              <a:defRPr sz="1389"/>
            </a:lvl3pPr>
            <a:lvl4pPr>
              <a:defRPr sz="1389"/>
            </a:lvl4pPr>
            <a:lvl5pPr>
              <a:defRPr sz="1389"/>
            </a:lvl5pPr>
            <a:lvl6pPr>
              <a:defRPr sz="1111"/>
            </a:lvl6pPr>
            <a:lvl7pPr>
              <a:defRPr sz="1111"/>
            </a:lvl7pPr>
            <a:lvl8pPr>
              <a:defRPr sz="1111"/>
            </a:lvl8pPr>
            <a:lvl9pPr>
              <a:defRPr sz="1111"/>
            </a:lvl9pPr>
          </a:lstStyle>
          <a:p>
            <a:pPr lvl="0"/>
            <a:r>
              <a:rPr lang="fr-CA" noProof="0" dirty="0"/>
              <a:t>Click to </a:t>
            </a:r>
            <a:r>
              <a:rPr lang="fr-CA" noProof="0" dirty="0" err="1"/>
              <a:t>edit</a:t>
            </a:r>
            <a:r>
              <a:rPr lang="fr-CA" noProof="0" dirty="0"/>
              <a:t> Master </a:t>
            </a:r>
            <a:r>
              <a:rPr lang="fr-CA" noProof="0" dirty="0" err="1"/>
              <a:t>text</a:t>
            </a:r>
            <a:r>
              <a:rPr lang="fr-CA" noProof="0" dirty="0"/>
              <a:t> styles</a:t>
            </a:r>
          </a:p>
          <a:p>
            <a:pPr lvl="1"/>
            <a:r>
              <a:rPr lang="fr-CA" noProof="0" dirty="0"/>
              <a:t>Second </a:t>
            </a:r>
            <a:r>
              <a:rPr lang="fr-CA" noProof="0" dirty="0" err="1"/>
              <a:t>level</a:t>
            </a:r>
            <a:endParaRPr lang="fr-CA" noProof="0" dirty="0"/>
          </a:p>
          <a:p>
            <a:pPr lvl="2"/>
            <a:r>
              <a:rPr lang="fr-CA" noProof="0" dirty="0" err="1"/>
              <a:t>Third</a:t>
            </a:r>
            <a:r>
              <a:rPr lang="fr-CA" noProof="0" dirty="0"/>
              <a:t> </a:t>
            </a:r>
            <a:r>
              <a:rPr lang="fr-CA" noProof="0" dirty="0" err="1"/>
              <a:t>level</a:t>
            </a:r>
            <a:endParaRPr lang="fr-CA" noProof="0" dirty="0"/>
          </a:p>
          <a:p>
            <a:pPr lvl="3"/>
            <a:r>
              <a:rPr lang="fr-CA" noProof="0" dirty="0" err="1"/>
              <a:t>Fourth</a:t>
            </a:r>
            <a:r>
              <a:rPr lang="fr-CA" noProof="0" dirty="0"/>
              <a:t> </a:t>
            </a:r>
            <a:r>
              <a:rPr lang="fr-CA" noProof="0" dirty="0" err="1"/>
              <a:t>level</a:t>
            </a:r>
            <a:endParaRPr lang="fr-CA" noProof="0" dirty="0"/>
          </a:p>
          <a:p>
            <a:pPr lvl="4"/>
            <a:r>
              <a:rPr lang="fr-CA" noProof="0" dirty="0" err="1"/>
              <a:t>Fifth</a:t>
            </a:r>
            <a:r>
              <a:rPr lang="fr-CA" noProof="0" dirty="0"/>
              <a:t> </a:t>
            </a:r>
            <a:r>
              <a:rPr lang="fr-CA" noProof="0" dirty="0" err="1"/>
              <a:t>level</a:t>
            </a:r>
            <a:endParaRPr lang="fr-CA" noProof="0" dirty="0"/>
          </a:p>
        </p:txBody>
      </p:sp>
      <p:sp>
        <p:nvSpPr>
          <p:cNvPr id="7" name="Date Placeholder 6"/>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8" name="Footer Placeholder 7"/>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9" name="Slide Number Placeholder 8"/>
          <p:cNvSpPr>
            <a:spLocks noGrp="1"/>
          </p:cNvSpPr>
          <p:nvPr>
            <p:ph type="sldNum" sz="quarter" idx="12"/>
          </p:nvPr>
        </p:nvSpPr>
        <p:spPr/>
        <p:txBody>
          <a:bodyPr/>
          <a:lstStyle/>
          <a:p>
            <a:fld id="{2066355A-084C-D24E-9AD2-7E4FC41EA627}" type="slidenum">
              <a:rPr lang="fr-CA" smtClean="0">
                <a:solidFill>
                  <a:srgbClr val="003C71"/>
                </a:solidFill>
              </a:rPr>
              <a:pPr/>
              <a:t>‹N°›</a:t>
            </a:fld>
            <a:endParaRPr lang="fr-CA" dirty="0">
              <a:solidFill>
                <a:srgbClr val="003C71"/>
              </a:solidFill>
            </a:endParaRPr>
          </a:p>
        </p:txBody>
      </p:sp>
      <p:sp>
        <p:nvSpPr>
          <p:cNvPr id="10" name="Titre 9"/>
          <p:cNvSpPr>
            <a:spLocks noGrp="1"/>
          </p:cNvSpPr>
          <p:nvPr>
            <p:ph type="title" hasCustomPrompt="1"/>
          </p:nvPr>
        </p:nvSpPr>
        <p:spPr/>
        <p:txBody>
          <a:bodyPr/>
          <a:lstStyle/>
          <a:p>
            <a:r>
              <a:rPr lang="fr-FR" dirty="0"/>
              <a:t>Cliquez pour modifier le style du titre</a:t>
            </a:r>
            <a:endParaRPr lang="fr-CA"/>
          </a:p>
        </p:txBody>
      </p:sp>
    </p:spTree>
    <p:extLst>
      <p:ext uri="{BB962C8B-B14F-4D97-AF65-F5344CB8AC3E}">
        <p14:creationId xmlns:p14="http://schemas.microsoft.com/office/powerpoint/2010/main" val="348943954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457203" y="1727420"/>
            <a:ext cx="8228779" cy="3240580"/>
          </a:xfrm>
        </p:spPr>
        <p:txBody>
          <a:bodyPr/>
          <a:lstStyle>
            <a:lvl1pPr marL="0" indent="0">
              <a:buNone/>
              <a:defRPr sz="2222"/>
            </a:lvl1pPr>
            <a:lvl2pPr marL="317475" indent="0">
              <a:buNone/>
              <a:defRPr sz="1944"/>
            </a:lvl2pPr>
            <a:lvl3pPr marL="634950" indent="0">
              <a:buNone/>
              <a:defRPr sz="1667"/>
            </a:lvl3pPr>
            <a:lvl4pPr marL="952424" indent="0">
              <a:buNone/>
              <a:defRPr sz="1389"/>
            </a:lvl4pPr>
            <a:lvl5pPr marL="1269898" indent="0">
              <a:buNone/>
              <a:defRPr sz="1389"/>
            </a:lvl5pPr>
            <a:lvl6pPr marL="1587373" indent="0">
              <a:buNone/>
              <a:defRPr sz="1389"/>
            </a:lvl6pPr>
            <a:lvl7pPr marL="1904848" indent="0">
              <a:buNone/>
              <a:defRPr sz="1389"/>
            </a:lvl7pPr>
            <a:lvl8pPr marL="2222322" indent="0">
              <a:buNone/>
              <a:defRPr sz="1389"/>
            </a:lvl8pPr>
            <a:lvl9pPr marL="2539797" indent="0">
              <a:buNone/>
              <a:defRPr sz="1389"/>
            </a:lvl9pPr>
          </a:lstStyle>
          <a:p>
            <a:endParaRPr lang="fr-CA" noProof="0" dirty="0"/>
          </a:p>
        </p:txBody>
      </p:sp>
      <p:sp>
        <p:nvSpPr>
          <p:cNvPr id="4" name="Text Placeholder 3"/>
          <p:cNvSpPr>
            <a:spLocks noGrp="1"/>
          </p:cNvSpPr>
          <p:nvPr>
            <p:ph type="body" sz="half" idx="2" hasCustomPrompt="1"/>
          </p:nvPr>
        </p:nvSpPr>
        <p:spPr>
          <a:xfrm>
            <a:off x="457204" y="1209000"/>
            <a:ext cx="8228779" cy="520716"/>
          </a:xfrm>
        </p:spPr>
        <p:txBody>
          <a:bodyPr>
            <a:normAutofit/>
          </a:bodyPr>
          <a:lstStyle>
            <a:lvl1pPr marL="0" indent="0">
              <a:buNone/>
              <a:defRPr sz="1250" b="1" i="0">
                <a:latin typeface="Arial"/>
                <a:cs typeface="Arial"/>
              </a:defRPr>
            </a:lvl1pPr>
            <a:lvl2pPr marL="317475" indent="0">
              <a:buNone/>
              <a:defRPr sz="833"/>
            </a:lvl2pPr>
            <a:lvl3pPr marL="634950" indent="0">
              <a:buNone/>
              <a:defRPr sz="694"/>
            </a:lvl3pPr>
            <a:lvl4pPr marL="952424" indent="0">
              <a:buNone/>
              <a:defRPr sz="625"/>
            </a:lvl4pPr>
            <a:lvl5pPr marL="1269898" indent="0">
              <a:buNone/>
              <a:defRPr sz="625"/>
            </a:lvl5pPr>
            <a:lvl6pPr marL="1587373" indent="0">
              <a:buNone/>
              <a:defRPr sz="625"/>
            </a:lvl6pPr>
            <a:lvl7pPr marL="1904848" indent="0">
              <a:buNone/>
              <a:defRPr sz="625"/>
            </a:lvl7pPr>
            <a:lvl8pPr marL="2222322" indent="0">
              <a:buNone/>
              <a:defRPr sz="625"/>
            </a:lvl8pPr>
            <a:lvl9pPr marL="2539797" indent="0">
              <a:buNone/>
              <a:defRPr sz="625"/>
            </a:lvl9pPr>
          </a:lstStyle>
          <a:p>
            <a:pPr lvl="0"/>
            <a:r>
              <a:rPr lang="fr-CA" noProof="0" dirty="0"/>
              <a:t>CLICK TO EDIT MASTER TEXT STYLES</a:t>
            </a:r>
          </a:p>
        </p:txBody>
      </p:sp>
      <p:sp>
        <p:nvSpPr>
          <p:cNvPr id="5" name="Date Placeholder 4"/>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6" name="Footer Placeholder 5"/>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7" name="Slide Number Placeholder 6"/>
          <p:cNvSpPr>
            <a:spLocks noGrp="1"/>
          </p:cNvSpPr>
          <p:nvPr>
            <p:ph type="sldNum" sz="quarter" idx="12"/>
          </p:nvPr>
        </p:nvSpPr>
        <p:spPr/>
        <p:txBody>
          <a:bodyPr/>
          <a:lstStyle/>
          <a:p>
            <a:fld id="{2066355A-084C-D24E-9AD2-7E4FC41EA627}" type="slidenum">
              <a:rPr lang="fr-CA" smtClean="0">
                <a:solidFill>
                  <a:srgbClr val="003C71"/>
                </a:solidFill>
              </a:rPr>
              <a:pPr/>
              <a:t>‹N°›</a:t>
            </a:fld>
            <a:endParaRPr lang="fr-CA" dirty="0">
              <a:solidFill>
                <a:srgbClr val="003C71"/>
              </a:solidFill>
            </a:endParaRPr>
          </a:p>
        </p:txBody>
      </p:sp>
      <p:sp>
        <p:nvSpPr>
          <p:cNvPr id="9" name="Titre 8"/>
          <p:cNvSpPr>
            <a:spLocks noGrp="1"/>
          </p:cNvSpPr>
          <p:nvPr>
            <p:ph type="title"/>
          </p:nvPr>
        </p:nvSpPr>
        <p:spPr/>
        <p:txBody>
          <a:bodyPr/>
          <a:lstStyle/>
          <a:p>
            <a:r>
              <a:rPr lang="fr-FR"/>
              <a:t>Cliquez pour modifier le style du titre</a:t>
            </a:r>
            <a:endParaRPr lang="fr-CA"/>
          </a:p>
        </p:txBody>
      </p:sp>
    </p:spTree>
    <p:extLst>
      <p:ext uri="{BB962C8B-B14F-4D97-AF65-F5344CB8AC3E}">
        <p14:creationId xmlns:p14="http://schemas.microsoft.com/office/powerpoint/2010/main" val="122764658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7" name="Rectangle 6"/>
          <p:cNvSpPr/>
          <p:nvPr/>
        </p:nvSpPr>
        <p:spPr>
          <a:xfrm>
            <a:off x="7212106" y="223573"/>
            <a:ext cx="1645920" cy="1371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sz="1500">
              <a:solidFill>
                <a:prstClr val="white"/>
              </a:solidFill>
            </a:endParaRPr>
          </a:p>
        </p:txBody>
      </p:sp>
      <p:sp>
        <p:nvSpPr>
          <p:cNvPr id="2" name="Title 1"/>
          <p:cNvSpPr>
            <a:spLocks noGrp="1"/>
          </p:cNvSpPr>
          <p:nvPr>
            <p:ph type="title"/>
          </p:nvPr>
        </p:nvSpPr>
        <p:spPr/>
        <p:txBody>
          <a:bodyPr/>
          <a:lstStyle/>
          <a:p>
            <a:r>
              <a:rPr lang="fr-CA"/>
              <a:t>Click to edit Master title style</a:t>
            </a:r>
            <a:endParaRPr/>
          </a:p>
        </p:txBody>
      </p:sp>
      <p:sp>
        <p:nvSpPr>
          <p:cNvPr id="3" name="Content Placeholder 2"/>
          <p:cNvSpPr>
            <a:spLocks noGrp="1"/>
          </p:cNvSpPr>
          <p:nvPr>
            <p:ph idx="1"/>
          </p:nvPr>
        </p:nvSpPr>
        <p:spPr/>
        <p:txBody>
          <a:bodyPr/>
          <a:lstStyle/>
          <a:p>
            <a:pPr lvl="0"/>
            <a:r>
              <a:rPr lang="fr-CA"/>
              <a:t>Click to edit Master text styles</a:t>
            </a:r>
          </a:p>
          <a:p>
            <a:pPr lvl="1"/>
            <a:r>
              <a:rPr lang="fr-CA"/>
              <a:t>Second level</a:t>
            </a:r>
          </a:p>
          <a:p>
            <a:pPr lvl="2"/>
            <a:r>
              <a:rPr lang="fr-CA"/>
              <a:t>Third level</a:t>
            </a:r>
          </a:p>
          <a:p>
            <a:pPr lvl="3"/>
            <a:r>
              <a:rPr lang="fr-CA"/>
              <a:t>Fourth level</a:t>
            </a:r>
          </a:p>
          <a:p>
            <a:pPr lvl="4"/>
            <a:r>
              <a:rPr lang="fr-CA"/>
              <a:t>Fifth level</a:t>
            </a:r>
            <a:endParaRPr/>
          </a:p>
        </p:txBody>
      </p:sp>
      <p:sp>
        <p:nvSpPr>
          <p:cNvPr id="4" name="Date Placeholder 3"/>
          <p:cNvSpPr>
            <a:spLocks noGrp="1"/>
          </p:cNvSpPr>
          <p:nvPr>
            <p:ph type="dt" sz="half" idx="10"/>
          </p:nvPr>
        </p:nvSpPr>
        <p:spPr>
          <a:xfrm>
            <a:off x="7212106" y="5296960"/>
            <a:ext cx="1752600" cy="304271"/>
          </a:xfrm>
        </p:spPr>
        <p:txBody>
          <a:bodyPr/>
          <a:lstStyle/>
          <a:p>
            <a:fld id="{8FEFD1DF-BBF7-9E41-8F40-99481FCE77AB}" type="datetime1">
              <a:rPr lang="en-US" smtClean="0">
                <a:solidFill>
                  <a:srgbClr val="333333">
                    <a:lumMod val="60000"/>
                    <a:lumOff val="40000"/>
                  </a:srgbClr>
                </a:solidFill>
              </a:rPr>
              <a:pPr/>
              <a:t>10/1/2026</a:t>
            </a:fld>
            <a:endParaRPr lang="en-US">
              <a:solidFill>
                <a:srgbClr val="333333">
                  <a:lumMod val="60000"/>
                  <a:lumOff val="40000"/>
                </a:srgbClr>
              </a:solidFill>
            </a:endParaRPr>
          </a:p>
        </p:txBody>
      </p:sp>
      <p:sp>
        <p:nvSpPr>
          <p:cNvPr id="5" name="Footer Placeholder 4"/>
          <p:cNvSpPr>
            <a:spLocks noGrp="1"/>
          </p:cNvSpPr>
          <p:nvPr>
            <p:ph type="ftr" sz="quarter" idx="11"/>
          </p:nvPr>
        </p:nvSpPr>
        <p:spPr/>
        <p:txBody>
          <a:bodyPr/>
          <a:lstStyle/>
          <a:p>
            <a:endParaRPr lang="en-US">
              <a:solidFill>
                <a:srgbClr val="333333">
                  <a:lumMod val="60000"/>
                  <a:lumOff val="40000"/>
                </a:srgbClr>
              </a:solidFill>
            </a:endParaRPr>
          </a:p>
        </p:txBody>
      </p:sp>
      <p:sp>
        <p:nvSpPr>
          <p:cNvPr id="6" name="Slide Number Placeholder 5"/>
          <p:cNvSpPr>
            <a:spLocks noGrp="1"/>
          </p:cNvSpPr>
          <p:nvPr>
            <p:ph type="sldNum" sz="quarter" idx="12"/>
          </p:nvPr>
        </p:nvSpPr>
        <p:spPr/>
        <p:txBody>
          <a:bodyPr/>
          <a:lstStyle/>
          <a:p>
            <a:fld id="{88136B7C-31F5-D340-8DA4-E004E776C911}" type="slidenum">
              <a:rPr lang="en-US" smtClean="0">
                <a:solidFill>
                  <a:prstClr val="white"/>
                </a:solidFill>
              </a:rPr>
              <a:pPr/>
              <a:t>‹N°›</a:t>
            </a:fld>
            <a:endParaRPr lang="en-US">
              <a:solidFill>
                <a:prstClr val="white"/>
              </a:solidFill>
            </a:endParaRPr>
          </a:p>
        </p:txBody>
      </p:sp>
    </p:spTree>
    <p:extLst>
      <p:ext uri="{BB962C8B-B14F-4D97-AF65-F5344CB8AC3E}">
        <p14:creationId xmlns:p14="http://schemas.microsoft.com/office/powerpoint/2010/main" val="158238525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Ruban bleu droite bi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72EF48-16E4-A15E-54C8-6E14BB2A7F6F}"/>
              </a:ext>
            </a:extLst>
          </p:cNvPr>
          <p:cNvSpPr/>
          <p:nvPr userDrawn="1"/>
        </p:nvSpPr>
        <p:spPr>
          <a:xfrm>
            <a:off x="7092001" y="0"/>
            <a:ext cx="2052002" cy="5715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 name="Titre 8">
            <a:extLst>
              <a:ext uri="{FF2B5EF4-FFF2-40B4-BE49-F238E27FC236}">
                <a16:creationId xmlns:a16="http://schemas.microsoft.com/office/drawing/2014/main" id="{39975E0B-A63C-E46F-4BDB-B17AEAF751F9}"/>
              </a:ext>
            </a:extLst>
          </p:cNvPr>
          <p:cNvSpPr>
            <a:spLocks noGrp="1"/>
          </p:cNvSpPr>
          <p:nvPr>
            <p:ph type="title"/>
          </p:nvPr>
        </p:nvSpPr>
        <p:spPr>
          <a:xfrm>
            <a:off x="399191" y="304271"/>
            <a:ext cx="6480000" cy="900000"/>
          </a:xfrm>
        </p:spPr>
        <p:txBody>
          <a:bodyPr/>
          <a:lstStyle/>
          <a:p>
            <a:r>
              <a:rPr lang="fr-FR"/>
              <a:t>Modifiez le style du titre</a:t>
            </a:r>
            <a:endParaRPr lang="en-CA"/>
          </a:p>
        </p:txBody>
      </p:sp>
      <p:sp>
        <p:nvSpPr>
          <p:cNvPr id="11" name="Espace réservé du contenu 10">
            <a:extLst>
              <a:ext uri="{FF2B5EF4-FFF2-40B4-BE49-F238E27FC236}">
                <a16:creationId xmlns:a16="http://schemas.microsoft.com/office/drawing/2014/main" id="{DA03A288-B51A-49AF-061A-37A09F584A21}"/>
              </a:ext>
            </a:extLst>
          </p:cNvPr>
          <p:cNvSpPr>
            <a:spLocks noGrp="1"/>
          </p:cNvSpPr>
          <p:nvPr>
            <p:ph sz="quarter" idx="13"/>
          </p:nvPr>
        </p:nvSpPr>
        <p:spPr>
          <a:xfrm>
            <a:off x="398860" y="1471083"/>
            <a:ext cx="6480000" cy="360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dirty="0"/>
          </a:p>
        </p:txBody>
      </p:sp>
      <p:sp>
        <p:nvSpPr>
          <p:cNvPr id="4" name="Espace réservé du pied de page 4">
            <a:extLst>
              <a:ext uri="{FF2B5EF4-FFF2-40B4-BE49-F238E27FC236}">
                <a16:creationId xmlns:a16="http://schemas.microsoft.com/office/drawing/2014/main" id="{FE155C0A-E7E2-D133-60DD-38946DD603E9}"/>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6" name="Espace réservé du numéro de diapositive 5">
            <a:extLst>
              <a:ext uri="{FF2B5EF4-FFF2-40B4-BE49-F238E27FC236}">
                <a16:creationId xmlns:a16="http://schemas.microsoft.com/office/drawing/2014/main" id="{6CDD6402-A2B1-B4CE-0D4B-E5C613CEDF66}"/>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bg2"/>
                </a:solidFill>
                <a:latin typeface="Visby CF Bold" pitchFamily="2" charset="77"/>
              </a:defRPr>
            </a:lvl1pPr>
          </a:lstStyle>
          <a:p>
            <a:fld id="{0A5F8BAD-6575-7647-B790-DC8892003398}" type="slidenum">
              <a:rPr lang="fr-FR" smtClean="0"/>
              <a:pPr/>
              <a:t>‹N°›</a:t>
            </a:fld>
            <a:endParaRPr lang="fr-FR" dirty="0"/>
          </a:p>
        </p:txBody>
      </p:sp>
      <p:sp>
        <p:nvSpPr>
          <p:cNvPr id="5" name="Espace réservé de la date 3">
            <a:extLst>
              <a:ext uri="{FF2B5EF4-FFF2-40B4-BE49-F238E27FC236}">
                <a16:creationId xmlns:a16="http://schemas.microsoft.com/office/drawing/2014/main" id="{C3437283-87BE-ACE3-8113-25684DCD9E18}"/>
              </a:ext>
            </a:extLst>
          </p:cNvPr>
          <p:cNvSpPr txBox="1">
            <a:spLocks/>
          </p:cNvSpPr>
          <p:nvPr userDrawn="1"/>
        </p:nvSpPr>
        <p:spPr>
          <a:xfrm>
            <a:off x="6733614" y="5349255"/>
            <a:ext cx="945000" cy="304271"/>
          </a:xfrm>
          <a:prstGeom prst="rect">
            <a:avLst/>
          </a:prstGeom>
        </p:spPr>
        <p:txBody>
          <a:bodyPr vert="horz" lIns="68580" tIns="34290" rIns="68580" bIns="34290" rtlCol="0" anchor="ctr"/>
          <a:lstStyle>
            <a:defPPr>
              <a:defRPr lang="fr-FR"/>
            </a:defPPr>
            <a:lvl1pPr marL="0" algn="ctr" defTabSz="914400" rtl="0" eaLnBrk="1" latinLnBrk="0" hangingPunct="1">
              <a:defRPr sz="1200" b="0" i="0" kern="1200">
                <a:solidFill>
                  <a:schemeClr val="tx1">
                    <a:tint val="82000"/>
                  </a:schemeClr>
                </a:solidFill>
                <a:latin typeface="Visby CF"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A80806-DD0A-4277-8F50-7B86BD4BC3ED}" type="datetime3">
              <a:rPr lang="fr-CA" sz="900" smtClean="0">
                <a:solidFill>
                  <a:schemeClr val="bg1">
                    <a:lumMod val="95000"/>
                  </a:schemeClr>
                </a:solidFill>
              </a:rPr>
              <a:pPr/>
              <a:t>26/10/01</a:t>
            </a:fld>
            <a:endParaRPr lang="fr-FR" sz="900" dirty="0">
              <a:solidFill>
                <a:schemeClr val="bg1">
                  <a:lumMod val="95000"/>
                </a:schemeClr>
              </a:solidFill>
            </a:endParaRPr>
          </a:p>
        </p:txBody>
      </p:sp>
    </p:spTree>
    <p:extLst>
      <p:ext uri="{BB962C8B-B14F-4D97-AF65-F5344CB8AC3E}">
        <p14:creationId xmlns:p14="http://schemas.microsoft.com/office/powerpoint/2010/main" val="2897270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Ruban bleu gauche">
    <p:spTree>
      <p:nvGrpSpPr>
        <p:cNvPr id="1" name=""/>
        <p:cNvGrpSpPr/>
        <p:nvPr/>
      </p:nvGrpSpPr>
      <p:grpSpPr>
        <a:xfrm>
          <a:off x="0" y="0"/>
          <a:ext cx="0" cy="0"/>
          <a:chOff x="0" y="0"/>
          <a:chExt cx="0" cy="0"/>
        </a:xfrm>
      </p:grpSpPr>
      <p:sp>
        <p:nvSpPr>
          <p:cNvPr id="8" name="Titre 1">
            <a:extLst>
              <a:ext uri="{FF2B5EF4-FFF2-40B4-BE49-F238E27FC236}">
                <a16:creationId xmlns:a16="http://schemas.microsoft.com/office/drawing/2014/main" id="{1B330D51-E8FF-FCD5-6E13-CD57FBED7B9A}"/>
              </a:ext>
            </a:extLst>
          </p:cNvPr>
          <p:cNvSpPr>
            <a:spLocks noGrp="1"/>
          </p:cNvSpPr>
          <p:nvPr>
            <p:ph type="title" hasCustomPrompt="1"/>
          </p:nvPr>
        </p:nvSpPr>
        <p:spPr>
          <a:xfrm>
            <a:off x="2415354" y="304270"/>
            <a:ext cx="6480000" cy="600000"/>
          </a:xfrm>
        </p:spPr>
        <p:txBody>
          <a:bodyPr>
            <a:normAutofit/>
          </a:bodyPr>
          <a:lstStyle>
            <a:lvl1pPr>
              <a:defRPr sz="2700"/>
            </a:lvl1pPr>
          </a:lstStyle>
          <a:p>
            <a:r>
              <a:rPr lang="fr-CA" dirty="0"/>
              <a:t>Modifier le titre</a:t>
            </a:r>
            <a:endParaRPr lang="fr-FR" dirty="0"/>
          </a:p>
        </p:txBody>
      </p:sp>
      <p:sp>
        <p:nvSpPr>
          <p:cNvPr id="10" name="Espace réservé du texte 14">
            <a:extLst>
              <a:ext uri="{FF2B5EF4-FFF2-40B4-BE49-F238E27FC236}">
                <a16:creationId xmlns:a16="http://schemas.microsoft.com/office/drawing/2014/main" id="{150D21ED-DD4C-C107-7549-72573B209FD3}"/>
              </a:ext>
            </a:extLst>
          </p:cNvPr>
          <p:cNvSpPr>
            <a:spLocks noGrp="1"/>
          </p:cNvSpPr>
          <p:nvPr>
            <p:ph type="body" sz="quarter" idx="15" hasCustomPrompt="1"/>
          </p:nvPr>
        </p:nvSpPr>
        <p:spPr>
          <a:xfrm>
            <a:off x="2415354" y="920672"/>
            <a:ext cx="6480000" cy="300000"/>
          </a:xfrm>
        </p:spPr>
        <p:txBody>
          <a:bodyPr>
            <a:normAutofit/>
          </a:bodyPr>
          <a:lstStyle>
            <a:lvl1pPr marL="0" indent="0">
              <a:buNone/>
              <a:defRPr sz="1500"/>
            </a:lvl1pPr>
          </a:lstStyle>
          <a:p>
            <a:pPr lvl="0"/>
            <a:r>
              <a:rPr lang="fr-CA" dirty="0"/>
              <a:t>Cliquez pour modifier le texte</a:t>
            </a:r>
          </a:p>
        </p:txBody>
      </p:sp>
      <p:sp>
        <p:nvSpPr>
          <p:cNvPr id="3" name="Rectangle 2">
            <a:extLst>
              <a:ext uri="{FF2B5EF4-FFF2-40B4-BE49-F238E27FC236}">
                <a16:creationId xmlns:a16="http://schemas.microsoft.com/office/drawing/2014/main" id="{B56DE1D4-8847-103A-5CEE-74B72EAE4491}"/>
              </a:ext>
            </a:extLst>
          </p:cNvPr>
          <p:cNvSpPr/>
          <p:nvPr userDrawn="1"/>
        </p:nvSpPr>
        <p:spPr>
          <a:xfrm>
            <a:off x="6723" y="14942"/>
            <a:ext cx="2052002" cy="5715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5" name="Espace réservé du pied de page 4">
            <a:extLst>
              <a:ext uri="{FF2B5EF4-FFF2-40B4-BE49-F238E27FC236}">
                <a16:creationId xmlns:a16="http://schemas.microsoft.com/office/drawing/2014/main" id="{3E33666E-7A6D-5749-95F1-DE9451F0CC75}"/>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6" name="Espace réservé du numéro de diapositive 5">
            <a:extLst>
              <a:ext uri="{FF2B5EF4-FFF2-40B4-BE49-F238E27FC236}">
                <a16:creationId xmlns:a16="http://schemas.microsoft.com/office/drawing/2014/main" id="{E070B440-439F-7888-7B2F-794F563E88AC}"/>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11" name="Espace réservé du contenu 10">
            <a:extLst>
              <a:ext uri="{FF2B5EF4-FFF2-40B4-BE49-F238E27FC236}">
                <a16:creationId xmlns:a16="http://schemas.microsoft.com/office/drawing/2014/main" id="{08E4D530-BFA9-82A1-A9D6-AB54902A7193}"/>
              </a:ext>
            </a:extLst>
          </p:cNvPr>
          <p:cNvSpPr>
            <a:spLocks noGrp="1"/>
          </p:cNvSpPr>
          <p:nvPr>
            <p:ph sz="quarter" idx="16"/>
          </p:nvPr>
        </p:nvSpPr>
        <p:spPr>
          <a:xfrm>
            <a:off x="2415779" y="1508982"/>
            <a:ext cx="6479381" cy="360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dirty="0"/>
          </a:p>
        </p:txBody>
      </p:sp>
      <p:sp>
        <p:nvSpPr>
          <p:cNvPr id="4" name="Espace réservé de la date 3">
            <a:extLst>
              <a:ext uri="{FF2B5EF4-FFF2-40B4-BE49-F238E27FC236}">
                <a16:creationId xmlns:a16="http://schemas.microsoft.com/office/drawing/2014/main" id="{E5A3BDE8-B622-C4AC-EDEA-237BD4884115}"/>
              </a:ext>
            </a:extLst>
          </p:cNvPr>
          <p:cNvSpPr txBox="1">
            <a:spLocks/>
          </p:cNvSpPr>
          <p:nvPr userDrawn="1"/>
        </p:nvSpPr>
        <p:spPr>
          <a:xfrm>
            <a:off x="6733614" y="5349255"/>
            <a:ext cx="945000" cy="304271"/>
          </a:xfrm>
          <a:prstGeom prst="rect">
            <a:avLst/>
          </a:prstGeom>
        </p:spPr>
        <p:txBody>
          <a:bodyPr vert="horz" lIns="68580" tIns="34290" rIns="68580" bIns="34290" rtlCol="0" anchor="ctr"/>
          <a:lstStyle>
            <a:defPPr>
              <a:defRPr lang="fr-FR"/>
            </a:defPPr>
            <a:lvl1pPr marL="0" algn="ctr" defTabSz="914400" rtl="0" eaLnBrk="1" latinLnBrk="0" hangingPunct="1">
              <a:defRPr sz="1200" b="0" i="0" kern="1200">
                <a:solidFill>
                  <a:schemeClr val="tx1">
                    <a:tint val="82000"/>
                  </a:schemeClr>
                </a:solidFill>
                <a:latin typeface="Visby CF"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A80806-DD0A-4277-8F50-7B86BD4BC3ED}" type="datetime3">
              <a:rPr lang="fr-CA" sz="900" smtClean="0"/>
              <a:pPr/>
              <a:t>26/10/01</a:t>
            </a:fld>
            <a:endParaRPr lang="fr-FR" sz="900" dirty="0"/>
          </a:p>
        </p:txBody>
      </p:sp>
      <p:pic>
        <p:nvPicPr>
          <p:cNvPr id="9" name="Image 8">
            <a:extLst>
              <a:ext uri="{FF2B5EF4-FFF2-40B4-BE49-F238E27FC236}">
                <a16:creationId xmlns:a16="http://schemas.microsoft.com/office/drawing/2014/main" id="{197F9F53-376C-204F-53BF-BE6958FF6D21}"/>
              </a:ext>
            </a:extLst>
          </p:cNvPr>
          <p:cNvPicPr>
            <a:picLocks noChangeAspect="1"/>
          </p:cNvPicPr>
          <p:nvPr userDrawn="1"/>
        </p:nvPicPr>
        <p:blipFill>
          <a:blip r:embed="rId2"/>
          <a:stretch>
            <a:fillRect/>
          </a:stretch>
        </p:blipFill>
        <p:spPr>
          <a:xfrm>
            <a:off x="408082" y="5345199"/>
            <a:ext cx="1336022" cy="300000"/>
          </a:xfrm>
          <a:prstGeom prst="rect">
            <a:avLst/>
          </a:prstGeom>
        </p:spPr>
      </p:pic>
    </p:spTree>
    <p:extLst>
      <p:ext uri="{BB962C8B-B14F-4D97-AF65-F5344CB8AC3E}">
        <p14:creationId xmlns:p14="http://schemas.microsoft.com/office/powerpoint/2010/main" val="367228292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Ruban bleu haut conten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72EF48-16E4-A15E-54C8-6E14BB2A7F6F}"/>
              </a:ext>
            </a:extLst>
          </p:cNvPr>
          <p:cNvSpPr/>
          <p:nvPr userDrawn="1"/>
        </p:nvSpPr>
        <p:spPr>
          <a:xfrm rot="16200000">
            <a:off x="3784950" y="-3777478"/>
            <a:ext cx="1574103" cy="9144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 name="Titre 1">
            <a:extLst>
              <a:ext uri="{FF2B5EF4-FFF2-40B4-BE49-F238E27FC236}">
                <a16:creationId xmlns:a16="http://schemas.microsoft.com/office/drawing/2014/main" id="{A1106F36-D662-FC8A-8AD2-2100FA3436D4}"/>
              </a:ext>
            </a:extLst>
          </p:cNvPr>
          <p:cNvSpPr>
            <a:spLocks noGrp="1"/>
          </p:cNvSpPr>
          <p:nvPr>
            <p:ph type="title" hasCustomPrompt="1"/>
          </p:nvPr>
        </p:nvSpPr>
        <p:spPr>
          <a:xfrm>
            <a:off x="2415354" y="330590"/>
            <a:ext cx="6480000" cy="900000"/>
          </a:xfrm>
        </p:spPr>
        <p:txBody>
          <a:bodyPr>
            <a:normAutofit/>
          </a:bodyPr>
          <a:lstStyle>
            <a:lvl1pPr>
              <a:defRPr sz="2700">
                <a:solidFill>
                  <a:schemeClr val="bg1"/>
                </a:solidFill>
              </a:defRPr>
            </a:lvl1pPr>
          </a:lstStyle>
          <a:p>
            <a:r>
              <a:rPr lang="fr-CA" dirty="0"/>
              <a:t>Modifier le titre</a:t>
            </a:r>
            <a:endParaRPr lang="fr-FR" dirty="0"/>
          </a:p>
        </p:txBody>
      </p:sp>
      <p:sp>
        <p:nvSpPr>
          <p:cNvPr id="5" name="Espace réservé du contenu 4">
            <a:extLst>
              <a:ext uri="{FF2B5EF4-FFF2-40B4-BE49-F238E27FC236}">
                <a16:creationId xmlns:a16="http://schemas.microsoft.com/office/drawing/2014/main" id="{F15ADDAB-2B98-32BA-6322-6EAC09DFA5B8}"/>
              </a:ext>
            </a:extLst>
          </p:cNvPr>
          <p:cNvSpPr>
            <a:spLocks noGrp="1"/>
          </p:cNvSpPr>
          <p:nvPr>
            <p:ph sz="quarter" idx="16"/>
          </p:nvPr>
        </p:nvSpPr>
        <p:spPr>
          <a:xfrm>
            <a:off x="255493" y="1799943"/>
            <a:ext cx="8640000" cy="330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4" name="Espace réservé du pied de page 4">
            <a:extLst>
              <a:ext uri="{FF2B5EF4-FFF2-40B4-BE49-F238E27FC236}">
                <a16:creationId xmlns:a16="http://schemas.microsoft.com/office/drawing/2014/main" id="{19D23899-5035-67DE-9FF8-7C6918994F5D}"/>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6" name="Espace réservé du numéro de diapositive 5">
            <a:extLst>
              <a:ext uri="{FF2B5EF4-FFF2-40B4-BE49-F238E27FC236}">
                <a16:creationId xmlns:a16="http://schemas.microsoft.com/office/drawing/2014/main" id="{CD87BB6B-1CEF-42B1-0CB7-458381CF8014}"/>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7" name="Espace réservé de la date 3">
            <a:extLst>
              <a:ext uri="{FF2B5EF4-FFF2-40B4-BE49-F238E27FC236}">
                <a16:creationId xmlns:a16="http://schemas.microsoft.com/office/drawing/2014/main" id="{FAACADAE-600C-95A7-5469-B98CA70C0C1E}"/>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8BA80806-DD0A-4277-8F50-7B86BD4BC3ED}" type="datetime3">
              <a:rPr lang="fr-CA" smtClean="0"/>
              <a:t>26/10/01</a:t>
            </a:fld>
            <a:endParaRPr lang="fr-FR" dirty="0"/>
          </a:p>
        </p:txBody>
      </p:sp>
    </p:spTree>
    <p:extLst>
      <p:ext uri="{BB962C8B-B14F-4D97-AF65-F5344CB8AC3E}">
        <p14:creationId xmlns:p14="http://schemas.microsoft.com/office/powerpoint/2010/main" val="39024965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Contenu agrandi">
    <p:spTree>
      <p:nvGrpSpPr>
        <p:cNvPr id="1" name=""/>
        <p:cNvGrpSpPr/>
        <p:nvPr/>
      </p:nvGrpSpPr>
      <p:grpSpPr>
        <a:xfrm>
          <a:off x="0" y="0"/>
          <a:ext cx="0" cy="0"/>
          <a:chOff x="0" y="0"/>
          <a:chExt cx="0" cy="0"/>
        </a:xfrm>
      </p:grpSpPr>
      <p:sp>
        <p:nvSpPr>
          <p:cNvPr id="9" name="Espace réservé du contenu 8">
            <a:extLst>
              <a:ext uri="{FF2B5EF4-FFF2-40B4-BE49-F238E27FC236}">
                <a16:creationId xmlns:a16="http://schemas.microsoft.com/office/drawing/2014/main" id="{17D4BDAD-7CBB-483C-8E56-7B2C38CE20F6}"/>
              </a:ext>
            </a:extLst>
          </p:cNvPr>
          <p:cNvSpPr>
            <a:spLocks noGrp="1"/>
          </p:cNvSpPr>
          <p:nvPr>
            <p:ph sz="quarter" idx="13"/>
          </p:nvPr>
        </p:nvSpPr>
        <p:spPr>
          <a:xfrm>
            <a:off x="347756" y="1090681"/>
            <a:ext cx="2970000" cy="4200000"/>
          </a:xfrm>
          <a:prstGeom prst="rect">
            <a:avLst/>
          </a:prstGeom>
        </p:spPr>
        <p:txBody>
          <a:bodyPr/>
          <a:lstStyle>
            <a:lvl1pPr marL="0" indent="0">
              <a:buNone/>
              <a:defRPr/>
            </a:lvl1pPr>
          </a:lstStyle>
          <a:p>
            <a:pPr lvl="0"/>
            <a:r>
              <a:rPr lang="fr-FR"/>
              <a:t>Cliquez pour modifier les styles du texte du masque</a:t>
            </a:r>
          </a:p>
        </p:txBody>
      </p:sp>
      <p:sp>
        <p:nvSpPr>
          <p:cNvPr id="11" name="Espace réservé du contenu 10">
            <a:extLst>
              <a:ext uri="{FF2B5EF4-FFF2-40B4-BE49-F238E27FC236}">
                <a16:creationId xmlns:a16="http://schemas.microsoft.com/office/drawing/2014/main" id="{1E3C764C-63F8-4445-874B-9643411EC34A}"/>
              </a:ext>
            </a:extLst>
          </p:cNvPr>
          <p:cNvSpPr>
            <a:spLocks noGrp="1"/>
          </p:cNvSpPr>
          <p:nvPr>
            <p:ph sz="quarter" idx="14"/>
          </p:nvPr>
        </p:nvSpPr>
        <p:spPr>
          <a:xfrm>
            <a:off x="3329575" y="184012"/>
            <a:ext cx="5400000" cy="5100000"/>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2" name="Titre 1">
            <a:extLst>
              <a:ext uri="{FF2B5EF4-FFF2-40B4-BE49-F238E27FC236}">
                <a16:creationId xmlns:a16="http://schemas.microsoft.com/office/drawing/2014/main" id="{796B6AB6-F074-006E-156B-E349842623E1}"/>
              </a:ext>
            </a:extLst>
          </p:cNvPr>
          <p:cNvSpPr>
            <a:spLocks noGrp="1"/>
          </p:cNvSpPr>
          <p:nvPr>
            <p:ph type="title"/>
          </p:nvPr>
        </p:nvSpPr>
        <p:spPr>
          <a:xfrm>
            <a:off x="341024" y="177272"/>
            <a:ext cx="2970000" cy="900000"/>
          </a:xfrm>
        </p:spPr>
        <p:txBody>
          <a:bodyPr>
            <a:noAutofit/>
          </a:bodyPr>
          <a:lstStyle>
            <a:lvl1pPr>
              <a:defRPr sz="2700"/>
            </a:lvl1pPr>
          </a:lstStyle>
          <a:p>
            <a:r>
              <a:rPr lang="fr-FR"/>
              <a:t>Modifiez le style du titre</a:t>
            </a:r>
            <a:endParaRPr lang="en-CA"/>
          </a:p>
        </p:txBody>
      </p:sp>
      <p:sp>
        <p:nvSpPr>
          <p:cNvPr id="4" name="Espace réservé du pied de page 4">
            <a:extLst>
              <a:ext uri="{FF2B5EF4-FFF2-40B4-BE49-F238E27FC236}">
                <a16:creationId xmlns:a16="http://schemas.microsoft.com/office/drawing/2014/main" id="{408F4918-DD4E-413A-FCE3-30B982777DA6}"/>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a:t>© 2026. Estelle M. Morin, Ph. D.  Tous droits réservés.</a:t>
            </a:r>
            <a:endParaRPr lang="fr-FR"/>
          </a:p>
        </p:txBody>
      </p:sp>
      <p:sp>
        <p:nvSpPr>
          <p:cNvPr id="8" name="Espace réservé du numéro de diapositive 5">
            <a:extLst>
              <a:ext uri="{FF2B5EF4-FFF2-40B4-BE49-F238E27FC236}">
                <a16:creationId xmlns:a16="http://schemas.microsoft.com/office/drawing/2014/main" id="{F7ECDEDF-E7CA-1B1D-7EEA-6C34BAA3721A}"/>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a:p>
        </p:txBody>
      </p:sp>
      <p:sp>
        <p:nvSpPr>
          <p:cNvPr id="5" name="Espace réservé de la date 3">
            <a:extLst>
              <a:ext uri="{FF2B5EF4-FFF2-40B4-BE49-F238E27FC236}">
                <a16:creationId xmlns:a16="http://schemas.microsoft.com/office/drawing/2014/main" id="{8B616E32-3CB5-CD14-066B-6104B3CC1319}"/>
              </a:ext>
            </a:extLst>
          </p:cNvPr>
          <p:cNvSpPr txBox="1">
            <a:spLocks/>
          </p:cNvSpPr>
          <p:nvPr userDrawn="1"/>
        </p:nvSpPr>
        <p:spPr>
          <a:xfrm>
            <a:off x="6733614" y="5349255"/>
            <a:ext cx="945000" cy="304271"/>
          </a:xfrm>
          <a:prstGeom prst="rect">
            <a:avLst/>
          </a:prstGeom>
        </p:spPr>
        <p:txBody>
          <a:bodyPr vert="horz" lIns="68580" tIns="34290" rIns="68580" bIns="34290" rtlCol="0" anchor="ctr"/>
          <a:lstStyle>
            <a:defPPr>
              <a:defRPr lang="fr-FR"/>
            </a:defPPr>
            <a:lvl1pPr marL="0" algn="ctr" defTabSz="914400" rtl="0" eaLnBrk="1" latinLnBrk="0" hangingPunct="1">
              <a:defRPr sz="1200" b="0" i="0" kern="1200">
                <a:solidFill>
                  <a:schemeClr val="tx1">
                    <a:tint val="82000"/>
                  </a:schemeClr>
                </a:solidFill>
                <a:latin typeface="Visby CF"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A80806-DD0A-4277-8F50-7B86BD4BC3ED}" type="datetime3">
              <a:rPr lang="fr-CA" sz="900" smtClean="0"/>
              <a:pPr/>
              <a:t>26/10/01</a:t>
            </a:fld>
            <a:endParaRPr lang="fr-FR" sz="900"/>
          </a:p>
        </p:txBody>
      </p:sp>
    </p:spTree>
    <p:extLst>
      <p:ext uri="{BB962C8B-B14F-4D97-AF65-F5344CB8AC3E}">
        <p14:creationId xmlns:p14="http://schemas.microsoft.com/office/powerpoint/2010/main" val="1425605317"/>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Section bleue">
    <p:bg>
      <p:bgPr>
        <a:solidFill>
          <a:srgbClr val="0070C0"/>
        </a:solidFill>
        <a:effectLst/>
      </p:bgPr>
    </p:bg>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950927BE-2223-35B2-5943-FB989F791FB6}"/>
              </a:ext>
            </a:extLst>
          </p:cNvPr>
          <p:cNvSpPr>
            <a:spLocks noGrp="1"/>
          </p:cNvSpPr>
          <p:nvPr>
            <p:ph type="ctrTitle" hasCustomPrompt="1"/>
          </p:nvPr>
        </p:nvSpPr>
        <p:spPr>
          <a:xfrm>
            <a:off x="654410" y="901699"/>
            <a:ext cx="6480000" cy="2400000"/>
          </a:xfrm>
        </p:spPr>
        <p:txBody>
          <a:bodyPr anchor="b">
            <a:normAutofit/>
          </a:bodyPr>
          <a:lstStyle>
            <a:lvl1pPr marL="0" marR="0" indent="0" algn="l" defTabSz="685800" rtl="0" eaLnBrk="1" fontAlgn="auto" latinLnBrk="0" hangingPunct="1">
              <a:lnSpc>
                <a:spcPct val="90000"/>
              </a:lnSpc>
              <a:spcBef>
                <a:spcPct val="0"/>
              </a:spcBef>
              <a:spcAft>
                <a:spcPts val="0"/>
              </a:spcAft>
              <a:buClrTx/>
              <a:buSzTx/>
              <a:buFontTx/>
              <a:buNone/>
              <a:tabLst/>
              <a:defRPr sz="3600">
                <a:solidFill>
                  <a:schemeClr val="bg1"/>
                </a:solidFill>
              </a:defRPr>
            </a:lvl1pPr>
          </a:lstStyle>
          <a:p>
            <a:r>
              <a:rPr lang="fr-CA"/>
              <a:t>Lorem ipsum </a:t>
            </a:r>
            <a:r>
              <a:rPr lang="fr-CA" err="1"/>
              <a:t>dolor</a:t>
            </a:r>
            <a:r>
              <a:rPr lang="fr-CA"/>
              <a:t> </a:t>
            </a:r>
            <a:br>
              <a:rPr lang="fr-CA"/>
            </a:br>
            <a:r>
              <a:rPr lang="fr-CA" err="1"/>
              <a:t>sit</a:t>
            </a:r>
            <a:r>
              <a:rPr lang="fr-CA"/>
              <a:t> </a:t>
            </a:r>
            <a:r>
              <a:rPr lang="fr-CA" err="1"/>
              <a:t>amet</a:t>
            </a:r>
            <a:r>
              <a:rPr lang="fr-CA"/>
              <a:t>, </a:t>
            </a:r>
            <a:r>
              <a:rPr lang="fr-CA" err="1"/>
              <a:t>consectetur</a:t>
            </a:r>
            <a:r>
              <a:rPr lang="fr-CA"/>
              <a:t> </a:t>
            </a:r>
            <a:r>
              <a:rPr lang="fr-CA" err="1"/>
              <a:t>adipiscing</a:t>
            </a:r>
            <a:r>
              <a:rPr lang="fr-CA"/>
              <a:t> </a:t>
            </a:r>
            <a:r>
              <a:rPr lang="fr-CA" err="1"/>
              <a:t>elit</a:t>
            </a:r>
            <a:r>
              <a:rPr lang="fr-CA"/>
              <a:t>.</a:t>
            </a:r>
            <a:endParaRPr lang="fr-FR"/>
          </a:p>
        </p:txBody>
      </p:sp>
      <p:sp>
        <p:nvSpPr>
          <p:cNvPr id="7" name="Sous-titre 2">
            <a:extLst>
              <a:ext uri="{FF2B5EF4-FFF2-40B4-BE49-F238E27FC236}">
                <a16:creationId xmlns:a16="http://schemas.microsoft.com/office/drawing/2014/main" id="{C6681AE7-3D42-53C5-7C59-80D198229B17}"/>
              </a:ext>
            </a:extLst>
          </p:cNvPr>
          <p:cNvSpPr>
            <a:spLocks noGrp="1"/>
          </p:cNvSpPr>
          <p:nvPr>
            <p:ph type="subTitle" idx="1" hasCustomPrompt="1"/>
          </p:nvPr>
        </p:nvSpPr>
        <p:spPr>
          <a:xfrm>
            <a:off x="654410" y="3341870"/>
            <a:ext cx="6480000" cy="1200000"/>
          </a:xfrm>
        </p:spPr>
        <p:txBody>
          <a:bodyPr>
            <a:normAutofit/>
          </a:bodyPr>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CA"/>
              <a:t>Ed </a:t>
            </a:r>
            <a:r>
              <a:rPr lang="fr-CA" err="1"/>
              <a:t>eleifend</a:t>
            </a:r>
            <a:r>
              <a:rPr lang="fr-CA"/>
              <a:t>, </a:t>
            </a:r>
            <a:r>
              <a:rPr lang="fr-CA" err="1"/>
              <a:t>justo</a:t>
            </a:r>
            <a:r>
              <a:rPr lang="fr-CA"/>
              <a:t> vitae </a:t>
            </a:r>
            <a:r>
              <a:rPr lang="fr-CA" err="1"/>
              <a:t>efficitur</a:t>
            </a:r>
            <a:r>
              <a:rPr lang="fr-CA"/>
              <a:t> </a:t>
            </a:r>
            <a:r>
              <a:rPr lang="fr-CA" err="1"/>
              <a:t>pellentesque</a:t>
            </a:r>
            <a:r>
              <a:rPr lang="fr-CA"/>
              <a:t>, magna </a:t>
            </a:r>
            <a:r>
              <a:rPr lang="fr-CA" err="1"/>
              <a:t>augue</a:t>
            </a:r>
            <a:r>
              <a:rPr lang="fr-CA"/>
              <a:t> cursus </a:t>
            </a:r>
            <a:r>
              <a:rPr lang="fr-CA" err="1"/>
              <a:t>ligula</a:t>
            </a:r>
            <a:r>
              <a:rPr lang="fr-CA"/>
              <a:t>, in </a:t>
            </a:r>
            <a:r>
              <a:rPr lang="fr-CA" err="1"/>
              <a:t>hendrerit</a:t>
            </a:r>
            <a:r>
              <a:rPr lang="fr-CA"/>
              <a:t> </a:t>
            </a:r>
            <a:r>
              <a:rPr lang="fr-CA" err="1"/>
              <a:t>nulla</a:t>
            </a:r>
            <a:r>
              <a:rPr lang="fr-CA"/>
              <a:t> </a:t>
            </a:r>
            <a:r>
              <a:rPr lang="fr-CA" err="1"/>
              <a:t>sem</a:t>
            </a:r>
            <a:r>
              <a:rPr lang="fr-CA"/>
              <a:t> </a:t>
            </a:r>
            <a:r>
              <a:rPr lang="fr-CA" err="1"/>
              <a:t>quis</a:t>
            </a:r>
            <a:r>
              <a:rPr lang="fr-CA"/>
              <a:t> </a:t>
            </a:r>
            <a:r>
              <a:rPr lang="fr-CA" err="1"/>
              <a:t>lacus</a:t>
            </a:r>
            <a:r>
              <a:rPr lang="fr-CA"/>
              <a:t>. </a:t>
            </a:r>
            <a:endParaRPr lang="fr-FR"/>
          </a:p>
        </p:txBody>
      </p:sp>
      <p:sp>
        <p:nvSpPr>
          <p:cNvPr id="3" name="Espace réservé du pied de page 4">
            <a:extLst>
              <a:ext uri="{FF2B5EF4-FFF2-40B4-BE49-F238E27FC236}">
                <a16:creationId xmlns:a16="http://schemas.microsoft.com/office/drawing/2014/main" id="{E1BA2960-8C3A-5650-E0A2-369958326B2C}"/>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bg2"/>
                </a:solidFill>
                <a:latin typeface="Visby CF" pitchFamily="2" charset="77"/>
              </a:defRPr>
            </a:lvl1pPr>
          </a:lstStyle>
          <a:p>
            <a:r>
              <a:rPr lang="fr-CA"/>
              <a:t>© 2026. Estelle M. Morin, Ph. D.  Tous droits réservés.</a:t>
            </a:r>
            <a:endParaRPr lang="fr-FR"/>
          </a:p>
        </p:txBody>
      </p:sp>
      <p:sp>
        <p:nvSpPr>
          <p:cNvPr id="5" name="Espace réservé du numéro de diapositive 5">
            <a:extLst>
              <a:ext uri="{FF2B5EF4-FFF2-40B4-BE49-F238E27FC236}">
                <a16:creationId xmlns:a16="http://schemas.microsoft.com/office/drawing/2014/main" id="{13833171-290F-A25F-F708-FEA0DB2A1F08}"/>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bg2"/>
                </a:solidFill>
                <a:latin typeface="Visby CF Bold" pitchFamily="2" charset="77"/>
              </a:defRPr>
            </a:lvl1pPr>
          </a:lstStyle>
          <a:p>
            <a:fld id="{0A5F8BAD-6575-7647-B790-DC8892003398}" type="slidenum">
              <a:rPr lang="fr-FR" smtClean="0"/>
              <a:pPr/>
              <a:t>‹N°›</a:t>
            </a:fld>
            <a:endParaRPr lang="fr-FR"/>
          </a:p>
        </p:txBody>
      </p:sp>
      <p:sp>
        <p:nvSpPr>
          <p:cNvPr id="6" name="Espace réservé de la date 3">
            <a:extLst>
              <a:ext uri="{FF2B5EF4-FFF2-40B4-BE49-F238E27FC236}">
                <a16:creationId xmlns:a16="http://schemas.microsoft.com/office/drawing/2014/main" id="{D3CB3E85-74CB-5710-ED14-1D8EA519277B}"/>
              </a:ext>
            </a:extLst>
          </p:cNvPr>
          <p:cNvSpPr txBox="1">
            <a:spLocks/>
          </p:cNvSpPr>
          <p:nvPr userDrawn="1"/>
        </p:nvSpPr>
        <p:spPr>
          <a:xfrm>
            <a:off x="6733614" y="5349255"/>
            <a:ext cx="945000" cy="304271"/>
          </a:xfrm>
          <a:prstGeom prst="rect">
            <a:avLst/>
          </a:prstGeom>
        </p:spPr>
        <p:txBody>
          <a:bodyPr vert="horz" lIns="68580" tIns="34290" rIns="68580" bIns="34290" rtlCol="0" anchor="ctr"/>
          <a:lstStyle>
            <a:defPPr>
              <a:defRPr lang="fr-FR"/>
            </a:defPPr>
            <a:lvl1pPr marL="0" algn="ctr" defTabSz="914400" rtl="0" eaLnBrk="1" latinLnBrk="0" hangingPunct="1">
              <a:defRPr sz="1200" b="0" i="0" kern="1200">
                <a:solidFill>
                  <a:schemeClr val="tx1">
                    <a:tint val="82000"/>
                  </a:schemeClr>
                </a:solidFill>
                <a:latin typeface="Visby CF"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A80806-DD0A-4277-8F50-7B86BD4BC3ED}" type="datetime3">
              <a:rPr lang="fr-CA" sz="900" smtClean="0">
                <a:solidFill>
                  <a:schemeClr val="bg1">
                    <a:lumMod val="95000"/>
                  </a:schemeClr>
                </a:solidFill>
              </a:rPr>
              <a:pPr/>
              <a:t>26/10/01</a:t>
            </a:fld>
            <a:endParaRPr lang="fr-FR" sz="900">
              <a:solidFill>
                <a:schemeClr val="bg1">
                  <a:lumMod val="95000"/>
                </a:schemeClr>
              </a:solidFill>
            </a:endParaRPr>
          </a:p>
        </p:txBody>
      </p:sp>
    </p:spTree>
    <p:extLst>
      <p:ext uri="{BB962C8B-B14F-4D97-AF65-F5344CB8AC3E}">
        <p14:creationId xmlns:p14="http://schemas.microsoft.com/office/powerpoint/2010/main" val="236635881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Titre 2 contenus droite">
    <p:spTree>
      <p:nvGrpSpPr>
        <p:cNvPr id="1" name=""/>
        <p:cNvGrpSpPr/>
        <p:nvPr/>
      </p:nvGrpSpPr>
      <p:grpSpPr>
        <a:xfrm>
          <a:off x="0" y="0"/>
          <a:ext cx="0" cy="0"/>
          <a:chOff x="0" y="0"/>
          <a:chExt cx="0" cy="0"/>
        </a:xfrm>
      </p:grpSpPr>
      <p:sp>
        <p:nvSpPr>
          <p:cNvPr id="4" name="Espace réservé du contenu 8">
            <a:extLst>
              <a:ext uri="{FF2B5EF4-FFF2-40B4-BE49-F238E27FC236}">
                <a16:creationId xmlns:a16="http://schemas.microsoft.com/office/drawing/2014/main" id="{A185335A-4AC0-7C7E-518C-13EEC3E75B2A}"/>
              </a:ext>
            </a:extLst>
          </p:cNvPr>
          <p:cNvSpPr>
            <a:spLocks noGrp="1"/>
          </p:cNvSpPr>
          <p:nvPr>
            <p:ph sz="quarter" idx="13"/>
          </p:nvPr>
        </p:nvSpPr>
        <p:spPr>
          <a:xfrm>
            <a:off x="523337" y="1232465"/>
            <a:ext cx="2700000" cy="4050000"/>
          </a:xfrm>
          <a:prstGeom prst="rect">
            <a:avLst/>
          </a:prstGeom>
        </p:spPr>
        <p:txBody>
          <a:bodyPr/>
          <a:lstStyle>
            <a:lvl1pPr marL="0" indent="0">
              <a:buNone/>
              <a:defRPr/>
            </a:lvl1pPr>
          </a:lstStyle>
          <a:p>
            <a:pPr lvl="0"/>
            <a:r>
              <a:rPr lang="fr-FR"/>
              <a:t>Cliquez pour modifier les styles du texte du masque</a:t>
            </a:r>
          </a:p>
        </p:txBody>
      </p:sp>
      <p:sp>
        <p:nvSpPr>
          <p:cNvPr id="5" name="Espace réservé du contenu 10">
            <a:extLst>
              <a:ext uri="{FF2B5EF4-FFF2-40B4-BE49-F238E27FC236}">
                <a16:creationId xmlns:a16="http://schemas.microsoft.com/office/drawing/2014/main" id="{1EBBADB7-0604-4E46-2F54-2C238D5165EA}"/>
              </a:ext>
            </a:extLst>
          </p:cNvPr>
          <p:cNvSpPr>
            <a:spLocks noGrp="1"/>
          </p:cNvSpPr>
          <p:nvPr>
            <p:ph sz="quarter" idx="14"/>
          </p:nvPr>
        </p:nvSpPr>
        <p:spPr>
          <a:xfrm>
            <a:off x="3242168" y="1231486"/>
            <a:ext cx="5400000" cy="4050000"/>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10" name="Titre 9">
            <a:extLst>
              <a:ext uri="{FF2B5EF4-FFF2-40B4-BE49-F238E27FC236}">
                <a16:creationId xmlns:a16="http://schemas.microsoft.com/office/drawing/2014/main" id="{AAC9DCC1-DD43-6C46-D334-1EC6ACF5DF9A}"/>
              </a:ext>
            </a:extLst>
          </p:cNvPr>
          <p:cNvSpPr>
            <a:spLocks noGrp="1"/>
          </p:cNvSpPr>
          <p:nvPr>
            <p:ph type="title"/>
          </p:nvPr>
        </p:nvSpPr>
        <p:spPr/>
        <p:txBody>
          <a:bodyPr/>
          <a:lstStyle/>
          <a:p>
            <a:r>
              <a:rPr lang="fr-FR"/>
              <a:t>Modifiez le style du titre</a:t>
            </a:r>
            <a:endParaRPr lang="en-CA"/>
          </a:p>
        </p:txBody>
      </p:sp>
      <p:sp>
        <p:nvSpPr>
          <p:cNvPr id="3" name="Espace réservé du pied de page 4">
            <a:extLst>
              <a:ext uri="{FF2B5EF4-FFF2-40B4-BE49-F238E27FC236}">
                <a16:creationId xmlns:a16="http://schemas.microsoft.com/office/drawing/2014/main" id="{71F000C4-1306-A83C-CDF4-8DFD69366D1F}"/>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a:t>© 2026. Estelle M. Morin, Ph. D.  Tous droits réservés.</a:t>
            </a:r>
            <a:endParaRPr lang="fr-FR"/>
          </a:p>
        </p:txBody>
      </p:sp>
      <p:sp>
        <p:nvSpPr>
          <p:cNvPr id="8" name="Espace réservé du numéro de diapositive 5">
            <a:extLst>
              <a:ext uri="{FF2B5EF4-FFF2-40B4-BE49-F238E27FC236}">
                <a16:creationId xmlns:a16="http://schemas.microsoft.com/office/drawing/2014/main" id="{7ED0218D-ACDF-4B01-1ABE-C398A0AE0DEC}"/>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a:p>
        </p:txBody>
      </p:sp>
      <p:sp>
        <p:nvSpPr>
          <p:cNvPr id="6" name="Espace réservé de la date 3">
            <a:extLst>
              <a:ext uri="{FF2B5EF4-FFF2-40B4-BE49-F238E27FC236}">
                <a16:creationId xmlns:a16="http://schemas.microsoft.com/office/drawing/2014/main" id="{CC619224-6A22-ABC6-029F-57518082A2F9}"/>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8BA80806-DD0A-4277-8F50-7B86BD4BC3ED}" type="datetime3">
              <a:rPr lang="fr-CA" smtClean="0"/>
              <a:t>26/10/01</a:t>
            </a:fld>
            <a:endParaRPr lang="fr-FR"/>
          </a:p>
        </p:txBody>
      </p:sp>
    </p:spTree>
    <p:extLst>
      <p:ext uri="{BB962C8B-B14F-4D97-AF65-F5344CB8AC3E}">
        <p14:creationId xmlns:p14="http://schemas.microsoft.com/office/powerpoint/2010/main" val="18301214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userDrawn="1">
  <p:cSld name="Page 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822065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5_Titre et contenu">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69382" y="1772286"/>
            <a:ext cx="8186400" cy="3187989"/>
          </a:xfrm>
        </p:spPr>
        <p:txBody>
          <a:bodyPr/>
          <a:lstStyle>
            <a:lvl1pPr>
              <a:defRPr b="0" i="0">
                <a:latin typeface="Visby CF" pitchFamily="2" charset="77"/>
              </a:defRPr>
            </a:lvl1pPr>
            <a:lvl2pPr>
              <a:defRPr b="0" i="0">
                <a:latin typeface="Visby CF" pitchFamily="2" charset="77"/>
              </a:defRPr>
            </a:lvl2pPr>
            <a:lvl3pPr>
              <a:defRPr b="0" i="0">
                <a:latin typeface="Visby CF" pitchFamily="2" charset="77"/>
              </a:defRPr>
            </a:lvl3pPr>
            <a:lvl4pPr>
              <a:defRPr b="0" i="0">
                <a:latin typeface="Visby CF" pitchFamily="2" charset="77"/>
              </a:defRPr>
            </a:lvl4pPr>
            <a:lvl5pPr>
              <a:defRPr b="0" i="0">
                <a:latin typeface="Visby CF" pitchFamily="2" charset="77"/>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7" name="TextBox 6"/>
          <p:cNvSpPr txBox="1"/>
          <p:nvPr userDrawn="1"/>
        </p:nvSpPr>
        <p:spPr>
          <a:xfrm>
            <a:off x="346075" y="4765676"/>
            <a:ext cx="914400" cy="914400"/>
          </a:xfrm>
          <a:prstGeom prst="rect">
            <a:avLst/>
          </a:prstGeom>
        </p:spPr>
        <p:txBody>
          <a:bodyPr vert="horz" wrap="none" lIns="82296" tIns="41148" rIns="82296" bIns="41148" rtlCol="0">
            <a:normAutofit/>
          </a:bodyPr>
          <a:lstStyle/>
          <a:p>
            <a:pPr marL="139320" indent="-139320">
              <a:buClr>
                <a:schemeClr val="accent2"/>
              </a:buClr>
              <a:buSzPct val="125000"/>
              <a:buFont typeface="Arial" panose="020B0604020202020204" pitchFamily="34" charset="0"/>
              <a:buChar char="•"/>
            </a:pPr>
            <a:endParaRPr lang="fr-CA" sz="1503" noProof="0"/>
          </a:p>
        </p:txBody>
      </p:sp>
      <p:sp>
        <p:nvSpPr>
          <p:cNvPr id="11" name="Titre 1">
            <a:extLst>
              <a:ext uri="{FF2B5EF4-FFF2-40B4-BE49-F238E27FC236}">
                <a16:creationId xmlns:a16="http://schemas.microsoft.com/office/drawing/2014/main" id="{B80B1BCF-CD6C-E84F-90BB-05BEA3F2C6DC}"/>
              </a:ext>
            </a:extLst>
          </p:cNvPr>
          <p:cNvSpPr>
            <a:spLocks noGrp="1"/>
          </p:cNvSpPr>
          <p:nvPr>
            <p:ph type="title" hasCustomPrompt="1"/>
          </p:nvPr>
        </p:nvSpPr>
        <p:spPr>
          <a:xfrm>
            <a:off x="369382" y="251807"/>
            <a:ext cx="8186400" cy="822960"/>
          </a:xfrm>
        </p:spPr>
        <p:txBody>
          <a:bodyPr/>
          <a:lstStyle>
            <a:lvl1pPr>
              <a:defRPr sz="3000" b="1" i="0">
                <a:solidFill>
                  <a:schemeClr val="accent3"/>
                </a:solidFill>
                <a:latin typeface="Visby Slab CF Demi Bold" pitchFamily="2" charset="77"/>
              </a:defRPr>
            </a:lvl1pPr>
          </a:lstStyle>
          <a:p>
            <a:r>
              <a:rPr lang="fr-CA" noProof="0" dirty="0"/>
              <a:t>Click to </a:t>
            </a:r>
            <a:r>
              <a:rPr lang="fr-CA" noProof="0" dirty="0" err="1"/>
              <a:t>edit</a:t>
            </a:r>
            <a:r>
              <a:rPr lang="fr-CA" noProof="0" dirty="0"/>
              <a:t> </a:t>
            </a:r>
            <a:r>
              <a:rPr lang="fr-CA" noProof="0" dirty="0" err="1"/>
              <a:t>title</a:t>
            </a:r>
            <a:r>
              <a:rPr lang="fr-CA" noProof="0" dirty="0"/>
              <a:t> style</a:t>
            </a:r>
          </a:p>
        </p:txBody>
      </p:sp>
      <p:sp>
        <p:nvSpPr>
          <p:cNvPr id="16" name="Text Placeholder 14">
            <a:extLst>
              <a:ext uri="{FF2B5EF4-FFF2-40B4-BE49-F238E27FC236}">
                <a16:creationId xmlns:a16="http://schemas.microsoft.com/office/drawing/2014/main" id="{C464AAE5-5DAC-A240-98C4-F842ECA49723}"/>
              </a:ext>
            </a:extLst>
          </p:cNvPr>
          <p:cNvSpPr>
            <a:spLocks noGrp="1"/>
          </p:cNvSpPr>
          <p:nvPr>
            <p:ph type="body" sz="quarter" idx="10"/>
          </p:nvPr>
        </p:nvSpPr>
        <p:spPr>
          <a:xfrm>
            <a:off x="369382" y="949326"/>
            <a:ext cx="5243512" cy="480600"/>
          </a:xfrm>
        </p:spPr>
        <p:txBody>
          <a:bodyPr>
            <a:normAutofit/>
          </a:bodyPr>
          <a:lstStyle>
            <a:lvl1pPr>
              <a:defRPr sz="1600" b="1" i="0">
                <a:solidFill>
                  <a:srgbClr val="002060"/>
                </a:solidFill>
                <a:latin typeface="Visby CF Bold" pitchFamily="2" charset="77"/>
              </a:defRPr>
            </a:lvl1pPr>
          </a:lstStyle>
          <a:p>
            <a:pPr lvl="0"/>
            <a:r>
              <a:rPr lang="fr-FR"/>
              <a:t>Cliquez pour modifier les styles du texte du masque</a:t>
            </a:r>
          </a:p>
        </p:txBody>
      </p:sp>
      <p:sp>
        <p:nvSpPr>
          <p:cNvPr id="2" name="Rectangle 1">
            <a:extLst>
              <a:ext uri="{FF2B5EF4-FFF2-40B4-BE49-F238E27FC236}">
                <a16:creationId xmlns:a16="http://schemas.microsoft.com/office/drawing/2014/main" id="{65CCD79C-672A-61B0-B580-98FFDF24F8E9}"/>
              </a:ext>
            </a:extLst>
          </p:cNvPr>
          <p:cNvSpPr/>
          <p:nvPr userDrawn="1"/>
        </p:nvSpPr>
        <p:spPr>
          <a:xfrm rot="16200000">
            <a:off x="-8102" y="702254"/>
            <a:ext cx="162036" cy="1458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800" dirty="0"/>
          </a:p>
        </p:txBody>
      </p:sp>
      <p:sp>
        <p:nvSpPr>
          <p:cNvPr id="4" name="Rectangle 3">
            <a:extLst>
              <a:ext uri="{FF2B5EF4-FFF2-40B4-BE49-F238E27FC236}">
                <a16:creationId xmlns:a16="http://schemas.microsoft.com/office/drawing/2014/main" id="{B359B664-BA8B-6545-1B6A-D590CD0B05E9}"/>
              </a:ext>
            </a:extLst>
          </p:cNvPr>
          <p:cNvSpPr/>
          <p:nvPr userDrawn="1"/>
        </p:nvSpPr>
        <p:spPr>
          <a:xfrm rot="16200000">
            <a:off x="-167384" y="380936"/>
            <a:ext cx="480600" cy="1458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800"/>
          </a:p>
        </p:txBody>
      </p:sp>
    </p:spTree>
    <p:extLst>
      <p:ext uri="{BB962C8B-B14F-4D97-AF65-F5344CB8AC3E}">
        <p14:creationId xmlns:p14="http://schemas.microsoft.com/office/powerpoint/2010/main" val="2852166809"/>
      </p:ext>
    </p:extLst>
  </p:cSld>
  <p:clrMapOvr>
    <a:masterClrMapping/>
  </p:clrMapOvr>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6_Titre et contenu">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69382" y="1772286"/>
            <a:ext cx="8186400" cy="3187989"/>
          </a:xfrm>
        </p:spPr>
        <p:txBody>
          <a:bodyPr/>
          <a:lstStyle>
            <a:lvl1pPr>
              <a:defRPr b="0" i="0">
                <a:latin typeface="Visby CF" pitchFamily="2" charset="77"/>
              </a:defRPr>
            </a:lvl1pPr>
            <a:lvl2pPr>
              <a:defRPr b="0" i="0">
                <a:latin typeface="Visby CF" pitchFamily="2" charset="77"/>
              </a:defRPr>
            </a:lvl2pPr>
            <a:lvl3pPr>
              <a:defRPr b="0" i="0">
                <a:latin typeface="Visby CF" pitchFamily="2" charset="77"/>
              </a:defRPr>
            </a:lvl3pPr>
            <a:lvl4pPr>
              <a:defRPr b="0" i="0">
                <a:latin typeface="Visby CF" pitchFamily="2" charset="77"/>
              </a:defRPr>
            </a:lvl4pPr>
            <a:lvl5pPr>
              <a:defRPr b="0" i="0">
                <a:latin typeface="Visby CF" pitchFamily="2" charset="77"/>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7" name="TextBox 6"/>
          <p:cNvSpPr txBox="1"/>
          <p:nvPr userDrawn="1"/>
        </p:nvSpPr>
        <p:spPr>
          <a:xfrm>
            <a:off x="346075" y="4765676"/>
            <a:ext cx="914400" cy="914400"/>
          </a:xfrm>
          <a:prstGeom prst="rect">
            <a:avLst/>
          </a:prstGeom>
        </p:spPr>
        <p:txBody>
          <a:bodyPr vert="horz" wrap="none" lIns="82296" tIns="41148" rIns="82296" bIns="41148" rtlCol="0">
            <a:normAutofit/>
          </a:bodyPr>
          <a:lstStyle/>
          <a:p>
            <a:pPr marL="139320" indent="-139320">
              <a:buClr>
                <a:schemeClr val="accent2"/>
              </a:buClr>
              <a:buSzPct val="125000"/>
              <a:buFont typeface="Arial" panose="020B0604020202020204" pitchFamily="34" charset="0"/>
              <a:buChar char="•"/>
            </a:pPr>
            <a:endParaRPr lang="fr-CA" sz="1503" noProof="0"/>
          </a:p>
        </p:txBody>
      </p:sp>
      <p:sp>
        <p:nvSpPr>
          <p:cNvPr id="11" name="Titre 1">
            <a:extLst>
              <a:ext uri="{FF2B5EF4-FFF2-40B4-BE49-F238E27FC236}">
                <a16:creationId xmlns:a16="http://schemas.microsoft.com/office/drawing/2014/main" id="{B80B1BCF-CD6C-E84F-90BB-05BEA3F2C6DC}"/>
              </a:ext>
            </a:extLst>
          </p:cNvPr>
          <p:cNvSpPr>
            <a:spLocks noGrp="1"/>
          </p:cNvSpPr>
          <p:nvPr>
            <p:ph type="title" hasCustomPrompt="1"/>
          </p:nvPr>
        </p:nvSpPr>
        <p:spPr>
          <a:xfrm>
            <a:off x="369382" y="251807"/>
            <a:ext cx="8186400" cy="822960"/>
          </a:xfrm>
        </p:spPr>
        <p:txBody>
          <a:bodyPr/>
          <a:lstStyle>
            <a:lvl1pPr>
              <a:defRPr sz="3000" b="1" i="0">
                <a:solidFill>
                  <a:schemeClr val="accent3"/>
                </a:solidFill>
                <a:latin typeface="Visby Slab CF Demi Bold" pitchFamily="2" charset="77"/>
              </a:defRPr>
            </a:lvl1pPr>
          </a:lstStyle>
          <a:p>
            <a:r>
              <a:rPr lang="fr-CA" noProof="0" dirty="0"/>
              <a:t>Click to </a:t>
            </a:r>
            <a:r>
              <a:rPr lang="fr-CA" noProof="0" dirty="0" err="1"/>
              <a:t>edit</a:t>
            </a:r>
            <a:r>
              <a:rPr lang="fr-CA" noProof="0" dirty="0"/>
              <a:t> </a:t>
            </a:r>
            <a:r>
              <a:rPr lang="fr-CA" noProof="0" dirty="0" err="1"/>
              <a:t>title</a:t>
            </a:r>
            <a:r>
              <a:rPr lang="fr-CA" noProof="0" dirty="0"/>
              <a:t> style</a:t>
            </a:r>
          </a:p>
        </p:txBody>
      </p:sp>
      <p:sp>
        <p:nvSpPr>
          <p:cNvPr id="16" name="Text Placeholder 14">
            <a:extLst>
              <a:ext uri="{FF2B5EF4-FFF2-40B4-BE49-F238E27FC236}">
                <a16:creationId xmlns:a16="http://schemas.microsoft.com/office/drawing/2014/main" id="{C464AAE5-5DAC-A240-98C4-F842ECA49723}"/>
              </a:ext>
            </a:extLst>
          </p:cNvPr>
          <p:cNvSpPr>
            <a:spLocks noGrp="1"/>
          </p:cNvSpPr>
          <p:nvPr>
            <p:ph type="body" sz="quarter" idx="10"/>
          </p:nvPr>
        </p:nvSpPr>
        <p:spPr>
          <a:xfrm>
            <a:off x="369382" y="949326"/>
            <a:ext cx="5243512" cy="480600"/>
          </a:xfrm>
        </p:spPr>
        <p:txBody>
          <a:bodyPr>
            <a:normAutofit/>
          </a:bodyPr>
          <a:lstStyle>
            <a:lvl1pPr>
              <a:defRPr sz="1600" b="1" i="0">
                <a:solidFill>
                  <a:srgbClr val="002060"/>
                </a:solidFill>
                <a:latin typeface="Visby CF Bold" pitchFamily="2" charset="77"/>
              </a:defRPr>
            </a:lvl1pPr>
          </a:lstStyle>
          <a:p>
            <a:pPr lvl="0"/>
            <a:r>
              <a:rPr lang="fr-FR"/>
              <a:t>Cliquez pour modifier les styles du texte du masque</a:t>
            </a:r>
          </a:p>
        </p:txBody>
      </p:sp>
      <p:sp>
        <p:nvSpPr>
          <p:cNvPr id="2" name="Rectangle 1">
            <a:extLst>
              <a:ext uri="{FF2B5EF4-FFF2-40B4-BE49-F238E27FC236}">
                <a16:creationId xmlns:a16="http://schemas.microsoft.com/office/drawing/2014/main" id="{65CCD79C-672A-61B0-B580-98FFDF24F8E9}"/>
              </a:ext>
            </a:extLst>
          </p:cNvPr>
          <p:cNvSpPr/>
          <p:nvPr userDrawn="1"/>
        </p:nvSpPr>
        <p:spPr>
          <a:xfrm rot="16200000">
            <a:off x="-8102" y="702254"/>
            <a:ext cx="162036" cy="1458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800" dirty="0"/>
          </a:p>
        </p:txBody>
      </p:sp>
      <p:sp>
        <p:nvSpPr>
          <p:cNvPr id="4" name="Rectangle 3">
            <a:extLst>
              <a:ext uri="{FF2B5EF4-FFF2-40B4-BE49-F238E27FC236}">
                <a16:creationId xmlns:a16="http://schemas.microsoft.com/office/drawing/2014/main" id="{B359B664-BA8B-6545-1B6A-D590CD0B05E9}"/>
              </a:ext>
            </a:extLst>
          </p:cNvPr>
          <p:cNvSpPr/>
          <p:nvPr userDrawn="1"/>
        </p:nvSpPr>
        <p:spPr>
          <a:xfrm rot="16200000">
            <a:off x="-167384" y="380936"/>
            <a:ext cx="480600" cy="1458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800"/>
          </a:p>
        </p:txBody>
      </p:sp>
    </p:spTree>
    <p:extLst>
      <p:ext uri="{BB962C8B-B14F-4D97-AF65-F5344CB8AC3E}">
        <p14:creationId xmlns:p14="http://schemas.microsoft.com/office/powerpoint/2010/main" val="3979633313"/>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image" Target="../media/image1.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image" Target="../media/image2.jpe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image" Target="../media/image3.jp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78800" y="485193"/>
            <a:ext cx="8186400" cy="827486"/>
          </a:xfrm>
          <a:prstGeom prst="rect">
            <a:avLst/>
          </a:prstGeom>
          <a:solidFill>
            <a:schemeClr val="accent1"/>
          </a:solidFill>
        </p:spPr>
        <p:txBody>
          <a:bodyPr vert="horz" lIns="91440" tIns="45720" rIns="91440" bIns="45720" rtlCol="0" anchor="ctr">
            <a:noAutofit/>
          </a:bodyPr>
          <a:lstStyle/>
          <a:p>
            <a:r>
              <a:rPr lang="fr-FR" dirty="0"/>
              <a:t>Cliquez pour modifier le style du titre</a:t>
            </a:r>
            <a:endParaRPr lang="fr-CA" dirty="0"/>
          </a:p>
        </p:txBody>
      </p:sp>
      <p:sp>
        <p:nvSpPr>
          <p:cNvPr id="3" name="Espace réservé du texte 2"/>
          <p:cNvSpPr>
            <a:spLocks noGrp="1"/>
          </p:cNvSpPr>
          <p:nvPr>
            <p:ph type="body" idx="1"/>
          </p:nvPr>
        </p:nvSpPr>
        <p:spPr>
          <a:xfrm>
            <a:off x="478800" y="1517877"/>
            <a:ext cx="8186400" cy="324779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fr-CA" dirty="0"/>
          </a:p>
        </p:txBody>
      </p:sp>
      <p:pic>
        <p:nvPicPr>
          <p:cNvPr id="7" name="Image 6"/>
          <p:cNvPicPr>
            <a:picLocks noChangeAspect="1"/>
          </p:cNvPicPr>
          <p:nvPr/>
        </p:nvPicPr>
        <p:blipFill>
          <a:blip r:embed="rId68" cstate="print">
            <a:extLst>
              <a:ext uri="{28A0092B-C50C-407E-A947-70E740481C1C}">
                <a14:useLocalDpi xmlns:a14="http://schemas.microsoft.com/office/drawing/2010/main" val="0"/>
              </a:ext>
            </a:extLst>
          </a:blip>
          <a:stretch>
            <a:fillRect/>
          </a:stretch>
        </p:blipFill>
        <p:spPr>
          <a:xfrm>
            <a:off x="7279758" y="5342282"/>
            <a:ext cx="1452692" cy="200779"/>
          </a:xfrm>
          <a:prstGeom prst="rect">
            <a:avLst/>
          </a:prstGeom>
        </p:spPr>
      </p:pic>
      <p:sp>
        <p:nvSpPr>
          <p:cNvPr id="13"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pPr defTabSz="380985"/>
            <a:r>
              <a:rPr lang="fr-CA">
                <a:solidFill>
                  <a:srgbClr val="003C71"/>
                </a:solidFill>
              </a:rPr>
              <a:t>@2025. Marie-Christine ALBERT. Tous droits réservés.</a:t>
            </a:r>
            <a:endParaRPr lang="fr-CA" dirty="0">
              <a:solidFill>
                <a:srgbClr val="003C71"/>
              </a:solidFill>
            </a:endParaRPr>
          </a:p>
        </p:txBody>
      </p:sp>
      <p:sp>
        <p:nvSpPr>
          <p:cNvPr id="14" name="Espace réservé du numéro de diapositive 5"/>
          <p:cNvSpPr>
            <a:spLocks noGrp="1"/>
          </p:cNvSpPr>
          <p:nvPr>
            <p:ph type="sldNum" sz="quarter" idx="4"/>
          </p:nvPr>
        </p:nvSpPr>
        <p:spPr>
          <a:xfrm>
            <a:off x="379562" y="5384996"/>
            <a:ext cx="464400" cy="136800"/>
          </a:xfrm>
          <a:prstGeom prst="rect">
            <a:avLst/>
          </a:prstGeom>
        </p:spPr>
        <p:txBody>
          <a:bodyPr vert="horz" lIns="91440" tIns="45720" rIns="91440" bIns="45720" rtlCol="0" anchor="t"/>
          <a:lstStyle>
            <a:lvl1pPr algn="l">
              <a:defRPr sz="558">
                <a:solidFill>
                  <a:schemeClr val="accent2"/>
                </a:solidFill>
              </a:defRPr>
            </a:lvl1pPr>
          </a:lstStyle>
          <a:p>
            <a:pPr defTabSz="380985"/>
            <a:fld id="{77B8E65F-5E3F-4E73-B056-4D0181456FB2}" type="slidenum">
              <a:rPr lang="fr-CA" smtClean="0">
                <a:solidFill>
                  <a:srgbClr val="003C71"/>
                </a:solidFill>
              </a:rPr>
              <a:pPr defTabSz="380985"/>
              <a:t>‹N°›</a:t>
            </a:fld>
            <a:endParaRPr lang="fr-CA">
              <a:solidFill>
                <a:srgbClr val="003C71"/>
              </a:solidFill>
            </a:endParaRPr>
          </a:p>
        </p:txBody>
      </p:sp>
      <p:sp>
        <p:nvSpPr>
          <p:cNvPr id="4" name="Rectangle 3" descr="Marbre liquide blanc et or">
            <a:extLst>
              <a:ext uri="{FF2B5EF4-FFF2-40B4-BE49-F238E27FC236}">
                <a16:creationId xmlns:a16="http://schemas.microsoft.com/office/drawing/2014/main" id="{7B8D742A-A5AC-A047-222B-6FC3DAAEE899}"/>
              </a:ext>
            </a:extLst>
          </p:cNvPr>
          <p:cNvSpPr/>
          <p:nvPr userDrawn="1"/>
        </p:nvSpPr>
        <p:spPr>
          <a:xfrm>
            <a:off x="0" y="0"/>
            <a:ext cx="78232" cy="5715000"/>
          </a:xfrm>
          <a:prstGeom prst="rect">
            <a:avLst/>
          </a:prstGeom>
          <a:blipFill dpi="0" rotWithShape="1">
            <a:blip r:embed="rId69"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5" name="Rectangle 4" descr="Marbre liquide blanc et or">
            <a:extLst>
              <a:ext uri="{FF2B5EF4-FFF2-40B4-BE49-F238E27FC236}">
                <a16:creationId xmlns:a16="http://schemas.microsoft.com/office/drawing/2014/main" id="{7C81ED5F-9D21-951F-780B-57ADCAF02B9A}"/>
              </a:ext>
            </a:extLst>
          </p:cNvPr>
          <p:cNvSpPr/>
          <p:nvPr userDrawn="1"/>
        </p:nvSpPr>
        <p:spPr>
          <a:xfrm>
            <a:off x="9065766" y="0"/>
            <a:ext cx="78233" cy="5715000"/>
          </a:xfrm>
          <a:prstGeom prst="rect">
            <a:avLst/>
          </a:prstGeom>
          <a:blipFill dpi="0" rotWithShape="1">
            <a:blip r:embed="rId69"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6" name="Rectangle 5" descr="Marbre liquide blanc et or">
            <a:extLst>
              <a:ext uri="{FF2B5EF4-FFF2-40B4-BE49-F238E27FC236}">
                <a16:creationId xmlns:a16="http://schemas.microsoft.com/office/drawing/2014/main" id="{30A57C44-E8B9-D300-4BCC-D73479D45F02}"/>
              </a:ext>
            </a:extLst>
          </p:cNvPr>
          <p:cNvSpPr/>
          <p:nvPr userDrawn="1"/>
        </p:nvSpPr>
        <p:spPr>
          <a:xfrm rot="5400000">
            <a:off x="4529582" y="-4490897"/>
            <a:ext cx="45719" cy="9026651"/>
          </a:xfrm>
          <a:prstGeom prst="rect">
            <a:avLst/>
          </a:prstGeom>
          <a:blipFill dpi="0" rotWithShape="1">
            <a:blip r:embed="rId7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8" name="Rectangle 7" descr="Marbre liquide blanc et or">
            <a:extLst>
              <a:ext uri="{FF2B5EF4-FFF2-40B4-BE49-F238E27FC236}">
                <a16:creationId xmlns:a16="http://schemas.microsoft.com/office/drawing/2014/main" id="{98121458-4E52-7842-0C29-F37FAF326643}"/>
              </a:ext>
            </a:extLst>
          </p:cNvPr>
          <p:cNvSpPr/>
          <p:nvPr userDrawn="1"/>
        </p:nvSpPr>
        <p:spPr>
          <a:xfrm rot="5400000">
            <a:off x="4531855" y="1102856"/>
            <a:ext cx="80287" cy="9144002"/>
          </a:xfrm>
          <a:prstGeom prst="rect">
            <a:avLst/>
          </a:prstGeom>
          <a:blipFill dpi="0" rotWithShape="1">
            <a:blip r:embed="rId7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8870470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734" r:id="rId22"/>
    <p:sldLayoutId id="2147483737" r:id="rId23"/>
    <p:sldLayoutId id="2147483736" r:id="rId24"/>
    <p:sldLayoutId id="2147483735" r:id="rId25"/>
    <p:sldLayoutId id="2147483694" r:id="rId26"/>
    <p:sldLayoutId id="2147483695" r:id="rId27"/>
    <p:sldLayoutId id="2147483696" r:id="rId28"/>
    <p:sldLayoutId id="2147483697" r:id="rId29"/>
    <p:sldLayoutId id="2147483698" r:id="rId30"/>
    <p:sldLayoutId id="2147483699" r:id="rId31"/>
    <p:sldLayoutId id="2147483700" r:id="rId32"/>
    <p:sldLayoutId id="2147483701" r:id="rId33"/>
    <p:sldLayoutId id="2147483702" r:id="rId34"/>
    <p:sldLayoutId id="2147483703" r:id="rId35"/>
    <p:sldLayoutId id="2147483704" r:id="rId36"/>
    <p:sldLayoutId id="2147483705" r:id="rId37"/>
    <p:sldLayoutId id="2147483706" r:id="rId38"/>
    <p:sldLayoutId id="2147483707" r:id="rId39"/>
    <p:sldLayoutId id="2147483708" r:id="rId40"/>
    <p:sldLayoutId id="2147483709" r:id="rId41"/>
    <p:sldLayoutId id="2147483710" r:id="rId42"/>
    <p:sldLayoutId id="2147483711" r:id="rId43"/>
    <p:sldLayoutId id="2147483712" r:id="rId44"/>
    <p:sldLayoutId id="2147483713" r:id="rId45"/>
    <p:sldLayoutId id="2147483716" r:id="rId46"/>
    <p:sldLayoutId id="2147483717" r:id="rId47"/>
    <p:sldLayoutId id="2147483718" r:id="rId48"/>
    <p:sldLayoutId id="2147483719" r:id="rId49"/>
    <p:sldLayoutId id="2147483720" r:id="rId50"/>
    <p:sldLayoutId id="2147483721" r:id="rId51"/>
    <p:sldLayoutId id="2147483722" r:id="rId52"/>
    <p:sldLayoutId id="2147483724" r:id="rId53"/>
    <p:sldLayoutId id="2147483725" r:id="rId54"/>
    <p:sldLayoutId id="2147483726" r:id="rId55"/>
    <p:sldLayoutId id="2147483727" r:id="rId56"/>
    <p:sldLayoutId id="2147483750" r:id="rId57"/>
    <p:sldLayoutId id="2147483805" r:id="rId58"/>
    <p:sldLayoutId id="2147483807" r:id="rId59"/>
    <p:sldLayoutId id="2147483808" r:id="rId60"/>
    <p:sldLayoutId id="2147483809" r:id="rId61"/>
    <p:sldLayoutId id="2147483810" r:id="rId62"/>
    <p:sldLayoutId id="2147483816" r:id="rId63"/>
    <p:sldLayoutId id="2147483818" r:id="rId64"/>
    <p:sldLayoutId id="2147483819" r:id="rId65"/>
    <p:sldLayoutId id="2147483820" r:id="rId66"/>
  </p:sldLayoutIdLst>
  <p:hf sldNum="0" hdr="0" dt="0"/>
  <p:txStyles>
    <p:titleStyle>
      <a:lvl1pPr algn="l" defTabSz="761970" rtl="0" eaLnBrk="1" latinLnBrk="0" hangingPunct="1">
        <a:spcBef>
          <a:spcPct val="0"/>
        </a:spcBef>
        <a:buNone/>
        <a:defRPr sz="2167" b="1" kern="1200">
          <a:solidFill>
            <a:schemeClr val="bg1"/>
          </a:solidFill>
          <a:latin typeface="+mj-lt"/>
          <a:ea typeface="+mj-ea"/>
          <a:cs typeface="+mj-cs"/>
        </a:defRPr>
      </a:lvl1pPr>
    </p:titleStyle>
    <p:bodyStyle>
      <a:lvl1pPr marL="128995" indent="-128995" algn="l" defTabSz="761970" rtl="0" eaLnBrk="1" latinLnBrk="0" hangingPunct="1">
        <a:spcBef>
          <a:spcPct val="20000"/>
        </a:spcBef>
        <a:buClr>
          <a:schemeClr val="accent2"/>
        </a:buClr>
        <a:buSzPct val="125000"/>
        <a:buFont typeface="Arial" pitchFamily="34" charset="0"/>
        <a:buChar char="•"/>
        <a:defRPr sz="2000" kern="1200">
          <a:solidFill>
            <a:schemeClr val="tx1"/>
          </a:solidFill>
          <a:latin typeface="+mn-lt"/>
          <a:ea typeface="+mn-ea"/>
          <a:cs typeface="+mn-cs"/>
        </a:defRPr>
      </a:lvl1pPr>
      <a:lvl2pPr marL="377985" indent="-128995" algn="l" defTabSz="761970" rtl="0" eaLnBrk="1" latinLnBrk="0" hangingPunct="1">
        <a:spcBef>
          <a:spcPct val="20000"/>
        </a:spcBef>
        <a:buClr>
          <a:schemeClr val="accent2"/>
        </a:buClr>
        <a:buSzPct val="125000"/>
        <a:buFont typeface="Arial" pitchFamily="34" charset="0"/>
        <a:buChar char="•"/>
        <a:defRPr sz="2000" kern="1200">
          <a:solidFill>
            <a:schemeClr val="tx1"/>
          </a:solidFill>
          <a:latin typeface="+mn-lt"/>
          <a:ea typeface="+mn-ea"/>
          <a:cs typeface="+mn-cs"/>
        </a:defRPr>
      </a:lvl2pPr>
      <a:lvl3pPr marL="626975" indent="-128995" algn="l" defTabSz="761970" rtl="0" eaLnBrk="1" latinLnBrk="0" hangingPunct="1">
        <a:spcBef>
          <a:spcPct val="20000"/>
        </a:spcBef>
        <a:buClr>
          <a:schemeClr val="accent2"/>
        </a:buClr>
        <a:buSzPct val="125000"/>
        <a:buFont typeface="Arial" pitchFamily="34" charset="0"/>
        <a:buChar char="•"/>
        <a:defRPr sz="2000" kern="1200">
          <a:solidFill>
            <a:schemeClr val="tx1"/>
          </a:solidFill>
          <a:latin typeface="+mn-lt"/>
          <a:ea typeface="+mn-ea"/>
          <a:cs typeface="+mn-cs"/>
        </a:defRPr>
      </a:lvl3pPr>
      <a:lvl4pPr marL="872965" indent="-128995" algn="l" defTabSz="761970" rtl="0" eaLnBrk="1" latinLnBrk="0" hangingPunct="1">
        <a:spcBef>
          <a:spcPct val="20000"/>
        </a:spcBef>
        <a:buClr>
          <a:schemeClr val="accent2"/>
        </a:buClr>
        <a:buSzPct val="125000"/>
        <a:buFont typeface="Arial" pitchFamily="34" charset="0"/>
        <a:buChar char="•"/>
        <a:defRPr sz="2000" kern="1200">
          <a:solidFill>
            <a:schemeClr val="tx1"/>
          </a:solidFill>
          <a:latin typeface="+mn-lt"/>
          <a:ea typeface="+mn-ea"/>
          <a:cs typeface="+mn-cs"/>
        </a:defRPr>
      </a:lvl4pPr>
      <a:lvl5pPr marL="1121955" indent="-128995" algn="l" defTabSz="761970" rtl="0" eaLnBrk="1" latinLnBrk="0" hangingPunct="1">
        <a:spcBef>
          <a:spcPct val="20000"/>
        </a:spcBef>
        <a:buClr>
          <a:schemeClr val="accent2"/>
        </a:buClr>
        <a:buSzPct val="125000"/>
        <a:buFont typeface="Arial" pitchFamily="34" charset="0"/>
        <a:buChar char="•"/>
        <a:defRPr sz="2000" kern="1200">
          <a:solidFill>
            <a:schemeClr val="tx1"/>
          </a:solidFill>
          <a:latin typeface="+mn-lt"/>
          <a:ea typeface="+mn-ea"/>
          <a:cs typeface="+mn-cs"/>
        </a:defRPr>
      </a:lvl5pPr>
      <a:lvl6pPr marL="2095416"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6pPr>
      <a:lvl7pPr marL="2476401"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7pPr>
      <a:lvl8pPr marL="2857386"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8pPr>
      <a:lvl9pPr marL="3238370"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9pPr>
    </p:bodyStyle>
    <p:other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hyperlink" Target="http://descargas.pntic.mec.es/recursos_educativos/It_didac/Leng_ESO/2/09/04_humanisticos/el_ensayo.html"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0.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4.pn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26.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50.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1.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7.xml"/><Relationship Id="rId1" Type="http://schemas.openxmlformats.org/officeDocument/2006/relationships/slideLayout" Target="../slideLayouts/slideLayout63.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8.xml"/><Relationship Id="rId1" Type="http://schemas.openxmlformats.org/officeDocument/2006/relationships/slideLayout" Target="../slideLayouts/slideLayout6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1.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Espace réservé pour une image  8" descr="Une image contenant habits, personne, Visage humain, homme&#10;&#10;Le contenu généré par l’IA peut être incorrect.">
            <a:extLst>
              <a:ext uri="{FF2B5EF4-FFF2-40B4-BE49-F238E27FC236}">
                <a16:creationId xmlns:a16="http://schemas.microsoft.com/office/drawing/2014/main" id="{84DB3675-3BF7-A689-D754-B2BFCB9FC01D}"/>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15150" b="15150"/>
          <a:stretch>
            <a:fillRect/>
          </a:stretch>
        </p:blipFill>
        <p:spPr/>
      </p:pic>
      <p:sp>
        <p:nvSpPr>
          <p:cNvPr id="5" name="Titre 4"/>
          <p:cNvSpPr>
            <a:spLocks noGrp="1"/>
          </p:cNvSpPr>
          <p:nvPr>
            <p:ph type="ctrTitle"/>
          </p:nvPr>
        </p:nvSpPr>
        <p:spPr>
          <a:xfrm>
            <a:off x="478800" y="1572030"/>
            <a:ext cx="6436350" cy="1312200"/>
          </a:xfrm>
          <a:solidFill>
            <a:schemeClr val="accent2">
              <a:alpha val="57000"/>
            </a:schemeClr>
          </a:solidFill>
        </p:spPr>
        <p:txBody>
          <a:bodyPr>
            <a:noAutofit/>
          </a:bodyPr>
          <a:lstStyle/>
          <a:p>
            <a:r>
              <a:rPr lang="fr-CA" sz="2400">
                <a:solidFill>
                  <a:schemeClr val="bg1"/>
                </a:solidFill>
              </a:rPr>
              <a:t>Comportement organisationnel</a:t>
            </a:r>
            <a:endParaRPr lang="fr-CA" sz="1800" dirty="0">
              <a:solidFill>
                <a:schemeClr val="bg1"/>
              </a:solidFill>
            </a:endParaRPr>
          </a:p>
        </p:txBody>
      </p:sp>
      <p:sp>
        <p:nvSpPr>
          <p:cNvPr id="4" name="Espace réservé du pied de page 3"/>
          <p:cNvSpPr>
            <a:spLocks noGrp="1"/>
          </p:cNvSpPr>
          <p:nvPr>
            <p:ph type="ftr" sz="quarter" idx="14"/>
          </p:nvPr>
        </p:nvSpPr>
        <p:spPr>
          <a:xfrm>
            <a:off x="477840" y="5035718"/>
            <a:ext cx="7522548" cy="190665"/>
          </a:xfrm>
          <a:solidFill>
            <a:schemeClr val="accent2"/>
          </a:solidFill>
        </p:spPr>
        <p:txBody>
          <a:bodyPr/>
          <a:lstStyle/>
          <a:p>
            <a:pPr defTabSz="685800">
              <a:defRPr/>
            </a:pPr>
            <a:r>
              <a:rPr lang="fr-CA" sz="975" cap="none" dirty="0">
                <a:solidFill>
                  <a:srgbClr val="FFFFFF"/>
                </a:solidFill>
                <a:latin typeface="Articulate Light"/>
              </a:rPr>
              <a:t>@2026. Marie-Christine ALBERT à partir de Morin (2026). Tous droits réservés.</a:t>
            </a:r>
          </a:p>
        </p:txBody>
      </p:sp>
      <p:sp>
        <p:nvSpPr>
          <p:cNvPr id="2" name="Sous-titre 1"/>
          <p:cNvSpPr>
            <a:spLocks noGrp="1"/>
          </p:cNvSpPr>
          <p:nvPr>
            <p:ph type="subTitle" idx="1"/>
          </p:nvPr>
        </p:nvSpPr>
        <p:spPr>
          <a:xfrm>
            <a:off x="478800" y="2962656"/>
            <a:ext cx="5266800" cy="685800"/>
          </a:xfrm>
          <a:solidFill>
            <a:schemeClr val="accent2">
              <a:alpha val="80000"/>
            </a:schemeClr>
          </a:solidFill>
        </p:spPr>
        <p:txBody>
          <a:bodyPr>
            <a:normAutofit/>
          </a:bodyPr>
          <a:lstStyle/>
          <a:p>
            <a:r>
              <a:rPr lang="fr-CA" dirty="0">
                <a:solidFill>
                  <a:schemeClr val="bg1"/>
                </a:solidFill>
              </a:rPr>
              <a:t>Chapitre 4. L’adaptation – Partie 2</a:t>
            </a:r>
          </a:p>
          <a:p>
            <a:r>
              <a:rPr lang="fr-CA" dirty="0">
                <a:solidFill>
                  <a:schemeClr val="bg1"/>
                </a:solidFill>
              </a:rPr>
              <a:t>Promouvoir la santé</a:t>
            </a:r>
          </a:p>
        </p:txBody>
      </p:sp>
    </p:spTree>
    <p:extLst>
      <p:ext uri="{BB962C8B-B14F-4D97-AF65-F5344CB8AC3E}">
        <p14:creationId xmlns:p14="http://schemas.microsoft.com/office/powerpoint/2010/main" val="14900881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3340F96F-40FC-2576-C017-995A4A33B622}"/>
              </a:ext>
            </a:extLst>
          </p:cNvPr>
          <p:cNvSpPr>
            <a:spLocks noGrp="1"/>
          </p:cNvSpPr>
          <p:nvPr>
            <p:ph type="title"/>
          </p:nvPr>
        </p:nvSpPr>
        <p:spPr>
          <a:xfrm>
            <a:off x="244928" y="330590"/>
            <a:ext cx="8650426" cy="900000"/>
          </a:xfrm>
          <a:solidFill>
            <a:srgbClr val="0070C0"/>
          </a:solidFill>
        </p:spPr>
        <p:txBody>
          <a:bodyPr anchor="ctr">
            <a:normAutofit/>
          </a:bodyPr>
          <a:lstStyle/>
          <a:p>
            <a:r>
              <a:rPr lang="fr-CA" noProof="0" dirty="0"/>
              <a:t>Objectifs d’apprentissage</a:t>
            </a:r>
          </a:p>
        </p:txBody>
      </p:sp>
      <p:sp>
        <p:nvSpPr>
          <p:cNvPr id="4" name="Espace réservé du pied de page 3">
            <a:extLst>
              <a:ext uri="{FF2B5EF4-FFF2-40B4-BE49-F238E27FC236}">
                <a16:creationId xmlns:a16="http://schemas.microsoft.com/office/drawing/2014/main" id="{72B2D723-4B61-7D8C-8598-4DBF324129CF}"/>
              </a:ext>
            </a:extLst>
          </p:cNvPr>
          <p:cNvSpPr>
            <a:spLocks noGrp="1"/>
          </p:cNvSpPr>
          <p:nvPr>
            <p:ph type="ftr" sz="quarter" idx="3"/>
          </p:nvPr>
        </p:nvSpPr>
        <p:spPr/>
        <p:txBody>
          <a:bodyPr anchor="ctr">
            <a:normAutofit/>
          </a:bodyPr>
          <a:lstStyle/>
          <a:p>
            <a:pPr>
              <a:spcAft>
                <a:spcPts val="450"/>
              </a:spcAft>
            </a:pPr>
            <a:r>
              <a:rPr lang="fr-CA" dirty="0"/>
              <a:t>© 2026. Estelle M. Morin, Ph. D.  Tous droits réservés.</a:t>
            </a:r>
            <a:endParaRPr lang="fr-FR" dirty="0"/>
          </a:p>
        </p:txBody>
      </p:sp>
      <p:sp>
        <p:nvSpPr>
          <p:cNvPr id="5" name="Espace réservé du numéro de diapositive 4">
            <a:extLst>
              <a:ext uri="{FF2B5EF4-FFF2-40B4-BE49-F238E27FC236}">
                <a16:creationId xmlns:a16="http://schemas.microsoft.com/office/drawing/2014/main" id="{677243E0-EC0D-10CE-0654-95BBA171EC65}"/>
              </a:ext>
            </a:extLst>
          </p:cNvPr>
          <p:cNvSpPr>
            <a:spLocks noGrp="1"/>
          </p:cNvSpPr>
          <p:nvPr>
            <p:ph type="sldNum" sz="quarter" idx="4"/>
          </p:nvPr>
        </p:nvSpPr>
        <p:spPr/>
        <p:txBody>
          <a:bodyPr anchor="ctr">
            <a:normAutofit/>
          </a:bodyPr>
          <a:lstStyle/>
          <a:p>
            <a:pPr>
              <a:spcAft>
                <a:spcPts val="450"/>
              </a:spcAft>
            </a:pPr>
            <a:fld id="{0A5F8BAD-6575-7647-B790-DC8892003398}" type="slidenum">
              <a:rPr lang="fr-FR" smtClean="0"/>
              <a:pPr>
                <a:spcAft>
                  <a:spcPts val="450"/>
                </a:spcAft>
              </a:pPr>
              <a:t>2</a:t>
            </a:fld>
            <a:endParaRPr lang="fr-FR"/>
          </a:p>
        </p:txBody>
      </p:sp>
      <p:sp>
        <p:nvSpPr>
          <p:cNvPr id="11" name="Date Placeholder 5" hidden="1">
            <a:extLst>
              <a:ext uri="{FF2B5EF4-FFF2-40B4-BE49-F238E27FC236}">
                <a16:creationId xmlns:a16="http://schemas.microsoft.com/office/drawing/2014/main" id="{94059FD8-7E5B-D946-B623-84A2F75AB988}"/>
              </a:ext>
            </a:extLst>
          </p:cNvPr>
          <p:cNvSpPr>
            <a:spLocks noGrp="1"/>
          </p:cNvSpPr>
          <p:nvPr>
            <p:ph type="dt" sz="half" idx="2"/>
          </p:nvPr>
        </p:nvSpPr>
        <p:spPr/>
        <p:txBody>
          <a:bodyPr/>
          <a:lstStyle/>
          <a:p>
            <a:pPr>
              <a:spcAft>
                <a:spcPts val="450"/>
              </a:spcAft>
            </a:pPr>
            <a:fld id="{2D3EBF11-491A-4393-8846-475327B40C9F}" type="datetime3">
              <a:rPr lang="fr-CA" smtClean="0"/>
              <a:pPr>
                <a:spcAft>
                  <a:spcPts val="450"/>
                </a:spcAft>
              </a:pPr>
              <a:t>26/10/01</a:t>
            </a:fld>
            <a:endParaRPr lang="fr-FR"/>
          </a:p>
        </p:txBody>
      </p:sp>
      <p:graphicFrame>
        <p:nvGraphicFramePr>
          <p:cNvPr id="2" name="Espace réservé du contenu 1">
            <a:extLst>
              <a:ext uri="{FF2B5EF4-FFF2-40B4-BE49-F238E27FC236}">
                <a16:creationId xmlns:a16="http://schemas.microsoft.com/office/drawing/2014/main" id="{59BE56C9-395F-2668-45FF-57C44E9D658D}"/>
              </a:ext>
            </a:extLst>
          </p:cNvPr>
          <p:cNvGraphicFramePr>
            <a:graphicFrameLocks noGrp="1"/>
          </p:cNvGraphicFramePr>
          <p:nvPr>
            <p:ph sz="quarter" idx="16"/>
            <p:extLst>
              <p:ext uri="{D42A27DB-BD31-4B8C-83A1-F6EECF244321}">
                <p14:modId xmlns:p14="http://schemas.microsoft.com/office/powerpoint/2010/main" val="1181792818"/>
              </p:ext>
            </p:extLst>
          </p:nvPr>
        </p:nvGraphicFramePr>
        <p:xfrm>
          <a:off x="244928" y="1941468"/>
          <a:ext cx="8650426" cy="3158699"/>
        </p:xfrm>
        <a:graphic>
          <a:graphicData uri="http://schemas.openxmlformats.org/drawingml/2006/table">
            <a:tbl>
              <a:tblPr firstRow="1" bandRow="1">
                <a:tableStyleId>{5940675A-B579-460E-94D1-54222C63F5DA}</a:tableStyleId>
              </a:tblPr>
              <a:tblGrid>
                <a:gridCol w="4325213">
                  <a:extLst>
                    <a:ext uri="{9D8B030D-6E8A-4147-A177-3AD203B41FA5}">
                      <a16:colId xmlns:a16="http://schemas.microsoft.com/office/drawing/2014/main" val="643224995"/>
                    </a:ext>
                  </a:extLst>
                </a:gridCol>
                <a:gridCol w="4325213">
                  <a:extLst>
                    <a:ext uri="{9D8B030D-6E8A-4147-A177-3AD203B41FA5}">
                      <a16:colId xmlns:a16="http://schemas.microsoft.com/office/drawing/2014/main" val="1136888292"/>
                    </a:ext>
                  </a:extLst>
                </a:gridCol>
              </a:tblGrid>
              <a:tr h="365715">
                <a:tc>
                  <a:txBody>
                    <a:bodyPr/>
                    <a:lstStyle/>
                    <a:p>
                      <a:pPr algn="ctr">
                        <a:lnSpc>
                          <a:spcPct val="115000"/>
                        </a:lnSpc>
                        <a:spcBef>
                          <a:spcPts val="1200"/>
                        </a:spcBef>
                        <a:spcAft>
                          <a:spcPts val="600"/>
                        </a:spcAft>
                        <a:buNone/>
                      </a:pPr>
                      <a:r>
                        <a:rPr lang="fr-CA" sz="1500" kern="100">
                          <a:effectLst/>
                        </a:rPr>
                        <a:t>Objectifs généraux</a:t>
                      </a:r>
                      <a:endParaRPr lang="fr-CA" sz="15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tc>
                <a:tc>
                  <a:txBody>
                    <a:bodyPr/>
                    <a:lstStyle/>
                    <a:p>
                      <a:pPr algn="ctr">
                        <a:lnSpc>
                          <a:spcPct val="115000"/>
                        </a:lnSpc>
                        <a:spcBef>
                          <a:spcPts val="1200"/>
                        </a:spcBef>
                        <a:spcAft>
                          <a:spcPts val="600"/>
                        </a:spcAft>
                        <a:buNone/>
                      </a:pPr>
                      <a:r>
                        <a:rPr lang="fr-CA" sz="1500" kern="100">
                          <a:effectLst/>
                        </a:rPr>
                        <a:t>Objectifs spécifiques</a:t>
                      </a:r>
                      <a:endParaRPr lang="fr-CA" sz="15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tc>
                <a:extLst>
                  <a:ext uri="{0D108BD9-81ED-4DB2-BD59-A6C34878D82A}">
                    <a16:rowId xmlns:a16="http://schemas.microsoft.com/office/drawing/2014/main" val="3251445311"/>
                  </a:ext>
                </a:extLst>
              </a:tr>
              <a:tr h="2465682">
                <a:tc>
                  <a:txBody>
                    <a:bodyPr/>
                    <a:lstStyle/>
                    <a:p>
                      <a:pPr marL="342900" lvl="0" indent="-342900">
                        <a:lnSpc>
                          <a:spcPct val="115000"/>
                        </a:lnSpc>
                        <a:spcBef>
                          <a:spcPts val="1200"/>
                        </a:spcBef>
                        <a:buFont typeface="+mj-lt"/>
                        <a:buAutoNum type="arabicPeriod"/>
                      </a:pPr>
                      <a:r>
                        <a:rPr lang="fr-CA" sz="1600" kern="100" dirty="0">
                          <a:effectLst/>
                        </a:rPr>
                        <a:t>Comprendre le processus d’adaptation à des situations émotionnelles ou stressantes dans un contexte de travail.</a:t>
                      </a:r>
                    </a:p>
                    <a:p>
                      <a:pPr marL="342900" lvl="0" indent="-342900">
                        <a:lnSpc>
                          <a:spcPct val="115000"/>
                        </a:lnSpc>
                        <a:buFont typeface="+mj-lt"/>
                        <a:buAutoNum type="arabicPeriod"/>
                      </a:pPr>
                      <a:r>
                        <a:rPr lang="fr-CA" sz="1600" kern="100" dirty="0">
                          <a:effectLst/>
                        </a:rPr>
                        <a:t>Choisir et mettre en œuvre des stratégies personnelles pour préserver votre santé, votre énergie et votre équilibre au travail.</a:t>
                      </a:r>
                    </a:p>
                    <a:p>
                      <a:pPr marL="342900" lvl="0" indent="-342900">
                        <a:lnSpc>
                          <a:spcPct val="115000"/>
                        </a:lnSpc>
                        <a:buFont typeface="+mj-lt"/>
                        <a:buAutoNum type="arabicPeriod"/>
                      </a:pPr>
                      <a:r>
                        <a:rPr lang="fr-CA" sz="1600" kern="100">
                          <a:effectLst/>
                        </a:rPr>
                        <a:t>Contribuer à créer un environnement de travail sain en mobilisant des ressources et des pratiques favorables au bien-être au travail.</a:t>
                      </a:r>
                      <a:endParaRPr lang="fr-CA" sz="16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tc>
                <a:tc>
                  <a:txBody>
                    <a:bodyPr/>
                    <a:lstStyle/>
                    <a:p>
                      <a:pPr marL="285750" indent="-285750">
                        <a:lnSpc>
                          <a:spcPct val="150000"/>
                        </a:lnSpc>
                        <a:buFont typeface="Arial" panose="020B0604020202020204" pitchFamily="34" charset="0"/>
                        <a:buChar char="•"/>
                      </a:pPr>
                      <a:r>
                        <a:rPr lang="fr-CA" dirty="0"/>
                        <a:t>Distinguer l'émotion et le stress; </a:t>
                      </a:r>
                    </a:p>
                    <a:p>
                      <a:pPr marL="285750" indent="-285750">
                        <a:lnSpc>
                          <a:spcPct val="150000"/>
                        </a:lnSpc>
                        <a:buFont typeface="Arial" panose="020B0604020202020204" pitchFamily="34" charset="0"/>
                        <a:buChar char="•"/>
                      </a:pPr>
                      <a:r>
                        <a:rPr lang="fr-CA" dirty="0"/>
                        <a:t>Reconnaître les facteurs de stress au travail et expliquer leurs conséquences sur la performance, les comportements et la santé psychologique; </a:t>
                      </a:r>
                    </a:p>
                    <a:p>
                      <a:pPr marL="285750" indent="-285750">
                        <a:lnSpc>
                          <a:spcPct val="150000"/>
                        </a:lnSpc>
                        <a:buFont typeface="Arial" panose="020B0604020202020204" pitchFamily="34" charset="0"/>
                        <a:buChar char="•"/>
                      </a:pPr>
                      <a:r>
                        <a:rPr lang="fr-CA" dirty="0"/>
                        <a:t>Aborder des pratiques de promotion de la santé au travail.</a:t>
                      </a:r>
                      <a:endParaRPr lang="fr-CA" sz="1500" kern="100" dirty="0">
                        <a:effectLst/>
                        <a:latin typeface="+mn-lt"/>
                        <a:ea typeface="Times New Roman" panose="02020603050405020304" pitchFamily="18" charset="0"/>
                        <a:cs typeface="Times New Roman" panose="02020603050405020304" pitchFamily="18" charset="0"/>
                      </a:endParaRPr>
                    </a:p>
                  </a:txBody>
                  <a:tcPr marL="51435" marR="51435" marT="0" marB="0" anchor="ctr"/>
                </a:tc>
                <a:extLst>
                  <a:ext uri="{0D108BD9-81ED-4DB2-BD59-A6C34878D82A}">
                    <a16:rowId xmlns:a16="http://schemas.microsoft.com/office/drawing/2014/main" val="3378642235"/>
                  </a:ext>
                </a:extLst>
              </a:tr>
            </a:tbl>
          </a:graphicData>
        </a:graphic>
      </p:graphicFrame>
    </p:spTree>
    <p:extLst>
      <p:ext uri="{BB962C8B-B14F-4D97-AF65-F5344CB8AC3E}">
        <p14:creationId xmlns:p14="http://schemas.microsoft.com/office/powerpoint/2010/main" val="41486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Espace réservé pour une image  6"/>
          <p:cNvPicPr>
            <a:picLocks noGrp="1" noChangeAspect="1"/>
          </p:cNvPicPr>
          <p:nvPr>
            <p:ph type="pic" sz="quarter" idx="10"/>
          </p:nvPr>
        </p:nvPicPr>
        <p:blipFill rotWithShape="1">
          <a:blip r:embed="rId3" cstate="print">
            <a:lum bright="70000" contrast="-70000"/>
            <a:extLst>
              <a:ext uri="{28A0092B-C50C-407E-A947-70E740481C1C}">
                <a14:useLocalDpi xmlns:a14="http://schemas.microsoft.com/office/drawing/2010/main" val="0"/>
              </a:ext>
            </a:extLst>
          </a:blip>
          <a:srcRect t="16892" b="16892"/>
          <a:stretch/>
        </p:blipFill>
        <p:spPr/>
      </p:pic>
      <p:sp>
        <p:nvSpPr>
          <p:cNvPr id="6" name="Titre 5"/>
          <p:cNvSpPr>
            <a:spLocks noGrp="1"/>
          </p:cNvSpPr>
          <p:nvPr>
            <p:ph type="title"/>
          </p:nvPr>
        </p:nvSpPr>
        <p:spPr/>
        <p:txBody>
          <a:bodyPr/>
          <a:lstStyle/>
          <a:p>
            <a:r>
              <a:rPr lang="fr-CA" sz="2100" dirty="0"/>
              <a:t>L’adaptation</a:t>
            </a:r>
            <a:br>
              <a:rPr lang="fr-CA" sz="1800" dirty="0"/>
            </a:br>
            <a:r>
              <a:rPr lang="fr-CA" sz="1500" dirty="0"/>
              <a:t>S’ajuster à une situation nouvelle, incertaine ou inconnue qui occasionne un déséquilibre</a:t>
            </a:r>
            <a:endParaRPr lang="fr-CA" sz="1800" dirty="0"/>
          </a:p>
        </p:txBody>
      </p:sp>
      <p:sp>
        <p:nvSpPr>
          <p:cNvPr id="5" name="Espace réservé du pied de page 4"/>
          <p:cNvSpPr>
            <a:spLocks noGrp="1"/>
          </p:cNvSpPr>
          <p:nvPr>
            <p:ph type="ftr" sz="quarter" idx="3"/>
          </p:nvPr>
        </p:nvSpPr>
        <p:spPr/>
        <p:txBody>
          <a:bodyPr/>
          <a:lstStyle/>
          <a:p>
            <a:r>
              <a:rPr lang="fr-CA" dirty="0">
                <a:solidFill>
                  <a:schemeClr val="accent1"/>
                </a:solidFill>
              </a:rPr>
              <a:t>@2024.. Estelle M. Morin. Tous droits réservés.</a:t>
            </a:r>
          </a:p>
        </p:txBody>
      </p:sp>
      <p:graphicFrame>
        <p:nvGraphicFramePr>
          <p:cNvPr id="9" name="Espace réservé du contenu 5"/>
          <p:cNvGraphicFramePr>
            <a:graphicFrameLocks/>
          </p:cNvGraphicFramePr>
          <p:nvPr>
            <p:extLst>
              <p:ext uri="{D42A27DB-BD31-4B8C-83A1-F6EECF244321}">
                <p14:modId xmlns:p14="http://schemas.microsoft.com/office/powerpoint/2010/main" val="1259266696"/>
              </p:ext>
            </p:extLst>
          </p:nvPr>
        </p:nvGraphicFramePr>
        <p:xfrm>
          <a:off x="2445418" y="1543702"/>
          <a:ext cx="8186738" cy="344328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132029077"/>
      </p:ext>
    </p:extLst>
  </p:cSld>
  <p:clrMapOvr>
    <a:masterClrMapping/>
  </p:clrMapOvr>
  <mc:AlternateContent xmlns:mc="http://schemas.openxmlformats.org/markup-compatibility/2006" xmlns:p14="http://schemas.microsoft.com/office/powerpoint/2010/main">
    <mc:Choice Requires="p14">
      <p:transition spd="med">
        <p14:reveal/>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6EB2A-9258-03ED-0477-402B6FDC470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5AE445E-74C1-FB46-55BB-58443AA52669}"/>
              </a:ext>
            </a:extLst>
          </p:cNvPr>
          <p:cNvSpPr>
            <a:spLocks noGrp="1"/>
          </p:cNvSpPr>
          <p:nvPr>
            <p:ph type="title"/>
          </p:nvPr>
        </p:nvSpPr>
        <p:spPr/>
        <p:txBody>
          <a:bodyPr/>
          <a:lstStyle/>
          <a:p>
            <a:r>
              <a:rPr lang="fr-CA" noProof="0"/>
              <a:t>Le stress</a:t>
            </a:r>
          </a:p>
        </p:txBody>
      </p:sp>
      <p:sp>
        <p:nvSpPr>
          <p:cNvPr id="3" name="Sous-titre 2">
            <a:extLst>
              <a:ext uri="{FF2B5EF4-FFF2-40B4-BE49-F238E27FC236}">
                <a16:creationId xmlns:a16="http://schemas.microsoft.com/office/drawing/2014/main" id="{8EF993F5-31C2-9315-CF0B-D95DC3D7A681}"/>
              </a:ext>
            </a:extLst>
          </p:cNvPr>
          <p:cNvSpPr>
            <a:spLocks noGrp="1"/>
          </p:cNvSpPr>
          <p:nvPr>
            <p:ph type="body" idx="1"/>
          </p:nvPr>
        </p:nvSpPr>
        <p:spPr/>
        <p:txBody>
          <a:bodyPr>
            <a:normAutofit/>
          </a:bodyPr>
          <a:lstStyle/>
          <a:p>
            <a:r>
              <a:rPr lang="fr-CA" sz="2400"/>
              <a:t>Une réaction non-spécifique</a:t>
            </a:r>
          </a:p>
        </p:txBody>
      </p:sp>
      <p:sp>
        <p:nvSpPr>
          <p:cNvPr id="4" name="Espace réservé du pied de page 3">
            <a:extLst>
              <a:ext uri="{FF2B5EF4-FFF2-40B4-BE49-F238E27FC236}">
                <a16:creationId xmlns:a16="http://schemas.microsoft.com/office/drawing/2014/main" id="{6CAF63EC-F79F-00D4-E95B-716C3E85FDE8}"/>
              </a:ext>
            </a:extLst>
          </p:cNvPr>
          <p:cNvSpPr>
            <a:spLocks noGrp="1"/>
          </p:cNvSpPr>
          <p:nvPr>
            <p:ph type="ftr" sz="quarter" idx="4294967295"/>
          </p:nvPr>
        </p:nvSpPr>
        <p:spPr>
          <a:xfrm>
            <a:off x="0" y="5349875"/>
            <a:ext cx="2835275" cy="300038"/>
          </a:xfrm>
        </p:spPr>
        <p:txBody>
          <a:bodyPr/>
          <a:lstStyle/>
          <a:p>
            <a:r>
              <a:rPr lang="fr-CA"/>
              <a:t>© 2026. Estelle M. Morin, Ph. D.  Tous droits réservés.</a:t>
            </a:r>
            <a:endParaRPr lang="fr-FR"/>
          </a:p>
        </p:txBody>
      </p:sp>
      <p:sp>
        <p:nvSpPr>
          <p:cNvPr id="5" name="Espace réservé du numéro de diapositive 4">
            <a:extLst>
              <a:ext uri="{FF2B5EF4-FFF2-40B4-BE49-F238E27FC236}">
                <a16:creationId xmlns:a16="http://schemas.microsoft.com/office/drawing/2014/main" id="{B4E92E5A-7C6A-E054-26D9-2B2590D2627C}"/>
              </a:ext>
            </a:extLst>
          </p:cNvPr>
          <p:cNvSpPr>
            <a:spLocks noGrp="1"/>
          </p:cNvSpPr>
          <p:nvPr>
            <p:ph type="sldNum" sz="quarter" idx="4294967295"/>
          </p:nvPr>
        </p:nvSpPr>
        <p:spPr>
          <a:xfrm>
            <a:off x="8199438" y="5349875"/>
            <a:ext cx="944562" cy="300038"/>
          </a:xfrm>
        </p:spPr>
        <p:txBody>
          <a:bodyPr/>
          <a:lstStyle/>
          <a:p>
            <a:fld id="{0A5F8BAD-6575-7647-B790-DC8892003398}" type="slidenum">
              <a:rPr lang="fr-FR" smtClean="0"/>
              <a:pPr/>
              <a:t>4</a:t>
            </a:fld>
            <a:endParaRPr lang="fr-FR"/>
          </a:p>
        </p:txBody>
      </p:sp>
    </p:spTree>
    <p:extLst>
      <p:ext uri="{BB962C8B-B14F-4D97-AF65-F5344CB8AC3E}">
        <p14:creationId xmlns:p14="http://schemas.microsoft.com/office/powerpoint/2010/main" val="6980938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e la date 4" hidden="1">
            <a:extLst>
              <a:ext uri="{FF2B5EF4-FFF2-40B4-BE49-F238E27FC236}">
                <a16:creationId xmlns:a16="http://schemas.microsoft.com/office/drawing/2014/main" id="{503EF666-B174-8CA4-901C-259600620496}"/>
              </a:ext>
            </a:extLst>
          </p:cNvPr>
          <p:cNvSpPr>
            <a:spLocks noGrp="1"/>
          </p:cNvSpPr>
          <p:nvPr>
            <p:ph type="dt" sz="half" idx="10"/>
          </p:nvPr>
        </p:nvSpPr>
        <p:spPr/>
        <p:txBody>
          <a:bodyPr/>
          <a:lstStyle/>
          <a:p>
            <a:pPr>
              <a:spcAft>
                <a:spcPts val="450"/>
              </a:spcAft>
            </a:pPr>
            <a:fld id="{8BA80806-DD0A-4277-8F50-7B86BD4BC3ED}" type="datetime3">
              <a:rPr lang="fr-CA" smtClean="0"/>
              <a:pPr>
                <a:spcAft>
                  <a:spcPts val="450"/>
                </a:spcAft>
              </a:pPr>
              <a:t>26/10/01</a:t>
            </a:fld>
            <a:endParaRPr lang="fr-FR"/>
          </a:p>
        </p:txBody>
      </p:sp>
      <p:sp>
        <p:nvSpPr>
          <p:cNvPr id="4" name="Espace réservé du numéro de diapositive 3" hidden="1">
            <a:extLst>
              <a:ext uri="{FF2B5EF4-FFF2-40B4-BE49-F238E27FC236}">
                <a16:creationId xmlns:a16="http://schemas.microsoft.com/office/drawing/2014/main" id="{F81F0331-31C7-56A7-729F-EA9C198D24DE}"/>
              </a:ext>
            </a:extLst>
          </p:cNvPr>
          <p:cNvSpPr>
            <a:spLocks noGrp="1"/>
          </p:cNvSpPr>
          <p:nvPr>
            <p:ph type="sldNum" sz="quarter" idx="12"/>
          </p:nvPr>
        </p:nvSpPr>
        <p:spPr/>
        <p:txBody>
          <a:bodyPr/>
          <a:lstStyle/>
          <a:p>
            <a:pPr>
              <a:spcAft>
                <a:spcPts val="450"/>
              </a:spcAft>
            </a:pPr>
            <a:fld id="{0A5F8BAD-6575-7647-B790-DC8892003398}" type="slidenum">
              <a:rPr lang="fr-FR" smtClean="0"/>
              <a:pPr>
                <a:spcAft>
                  <a:spcPts val="450"/>
                </a:spcAft>
              </a:pPr>
              <a:t>5</a:t>
            </a:fld>
            <a:endParaRPr lang="fr-FR"/>
          </a:p>
        </p:txBody>
      </p:sp>
      <p:sp>
        <p:nvSpPr>
          <p:cNvPr id="2" name="Titre 1">
            <a:extLst>
              <a:ext uri="{FF2B5EF4-FFF2-40B4-BE49-F238E27FC236}">
                <a16:creationId xmlns:a16="http://schemas.microsoft.com/office/drawing/2014/main" id="{FB1CBC6D-1BC4-525B-AB50-307CC0C0A9AE}"/>
              </a:ext>
            </a:extLst>
          </p:cNvPr>
          <p:cNvSpPr>
            <a:spLocks noGrp="1"/>
          </p:cNvSpPr>
          <p:nvPr>
            <p:ph type="title"/>
          </p:nvPr>
        </p:nvSpPr>
        <p:spPr/>
        <p:txBody>
          <a:bodyPr>
            <a:normAutofit/>
          </a:bodyPr>
          <a:lstStyle/>
          <a:p>
            <a:r>
              <a:rPr lang="fr-FR"/>
              <a:t>Syndrome général d’adaptation</a:t>
            </a:r>
            <a:endParaRPr lang="en-CA"/>
          </a:p>
        </p:txBody>
      </p:sp>
      <p:pic>
        <p:nvPicPr>
          <p:cNvPr id="7" name="Espace réservé du contenu 6">
            <a:extLst>
              <a:ext uri="{FF2B5EF4-FFF2-40B4-BE49-F238E27FC236}">
                <a16:creationId xmlns:a16="http://schemas.microsoft.com/office/drawing/2014/main" id="{FEE01854-EF87-2935-3C46-930B67EA0C2E}"/>
              </a:ext>
            </a:extLst>
          </p:cNvPr>
          <p:cNvPicPr>
            <a:picLocks noGrp="1" noChangeAspect="1"/>
          </p:cNvPicPr>
          <p:nvPr>
            <p:ph sz="quarter" idx="4294967295"/>
          </p:nvPr>
        </p:nvPicPr>
        <p:blipFill>
          <a:blip r:embed="rId3"/>
          <a:srcRect t="48421"/>
          <a:stretch>
            <a:fillRect/>
          </a:stretch>
        </p:blipFill>
        <p:spPr>
          <a:xfrm>
            <a:off x="1235710" y="3169285"/>
            <a:ext cx="6496050" cy="1885950"/>
          </a:xfrm>
          <a:prstGeom prst="rect">
            <a:avLst/>
          </a:prstGeom>
          <a:noFill/>
        </p:spPr>
      </p:pic>
      <p:pic>
        <p:nvPicPr>
          <p:cNvPr id="8" name="Image 7">
            <a:extLst>
              <a:ext uri="{FF2B5EF4-FFF2-40B4-BE49-F238E27FC236}">
                <a16:creationId xmlns:a16="http://schemas.microsoft.com/office/drawing/2014/main" id="{BBDDF94A-B59A-7A46-565F-70B120A82F16}"/>
              </a:ext>
            </a:extLst>
          </p:cNvPr>
          <p:cNvPicPr>
            <a:picLocks noChangeAspect="1"/>
          </p:cNvPicPr>
          <p:nvPr/>
        </p:nvPicPr>
        <p:blipFill>
          <a:blip r:embed="rId4"/>
          <a:stretch>
            <a:fillRect/>
          </a:stretch>
        </p:blipFill>
        <p:spPr>
          <a:xfrm>
            <a:off x="736600" y="1702898"/>
            <a:ext cx="7670800" cy="1364517"/>
          </a:xfrm>
          <a:prstGeom prst="rect">
            <a:avLst/>
          </a:prstGeom>
        </p:spPr>
      </p:pic>
    </p:spTree>
    <p:extLst>
      <p:ext uri="{BB962C8B-B14F-4D97-AF65-F5344CB8AC3E}">
        <p14:creationId xmlns:p14="http://schemas.microsoft.com/office/powerpoint/2010/main" val="23526028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37160" y="381762"/>
            <a:ext cx="8860536" cy="534924"/>
          </a:xfrm>
          <a:prstGeom prst="rect">
            <a:avLst/>
          </a:prstGeom>
          <a:solidFill>
            <a:srgbClr val="124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TextBox 3"/>
          <p:cNvSpPr txBox="1"/>
          <p:nvPr/>
        </p:nvSpPr>
        <p:spPr>
          <a:xfrm>
            <a:off x="288036" y="450343"/>
            <a:ext cx="5760720" cy="350865"/>
          </a:xfrm>
          <a:prstGeom prst="rect">
            <a:avLst/>
          </a:prstGeom>
          <a:noFill/>
        </p:spPr>
        <p:txBody>
          <a:bodyPr wrap="square" lIns="20574" tIns="13716" rIns="20574" bIns="13716">
            <a:spAutoFit/>
          </a:bodyPr>
          <a:lstStyle/>
          <a:p>
            <a:pPr algn="l">
              <a:defRPr sz="2800" b="1">
                <a:solidFill>
                  <a:srgbClr val="FFFFFF"/>
                </a:solidFill>
                <a:latin typeface="Aptos"/>
              </a:defRPr>
            </a:pPr>
            <a:r>
              <a:rPr sz="2100"/>
              <a:t>Charge allostatique</a:t>
            </a:r>
          </a:p>
        </p:txBody>
      </p:sp>
      <p:sp>
        <p:nvSpPr>
          <p:cNvPr id="6" name="Rounded Rectangle 5"/>
          <p:cNvSpPr/>
          <p:nvPr/>
        </p:nvSpPr>
        <p:spPr>
          <a:xfrm>
            <a:off x="294894" y="1197864"/>
            <a:ext cx="2318004" cy="3819906"/>
          </a:xfrm>
          <a:prstGeom prst="roundRect">
            <a:avLst/>
          </a:prstGeom>
          <a:solidFill>
            <a:srgbClr val="F1F8FD"/>
          </a:solidFill>
          <a:ln w="15240">
            <a:solidFill>
              <a:srgbClr val="C4E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Rounded Rectangle 6"/>
          <p:cNvSpPr/>
          <p:nvPr/>
        </p:nvSpPr>
        <p:spPr>
          <a:xfrm>
            <a:off x="425196" y="1348740"/>
            <a:ext cx="1385316" cy="377190"/>
          </a:xfrm>
          <a:prstGeom prst="roundRect">
            <a:avLst/>
          </a:prstGeom>
          <a:solidFill>
            <a:srgbClr val="D0E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TextBox 7"/>
          <p:cNvSpPr txBox="1"/>
          <p:nvPr/>
        </p:nvSpPr>
        <p:spPr>
          <a:xfrm>
            <a:off x="521208" y="1437894"/>
            <a:ext cx="1165860" cy="258532"/>
          </a:xfrm>
          <a:prstGeom prst="rect">
            <a:avLst/>
          </a:prstGeom>
          <a:noFill/>
        </p:spPr>
        <p:txBody>
          <a:bodyPr wrap="square" lIns="20574" tIns="13716" rIns="20574" bIns="13716">
            <a:spAutoFit/>
          </a:bodyPr>
          <a:lstStyle/>
          <a:p>
            <a:pPr algn="ctr">
              <a:defRPr sz="2000" b="1">
                <a:solidFill>
                  <a:srgbClr val="124169"/>
                </a:solidFill>
                <a:latin typeface="Aptos"/>
              </a:defRPr>
            </a:pPr>
            <a:r>
              <a:rPr sz="1500" dirty="0" err="1"/>
              <a:t>Définition</a:t>
            </a:r>
            <a:endParaRPr sz="1500" dirty="0"/>
          </a:p>
        </p:txBody>
      </p:sp>
      <p:sp>
        <p:nvSpPr>
          <p:cNvPr id="9" name="TextBox 8"/>
          <p:cNvSpPr txBox="1"/>
          <p:nvPr/>
        </p:nvSpPr>
        <p:spPr>
          <a:xfrm>
            <a:off x="439674" y="1937903"/>
            <a:ext cx="2002536" cy="2428357"/>
          </a:xfrm>
          <a:prstGeom prst="rect">
            <a:avLst/>
          </a:prstGeom>
          <a:noFill/>
        </p:spPr>
        <p:txBody>
          <a:bodyPr wrap="square" lIns="20574" tIns="13716" rIns="20574" bIns="13716">
            <a:spAutoFit/>
          </a:bodyPr>
          <a:lstStyle/>
          <a:p>
            <a:pPr algn="l">
              <a:defRPr sz="1420" b="0">
                <a:solidFill>
                  <a:srgbClr val="183756"/>
                </a:solidFill>
                <a:latin typeface="Aptos"/>
              </a:defRPr>
            </a:pPr>
            <a:r>
              <a:rPr lang="fr-CA" sz="1200" dirty="0"/>
              <a:t>P</a:t>
            </a:r>
            <a:r>
              <a:rPr sz="1200" dirty="0" err="1"/>
              <a:t>rix</a:t>
            </a:r>
            <a:r>
              <a:rPr sz="1200" dirty="0"/>
              <a:t> </a:t>
            </a:r>
            <a:r>
              <a:rPr sz="1200" dirty="0" err="1"/>
              <a:t>physiologique</a:t>
            </a:r>
            <a:r>
              <a:rPr sz="1200" dirty="0"/>
              <a:t> </a:t>
            </a:r>
            <a:r>
              <a:rPr sz="1200" dirty="0" err="1"/>
              <a:t>que</a:t>
            </a:r>
            <a:r>
              <a:rPr sz="1200" dirty="0"/>
              <a:t> </a:t>
            </a:r>
            <a:r>
              <a:rPr sz="1200" dirty="0" err="1"/>
              <a:t>l’organisme</a:t>
            </a:r>
            <a:r>
              <a:rPr sz="1200" dirty="0"/>
              <a:t> — le corps et le </a:t>
            </a:r>
            <a:r>
              <a:rPr sz="1200" dirty="0" err="1"/>
              <a:t>cerveau</a:t>
            </a:r>
            <a:r>
              <a:rPr sz="1200" dirty="0"/>
              <a:t> — </a:t>
            </a:r>
            <a:r>
              <a:rPr sz="1200" dirty="0" err="1"/>
              <a:t>paie</a:t>
            </a:r>
            <a:r>
              <a:rPr sz="1200" dirty="0"/>
              <a:t> </a:t>
            </a:r>
            <a:r>
              <a:rPr sz="1200" dirty="0" err="1"/>
              <a:t>lorsqu’il</a:t>
            </a:r>
            <a:r>
              <a:rPr sz="1200" dirty="0"/>
              <a:t> est </a:t>
            </a:r>
            <a:r>
              <a:rPr sz="1200" dirty="0" err="1"/>
              <a:t>soumis</a:t>
            </a:r>
            <a:r>
              <a:rPr sz="1200" dirty="0"/>
              <a:t> à </a:t>
            </a:r>
            <a:r>
              <a:rPr sz="1200" dirty="0" err="1"/>
              <a:t>une</a:t>
            </a:r>
            <a:r>
              <a:rPr sz="1200" dirty="0"/>
              <a:t> activation trop </a:t>
            </a:r>
            <a:r>
              <a:rPr sz="1200" dirty="0" err="1"/>
              <a:t>fréquente</a:t>
            </a:r>
            <a:r>
              <a:rPr sz="1200" dirty="0"/>
              <a:t>, trop intense </a:t>
            </a:r>
            <a:r>
              <a:rPr sz="1200" dirty="0" err="1"/>
              <a:t>ou</a:t>
            </a:r>
            <a:r>
              <a:rPr sz="1200" dirty="0"/>
              <a:t> mal </a:t>
            </a:r>
            <a:r>
              <a:rPr sz="1200" dirty="0" err="1"/>
              <a:t>régulée</a:t>
            </a:r>
            <a:r>
              <a:rPr sz="1200" dirty="0"/>
              <a:t> des </a:t>
            </a:r>
            <a:r>
              <a:rPr sz="1200" dirty="0" err="1"/>
              <a:t>systèmes</a:t>
            </a:r>
            <a:r>
              <a:rPr sz="1200" dirty="0"/>
              <a:t> </a:t>
            </a:r>
            <a:r>
              <a:rPr sz="1200" dirty="0" err="1"/>
              <a:t>normalement</a:t>
            </a:r>
            <a:r>
              <a:rPr sz="1200" dirty="0"/>
              <a:t> </a:t>
            </a:r>
            <a:r>
              <a:rPr sz="1200" dirty="0" err="1"/>
              <a:t>impliqués</a:t>
            </a:r>
            <a:r>
              <a:rPr sz="1200" dirty="0"/>
              <a:t> dans </a:t>
            </a:r>
            <a:r>
              <a:rPr sz="1200" dirty="0" err="1"/>
              <a:t>l’adaptation</a:t>
            </a:r>
            <a:r>
              <a:rPr sz="1200" dirty="0"/>
              <a:t>.</a:t>
            </a:r>
            <a:br>
              <a:rPr sz="1200" dirty="0"/>
            </a:br>
            <a:br>
              <a:rPr sz="1200" dirty="0"/>
            </a:br>
            <a:r>
              <a:rPr sz="1200" dirty="0"/>
              <a:t>Cette surcharge </a:t>
            </a:r>
            <a:r>
              <a:rPr sz="1200" dirty="0" err="1"/>
              <a:t>peut</a:t>
            </a:r>
            <a:r>
              <a:rPr sz="1200" dirty="0"/>
              <a:t> </a:t>
            </a:r>
            <a:r>
              <a:rPr sz="1200" dirty="0" err="1"/>
              <a:t>aussi</a:t>
            </a:r>
            <a:r>
              <a:rPr sz="1200" dirty="0"/>
              <a:t> </a:t>
            </a:r>
            <a:r>
              <a:rPr sz="1200" dirty="0" err="1"/>
              <a:t>résulter</a:t>
            </a:r>
            <a:r>
              <a:rPr sz="1200" dirty="0"/>
              <a:t> de </a:t>
            </a:r>
            <a:r>
              <a:rPr sz="1200" dirty="0" err="1"/>
              <a:t>leur</a:t>
            </a:r>
            <a:r>
              <a:rPr sz="1200" dirty="0"/>
              <a:t> sous-</a:t>
            </a:r>
            <a:r>
              <a:rPr sz="1200" dirty="0" err="1"/>
              <a:t>utilisation</a:t>
            </a:r>
            <a:r>
              <a:rPr sz="1200" dirty="0"/>
              <a:t> </a:t>
            </a:r>
            <a:r>
              <a:rPr sz="1200" dirty="0" err="1"/>
              <a:t>ou</a:t>
            </a:r>
            <a:r>
              <a:rPr sz="1200" dirty="0"/>
              <a:t> de </a:t>
            </a:r>
            <a:r>
              <a:rPr sz="1200" dirty="0" err="1"/>
              <a:t>leur</a:t>
            </a:r>
            <a:r>
              <a:rPr sz="1200" dirty="0"/>
              <a:t> </a:t>
            </a:r>
            <a:r>
              <a:rPr sz="1200" dirty="0" err="1"/>
              <a:t>mauvais</a:t>
            </a:r>
            <a:r>
              <a:rPr sz="1200" dirty="0"/>
              <a:t> </a:t>
            </a:r>
            <a:r>
              <a:rPr sz="1200" dirty="0" err="1"/>
              <a:t>fonctionnement</a:t>
            </a:r>
            <a:r>
              <a:rPr sz="1200" dirty="0"/>
              <a:t>. »</a:t>
            </a:r>
          </a:p>
        </p:txBody>
      </p:sp>
      <p:sp>
        <p:nvSpPr>
          <p:cNvPr id="10" name="TextBox 9"/>
          <p:cNvSpPr txBox="1"/>
          <p:nvPr/>
        </p:nvSpPr>
        <p:spPr>
          <a:xfrm>
            <a:off x="459486" y="4716018"/>
            <a:ext cx="2002536" cy="181588"/>
          </a:xfrm>
          <a:prstGeom prst="rect">
            <a:avLst/>
          </a:prstGeom>
          <a:noFill/>
        </p:spPr>
        <p:txBody>
          <a:bodyPr wrap="square" lIns="20574" tIns="13716" rIns="20574" bIns="13716">
            <a:spAutoFit/>
          </a:bodyPr>
          <a:lstStyle/>
          <a:p>
            <a:pPr algn="l">
              <a:defRPr sz="869" b="0">
                <a:solidFill>
                  <a:srgbClr val="183756"/>
                </a:solidFill>
                <a:latin typeface="Aptos"/>
              </a:defRPr>
            </a:pPr>
            <a:r>
              <a:rPr sz="1000" dirty="0"/>
              <a:t>(McEwen, 1998)</a:t>
            </a:r>
          </a:p>
        </p:txBody>
      </p:sp>
      <p:pic>
        <p:nvPicPr>
          <p:cNvPr id="35" name="Image 34">
            <a:extLst>
              <a:ext uri="{FF2B5EF4-FFF2-40B4-BE49-F238E27FC236}">
                <a16:creationId xmlns:a16="http://schemas.microsoft.com/office/drawing/2014/main" id="{6B15CABF-3480-FB5E-05B5-20B7A5C780F3}"/>
              </a:ext>
            </a:extLst>
          </p:cNvPr>
          <p:cNvPicPr>
            <a:picLocks noChangeAspect="1"/>
          </p:cNvPicPr>
          <p:nvPr/>
        </p:nvPicPr>
        <p:blipFill>
          <a:blip r:embed="rId2"/>
          <a:stretch>
            <a:fillRect/>
          </a:stretch>
        </p:blipFill>
        <p:spPr>
          <a:xfrm>
            <a:off x="2743200" y="1064381"/>
            <a:ext cx="6062472" cy="3953389"/>
          </a:xfrm>
          <a:prstGeom prst="rect">
            <a:avLst/>
          </a:prstGeom>
        </p:spPr>
      </p:pic>
      <p:pic>
        <p:nvPicPr>
          <p:cNvPr id="11" name="Image 10">
            <a:extLst>
              <a:ext uri="{FF2B5EF4-FFF2-40B4-BE49-F238E27FC236}">
                <a16:creationId xmlns:a16="http://schemas.microsoft.com/office/drawing/2014/main" id="{2B97B693-ED2C-50C3-824D-FE409D53C566}"/>
              </a:ext>
            </a:extLst>
          </p:cNvPr>
          <p:cNvPicPr>
            <a:picLocks noChangeAspect="1"/>
          </p:cNvPicPr>
          <p:nvPr/>
        </p:nvPicPr>
        <p:blipFill>
          <a:blip r:embed="rId3"/>
          <a:stretch>
            <a:fillRect/>
          </a:stretch>
        </p:blipFill>
        <p:spPr>
          <a:xfrm>
            <a:off x="2674494" y="5402572"/>
            <a:ext cx="2895851" cy="18289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Espace réservé du contenu 6">
            <a:extLst>
              <a:ext uri="{FF2B5EF4-FFF2-40B4-BE49-F238E27FC236}">
                <a16:creationId xmlns:a16="http://schemas.microsoft.com/office/drawing/2014/main" id="{D844D0F6-0308-ABB8-874A-23D65B586408}"/>
              </a:ext>
            </a:extLst>
          </p:cNvPr>
          <p:cNvPicPr>
            <a:picLocks noGrp="1" noChangeAspect="1"/>
          </p:cNvPicPr>
          <p:nvPr>
            <p:ph type="pic" sz="quarter" idx="10"/>
          </p:nvPr>
        </p:nvPicPr>
        <p:blipFill>
          <a:blip r:embed="rId3"/>
          <a:stretch/>
        </p:blipFill>
        <p:spPr>
          <a:xfrm>
            <a:off x="1016799" y="1224000"/>
            <a:ext cx="7110402" cy="3999600"/>
          </a:xfrm>
          <a:prstGeom prst="rect">
            <a:avLst/>
          </a:prstGeom>
          <a:noFill/>
        </p:spPr>
      </p:pic>
      <p:sp>
        <p:nvSpPr>
          <p:cNvPr id="2" name="Titre 1">
            <a:extLst>
              <a:ext uri="{FF2B5EF4-FFF2-40B4-BE49-F238E27FC236}">
                <a16:creationId xmlns:a16="http://schemas.microsoft.com/office/drawing/2014/main" id="{3478BEEB-D296-0E1C-6E7B-64ABB04FF14B}"/>
              </a:ext>
            </a:extLst>
          </p:cNvPr>
          <p:cNvSpPr>
            <a:spLocks noGrp="1"/>
          </p:cNvSpPr>
          <p:nvPr>
            <p:ph type="title"/>
          </p:nvPr>
        </p:nvSpPr>
        <p:spPr>
          <a:xfrm>
            <a:off x="478800" y="481013"/>
            <a:ext cx="8186400" cy="622800"/>
          </a:xfrm>
        </p:spPr>
        <p:txBody>
          <a:bodyPr anchor="ctr">
            <a:normAutofit/>
          </a:bodyPr>
          <a:lstStyle/>
          <a:p>
            <a:pPr>
              <a:lnSpc>
                <a:spcPct val="90000"/>
              </a:lnSpc>
            </a:pPr>
            <a:r>
              <a:rPr lang="fr-FR" sz="1900"/>
              <a:t>Systèmes impliqués dans l’adaptation et les conséquences possibles de la charge allostatique sur ces systèmes</a:t>
            </a:r>
            <a:endParaRPr lang="en-CA" sz="1900"/>
          </a:p>
        </p:txBody>
      </p:sp>
      <p:sp>
        <p:nvSpPr>
          <p:cNvPr id="3" name="Espace réservé du pied de page 2">
            <a:extLst>
              <a:ext uri="{FF2B5EF4-FFF2-40B4-BE49-F238E27FC236}">
                <a16:creationId xmlns:a16="http://schemas.microsoft.com/office/drawing/2014/main" id="{08AFE7A7-93D1-AF08-556A-C603BF16DACA}"/>
              </a:ext>
            </a:extLst>
          </p:cNvPr>
          <p:cNvSpPr>
            <a:spLocks noGrp="1"/>
          </p:cNvSpPr>
          <p:nvPr>
            <p:ph type="ftr" sz="quarter" idx="3"/>
          </p:nvPr>
        </p:nvSpPr>
        <p:spPr>
          <a:xfrm>
            <a:off x="3124200" y="5384996"/>
            <a:ext cx="2895600" cy="185224"/>
          </a:xfrm>
        </p:spPr>
        <p:txBody>
          <a:bodyPr anchor="t">
            <a:normAutofit/>
          </a:bodyPr>
          <a:lstStyle/>
          <a:p>
            <a:pPr>
              <a:spcAft>
                <a:spcPts val="450"/>
              </a:spcAft>
            </a:pPr>
            <a:r>
              <a:rPr lang="fr-CA">
                <a:solidFill>
                  <a:srgbClr val="003C71"/>
                </a:solidFill>
              </a:rPr>
              <a:t>© 2026. Estelle M. Morin, Ph. D.  Tous droits réservés.</a:t>
            </a:r>
            <a:endParaRPr lang="fr-FR">
              <a:solidFill>
                <a:srgbClr val="003C71"/>
              </a:solidFill>
            </a:endParaRPr>
          </a:p>
        </p:txBody>
      </p:sp>
      <p:sp>
        <p:nvSpPr>
          <p:cNvPr id="4" name="Espace réservé du numéro de diapositive 3" hidden="1">
            <a:extLst>
              <a:ext uri="{FF2B5EF4-FFF2-40B4-BE49-F238E27FC236}">
                <a16:creationId xmlns:a16="http://schemas.microsoft.com/office/drawing/2014/main" id="{DBF38315-501D-1150-28C6-9E190FD243E4}"/>
              </a:ext>
            </a:extLst>
          </p:cNvPr>
          <p:cNvSpPr>
            <a:spLocks noGrp="1"/>
          </p:cNvSpPr>
          <p:nvPr>
            <p:ph type="sldNum" sz="quarter" idx="4294967295"/>
          </p:nvPr>
        </p:nvSpPr>
        <p:spPr>
          <a:xfrm>
            <a:off x="7681634" y="5349254"/>
            <a:ext cx="945000" cy="300000"/>
          </a:xfrm>
        </p:spPr>
        <p:txBody>
          <a:bodyPr/>
          <a:lstStyle/>
          <a:p>
            <a:pPr>
              <a:spcAft>
                <a:spcPts val="450"/>
              </a:spcAft>
            </a:pPr>
            <a:fld id="{0A5F8BAD-6575-7647-B790-DC8892003398}" type="slidenum">
              <a:rPr lang="fr-FR" smtClean="0"/>
              <a:pPr>
                <a:spcAft>
                  <a:spcPts val="450"/>
                </a:spcAft>
              </a:pPr>
              <a:t>7</a:t>
            </a:fld>
            <a:endParaRPr lang="fr-FR"/>
          </a:p>
        </p:txBody>
      </p:sp>
      <p:sp>
        <p:nvSpPr>
          <p:cNvPr id="5" name="Espace réservé de la date 4" hidden="1">
            <a:extLst>
              <a:ext uri="{FF2B5EF4-FFF2-40B4-BE49-F238E27FC236}">
                <a16:creationId xmlns:a16="http://schemas.microsoft.com/office/drawing/2014/main" id="{73D44754-906D-7EEE-5AC4-7A00E1957A6E}"/>
              </a:ext>
            </a:extLst>
          </p:cNvPr>
          <p:cNvSpPr>
            <a:spLocks noGrp="1"/>
          </p:cNvSpPr>
          <p:nvPr>
            <p:ph type="dt" sz="half" idx="4294967295"/>
          </p:nvPr>
        </p:nvSpPr>
        <p:spPr>
          <a:xfrm>
            <a:off x="6733614" y="5349255"/>
            <a:ext cx="945000" cy="304271"/>
          </a:xfrm>
          <a:prstGeom prst="rect">
            <a:avLst/>
          </a:prstGeom>
        </p:spPr>
        <p:txBody>
          <a:bodyPr/>
          <a:lstStyle/>
          <a:p>
            <a:pPr>
              <a:spcAft>
                <a:spcPts val="450"/>
              </a:spcAft>
            </a:pPr>
            <a:fld id="{8BA80806-DD0A-4277-8F50-7B86BD4BC3ED}" type="datetime3">
              <a:rPr lang="fr-CA" smtClean="0"/>
              <a:pPr>
                <a:spcAft>
                  <a:spcPts val="450"/>
                </a:spcAft>
              </a:pPr>
              <a:t>26/10/01</a:t>
            </a:fld>
            <a:endParaRPr lang="fr-FR"/>
          </a:p>
        </p:txBody>
      </p:sp>
    </p:spTree>
    <p:extLst>
      <p:ext uri="{BB962C8B-B14F-4D97-AF65-F5344CB8AC3E}">
        <p14:creationId xmlns:p14="http://schemas.microsoft.com/office/powerpoint/2010/main" val="3626946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contenu 6">
            <a:extLst>
              <a:ext uri="{FF2B5EF4-FFF2-40B4-BE49-F238E27FC236}">
                <a16:creationId xmlns:a16="http://schemas.microsoft.com/office/drawing/2014/main" id="{559EFC7C-4970-FD47-03F4-DB9B3C746C41}"/>
              </a:ext>
            </a:extLst>
          </p:cNvPr>
          <p:cNvSpPr>
            <a:spLocks noGrp="1"/>
          </p:cNvSpPr>
          <p:nvPr>
            <p:ph idx="1"/>
          </p:nvPr>
        </p:nvSpPr>
        <p:spPr/>
        <p:txBody>
          <a:bodyPr/>
          <a:lstStyle/>
          <a:p>
            <a:endParaRPr lang="fr-CA"/>
          </a:p>
        </p:txBody>
      </p:sp>
      <p:sp>
        <p:nvSpPr>
          <p:cNvPr id="6" name="Titre 5">
            <a:extLst>
              <a:ext uri="{FF2B5EF4-FFF2-40B4-BE49-F238E27FC236}">
                <a16:creationId xmlns:a16="http://schemas.microsoft.com/office/drawing/2014/main" id="{EF28AB27-B7F6-7F38-535B-992EE65C3935}"/>
              </a:ext>
            </a:extLst>
          </p:cNvPr>
          <p:cNvSpPr>
            <a:spLocks noGrp="1"/>
          </p:cNvSpPr>
          <p:nvPr>
            <p:ph type="title"/>
          </p:nvPr>
        </p:nvSpPr>
        <p:spPr>
          <a:xfrm>
            <a:off x="478800" y="889268"/>
            <a:ext cx="8186400" cy="4235953"/>
          </a:xfrm>
        </p:spPr>
        <p:txBody>
          <a:bodyPr/>
          <a:lstStyle/>
          <a:p>
            <a:pPr algn="ctr"/>
            <a:r>
              <a:rPr lang="fr-CA" dirty="0"/>
              <a:t>Ce que cela nous permet de comprendre</a:t>
            </a:r>
            <a:br>
              <a:rPr lang="fr-CA" dirty="0"/>
            </a:br>
            <a:br>
              <a:rPr lang="fr-CA" dirty="0"/>
            </a:br>
            <a:br>
              <a:rPr lang="fr-CA" sz="1600" dirty="0"/>
            </a:br>
            <a:r>
              <a:rPr lang="fr-CA" sz="1800" b="0" i="1" dirty="0"/>
              <a:t>S’adapter demande de l’énergie. Lorsqu’un déséquilibre survient, le stress contribue à mobiliser l’organisme afin qu’il puisse répondre aux demandes de la situation. Cette mobilisation est utile à l’adaptation, mais elle a un coût. Si elle se prolonge ou se répète sans récupération suffisante, les ressources de l’organisme peuvent progressivement s’épuiser. </a:t>
            </a:r>
            <a:br>
              <a:rPr lang="fr-CA" sz="1800" b="0" i="1" dirty="0"/>
            </a:br>
            <a:br>
              <a:rPr lang="fr-CA" sz="1800" b="0" i="1" dirty="0"/>
            </a:br>
            <a:r>
              <a:rPr lang="fr-CA" sz="1800" b="0" i="1" dirty="0"/>
              <a:t>S’adapter ne consiste donc pas seulement à mobiliser ses ressources : il faut aussi pouvoir les renouveler et préserver sa capacité à continuer de s’adapter.</a:t>
            </a:r>
            <a:br>
              <a:rPr lang="fr-CA" dirty="0"/>
            </a:br>
            <a:endParaRPr lang="fr-CA" b="0" i="1" dirty="0">
              <a:latin typeface="+mn-lt"/>
            </a:endParaRPr>
          </a:p>
        </p:txBody>
      </p:sp>
      <p:sp>
        <p:nvSpPr>
          <p:cNvPr id="8" name="Espace réservé du pied de page 3">
            <a:extLst>
              <a:ext uri="{FF2B5EF4-FFF2-40B4-BE49-F238E27FC236}">
                <a16:creationId xmlns:a16="http://schemas.microsoft.com/office/drawing/2014/main" id="{B5C9B548-0889-E029-5A41-650D60C97188}"/>
              </a:ext>
            </a:extLst>
          </p:cNvPr>
          <p:cNvSpPr txBox="1">
            <a:spLocks/>
          </p:cNvSpPr>
          <p:nvPr/>
        </p:nvSpPr>
        <p:spPr>
          <a:xfrm>
            <a:off x="3276600" y="5467192"/>
            <a:ext cx="2895600" cy="185224"/>
          </a:xfrm>
          <a:prstGeom prst="rect">
            <a:avLst/>
          </a:prstGeom>
        </p:spPr>
        <p:txBody>
          <a:bodyPr vert="horz" lIns="91440" tIns="45720" rIns="91440" bIns="45720" rtlCol="0" anchor="t"/>
          <a:lstStyle>
            <a:defPPr>
              <a:defRPr lang="en-US"/>
            </a:defPPr>
            <a:lvl1pPr marL="0" algn="ctr" defTabSz="914400" rtl="0" eaLnBrk="1" latinLnBrk="0" hangingPunct="1">
              <a:defRPr sz="558"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CA" dirty="0">
                <a:solidFill>
                  <a:srgbClr val="003C71"/>
                </a:solidFill>
              </a:rPr>
              <a:t>@2026. Marie-Christine ALBERT. Tous droits réservés.</a:t>
            </a:r>
          </a:p>
        </p:txBody>
      </p:sp>
    </p:spTree>
    <p:extLst>
      <p:ext uri="{BB962C8B-B14F-4D97-AF65-F5344CB8AC3E}">
        <p14:creationId xmlns:p14="http://schemas.microsoft.com/office/powerpoint/2010/main" val="873259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437F1-9910-6663-F2BF-A17B19B61DF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BC2C5C3-F048-C967-FFED-04096660971B}"/>
              </a:ext>
            </a:extLst>
          </p:cNvPr>
          <p:cNvSpPr>
            <a:spLocks noGrp="1"/>
          </p:cNvSpPr>
          <p:nvPr>
            <p:ph type="title"/>
          </p:nvPr>
        </p:nvSpPr>
        <p:spPr/>
        <p:txBody>
          <a:bodyPr/>
          <a:lstStyle/>
          <a:p>
            <a:r>
              <a:rPr lang="fr-CA" noProof="0"/>
              <a:t>Les émotions</a:t>
            </a:r>
          </a:p>
        </p:txBody>
      </p:sp>
      <p:sp>
        <p:nvSpPr>
          <p:cNvPr id="3" name="Sous-titre 2">
            <a:extLst>
              <a:ext uri="{FF2B5EF4-FFF2-40B4-BE49-F238E27FC236}">
                <a16:creationId xmlns:a16="http://schemas.microsoft.com/office/drawing/2014/main" id="{B8BE308F-4336-E6D7-701E-A990F59BA926}"/>
              </a:ext>
            </a:extLst>
          </p:cNvPr>
          <p:cNvSpPr>
            <a:spLocks noGrp="1"/>
          </p:cNvSpPr>
          <p:nvPr>
            <p:ph type="body" idx="1"/>
          </p:nvPr>
        </p:nvSpPr>
        <p:spPr/>
        <p:txBody>
          <a:bodyPr>
            <a:normAutofit/>
          </a:bodyPr>
          <a:lstStyle/>
          <a:p>
            <a:r>
              <a:rPr lang="fr-CA" sz="2400"/>
              <a:t>Des réactions en partie spécifiques</a:t>
            </a:r>
          </a:p>
        </p:txBody>
      </p:sp>
      <p:sp>
        <p:nvSpPr>
          <p:cNvPr id="4" name="Espace réservé du pied de page 3">
            <a:extLst>
              <a:ext uri="{FF2B5EF4-FFF2-40B4-BE49-F238E27FC236}">
                <a16:creationId xmlns:a16="http://schemas.microsoft.com/office/drawing/2014/main" id="{2FD9F2DD-0768-D6BD-7704-1D86C16E6BA2}"/>
              </a:ext>
            </a:extLst>
          </p:cNvPr>
          <p:cNvSpPr>
            <a:spLocks noGrp="1"/>
          </p:cNvSpPr>
          <p:nvPr>
            <p:ph type="ftr" sz="quarter" idx="4294967295"/>
          </p:nvPr>
        </p:nvSpPr>
        <p:spPr>
          <a:xfrm>
            <a:off x="0" y="5349875"/>
            <a:ext cx="2835275" cy="300038"/>
          </a:xfrm>
        </p:spPr>
        <p:txBody>
          <a:bodyPr/>
          <a:lstStyle/>
          <a:p>
            <a:r>
              <a:rPr lang="fr-CA"/>
              <a:t>© 2026. Estelle M. Morin, Ph. D.  Tous droits réservés.</a:t>
            </a:r>
            <a:endParaRPr lang="fr-FR"/>
          </a:p>
        </p:txBody>
      </p:sp>
      <p:sp>
        <p:nvSpPr>
          <p:cNvPr id="5" name="Espace réservé du numéro de diapositive 4">
            <a:extLst>
              <a:ext uri="{FF2B5EF4-FFF2-40B4-BE49-F238E27FC236}">
                <a16:creationId xmlns:a16="http://schemas.microsoft.com/office/drawing/2014/main" id="{68CC3F4E-AE04-5F0B-206B-B790701FA562}"/>
              </a:ext>
            </a:extLst>
          </p:cNvPr>
          <p:cNvSpPr>
            <a:spLocks noGrp="1"/>
          </p:cNvSpPr>
          <p:nvPr>
            <p:ph type="sldNum" sz="quarter" idx="4294967295"/>
          </p:nvPr>
        </p:nvSpPr>
        <p:spPr>
          <a:xfrm>
            <a:off x="8199438" y="5349875"/>
            <a:ext cx="944562" cy="300038"/>
          </a:xfrm>
        </p:spPr>
        <p:txBody>
          <a:bodyPr/>
          <a:lstStyle/>
          <a:p>
            <a:fld id="{0A5F8BAD-6575-7647-B790-DC8892003398}" type="slidenum">
              <a:rPr lang="fr-FR" smtClean="0"/>
              <a:pPr/>
              <a:t>9</a:t>
            </a:fld>
            <a:endParaRPr lang="fr-FR"/>
          </a:p>
        </p:txBody>
      </p:sp>
    </p:spTree>
    <p:extLst>
      <p:ext uri="{BB962C8B-B14F-4D97-AF65-F5344CB8AC3E}">
        <p14:creationId xmlns:p14="http://schemas.microsoft.com/office/powerpoint/2010/main" val="6370544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a:extLst>
              <a:ext uri="{FF2B5EF4-FFF2-40B4-BE49-F238E27FC236}">
                <a16:creationId xmlns:a16="http://schemas.microsoft.com/office/drawing/2014/main" id="{8B0B7FBF-BE5E-FDFD-49A9-7F5785198C71}"/>
              </a:ext>
            </a:extLst>
          </p:cNvPr>
          <p:cNvSpPr>
            <a:spLocks noGrp="1"/>
          </p:cNvSpPr>
          <p:nvPr>
            <p:ph sz="quarter" idx="13"/>
          </p:nvPr>
        </p:nvSpPr>
        <p:spPr>
          <a:xfrm>
            <a:off x="523337" y="1394969"/>
            <a:ext cx="2700000" cy="3645000"/>
          </a:xfrm>
        </p:spPr>
        <p:txBody>
          <a:bodyPr anchor="ctr">
            <a:normAutofit/>
          </a:bodyPr>
          <a:lstStyle/>
          <a:p>
            <a:r>
              <a:rPr lang="fr-CA"/>
              <a:t>Des réponses adaptatives aux demandes de l'environnement qui attirent notre attention sur les priorités et nous prépare à agir.</a:t>
            </a:r>
          </a:p>
        </p:txBody>
      </p:sp>
      <p:pic>
        <p:nvPicPr>
          <p:cNvPr id="9" name="Espace réservé du contenu 8" descr="Une image contenant Visage humain, habits, personne, homme&#10;&#10;Description générée automatiquement">
            <a:extLst>
              <a:ext uri="{FF2B5EF4-FFF2-40B4-BE49-F238E27FC236}">
                <a16:creationId xmlns:a16="http://schemas.microsoft.com/office/drawing/2014/main" id="{C8E78551-4429-1171-7718-A6867DC5635C}"/>
              </a:ext>
            </a:extLst>
          </p:cNvPr>
          <p:cNvPicPr>
            <a:picLocks noGrp="1" noChangeAspect="1"/>
          </p:cNvPicPr>
          <p:nvPr>
            <p:ph sz="quarter" idx="14"/>
          </p:nvPr>
        </p:nvPicPr>
        <p:blipFill>
          <a:blip r:embed="rId3" cstate="print">
            <a:extLst>
              <a:ext uri="{28A0092B-C50C-407E-A947-70E740481C1C}">
                <a14:useLocalDpi xmlns:a14="http://schemas.microsoft.com/office/drawing/2010/main" val="0"/>
              </a:ext>
            </a:extLst>
          </a:blip>
          <a:stretch/>
        </p:blipFill>
        <p:spPr>
          <a:xfrm>
            <a:off x="3242072" y="1913404"/>
            <a:ext cx="5400675" cy="2606139"/>
          </a:xfrm>
          <a:noFill/>
        </p:spPr>
      </p:pic>
      <p:sp>
        <p:nvSpPr>
          <p:cNvPr id="7" name="Titre 6">
            <a:extLst>
              <a:ext uri="{FF2B5EF4-FFF2-40B4-BE49-F238E27FC236}">
                <a16:creationId xmlns:a16="http://schemas.microsoft.com/office/drawing/2014/main" id="{6F2EEF22-B29E-7364-72B8-F36F05B0F846}"/>
              </a:ext>
            </a:extLst>
          </p:cNvPr>
          <p:cNvSpPr>
            <a:spLocks noGrp="1"/>
          </p:cNvSpPr>
          <p:nvPr>
            <p:ph type="title"/>
          </p:nvPr>
        </p:nvSpPr>
        <p:spPr>
          <a:xfrm>
            <a:off x="527796" y="559594"/>
            <a:ext cx="8100000" cy="810000"/>
          </a:xfrm>
        </p:spPr>
        <p:txBody>
          <a:bodyPr anchor="ctr">
            <a:normAutofit/>
          </a:bodyPr>
          <a:lstStyle/>
          <a:p>
            <a:r>
              <a:rPr lang="fr-CA"/>
              <a:t>Les émotions</a:t>
            </a:r>
          </a:p>
        </p:txBody>
      </p:sp>
      <p:sp>
        <p:nvSpPr>
          <p:cNvPr id="3" name="Espace réservé du pied de page 2">
            <a:extLst>
              <a:ext uri="{FF2B5EF4-FFF2-40B4-BE49-F238E27FC236}">
                <a16:creationId xmlns:a16="http://schemas.microsoft.com/office/drawing/2014/main" id="{9B59F18A-357D-CCE4-F3E0-6F84AD46258C}"/>
              </a:ext>
            </a:extLst>
          </p:cNvPr>
          <p:cNvSpPr>
            <a:spLocks noGrp="1"/>
          </p:cNvSpPr>
          <p:nvPr>
            <p:ph type="ftr" sz="quarter" idx="3"/>
          </p:nvPr>
        </p:nvSpPr>
        <p:spPr>
          <a:xfrm>
            <a:off x="3028950" y="5100079"/>
            <a:ext cx="2835000" cy="270000"/>
          </a:xfrm>
        </p:spPr>
        <p:txBody>
          <a:bodyPr anchor="ctr">
            <a:normAutofit/>
          </a:bodyPr>
          <a:lstStyle/>
          <a:p>
            <a:r>
              <a:rPr lang="fr-CA"/>
              <a:t>© 2026. Estelle M. Morin, Ph. D.  Tous droits réservés.</a:t>
            </a:r>
          </a:p>
        </p:txBody>
      </p:sp>
    </p:spTree>
    <p:extLst>
      <p:ext uri="{BB962C8B-B14F-4D97-AF65-F5344CB8AC3E}">
        <p14:creationId xmlns:p14="http://schemas.microsoft.com/office/powerpoint/2010/main" val="41553678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1DC691F7-95E8-EAAD-4C6E-4C54809E74D0}"/>
              </a:ext>
            </a:extLst>
          </p:cNvPr>
          <p:cNvSpPr>
            <a:spLocks noGrp="1"/>
          </p:cNvSpPr>
          <p:nvPr>
            <p:ph type="title"/>
          </p:nvPr>
        </p:nvSpPr>
        <p:spPr/>
        <p:txBody>
          <a:bodyPr/>
          <a:lstStyle/>
          <a:p>
            <a:r>
              <a:rPr lang="fr-CA" dirty="0"/>
              <a:t>Les émotions</a:t>
            </a:r>
          </a:p>
        </p:txBody>
      </p:sp>
      <p:pic>
        <p:nvPicPr>
          <p:cNvPr id="14" name="Espace réservé du contenu 13">
            <a:extLst>
              <a:ext uri="{FF2B5EF4-FFF2-40B4-BE49-F238E27FC236}">
                <a16:creationId xmlns:a16="http://schemas.microsoft.com/office/drawing/2014/main" id="{4AB8C10C-FFC3-E0B0-29E3-38E69F23A382}"/>
              </a:ext>
            </a:extLst>
          </p:cNvPr>
          <p:cNvPicPr>
            <a:picLocks noGrp="1" noChangeAspect="1"/>
          </p:cNvPicPr>
          <p:nvPr>
            <p:ph idx="1"/>
          </p:nvPr>
        </p:nvPicPr>
        <p:blipFill>
          <a:blip r:embed="rId2"/>
          <a:stretch>
            <a:fillRect/>
          </a:stretch>
        </p:blipFill>
        <p:spPr>
          <a:xfrm>
            <a:off x="479425" y="1382686"/>
            <a:ext cx="8185150" cy="3679878"/>
          </a:xfrm>
          <a:prstGeom prst="rect">
            <a:avLst/>
          </a:prstGeom>
        </p:spPr>
      </p:pic>
      <p:sp>
        <p:nvSpPr>
          <p:cNvPr id="2" name="Espace réservé du pied de page 3">
            <a:extLst>
              <a:ext uri="{FF2B5EF4-FFF2-40B4-BE49-F238E27FC236}">
                <a16:creationId xmlns:a16="http://schemas.microsoft.com/office/drawing/2014/main" id="{46A44DA7-0B0E-F117-470F-1FFD0BA957CA}"/>
              </a:ext>
            </a:extLst>
          </p:cNvPr>
          <p:cNvSpPr>
            <a:spLocks noGrp="1"/>
          </p:cNvSpPr>
          <p:nvPr>
            <p:ph type="ftr" sz="quarter" idx="3"/>
          </p:nvPr>
        </p:nvSpPr>
        <p:spPr>
          <a:xfrm>
            <a:off x="3124200" y="5314792"/>
            <a:ext cx="2895600" cy="185224"/>
          </a:xfrm>
        </p:spPr>
        <p:txBody>
          <a:bodyPr/>
          <a:lstStyle/>
          <a:p>
            <a:r>
              <a:rPr lang="fr-CA" dirty="0">
                <a:solidFill>
                  <a:srgbClr val="003C71"/>
                </a:solidFill>
              </a:rPr>
              <a:t>@2026. Marie-Christine ALBERT. Tous droits réservés.</a:t>
            </a:r>
          </a:p>
        </p:txBody>
      </p:sp>
    </p:spTree>
    <p:extLst>
      <p:ext uri="{BB962C8B-B14F-4D97-AF65-F5344CB8AC3E}">
        <p14:creationId xmlns:p14="http://schemas.microsoft.com/office/powerpoint/2010/main" val="3100903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contenu 7">
            <a:extLst>
              <a:ext uri="{FF2B5EF4-FFF2-40B4-BE49-F238E27FC236}">
                <a16:creationId xmlns:a16="http://schemas.microsoft.com/office/drawing/2014/main" id="{F8B6E3D5-CEF9-4BCC-8288-BE097E4D0B17}"/>
              </a:ext>
            </a:extLst>
          </p:cNvPr>
          <p:cNvSpPr>
            <a:spLocks noGrp="1"/>
          </p:cNvSpPr>
          <p:nvPr>
            <p:ph sz="quarter" idx="13"/>
          </p:nvPr>
        </p:nvSpPr>
        <p:spPr>
          <a:xfrm>
            <a:off x="347756" y="1267363"/>
            <a:ext cx="2970000" cy="3780000"/>
          </a:xfrm>
        </p:spPr>
        <p:txBody>
          <a:bodyPr anchor="ctr">
            <a:normAutofit/>
          </a:bodyPr>
          <a:lstStyle/>
          <a:p>
            <a:r>
              <a:rPr lang="fr-CA" dirty="0"/>
              <a:t>La capacité d’être attentif à ses émotions et celles de son entourage, à reconnaître leurs différences et leur signification et à utiliser cette information pour guider ses pensées et ses comportements</a:t>
            </a:r>
          </a:p>
        </p:txBody>
      </p:sp>
      <p:pic>
        <p:nvPicPr>
          <p:cNvPr id="11" name="Espace réservé du contenu 10">
            <a:extLst>
              <a:ext uri="{FF2B5EF4-FFF2-40B4-BE49-F238E27FC236}">
                <a16:creationId xmlns:a16="http://schemas.microsoft.com/office/drawing/2014/main" id="{B2F104DF-3C04-4C25-9A40-6F16AAD8971D}"/>
              </a:ext>
            </a:extLst>
          </p:cNvPr>
          <p:cNvPicPr>
            <a:picLocks noGrp="1" noChangeAspect="1"/>
          </p:cNvPicPr>
          <p:nvPr>
            <p:ph sz="quarter" idx="14"/>
          </p:nvPr>
        </p:nvPicPr>
        <p:blipFill rotWithShape="1">
          <a:blip r:embed="rId3">
            <a:extLst>
              <a:ext uri="{28A0092B-C50C-407E-A947-70E740481C1C}">
                <a14:useLocalDpi xmlns:a14="http://schemas.microsoft.com/office/drawing/2010/main" val="0"/>
              </a:ext>
            </a:extLst>
          </a:blip>
          <a:stretch>
            <a:fillRect/>
          </a:stretch>
        </p:blipFill>
        <p:spPr>
          <a:xfrm>
            <a:off x="3734575" y="451361"/>
            <a:ext cx="4590000" cy="4590000"/>
          </a:xfrm>
          <a:noFill/>
        </p:spPr>
      </p:pic>
      <p:sp>
        <p:nvSpPr>
          <p:cNvPr id="7" name="Titre 6">
            <a:extLst>
              <a:ext uri="{FF2B5EF4-FFF2-40B4-BE49-F238E27FC236}">
                <a16:creationId xmlns:a16="http://schemas.microsoft.com/office/drawing/2014/main" id="{96872ADD-4C04-4EDE-85A7-211C777A4328}"/>
              </a:ext>
            </a:extLst>
          </p:cNvPr>
          <p:cNvSpPr>
            <a:spLocks noGrp="1"/>
          </p:cNvSpPr>
          <p:nvPr>
            <p:ph type="title"/>
          </p:nvPr>
        </p:nvSpPr>
        <p:spPr>
          <a:xfrm>
            <a:off x="341024" y="445295"/>
            <a:ext cx="2970000" cy="810000"/>
          </a:xfrm>
        </p:spPr>
        <p:txBody>
          <a:bodyPr anchor="ctr">
            <a:normAutofit fontScale="90000"/>
          </a:bodyPr>
          <a:lstStyle/>
          <a:p>
            <a:r>
              <a:rPr lang="fr-CA"/>
              <a:t>L’intelligence émotionnelle</a:t>
            </a:r>
          </a:p>
        </p:txBody>
      </p:sp>
      <p:sp>
        <p:nvSpPr>
          <p:cNvPr id="2" name="Espace réservé de la date 1">
            <a:extLst>
              <a:ext uri="{FF2B5EF4-FFF2-40B4-BE49-F238E27FC236}">
                <a16:creationId xmlns:a16="http://schemas.microsoft.com/office/drawing/2014/main" id="{A662443B-D417-0DCE-BE11-2341C5553DE1}"/>
              </a:ext>
            </a:extLst>
          </p:cNvPr>
          <p:cNvSpPr>
            <a:spLocks noGrp="1"/>
          </p:cNvSpPr>
          <p:nvPr>
            <p:ph type="dt" sz="half" idx="2"/>
          </p:nvPr>
        </p:nvSpPr>
        <p:spPr>
          <a:xfrm>
            <a:off x="1617009" y="5100079"/>
            <a:ext cx="945000" cy="273844"/>
          </a:xfrm>
          <a:prstGeom prst="rect">
            <a:avLst/>
          </a:prstGeom>
        </p:spPr>
        <p:txBody>
          <a:bodyPr vert="horz" lIns="68580" tIns="34290" rIns="68580" bIns="34290" rtlCol="0" anchor="ctr">
            <a:normAutofit/>
          </a:bodyPr>
          <a:lstStyle>
            <a:defPPr>
              <a:defRPr lang="fr-FR"/>
            </a:defPPr>
            <a:lvl1pPr marL="0" algn="ctr" defTabSz="685800" rtl="0" eaLnBrk="1" latinLnBrk="0" hangingPunct="1">
              <a:defRPr sz="900" b="0" i="0" kern="1200">
                <a:solidFill>
                  <a:schemeClr val="tx1">
                    <a:tint val="82000"/>
                  </a:schemeClr>
                </a:solidFill>
                <a:latin typeface="Visby CF" pitchFamily="2" charset="77"/>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spcAft>
                <a:spcPts val="450"/>
              </a:spcAft>
            </a:pPr>
            <a:fld id="{73E778CF-198C-43F7-91E2-EEB7D9253D9B}" type="datetime3">
              <a:rPr lang="fr-CA" smtClean="0"/>
              <a:pPr>
                <a:spcAft>
                  <a:spcPts val="450"/>
                </a:spcAft>
              </a:pPr>
              <a:t>26/10/01</a:t>
            </a:fld>
            <a:endParaRPr lang="fr-CA" noProof="0"/>
          </a:p>
        </p:txBody>
      </p:sp>
      <p:sp>
        <p:nvSpPr>
          <p:cNvPr id="4" name="Espace réservé du pied de page 3">
            <a:extLst>
              <a:ext uri="{FF2B5EF4-FFF2-40B4-BE49-F238E27FC236}">
                <a16:creationId xmlns:a16="http://schemas.microsoft.com/office/drawing/2014/main" id="{D38DFAEC-B4E2-46A6-B8D0-BE4D720846B6}"/>
              </a:ext>
            </a:extLst>
          </p:cNvPr>
          <p:cNvSpPr>
            <a:spLocks noGrp="1"/>
          </p:cNvSpPr>
          <p:nvPr>
            <p:ph type="ftr" sz="quarter" idx="3"/>
          </p:nvPr>
        </p:nvSpPr>
        <p:spPr>
          <a:xfrm>
            <a:off x="3028950" y="5100079"/>
            <a:ext cx="2835000" cy="270000"/>
          </a:xfrm>
        </p:spPr>
        <p:txBody>
          <a:bodyPr anchor="ctr">
            <a:normAutofit/>
          </a:bodyPr>
          <a:lstStyle/>
          <a:p>
            <a:pPr>
              <a:spcAft>
                <a:spcPts val="450"/>
              </a:spcAft>
            </a:pPr>
            <a:r>
              <a:rPr lang="fr-CA" noProof="0"/>
              <a:t>© 2026. Estelle M. Morin, Ph. D.  Tous droits réservés.</a:t>
            </a:r>
          </a:p>
        </p:txBody>
      </p:sp>
      <p:sp>
        <p:nvSpPr>
          <p:cNvPr id="5" name="Espace réservé du numéro de diapositive 4">
            <a:extLst>
              <a:ext uri="{FF2B5EF4-FFF2-40B4-BE49-F238E27FC236}">
                <a16:creationId xmlns:a16="http://schemas.microsoft.com/office/drawing/2014/main" id="{83BBB878-10C7-420B-98DF-F34FBAFEDFD4}"/>
              </a:ext>
            </a:extLst>
          </p:cNvPr>
          <p:cNvSpPr>
            <a:spLocks noGrp="1"/>
          </p:cNvSpPr>
          <p:nvPr>
            <p:ph type="sldNum" sz="quarter" idx="4"/>
          </p:nvPr>
        </p:nvSpPr>
        <p:spPr>
          <a:xfrm>
            <a:off x="7681634" y="5100079"/>
            <a:ext cx="945000" cy="270000"/>
          </a:xfrm>
        </p:spPr>
        <p:txBody>
          <a:bodyPr anchor="ctr">
            <a:normAutofit/>
          </a:bodyPr>
          <a:lstStyle/>
          <a:p>
            <a:pPr>
              <a:spcAft>
                <a:spcPts val="450"/>
              </a:spcAft>
            </a:pPr>
            <a:fld id="{77B8E65F-5E3F-4E73-B056-4D0181456FB2}" type="slidenum">
              <a:rPr lang="fr-CA" noProof="0" smtClean="0"/>
              <a:pPr>
                <a:spcAft>
                  <a:spcPts val="450"/>
                </a:spcAft>
              </a:pPr>
              <a:t>12</a:t>
            </a:fld>
            <a:endParaRPr lang="fr-CA" noProof="0"/>
          </a:p>
        </p:txBody>
      </p:sp>
    </p:spTree>
    <p:extLst>
      <p:ext uri="{BB962C8B-B14F-4D97-AF65-F5344CB8AC3E}">
        <p14:creationId xmlns:p14="http://schemas.microsoft.com/office/powerpoint/2010/main" val="11642170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D1E98-B126-58F9-C6DA-2BFB5DA2CF80}"/>
            </a:ext>
          </a:extLst>
        </p:cNvPr>
        <p:cNvGrpSpPr/>
        <p:nvPr/>
      </p:nvGrpSpPr>
      <p:grpSpPr>
        <a:xfrm>
          <a:off x="0" y="0"/>
          <a:ext cx="0" cy="0"/>
          <a:chOff x="0" y="0"/>
          <a:chExt cx="0" cy="0"/>
        </a:xfrm>
      </p:grpSpPr>
      <p:sp>
        <p:nvSpPr>
          <p:cNvPr id="7" name="Espace réservé du contenu 6">
            <a:extLst>
              <a:ext uri="{FF2B5EF4-FFF2-40B4-BE49-F238E27FC236}">
                <a16:creationId xmlns:a16="http://schemas.microsoft.com/office/drawing/2014/main" id="{5D57F4DF-10CA-5D27-81A4-1B0AEE9AAC8B}"/>
              </a:ext>
            </a:extLst>
          </p:cNvPr>
          <p:cNvSpPr>
            <a:spLocks noGrp="1"/>
          </p:cNvSpPr>
          <p:nvPr>
            <p:ph idx="1"/>
          </p:nvPr>
        </p:nvSpPr>
        <p:spPr/>
        <p:txBody>
          <a:bodyPr/>
          <a:lstStyle/>
          <a:p>
            <a:endParaRPr lang="fr-CA"/>
          </a:p>
        </p:txBody>
      </p:sp>
      <p:sp>
        <p:nvSpPr>
          <p:cNvPr id="6" name="Titre 5">
            <a:extLst>
              <a:ext uri="{FF2B5EF4-FFF2-40B4-BE49-F238E27FC236}">
                <a16:creationId xmlns:a16="http://schemas.microsoft.com/office/drawing/2014/main" id="{8F59BBA6-9685-1BDF-829A-5E42FA3DA533}"/>
              </a:ext>
            </a:extLst>
          </p:cNvPr>
          <p:cNvSpPr>
            <a:spLocks noGrp="1"/>
          </p:cNvSpPr>
          <p:nvPr>
            <p:ph type="title"/>
          </p:nvPr>
        </p:nvSpPr>
        <p:spPr>
          <a:xfrm>
            <a:off x="478800" y="889268"/>
            <a:ext cx="8186400" cy="4235953"/>
          </a:xfrm>
        </p:spPr>
        <p:txBody>
          <a:bodyPr/>
          <a:lstStyle/>
          <a:p>
            <a:pPr algn="ctr"/>
            <a:r>
              <a:rPr lang="fr-CA" dirty="0"/>
              <a:t>Ce que cela nous permet de comprendre</a:t>
            </a:r>
            <a:br>
              <a:rPr lang="fr-CA" dirty="0"/>
            </a:br>
            <a:br>
              <a:rPr lang="fr-CA" dirty="0"/>
            </a:br>
            <a:br>
              <a:rPr lang="fr-CA" sz="1600" dirty="0"/>
            </a:br>
            <a:r>
              <a:rPr lang="fr-CA" b="0" i="1" dirty="0"/>
              <a:t>Une émotion ne nous renseigne pas seulement sur ce que nous ressentons : elle nous donne aussi de l’information sur notre relation avec la situation. </a:t>
            </a:r>
            <a:br>
              <a:rPr lang="fr-CA" b="0" i="1" dirty="0"/>
            </a:br>
            <a:br>
              <a:rPr lang="fr-CA" b="0" i="1" dirty="0"/>
            </a:br>
            <a:r>
              <a:rPr lang="fr-CA" b="0" i="1" dirty="0"/>
              <a:t>L’enjeu n’est donc pas de ne plus ressentir certaines émotions mais comprendre ce qu’elles nous signalent afin de choisir plus consciemment la façon dont nous souhaitons nous adapter.</a:t>
            </a:r>
            <a:endParaRPr lang="fr-CA" b="0" i="1" dirty="0">
              <a:latin typeface="+mn-lt"/>
            </a:endParaRPr>
          </a:p>
        </p:txBody>
      </p:sp>
      <p:sp>
        <p:nvSpPr>
          <p:cNvPr id="8" name="Espace réservé du pied de page 3">
            <a:extLst>
              <a:ext uri="{FF2B5EF4-FFF2-40B4-BE49-F238E27FC236}">
                <a16:creationId xmlns:a16="http://schemas.microsoft.com/office/drawing/2014/main" id="{ABEAB42A-6D34-6020-C1A5-89D2F94F263C}"/>
              </a:ext>
            </a:extLst>
          </p:cNvPr>
          <p:cNvSpPr txBox="1">
            <a:spLocks/>
          </p:cNvSpPr>
          <p:nvPr/>
        </p:nvSpPr>
        <p:spPr>
          <a:xfrm>
            <a:off x="3276600" y="5467192"/>
            <a:ext cx="2895600" cy="185224"/>
          </a:xfrm>
          <a:prstGeom prst="rect">
            <a:avLst/>
          </a:prstGeom>
        </p:spPr>
        <p:txBody>
          <a:bodyPr vert="horz" lIns="91440" tIns="45720" rIns="91440" bIns="45720" rtlCol="0" anchor="t"/>
          <a:lstStyle>
            <a:defPPr>
              <a:defRPr lang="en-US"/>
            </a:defPPr>
            <a:lvl1pPr marL="0" algn="ctr" defTabSz="914400" rtl="0" eaLnBrk="1" latinLnBrk="0" hangingPunct="1">
              <a:defRPr sz="558"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CA" dirty="0">
                <a:solidFill>
                  <a:srgbClr val="003C71"/>
                </a:solidFill>
              </a:rPr>
              <a:t>@2026. Marie-Christine ALBERT. Tous droits réservés.</a:t>
            </a:r>
          </a:p>
        </p:txBody>
      </p:sp>
    </p:spTree>
    <p:extLst>
      <p:ext uri="{BB962C8B-B14F-4D97-AF65-F5344CB8AC3E}">
        <p14:creationId xmlns:p14="http://schemas.microsoft.com/office/powerpoint/2010/main" val="1030957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7190" y="477774"/>
            <a:ext cx="8401050" cy="603504"/>
          </a:xfrm>
          <a:prstGeom prst="rect">
            <a:avLst/>
          </a:prstGeom>
          <a:solidFill>
            <a:srgbClr val="263A5B"/>
          </a:solidFill>
          <a:ln>
            <a:noFill/>
          </a:ln>
        </p:spPr>
        <p:style>
          <a:lnRef idx="1">
            <a:schemeClr val="accent1"/>
          </a:lnRef>
          <a:fillRef idx="3">
            <a:schemeClr val="accent1"/>
          </a:fillRef>
          <a:effectRef idx="2">
            <a:schemeClr val="accent1"/>
          </a:effectRef>
          <a:fontRef idx="minor">
            <a:schemeClr val="lt1"/>
          </a:fontRef>
        </p:style>
        <p:txBody>
          <a:bodyPr lIns="171450" rtlCol="0" anchor="ctr"/>
          <a:lstStyle/>
          <a:p>
            <a:pPr algn="l">
              <a:defRPr sz="2500" b="1">
                <a:solidFill>
                  <a:srgbClr val="FFFFFF"/>
                </a:solidFill>
                <a:latin typeface="Arial"/>
              </a:defRPr>
            </a:pPr>
            <a:r>
              <a:rPr sz="1875"/>
              <a:t>Facteurs de stress au travail et leurs conséquences</a:t>
            </a:r>
          </a:p>
        </p:txBody>
      </p:sp>
      <p:sp>
        <p:nvSpPr>
          <p:cNvPr id="4" name="Rounded Rectangle 3"/>
          <p:cNvSpPr/>
          <p:nvPr/>
        </p:nvSpPr>
        <p:spPr>
          <a:xfrm>
            <a:off x="445770" y="1691640"/>
            <a:ext cx="2366010" cy="2983229"/>
          </a:xfrm>
          <a:prstGeom prst="roundRect">
            <a:avLst/>
          </a:prstGeom>
          <a:solidFill>
            <a:srgbClr val="E7EFE1"/>
          </a:solidFill>
          <a:ln w="17780">
            <a:solidFill>
              <a:srgbClr val="6FAB45"/>
            </a:solidFill>
          </a:ln>
        </p:spPr>
        <p:style>
          <a:lnRef idx="1">
            <a:schemeClr val="accent1"/>
          </a:lnRef>
          <a:fillRef idx="3">
            <a:schemeClr val="accent1"/>
          </a:fillRef>
          <a:effectRef idx="2">
            <a:schemeClr val="accent1"/>
          </a:effectRef>
          <a:fontRef idx="minor">
            <a:schemeClr val="lt1"/>
          </a:fontRef>
        </p:style>
        <p:txBody>
          <a:bodyPr lIns="150876" tIns="123444" rIns="123444" rtlCol="0" anchor="ctr"/>
          <a:lstStyle/>
          <a:p>
            <a:pPr algn="ctr">
              <a:defRPr sz="1700" b="1">
                <a:solidFill>
                  <a:srgbClr val="232F43"/>
                </a:solidFill>
                <a:latin typeface="Arial"/>
              </a:defRPr>
            </a:pPr>
            <a:r>
              <a:rPr sz="1275"/>
              <a:t>CARACTÉRISTIQUES DE L’EMPLOI</a:t>
            </a:r>
          </a:p>
          <a:p>
            <a:pPr>
              <a:defRPr sz="1250">
                <a:solidFill>
                  <a:srgbClr val="232F43"/>
                </a:solidFill>
                <a:latin typeface="Arial"/>
              </a:defRPr>
            </a:pPr>
            <a:r>
              <a:rPr sz="938"/>
              <a:t>• Travail lui-même et conception</a:t>
            </a:r>
          </a:p>
          <a:p>
            <a:pPr>
              <a:defRPr sz="1250">
                <a:solidFill>
                  <a:srgbClr val="232F43"/>
                </a:solidFill>
                <a:latin typeface="Arial"/>
              </a:defRPr>
            </a:pPr>
            <a:r>
              <a:rPr sz="938"/>
              <a:t>• Charge et rythme de travail</a:t>
            </a:r>
          </a:p>
          <a:p>
            <a:pPr>
              <a:defRPr sz="1250">
                <a:solidFill>
                  <a:srgbClr val="232F43"/>
                </a:solidFill>
                <a:latin typeface="Arial"/>
              </a:defRPr>
            </a:pPr>
            <a:r>
              <a:rPr sz="938"/>
              <a:t>• Horaires et durée</a:t>
            </a:r>
          </a:p>
          <a:p>
            <a:pPr>
              <a:defRPr sz="1250">
                <a:solidFill>
                  <a:srgbClr val="232F43"/>
                </a:solidFill>
                <a:latin typeface="Arial"/>
              </a:defRPr>
            </a:pPr>
            <a:r>
              <a:rPr sz="938"/>
              <a:t>• Contrôle du travail</a:t>
            </a:r>
          </a:p>
          <a:p>
            <a:pPr>
              <a:defRPr sz="1250">
                <a:solidFill>
                  <a:srgbClr val="232F43"/>
                </a:solidFill>
                <a:latin typeface="Arial"/>
              </a:defRPr>
            </a:pPr>
            <a:r>
              <a:rPr sz="938"/>
              <a:t>• Environnement et équipements</a:t>
            </a:r>
          </a:p>
          <a:p>
            <a:pPr>
              <a:defRPr sz="1250">
                <a:solidFill>
                  <a:srgbClr val="232F43"/>
                </a:solidFill>
                <a:latin typeface="Arial"/>
              </a:defRPr>
            </a:pPr>
            <a:r>
              <a:rPr sz="938"/>
              <a:t>• Culture et leadership</a:t>
            </a:r>
          </a:p>
          <a:p>
            <a:pPr>
              <a:defRPr sz="1250">
                <a:solidFill>
                  <a:srgbClr val="232F43"/>
                </a:solidFill>
                <a:latin typeface="Arial"/>
              </a:defRPr>
            </a:pPr>
            <a:r>
              <a:rPr sz="938"/>
              <a:t>• Relations interpersonnelles</a:t>
            </a:r>
          </a:p>
          <a:p>
            <a:pPr>
              <a:defRPr sz="1250">
                <a:solidFill>
                  <a:srgbClr val="232F43"/>
                </a:solidFill>
                <a:latin typeface="Arial"/>
              </a:defRPr>
            </a:pPr>
            <a:r>
              <a:rPr sz="938"/>
              <a:t>• Rôle dans l’organisation</a:t>
            </a:r>
          </a:p>
          <a:p>
            <a:pPr>
              <a:defRPr sz="1250">
                <a:solidFill>
                  <a:srgbClr val="232F43"/>
                </a:solidFill>
                <a:latin typeface="Arial"/>
              </a:defRPr>
            </a:pPr>
            <a:r>
              <a:rPr sz="938"/>
              <a:t>• Développement professionnel</a:t>
            </a:r>
          </a:p>
          <a:p>
            <a:pPr>
              <a:defRPr sz="1250">
                <a:solidFill>
                  <a:srgbClr val="232F43"/>
                </a:solidFill>
                <a:latin typeface="Arial"/>
              </a:defRPr>
            </a:pPr>
            <a:r>
              <a:rPr sz="938"/>
              <a:t>• Interface travail–vie personnelle</a:t>
            </a:r>
          </a:p>
        </p:txBody>
      </p:sp>
      <p:sp>
        <p:nvSpPr>
          <p:cNvPr id="5" name="Right Arrow 4"/>
          <p:cNvSpPr/>
          <p:nvPr/>
        </p:nvSpPr>
        <p:spPr>
          <a:xfrm>
            <a:off x="2926080" y="3090672"/>
            <a:ext cx="445770" cy="377190"/>
          </a:xfrm>
          <a:prstGeom prst="rightArrow">
            <a:avLst/>
          </a:prstGeom>
          <a:solidFill>
            <a:srgbClr val="6FA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Rounded Rectangle 5"/>
          <p:cNvSpPr/>
          <p:nvPr/>
        </p:nvSpPr>
        <p:spPr>
          <a:xfrm>
            <a:off x="3406141" y="2727198"/>
            <a:ext cx="1405889" cy="1110996"/>
          </a:xfrm>
          <a:prstGeom prst="roundRect">
            <a:avLst/>
          </a:prstGeom>
          <a:solidFill>
            <a:srgbClr val="263A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100" b="1">
                <a:solidFill>
                  <a:srgbClr val="FFFFFF"/>
                </a:solidFill>
                <a:latin typeface="Arial"/>
              </a:defRPr>
            </a:pPr>
            <a:r>
              <a:rPr sz="1575"/>
              <a:t>FACTEURS</a:t>
            </a:r>
            <a:br>
              <a:rPr sz="1575"/>
            </a:br>
            <a:r>
              <a:rPr sz="1575"/>
              <a:t>DE STRESS</a:t>
            </a:r>
          </a:p>
          <a:p>
            <a:pPr algn="ctr">
              <a:defRPr sz="1300">
                <a:solidFill>
                  <a:srgbClr val="FFFFFF"/>
                </a:solidFill>
                <a:latin typeface="Arial"/>
              </a:defRPr>
            </a:pPr>
            <a:r>
              <a:rPr sz="975"/>
              <a:t>dans le travail</a:t>
            </a:r>
          </a:p>
        </p:txBody>
      </p:sp>
      <p:sp>
        <p:nvSpPr>
          <p:cNvPr id="8" name="Right Arrow 7"/>
          <p:cNvSpPr/>
          <p:nvPr/>
        </p:nvSpPr>
        <p:spPr>
          <a:xfrm>
            <a:off x="4894326" y="3090672"/>
            <a:ext cx="445770" cy="377190"/>
          </a:xfrm>
          <a:prstGeom prst="rightArrow">
            <a:avLst/>
          </a:prstGeom>
          <a:solidFill>
            <a:srgbClr val="263A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 name="TextBox 8"/>
          <p:cNvSpPr txBox="1"/>
          <p:nvPr/>
        </p:nvSpPr>
        <p:spPr>
          <a:xfrm>
            <a:off x="5363147" y="1490329"/>
            <a:ext cx="3236785" cy="369332"/>
          </a:xfrm>
          <a:prstGeom prst="rect">
            <a:avLst/>
          </a:prstGeom>
          <a:noFill/>
        </p:spPr>
        <p:txBody>
          <a:bodyPr wrap="none">
            <a:spAutoFit/>
          </a:bodyPr>
          <a:lstStyle/>
          <a:p>
            <a:pPr algn="ctr">
              <a:defRPr sz="1800" b="1">
                <a:solidFill>
                  <a:srgbClr val="232F43"/>
                </a:solidFill>
                <a:latin typeface="Arial"/>
              </a:defRPr>
            </a:pPr>
            <a:r>
              <a:rPr lang="fr-CA" dirty="0"/>
              <a:t>Conséquences potentielles </a:t>
            </a:r>
            <a:endParaRPr dirty="0"/>
          </a:p>
        </p:txBody>
      </p:sp>
      <p:sp>
        <p:nvSpPr>
          <p:cNvPr id="10" name="Rounded Rectangle 9"/>
          <p:cNvSpPr/>
          <p:nvPr/>
        </p:nvSpPr>
        <p:spPr>
          <a:xfrm>
            <a:off x="5362956" y="1917954"/>
            <a:ext cx="3236976" cy="768096"/>
          </a:xfrm>
          <a:prstGeom prst="roundRect">
            <a:avLst/>
          </a:prstGeom>
          <a:solidFill>
            <a:srgbClr val="E8F0F7"/>
          </a:solidFill>
          <a:ln w="16510">
            <a:solidFill>
              <a:srgbClr val="1871B1"/>
            </a:solidFill>
          </a:ln>
        </p:spPr>
        <p:style>
          <a:lnRef idx="1">
            <a:schemeClr val="accent1"/>
          </a:lnRef>
          <a:fillRef idx="3">
            <a:schemeClr val="accent1"/>
          </a:fillRef>
          <a:effectRef idx="2">
            <a:schemeClr val="accent1"/>
          </a:effectRef>
          <a:fontRef idx="minor">
            <a:schemeClr val="lt1"/>
          </a:fontRef>
        </p:style>
        <p:txBody>
          <a:bodyPr lIns="137160" tIns="82296" rtlCol="0" anchor="ctr"/>
          <a:lstStyle/>
          <a:p>
            <a:pPr algn="ctr">
              <a:defRPr sz="1500" b="1">
                <a:solidFill>
                  <a:srgbClr val="1871B1"/>
                </a:solidFill>
                <a:latin typeface="Arial"/>
              </a:defRPr>
            </a:pPr>
            <a:r>
              <a:rPr sz="1125"/>
              <a:t>PERFORMANCE</a:t>
            </a:r>
          </a:p>
          <a:p>
            <a:pPr>
              <a:defRPr sz="1250">
                <a:solidFill>
                  <a:srgbClr val="232F43"/>
                </a:solidFill>
                <a:latin typeface="Arial"/>
              </a:defRPr>
            </a:pPr>
            <a:r>
              <a:rPr sz="938"/>
              <a:t>• Présentéisme</a:t>
            </a:r>
          </a:p>
          <a:p>
            <a:pPr>
              <a:defRPr sz="1250">
                <a:solidFill>
                  <a:srgbClr val="232F43"/>
                </a:solidFill>
                <a:latin typeface="Arial"/>
              </a:defRPr>
            </a:pPr>
            <a:r>
              <a:rPr sz="938"/>
              <a:t>• Absentéisme</a:t>
            </a:r>
          </a:p>
        </p:txBody>
      </p:sp>
      <p:sp>
        <p:nvSpPr>
          <p:cNvPr id="11" name="Rounded Rectangle 10"/>
          <p:cNvSpPr/>
          <p:nvPr/>
        </p:nvSpPr>
        <p:spPr>
          <a:xfrm>
            <a:off x="5362956" y="2802636"/>
            <a:ext cx="3236976" cy="918972"/>
          </a:xfrm>
          <a:prstGeom prst="roundRect">
            <a:avLst/>
          </a:prstGeom>
          <a:solidFill>
            <a:srgbClr val="F7F0DB"/>
          </a:solidFill>
          <a:ln w="16510">
            <a:solidFill>
              <a:srgbClr val="D19D26"/>
            </a:solidFill>
          </a:ln>
        </p:spPr>
        <p:style>
          <a:lnRef idx="1">
            <a:schemeClr val="accent1"/>
          </a:lnRef>
          <a:fillRef idx="3">
            <a:schemeClr val="accent1"/>
          </a:fillRef>
          <a:effectRef idx="2">
            <a:schemeClr val="accent1"/>
          </a:effectRef>
          <a:fontRef idx="minor">
            <a:schemeClr val="lt1"/>
          </a:fontRef>
        </p:style>
        <p:txBody>
          <a:bodyPr lIns="137160" tIns="82296" rtlCol="0" anchor="ctr"/>
          <a:lstStyle/>
          <a:p>
            <a:pPr algn="ctr">
              <a:defRPr sz="1500" b="1">
                <a:solidFill>
                  <a:srgbClr val="D19D26"/>
                </a:solidFill>
                <a:latin typeface="Arial"/>
              </a:defRPr>
            </a:pPr>
            <a:r>
              <a:rPr sz="1125"/>
              <a:t>COMPORTEMENTS</a:t>
            </a:r>
          </a:p>
          <a:p>
            <a:pPr>
              <a:defRPr sz="1250">
                <a:solidFill>
                  <a:srgbClr val="232F43"/>
                </a:solidFill>
                <a:latin typeface="Arial"/>
              </a:defRPr>
            </a:pPr>
            <a:r>
              <a:rPr sz="938"/>
              <a:t>• Comportements inadaptés</a:t>
            </a:r>
          </a:p>
          <a:p>
            <a:pPr>
              <a:defRPr sz="1250">
                <a:solidFill>
                  <a:srgbClr val="232F43"/>
                </a:solidFill>
                <a:latin typeface="Arial"/>
              </a:defRPr>
            </a:pPr>
            <a:r>
              <a:rPr sz="938"/>
              <a:t>• Toxicité relationnelle</a:t>
            </a:r>
          </a:p>
          <a:p>
            <a:pPr>
              <a:defRPr sz="1250">
                <a:solidFill>
                  <a:srgbClr val="232F43"/>
                </a:solidFill>
                <a:latin typeface="Arial"/>
              </a:defRPr>
            </a:pPr>
            <a:r>
              <a:rPr sz="938"/>
              <a:t>• Comportements contre-productifs</a:t>
            </a:r>
          </a:p>
        </p:txBody>
      </p:sp>
      <p:sp>
        <p:nvSpPr>
          <p:cNvPr id="12" name="Rounded Rectangle 11"/>
          <p:cNvSpPr/>
          <p:nvPr/>
        </p:nvSpPr>
        <p:spPr>
          <a:xfrm>
            <a:off x="5362956" y="3838194"/>
            <a:ext cx="3236976" cy="918972"/>
          </a:xfrm>
          <a:prstGeom prst="roundRect">
            <a:avLst/>
          </a:prstGeom>
          <a:solidFill>
            <a:srgbClr val="F7E7E5"/>
          </a:solidFill>
          <a:ln w="16510">
            <a:solidFill>
              <a:srgbClr val="B94337"/>
            </a:solidFill>
          </a:ln>
        </p:spPr>
        <p:style>
          <a:lnRef idx="1">
            <a:schemeClr val="accent1"/>
          </a:lnRef>
          <a:fillRef idx="3">
            <a:schemeClr val="accent1"/>
          </a:fillRef>
          <a:effectRef idx="2">
            <a:schemeClr val="accent1"/>
          </a:effectRef>
          <a:fontRef idx="minor">
            <a:schemeClr val="lt1"/>
          </a:fontRef>
        </p:style>
        <p:txBody>
          <a:bodyPr lIns="137160" tIns="82296" rtlCol="0" anchor="ctr"/>
          <a:lstStyle/>
          <a:p>
            <a:pPr algn="ctr">
              <a:defRPr sz="1500" b="1">
                <a:solidFill>
                  <a:srgbClr val="B94337"/>
                </a:solidFill>
                <a:latin typeface="Arial"/>
              </a:defRPr>
            </a:pPr>
            <a:r>
              <a:rPr sz="1125"/>
              <a:t>SANTÉ PSYCHOLOGIQUE</a:t>
            </a:r>
          </a:p>
          <a:p>
            <a:pPr>
              <a:defRPr sz="1250">
                <a:solidFill>
                  <a:srgbClr val="232F43"/>
                </a:solidFill>
                <a:latin typeface="Arial"/>
              </a:defRPr>
            </a:pPr>
            <a:r>
              <a:rPr sz="938"/>
              <a:t>• Détresse psychologique</a:t>
            </a:r>
          </a:p>
          <a:p>
            <a:pPr>
              <a:defRPr sz="1250">
                <a:solidFill>
                  <a:srgbClr val="232F43"/>
                </a:solidFill>
                <a:latin typeface="Arial"/>
              </a:defRPr>
            </a:pPr>
            <a:r>
              <a:rPr sz="938"/>
              <a:t>• Épuisement professionnel</a:t>
            </a:r>
          </a:p>
          <a:p>
            <a:pPr>
              <a:defRPr sz="1250">
                <a:solidFill>
                  <a:srgbClr val="232F43"/>
                </a:solidFill>
                <a:latin typeface="Arial"/>
              </a:defRPr>
            </a:pPr>
            <a:r>
              <a:rPr sz="938"/>
              <a:t>• Troubles mentaux</a:t>
            </a:r>
          </a:p>
        </p:txBody>
      </p:sp>
      <p:pic>
        <p:nvPicPr>
          <p:cNvPr id="13" name="Image 12">
            <a:extLst>
              <a:ext uri="{FF2B5EF4-FFF2-40B4-BE49-F238E27FC236}">
                <a16:creationId xmlns:a16="http://schemas.microsoft.com/office/drawing/2014/main" id="{CFCA28C2-C73B-2FF1-942A-54239FFD097E}"/>
              </a:ext>
            </a:extLst>
          </p:cNvPr>
          <p:cNvPicPr>
            <a:picLocks noChangeAspect="1"/>
          </p:cNvPicPr>
          <p:nvPr/>
        </p:nvPicPr>
        <p:blipFill>
          <a:blip r:embed="rId2"/>
          <a:stretch>
            <a:fillRect/>
          </a:stretch>
        </p:blipFill>
        <p:spPr>
          <a:xfrm>
            <a:off x="2827021" y="5385808"/>
            <a:ext cx="2895851" cy="182896"/>
          </a:xfrm>
          <a:prstGeom prst="rect">
            <a:avLst/>
          </a:prstGeom>
        </p:spPr>
      </p:pic>
    </p:spTree>
    <p:extLst>
      <p:ext uri="{BB962C8B-B14F-4D97-AF65-F5344CB8AC3E}">
        <p14:creationId xmlns:p14="http://schemas.microsoft.com/office/powerpoint/2010/main" val="21420144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Espace réservé du contenu 7">
            <a:extLst>
              <a:ext uri="{FF2B5EF4-FFF2-40B4-BE49-F238E27FC236}">
                <a16:creationId xmlns:a16="http://schemas.microsoft.com/office/drawing/2014/main" id="{A986BC10-5EDD-371C-1DEB-6D4F2ABA254E}"/>
              </a:ext>
            </a:extLst>
          </p:cNvPr>
          <p:cNvPicPr>
            <a:picLocks noGrp="1" noChangeAspect="1"/>
          </p:cNvPicPr>
          <p:nvPr>
            <p:ph idx="1"/>
          </p:nvPr>
        </p:nvPicPr>
        <p:blipFill>
          <a:blip r:embed="rId2"/>
          <a:stretch>
            <a:fillRect/>
          </a:stretch>
        </p:blipFill>
        <p:spPr>
          <a:xfrm>
            <a:off x="479425" y="1571321"/>
            <a:ext cx="8185150" cy="3302607"/>
          </a:xfrm>
          <a:prstGeom prst="rect">
            <a:avLst/>
          </a:prstGeom>
        </p:spPr>
      </p:pic>
      <p:sp>
        <p:nvSpPr>
          <p:cNvPr id="5" name="Titre 4">
            <a:extLst>
              <a:ext uri="{FF2B5EF4-FFF2-40B4-BE49-F238E27FC236}">
                <a16:creationId xmlns:a16="http://schemas.microsoft.com/office/drawing/2014/main" id="{DCAE23D9-B7E3-8612-8C9B-B8E5F1F49D87}"/>
              </a:ext>
            </a:extLst>
          </p:cNvPr>
          <p:cNvSpPr>
            <a:spLocks noGrp="1"/>
          </p:cNvSpPr>
          <p:nvPr>
            <p:ph type="title"/>
          </p:nvPr>
        </p:nvSpPr>
        <p:spPr/>
        <p:txBody>
          <a:bodyPr/>
          <a:lstStyle/>
          <a:p>
            <a:r>
              <a:rPr lang="fr-CA" dirty="0"/>
              <a:t>Créer des conditions favorables à l’adaptation et promouvoir la santé au travail</a:t>
            </a:r>
          </a:p>
        </p:txBody>
      </p:sp>
    </p:spTree>
    <p:extLst>
      <p:ext uri="{BB962C8B-B14F-4D97-AF65-F5344CB8AC3E}">
        <p14:creationId xmlns:p14="http://schemas.microsoft.com/office/powerpoint/2010/main" val="40126115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3DFF4-1A5A-1496-DD87-26258FE8DE88}"/>
            </a:ext>
          </a:extLst>
        </p:cNvPr>
        <p:cNvGrpSpPr/>
        <p:nvPr/>
      </p:nvGrpSpPr>
      <p:grpSpPr>
        <a:xfrm>
          <a:off x="0" y="0"/>
          <a:ext cx="0" cy="0"/>
          <a:chOff x="0" y="0"/>
          <a:chExt cx="0" cy="0"/>
        </a:xfrm>
      </p:grpSpPr>
      <p:sp>
        <p:nvSpPr>
          <p:cNvPr id="7" name="Espace réservé du contenu 6">
            <a:extLst>
              <a:ext uri="{FF2B5EF4-FFF2-40B4-BE49-F238E27FC236}">
                <a16:creationId xmlns:a16="http://schemas.microsoft.com/office/drawing/2014/main" id="{4F2AA76A-DF13-5F2F-738F-913D818A7AE7}"/>
              </a:ext>
            </a:extLst>
          </p:cNvPr>
          <p:cNvSpPr>
            <a:spLocks noGrp="1"/>
          </p:cNvSpPr>
          <p:nvPr>
            <p:ph idx="1"/>
          </p:nvPr>
        </p:nvSpPr>
        <p:spPr/>
        <p:txBody>
          <a:bodyPr/>
          <a:lstStyle/>
          <a:p>
            <a:endParaRPr lang="fr-CA"/>
          </a:p>
        </p:txBody>
      </p:sp>
      <p:sp>
        <p:nvSpPr>
          <p:cNvPr id="6" name="Titre 5">
            <a:extLst>
              <a:ext uri="{FF2B5EF4-FFF2-40B4-BE49-F238E27FC236}">
                <a16:creationId xmlns:a16="http://schemas.microsoft.com/office/drawing/2014/main" id="{B88ACA3B-31EC-137C-FC03-DB67720EBD2F}"/>
              </a:ext>
            </a:extLst>
          </p:cNvPr>
          <p:cNvSpPr>
            <a:spLocks noGrp="1"/>
          </p:cNvSpPr>
          <p:nvPr>
            <p:ph type="title"/>
          </p:nvPr>
        </p:nvSpPr>
        <p:spPr>
          <a:xfrm>
            <a:off x="478800" y="889268"/>
            <a:ext cx="8186400" cy="4235953"/>
          </a:xfrm>
        </p:spPr>
        <p:txBody>
          <a:bodyPr/>
          <a:lstStyle/>
          <a:p>
            <a:pPr algn="ctr"/>
            <a:r>
              <a:rPr lang="fr-CA" dirty="0"/>
              <a:t>Ce que cela nous permet de comprendre</a:t>
            </a:r>
            <a:br>
              <a:rPr lang="fr-CA" dirty="0"/>
            </a:br>
            <a:br>
              <a:rPr lang="fr-CA" dirty="0"/>
            </a:br>
            <a:br>
              <a:rPr lang="fr-CA" sz="1600" dirty="0"/>
            </a:br>
            <a:r>
              <a:rPr lang="fr-CA" b="0" i="1" dirty="0"/>
              <a:t>On ne peut pas comprendre les difficultés d’adaptation en regardant seulement la personne. Il faut aussi regarder ce à quoi son environnement lui demande de s’adapter et les ressources qu’il met à sa disposition.</a:t>
            </a:r>
            <a:br>
              <a:rPr lang="fr-CA" b="0" i="1" dirty="0"/>
            </a:br>
            <a:br>
              <a:rPr lang="fr-CA" b="0" i="1" dirty="0"/>
            </a:br>
            <a:r>
              <a:rPr lang="fr-CA" b="0" i="1" dirty="0"/>
              <a:t>Au travail, cela signifie que favoriser l’adaptation et la santé est aussi une responsabilité organisationnelle : l’organisation peut agir sur les demandes, les ressources et les conditions dans lesquelles les personnes travaillent.</a:t>
            </a:r>
            <a:endParaRPr lang="fr-CA" b="0" i="1" dirty="0">
              <a:latin typeface="+mn-lt"/>
            </a:endParaRPr>
          </a:p>
        </p:txBody>
      </p:sp>
      <p:sp>
        <p:nvSpPr>
          <p:cNvPr id="8" name="Espace réservé du pied de page 3">
            <a:extLst>
              <a:ext uri="{FF2B5EF4-FFF2-40B4-BE49-F238E27FC236}">
                <a16:creationId xmlns:a16="http://schemas.microsoft.com/office/drawing/2014/main" id="{E80144C3-8940-D87B-D6B6-D6FC904BEEDC}"/>
              </a:ext>
            </a:extLst>
          </p:cNvPr>
          <p:cNvSpPr txBox="1">
            <a:spLocks/>
          </p:cNvSpPr>
          <p:nvPr/>
        </p:nvSpPr>
        <p:spPr>
          <a:xfrm>
            <a:off x="3276600" y="5467192"/>
            <a:ext cx="2895600" cy="185224"/>
          </a:xfrm>
          <a:prstGeom prst="rect">
            <a:avLst/>
          </a:prstGeom>
        </p:spPr>
        <p:txBody>
          <a:bodyPr vert="horz" lIns="91440" tIns="45720" rIns="91440" bIns="45720" rtlCol="0" anchor="t"/>
          <a:lstStyle>
            <a:defPPr>
              <a:defRPr lang="en-US"/>
            </a:defPPr>
            <a:lvl1pPr marL="0" algn="ctr" defTabSz="914400" rtl="0" eaLnBrk="1" latinLnBrk="0" hangingPunct="1">
              <a:defRPr sz="558"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CA" dirty="0">
                <a:solidFill>
                  <a:srgbClr val="003C71"/>
                </a:solidFill>
              </a:rPr>
              <a:t>@2026. Marie-Christine ALBERT. Tous droits réservés.</a:t>
            </a:r>
          </a:p>
        </p:txBody>
      </p:sp>
    </p:spTree>
    <p:extLst>
      <p:ext uri="{BB962C8B-B14F-4D97-AF65-F5344CB8AC3E}">
        <p14:creationId xmlns:p14="http://schemas.microsoft.com/office/powerpoint/2010/main" val="3895425861"/>
      </p:ext>
    </p:extLst>
  </p:cSld>
  <p:clrMapOvr>
    <a:masterClrMapping/>
  </p:clrMapOvr>
</p:sld>
</file>

<file path=ppt/theme/theme1.xml><?xml version="1.0" encoding="utf-8"?>
<a:theme xmlns:a="http://schemas.openxmlformats.org/drawingml/2006/main" name="gabaritPowerPoint_HECMontreal_enseignement">
  <a:themeElements>
    <a:clrScheme name="Personnalisé 5">
      <a:dk1>
        <a:srgbClr val="233250"/>
      </a:dk1>
      <a:lt1>
        <a:srgbClr val="FCFBF8"/>
      </a:lt1>
      <a:dk2>
        <a:srgbClr val="233250"/>
      </a:dk2>
      <a:lt2>
        <a:srgbClr val="FCFBF8"/>
      </a:lt2>
      <a:accent1>
        <a:srgbClr val="233250"/>
      </a:accent1>
      <a:accent2>
        <a:srgbClr val="91A5CE"/>
      </a:accent2>
      <a:accent3>
        <a:srgbClr val="EB5A4E"/>
      </a:accent3>
      <a:accent4>
        <a:srgbClr val="CDAD66"/>
      </a:accent4>
      <a:accent5>
        <a:srgbClr val="BED5BD"/>
      </a:accent5>
      <a:accent6>
        <a:srgbClr val="AC8582"/>
      </a:accent6>
      <a:hlink>
        <a:srgbClr val="233250"/>
      </a:hlink>
      <a:folHlink>
        <a:srgbClr val="EB5A4E"/>
      </a:folHlink>
    </a:clrScheme>
    <a:fontScheme name="Personnalisé 1">
      <a:majorFont>
        <a:latin typeface="Times New Roman"/>
        <a:ea typeface=""/>
        <a:cs typeface=""/>
      </a:majorFont>
      <a:minorFont>
        <a:latin typeface="Visby CF"/>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91440" tIns="45720" rIns="91440" bIns="45720" rtlCol="0">
        <a:normAutofit/>
      </a:bodyPr>
      <a:lstStyle>
        <a:defPPr marL="154800" indent="-154800">
          <a:buClr>
            <a:schemeClr val="accent2"/>
          </a:buClr>
          <a:buSzPct val="125000"/>
          <a:buFont typeface="Arial" panose="020B0604020202020204" pitchFamily="34" charset="0"/>
          <a:buChar char="•"/>
          <a:defRPr sz="1670" dirty="0" smtClean="0"/>
        </a:defPPr>
      </a:lstStyle>
    </a:txDef>
  </a:objectDefaults>
  <a:extraClrSchemeLst/>
  <a:extLst>
    <a:ext uri="{05A4C25C-085E-4340-85A3-A5531E510DB2}">
      <thm15:themeFamily xmlns:thm15="http://schemas.microsoft.com/office/thememl/2012/main" name="gabaritPowerPoint_HECMontreal_enseignement" id="{29928FB9-F3AA-45AB-8F46-6E4DF7254101}" vid="{C663BDC5-6FC0-40F6-8608-E4F4FEDA6E7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59A9A6A541A7A45A9CB40BC1908BF18" ma:contentTypeVersion="8" ma:contentTypeDescription="Create a new document." ma:contentTypeScope="" ma:versionID="8f5e8b42a871d183a76939c57151ef8b">
  <xsd:schema xmlns:xsd="http://www.w3.org/2001/XMLSchema" xmlns:xs="http://www.w3.org/2001/XMLSchema" xmlns:p="http://schemas.microsoft.com/office/2006/metadata/properties" xmlns:ns2="bd2dc4b9-1ec7-46e4-8aeb-8e23c24d7901" xmlns:ns3="69dcc765-6b09-4905-a327-946edc2eaaa4" targetNamespace="http://schemas.microsoft.com/office/2006/metadata/properties" ma:root="true" ma:fieldsID="758ba36e4243888cc67d00c9be5b1d70" ns2:_="" ns3:_="">
    <xsd:import namespace="bd2dc4b9-1ec7-46e4-8aeb-8e23c24d7901"/>
    <xsd:import namespace="69dcc765-6b09-4905-a327-946edc2eaaa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2dc4b9-1ec7-46e4-8aeb-8e23c24d790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9dcc765-6b09-4905-a327-946edc2eaaa4"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4A9448F-BA9E-44D9-B183-5AB1DF955CF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d2dc4b9-1ec7-46e4-8aeb-8e23c24d7901"/>
    <ds:schemaRef ds:uri="69dcc765-6b09-4905-a327-946edc2eaaa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8C8C581-688C-4F0F-A726-EDC6D295F37C}">
  <ds:schemaRefs>
    <ds:schemaRef ds:uri="http://schemas.microsoft.com/sharepoint/v3/contenttype/forms"/>
  </ds:schemaRefs>
</ds:datastoreItem>
</file>

<file path=customXml/itemProps3.xml><?xml version="1.0" encoding="utf-8"?>
<ds:datastoreItem xmlns:ds="http://schemas.openxmlformats.org/officeDocument/2006/customXml" ds:itemID="{54F99867-7C3C-4C85-A412-31A8DFBF27EC}">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69dcc765-6b09-4905-a327-946edc2eaaa4"/>
    <ds:schemaRef ds:uri="http://purl.org/dc/elements/1.1/"/>
    <ds:schemaRef ds:uri="http://schemas.microsoft.com/office/2006/metadata/properties"/>
    <ds:schemaRef ds:uri="bd2dc4b9-1ec7-46e4-8aeb-8e23c24d7901"/>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6909</TotalTime>
  <Words>1231</Words>
  <Application>Microsoft Office PowerPoint</Application>
  <PresentationFormat>Affichage à l'écran (16:10)</PresentationFormat>
  <Paragraphs>106</Paragraphs>
  <Slides>16</Slides>
  <Notes>8</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16</vt:i4>
      </vt:variant>
    </vt:vector>
  </HeadingPairs>
  <TitlesOfParts>
    <vt:vector size="24" baseType="lpstr">
      <vt:lpstr>Arial</vt:lpstr>
      <vt:lpstr>Articulate Light</vt:lpstr>
      <vt:lpstr>Calibri</vt:lpstr>
      <vt:lpstr>Times New Roman</vt:lpstr>
      <vt:lpstr>Visby CF</vt:lpstr>
      <vt:lpstr>Visby CF Bold</vt:lpstr>
      <vt:lpstr>Visby Slab CF Demi Bold</vt:lpstr>
      <vt:lpstr>gabaritPowerPoint_HECMontreal_enseignement</vt:lpstr>
      <vt:lpstr>Comportement organisationnel</vt:lpstr>
      <vt:lpstr>Objectifs d’apprentissage</vt:lpstr>
      <vt:lpstr>L’adaptation S’ajuster à une situation nouvelle, incertaine ou inconnue qui occasionne un déséquilibre</vt:lpstr>
      <vt:lpstr>Le stress</vt:lpstr>
      <vt:lpstr>Syndrome général d’adaptation</vt:lpstr>
      <vt:lpstr>Présentation PowerPoint</vt:lpstr>
      <vt:lpstr>Systèmes impliqués dans l’adaptation et les conséquences possibles de la charge allostatique sur ces systèmes</vt:lpstr>
      <vt:lpstr>Ce que cela nous permet de comprendre   S’adapter demande de l’énergie. Lorsqu’un déséquilibre survient, le stress contribue à mobiliser l’organisme afin qu’il puisse répondre aux demandes de la situation. Cette mobilisation est utile à l’adaptation, mais elle a un coût. Si elle se prolonge ou se répète sans récupération suffisante, les ressources de l’organisme peuvent progressivement s’épuiser.   S’adapter ne consiste donc pas seulement à mobiliser ses ressources : il faut aussi pouvoir les renouveler et préserver sa capacité à continuer de s’adapter. </vt:lpstr>
      <vt:lpstr>Les émotions</vt:lpstr>
      <vt:lpstr>Les émotions</vt:lpstr>
      <vt:lpstr>Les émotions</vt:lpstr>
      <vt:lpstr>L’intelligence émotionnelle</vt:lpstr>
      <vt:lpstr>Ce que cela nous permet de comprendre   Une émotion ne nous renseigne pas seulement sur ce que nous ressentons : elle nous donne aussi de l’information sur notre relation avec la situation.   L’enjeu n’est donc pas de ne plus ressentir certaines émotions mais comprendre ce qu’elles nous signalent afin de choisir plus consciemment la façon dont nous souhaitons nous adapter.</vt:lpstr>
      <vt:lpstr>Présentation PowerPoint</vt:lpstr>
      <vt:lpstr>Créer des conditions favorables à l’adaptation et promouvoir la santé au travail</vt:lpstr>
      <vt:lpstr>Ce que cela nous permet de comprendre   On ne peut pas comprendre les difficultés d’adaptation en regardant seulement la personne. Il faut aussi regarder ce à quoi son environnement lui demande de s’adapter et les ressources qu’il met à sa disposition.  Au travail, cela signifie que favoriser l’adaptation et la santé est aussi une responsabilité organisationnelle : l’organisation peut agir sur les demandes, les ressources et les conditions dans lesquelles les personnes travaillent.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COCO MAC</dc:creator>
  <cp:lastModifiedBy>Marie-Christine Albert</cp:lastModifiedBy>
  <cp:revision>198</cp:revision>
  <dcterms:created xsi:type="dcterms:W3CDTF">2020-04-12T17:45:51Z</dcterms:created>
  <dcterms:modified xsi:type="dcterms:W3CDTF">2026-10-01T19:05:00Z</dcterms:modified>
</cp:coreProperties>
</file>