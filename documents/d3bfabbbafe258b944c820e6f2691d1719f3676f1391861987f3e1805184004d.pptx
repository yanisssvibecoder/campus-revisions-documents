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Lst>
  <p:notesMasterIdLst>
    <p:notesMasterId r:id="rId21"/>
  </p:notesMasterIdLst>
  <p:sldIdLst>
    <p:sldId id="291" r:id="rId5"/>
    <p:sldId id="4120" r:id="rId6"/>
    <p:sldId id="3319" r:id="rId7"/>
    <p:sldId id="256" r:id="rId8"/>
    <p:sldId id="4175" r:id="rId9"/>
    <p:sldId id="269" r:id="rId10"/>
    <p:sldId id="4284" r:id="rId11"/>
    <p:sldId id="4314" r:id="rId12"/>
    <p:sldId id="4315" r:id="rId13"/>
    <p:sldId id="259" r:id="rId14"/>
    <p:sldId id="4137" r:id="rId15"/>
    <p:sldId id="4168" r:id="rId16"/>
    <p:sldId id="4169" r:id="rId17"/>
    <p:sldId id="4171" r:id="rId18"/>
    <p:sldId id="273" r:id="rId19"/>
    <p:sldId id="4316" r:id="rId20"/>
  </p:sldIdLst>
  <p:sldSz cx="9144000" cy="5715000" type="screen16x1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86DF7E31-346B-4611-9684-ED048FC2B26F}">
          <p14:sldIdLst>
            <p14:sldId id="291"/>
            <p14:sldId id="4120"/>
            <p14:sldId id="3319"/>
            <p14:sldId id="256"/>
            <p14:sldId id="4175"/>
          </p14:sldIdLst>
        </p14:section>
        <p14:section name="Section sans titre" id="{BCC88739-1F48-4948-A6F1-03EB3B31B98D}">
          <p14:sldIdLst>
            <p14:sldId id="269"/>
            <p14:sldId id="4284"/>
            <p14:sldId id="4314"/>
            <p14:sldId id="4315"/>
            <p14:sldId id="259"/>
            <p14:sldId id="4137"/>
            <p14:sldId id="4168"/>
            <p14:sldId id="4169"/>
            <p14:sldId id="4171"/>
            <p14:sldId id="273"/>
            <p14:sldId id="431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BDC"/>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347" autoAdjust="0"/>
    <p:restoredTop sz="94590"/>
  </p:normalViewPr>
  <p:slideViewPr>
    <p:cSldViewPr snapToGrid="0">
      <p:cViewPr varScale="1">
        <p:scale>
          <a:sx n="93" d="100"/>
          <a:sy n="93" d="100"/>
        </p:scale>
        <p:origin x="763" y="72"/>
      </p:cViewPr>
      <p:guideLst/>
    </p:cSldViewPr>
  </p:slideViewPr>
  <p:notesTextViewPr>
    <p:cViewPr>
      <p:scale>
        <a:sx n="1" d="1"/>
        <a:sy n="1" d="1"/>
      </p:scale>
      <p:origin x="0" y="0"/>
    </p:cViewPr>
  </p:notesTextViewPr>
  <p:sorterViewPr>
    <p:cViewPr>
      <p:scale>
        <a:sx n="100" d="100"/>
        <a:sy n="100" d="100"/>
      </p:scale>
      <p:origin x="0" y="-114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Christine Albert" userId="92be09ad-f68b-4da4-9d23-5d96f19a2174" providerId="ADAL" clId="{0D4468B7-707B-4BE9-8337-A7AE689FF0DB}"/>
    <pc:docChg chg="delSld modSection">
      <pc:chgData name="Marie-Christine Albert" userId="92be09ad-f68b-4da4-9d23-5d96f19a2174" providerId="ADAL" clId="{0D4468B7-707B-4BE9-8337-A7AE689FF0DB}" dt="2026-08-27T19:11:08.465" v="7" actId="47"/>
      <pc:docMkLst>
        <pc:docMk/>
      </pc:docMkLst>
      <pc:sldChg chg="del">
        <pc:chgData name="Marie-Christine Albert" userId="92be09ad-f68b-4da4-9d23-5d96f19a2174" providerId="ADAL" clId="{0D4468B7-707B-4BE9-8337-A7AE689FF0DB}" dt="2026-08-27T19:10:46.460" v="2" actId="47"/>
        <pc:sldMkLst>
          <pc:docMk/>
          <pc:sldMk cId="3380123015" sldId="3321"/>
        </pc:sldMkLst>
      </pc:sldChg>
      <pc:sldChg chg="del">
        <pc:chgData name="Marie-Christine Albert" userId="92be09ad-f68b-4da4-9d23-5d96f19a2174" providerId="ADAL" clId="{0D4468B7-707B-4BE9-8337-A7AE689FF0DB}" dt="2026-08-27T19:11:08.465" v="7" actId="47"/>
        <pc:sldMkLst>
          <pc:docMk/>
          <pc:sldMk cId="1939153760" sldId="4170"/>
        </pc:sldMkLst>
      </pc:sldChg>
      <pc:sldChg chg="del">
        <pc:chgData name="Marie-Christine Albert" userId="92be09ad-f68b-4da4-9d23-5d96f19a2174" providerId="ADAL" clId="{0D4468B7-707B-4BE9-8337-A7AE689FF0DB}" dt="2026-08-27T19:11:08.465" v="7" actId="47"/>
        <pc:sldMkLst>
          <pc:docMk/>
          <pc:sldMk cId="615220690" sldId="4172"/>
        </pc:sldMkLst>
      </pc:sldChg>
      <pc:sldChg chg="del">
        <pc:chgData name="Marie-Christine Albert" userId="92be09ad-f68b-4da4-9d23-5d96f19a2174" providerId="ADAL" clId="{0D4468B7-707B-4BE9-8337-A7AE689FF0DB}" dt="2026-08-27T19:10:48.239" v="3" actId="47"/>
        <pc:sldMkLst>
          <pc:docMk/>
          <pc:sldMk cId="1335480205" sldId="4176"/>
        </pc:sldMkLst>
      </pc:sldChg>
      <pc:sldChg chg="del">
        <pc:chgData name="Marie-Christine Albert" userId="92be09ad-f68b-4da4-9d23-5d96f19a2174" providerId="ADAL" clId="{0D4468B7-707B-4BE9-8337-A7AE689FF0DB}" dt="2026-08-27T19:10:50.172" v="4" actId="47"/>
        <pc:sldMkLst>
          <pc:docMk/>
          <pc:sldMk cId="2729119683" sldId="4285"/>
        </pc:sldMkLst>
      </pc:sldChg>
      <pc:sldChg chg="del">
        <pc:chgData name="Marie-Christine Albert" userId="92be09ad-f68b-4da4-9d23-5d96f19a2174" providerId="ADAL" clId="{0D4468B7-707B-4BE9-8337-A7AE689FF0DB}" dt="2026-08-27T19:10:50.852" v="5" actId="47"/>
        <pc:sldMkLst>
          <pc:docMk/>
          <pc:sldMk cId="1945585116" sldId="4286"/>
        </pc:sldMkLst>
      </pc:sldChg>
      <pc:sldChg chg="del">
        <pc:chgData name="Marie-Christine Albert" userId="92be09ad-f68b-4da4-9d23-5d96f19a2174" providerId="ADAL" clId="{0D4468B7-707B-4BE9-8337-A7AE689FF0DB}" dt="2026-08-27T19:11:02.183" v="6" actId="47"/>
        <pc:sldMkLst>
          <pc:docMk/>
          <pc:sldMk cId="769134448" sldId="4287"/>
        </pc:sldMkLst>
      </pc:sldChg>
      <pc:sldChg chg="del">
        <pc:chgData name="Marie-Christine Albert" userId="92be09ad-f68b-4da4-9d23-5d96f19a2174" providerId="ADAL" clId="{0D4468B7-707B-4BE9-8337-A7AE689FF0DB}" dt="2026-08-27T19:11:02.183" v="6" actId="47"/>
        <pc:sldMkLst>
          <pc:docMk/>
          <pc:sldMk cId="2847697207" sldId="4288"/>
        </pc:sldMkLst>
      </pc:sldChg>
      <pc:sldChg chg="del">
        <pc:chgData name="Marie-Christine Albert" userId="92be09ad-f68b-4da4-9d23-5d96f19a2174" providerId="ADAL" clId="{0D4468B7-707B-4BE9-8337-A7AE689FF0DB}" dt="2026-08-27T19:11:02.183" v="6" actId="47"/>
        <pc:sldMkLst>
          <pc:docMk/>
          <pc:sldMk cId="1434014122" sldId="4289"/>
        </pc:sldMkLst>
      </pc:sldChg>
      <pc:sldChg chg="del">
        <pc:chgData name="Marie-Christine Albert" userId="92be09ad-f68b-4da4-9d23-5d96f19a2174" providerId="ADAL" clId="{0D4468B7-707B-4BE9-8337-A7AE689FF0DB}" dt="2026-08-27T19:11:02.183" v="6" actId="47"/>
        <pc:sldMkLst>
          <pc:docMk/>
          <pc:sldMk cId="34799953" sldId="4290"/>
        </pc:sldMkLst>
      </pc:sldChg>
      <pc:sldChg chg="del">
        <pc:chgData name="Marie-Christine Albert" userId="92be09ad-f68b-4da4-9d23-5d96f19a2174" providerId="ADAL" clId="{0D4468B7-707B-4BE9-8337-A7AE689FF0DB}" dt="2026-08-27T19:11:02.183" v="6" actId="47"/>
        <pc:sldMkLst>
          <pc:docMk/>
          <pc:sldMk cId="951186756" sldId="4291"/>
        </pc:sldMkLst>
      </pc:sldChg>
      <pc:sldChg chg="del">
        <pc:chgData name="Marie-Christine Albert" userId="92be09ad-f68b-4da4-9d23-5d96f19a2174" providerId="ADAL" clId="{0D4468B7-707B-4BE9-8337-A7AE689FF0DB}" dt="2026-08-27T19:11:02.183" v="6" actId="47"/>
        <pc:sldMkLst>
          <pc:docMk/>
          <pc:sldMk cId="836885047" sldId="4292"/>
        </pc:sldMkLst>
      </pc:sldChg>
      <pc:sldChg chg="del">
        <pc:chgData name="Marie-Christine Albert" userId="92be09ad-f68b-4da4-9d23-5d96f19a2174" providerId="ADAL" clId="{0D4468B7-707B-4BE9-8337-A7AE689FF0DB}" dt="2026-08-27T19:11:02.183" v="6" actId="47"/>
        <pc:sldMkLst>
          <pc:docMk/>
          <pc:sldMk cId="2926584659" sldId="4293"/>
        </pc:sldMkLst>
      </pc:sldChg>
      <pc:sldChg chg="del">
        <pc:chgData name="Marie-Christine Albert" userId="92be09ad-f68b-4da4-9d23-5d96f19a2174" providerId="ADAL" clId="{0D4468B7-707B-4BE9-8337-A7AE689FF0DB}" dt="2026-08-27T19:11:02.183" v="6" actId="47"/>
        <pc:sldMkLst>
          <pc:docMk/>
          <pc:sldMk cId="3230455254" sldId="4294"/>
        </pc:sldMkLst>
      </pc:sldChg>
      <pc:sldChg chg="del">
        <pc:chgData name="Marie-Christine Albert" userId="92be09ad-f68b-4da4-9d23-5d96f19a2174" providerId="ADAL" clId="{0D4468B7-707B-4BE9-8337-A7AE689FF0DB}" dt="2026-08-27T19:11:02.183" v="6" actId="47"/>
        <pc:sldMkLst>
          <pc:docMk/>
          <pc:sldMk cId="1586745170" sldId="4295"/>
        </pc:sldMkLst>
      </pc:sldChg>
      <pc:sldChg chg="del">
        <pc:chgData name="Marie-Christine Albert" userId="92be09ad-f68b-4da4-9d23-5d96f19a2174" providerId="ADAL" clId="{0D4468B7-707B-4BE9-8337-A7AE689FF0DB}" dt="2026-08-27T19:11:02.183" v="6" actId="47"/>
        <pc:sldMkLst>
          <pc:docMk/>
          <pc:sldMk cId="1939008768" sldId="4296"/>
        </pc:sldMkLst>
      </pc:sldChg>
      <pc:sldChg chg="del">
        <pc:chgData name="Marie-Christine Albert" userId="92be09ad-f68b-4da4-9d23-5d96f19a2174" providerId="ADAL" clId="{0D4468B7-707B-4BE9-8337-A7AE689FF0DB}" dt="2026-08-27T19:11:02.183" v="6" actId="47"/>
        <pc:sldMkLst>
          <pc:docMk/>
          <pc:sldMk cId="1654862606" sldId="4297"/>
        </pc:sldMkLst>
      </pc:sldChg>
      <pc:sldChg chg="del">
        <pc:chgData name="Marie-Christine Albert" userId="92be09ad-f68b-4da4-9d23-5d96f19a2174" providerId="ADAL" clId="{0D4468B7-707B-4BE9-8337-A7AE689FF0DB}" dt="2026-08-27T19:11:02.183" v="6" actId="47"/>
        <pc:sldMkLst>
          <pc:docMk/>
          <pc:sldMk cId="200204852" sldId="4298"/>
        </pc:sldMkLst>
      </pc:sldChg>
      <pc:sldChg chg="del">
        <pc:chgData name="Marie-Christine Albert" userId="92be09ad-f68b-4da4-9d23-5d96f19a2174" providerId="ADAL" clId="{0D4468B7-707B-4BE9-8337-A7AE689FF0DB}" dt="2026-08-27T19:11:02.183" v="6" actId="47"/>
        <pc:sldMkLst>
          <pc:docMk/>
          <pc:sldMk cId="939286219" sldId="4299"/>
        </pc:sldMkLst>
      </pc:sldChg>
      <pc:sldChg chg="del">
        <pc:chgData name="Marie-Christine Albert" userId="92be09ad-f68b-4da4-9d23-5d96f19a2174" providerId="ADAL" clId="{0D4468B7-707B-4BE9-8337-A7AE689FF0DB}" dt="2026-08-27T19:11:02.183" v="6" actId="47"/>
        <pc:sldMkLst>
          <pc:docMk/>
          <pc:sldMk cId="3217744536" sldId="4301"/>
        </pc:sldMkLst>
      </pc:sldChg>
      <pc:sldChg chg="del">
        <pc:chgData name="Marie-Christine Albert" userId="92be09ad-f68b-4da4-9d23-5d96f19a2174" providerId="ADAL" clId="{0D4468B7-707B-4BE9-8337-A7AE689FF0DB}" dt="2026-08-27T19:11:02.183" v="6" actId="47"/>
        <pc:sldMkLst>
          <pc:docMk/>
          <pc:sldMk cId="2941183526" sldId="4302"/>
        </pc:sldMkLst>
      </pc:sldChg>
      <pc:sldChg chg="del">
        <pc:chgData name="Marie-Christine Albert" userId="92be09ad-f68b-4da4-9d23-5d96f19a2174" providerId="ADAL" clId="{0D4468B7-707B-4BE9-8337-A7AE689FF0DB}" dt="2026-08-27T19:11:02.183" v="6" actId="47"/>
        <pc:sldMkLst>
          <pc:docMk/>
          <pc:sldMk cId="3802932567" sldId="4303"/>
        </pc:sldMkLst>
      </pc:sldChg>
      <pc:sldChg chg="del">
        <pc:chgData name="Marie-Christine Albert" userId="92be09ad-f68b-4da4-9d23-5d96f19a2174" providerId="ADAL" clId="{0D4468B7-707B-4BE9-8337-A7AE689FF0DB}" dt="2026-08-27T19:11:02.183" v="6" actId="47"/>
        <pc:sldMkLst>
          <pc:docMk/>
          <pc:sldMk cId="4203027336" sldId="4304"/>
        </pc:sldMkLst>
      </pc:sldChg>
      <pc:sldChg chg="del">
        <pc:chgData name="Marie-Christine Albert" userId="92be09ad-f68b-4da4-9d23-5d96f19a2174" providerId="ADAL" clId="{0D4468B7-707B-4BE9-8337-A7AE689FF0DB}" dt="2026-08-27T19:11:02.183" v="6" actId="47"/>
        <pc:sldMkLst>
          <pc:docMk/>
          <pc:sldMk cId="902285604" sldId="4305"/>
        </pc:sldMkLst>
      </pc:sldChg>
      <pc:sldChg chg="del">
        <pc:chgData name="Marie-Christine Albert" userId="92be09ad-f68b-4da4-9d23-5d96f19a2174" providerId="ADAL" clId="{0D4468B7-707B-4BE9-8337-A7AE689FF0DB}" dt="2026-08-27T19:11:02.183" v="6" actId="47"/>
        <pc:sldMkLst>
          <pc:docMk/>
          <pc:sldMk cId="3316932740" sldId="4306"/>
        </pc:sldMkLst>
      </pc:sldChg>
      <pc:sldChg chg="del">
        <pc:chgData name="Marie-Christine Albert" userId="92be09ad-f68b-4da4-9d23-5d96f19a2174" providerId="ADAL" clId="{0D4468B7-707B-4BE9-8337-A7AE689FF0DB}" dt="2026-08-27T19:10:41.667" v="0" actId="47"/>
        <pc:sldMkLst>
          <pc:docMk/>
          <pc:sldMk cId="1218101279" sldId="4307"/>
        </pc:sldMkLst>
      </pc:sldChg>
      <pc:sldChg chg="del">
        <pc:chgData name="Marie-Christine Albert" userId="92be09ad-f68b-4da4-9d23-5d96f19a2174" providerId="ADAL" clId="{0D4468B7-707B-4BE9-8337-A7AE689FF0DB}" dt="2026-08-27T19:11:02.183" v="6" actId="47"/>
        <pc:sldMkLst>
          <pc:docMk/>
          <pc:sldMk cId="611249228" sldId="4308"/>
        </pc:sldMkLst>
      </pc:sldChg>
      <pc:sldChg chg="del">
        <pc:chgData name="Marie-Christine Albert" userId="92be09ad-f68b-4da4-9d23-5d96f19a2174" providerId="ADAL" clId="{0D4468B7-707B-4BE9-8337-A7AE689FF0DB}" dt="2026-08-27T19:11:02.183" v="6" actId="47"/>
        <pc:sldMkLst>
          <pc:docMk/>
          <pc:sldMk cId="1537045465" sldId="4309"/>
        </pc:sldMkLst>
      </pc:sldChg>
      <pc:sldChg chg="del">
        <pc:chgData name="Marie-Christine Albert" userId="92be09ad-f68b-4da4-9d23-5d96f19a2174" providerId="ADAL" clId="{0D4468B7-707B-4BE9-8337-A7AE689FF0DB}" dt="2026-08-27T19:10:44.487" v="1" actId="47"/>
        <pc:sldMkLst>
          <pc:docMk/>
          <pc:sldMk cId="2346183996" sldId="4310"/>
        </pc:sldMkLst>
      </pc:sldChg>
      <pc:sldChg chg="del">
        <pc:chgData name="Marie-Christine Albert" userId="92be09ad-f68b-4da4-9d23-5d96f19a2174" providerId="ADAL" clId="{0D4468B7-707B-4BE9-8337-A7AE689FF0DB}" dt="2026-08-27T19:11:02.183" v="6" actId="47"/>
        <pc:sldMkLst>
          <pc:docMk/>
          <pc:sldMk cId="1038870964" sldId="4311"/>
        </pc:sldMkLst>
      </pc:sldChg>
      <pc:sldChg chg="del">
        <pc:chgData name="Marie-Christine Albert" userId="92be09ad-f68b-4da4-9d23-5d96f19a2174" providerId="ADAL" clId="{0D4468B7-707B-4BE9-8337-A7AE689FF0DB}" dt="2026-08-27T19:11:02.183" v="6" actId="47"/>
        <pc:sldMkLst>
          <pc:docMk/>
          <pc:sldMk cId="3098632084" sldId="4312"/>
        </pc:sldMkLst>
      </pc:sldChg>
      <pc:sldChg chg="del">
        <pc:chgData name="Marie-Christine Albert" userId="92be09ad-f68b-4da4-9d23-5d96f19a2174" providerId="ADAL" clId="{0D4468B7-707B-4BE9-8337-A7AE689FF0DB}" dt="2026-08-27T19:11:02.183" v="6" actId="47"/>
        <pc:sldMkLst>
          <pc:docMk/>
          <pc:sldMk cId="210403821" sldId="4313"/>
        </pc:sldMkLst>
      </pc:sldChg>
      <pc:sldMasterChg chg="delSldLayout">
        <pc:chgData name="Marie-Christine Albert" userId="92be09ad-f68b-4da4-9d23-5d96f19a2174" providerId="ADAL" clId="{0D4468B7-707B-4BE9-8337-A7AE689FF0DB}" dt="2026-08-27T19:11:02.183" v="6" actId="47"/>
        <pc:sldMasterMkLst>
          <pc:docMk/>
          <pc:sldMasterMk cId="887047093" sldId="2147483672"/>
        </pc:sldMasterMkLst>
        <pc:sldLayoutChg chg="del">
          <pc:chgData name="Marie-Christine Albert" userId="92be09ad-f68b-4da4-9d23-5d96f19a2174" providerId="ADAL" clId="{0D4468B7-707B-4BE9-8337-A7AE689FF0DB}" dt="2026-08-27T19:10:46.460" v="2" actId="47"/>
          <pc:sldLayoutMkLst>
            <pc:docMk/>
            <pc:sldMasterMk cId="887047093" sldId="2147483672"/>
            <pc:sldLayoutMk cId="2298730430" sldId="2147483731"/>
          </pc:sldLayoutMkLst>
        </pc:sldLayoutChg>
        <pc:sldLayoutChg chg="del">
          <pc:chgData name="Marie-Christine Albert" userId="92be09ad-f68b-4da4-9d23-5d96f19a2174" providerId="ADAL" clId="{0D4468B7-707B-4BE9-8337-A7AE689FF0DB}" dt="2026-08-27T19:11:02.183" v="6" actId="47"/>
          <pc:sldLayoutMkLst>
            <pc:docMk/>
            <pc:sldMasterMk cId="887047093" sldId="2147483672"/>
            <pc:sldLayoutMk cId="693700399" sldId="2147483732"/>
          </pc:sldLayoutMkLst>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ata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2.xml.rels><?xml version="1.0" encoding="UTF-8" standalone="yes"?>
<Relationships xmlns="http://schemas.openxmlformats.org/package/2006/relationships"><Relationship Id="rId2" Type="http://schemas.openxmlformats.org/officeDocument/2006/relationships/image" Target="../media/image20.svg"/><Relationship Id="rId1"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60FA4D-3E32-40F0-90B5-88CE1F183F7A}"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069685A2-B756-4AE1-A02F-B410EA74F2F4}">
      <dgm:prSet/>
      <dgm:spPr/>
      <dgm:t>
        <a:bodyPr/>
        <a:lstStyle/>
        <a:p>
          <a:pPr>
            <a:defRPr cap="all"/>
          </a:pPr>
          <a:r>
            <a:rPr lang="fr-CA" b="0" baseline="0" dirty="0"/>
            <a:t>Faire connaissance et briser la glace</a:t>
          </a:r>
          <a:endParaRPr lang="en-US" dirty="0"/>
        </a:p>
      </dgm:t>
    </dgm:pt>
    <dgm:pt modelId="{F11C003F-1D9B-42B0-BB82-5981E53EFC3B}" type="parTrans" cxnId="{CE387857-5D5B-49B4-A9CA-E19F55A43F10}">
      <dgm:prSet/>
      <dgm:spPr/>
      <dgm:t>
        <a:bodyPr/>
        <a:lstStyle/>
        <a:p>
          <a:endParaRPr lang="en-US"/>
        </a:p>
      </dgm:t>
    </dgm:pt>
    <dgm:pt modelId="{EAD9A751-977C-4136-8002-1AD6112700B7}" type="sibTrans" cxnId="{CE387857-5D5B-49B4-A9CA-E19F55A43F10}">
      <dgm:prSet/>
      <dgm:spPr/>
      <dgm:t>
        <a:bodyPr/>
        <a:lstStyle/>
        <a:p>
          <a:endParaRPr lang="en-US"/>
        </a:p>
      </dgm:t>
    </dgm:pt>
    <dgm:pt modelId="{CBA40214-6D21-46C7-8ACC-31DBABA7C685}">
      <dgm:prSet/>
      <dgm:spPr/>
      <dgm:t>
        <a:bodyPr/>
        <a:lstStyle/>
        <a:p>
          <a:pPr>
            <a:defRPr cap="all"/>
          </a:pPr>
          <a:r>
            <a:rPr lang="fr-CA" b="0" baseline="0" dirty="0"/>
            <a:t>Présenter le cours, le matériel et les modalités d’évaluation</a:t>
          </a:r>
          <a:endParaRPr lang="en-US" dirty="0"/>
        </a:p>
      </dgm:t>
    </dgm:pt>
    <dgm:pt modelId="{105EAC4F-3D68-4C16-A69A-548605941784}" type="parTrans" cxnId="{10DA7694-EEB0-4CBA-9EB2-A4612B36AF82}">
      <dgm:prSet/>
      <dgm:spPr/>
      <dgm:t>
        <a:bodyPr/>
        <a:lstStyle/>
        <a:p>
          <a:endParaRPr lang="en-US"/>
        </a:p>
      </dgm:t>
    </dgm:pt>
    <dgm:pt modelId="{BDC587FA-5164-4B3B-A3CC-7C73CAC6BFE8}" type="sibTrans" cxnId="{10DA7694-EEB0-4CBA-9EB2-A4612B36AF82}">
      <dgm:prSet/>
      <dgm:spPr/>
      <dgm:t>
        <a:bodyPr/>
        <a:lstStyle/>
        <a:p>
          <a:endParaRPr lang="en-US"/>
        </a:p>
      </dgm:t>
    </dgm:pt>
    <dgm:pt modelId="{B5029210-0CDB-4574-8605-A51C11D40124}">
      <dgm:prSet/>
      <dgm:spPr/>
      <dgm:t>
        <a:bodyPr/>
        <a:lstStyle/>
        <a:p>
          <a:pPr>
            <a:defRPr cap="all"/>
          </a:pPr>
          <a:r>
            <a:rPr lang="fr-CA" b="0" baseline="0" dirty="0"/>
            <a:t>Sensibiliser les étudiants à la pertinence du comportement organisationnel en gestion</a:t>
          </a:r>
          <a:endParaRPr lang="en-US" dirty="0"/>
        </a:p>
      </dgm:t>
    </dgm:pt>
    <dgm:pt modelId="{0EA8C54E-C5E7-4523-A837-F4E0BCA7AEAD}" type="parTrans" cxnId="{492D2B7C-C83C-49F4-94D6-B23B6DA4A05A}">
      <dgm:prSet/>
      <dgm:spPr/>
      <dgm:t>
        <a:bodyPr/>
        <a:lstStyle/>
        <a:p>
          <a:endParaRPr lang="en-US"/>
        </a:p>
      </dgm:t>
    </dgm:pt>
    <dgm:pt modelId="{2445219B-01AA-459B-9402-7A0F05480B07}" type="sibTrans" cxnId="{492D2B7C-C83C-49F4-94D6-B23B6DA4A05A}">
      <dgm:prSet/>
      <dgm:spPr/>
      <dgm:t>
        <a:bodyPr/>
        <a:lstStyle/>
        <a:p>
          <a:endParaRPr lang="en-US"/>
        </a:p>
      </dgm:t>
    </dgm:pt>
    <dgm:pt modelId="{75F6E088-70E6-4845-B7B9-BBD25964D8C9}" type="pres">
      <dgm:prSet presAssocID="{C260FA4D-3E32-40F0-90B5-88CE1F183F7A}" presName="root" presStyleCnt="0">
        <dgm:presLayoutVars>
          <dgm:dir/>
          <dgm:resizeHandles val="exact"/>
        </dgm:presLayoutVars>
      </dgm:prSet>
      <dgm:spPr/>
    </dgm:pt>
    <dgm:pt modelId="{E37F15AF-6409-4FC1-8BA8-01E6829FFB08}" type="pres">
      <dgm:prSet presAssocID="{069685A2-B756-4AE1-A02F-B410EA74F2F4}" presName="compNode" presStyleCnt="0"/>
      <dgm:spPr/>
    </dgm:pt>
    <dgm:pt modelId="{8D448139-A427-4EDF-91B1-B6ABF2D9ABC4}" type="pres">
      <dgm:prSet presAssocID="{069685A2-B756-4AE1-A02F-B410EA74F2F4}" presName="iconBgRect" presStyleLbl="bgShp" presStyleIdx="0" presStyleCnt="3"/>
      <dgm:spPr/>
    </dgm:pt>
    <dgm:pt modelId="{C903F227-E1AF-4856-9F9A-76895AF9FA70}" type="pres">
      <dgm:prSet presAssocID="{069685A2-B756-4AE1-A02F-B410EA74F2F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e"/>
        </a:ext>
      </dgm:extLst>
    </dgm:pt>
    <dgm:pt modelId="{674122D4-D8AB-49BE-9472-0FA04F347C66}" type="pres">
      <dgm:prSet presAssocID="{069685A2-B756-4AE1-A02F-B410EA74F2F4}" presName="spaceRect" presStyleCnt="0"/>
      <dgm:spPr/>
    </dgm:pt>
    <dgm:pt modelId="{E8159573-F614-4CCF-9C94-27C483CCB406}" type="pres">
      <dgm:prSet presAssocID="{069685A2-B756-4AE1-A02F-B410EA74F2F4}" presName="textRect" presStyleLbl="revTx" presStyleIdx="0" presStyleCnt="3">
        <dgm:presLayoutVars>
          <dgm:chMax val="1"/>
          <dgm:chPref val="1"/>
        </dgm:presLayoutVars>
      </dgm:prSet>
      <dgm:spPr/>
    </dgm:pt>
    <dgm:pt modelId="{C471A861-8928-44E2-A847-CBFFA3179245}" type="pres">
      <dgm:prSet presAssocID="{EAD9A751-977C-4136-8002-1AD6112700B7}" presName="sibTrans" presStyleCnt="0"/>
      <dgm:spPr/>
    </dgm:pt>
    <dgm:pt modelId="{FD7DE8DC-9128-46E4-9A6B-0EF183DE8B06}" type="pres">
      <dgm:prSet presAssocID="{CBA40214-6D21-46C7-8ACC-31DBABA7C685}" presName="compNode" presStyleCnt="0"/>
      <dgm:spPr/>
    </dgm:pt>
    <dgm:pt modelId="{30CF2D0B-AB01-4E1C-9030-6A94010A8285}" type="pres">
      <dgm:prSet presAssocID="{CBA40214-6D21-46C7-8ACC-31DBABA7C685}" presName="iconBgRect" presStyleLbl="bgShp" presStyleIdx="1" presStyleCnt="3"/>
      <dgm:spPr/>
    </dgm:pt>
    <dgm:pt modelId="{85AD3E19-7C9A-4B03-BC4F-BF5162503D6C}" type="pres">
      <dgm:prSet presAssocID="{CBA40214-6D21-46C7-8ACC-31DBABA7C68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seignant"/>
        </a:ext>
      </dgm:extLst>
    </dgm:pt>
    <dgm:pt modelId="{599CAD3A-B1D2-4C3E-BD06-C1A77F0F9813}" type="pres">
      <dgm:prSet presAssocID="{CBA40214-6D21-46C7-8ACC-31DBABA7C685}" presName="spaceRect" presStyleCnt="0"/>
      <dgm:spPr/>
    </dgm:pt>
    <dgm:pt modelId="{64DDBFA9-882C-42EC-881C-32F3956F6600}" type="pres">
      <dgm:prSet presAssocID="{CBA40214-6D21-46C7-8ACC-31DBABA7C685}" presName="textRect" presStyleLbl="revTx" presStyleIdx="1" presStyleCnt="3">
        <dgm:presLayoutVars>
          <dgm:chMax val="1"/>
          <dgm:chPref val="1"/>
        </dgm:presLayoutVars>
      </dgm:prSet>
      <dgm:spPr/>
    </dgm:pt>
    <dgm:pt modelId="{6AAE233A-DD4D-4163-ABDA-58EC2D24F039}" type="pres">
      <dgm:prSet presAssocID="{BDC587FA-5164-4B3B-A3CC-7C73CAC6BFE8}" presName="sibTrans" presStyleCnt="0"/>
      <dgm:spPr/>
    </dgm:pt>
    <dgm:pt modelId="{5FCBC8F6-F387-4FEB-BA33-9C687E491C07}" type="pres">
      <dgm:prSet presAssocID="{B5029210-0CDB-4574-8605-A51C11D40124}" presName="compNode" presStyleCnt="0"/>
      <dgm:spPr/>
    </dgm:pt>
    <dgm:pt modelId="{A9BA73F8-E665-4080-9F74-98C9F97A187F}" type="pres">
      <dgm:prSet presAssocID="{B5029210-0CDB-4574-8605-A51C11D40124}" presName="iconBgRect" presStyleLbl="bgShp" presStyleIdx="2" presStyleCnt="3"/>
      <dgm:spPr/>
    </dgm:pt>
    <dgm:pt modelId="{D1F044C3-E263-42DE-BE8C-7DBDC08366A1}" type="pres">
      <dgm:prSet presAssocID="{B5029210-0CDB-4574-8605-A51C11D40124}"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Brainstorming de groupe avec un remplissage uni"/>
        </a:ext>
      </dgm:extLst>
    </dgm:pt>
    <dgm:pt modelId="{9E3106F6-F7E8-4263-8495-A8F12DF097EA}" type="pres">
      <dgm:prSet presAssocID="{B5029210-0CDB-4574-8605-A51C11D40124}" presName="spaceRect" presStyleCnt="0"/>
      <dgm:spPr/>
    </dgm:pt>
    <dgm:pt modelId="{BF9286AC-4FB7-4988-8B32-22E008E39268}" type="pres">
      <dgm:prSet presAssocID="{B5029210-0CDB-4574-8605-A51C11D40124}" presName="textRect" presStyleLbl="revTx" presStyleIdx="2" presStyleCnt="3">
        <dgm:presLayoutVars>
          <dgm:chMax val="1"/>
          <dgm:chPref val="1"/>
        </dgm:presLayoutVars>
      </dgm:prSet>
      <dgm:spPr/>
    </dgm:pt>
  </dgm:ptLst>
  <dgm:cxnLst>
    <dgm:cxn modelId="{9D6EBD29-3C6A-4E96-8945-96FD4CDFCE80}" type="presOf" srcId="{C260FA4D-3E32-40F0-90B5-88CE1F183F7A}" destId="{75F6E088-70E6-4845-B7B9-BBD25964D8C9}" srcOrd="0" destOrd="0" presId="urn:microsoft.com/office/officeart/2018/5/layout/IconCircleLabelList"/>
    <dgm:cxn modelId="{CE387857-5D5B-49B4-A9CA-E19F55A43F10}" srcId="{C260FA4D-3E32-40F0-90B5-88CE1F183F7A}" destId="{069685A2-B756-4AE1-A02F-B410EA74F2F4}" srcOrd="0" destOrd="0" parTransId="{F11C003F-1D9B-42B0-BB82-5981E53EFC3B}" sibTransId="{EAD9A751-977C-4136-8002-1AD6112700B7}"/>
    <dgm:cxn modelId="{492D2B7C-C83C-49F4-94D6-B23B6DA4A05A}" srcId="{C260FA4D-3E32-40F0-90B5-88CE1F183F7A}" destId="{B5029210-0CDB-4574-8605-A51C11D40124}" srcOrd="2" destOrd="0" parTransId="{0EA8C54E-C5E7-4523-A837-F4E0BCA7AEAD}" sibTransId="{2445219B-01AA-459B-9402-7A0F05480B07}"/>
    <dgm:cxn modelId="{B9D05D8A-B88E-41C9-BB11-BBE9CB03982F}" type="presOf" srcId="{B5029210-0CDB-4574-8605-A51C11D40124}" destId="{BF9286AC-4FB7-4988-8B32-22E008E39268}" srcOrd="0" destOrd="0" presId="urn:microsoft.com/office/officeart/2018/5/layout/IconCircleLabelList"/>
    <dgm:cxn modelId="{10DA7694-EEB0-4CBA-9EB2-A4612B36AF82}" srcId="{C260FA4D-3E32-40F0-90B5-88CE1F183F7A}" destId="{CBA40214-6D21-46C7-8ACC-31DBABA7C685}" srcOrd="1" destOrd="0" parTransId="{105EAC4F-3D68-4C16-A69A-548605941784}" sibTransId="{BDC587FA-5164-4B3B-A3CC-7C73CAC6BFE8}"/>
    <dgm:cxn modelId="{DEC0EFAE-0E1C-4232-815E-87BBF9B11DFB}" type="presOf" srcId="{CBA40214-6D21-46C7-8ACC-31DBABA7C685}" destId="{64DDBFA9-882C-42EC-881C-32F3956F6600}" srcOrd="0" destOrd="0" presId="urn:microsoft.com/office/officeart/2018/5/layout/IconCircleLabelList"/>
    <dgm:cxn modelId="{0F5A36FD-865D-4A1E-9690-6D5EB169E8DE}" type="presOf" srcId="{069685A2-B756-4AE1-A02F-B410EA74F2F4}" destId="{E8159573-F614-4CCF-9C94-27C483CCB406}" srcOrd="0" destOrd="0" presId="urn:microsoft.com/office/officeart/2018/5/layout/IconCircleLabelList"/>
    <dgm:cxn modelId="{7803FE23-55F9-4ABC-AE30-7DF71C868C91}" type="presParOf" srcId="{75F6E088-70E6-4845-B7B9-BBD25964D8C9}" destId="{E37F15AF-6409-4FC1-8BA8-01E6829FFB08}" srcOrd="0" destOrd="0" presId="urn:microsoft.com/office/officeart/2018/5/layout/IconCircleLabelList"/>
    <dgm:cxn modelId="{4A323AF0-CE42-4921-9147-55431003F484}" type="presParOf" srcId="{E37F15AF-6409-4FC1-8BA8-01E6829FFB08}" destId="{8D448139-A427-4EDF-91B1-B6ABF2D9ABC4}" srcOrd="0" destOrd="0" presId="urn:microsoft.com/office/officeart/2018/5/layout/IconCircleLabelList"/>
    <dgm:cxn modelId="{3101B1B2-6E5D-4F61-93BF-7A7304ACB7E8}" type="presParOf" srcId="{E37F15AF-6409-4FC1-8BA8-01E6829FFB08}" destId="{C903F227-E1AF-4856-9F9A-76895AF9FA70}" srcOrd="1" destOrd="0" presId="urn:microsoft.com/office/officeart/2018/5/layout/IconCircleLabelList"/>
    <dgm:cxn modelId="{258F268C-AF24-4E29-BB8B-750034B3DC20}" type="presParOf" srcId="{E37F15AF-6409-4FC1-8BA8-01E6829FFB08}" destId="{674122D4-D8AB-49BE-9472-0FA04F347C66}" srcOrd="2" destOrd="0" presId="urn:microsoft.com/office/officeart/2018/5/layout/IconCircleLabelList"/>
    <dgm:cxn modelId="{A7E76EBE-C893-45CF-B073-9F5568ADE768}" type="presParOf" srcId="{E37F15AF-6409-4FC1-8BA8-01E6829FFB08}" destId="{E8159573-F614-4CCF-9C94-27C483CCB406}" srcOrd="3" destOrd="0" presId="urn:microsoft.com/office/officeart/2018/5/layout/IconCircleLabelList"/>
    <dgm:cxn modelId="{7C900641-E8ED-4848-AE4F-1F6B814F6607}" type="presParOf" srcId="{75F6E088-70E6-4845-B7B9-BBD25964D8C9}" destId="{C471A861-8928-44E2-A847-CBFFA3179245}" srcOrd="1" destOrd="0" presId="urn:microsoft.com/office/officeart/2018/5/layout/IconCircleLabelList"/>
    <dgm:cxn modelId="{68B327B5-9EDC-4354-9C38-AB2322D1834C}" type="presParOf" srcId="{75F6E088-70E6-4845-B7B9-BBD25964D8C9}" destId="{FD7DE8DC-9128-46E4-9A6B-0EF183DE8B06}" srcOrd="2" destOrd="0" presId="urn:microsoft.com/office/officeart/2018/5/layout/IconCircleLabelList"/>
    <dgm:cxn modelId="{38EC4F3B-04E2-45D2-A646-736004BB95DA}" type="presParOf" srcId="{FD7DE8DC-9128-46E4-9A6B-0EF183DE8B06}" destId="{30CF2D0B-AB01-4E1C-9030-6A94010A8285}" srcOrd="0" destOrd="0" presId="urn:microsoft.com/office/officeart/2018/5/layout/IconCircleLabelList"/>
    <dgm:cxn modelId="{BA7FFE13-BC28-4FDF-A362-90ED289ED2DC}" type="presParOf" srcId="{FD7DE8DC-9128-46E4-9A6B-0EF183DE8B06}" destId="{85AD3E19-7C9A-4B03-BC4F-BF5162503D6C}" srcOrd="1" destOrd="0" presId="urn:microsoft.com/office/officeart/2018/5/layout/IconCircleLabelList"/>
    <dgm:cxn modelId="{41A74575-1FE4-428E-A421-E936E8DCAF43}" type="presParOf" srcId="{FD7DE8DC-9128-46E4-9A6B-0EF183DE8B06}" destId="{599CAD3A-B1D2-4C3E-BD06-C1A77F0F9813}" srcOrd="2" destOrd="0" presId="urn:microsoft.com/office/officeart/2018/5/layout/IconCircleLabelList"/>
    <dgm:cxn modelId="{BAF1DB90-D7A1-4AAB-B677-54A392D25903}" type="presParOf" srcId="{FD7DE8DC-9128-46E4-9A6B-0EF183DE8B06}" destId="{64DDBFA9-882C-42EC-881C-32F3956F6600}" srcOrd="3" destOrd="0" presId="urn:microsoft.com/office/officeart/2018/5/layout/IconCircleLabelList"/>
    <dgm:cxn modelId="{8106463F-3CDA-4792-B1A1-11F0A45FE76A}" type="presParOf" srcId="{75F6E088-70E6-4845-B7B9-BBD25964D8C9}" destId="{6AAE233A-DD4D-4163-ABDA-58EC2D24F039}" srcOrd="3" destOrd="0" presId="urn:microsoft.com/office/officeart/2018/5/layout/IconCircleLabelList"/>
    <dgm:cxn modelId="{82EEAB23-FA21-45E2-8408-ABB4CECC92AC}" type="presParOf" srcId="{75F6E088-70E6-4845-B7B9-BBD25964D8C9}" destId="{5FCBC8F6-F387-4FEB-BA33-9C687E491C07}" srcOrd="4" destOrd="0" presId="urn:microsoft.com/office/officeart/2018/5/layout/IconCircleLabelList"/>
    <dgm:cxn modelId="{1E2B1647-8D7B-42D1-A9D1-1F98CD21B25B}" type="presParOf" srcId="{5FCBC8F6-F387-4FEB-BA33-9C687E491C07}" destId="{A9BA73F8-E665-4080-9F74-98C9F97A187F}" srcOrd="0" destOrd="0" presId="urn:microsoft.com/office/officeart/2018/5/layout/IconCircleLabelList"/>
    <dgm:cxn modelId="{1997F50C-E863-40BE-9136-EDF6B1B46D9A}" type="presParOf" srcId="{5FCBC8F6-F387-4FEB-BA33-9C687E491C07}" destId="{D1F044C3-E263-42DE-BE8C-7DBDC08366A1}" srcOrd="1" destOrd="0" presId="urn:microsoft.com/office/officeart/2018/5/layout/IconCircleLabelList"/>
    <dgm:cxn modelId="{45382E80-5699-4C94-BE37-B1D15F5C95D9}" type="presParOf" srcId="{5FCBC8F6-F387-4FEB-BA33-9C687E491C07}" destId="{9E3106F6-F7E8-4263-8495-A8F12DF097EA}" srcOrd="2" destOrd="0" presId="urn:microsoft.com/office/officeart/2018/5/layout/IconCircleLabelList"/>
    <dgm:cxn modelId="{9CDC63A8-8749-4F73-AE60-0308B8ACA2E4}" type="presParOf" srcId="{5FCBC8F6-F387-4FEB-BA33-9C687E491C07}" destId="{BF9286AC-4FB7-4988-8B32-22E008E3926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CFA8387-272B-427B-8BE1-208B9B83A1FF}" type="doc">
      <dgm:prSet loTypeId="urn:microsoft.com/office/officeart/2018/5/layout/CenteredIconLabelDescriptionList" loCatId="icon" qsTypeId="urn:microsoft.com/office/officeart/2005/8/quickstyle/simple1" qsCatId="simple" csTypeId="urn:microsoft.com/office/officeart/2005/8/colors/accent2_2" csCatId="accent2" phldr="1"/>
      <dgm:spPr/>
      <dgm:t>
        <a:bodyPr/>
        <a:lstStyle/>
        <a:p>
          <a:endParaRPr lang="fr-CA"/>
        </a:p>
      </dgm:t>
    </dgm:pt>
    <dgm:pt modelId="{BD40C672-452B-4A13-AE59-D9E0EA568BD9}">
      <dgm:prSet phldrT="[Texte]" custT="1"/>
      <dgm:spPr/>
      <dgm:t>
        <a:bodyPr/>
        <a:lstStyle/>
        <a:p>
          <a:pPr>
            <a:lnSpc>
              <a:spcPct val="100000"/>
            </a:lnSpc>
            <a:defRPr b="1"/>
          </a:pPr>
          <a:r>
            <a:rPr lang="fr-CA" sz="2800" dirty="0"/>
            <a:t>Matériel</a:t>
          </a:r>
        </a:p>
      </dgm:t>
    </dgm:pt>
    <dgm:pt modelId="{39147524-0601-4C1F-80B2-18FC6E0E30D1}" type="parTrans" cxnId="{E40329F0-8D85-4C11-9FB4-93360A53BDE5}">
      <dgm:prSet/>
      <dgm:spPr/>
      <dgm:t>
        <a:bodyPr/>
        <a:lstStyle/>
        <a:p>
          <a:endParaRPr lang="fr-CA" sz="1100"/>
        </a:p>
      </dgm:t>
    </dgm:pt>
    <dgm:pt modelId="{9AE06D8C-09B0-4BD5-85BC-B258BC46DBB7}" type="sibTrans" cxnId="{E40329F0-8D85-4C11-9FB4-93360A53BDE5}">
      <dgm:prSet/>
      <dgm:spPr/>
      <dgm:t>
        <a:bodyPr/>
        <a:lstStyle/>
        <a:p>
          <a:endParaRPr lang="fr-CA" sz="1400"/>
        </a:p>
      </dgm:t>
    </dgm:pt>
    <dgm:pt modelId="{B100E494-C206-4C13-9AB9-329544AC9A44}">
      <dgm:prSet phldrT="[Texte]" custT="1"/>
      <dgm:spPr/>
      <dgm:t>
        <a:bodyPr/>
        <a:lstStyle/>
        <a:p>
          <a:pPr algn="l">
            <a:lnSpc>
              <a:spcPct val="100000"/>
            </a:lnSpc>
            <a:buFont typeface="Arial" panose="020B0604020202020204" pitchFamily="34" charset="0"/>
            <a:buNone/>
          </a:pPr>
          <a:r>
            <a:rPr lang="fr-CA" sz="1400" i="0" dirty="0"/>
            <a:t>Chapitres disponibles sur </a:t>
          </a:r>
          <a:r>
            <a:rPr lang="fr-CA" sz="1400" i="0" dirty="0" err="1"/>
            <a:t>ZoneCours</a:t>
          </a:r>
          <a:r>
            <a:rPr lang="fr-CA" sz="1400" i="0" dirty="0"/>
            <a:t> à chaque séance – consultation à l’écran</a:t>
          </a:r>
        </a:p>
        <a:p>
          <a:pPr algn="l">
            <a:lnSpc>
              <a:spcPct val="100000"/>
            </a:lnSpc>
            <a:buFont typeface="Arial" panose="020B0604020202020204" pitchFamily="34" charset="0"/>
            <a:buNone/>
          </a:pPr>
          <a:r>
            <a:rPr lang="fr-CA" sz="1400" i="0" dirty="0"/>
            <a:t>Possibilité d’acheter le manuel en anglais si vous souhaitez une version électronique que vous pouvez annoter.</a:t>
          </a:r>
        </a:p>
      </dgm:t>
    </dgm:pt>
    <dgm:pt modelId="{EEA59397-D9B5-4B40-AA7A-0894EC6D5CC8}" type="parTrans" cxnId="{C127FE6A-D2F3-4CA4-9C69-1DB4E5155185}">
      <dgm:prSet/>
      <dgm:spPr/>
      <dgm:t>
        <a:bodyPr/>
        <a:lstStyle/>
        <a:p>
          <a:endParaRPr lang="fr-CA" sz="1100"/>
        </a:p>
      </dgm:t>
    </dgm:pt>
    <dgm:pt modelId="{771CA8E5-E2F1-4916-A6AF-31623139EFC9}" type="sibTrans" cxnId="{C127FE6A-D2F3-4CA4-9C69-1DB4E5155185}">
      <dgm:prSet/>
      <dgm:spPr/>
      <dgm:t>
        <a:bodyPr/>
        <a:lstStyle/>
        <a:p>
          <a:endParaRPr lang="fr-CA" sz="1400"/>
        </a:p>
      </dgm:t>
    </dgm:pt>
    <dgm:pt modelId="{774F6004-8B37-4E44-BE41-05C43A40F674}">
      <dgm:prSet phldrT="[Texte]" custT="1"/>
      <dgm:spPr/>
      <dgm:t>
        <a:bodyPr/>
        <a:lstStyle/>
        <a:p>
          <a:pPr algn="ctr">
            <a:lnSpc>
              <a:spcPct val="100000"/>
            </a:lnSpc>
            <a:buNone/>
          </a:pPr>
          <a:r>
            <a:rPr lang="fr-CA" sz="1400" dirty="0" err="1"/>
            <a:t>ZoneCours</a:t>
          </a:r>
          <a:r>
            <a:rPr lang="fr-CA" sz="1400" dirty="0"/>
            <a:t> :Cas et diapositives</a:t>
          </a:r>
        </a:p>
      </dgm:t>
    </dgm:pt>
    <dgm:pt modelId="{41702216-5EAC-4D29-B8D8-059F8F6DCB01}" type="parTrans" cxnId="{761A70CD-0D47-43B4-91D1-F44FA8F94DD7}">
      <dgm:prSet/>
      <dgm:spPr/>
      <dgm:t>
        <a:bodyPr/>
        <a:lstStyle/>
        <a:p>
          <a:endParaRPr lang="fr-CA" sz="1100"/>
        </a:p>
      </dgm:t>
    </dgm:pt>
    <dgm:pt modelId="{6F88528F-069F-49DF-B7CA-7F275E7AA7DB}" type="sibTrans" cxnId="{761A70CD-0D47-43B4-91D1-F44FA8F94DD7}">
      <dgm:prSet/>
      <dgm:spPr/>
      <dgm:t>
        <a:bodyPr/>
        <a:lstStyle/>
        <a:p>
          <a:endParaRPr lang="fr-CA" sz="1400"/>
        </a:p>
      </dgm:t>
    </dgm:pt>
    <dgm:pt modelId="{F062980A-225A-4CDE-BFF2-60DC51BF7908}">
      <dgm:prSet phldrT="[Texte]" custT="1"/>
      <dgm:spPr/>
      <dgm:t>
        <a:bodyPr/>
        <a:lstStyle/>
        <a:p>
          <a:pPr>
            <a:lnSpc>
              <a:spcPct val="100000"/>
            </a:lnSpc>
            <a:defRPr b="1"/>
          </a:pPr>
          <a:r>
            <a:rPr lang="fr-CA" sz="2800"/>
            <a:t>Évaluations</a:t>
          </a:r>
        </a:p>
      </dgm:t>
    </dgm:pt>
    <dgm:pt modelId="{CE7BF1DE-B116-48DF-A108-0927BF991C02}" type="parTrans" cxnId="{2965262F-F5A9-4EF7-B72A-2191688594BF}">
      <dgm:prSet/>
      <dgm:spPr/>
      <dgm:t>
        <a:bodyPr/>
        <a:lstStyle/>
        <a:p>
          <a:endParaRPr lang="fr-CA" sz="1100"/>
        </a:p>
      </dgm:t>
    </dgm:pt>
    <dgm:pt modelId="{C0771FFF-E30B-43C0-A3C1-4348442FBD29}" type="sibTrans" cxnId="{2965262F-F5A9-4EF7-B72A-2191688594BF}">
      <dgm:prSet/>
      <dgm:spPr/>
      <dgm:t>
        <a:bodyPr/>
        <a:lstStyle/>
        <a:p>
          <a:endParaRPr lang="fr-CA" sz="1400"/>
        </a:p>
      </dgm:t>
    </dgm:pt>
    <dgm:pt modelId="{E4DFD571-7601-4F42-BCB5-C346A1C37B38}">
      <dgm:prSet phldrT="[Texte]" custT="1"/>
      <dgm:spPr/>
      <dgm:t>
        <a:bodyPr/>
        <a:lstStyle/>
        <a:p>
          <a:pPr>
            <a:lnSpc>
              <a:spcPct val="100000"/>
            </a:lnSpc>
          </a:pPr>
          <a:r>
            <a:rPr lang="fr-CA" sz="1400" dirty="0"/>
            <a:t>4 synthèses de discussion en équipe (15%) en classe proposées par les professeurs</a:t>
          </a:r>
        </a:p>
      </dgm:t>
    </dgm:pt>
    <dgm:pt modelId="{3468279F-E55D-43C6-95D1-BF032EDC2332}" type="parTrans" cxnId="{B2BC1980-5A68-4EAD-ABA4-78CC9E78A8F3}">
      <dgm:prSet/>
      <dgm:spPr/>
      <dgm:t>
        <a:bodyPr/>
        <a:lstStyle/>
        <a:p>
          <a:endParaRPr lang="fr-CA" sz="1100"/>
        </a:p>
      </dgm:t>
    </dgm:pt>
    <dgm:pt modelId="{3F64B130-CE7C-4913-BEE0-66F25040B2A1}" type="sibTrans" cxnId="{B2BC1980-5A68-4EAD-ABA4-78CC9E78A8F3}">
      <dgm:prSet/>
      <dgm:spPr/>
      <dgm:t>
        <a:bodyPr/>
        <a:lstStyle/>
        <a:p>
          <a:endParaRPr lang="fr-CA" sz="1400"/>
        </a:p>
      </dgm:t>
    </dgm:pt>
    <dgm:pt modelId="{BC5D3C92-3BAC-493E-8F1E-9A98B09EFDE3}">
      <dgm:prSet phldrT="[Texte]" custT="1"/>
      <dgm:spPr/>
      <dgm:t>
        <a:bodyPr/>
        <a:lstStyle/>
        <a:p>
          <a:pPr>
            <a:lnSpc>
              <a:spcPct val="100000"/>
            </a:lnSpc>
          </a:pPr>
          <a:r>
            <a:rPr lang="fr-CA" sz="1400" dirty="0"/>
            <a:t>1 examen intra (35%) </a:t>
          </a:r>
        </a:p>
      </dgm:t>
    </dgm:pt>
    <dgm:pt modelId="{BF8711D1-99F0-4232-B6FC-CBB7C9D41B6E}" type="parTrans" cxnId="{FFC0B66C-0942-492E-A688-5F1C86BF25DE}">
      <dgm:prSet/>
      <dgm:spPr/>
      <dgm:t>
        <a:bodyPr/>
        <a:lstStyle/>
        <a:p>
          <a:endParaRPr lang="fr-CA" sz="1100"/>
        </a:p>
      </dgm:t>
    </dgm:pt>
    <dgm:pt modelId="{4CE2375A-73AD-42EF-82D2-776869D53AAF}" type="sibTrans" cxnId="{FFC0B66C-0942-492E-A688-5F1C86BF25DE}">
      <dgm:prSet/>
      <dgm:spPr/>
      <dgm:t>
        <a:bodyPr/>
        <a:lstStyle/>
        <a:p>
          <a:endParaRPr lang="en-US" sz="1400"/>
        </a:p>
      </dgm:t>
    </dgm:pt>
    <dgm:pt modelId="{57E678EE-1602-46B5-86C9-7DBB6FDC60AA}">
      <dgm:prSet phldrT="[Texte]" custT="1"/>
      <dgm:spPr/>
      <dgm:t>
        <a:bodyPr/>
        <a:lstStyle/>
        <a:p>
          <a:pPr>
            <a:lnSpc>
              <a:spcPct val="100000"/>
            </a:lnSpc>
          </a:pPr>
          <a:r>
            <a:rPr lang="fr-CA" sz="1400" dirty="0"/>
            <a:t>1 examen final (50%)</a:t>
          </a:r>
        </a:p>
      </dgm:t>
    </dgm:pt>
    <dgm:pt modelId="{48938AC6-03E2-43B2-9B51-2934DE568637}" type="parTrans" cxnId="{0EAF31BA-47AF-48DB-BBB1-24CD79039867}">
      <dgm:prSet/>
      <dgm:spPr/>
      <dgm:t>
        <a:bodyPr/>
        <a:lstStyle/>
        <a:p>
          <a:endParaRPr lang="fr-CA" sz="1100"/>
        </a:p>
      </dgm:t>
    </dgm:pt>
    <dgm:pt modelId="{05B6C445-DF55-4D3D-B5AF-DF027F307164}" type="sibTrans" cxnId="{0EAF31BA-47AF-48DB-BBB1-24CD79039867}">
      <dgm:prSet/>
      <dgm:spPr/>
      <dgm:t>
        <a:bodyPr/>
        <a:lstStyle/>
        <a:p>
          <a:endParaRPr lang="en-US" sz="1400"/>
        </a:p>
      </dgm:t>
    </dgm:pt>
    <dgm:pt modelId="{51C3B2B8-BCAC-4ADD-AC19-C391D153934D}" type="pres">
      <dgm:prSet presAssocID="{0CFA8387-272B-427B-8BE1-208B9B83A1FF}" presName="root" presStyleCnt="0">
        <dgm:presLayoutVars>
          <dgm:dir/>
          <dgm:resizeHandles val="exact"/>
        </dgm:presLayoutVars>
      </dgm:prSet>
      <dgm:spPr/>
    </dgm:pt>
    <dgm:pt modelId="{7EDF0E6B-B143-44F4-9054-2401C62E6233}" type="pres">
      <dgm:prSet presAssocID="{BD40C672-452B-4A13-AE59-D9E0EA568BD9}" presName="compNode" presStyleCnt="0"/>
      <dgm:spPr/>
    </dgm:pt>
    <dgm:pt modelId="{9AF47F7B-D472-44E8-B6F7-AB29EC3BC90F}" type="pres">
      <dgm:prSet presAssocID="{BD40C672-452B-4A13-AE59-D9E0EA568BD9}"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Questions"/>
        </a:ext>
      </dgm:extLst>
    </dgm:pt>
    <dgm:pt modelId="{2BDD182D-7C0E-444A-B830-6B9E92BC94F4}" type="pres">
      <dgm:prSet presAssocID="{BD40C672-452B-4A13-AE59-D9E0EA568BD9}" presName="iconSpace" presStyleCnt="0"/>
      <dgm:spPr/>
    </dgm:pt>
    <dgm:pt modelId="{948A4D35-8825-42B3-A20D-897A782DA4A1}" type="pres">
      <dgm:prSet presAssocID="{BD40C672-452B-4A13-AE59-D9E0EA568BD9}" presName="parTx" presStyleLbl="revTx" presStyleIdx="0" presStyleCnt="4">
        <dgm:presLayoutVars>
          <dgm:chMax val="0"/>
          <dgm:chPref val="0"/>
        </dgm:presLayoutVars>
      </dgm:prSet>
      <dgm:spPr/>
    </dgm:pt>
    <dgm:pt modelId="{0A0568B4-17B5-414A-B823-97181881802A}" type="pres">
      <dgm:prSet presAssocID="{BD40C672-452B-4A13-AE59-D9E0EA568BD9}" presName="txSpace" presStyleCnt="0"/>
      <dgm:spPr/>
    </dgm:pt>
    <dgm:pt modelId="{B353A09C-E561-46C7-891F-D474BD241018}" type="pres">
      <dgm:prSet presAssocID="{BD40C672-452B-4A13-AE59-D9E0EA568BD9}" presName="desTx" presStyleLbl="revTx" presStyleIdx="1" presStyleCnt="4">
        <dgm:presLayoutVars/>
      </dgm:prSet>
      <dgm:spPr/>
    </dgm:pt>
    <dgm:pt modelId="{BA3EF946-E252-49B6-975B-7B601224432B}" type="pres">
      <dgm:prSet presAssocID="{9AE06D8C-09B0-4BD5-85BC-B258BC46DBB7}" presName="sibTrans" presStyleCnt="0"/>
      <dgm:spPr/>
    </dgm:pt>
    <dgm:pt modelId="{88054FC0-9E86-4017-A198-5D895F70ED4C}" type="pres">
      <dgm:prSet presAssocID="{F062980A-225A-4CDE-BFF2-60DC51BF7908}" presName="compNode" presStyleCnt="0"/>
      <dgm:spPr/>
    </dgm:pt>
    <dgm:pt modelId="{7A5A7615-F623-4824-97C4-82A510B45C05}" type="pres">
      <dgm:prSet presAssocID="{F062980A-225A-4CDE-BFF2-60DC51BF790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at"/>
        </a:ext>
      </dgm:extLst>
    </dgm:pt>
    <dgm:pt modelId="{E94D208F-E469-45BC-BA6A-18FEDDAD8B8D}" type="pres">
      <dgm:prSet presAssocID="{F062980A-225A-4CDE-BFF2-60DC51BF7908}" presName="iconSpace" presStyleCnt="0"/>
      <dgm:spPr/>
    </dgm:pt>
    <dgm:pt modelId="{E325A780-37AF-463E-9FEC-33E82E107E20}" type="pres">
      <dgm:prSet presAssocID="{F062980A-225A-4CDE-BFF2-60DC51BF7908}" presName="parTx" presStyleLbl="revTx" presStyleIdx="2" presStyleCnt="4">
        <dgm:presLayoutVars>
          <dgm:chMax val="0"/>
          <dgm:chPref val="0"/>
        </dgm:presLayoutVars>
      </dgm:prSet>
      <dgm:spPr/>
    </dgm:pt>
    <dgm:pt modelId="{1719E16B-D41A-4AA4-A44C-EBD42C3C3A2A}" type="pres">
      <dgm:prSet presAssocID="{F062980A-225A-4CDE-BFF2-60DC51BF7908}" presName="txSpace" presStyleCnt="0"/>
      <dgm:spPr/>
    </dgm:pt>
    <dgm:pt modelId="{224B125E-83CA-4A89-984F-A6863A787761}" type="pres">
      <dgm:prSet presAssocID="{F062980A-225A-4CDE-BFF2-60DC51BF7908}" presName="desTx" presStyleLbl="revTx" presStyleIdx="3" presStyleCnt="4">
        <dgm:presLayoutVars/>
      </dgm:prSet>
      <dgm:spPr/>
    </dgm:pt>
  </dgm:ptLst>
  <dgm:cxnLst>
    <dgm:cxn modelId="{2965262F-F5A9-4EF7-B72A-2191688594BF}" srcId="{0CFA8387-272B-427B-8BE1-208B9B83A1FF}" destId="{F062980A-225A-4CDE-BFF2-60DC51BF7908}" srcOrd="1" destOrd="0" parTransId="{CE7BF1DE-B116-48DF-A108-0927BF991C02}" sibTransId="{C0771FFF-E30B-43C0-A3C1-4348442FBD29}"/>
    <dgm:cxn modelId="{D0DC6E65-3522-4FCC-BCF4-0661218C3C1D}" type="presOf" srcId="{B100E494-C206-4C13-9AB9-329544AC9A44}" destId="{B353A09C-E561-46C7-891F-D474BD241018}" srcOrd="0" destOrd="0" presId="urn:microsoft.com/office/officeart/2018/5/layout/CenteredIconLabelDescriptionList"/>
    <dgm:cxn modelId="{C127FE6A-D2F3-4CA4-9C69-1DB4E5155185}" srcId="{BD40C672-452B-4A13-AE59-D9E0EA568BD9}" destId="{B100E494-C206-4C13-9AB9-329544AC9A44}" srcOrd="0" destOrd="0" parTransId="{EEA59397-D9B5-4B40-AA7A-0894EC6D5CC8}" sibTransId="{771CA8E5-E2F1-4916-A6AF-31623139EFC9}"/>
    <dgm:cxn modelId="{FFC0B66C-0942-492E-A688-5F1C86BF25DE}" srcId="{F062980A-225A-4CDE-BFF2-60DC51BF7908}" destId="{BC5D3C92-3BAC-493E-8F1E-9A98B09EFDE3}" srcOrd="1" destOrd="0" parTransId="{BF8711D1-99F0-4232-B6FC-CBB7C9D41B6E}" sibTransId="{4CE2375A-73AD-42EF-82D2-776869D53AAF}"/>
    <dgm:cxn modelId="{68A52458-0020-4608-92F3-8519638457BD}" type="presOf" srcId="{F062980A-225A-4CDE-BFF2-60DC51BF7908}" destId="{E325A780-37AF-463E-9FEC-33E82E107E20}" srcOrd="0" destOrd="0" presId="urn:microsoft.com/office/officeart/2018/5/layout/CenteredIconLabelDescriptionList"/>
    <dgm:cxn modelId="{B2BC1980-5A68-4EAD-ABA4-78CC9E78A8F3}" srcId="{F062980A-225A-4CDE-BFF2-60DC51BF7908}" destId="{E4DFD571-7601-4F42-BCB5-C346A1C37B38}" srcOrd="0" destOrd="0" parTransId="{3468279F-E55D-43C6-95D1-BF032EDC2332}" sibTransId="{3F64B130-CE7C-4913-BEE0-66F25040B2A1}"/>
    <dgm:cxn modelId="{BB0A9390-E48B-4410-96FA-1EF88C6F3A58}" type="presOf" srcId="{0CFA8387-272B-427B-8BE1-208B9B83A1FF}" destId="{51C3B2B8-BCAC-4ADD-AC19-C391D153934D}" srcOrd="0" destOrd="0" presId="urn:microsoft.com/office/officeart/2018/5/layout/CenteredIconLabelDescriptionList"/>
    <dgm:cxn modelId="{0EAF31BA-47AF-48DB-BBB1-24CD79039867}" srcId="{F062980A-225A-4CDE-BFF2-60DC51BF7908}" destId="{57E678EE-1602-46B5-86C9-7DBB6FDC60AA}" srcOrd="2" destOrd="0" parTransId="{48938AC6-03E2-43B2-9B51-2934DE568637}" sibTransId="{05B6C445-DF55-4D3D-B5AF-DF027F307164}"/>
    <dgm:cxn modelId="{A62BD3BA-9B7F-4722-BFFD-9BB04FA26514}" type="presOf" srcId="{BC5D3C92-3BAC-493E-8F1E-9A98B09EFDE3}" destId="{224B125E-83CA-4A89-984F-A6863A787761}" srcOrd="0" destOrd="1" presId="urn:microsoft.com/office/officeart/2018/5/layout/CenteredIconLabelDescriptionList"/>
    <dgm:cxn modelId="{761A70CD-0D47-43B4-91D1-F44FA8F94DD7}" srcId="{BD40C672-452B-4A13-AE59-D9E0EA568BD9}" destId="{774F6004-8B37-4E44-BE41-05C43A40F674}" srcOrd="1" destOrd="0" parTransId="{41702216-5EAC-4D29-B8D8-059F8F6DCB01}" sibTransId="{6F88528F-069F-49DF-B7CA-7F275E7AA7DB}"/>
    <dgm:cxn modelId="{7DF682D3-7448-4DBB-93DB-38FFA7017175}" type="presOf" srcId="{E4DFD571-7601-4F42-BCB5-C346A1C37B38}" destId="{224B125E-83CA-4A89-984F-A6863A787761}" srcOrd="0" destOrd="0" presId="urn:microsoft.com/office/officeart/2018/5/layout/CenteredIconLabelDescriptionList"/>
    <dgm:cxn modelId="{E40329F0-8D85-4C11-9FB4-93360A53BDE5}" srcId="{0CFA8387-272B-427B-8BE1-208B9B83A1FF}" destId="{BD40C672-452B-4A13-AE59-D9E0EA568BD9}" srcOrd="0" destOrd="0" parTransId="{39147524-0601-4C1F-80B2-18FC6E0E30D1}" sibTransId="{9AE06D8C-09B0-4BD5-85BC-B258BC46DBB7}"/>
    <dgm:cxn modelId="{794B87F2-2CC6-4EC4-B236-E5DEE2003480}" type="presOf" srcId="{774F6004-8B37-4E44-BE41-05C43A40F674}" destId="{B353A09C-E561-46C7-891F-D474BD241018}" srcOrd="0" destOrd="1" presId="urn:microsoft.com/office/officeart/2018/5/layout/CenteredIconLabelDescriptionList"/>
    <dgm:cxn modelId="{ABAC3AF7-4E2E-4668-A17C-D14359142A16}" type="presOf" srcId="{BD40C672-452B-4A13-AE59-D9E0EA568BD9}" destId="{948A4D35-8825-42B3-A20D-897A782DA4A1}" srcOrd="0" destOrd="0" presId="urn:microsoft.com/office/officeart/2018/5/layout/CenteredIconLabelDescriptionList"/>
    <dgm:cxn modelId="{25A80DFC-5642-4B61-9FE7-18DCBE9A41BA}" type="presOf" srcId="{57E678EE-1602-46B5-86C9-7DBB6FDC60AA}" destId="{224B125E-83CA-4A89-984F-A6863A787761}" srcOrd="0" destOrd="2" presId="urn:microsoft.com/office/officeart/2018/5/layout/CenteredIconLabelDescriptionList"/>
    <dgm:cxn modelId="{2E6BC1AE-D7E1-4DFF-A66C-7B7C993942A5}" type="presParOf" srcId="{51C3B2B8-BCAC-4ADD-AC19-C391D153934D}" destId="{7EDF0E6B-B143-44F4-9054-2401C62E6233}" srcOrd="0" destOrd="0" presId="urn:microsoft.com/office/officeart/2018/5/layout/CenteredIconLabelDescriptionList"/>
    <dgm:cxn modelId="{F0BD71EE-CB85-4A11-A88C-79977F28B1FA}" type="presParOf" srcId="{7EDF0E6B-B143-44F4-9054-2401C62E6233}" destId="{9AF47F7B-D472-44E8-B6F7-AB29EC3BC90F}" srcOrd="0" destOrd="0" presId="urn:microsoft.com/office/officeart/2018/5/layout/CenteredIconLabelDescriptionList"/>
    <dgm:cxn modelId="{43702D4A-4D26-4193-9649-174BFB49D66D}" type="presParOf" srcId="{7EDF0E6B-B143-44F4-9054-2401C62E6233}" destId="{2BDD182D-7C0E-444A-B830-6B9E92BC94F4}" srcOrd="1" destOrd="0" presId="urn:microsoft.com/office/officeart/2018/5/layout/CenteredIconLabelDescriptionList"/>
    <dgm:cxn modelId="{8BDD3730-539F-4D40-8551-99879B5A16E8}" type="presParOf" srcId="{7EDF0E6B-B143-44F4-9054-2401C62E6233}" destId="{948A4D35-8825-42B3-A20D-897A782DA4A1}" srcOrd="2" destOrd="0" presId="urn:microsoft.com/office/officeart/2018/5/layout/CenteredIconLabelDescriptionList"/>
    <dgm:cxn modelId="{58C7EA93-3D6F-4E6C-8926-BB433A9D12EF}" type="presParOf" srcId="{7EDF0E6B-B143-44F4-9054-2401C62E6233}" destId="{0A0568B4-17B5-414A-B823-97181881802A}" srcOrd="3" destOrd="0" presId="urn:microsoft.com/office/officeart/2018/5/layout/CenteredIconLabelDescriptionList"/>
    <dgm:cxn modelId="{AA30EE9A-427D-47D9-A471-7A86734FF7F8}" type="presParOf" srcId="{7EDF0E6B-B143-44F4-9054-2401C62E6233}" destId="{B353A09C-E561-46C7-891F-D474BD241018}" srcOrd="4" destOrd="0" presId="urn:microsoft.com/office/officeart/2018/5/layout/CenteredIconLabelDescriptionList"/>
    <dgm:cxn modelId="{8F603921-9263-4722-979C-5E1B66E600F1}" type="presParOf" srcId="{51C3B2B8-BCAC-4ADD-AC19-C391D153934D}" destId="{BA3EF946-E252-49B6-975B-7B601224432B}" srcOrd="1" destOrd="0" presId="urn:microsoft.com/office/officeart/2018/5/layout/CenteredIconLabelDescriptionList"/>
    <dgm:cxn modelId="{6DD767A7-E765-493A-BFE7-7240D4A75405}" type="presParOf" srcId="{51C3B2B8-BCAC-4ADD-AC19-C391D153934D}" destId="{88054FC0-9E86-4017-A198-5D895F70ED4C}" srcOrd="2" destOrd="0" presId="urn:microsoft.com/office/officeart/2018/5/layout/CenteredIconLabelDescriptionList"/>
    <dgm:cxn modelId="{C38E2F2A-8E47-4366-9A29-E542B23AFB42}" type="presParOf" srcId="{88054FC0-9E86-4017-A198-5D895F70ED4C}" destId="{7A5A7615-F623-4824-97C4-82A510B45C05}" srcOrd="0" destOrd="0" presId="urn:microsoft.com/office/officeart/2018/5/layout/CenteredIconLabelDescriptionList"/>
    <dgm:cxn modelId="{7D0E0BE2-0AC9-49AB-BD0C-D9FC133730D2}" type="presParOf" srcId="{88054FC0-9E86-4017-A198-5D895F70ED4C}" destId="{E94D208F-E469-45BC-BA6A-18FEDDAD8B8D}" srcOrd="1" destOrd="0" presId="urn:microsoft.com/office/officeart/2018/5/layout/CenteredIconLabelDescriptionList"/>
    <dgm:cxn modelId="{106AF0E6-B7C8-4F50-B2EF-283DA6474F4F}" type="presParOf" srcId="{88054FC0-9E86-4017-A198-5D895F70ED4C}" destId="{E325A780-37AF-463E-9FEC-33E82E107E20}" srcOrd="2" destOrd="0" presId="urn:microsoft.com/office/officeart/2018/5/layout/CenteredIconLabelDescriptionList"/>
    <dgm:cxn modelId="{1115EC6F-0B18-4BCE-9D5B-706135CD8AE7}" type="presParOf" srcId="{88054FC0-9E86-4017-A198-5D895F70ED4C}" destId="{1719E16B-D41A-4AA4-A44C-EBD42C3C3A2A}" srcOrd="3" destOrd="0" presId="urn:microsoft.com/office/officeart/2018/5/layout/CenteredIconLabelDescriptionList"/>
    <dgm:cxn modelId="{207015AB-6943-45A7-AC4D-F67B4C8D09AB}" type="presParOf" srcId="{88054FC0-9E86-4017-A198-5D895F70ED4C}" destId="{224B125E-83CA-4A89-984F-A6863A787761}"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60FA4D-3E32-40F0-90B5-88CE1F183F7A}"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069685A2-B756-4AE1-A02F-B410EA74F2F4}">
      <dgm:prSet/>
      <dgm:spPr/>
      <dgm:t>
        <a:bodyPr/>
        <a:lstStyle/>
        <a:p>
          <a:pPr>
            <a:defRPr cap="all"/>
          </a:pPr>
          <a:r>
            <a:rPr lang="fr-CA" b="0" baseline="0" dirty="0"/>
            <a:t>Faire connaissance et briser la glace</a:t>
          </a:r>
          <a:endParaRPr lang="en-US" dirty="0"/>
        </a:p>
      </dgm:t>
    </dgm:pt>
    <dgm:pt modelId="{F11C003F-1D9B-42B0-BB82-5981E53EFC3B}" type="parTrans" cxnId="{CE387857-5D5B-49B4-A9CA-E19F55A43F10}">
      <dgm:prSet/>
      <dgm:spPr/>
      <dgm:t>
        <a:bodyPr/>
        <a:lstStyle/>
        <a:p>
          <a:endParaRPr lang="en-US"/>
        </a:p>
      </dgm:t>
    </dgm:pt>
    <dgm:pt modelId="{EAD9A751-977C-4136-8002-1AD6112700B7}" type="sibTrans" cxnId="{CE387857-5D5B-49B4-A9CA-E19F55A43F10}">
      <dgm:prSet/>
      <dgm:spPr/>
      <dgm:t>
        <a:bodyPr/>
        <a:lstStyle/>
        <a:p>
          <a:endParaRPr lang="en-US"/>
        </a:p>
      </dgm:t>
    </dgm:pt>
    <dgm:pt modelId="{CBA40214-6D21-46C7-8ACC-31DBABA7C685}">
      <dgm:prSet/>
      <dgm:spPr/>
      <dgm:t>
        <a:bodyPr/>
        <a:lstStyle/>
        <a:p>
          <a:pPr>
            <a:defRPr cap="all"/>
          </a:pPr>
          <a:r>
            <a:rPr lang="fr-CA" b="0" baseline="0" dirty="0"/>
            <a:t>Présenter le cours, le matériel et les modalités d’évaluation</a:t>
          </a:r>
          <a:endParaRPr lang="en-US" dirty="0"/>
        </a:p>
      </dgm:t>
    </dgm:pt>
    <dgm:pt modelId="{105EAC4F-3D68-4C16-A69A-548605941784}" type="parTrans" cxnId="{10DA7694-EEB0-4CBA-9EB2-A4612B36AF82}">
      <dgm:prSet/>
      <dgm:spPr/>
      <dgm:t>
        <a:bodyPr/>
        <a:lstStyle/>
        <a:p>
          <a:endParaRPr lang="en-US"/>
        </a:p>
      </dgm:t>
    </dgm:pt>
    <dgm:pt modelId="{BDC587FA-5164-4B3B-A3CC-7C73CAC6BFE8}" type="sibTrans" cxnId="{10DA7694-EEB0-4CBA-9EB2-A4612B36AF82}">
      <dgm:prSet/>
      <dgm:spPr/>
      <dgm:t>
        <a:bodyPr/>
        <a:lstStyle/>
        <a:p>
          <a:endParaRPr lang="en-US"/>
        </a:p>
      </dgm:t>
    </dgm:pt>
    <dgm:pt modelId="{B5029210-0CDB-4574-8605-A51C11D40124}">
      <dgm:prSet/>
      <dgm:spPr/>
      <dgm:t>
        <a:bodyPr/>
        <a:lstStyle/>
        <a:p>
          <a:pPr>
            <a:defRPr cap="all"/>
          </a:pPr>
          <a:r>
            <a:rPr lang="fr-CA" b="0" baseline="0" dirty="0"/>
            <a:t>Sensibiliser les étudiants à la pertinence du comportement organisationnel en gestion</a:t>
          </a:r>
          <a:endParaRPr lang="en-US" dirty="0"/>
        </a:p>
      </dgm:t>
    </dgm:pt>
    <dgm:pt modelId="{0EA8C54E-C5E7-4523-A837-F4E0BCA7AEAD}" type="parTrans" cxnId="{492D2B7C-C83C-49F4-94D6-B23B6DA4A05A}">
      <dgm:prSet/>
      <dgm:spPr/>
      <dgm:t>
        <a:bodyPr/>
        <a:lstStyle/>
        <a:p>
          <a:endParaRPr lang="en-US"/>
        </a:p>
      </dgm:t>
    </dgm:pt>
    <dgm:pt modelId="{2445219B-01AA-459B-9402-7A0F05480B07}" type="sibTrans" cxnId="{492D2B7C-C83C-49F4-94D6-B23B6DA4A05A}">
      <dgm:prSet/>
      <dgm:spPr/>
      <dgm:t>
        <a:bodyPr/>
        <a:lstStyle/>
        <a:p>
          <a:endParaRPr lang="en-US"/>
        </a:p>
      </dgm:t>
    </dgm:pt>
    <dgm:pt modelId="{75F6E088-70E6-4845-B7B9-BBD25964D8C9}" type="pres">
      <dgm:prSet presAssocID="{C260FA4D-3E32-40F0-90B5-88CE1F183F7A}" presName="root" presStyleCnt="0">
        <dgm:presLayoutVars>
          <dgm:dir/>
          <dgm:resizeHandles val="exact"/>
        </dgm:presLayoutVars>
      </dgm:prSet>
      <dgm:spPr/>
    </dgm:pt>
    <dgm:pt modelId="{E37F15AF-6409-4FC1-8BA8-01E6829FFB08}" type="pres">
      <dgm:prSet presAssocID="{069685A2-B756-4AE1-A02F-B410EA74F2F4}" presName="compNode" presStyleCnt="0"/>
      <dgm:spPr/>
    </dgm:pt>
    <dgm:pt modelId="{8D448139-A427-4EDF-91B1-B6ABF2D9ABC4}" type="pres">
      <dgm:prSet presAssocID="{069685A2-B756-4AE1-A02F-B410EA74F2F4}" presName="iconBgRect" presStyleLbl="bgShp" presStyleIdx="0" presStyleCnt="3"/>
      <dgm:spPr/>
    </dgm:pt>
    <dgm:pt modelId="{C903F227-E1AF-4856-9F9A-76895AF9FA70}" type="pres">
      <dgm:prSet presAssocID="{069685A2-B756-4AE1-A02F-B410EA74F2F4}"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lasse"/>
        </a:ext>
      </dgm:extLst>
    </dgm:pt>
    <dgm:pt modelId="{674122D4-D8AB-49BE-9472-0FA04F347C66}" type="pres">
      <dgm:prSet presAssocID="{069685A2-B756-4AE1-A02F-B410EA74F2F4}" presName="spaceRect" presStyleCnt="0"/>
      <dgm:spPr/>
    </dgm:pt>
    <dgm:pt modelId="{E8159573-F614-4CCF-9C94-27C483CCB406}" type="pres">
      <dgm:prSet presAssocID="{069685A2-B756-4AE1-A02F-B410EA74F2F4}" presName="textRect" presStyleLbl="revTx" presStyleIdx="0" presStyleCnt="3">
        <dgm:presLayoutVars>
          <dgm:chMax val="1"/>
          <dgm:chPref val="1"/>
        </dgm:presLayoutVars>
      </dgm:prSet>
      <dgm:spPr/>
    </dgm:pt>
    <dgm:pt modelId="{C471A861-8928-44E2-A847-CBFFA3179245}" type="pres">
      <dgm:prSet presAssocID="{EAD9A751-977C-4136-8002-1AD6112700B7}" presName="sibTrans" presStyleCnt="0"/>
      <dgm:spPr/>
    </dgm:pt>
    <dgm:pt modelId="{FD7DE8DC-9128-46E4-9A6B-0EF183DE8B06}" type="pres">
      <dgm:prSet presAssocID="{CBA40214-6D21-46C7-8ACC-31DBABA7C685}" presName="compNode" presStyleCnt="0"/>
      <dgm:spPr/>
    </dgm:pt>
    <dgm:pt modelId="{30CF2D0B-AB01-4E1C-9030-6A94010A8285}" type="pres">
      <dgm:prSet presAssocID="{CBA40214-6D21-46C7-8ACC-31DBABA7C685}" presName="iconBgRect" presStyleLbl="bgShp" presStyleIdx="1" presStyleCnt="3"/>
      <dgm:spPr/>
    </dgm:pt>
    <dgm:pt modelId="{85AD3E19-7C9A-4B03-BC4F-BF5162503D6C}" type="pres">
      <dgm:prSet presAssocID="{CBA40214-6D21-46C7-8ACC-31DBABA7C68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Enseignant"/>
        </a:ext>
      </dgm:extLst>
    </dgm:pt>
    <dgm:pt modelId="{599CAD3A-B1D2-4C3E-BD06-C1A77F0F9813}" type="pres">
      <dgm:prSet presAssocID="{CBA40214-6D21-46C7-8ACC-31DBABA7C685}" presName="spaceRect" presStyleCnt="0"/>
      <dgm:spPr/>
    </dgm:pt>
    <dgm:pt modelId="{64DDBFA9-882C-42EC-881C-32F3956F6600}" type="pres">
      <dgm:prSet presAssocID="{CBA40214-6D21-46C7-8ACC-31DBABA7C685}" presName="textRect" presStyleLbl="revTx" presStyleIdx="1" presStyleCnt="3">
        <dgm:presLayoutVars>
          <dgm:chMax val="1"/>
          <dgm:chPref val="1"/>
        </dgm:presLayoutVars>
      </dgm:prSet>
      <dgm:spPr/>
    </dgm:pt>
    <dgm:pt modelId="{6AAE233A-DD4D-4163-ABDA-58EC2D24F039}" type="pres">
      <dgm:prSet presAssocID="{BDC587FA-5164-4B3B-A3CC-7C73CAC6BFE8}" presName="sibTrans" presStyleCnt="0"/>
      <dgm:spPr/>
    </dgm:pt>
    <dgm:pt modelId="{5FCBC8F6-F387-4FEB-BA33-9C687E491C07}" type="pres">
      <dgm:prSet presAssocID="{B5029210-0CDB-4574-8605-A51C11D40124}" presName="compNode" presStyleCnt="0"/>
      <dgm:spPr/>
    </dgm:pt>
    <dgm:pt modelId="{A9BA73F8-E665-4080-9F74-98C9F97A187F}" type="pres">
      <dgm:prSet presAssocID="{B5029210-0CDB-4574-8605-A51C11D40124}" presName="iconBgRect" presStyleLbl="bgShp" presStyleIdx="2" presStyleCnt="3"/>
      <dgm:spPr/>
    </dgm:pt>
    <dgm:pt modelId="{D1F044C3-E263-42DE-BE8C-7DBDC08366A1}" type="pres">
      <dgm:prSet presAssocID="{B5029210-0CDB-4574-8605-A51C11D40124}"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Brainstorming de groupe avec un remplissage uni"/>
        </a:ext>
      </dgm:extLst>
    </dgm:pt>
    <dgm:pt modelId="{9E3106F6-F7E8-4263-8495-A8F12DF097EA}" type="pres">
      <dgm:prSet presAssocID="{B5029210-0CDB-4574-8605-A51C11D40124}" presName="spaceRect" presStyleCnt="0"/>
      <dgm:spPr/>
    </dgm:pt>
    <dgm:pt modelId="{BF9286AC-4FB7-4988-8B32-22E008E39268}" type="pres">
      <dgm:prSet presAssocID="{B5029210-0CDB-4574-8605-A51C11D40124}" presName="textRect" presStyleLbl="revTx" presStyleIdx="2" presStyleCnt="3">
        <dgm:presLayoutVars>
          <dgm:chMax val="1"/>
          <dgm:chPref val="1"/>
        </dgm:presLayoutVars>
      </dgm:prSet>
      <dgm:spPr/>
    </dgm:pt>
  </dgm:ptLst>
  <dgm:cxnLst>
    <dgm:cxn modelId="{9D6EBD29-3C6A-4E96-8945-96FD4CDFCE80}" type="presOf" srcId="{C260FA4D-3E32-40F0-90B5-88CE1F183F7A}" destId="{75F6E088-70E6-4845-B7B9-BBD25964D8C9}" srcOrd="0" destOrd="0" presId="urn:microsoft.com/office/officeart/2018/5/layout/IconCircleLabelList"/>
    <dgm:cxn modelId="{CE387857-5D5B-49B4-A9CA-E19F55A43F10}" srcId="{C260FA4D-3E32-40F0-90B5-88CE1F183F7A}" destId="{069685A2-B756-4AE1-A02F-B410EA74F2F4}" srcOrd="0" destOrd="0" parTransId="{F11C003F-1D9B-42B0-BB82-5981E53EFC3B}" sibTransId="{EAD9A751-977C-4136-8002-1AD6112700B7}"/>
    <dgm:cxn modelId="{492D2B7C-C83C-49F4-94D6-B23B6DA4A05A}" srcId="{C260FA4D-3E32-40F0-90B5-88CE1F183F7A}" destId="{B5029210-0CDB-4574-8605-A51C11D40124}" srcOrd="2" destOrd="0" parTransId="{0EA8C54E-C5E7-4523-A837-F4E0BCA7AEAD}" sibTransId="{2445219B-01AA-459B-9402-7A0F05480B07}"/>
    <dgm:cxn modelId="{B9D05D8A-B88E-41C9-BB11-BBE9CB03982F}" type="presOf" srcId="{B5029210-0CDB-4574-8605-A51C11D40124}" destId="{BF9286AC-4FB7-4988-8B32-22E008E39268}" srcOrd="0" destOrd="0" presId="urn:microsoft.com/office/officeart/2018/5/layout/IconCircleLabelList"/>
    <dgm:cxn modelId="{10DA7694-EEB0-4CBA-9EB2-A4612B36AF82}" srcId="{C260FA4D-3E32-40F0-90B5-88CE1F183F7A}" destId="{CBA40214-6D21-46C7-8ACC-31DBABA7C685}" srcOrd="1" destOrd="0" parTransId="{105EAC4F-3D68-4C16-A69A-548605941784}" sibTransId="{BDC587FA-5164-4B3B-A3CC-7C73CAC6BFE8}"/>
    <dgm:cxn modelId="{DEC0EFAE-0E1C-4232-815E-87BBF9B11DFB}" type="presOf" srcId="{CBA40214-6D21-46C7-8ACC-31DBABA7C685}" destId="{64DDBFA9-882C-42EC-881C-32F3956F6600}" srcOrd="0" destOrd="0" presId="urn:microsoft.com/office/officeart/2018/5/layout/IconCircleLabelList"/>
    <dgm:cxn modelId="{0F5A36FD-865D-4A1E-9690-6D5EB169E8DE}" type="presOf" srcId="{069685A2-B756-4AE1-A02F-B410EA74F2F4}" destId="{E8159573-F614-4CCF-9C94-27C483CCB406}" srcOrd="0" destOrd="0" presId="urn:microsoft.com/office/officeart/2018/5/layout/IconCircleLabelList"/>
    <dgm:cxn modelId="{7803FE23-55F9-4ABC-AE30-7DF71C868C91}" type="presParOf" srcId="{75F6E088-70E6-4845-B7B9-BBD25964D8C9}" destId="{E37F15AF-6409-4FC1-8BA8-01E6829FFB08}" srcOrd="0" destOrd="0" presId="urn:microsoft.com/office/officeart/2018/5/layout/IconCircleLabelList"/>
    <dgm:cxn modelId="{4A323AF0-CE42-4921-9147-55431003F484}" type="presParOf" srcId="{E37F15AF-6409-4FC1-8BA8-01E6829FFB08}" destId="{8D448139-A427-4EDF-91B1-B6ABF2D9ABC4}" srcOrd="0" destOrd="0" presId="urn:microsoft.com/office/officeart/2018/5/layout/IconCircleLabelList"/>
    <dgm:cxn modelId="{3101B1B2-6E5D-4F61-93BF-7A7304ACB7E8}" type="presParOf" srcId="{E37F15AF-6409-4FC1-8BA8-01E6829FFB08}" destId="{C903F227-E1AF-4856-9F9A-76895AF9FA70}" srcOrd="1" destOrd="0" presId="urn:microsoft.com/office/officeart/2018/5/layout/IconCircleLabelList"/>
    <dgm:cxn modelId="{258F268C-AF24-4E29-BB8B-750034B3DC20}" type="presParOf" srcId="{E37F15AF-6409-4FC1-8BA8-01E6829FFB08}" destId="{674122D4-D8AB-49BE-9472-0FA04F347C66}" srcOrd="2" destOrd="0" presId="urn:microsoft.com/office/officeart/2018/5/layout/IconCircleLabelList"/>
    <dgm:cxn modelId="{A7E76EBE-C893-45CF-B073-9F5568ADE768}" type="presParOf" srcId="{E37F15AF-6409-4FC1-8BA8-01E6829FFB08}" destId="{E8159573-F614-4CCF-9C94-27C483CCB406}" srcOrd="3" destOrd="0" presId="urn:microsoft.com/office/officeart/2018/5/layout/IconCircleLabelList"/>
    <dgm:cxn modelId="{7C900641-E8ED-4848-AE4F-1F6B814F6607}" type="presParOf" srcId="{75F6E088-70E6-4845-B7B9-BBD25964D8C9}" destId="{C471A861-8928-44E2-A847-CBFFA3179245}" srcOrd="1" destOrd="0" presId="urn:microsoft.com/office/officeart/2018/5/layout/IconCircleLabelList"/>
    <dgm:cxn modelId="{68B327B5-9EDC-4354-9C38-AB2322D1834C}" type="presParOf" srcId="{75F6E088-70E6-4845-B7B9-BBD25964D8C9}" destId="{FD7DE8DC-9128-46E4-9A6B-0EF183DE8B06}" srcOrd="2" destOrd="0" presId="urn:microsoft.com/office/officeart/2018/5/layout/IconCircleLabelList"/>
    <dgm:cxn modelId="{38EC4F3B-04E2-45D2-A646-736004BB95DA}" type="presParOf" srcId="{FD7DE8DC-9128-46E4-9A6B-0EF183DE8B06}" destId="{30CF2D0B-AB01-4E1C-9030-6A94010A8285}" srcOrd="0" destOrd="0" presId="urn:microsoft.com/office/officeart/2018/5/layout/IconCircleLabelList"/>
    <dgm:cxn modelId="{BA7FFE13-BC28-4FDF-A362-90ED289ED2DC}" type="presParOf" srcId="{FD7DE8DC-9128-46E4-9A6B-0EF183DE8B06}" destId="{85AD3E19-7C9A-4B03-BC4F-BF5162503D6C}" srcOrd="1" destOrd="0" presId="urn:microsoft.com/office/officeart/2018/5/layout/IconCircleLabelList"/>
    <dgm:cxn modelId="{41A74575-1FE4-428E-A421-E936E8DCAF43}" type="presParOf" srcId="{FD7DE8DC-9128-46E4-9A6B-0EF183DE8B06}" destId="{599CAD3A-B1D2-4C3E-BD06-C1A77F0F9813}" srcOrd="2" destOrd="0" presId="urn:microsoft.com/office/officeart/2018/5/layout/IconCircleLabelList"/>
    <dgm:cxn modelId="{BAF1DB90-D7A1-4AAB-B677-54A392D25903}" type="presParOf" srcId="{FD7DE8DC-9128-46E4-9A6B-0EF183DE8B06}" destId="{64DDBFA9-882C-42EC-881C-32F3956F6600}" srcOrd="3" destOrd="0" presId="urn:microsoft.com/office/officeart/2018/5/layout/IconCircleLabelList"/>
    <dgm:cxn modelId="{8106463F-3CDA-4792-B1A1-11F0A45FE76A}" type="presParOf" srcId="{75F6E088-70E6-4845-B7B9-BBD25964D8C9}" destId="{6AAE233A-DD4D-4163-ABDA-58EC2D24F039}" srcOrd="3" destOrd="0" presId="urn:microsoft.com/office/officeart/2018/5/layout/IconCircleLabelList"/>
    <dgm:cxn modelId="{82EEAB23-FA21-45E2-8408-ABB4CECC92AC}" type="presParOf" srcId="{75F6E088-70E6-4845-B7B9-BBD25964D8C9}" destId="{5FCBC8F6-F387-4FEB-BA33-9C687E491C07}" srcOrd="4" destOrd="0" presId="urn:microsoft.com/office/officeart/2018/5/layout/IconCircleLabelList"/>
    <dgm:cxn modelId="{1E2B1647-8D7B-42D1-A9D1-1F98CD21B25B}" type="presParOf" srcId="{5FCBC8F6-F387-4FEB-BA33-9C687E491C07}" destId="{A9BA73F8-E665-4080-9F74-98C9F97A187F}" srcOrd="0" destOrd="0" presId="urn:microsoft.com/office/officeart/2018/5/layout/IconCircleLabelList"/>
    <dgm:cxn modelId="{1997F50C-E863-40BE-9136-EDF6B1B46D9A}" type="presParOf" srcId="{5FCBC8F6-F387-4FEB-BA33-9C687E491C07}" destId="{D1F044C3-E263-42DE-BE8C-7DBDC08366A1}" srcOrd="1" destOrd="0" presId="urn:microsoft.com/office/officeart/2018/5/layout/IconCircleLabelList"/>
    <dgm:cxn modelId="{45382E80-5699-4C94-BE37-B1D15F5C95D9}" type="presParOf" srcId="{5FCBC8F6-F387-4FEB-BA33-9C687E491C07}" destId="{9E3106F6-F7E8-4263-8495-A8F12DF097EA}" srcOrd="2" destOrd="0" presId="urn:microsoft.com/office/officeart/2018/5/layout/IconCircleLabelList"/>
    <dgm:cxn modelId="{9CDC63A8-8749-4F73-AE60-0308B8ACA2E4}" type="presParOf" srcId="{5FCBC8F6-F387-4FEB-BA33-9C687E491C07}" destId="{BF9286AC-4FB7-4988-8B32-22E008E39268}"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667EFE1-2B17-4304-B3DF-314D134ED32F}" type="doc">
      <dgm:prSet loTypeId="urn:microsoft.com/office/officeart/2008/layout/VerticalCircleList" loCatId="list" qsTypeId="urn:microsoft.com/office/officeart/2005/8/quickstyle/simple1" qsCatId="simple" csTypeId="urn:microsoft.com/office/officeart/2005/8/colors/accent1_2" csCatId="accent1" phldr="1"/>
      <dgm:spPr/>
    </dgm:pt>
    <dgm:pt modelId="{A5781D25-38B2-45F4-BC6E-1CDFDBA3C580}">
      <dgm:prSet phldrT="[Texte]"/>
      <dgm:spPr/>
      <dgm:t>
        <a:bodyPr anchor="ctr"/>
        <a:lstStyle/>
        <a:p>
          <a:r>
            <a:rPr lang="fr-CA" b="1" dirty="0"/>
            <a:t>Attitude:</a:t>
          </a:r>
          <a:r>
            <a:rPr lang="fr-CA" dirty="0"/>
            <a:t> état interne influençant les choix individuels ou la décision de se comporter d’une certaine façon dans une situation donnée.</a:t>
          </a:r>
        </a:p>
      </dgm:t>
    </dgm:pt>
    <dgm:pt modelId="{02363822-C0CD-4B0A-8A2C-1FFBE051F92B}" type="parTrans" cxnId="{F5B31345-F4D4-4C70-8F96-EDEE39F32B66}">
      <dgm:prSet/>
      <dgm:spPr/>
      <dgm:t>
        <a:bodyPr/>
        <a:lstStyle/>
        <a:p>
          <a:endParaRPr lang="fr-CA"/>
        </a:p>
      </dgm:t>
    </dgm:pt>
    <dgm:pt modelId="{8CE513A6-B752-4D86-9293-B85BDD5E34A2}" type="sibTrans" cxnId="{F5B31345-F4D4-4C70-8F96-EDEE39F32B66}">
      <dgm:prSet/>
      <dgm:spPr/>
      <dgm:t>
        <a:bodyPr/>
        <a:lstStyle/>
        <a:p>
          <a:endParaRPr lang="fr-CA"/>
        </a:p>
      </dgm:t>
    </dgm:pt>
    <dgm:pt modelId="{878D9162-5561-4136-9C7F-5A0E430420C3}">
      <dgm:prSet phldrT="[Texte]"/>
      <dgm:spPr/>
      <dgm:t>
        <a:bodyPr anchor="ctr"/>
        <a:lstStyle/>
        <a:p>
          <a:r>
            <a:rPr lang="fr-CA" b="1" dirty="0"/>
            <a:t>Comportement: </a:t>
          </a:r>
          <a:r>
            <a:rPr lang="fr-CA" dirty="0"/>
            <a:t>désigne une action ou une réaction, plus ou moins complexe, intériorisée (dans la tête ou le corps) ou extériorisée (sous la forme de manières d’être ou d’agir, observables). Il peut s’agir, par exemple d’une pensée, d’une émotion, d’une attitude, d’un acte ou d’une conduite.</a:t>
          </a:r>
        </a:p>
      </dgm:t>
    </dgm:pt>
    <dgm:pt modelId="{66344511-4F57-49CF-80E9-AA70A7DD7801}" type="parTrans" cxnId="{E6E11948-B5B4-436D-BB15-0C6381B36C02}">
      <dgm:prSet/>
      <dgm:spPr/>
      <dgm:t>
        <a:bodyPr/>
        <a:lstStyle/>
        <a:p>
          <a:endParaRPr lang="fr-CA"/>
        </a:p>
      </dgm:t>
    </dgm:pt>
    <dgm:pt modelId="{8A08BA77-DFB1-4383-9ACD-AB8107F733FF}" type="sibTrans" cxnId="{E6E11948-B5B4-436D-BB15-0C6381B36C02}">
      <dgm:prSet/>
      <dgm:spPr/>
      <dgm:t>
        <a:bodyPr/>
        <a:lstStyle/>
        <a:p>
          <a:endParaRPr lang="fr-CA"/>
        </a:p>
      </dgm:t>
    </dgm:pt>
    <dgm:pt modelId="{0B3FB91E-5046-47C4-9BBC-15D09CA4178C}" type="pres">
      <dgm:prSet presAssocID="{1667EFE1-2B17-4304-B3DF-314D134ED32F}" presName="Name0" presStyleCnt="0">
        <dgm:presLayoutVars>
          <dgm:dir/>
        </dgm:presLayoutVars>
      </dgm:prSet>
      <dgm:spPr/>
    </dgm:pt>
    <dgm:pt modelId="{4F9CB8E5-84CC-4104-A4B9-3EB62F36DFB0}" type="pres">
      <dgm:prSet presAssocID="{A5781D25-38B2-45F4-BC6E-1CDFDBA3C580}" presName="noChildren" presStyleCnt="0"/>
      <dgm:spPr/>
    </dgm:pt>
    <dgm:pt modelId="{078A9B82-9931-49C3-85C8-82AC1479D3F8}" type="pres">
      <dgm:prSet presAssocID="{A5781D25-38B2-45F4-BC6E-1CDFDBA3C580}" presName="gap" presStyleCnt="0"/>
      <dgm:spPr/>
    </dgm:pt>
    <dgm:pt modelId="{21E0229A-E977-4F07-AF77-FB588284146A}" type="pres">
      <dgm:prSet presAssocID="{A5781D25-38B2-45F4-BC6E-1CDFDBA3C580}" presName="medCircle2" presStyleLbl="vennNode1" presStyleIdx="0" presStyleCnt="2"/>
      <dgm:spPr/>
    </dgm:pt>
    <dgm:pt modelId="{63C9C592-AFC0-4624-92F5-285D18619F10}" type="pres">
      <dgm:prSet presAssocID="{A5781D25-38B2-45F4-BC6E-1CDFDBA3C580}" presName="txLvlOnly1" presStyleLbl="revTx" presStyleIdx="0" presStyleCnt="2"/>
      <dgm:spPr/>
    </dgm:pt>
    <dgm:pt modelId="{8A4C2462-611C-4511-9531-662C0B6EDF1F}" type="pres">
      <dgm:prSet presAssocID="{878D9162-5561-4136-9C7F-5A0E430420C3}" presName="noChildren" presStyleCnt="0"/>
      <dgm:spPr/>
    </dgm:pt>
    <dgm:pt modelId="{D6F1F456-BB36-4479-9C59-643029D0BB92}" type="pres">
      <dgm:prSet presAssocID="{878D9162-5561-4136-9C7F-5A0E430420C3}" presName="gap" presStyleCnt="0"/>
      <dgm:spPr/>
    </dgm:pt>
    <dgm:pt modelId="{614214A1-4632-49D1-B5E0-0C7286E4D18D}" type="pres">
      <dgm:prSet presAssocID="{878D9162-5561-4136-9C7F-5A0E430420C3}" presName="medCircle2" presStyleLbl="vennNode1" presStyleIdx="1" presStyleCnt="2"/>
      <dgm:spPr/>
    </dgm:pt>
    <dgm:pt modelId="{66BAF516-A3DD-43CC-9F2A-2989A2529041}" type="pres">
      <dgm:prSet presAssocID="{878D9162-5561-4136-9C7F-5A0E430420C3}" presName="txLvlOnly1" presStyleLbl="revTx" presStyleIdx="1" presStyleCnt="2"/>
      <dgm:spPr/>
    </dgm:pt>
  </dgm:ptLst>
  <dgm:cxnLst>
    <dgm:cxn modelId="{F5B31345-F4D4-4C70-8F96-EDEE39F32B66}" srcId="{1667EFE1-2B17-4304-B3DF-314D134ED32F}" destId="{A5781D25-38B2-45F4-BC6E-1CDFDBA3C580}" srcOrd="0" destOrd="0" parTransId="{02363822-C0CD-4B0A-8A2C-1FFBE051F92B}" sibTransId="{8CE513A6-B752-4D86-9293-B85BDD5E34A2}"/>
    <dgm:cxn modelId="{E6E11948-B5B4-436D-BB15-0C6381B36C02}" srcId="{1667EFE1-2B17-4304-B3DF-314D134ED32F}" destId="{878D9162-5561-4136-9C7F-5A0E430420C3}" srcOrd="1" destOrd="0" parTransId="{66344511-4F57-49CF-80E9-AA70A7DD7801}" sibTransId="{8A08BA77-DFB1-4383-9ACD-AB8107F733FF}"/>
    <dgm:cxn modelId="{D8028555-8381-46BC-9CFE-AF769A9E2A85}" type="presOf" srcId="{878D9162-5561-4136-9C7F-5A0E430420C3}" destId="{66BAF516-A3DD-43CC-9F2A-2989A2529041}" srcOrd="0" destOrd="0" presId="urn:microsoft.com/office/officeart/2008/layout/VerticalCircleList"/>
    <dgm:cxn modelId="{22266685-DAF5-409A-8F66-24AFBEFFE212}" type="presOf" srcId="{1667EFE1-2B17-4304-B3DF-314D134ED32F}" destId="{0B3FB91E-5046-47C4-9BBC-15D09CA4178C}" srcOrd="0" destOrd="0" presId="urn:microsoft.com/office/officeart/2008/layout/VerticalCircleList"/>
    <dgm:cxn modelId="{2FA4E3EA-E6D1-4514-B91C-99C3DDE093FA}" type="presOf" srcId="{A5781D25-38B2-45F4-BC6E-1CDFDBA3C580}" destId="{63C9C592-AFC0-4624-92F5-285D18619F10}" srcOrd="0" destOrd="0" presId="urn:microsoft.com/office/officeart/2008/layout/VerticalCircleList"/>
    <dgm:cxn modelId="{47DF58DE-551A-4334-AB99-D9F777257AC5}" type="presParOf" srcId="{0B3FB91E-5046-47C4-9BBC-15D09CA4178C}" destId="{4F9CB8E5-84CC-4104-A4B9-3EB62F36DFB0}" srcOrd="0" destOrd="0" presId="urn:microsoft.com/office/officeart/2008/layout/VerticalCircleList"/>
    <dgm:cxn modelId="{D05B85F5-D0C9-4749-B17E-08891A705EAB}" type="presParOf" srcId="{4F9CB8E5-84CC-4104-A4B9-3EB62F36DFB0}" destId="{078A9B82-9931-49C3-85C8-82AC1479D3F8}" srcOrd="0" destOrd="0" presId="urn:microsoft.com/office/officeart/2008/layout/VerticalCircleList"/>
    <dgm:cxn modelId="{AF7F8B4B-5573-4A9D-BE31-3147283DCB97}" type="presParOf" srcId="{4F9CB8E5-84CC-4104-A4B9-3EB62F36DFB0}" destId="{21E0229A-E977-4F07-AF77-FB588284146A}" srcOrd="1" destOrd="0" presId="urn:microsoft.com/office/officeart/2008/layout/VerticalCircleList"/>
    <dgm:cxn modelId="{F148F8EF-A9CE-42A5-99B3-AADB327A3806}" type="presParOf" srcId="{4F9CB8E5-84CC-4104-A4B9-3EB62F36DFB0}" destId="{63C9C592-AFC0-4624-92F5-285D18619F10}" srcOrd="2" destOrd="0" presId="urn:microsoft.com/office/officeart/2008/layout/VerticalCircleList"/>
    <dgm:cxn modelId="{90FEC6D8-D194-40C0-8AC7-C15BCB34C4FC}" type="presParOf" srcId="{0B3FB91E-5046-47C4-9BBC-15D09CA4178C}" destId="{8A4C2462-611C-4511-9531-662C0B6EDF1F}" srcOrd="1" destOrd="0" presId="urn:microsoft.com/office/officeart/2008/layout/VerticalCircleList"/>
    <dgm:cxn modelId="{BEC42A2A-6360-48F3-9B0F-89D9326822E6}" type="presParOf" srcId="{8A4C2462-611C-4511-9531-662C0B6EDF1F}" destId="{D6F1F456-BB36-4479-9C59-643029D0BB92}" srcOrd="0" destOrd="0" presId="urn:microsoft.com/office/officeart/2008/layout/VerticalCircleList"/>
    <dgm:cxn modelId="{ADEFC0F7-46C8-4AAE-A051-1579B8746AC7}" type="presParOf" srcId="{8A4C2462-611C-4511-9531-662C0B6EDF1F}" destId="{614214A1-4632-49D1-B5E0-0C7286E4D18D}" srcOrd="1" destOrd="0" presId="urn:microsoft.com/office/officeart/2008/layout/VerticalCircleList"/>
    <dgm:cxn modelId="{1036C521-8A50-4B70-A6F6-175BCB8AB9F1}" type="presParOf" srcId="{8A4C2462-611C-4511-9531-662C0B6EDF1F}" destId="{66BAF516-A3DD-43CC-9F2A-2989A2529041}" srcOrd="2" destOrd="0" presId="urn:microsoft.com/office/officeart/2008/layout/Vertical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48139-A427-4EDF-91B1-B6ABF2D9ABC4}">
      <dsp:nvSpPr>
        <dsp:cNvPr id="0" name=""/>
        <dsp:cNvSpPr/>
      </dsp:nvSpPr>
      <dsp:spPr>
        <a:xfrm>
          <a:off x="513450"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3F227-E1AF-4856-9F9A-76895AF9FA70}">
      <dsp:nvSpPr>
        <dsp:cNvPr id="0" name=""/>
        <dsp:cNvSpPr/>
      </dsp:nvSpPr>
      <dsp:spPr>
        <a:xfrm>
          <a:off x="827887" y="987037"/>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159573-F614-4CCF-9C94-27C483CCB406}">
      <dsp:nvSpPr>
        <dsp:cNvPr id="0" name=""/>
        <dsp:cNvSpPr/>
      </dsp:nvSpPr>
      <dsp:spPr>
        <a:xfrm>
          <a:off x="41793"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Faire connaissance et briser la glace</a:t>
          </a:r>
          <a:endParaRPr lang="en-US" sz="1200" kern="1200" dirty="0"/>
        </a:p>
      </dsp:txBody>
      <dsp:txXfrm>
        <a:off x="41793" y="2607600"/>
        <a:ext cx="2418750" cy="720000"/>
      </dsp:txXfrm>
    </dsp:sp>
    <dsp:sp modelId="{30CF2D0B-AB01-4E1C-9030-6A94010A8285}">
      <dsp:nvSpPr>
        <dsp:cNvPr id="0" name=""/>
        <dsp:cNvSpPr/>
      </dsp:nvSpPr>
      <dsp:spPr>
        <a:xfrm>
          <a:off x="3355481"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AD3E19-7C9A-4B03-BC4F-BF5162503D6C}">
      <dsp:nvSpPr>
        <dsp:cNvPr id="0" name=""/>
        <dsp:cNvSpPr/>
      </dsp:nvSpPr>
      <dsp:spPr>
        <a:xfrm>
          <a:off x="3669918" y="987037"/>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DDBFA9-882C-42EC-881C-32F3956F6600}">
      <dsp:nvSpPr>
        <dsp:cNvPr id="0" name=""/>
        <dsp:cNvSpPr/>
      </dsp:nvSpPr>
      <dsp:spPr>
        <a:xfrm>
          <a:off x="2883825"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Présenter le cours, le matériel et les modalités d’évaluation</a:t>
          </a:r>
          <a:endParaRPr lang="en-US" sz="1200" kern="1200" dirty="0"/>
        </a:p>
      </dsp:txBody>
      <dsp:txXfrm>
        <a:off x="2883825" y="2607600"/>
        <a:ext cx="2418750" cy="720000"/>
      </dsp:txXfrm>
    </dsp:sp>
    <dsp:sp modelId="{A9BA73F8-E665-4080-9F74-98C9F97A187F}">
      <dsp:nvSpPr>
        <dsp:cNvPr id="0" name=""/>
        <dsp:cNvSpPr/>
      </dsp:nvSpPr>
      <dsp:spPr>
        <a:xfrm>
          <a:off x="6197512"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F044C3-E263-42DE-BE8C-7DBDC08366A1}">
      <dsp:nvSpPr>
        <dsp:cNvPr id="0" name=""/>
        <dsp:cNvSpPr/>
      </dsp:nvSpPr>
      <dsp:spPr>
        <a:xfrm>
          <a:off x="6511949" y="987037"/>
          <a:ext cx="846562" cy="84656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9286AC-4FB7-4988-8B32-22E008E39268}">
      <dsp:nvSpPr>
        <dsp:cNvPr id="0" name=""/>
        <dsp:cNvSpPr/>
      </dsp:nvSpPr>
      <dsp:spPr>
        <a:xfrm>
          <a:off x="5725856"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Sensibiliser les étudiants à la pertinence du comportement organisationnel en gestion</a:t>
          </a:r>
          <a:endParaRPr lang="en-US" sz="1200" kern="1200" dirty="0"/>
        </a:p>
      </dsp:txBody>
      <dsp:txXfrm>
        <a:off x="5725856" y="2607600"/>
        <a:ext cx="2418750" cy="7200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AF47F7B-D472-44E8-B6F7-AB29EC3BC90F}">
      <dsp:nvSpPr>
        <dsp:cNvPr id="0" name=""/>
        <dsp:cNvSpPr/>
      </dsp:nvSpPr>
      <dsp:spPr>
        <a:xfrm>
          <a:off x="1226619" y="0"/>
          <a:ext cx="1315807" cy="1315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48A4D35-8825-42B3-A20D-897A782DA4A1}">
      <dsp:nvSpPr>
        <dsp:cNvPr id="0" name=""/>
        <dsp:cNvSpPr/>
      </dsp:nvSpPr>
      <dsp:spPr>
        <a:xfrm>
          <a:off x="4798" y="1487816"/>
          <a:ext cx="3759450" cy="56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fr-CA" sz="2800" kern="1200" dirty="0"/>
            <a:t>Matériel</a:t>
          </a:r>
        </a:p>
      </dsp:txBody>
      <dsp:txXfrm>
        <a:off x="4798" y="1487816"/>
        <a:ext cx="3759450" cy="563917"/>
      </dsp:txXfrm>
    </dsp:sp>
    <dsp:sp modelId="{B353A09C-E561-46C7-891F-D474BD241018}">
      <dsp:nvSpPr>
        <dsp:cNvPr id="0" name=""/>
        <dsp:cNvSpPr/>
      </dsp:nvSpPr>
      <dsp:spPr>
        <a:xfrm>
          <a:off x="4798" y="2131737"/>
          <a:ext cx="3759450" cy="1868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100000"/>
            </a:lnSpc>
            <a:spcBef>
              <a:spcPct val="0"/>
            </a:spcBef>
            <a:spcAft>
              <a:spcPct val="35000"/>
            </a:spcAft>
            <a:buFont typeface="Arial" panose="020B0604020202020204" pitchFamily="34" charset="0"/>
            <a:buNone/>
          </a:pPr>
          <a:r>
            <a:rPr lang="fr-CA" sz="1400" i="0" kern="1200" dirty="0"/>
            <a:t>Chapitres disponibles sur </a:t>
          </a:r>
          <a:r>
            <a:rPr lang="fr-CA" sz="1400" i="0" kern="1200" dirty="0" err="1"/>
            <a:t>ZoneCours</a:t>
          </a:r>
          <a:r>
            <a:rPr lang="fr-CA" sz="1400" i="0" kern="1200" dirty="0"/>
            <a:t> à chaque séance – consultation à l’écran</a:t>
          </a:r>
        </a:p>
        <a:p>
          <a:pPr marL="0" lvl="0" indent="0" algn="l" defTabSz="622300">
            <a:lnSpc>
              <a:spcPct val="100000"/>
            </a:lnSpc>
            <a:spcBef>
              <a:spcPct val="0"/>
            </a:spcBef>
            <a:spcAft>
              <a:spcPct val="35000"/>
            </a:spcAft>
            <a:buFont typeface="Arial" panose="020B0604020202020204" pitchFamily="34" charset="0"/>
            <a:buNone/>
          </a:pPr>
          <a:r>
            <a:rPr lang="fr-CA" sz="1400" i="0" kern="1200" dirty="0"/>
            <a:t>Possibilité d’acheter le manuel en anglais si vous souhaitez une version électronique que vous pouvez annoter.</a:t>
          </a:r>
        </a:p>
        <a:p>
          <a:pPr marL="0" lvl="0" indent="0" algn="ctr" defTabSz="622300">
            <a:lnSpc>
              <a:spcPct val="100000"/>
            </a:lnSpc>
            <a:spcBef>
              <a:spcPct val="0"/>
            </a:spcBef>
            <a:spcAft>
              <a:spcPct val="35000"/>
            </a:spcAft>
            <a:buNone/>
          </a:pPr>
          <a:r>
            <a:rPr lang="fr-CA" sz="1400" kern="1200" dirty="0" err="1"/>
            <a:t>ZoneCours</a:t>
          </a:r>
          <a:r>
            <a:rPr lang="fr-CA" sz="1400" kern="1200" dirty="0"/>
            <a:t> :Cas et diapositives</a:t>
          </a:r>
        </a:p>
      </dsp:txBody>
      <dsp:txXfrm>
        <a:off x="4798" y="2131737"/>
        <a:ext cx="3759450" cy="1868462"/>
      </dsp:txXfrm>
    </dsp:sp>
    <dsp:sp modelId="{7A5A7615-F623-4824-97C4-82A510B45C05}">
      <dsp:nvSpPr>
        <dsp:cNvPr id="0" name=""/>
        <dsp:cNvSpPr/>
      </dsp:nvSpPr>
      <dsp:spPr>
        <a:xfrm>
          <a:off x="5643973" y="0"/>
          <a:ext cx="1315807" cy="131580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25A780-37AF-463E-9FEC-33E82E107E20}">
      <dsp:nvSpPr>
        <dsp:cNvPr id="0" name=""/>
        <dsp:cNvSpPr/>
      </dsp:nvSpPr>
      <dsp:spPr>
        <a:xfrm>
          <a:off x="4422151" y="1487816"/>
          <a:ext cx="3759450" cy="56391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44600">
            <a:lnSpc>
              <a:spcPct val="100000"/>
            </a:lnSpc>
            <a:spcBef>
              <a:spcPct val="0"/>
            </a:spcBef>
            <a:spcAft>
              <a:spcPct val="35000"/>
            </a:spcAft>
            <a:buNone/>
            <a:defRPr b="1"/>
          </a:pPr>
          <a:r>
            <a:rPr lang="fr-CA" sz="2800" kern="1200"/>
            <a:t>Évaluations</a:t>
          </a:r>
        </a:p>
      </dsp:txBody>
      <dsp:txXfrm>
        <a:off x="4422151" y="1487816"/>
        <a:ext cx="3759450" cy="563917"/>
      </dsp:txXfrm>
    </dsp:sp>
    <dsp:sp modelId="{224B125E-83CA-4A89-984F-A6863A787761}">
      <dsp:nvSpPr>
        <dsp:cNvPr id="0" name=""/>
        <dsp:cNvSpPr/>
      </dsp:nvSpPr>
      <dsp:spPr>
        <a:xfrm>
          <a:off x="4422151" y="2131737"/>
          <a:ext cx="3759450" cy="18684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pPr>
          <a:r>
            <a:rPr lang="fr-CA" sz="1400" kern="1200" dirty="0"/>
            <a:t>4 synthèses de discussion en équipe (15%) en classe proposées par les professeurs</a:t>
          </a:r>
        </a:p>
        <a:p>
          <a:pPr marL="0" lvl="0" indent="0" algn="ctr" defTabSz="622300">
            <a:lnSpc>
              <a:spcPct val="100000"/>
            </a:lnSpc>
            <a:spcBef>
              <a:spcPct val="0"/>
            </a:spcBef>
            <a:spcAft>
              <a:spcPct val="35000"/>
            </a:spcAft>
            <a:buNone/>
          </a:pPr>
          <a:r>
            <a:rPr lang="fr-CA" sz="1400" kern="1200" dirty="0"/>
            <a:t>1 examen intra (35%) </a:t>
          </a:r>
        </a:p>
        <a:p>
          <a:pPr marL="0" lvl="0" indent="0" algn="ctr" defTabSz="622300">
            <a:lnSpc>
              <a:spcPct val="100000"/>
            </a:lnSpc>
            <a:spcBef>
              <a:spcPct val="0"/>
            </a:spcBef>
            <a:spcAft>
              <a:spcPct val="35000"/>
            </a:spcAft>
            <a:buNone/>
          </a:pPr>
          <a:r>
            <a:rPr lang="fr-CA" sz="1400" kern="1200" dirty="0"/>
            <a:t>1 examen final (50%)</a:t>
          </a:r>
        </a:p>
      </dsp:txBody>
      <dsp:txXfrm>
        <a:off x="4422151" y="2131737"/>
        <a:ext cx="3759450" cy="18684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D448139-A427-4EDF-91B1-B6ABF2D9ABC4}">
      <dsp:nvSpPr>
        <dsp:cNvPr id="0" name=""/>
        <dsp:cNvSpPr/>
      </dsp:nvSpPr>
      <dsp:spPr>
        <a:xfrm>
          <a:off x="513450"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903F227-E1AF-4856-9F9A-76895AF9FA70}">
      <dsp:nvSpPr>
        <dsp:cNvPr id="0" name=""/>
        <dsp:cNvSpPr/>
      </dsp:nvSpPr>
      <dsp:spPr>
        <a:xfrm>
          <a:off x="827887" y="987037"/>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8159573-F614-4CCF-9C94-27C483CCB406}">
      <dsp:nvSpPr>
        <dsp:cNvPr id="0" name=""/>
        <dsp:cNvSpPr/>
      </dsp:nvSpPr>
      <dsp:spPr>
        <a:xfrm>
          <a:off x="41793"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Faire connaissance et briser la glace</a:t>
          </a:r>
          <a:endParaRPr lang="en-US" sz="1200" kern="1200" dirty="0"/>
        </a:p>
      </dsp:txBody>
      <dsp:txXfrm>
        <a:off x="41793" y="2607600"/>
        <a:ext cx="2418750" cy="720000"/>
      </dsp:txXfrm>
    </dsp:sp>
    <dsp:sp modelId="{30CF2D0B-AB01-4E1C-9030-6A94010A8285}">
      <dsp:nvSpPr>
        <dsp:cNvPr id="0" name=""/>
        <dsp:cNvSpPr/>
      </dsp:nvSpPr>
      <dsp:spPr>
        <a:xfrm>
          <a:off x="3355481"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AD3E19-7C9A-4B03-BC4F-BF5162503D6C}">
      <dsp:nvSpPr>
        <dsp:cNvPr id="0" name=""/>
        <dsp:cNvSpPr/>
      </dsp:nvSpPr>
      <dsp:spPr>
        <a:xfrm>
          <a:off x="3669918" y="987037"/>
          <a:ext cx="846562" cy="84656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4DDBFA9-882C-42EC-881C-32F3956F6600}">
      <dsp:nvSpPr>
        <dsp:cNvPr id="0" name=""/>
        <dsp:cNvSpPr/>
      </dsp:nvSpPr>
      <dsp:spPr>
        <a:xfrm>
          <a:off x="2883825"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Présenter le cours, le matériel et les modalités d’évaluation</a:t>
          </a:r>
          <a:endParaRPr lang="en-US" sz="1200" kern="1200" dirty="0"/>
        </a:p>
      </dsp:txBody>
      <dsp:txXfrm>
        <a:off x="2883825" y="2607600"/>
        <a:ext cx="2418750" cy="720000"/>
      </dsp:txXfrm>
    </dsp:sp>
    <dsp:sp modelId="{A9BA73F8-E665-4080-9F74-98C9F97A187F}">
      <dsp:nvSpPr>
        <dsp:cNvPr id="0" name=""/>
        <dsp:cNvSpPr/>
      </dsp:nvSpPr>
      <dsp:spPr>
        <a:xfrm>
          <a:off x="6197512" y="672599"/>
          <a:ext cx="1475437" cy="1475437"/>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1F044C3-E263-42DE-BE8C-7DBDC08366A1}">
      <dsp:nvSpPr>
        <dsp:cNvPr id="0" name=""/>
        <dsp:cNvSpPr/>
      </dsp:nvSpPr>
      <dsp:spPr>
        <a:xfrm>
          <a:off x="6511949" y="987037"/>
          <a:ext cx="846562" cy="84656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F9286AC-4FB7-4988-8B32-22E008E39268}">
      <dsp:nvSpPr>
        <dsp:cNvPr id="0" name=""/>
        <dsp:cNvSpPr/>
      </dsp:nvSpPr>
      <dsp:spPr>
        <a:xfrm>
          <a:off x="5725856" y="2607600"/>
          <a:ext cx="2418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fr-CA" sz="1200" b="0" kern="1200" baseline="0" dirty="0"/>
            <a:t>Sensibiliser les étudiants à la pertinence du comportement organisationnel en gestion</a:t>
          </a:r>
          <a:endParaRPr lang="en-US" sz="1200" kern="1200" dirty="0"/>
        </a:p>
      </dsp:txBody>
      <dsp:txXfrm>
        <a:off x="5725856" y="2607600"/>
        <a:ext cx="2418750" cy="720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E0229A-E977-4F07-AF77-FB588284146A}">
      <dsp:nvSpPr>
        <dsp:cNvPr id="0" name=""/>
        <dsp:cNvSpPr/>
      </dsp:nvSpPr>
      <dsp:spPr>
        <a:xfrm>
          <a:off x="351961" y="657885"/>
          <a:ext cx="1342364" cy="13423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3C9C592-AFC0-4624-92F5-285D18619F10}">
      <dsp:nvSpPr>
        <dsp:cNvPr id="0" name=""/>
        <dsp:cNvSpPr/>
      </dsp:nvSpPr>
      <dsp:spPr>
        <a:xfrm>
          <a:off x="1023143" y="657885"/>
          <a:ext cx="7162006" cy="13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0" bIns="20320" numCol="1" spcCol="1270" anchor="ctr" anchorCtr="0">
          <a:noAutofit/>
        </a:bodyPr>
        <a:lstStyle/>
        <a:p>
          <a:pPr marL="0" lvl="0" indent="0" algn="l" defTabSz="711200">
            <a:lnSpc>
              <a:spcPct val="90000"/>
            </a:lnSpc>
            <a:spcBef>
              <a:spcPct val="0"/>
            </a:spcBef>
            <a:spcAft>
              <a:spcPct val="35000"/>
            </a:spcAft>
            <a:buNone/>
          </a:pPr>
          <a:r>
            <a:rPr lang="fr-CA" sz="1600" b="1" kern="1200" dirty="0"/>
            <a:t>Attitude:</a:t>
          </a:r>
          <a:r>
            <a:rPr lang="fr-CA" sz="1600" kern="1200" dirty="0"/>
            <a:t> état interne influençant les choix individuels ou la décision de se comporter d’une certaine façon dans une situation donnée.</a:t>
          </a:r>
        </a:p>
      </dsp:txBody>
      <dsp:txXfrm>
        <a:off x="1023143" y="657885"/>
        <a:ext cx="7162006" cy="1342364"/>
      </dsp:txXfrm>
    </dsp:sp>
    <dsp:sp modelId="{614214A1-4632-49D1-B5E0-0C7286E4D18D}">
      <dsp:nvSpPr>
        <dsp:cNvPr id="0" name=""/>
        <dsp:cNvSpPr/>
      </dsp:nvSpPr>
      <dsp:spPr>
        <a:xfrm>
          <a:off x="351961" y="2000250"/>
          <a:ext cx="1342364" cy="1342364"/>
        </a:xfrm>
        <a:prstGeom prst="ellipse">
          <a:avLst/>
        </a:prstGeom>
        <a:solidFill>
          <a:schemeClr val="accent1">
            <a:alpha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sp>
    <dsp:sp modelId="{66BAF516-A3DD-43CC-9F2A-2989A2529041}">
      <dsp:nvSpPr>
        <dsp:cNvPr id="0" name=""/>
        <dsp:cNvSpPr/>
      </dsp:nvSpPr>
      <dsp:spPr>
        <a:xfrm>
          <a:off x="1023143" y="2000250"/>
          <a:ext cx="7162006" cy="13423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0320" rIns="0" bIns="20320" numCol="1" spcCol="1270" anchor="ctr" anchorCtr="0">
          <a:noAutofit/>
        </a:bodyPr>
        <a:lstStyle/>
        <a:p>
          <a:pPr marL="0" lvl="0" indent="0" algn="l" defTabSz="711200">
            <a:lnSpc>
              <a:spcPct val="90000"/>
            </a:lnSpc>
            <a:spcBef>
              <a:spcPct val="0"/>
            </a:spcBef>
            <a:spcAft>
              <a:spcPct val="35000"/>
            </a:spcAft>
            <a:buNone/>
          </a:pPr>
          <a:r>
            <a:rPr lang="fr-CA" sz="1600" b="1" kern="1200" dirty="0"/>
            <a:t>Comportement: </a:t>
          </a:r>
          <a:r>
            <a:rPr lang="fr-CA" sz="1600" kern="1200" dirty="0"/>
            <a:t>désigne une action ou une réaction, plus ou moins complexe, intériorisée (dans la tête ou le corps) ou extériorisée (sous la forme de manières d’être ou d’agir, observables). Il peut s’agir, par exemple d’une pensée, d’une émotion, d’une attitude, d’un acte ou d’une conduite.</a:t>
          </a:r>
        </a:p>
      </dsp:txBody>
      <dsp:txXfrm>
        <a:off x="1023143" y="2000250"/>
        <a:ext cx="7162006" cy="1342364"/>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microsoft.com/office/officeart/2008/layout/VerticalCircleList">
  <dgm:title val=""/>
  <dgm:desc val=""/>
  <dgm:catLst>
    <dgm:cat type="list" pri="235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41" srcId="1" destId="11" srcOrd="0" destOrd="0"/>
        <dgm:cxn modelId="42" srcId="1" destId="12" srcOrd="1" destOrd="0"/>
        <dgm:cxn modelId="5" srcId="0" destId="2" srcOrd="0" destOrd="0"/>
        <dgm:cxn modelId="51" srcId="2" destId="21" srcOrd="0" destOrd="0"/>
        <dgm:cxn modelId="52" srcId="2" destId="22" srcOrd="1" destOrd="0"/>
      </dgm:cxnLst>
      <dgm:bg/>
      <dgm:whole/>
    </dgm:dataModel>
  </dgm:sampData>
  <dgm:styleData useDef="1">
    <dgm:dataModel>
      <dgm:ptLst/>
      <dgm:bg/>
      <dgm:whole/>
    </dgm:dataModel>
  </dgm:styleData>
  <dgm:clrData useDef="1">
    <dgm:dataModel>
      <dgm:ptLst/>
      <dgm:bg/>
      <dgm:whole/>
    </dgm:dataModel>
  </dgm:clrData>
  <dgm:layoutNode name="Name0">
    <dgm:varLst>
      <dgm:dir/>
    </dgm:varLst>
    <dgm:alg type="lin">
      <dgm:param type="linDir" val="fromT"/>
      <dgm:param type="fallback" val="2D"/>
    </dgm:alg>
    <dgm:shape xmlns:r="http://schemas.openxmlformats.org/officeDocument/2006/relationships" r:blip="">
      <dgm:adjLst/>
    </dgm:shape>
    <dgm:presOf/>
    <dgm:constrLst>
      <dgm:constr type="w" for="ch" forName="withChildren" refType="w"/>
      <dgm:constr type="h" for="ch" forName="withChildren" refType="w" fact="0.909"/>
      <dgm:constr type="w" for="ch" forName="noChildren" refType="w"/>
      <dgm:constr type="h" for="ch" forName="noChildren" refType="w" fact="0.164"/>
      <dgm:constr type="w" for="ch" forName="overlap" val="1"/>
      <dgm:constr type="h" for="ch" forName="overlap" refType="w" refFor="ch" refForName="withChildren" fact="-0.089"/>
      <dgm:constr type="primFontSz" for="des" forName="txLvl1" op="equ" val="65"/>
      <dgm:constr type="primFontSz" for="des" forName="txLvlOnly1" refType="primFontSz" refFor="des" refForName="txLvl1" op="equ"/>
      <dgm:constr type="primFontSz" for="des" forName="txLvl2" refType="primFontSz" refFor="des" refForName="txLvl1" op="equ" fact="0.78"/>
      <dgm:constr type="primFontSz" for="des" forName="txLvl3" refType="primFontSz" refFor="des" refForName="txLvl1" op="equ" fact="0.78"/>
      <dgm:constr type="userF" for="des" forName="lin" refType="primFontSz" refFor="des" refForName="txLvl2" op="equ"/>
    </dgm:constrLst>
    <dgm:forEach name="Name1" axis="ch" ptType="node">
      <dgm:choose name="Name2">
        <dgm:if name="Name3" axis="ch" ptType="node" func="cnt" op="gte" val="1">
          <dgm:layoutNode name="withChildren">
            <dgm:alg type="composite"/>
            <dgm:choose name="Name4">
              <dgm:if name="Name5" func="var" arg="dir" op="equ" val="norm">
                <dgm:constrLst>
                  <dgm:constr type="l" for="ch" forName="bigCircle"/>
                  <dgm:constr type="w" for="ch" forName="bigCircle" refType="h" refFor="ch" refForName="bigCircle"/>
                  <dgm:constr type="t" for="ch" forName="bigCircle"/>
                  <dgm:constr type="h" for="ch" forName="bigCircle" refType="h"/>
                  <dgm:constr type="l" for="ch" forName="medCircle" refType="w" fact="0.043"/>
                  <dgm:constr type="w" for="ch" forName="medCircle" refType="h" refFor="ch" refForName="medCircle"/>
                  <dgm:constr type="t" for="ch" forName="medCircle" refType="h" fact="0.042"/>
                  <dgm:constr type="h" for="ch" forName="medCircle" refType="h" fact="0.18"/>
                  <dgm:constr type="l" for="ch" forName="txLvl1" refType="ctrX" refFor="ch" refForName="medCircle"/>
                  <dgm:constr type="r" for="ch" forName="txLvl1" refType="w"/>
                  <dgm:constr type="h" for="ch" forName="txLvl1" refType="h" refFor="ch" refForName="medCircle"/>
                  <dgm:constr type="t" for="ch" forName="txLvl1" refType="t" refFor="ch" refForName="medCircle"/>
                  <dgm:constr type="l" for="ch" forName="lin" refType="ctrX" refFor="ch" refForName="medCircle"/>
                  <dgm:constr type="r" for="ch" forName="lin" refType="w"/>
                  <dgm:constr type="t" for="ch" forName="lin" refType="h" fact="0.222"/>
                  <dgm:constr type="h" for="ch" forName="lin" refType="h" fact="0.68"/>
                </dgm:constrLst>
              </dgm:if>
              <dgm:else name="Name6">
                <dgm:constrLst>
                  <dgm:constr type="r" for="ch" forName="bigCircle" refType="w"/>
                  <dgm:constr type="w" for="ch" forName="bigCircle" refType="h" refFor="ch" refForName="bigCircle"/>
                  <dgm:constr type="t" for="ch" forName="bigCircle"/>
                  <dgm:constr type="h" for="ch" forName="bigCircle" refType="h"/>
                  <dgm:constr type="r" for="ch" forName="medCircle" refType="w" fact="0.957"/>
                  <dgm:constr type="w" for="ch" forName="medCircle" refType="h" refFor="ch" refForName="medCircle"/>
                  <dgm:constr type="t" for="ch" forName="medCircle" refType="h" fact="0.042"/>
                  <dgm:constr type="h" for="ch" forName="medCircle" refType="h" fact="0.18"/>
                  <dgm:constr type="l" for="ch" forName="txLvl1"/>
                  <dgm:constr type="r" for="ch" forName="txLvl1" refType="ctrX" refFor="ch" refForName="medCircle"/>
                  <dgm:constr type="h" for="ch" forName="txLvl1" refType="h" refFor="ch" refForName="medCircle"/>
                  <dgm:constr type="t" for="ch" forName="txLvl1" refType="t" refFor="ch" refForName="medCircle"/>
                  <dgm:constr type="l" for="ch" forName="lin"/>
                  <dgm:constr type="r" for="ch" forName="lin" refType="ctrX" refFor="ch" refForName="medCircle"/>
                  <dgm:constr type="t" for="ch" forName="lin" refType="h" fact="0.222"/>
                  <dgm:constr type="h" for="ch" forName="lin" refType="h" fact="0.68"/>
                </dgm:constrLst>
              </dgm:else>
            </dgm:choose>
            <dgm:layoutNode name="bigCircle" styleLbl="vennNode1">
              <dgm:alg type="sp"/>
              <dgm:shape xmlns:r="http://schemas.openxmlformats.org/officeDocument/2006/relationships" type="ellipse" r:blip="">
                <dgm:adjLst/>
              </dgm:shape>
              <dgm:presOf/>
              <dgm:constrLst>
                <dgm:constr type="w" refType="h"/>
              </dgm:constrLst>
            </dgm:layoutNode>
            <dgm:layoutNode name="medCircle" styleLbl="vennNode1">
              <dgm:alg type="sp"/>
              <dgm:shape xmlns:r="http://schemas.openxmlformats.org/officeDocument/2006/relationships" type="ellipse" r:blip="">
                <dgm:adjLst/>
              </dgm:shape>
              <dgm:presOf/>
              <dgm:constrLst>
                <dgm:constr type="w" refType="h"/>
              </dgm:constrLst>
            </dgm:layoutNode>
            <dgm:layoutNode name="txLvl1" styleLbl="revTx">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name="lin">
              <dgm:choose name="Name10">
                <dgm:if name="Name11" func="var" arg="dir" op="equ" val="norm">
                  <dgm:alg type="lin">
                    <dgm:param type="linDir" val="fromT"/>
                    <dgm:param type="vertAlign" val="t"/>
                    <dgm:param type="nodeHorzAlign" val="l"/>
                  </dgm:alg>
                </dgm:if>
                <dgm:else name="Name12">
                  <dgm:alg type="lin">
                    <dgm:param type="linDir" val="fromT"/>
                    <dgm:param type="vertAlign" val="t"/>
                    <dgm:param type="nodeHorzAlign" val="r"/>
                  </dgm:alg>
                </dgm:else>
              </dgm:choose>
              <dgm:shape xmlns:r="http://schemas.openxmlformats.org/officeDocument/2006/relationships" r:blip="">
                <dgm:adjLst/>
              </dgm:shape>
              <dgm:presOf/>
              <dgm:constrLst>
                <dgm:constr type="userF"/>
                <dgm:constr type="primFontSz" for="ch" forName="txLvl2" refType="userF"/>
                <dgm:constr type="w" for="ch" forName="txLvl2" refType="w"/>
                <dgm:constr type="h" for="ch" forName="txLvl2" refType="primFontSz" refFor="ch" refForName="txLvl2" fact="0.39"/>
                <dgm:constr type="w" for="ch" forName="txLvl3" refType="w"/>
                <dgm:constr type="h" for="ch" forName="txLvl3" refType="primFontSz" refFor="ch" refForName="txLvl2" fact="0.39"/>
                <dgm:constr type="h" for="ch" forName="smCircle" refType="primFontSz" refFor="ch" refForName="txLvl2" fact="0.14"/>
                <dgm:constr type="h" for="ch" forName="indentDot1" refType="primFontSz" refFor="ch" refForName="txLvl2" fact="0.14"/>
                <dgm:constr type="h" for="ch" forName="indentDot2" refType="primFontSz" refFor="ch" refForName="txLvl2" fact="0.14"/>
                <dgm:constr type="h" for="ch" forName="indentDot3" refType="primFontSz" refFor="ch" refForName="txLvl2" fact="0.14"/>
                <dgm:constr type="w" for="ch" forName="indentDot1" refType="w"/>
                <dgm:constr type="w" for="ch" forName="indentDot2" refType="w"/>
                <dgm:constr type="w" for="ch" forName="indentDot3" refType="w"/>
                <dgm:constr type="userI" for="ch" forName="txLvl3" refType="primFontSz" refFor="ch" refForName="txLvl2" fact="0.14"/>
                <dgm:constr type="userI" for="ch" forName="indentDot1" refType="primFontSz" refFor="ch" refForName="txLvl2" fact="0.14"/>
                <dgm:constr type="userI" for="ch" forName="indentDot2" refType="primFontSz" refFor="ch" refForName="txLvl2" fact="0.14"/>
                <dgm:constr type="userI" for="ch" forName="indentDot3" refType="primFontSz" refFor="ch" refForName="txLvl2" fact="0.14"/>
              </dgm:constrLst>
              <dgm:ruleLst>
                <dgm:rule type="primFontSz" for="ch" forName="txLvl2" val="5" fact="NaN" max="NaN"/>
              </dgm:ruleLst>
              <dgm:forEach name="Name13" axis="ch" ptType="node">
                <dgm:layoutNode name="txLvl2" styleLbl="revTx">
                  <dgm:choose name="Name14">
                    <dgm:if name="Name15" func="var" arg="dir" op="equ" val="norm">
                      <dgm:alg type="tx">
                        <dgm:param type="parTxLTRAlign" val="l"/>
                        <dgm:param type="parTxRTLAlign" val="l"/>
                      </dgm:alg>
                    </dgm:if>
                    <dgm:else name="Name16">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h" val="INF" fact="NaN" max="NaN"/>
                  </dgm:ruleLst>
                </dgm:layoutNode>
                <dgm:forEach name="Name17" axis="ch" ptType="node" cnt="1">
                  <dgm:layoutNode name="indentDot1">
                    <dgm:alg type="composite"/>
                    <dgm:shape xmlns:r="http://schemas.openxmlformats.org/officeDocument/2006/relationships" r:blip="">
                      <dgm:adjLst/>
                    </dgm:shape>
                    <dgm:presOf/>
                    <dgm:choose name="Name18">
                      <dgm:if name="Name19" func="var" arg="dir" op="equ" val="norm">
                        <dgm:constrLst>
                          <dgm:constr type="userI"/>
                          <dgm:constr type="w" for="ch" forName="gap1" refType="userI" fact="3"/>
                          <dgm:constr type="w" for="ch" forName="smCircle1" refType="h"/>
                          <dgm:constr type="l" for="ch" forName="smCircle1" refType="r" refFor="ch" refForName="gap1"/>
                        </dgm:constrLst>
                      </dgm:if>
                      <dgm:else name="Name20">
                        <dgm:constrLst>
                          <dgm:constr type="userI"/>
                          <dgm:constr type="w" for="ch" forName="gap1" refType="userI" fact="3"/>
                          <dgm:constr type="w" for="ch" forName="smCircle1" refType="h"/>
                          <dgm:constr type="r" for="ch" forName="smCircle1" refType="l" refFor="ch" refForName="gap1"/>
                        </dgm:constrLst>
                      </dgm:else>
                    </dgm:choose>
                    <dgm:layoutNode name="gap1">
                      <dgm:alg type="sp"/>
                      <dgm:shape xmlns:r="http://schemas.openxmlformats.org/officeDocument/2006/relationships" type="rect" r:blip="" hideGeom="1">
                        <dgm:adjLst/>
                      </dgm:shape>
                      <dgm:presOf/>
                    </dgm:layoutNode>
                    <dgm:layoutNode name="smCircle1" styleLbl="vennNode1">
                      <dgm:alg type="sp"/>
                      <dgm:shape xmlns:r="http://schemas.openxmlformats.org/officeDocument/2006/relationships" type="ellipse" r:blip="">
                        <dgm:adjLst/>
                      </dgm:shape>
                      <dgm:presOf/>
                      <dgm:constrLst>
                        <dgm:constr type="w" refType="h"/>
                      </dgm:constrLst>
                    </dgm:layoutNode>
                  </dgm:layoutNode>
                </dgm:forEach>
                <dgm:forEach name="Name21" axis="ch" ptType="node">
                  <dgm:layoutNode name="txLvl3" styleLbl="revTx">
                    <dgm:varLst>
                      <dgm:bulletEnabled val="1"/>
                    </dgm:varLst>
                    <dgm:choose name="Name22">
                      <dgm:if name="Name23" func="var" arg="dir" op="equ" val="norm">
                        <dgm:alg type="tx">
                          <dgm:param type="parTxLTRAlign" val="l"/>
                          <dgm:param type="parTxRTLAlign" val="l"/>
                          <dgm:param type="shpTxLTRAlignCh" val="l"/>
                          <dgm:param type="shpTxRTLAlignCh" val="l"/>
                        </dgm:alg>
                      </dgm:if>
                      <dgm:else name="Name24">
                        <dgm:alg type="tx">
                          <dgm:param type="parTxLTRAlign" val="r"/>
                          <dgm:param type="parTxRTLAlign" val="r"/>
                          <dgm:param type="shpTxLTRAlignCh" val="r"/>
                          <dgm:param type="shpTxRTLAlignCh" val="r"/>
                        </dgm:alg>
                      </dgm:else>
                    </dgm:choose>
                    <dgm:shape xmlns:r="http://schemas.openxmlformats.org/officeDocument/2006/relationships" type="rect" r:blip="">
                      <dgm:adjLst/>
                    </dgm:shape>
                    <dgm:presOf axis="desOrSelf" ptType="node"/>
                    <dgm:choose name="Name25">
                      <dgm:if name="Name26" func="var" arg="dir" op="equ" val="norm">
                        <dgm:constrLst>
                          <dgm:constr type="userI"/>
                          <dgm:constr type="lMarg" refType="userI" fact="8.504"/>
                          <dgm:constr type="rMarg"/>
                          <dgm:constr type="tMarg" refType="primFontSz" fact="0.1"/>
                          <dgm:constr type="bMarg" refType="primFontSz" fact="0.1"/>
                        </dgm:constrLst>
                      </dgm:if>
                      <dgm:else name="Name27">
                        <dgm:constrLst>
                          <dgm:constr type="userI"/>
                          <dgm:constr type="lMarg"/>
                          <dgm:constr type="rMarg" refType="userI" fact="8.504"/>
                          <dgm:constr type="tMarg" refType="primFontSz" fact="0.1"/>
                          <dgm:constr type="bMarg" refType="primFontSz" fact="0.1"/>
                        </dgm:constrLst>
                      </dgm:else>
                    </dgm:choose>
                    <dgm:ruleLst>
                      <dgm:rule type="h" val="INF" fact="NaN" max="NaN"/>
                    </dgm:ruleLst>
                  </dgm:layoutNode>
                  <dgm:forEach name="Name28" axis="followSib" ptType="sibTrans" cnt="1">
                    <dgm:layoutNode name="indentDot2">
                      <dgm:alg type="composite"/>
                      <dgm:shape xmlns:r="http://schemas.openxmlformats.org/officeDocument/2006/relationships" r:blip="">
                        <dgm:adjLst/>
                      </dgm:shape>
                      <dgm:presOf/>
                      <dgm:choose name="Name29">
                        <dgm:if name="Name30" func="var" arg="dir" op="equ" val="norm">
                          <dgm:constrLst>
                            <dgm:constr type="userI"/>
                            <dgm:constr type="w" for="ch" forName="gap2" refType="userI" fact="3"/>
                            <dgm:constr type="w" for="ch" forName="smCircle2" refType="h"/>
                            <dgm:constr type="l" for="ch" forName="smCircle2" refType="r" refFor="ch" refForName="gap2"/>
                          </dgm:constrLst>
                        </dgm:if>
                        <dgm:else name="Name31">
                          <dgm:constrLst>
                            <dgm:constr type="userI"/>
                            <dgm:constr type="w" for="ch" forName="gap2" refType="userI" fact="3"/>
                            <dgm:constr type="w" for="ch" forName="smCircle2" refType="h"/>
                            <dgm:constr type="r" for="ch" forName="smCircle2" refType="l" refFor="ch" refForName="gap2"/>
                          </dgm:constrLst>
                        </dgm:else>
                      </dgm:choose>
                      <dgm:layoutNode name="gap2">
                        <dgm:alg type="sp"/>
                        <dgm:shape xmlns:r="http://schemas.openxmlformats.org/officeDocument/2006/relationships" type="rect" r:blip="" hideGeom="1">
                          <dgm:adjLst/>
                        </dgm:shape>
                        <dgm:presOf/>
                      </dgm:layoutNode>
                      <dgm:layoutNode name="smCircle2" styleLbl="vennNode1">
                        <dgm:alg type="sp"/>
                        <dgm:shape xmlns:r="http://schemas.openxmlformats.org/officeDocument/2006/relationships" type="ellipse" r:blip="">
                          <dgm:adjLst/>
                        </dgm:shape>
                        <dgm:presOf/>
                        <dgm:constrLst>
                          <dgm:constr type="w" refType="h"/>
                        </dgm:constrLst>
                      </dgm:layoutNode>
                    </dgm:layoutNode>
                  </dgm:forEach>
                </dgm:forEach>
                <dgm:choose name="Name32">
                  <dgm:if name="Name33" axis="ch" ptType="node" func="cnt" op="gte" val="1">
                    <dgm:forEach name="Name34" axis="followSib" ptType="sibTrans" cnt="1">
                      <dgm:layoutNode name="indentDot3">
                        <dgm:alg type="composite"/>
                        <dgm:shape xmlns:r="http://schemas.openxmlformats.org/officeDocument/2006/relationships" r:blip="">
                          <dgm:adjLst/>
                        </dgm:shape>
                        <dgm:presOf/>
                        <dgm:choose name="Name35">
                          <dgm:if name="Name36" func="var" arg="dir" op="equ" val="norm">
                            <dgm:constrLst>
                              <dgm:constr type="userI"/>
                              <dgm:constr type="w" for="ch" forName="gap3" refType="userI" fact="3"/>
                              <dgm:constr type="w" for="ch" forName="smCircle3" refType="h"/>
                              <dgm:constr type="l" for="ch" forName="smCircle3" refType="r" refFor="ch" refForName="gap3"/>
                            </dgm:constrLst>
                          </dgm:if>
                          <dgm:else name="Name37">
                            <dgm:constrLst>
                              <dgm:constr type="userI"/>
                              <dgm:constr type="w" for="ch" forName="gap3" refType="userI" fact="3"/>
                              <dgm:constr type="w" for="ch" forName="smCircle3" refType="h"/>
                              <dgm:constr type="r" for="ch" forName="smCircle3" refType="l" refFor="ch" refForName="gap3"/>
                            </dgm:constrLst>
                          </dgm:else>
                        </dgm:choose>
                        <dgm:layoutNode name="gap3">
                          <dgm:alg type="sp"/>
                          <dgm:shape xmlns:r="http://schemas.openxmlformats.org/officeDocument/2006/relationships" type="rect" r:blip="" hideGeom="1">
                            <dgm:adjLst/>
                          </dgm:shape>
                          <dgm:presOf/>
                        </dgm:layoutNode>
                        <dgm:layoutNode name="smCircle3" styleLbl="vennNode1">
                          <dgm:alg type="sp"/>
                          <dgm:shape xmlns:r="http://schemas.openxmlformats.org/officeDocument/2006/relationships" type="ellipse" r:blip="">
                            <dgm:adjLst/>
                          </dgm:shape>
                          <dgm:presOf/>
                          <dgm:constrLst>
                            <dgm:constr type="w" refType="h"/>
                          </dgm:constrLst>
                        </dgm:layoutNode>
                      </dgm:layoutNode>
                    </dgm:forEach>
                  </dgm:if>
                  <dgm:else name="Name38">
                    <dgm:forEach name="Name39" axis="followSib" ptType="sibTrans" cnt="1">
                      <dgm:layoutNode name="smCircle" styleLbl="vennNode1">
                        <dgm:alg type="sp"/>
                        <dgm:shape xmlns:r="http://schemas.openxmlformats.org/officeDocument/2006/relationships" type="ellipse" r:blip="">
                          <dgm:adjLst/>
                        </dgm:shape>
                        <dgm:presOf/>
                        <dgm:constrLst>
                          <dgm:constr type="w" refType="h"/>
                        </dgm:constrLst>
                      </dgm:layoutNode>
                    </dgm:forEach>
                  </dgm:else>
                </dgm:choose>
              </dgm:forEach>
            </dgm:layoutNode>
          </dgm:layoutNode>
          <dgm:choose name="Name40">
            <dgm:if name="Name41" axis="followSib ch" ptType="node node" cnt="1 0" func="cnt" op="gte" val="1">
              <dgm:layoutNode name="overlap">
                <dgm:alg type="sp"/>
                <dgm:shape xmlns:r="http://schemas.openxmlformats.org/officeDocument/2006/relationships" r:blip="">
                  <dgm:adjLst/>
                </dgm:shape>
                <dgm:presOf/>
              </dgm:layoutNode>
            </dgm:if>
            <dgm:else name="Name42"/>
          </dgm:choose>
        </dgm:if>
        <dgm:else name="Name43">
          <dgm:layoutNode name="noChildren">
            <dgm:alg type="composite"/>
            <dgm:choose name="Name44">
              <dgm:if name="Name45" func="var" arg="dir" op="equ" val="norm">
                <dgm:constrLst>
                  <dgm:constr type="l" for="ch" forName="gap"/>
                  <dgm:constr type="w" for="ch" forName="gap" refType="w" fact="0.043"/>
                  <dgm:constr type="h" for="ch" forName="gap" refType="h"/>
                  <dgm:constr type="t" for="ch" forName="gap"/>
                  <dgm:constr type="l" for="ch" forName="medCircle2" refType="r" refFor="ch" refForName="gap"/>
                  <dgm:constr type="w" for="ch" forName="medCircle2" refType="h" refFor="ch" refForName="medCircle2"/>
                  <dgm:constr type="t" for="ch" forName="medCircle2"/>
                  <dgm:constr type="h" for="ch" forName="medCircle2" refType="h"/>
                  <dgm:constr type="l" for="ch" forName="txLvlOnly1" refType="ctrX" refFor="ch" refForName="medCircle2"/>
                  <dgm:constr type="r" for="ch" forName="txLvlOnly1" refType="w"/>
                  <dgm:constr type="h" for="ch" forName="txLvlOnly1" refType="h"/>
                  <dgm:constr type="t" for="ch" forName="txLvlOnly1"/>
                </dgm:constrLst>
              </dgm:if>
              <dgm:else name="Name46">
                <dgm:constrLst>
                  <dgm:constr type="r" for="ch" forName="gap" refType="w"/>
                  <dgm:constr type="w" for="ch" forName="gap" refType="w" fact="0.043"/>
                  <dgm:constr type="h" for="ch" forName="gap" refType="h"/>
                  <dgm:constr type="t" for="ch" forName="gap"/>
                  <dgm:constr type="r" for="ch" forName="medCircle2" refType="l" refFor="ch" refForName="gap"/>
                  <dgm:constr type="w" for="ch" forName="medCircle2" refType="h" refFor="ch" refForName="medCircle2"/>
                  <dgm:constr type="t" for="ch" forName="medCircle2"/>
                  <dgm:constr type="h" for="ch" forName="medCircle2" refType="h"/>
                  <dgm:constr type="l" for="ch" forName="txLvlOnly1"/>
                  <dgm:constr type="r" for="ch" forName="txLvlOnly1" refType="ctrX" refFor="ch" refForName="medCircle2"/>
                  <dgm:constr type="h" for="ch" forName="txLvlOnly1" refType="h"/>
                  <dgm:constr type="t" for="ch" forName="txLvlOnly1"/>
                </dgm:constrLst>
              </dgm:else>
            </dgm:choose>
            <dgm:layoutNode name="gap">
              <dgm:alg type="sp"/>
              <dgm:shape xmlns:r="http://schemas.openxmlformats.org/officeDocument/2006/relationships" r:blip="">
                <dgm:adjLst/>
              </dgm:shape>
              <dgm:presOf/>
            </dgm:layoutNode>
            <dgm:layoutNode name="medCircle2" styleLbl="vennNode1">
              <dgm:alg type="sp"/>
              <dgm:shape xmlns:r="http://schemas.openxmlformats.org/officeDocument/2006/relationships" type="ellipse" r:blip="">
                <dgm:adjLst/>
              </dgm:shape>
              <dgm:presOf/>
              <dgm:constrLst>
                <dgm:constr type="w" refType="h"/>
              </dgm:constrLst>
            </dgm:layoutNode>
            <dgm:layoutNode name="txLvlOnly1" styleLbl="revTx">
              <dgm:choose name="Name47">
                <dgm:if name="Name48" func="var" arg="dir" op="equ" val="norm">
                  <dgm:alg type="tx">
                    <dgm:param type="parTxLTRAlign" val="l"/>
                    <dgm:param type="parTxRTLAlign" val="l"/>
                  </dgm:alg>
                </dgm:if>
                <dgm:else name="Name49">
                  <dgm:alg type="tx">
                    <dgm:param type="parTxLTRAlign" val="r"/>
                    <dgm:param type="parTxRTLAlign" val="r"/>
                  </dgm:alg>
                </dgm:else>
              </dgm:choose>
              <dgm:shape xmlns:r="http://schemas.openxmlformats.org/officeDocument/2006/relationships" type="rect" r:blip="">
                <dgm:adjLst/>
              </dgm:shape>
              <dgm:presOf axis="self" ptType="node"/>
              <dgm:constrLst>
                <dgm:constr type="lMarg"/>
                <dgm:constr type="rMarg"/>
                <dgm:constr type="tMarg" refType="primFontSz" fact="0.1"/>
                <dgm:constr type="bMarg" refType="primFontSz" fact="0.1"/>
              </dgm:constrLst>
              <dgm:ruleLst>
                <dgm:rule type="primFontSz" val="5" fact="NaN" max="NaN"/>
              </dgm:ruleLst>
            </dgm:layoutNode>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44E640-7D2A-42EF-BA39-2B32D5A16C68}" type="datetimeFigureOut">
              <a:rPr lang="fr-CA" smtClean="0"/>
              <a:pPr/>
              <a:t>2026-08-27</a:t>
            </a:fld>
            <a:endParaRPr lang="fr-CA"/>
          </a:p>
        </p:txBody>
      </p:sp>
      <p:sp>
        <p:nvSpPr>
          <p:cNvPr id="4" name="Espace réservé de l'image des diapositives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commentaires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C8BC42A-5C03-431D-B855-CCCF13E3B37E}" type="slidenum">
              <a:rPr lang="fr-CA" smtClean="0"/>
              <a:pPr/>
              <a:t>‹N°›</a:t>
            </a:fld>
            <a:endParaRPr lang="fr-CA"/>
          </a:p>
        </p:txBody>
      </p:sp>
    </p:spTree>
    <p:extLst>
      <p:ext uri="{BB962C8B-B14F-4D97-AF65-F5344CB8AC3E}">
        <p14:creationId xmlns:p14="http://schemas.microsoft.com/office/powerpoint/2010/main" val="426511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descargas.pntic.mec.es/recursos_educativos/It_didac/Leng_ESO/2/09/04_humanisticos/el_ensayo.html" TargetMode="External"/><Relationship Id="rId2" Type="http://schemas.openxmlformats.org/officeDocument/2006/relationships/slide" Target="../slides/slide1.xml"/><Relationship Id="rId1" Type="http://schemas.openxmlformats.org/officeDocument/2006/relationships/notesMaster" Target="../notesMasters/notesMaster1.xml"/><Relationship Id="rId4" Type="http://schemas.openxmlformats.org/officeDocument/2006/relationships/hyperlink" Target="https://creativecommons.org/licenses/by-sa/3.0/" TargetMode="Externa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685800" y="685800"/>
            <a:ext cx="5486400" cy="3429000"/>
          </a:xfrm>
        </p:spPr>
      </p:sp>
      <p:sp>
        <p:nvSpPr>
          <p:cNvPr id="3" name="Espace réservé des commentair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sz="1200" dirty="0">
                <a:hlinkClick r:id="rId3" tooltip="http://descargas.pntic.mec.es/recursos_educativos/It_didac/Leng_ESO/2/09/04_humanisticos/el_ensayo.html"/>
              </a:rPr>
              <a:t>Cette photo</a:t>
            </a:r>
            <a:r>
              <a:rPr lang="fr-CA" sz="1200" dirty="0"/>
              <a:t> par Auteur inconnu est soumise à la licence </a:t>
            </a:r>
            <a:r>
              <a:rPr lang="fr-CA" sz="1200" dirty="0">
                <a:hlinkClick r:id="rId4" tooltip="https://creativecommons.org/licenses/by-sa/3.0/"/>
              </a:rPr>
              <a:t>CC BY-SA</a:t>
            </a:r>
            <a:endParaRPr lang="fr-CA" sz="1200" dirty="0"/>
          </a:p>
          <a:p>
            <a:endParaRPr lang="fr-CA" dirty="0"/>
          </a:p>
        </p:txBody>
      </p:sp>
      <p:sp>
        <p:nvSpPr>
          <p:cNvPr id="4" name="Espace réservé du numéro de diapositive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CC7E64-3E68-4CA2-B030-24C1350DDC07}" type="slidenum">
              <a:rPr kumimoji="0" lang="fr-CA"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fr-CA"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0496369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fld id="{9DF77400-8DCB-4D6A-9BC9-66D655B99186}" type="slidenum">
              <a:rPr lang="fr-CA" smtClean="0"/>
              <a:pPr/>
              <a:t>3</a:t>
            </a:fld>
            <a:endParaRPr lang="fr-CA"/>
          </a:p>
        </p:txBody>
      </p:sp>
    </p:spTree>
    <p:extLst>
      <p:ext uri="{BB962C8B-B14F-4D97-AF65-F5344CB8AC3E}">
        <p14:creationId xmlns:p14="http://schemas.microsoft.com/office/powerpoint/2010/main" val="6562816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769E1258-72E0-49F0-8F8A-038C90DDB1A4}" type="slidenum">
              <a:rPr lang="fr-CA" smtClean="0"/>
              <a:pPr/>
              <a:t>6</a:t>
            </a:fld>
            <a:endParaRPr lang="fr-CA"/>
          </a:p>
        </p:txBody>
      </p:sp>
    </p:spTree>
    <p:extLst>
      <p:ext uri="{BB962C8B-B14F-4D97-AF65-F5344CB8AC3E}">
        <p14:creationId xmlns:p14="http://schemas.microsoft.com/office/powerpoint/2010/main" val="1946118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7</a:t>
            </a:fld>
            <a:endParaRPr lang="fr-CA"/>
          </a:p>
        </p:txBody>
      </p:sp>
    </p:spTree>
    <p:extLst>
      <p:ext uri="{BB962C8B-B14F-4D97-AF65-F5344CB8AC3E}">
        <p14:creationId xmlns:p14="http://schemas.microsoft.com/office/powerpoint/2010/main" val="12783007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8</a:t>
            </a:fld>
            <a:endParaRPr lang="fr-FR" dirty="0"/>
          </a:p>
        </p:txBody>
      </p:sp>
    </p:spTree>
    <p:extLst>
      <p:ext uri="{BB962C8B-B14F-4D97-AF65-F5344CB8AC3E}">
        <p14:creationId xmlns:p14="http://schemas.microsoft.com/office/powerpoint/2010/main" val="38344007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en-CA" dirty="0"/>
          </a:p>
        </p:txBody>
      </p:sp>
      <p:sp>
        <p:nvSpPr>
          <p:cNvPr id="4" name="Espace réservé du numéro de diapositive 3"/>
          <p:cNvSpPr>
            <a:spLocks noGrp="1"/>
          </p:cNvSpPr>
          <p:nvPr>
            <p:ph type="sldNum" sz="quarter" idx="5"/>
          </p:nvPr>
        </p:nvSpPr>
        <p:spPr/>
        <p:txBody>
          <a:bodyPr/>
          <a:lstStyle/>
          <a:p>
            <a:fld id="{218FB824-C94E-214E-A1DB-DD9B61A25718}" type="slidenum">
              <a:rPr lang="fr-FR" smtClean="0"/>
              <a:t>9</a:t>
            </a:fld>
            <a:endParaRPr lang="fr-FR" dirty="0"/>
          </a:p>
        </p:txBody>
      </p:sp>
    </p:spTree>
    <p:extLst>
      <p:ext uri="{BB962C8B-B14F-4D97-AF65-F5344CB8AC3E}">
        <p14:creationId xmlns:p14="http://schemas.microsoft.com/office/powerpoint/2010/main" val="456055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a:lstStyle/>
          <a:p>
            <a:endParaRPr lang="fr-CA"/>
          </a:p>
        </p:txBody>
      </p:sp>
      <p:sp>
        <p:nvSpPr>
          <p:cNvPr id="4" name="Espace réservé du numéro de diapositive 3"/>
          <p:cNvSpPr>
            <a:spLocks noGrp="1"/>
          </p:cNvSpPr>
          <p:nvPr>
            <p:ph type="sldNum" sz="quarter" idx="10"/>
          </p:nvPr>
        </p:nvSpPr>
        <p:spPr/>
        <p:txBody>
          <a:bodyPr/>
          <a:lstStyle/>
          <a:p>
            <a:pPr>
              <a:defRPr/>
            </a:pPr>
            <a:fld id="{8DB69702-B48F-4BED-821D-FA28669FCFF5}" type="slidenum">
              <a:rPr lang="fr-CA" smtClean="0"/>
              <a:pPr>
                <a:defRPr/>
              </a:pPr>
              <a:t>11</a:t>
            </a:fld>
            <a:endParaRPr lang="fr-CA"/>
          </a:p>
        </p:txBody>
      </p:sp>
    </p:spTree>
    <p:extLst>
      <p:ext uri="{BB962C8B-B14F-4D97-AF65-F5344CB8AC3E}">
        <p14:creationId xmlns:p14="http://schemas.microsoft.com/office/powerpoint/2010/main" val="3300100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71029" rtl="0" eaLnBrk="1" fontAlgn="auto" latinLnBrk="0" hangingPunct="1">
              <a:lnSpc>
                <a:spcPct val="100000"/>
              </a:lnSpc>
              <a:spcBef>
                <a:spcPts val="0"/>
              </a:spcBef>
              <a:spcAft>
                <a:spcPts val="0"/>
              </a:spcAft>
              <a:buClrTx/>
              <a:buSzTx/>
              <a:buFontTx/>
              <a:buNone/>
              <a:tabLst/>
              <a:defRPr/>
            </a:pPr>
            <a:endParaRPr lang="fr-CA" sz="1100" kern="100" dirty="0">
              <a:latin typeface="+mn-lt"/>
              <a:ea typeface="Times New Roman" panose="02020603050405020304" pitchFamily="18" charset="0"/>
            </a:endParaRPr>
          </a:p>
        </p:txBody>
      </p:sp>
      <p:sp>
        <p:nvSpPr>
          <p:cNvPr id="4" name="Espace réservé du numéro de diapositive 3"/>
          <p:cNvSpPr>
            <a:spLocks noGrp="1"/>
          </p:cNvSpPr>
          <p:nvPr>
            <p:ph type="sldNum" sz="quarter" idx="5"/>
          </p:nvPr>
        </p:nvSpPr>
        <p:spPr/>
        <p:txBody>
          <a:bodyPr/>
          <a:lstStyle/>
          <a:p>
            <a:fld id="{7C8BC42A-5C03-431D-B855-CCCF13E3B37E}" type="slidenum">
              <a:rPr lang="fr-CA" smtClean="0"/>
              <a:pPr/>
              <a:t>15</a:t>
            </a:fld>
            <a:endParaRPr lang="fr-CA" dirty="0"/>
          </a:p>
        </p:txBody>
      </p:sp>
    </p:spTree>
    <p:extLst>
      <p:ext uri="{BB962C8B-B14F-4D97-AF65-F5344CB8AC3E}">
        <p14:creationId xmlns:p14="http://schemas.microsoft.com/office/powerpoint/2010/main" val="24114958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image ">
    <p:spTree>
      <p:nvGrpSpPr>
        <p:cNvPr id="1" name=""/>
        <p:cNvGrpSpPr/>
        <p:nvPr/>
      </p:nvGrpSpPr>
      <p:grpSpPr>
        <a:xfrm>
          <a:off x="0" y="0"/>
          <a:ext cx="0" cy="0"/>
          <a:chOff x="0" y="0"/>
          <a:chExt cx="0" cy="0"/>
        </a:xfrm>
      </p:grpSpPr>
      <p:pic>
        <p:nvPicPr>
          <p:cNvPr id="9" name="Imag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8453" y="1429407"/>
            <a:ext cx="8187094" cy="3802117"/>
          </a:xfrm>
          <a:prstGeom prst="rect">
            <a:avLst/>
          </a:prstGeom>
        </p:spPr>
      </p:pic>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1" name="Espace réservé du pied de page 10"/>
          <p:cNvSpPr>
            <a:spLocks noGrp="1"/>
          </p:cNvSpPr>
          <p:nvPr>
            <p:ph type="ftr" sz="quarter" idx="14"/>
          </p:nvPr>
        </p:nvSpPr>
        <p:spPr>
          <a:xfrm>
            <a:off x="478452" y="5029200"/>
            <a:ext cx="7674948" cy="199149"/>
          </a:xfrm>
          <a:prstGeom prst="rect">
            <a:avLst/>
          </a:prstGeom>
          <a:solidFill>
            <a:schemeClr val="accent1"/>
          </a:solidFill>
        </p:spPr>
        <p:txBody>
          <a:bodyPr anchor="ctr"/>
          <a:lstStyle>
            <a:lvl1pPr algn="l">
              <a:defRPr sz="1083" cap="all" baseline="0">
                <a:solidFill>
                  <a:schemeClr val="bg1"/>
                </a:solidFill>
              </a:defRPr>
            </a:lvl1pPr>
          </a:lstStyle>
          <a:p>
            <a:r>
              <a:rPr lang="fr-CA" dirty="0">
                <a:solidFill>
                  <a:srgbClr val="FFFFFF"/>
                </a:solidFill>
              </a:rPr>
              <a:t>@2025. Marie-Christine ALBERT. Tous droits réservés.</a:t>
            </a:r>
          </a:p>
        </p:txBody>
      </p:sp>
    </p:spTree>
    <p:extLst>
      <p:ext uri="{BB962C8B-B14F-4D97-AF65-F5344CB8AC3E}">
        <p14:creationId xmlns:p14="http://schemas.microsoft.com/office/powerpoint/2010/main" val="4107955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Bleu HEC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9FDF"/>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9FDF"/>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12"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530950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Bleu HEC - Page titre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1">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1">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1"/>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756406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avec images">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pic>
        <p:nvPicPr>
          <p:cNvPr id="8" name="Image 7"/>
          <p:cNvPicPr>
            <a:picLocks noChangeAspect="1"/>
          </p:cNvPicPr>
          <p:nvPr/>
        </p:nvPicPr>
        <p:blipFill rotWithShape="1">
          <a:blip r:embed="rId2" cstate="print">
            <a:extLst>
              <a:ext uri="{28A0092B-C50C-407E-A947-70E740481C1C}">
                <a14:useLocalDpi xmlns:a14="http://schemas.microsoft.com/office/drawing/2010/main" val="0"/>
              </a:ext>
            </a:extLst>
          </a:blip>
          <a:srcRect l="39943" t="-818" b="1229"/>
          <a:stretch/>
        </p:blipFill>
        <p:spPr>
          <a:xfrm>
            <a:off x="5840963" y="1410586"/>
            <a:ext cx="2824582" cy="2161954"/>
          </a:xfrm>
          <a:prstGeom prst="rect">
            <a:avLst/>
          </a:prstGeom>
        </p:spPr>
      </p:pic>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13" name="Image 7"/>
          <p:cNvPicPr>
            <a:picLocks noChangeAspect="1"/>
          </p:cNvPicPr>
          <p:nvPr/>
        </p:nvPicPr>
        <p:blipFill rotWithShape="1">
          <a:blip r:embed="rId2" cstate="print">
            <a:extLst>
              <a:ext uri="{28A0092B-C50C-407E-A947-70E740481C1C}">
                <a14:useLocalDpi xmlns:a14="http://schemas.microsoft.com/office/drawing/2010/main" val="0"/>
              </a:ext>
            </a:extLst>
          </a:blip>
          <a:srcRect l="5886" t="33067" r="64658" b="901"/>
          <a:stretch/>
        </p:blipFill>
        <p:spPr>
          <a:xfrm>
            <a:off x="489600" y="3664688"/>
            <a:ext cx="1497820" cy="1566835"/>
          </a:xfrm>
          <a:prstGeom prst="rect">
            <a:avLst/>
          </a:prstGeom>
        </p:spPr>
      </p:pic>
    </p:spTree>
    <p:extLst>
      <p:ext uri="{BB962C8B-B14F-4D97-AF65-F5344CB8AC3E}">
        <p14:creationId xmlns:p14="http://schemas.microsoft.com/office/powerpoint/2010/main" val="4271296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Bleu HEC - Page section sans image">
    <p:spTree>
      <p:nvGrpSpPr>
        <p:cNvPr id="1" name=""/>
        <p:cNvGrpSpPr/>
        <p:nvPr/>
      </p:nvGrpSpPr>
      <p:grpSpPr>
        <a:xfrm>
          <a:off x="0" y="0"/>
          <a:ext cx="0" cy="0"/>
          <a:chOff x="0" y="0"/>
          <a:chExt cx="0" cy="0"/>
        </a:xfrm>
      </p:grpSpPr>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1"/>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1"/>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500"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9" name="Rectangle 8"/>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10" name="Rectangle 9"/>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18895668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3" y="1432837"/>
            <a:ext cx="8187094"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2330635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 preserve="1">
  <p:cSld name="Turquoise - Page titre avec fond uni">
    <p:spTree>
      <p:nvGrpSpPr>
        <p:cNvPr id="1" name=""/>
        <p:cNvGrpSpPr/>
        <p:nvPr/>
      </p:nvGrpSpPr>
      <p:grpSpPr>
        <a:xfrm>
          <a:off x="0" y="0"/>
          <a:ext cx="0" cy="0"/>
          <a:chOff x="0" y="0"/>
          <a:chExt cx="0" cy="0"/>
        </a:xfrm>
      </p:grpSpPr>
      <p:sp>
        <p:nvSpPr>
          <p:cNvPr id="4" name="Rectangle 3"/>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C1D5"/>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C1D5"/>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517447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Turquoise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chemeClr val="accent5">
              <a:alpha val="80000"/>
            </a:schemeClr>
          </a:solidFill>
        </p:spPr>
        <p:txBody>
          <a:bodyPr bIns="72000">
            <a:normAutofit/>
          </a:bodyPr>
          <a:lstStyle>
            <a:lvl1pPr>
              <a:defRPr sz="3000" baseline="0">
                <a:solidFill>
                  <a:schemeClr val="accent2"/>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5">
              <a:alpha val="80000"/>
            </a:schemeClr>
          </a:solidFill>
        </p:spPr>
        <p:txBody>
          <a:bodyPr anchor="ctr" anchorCtr="0">
            <a:normAutofit/>
          </a:bodyPr>
          <a:lstStyle>
            <a:lvl1pPr marL="0" indent="0" algn="l">
              <a:buNone/>
              <a:defRPr sz="1500">
                <a:solidFill>
                  <a:schemeClr val="accent2"/>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5"/>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299194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avec image">
    <p:spTree>
      <p:nvGrpSpPr>
        <p:cNvPr id="1" name=""/>
        <p:cNvGrpSpPr/>
        <p:nvPr/>
      </p:nvGrpSpPr>
      <p:grpSpPr>
        <a:xfrm>
          <a:off x="0" y="0"/>
          <a:ext cx="0" cy="0"/>
          <a:chOff x="0" y="0"/>
          <a:chExt cx="0" cy="0"/>
        </a:xfrm>
      </p:grpSpPr>
      <p:pic>
        <p:nvPicPr>
          <p:cNvPr id="9" name="Image 7"/>
          <p:cNvPicPr>
            <a:picLocks noChangeAspect="1"/>
          </p:cNvPicPr>
          <p:nvPr/>
        </p:nvPicPr>
        <p:blipFill rotWithShape="1">
          <a:blip r:embed="rId2">
            <a:extLst>
              <a:ext uri="{28A0092B-C50C-407E-A947-70E740481C1C}">
                <a14:useLocalDpi xmlns:a14="http://schemas.microsoft.com/office/drawing/2010/main" val="0"/>
              </a:ext>
            </a:extLst>
          </a:blip>
          <a:srcRect l="38370" r="1"/>
          <a:stretch/>
        </p:blipFill>
        <p:spPr>
          <a:xfrm>
            <a:off x="5831633" y="1429200"/>
            <a:ext cx="2833914" cy="2143340"/>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781996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urquoise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5"/>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2"/>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5"/>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2"/>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18543021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image">
    <p:spTree>
      <p:nvGrpSpPr>
        <p:cNvPr id="1" name=""/>
        <p:cNvGrpSpPr/>
        <p:nvPr/>
      </p:nvGrpSpPr>
      <p:grpSpPr>
        <a:xfrm>
          <a:off x="0" y="0"/>
          <a:ext cx="0" cy="0"/>
          <a:chOff x="0" y="0"/>
          <a:chExt cx="0" cy="0"/>
        </a:xfrm>
      </p:grpSpPr>
      <p:pic>
        <p:nvPicPr>
          <p:cNvPr id="9"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6">
              <a:alpha val="80000"/>
            </a:scheme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8"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447831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Bleu - Page titre avec fond uni">
    <p:spTree>
      <p:nvGrpSpPr>
        <p:cNvPr id="1" name=""/>
        <p:cNvGrpSpPr/>
        <p:nvPr/>
      </p:nvGrpSpPr>
      <p:grpSpPr>
        <a:xfrm>
          <a:off x="0" y="0"/>
          <a:ext cx="0" cy="0"/>
          <a:chOff x="0" y="0"/>
          <a:chExt cx="0" cy="0"/>
        </a:xfrm>
      </p:grpSpPr>
      <p:sp>
        <p:nvSpPr>
          <p:cNvPr id="8" name="Rectangle 7"/>
          <p:cNvSpPr/>
          <p:nvPr/>
        </p:nvSpPr>
        <p:spPr>
          <a:xfrm>
            <a:off x="478454" y="1429201"/>
            <a:ext cx="8187095" cy="37991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2" name="Titre 1"/>
          <p:cNvSpPr>
            <a:spLocks noGrp="1"/>
          </p:cNvSpPr>
          <p:nvPr>
            <p:ph type="ctrTitle" hasCustomPrompt="1"/>
          </p:nvPr>
        </p:nvSpPr>
        <p:spPr>
          <a:xfrm>
            <a:off x="478800" y="1429200"/>
            <a:ext cx="5274000" cy="1458000"/>
          </a:xfrm>
          <a:solidFill>
            <a:srgbClr val="005EB8"/>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9536750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Bleu - Page titre avec image à ajouter ">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sp>
        <p:nvSpPr>
          <p:cNvPr id="2" name="Titre 1"/>
          <p:cNvSpPr>
            <a:spLocks noGrp="1"/>
          </p:cNvSpPr>
          <p:nvPr>
            <p:ph type="ctrTitle" hasCustomPrompt="1"/>
          </p:nvPr>
        </p:nvSpPr>
        <p:spPr>
          <a:xfrm>
            <a:off x="478800" y="1429200"/>
            <a:ext cx="5274000" cy="1458000"/>
          </a:xfrm>
          <a:solidFill>
            <a:srgbClr val="005EB8">
              <a:alpha val="80000"/>
            </a:srgbClr>
          </a:solidFill>
        </p:spPr>
        <p:txBody>
          <a:bodyPr bIns="72000">
            <a:normAutofit/>
          </a:bodyPr>
          <a:lstStyle>
            <a:lvl1pPr>
              <a:defRPr sz="3000" baseline="0">
                <a:solidFill>
                  <a:schemeClr val="bg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rgbClr val="005EB8">
              <a:alpha val="80000"/>
            </a:srgbClr>
          </a:solidFill>
        </p:spPr>
        <p:txBody>
          <a:bodyPr anchor="ctr" anchorCtr="0">
            <a:normAutofit/>
          </a:bodyPr>
          <a:lstStyle>
            <a:lvl1pPr marL="0" indent="0" algn="l">
              <a:buNone/>
              <a:defRPr sz="1500">
                <a:solidFill>
                  <a:schemeClr val="bg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6"/>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28147824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avec images">
    <p:spTree>
      <p:nvGrpSpPr>
        <p:cNvPr id="1" name=""/>
        <p:cNvGrpSpPr/>
        <p:nvPr/>
      </p:nvGrpSpPr>
      <p:grpSpPr>
        <a:xfrm>
          <a:off x="0" y="0"/>
          <a:ext cx="0" cy="0"/>
          <a:chOff x="0" y="0"/>
          <a:chExt cx="0" cy="0"/>
        </a:xfrm>
      </p:grpSpPr>
      <p:pic>
        <p:nvPicPr>
          <p:cNvPr id="11" name="Image 7"/>
          <p:cNvPicPr>
            <a:picLocks noChangeAspect="1"/>
          </p:cNvPicPr>
          <p:nvPr/>
        </p:nvPicPr>
        <p:blipFill rotWithShape="1">
          <a:blip r:embed="rId2">
            <a:extLst>
              <a:ext uri="{28A0092B-C50C-407E-A947-70E740481C1C}">
                <a14:useLocalDpi xmlns:a14="http://schemas.microsoft.com/office/drawing/2010/main" val="0"/>
              </a:ext>
            </a:extLst>
          </a:blip>
          <a:srcRect l="38468" r="2"/>
          <a:stretch/>
        </p:blipFill>
        <p:spPr>
          <a:xfrm>
            <a:off x="5831636" y="1430373"/>
            <a:ext cx="2833565" cy="2142167"/>
          </a:xfrm>
          <a:prstGeom prst="rect">
            <a:avLst/>
          </a:prstGeom>
        </p:spPr>
      </p:pic>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pic>
        <p:nvPicPr>
          <p:cNvPr id="8" name="Image 7"/>
          <p:cNvPicPr>
            <a:picLocks noChangeAspect="1"/>
          </p:cNvPicPr>
          <p:nvPr/>
        </p:nvPicPr>
        <p:blipFill rotWithShape="1">
          <a:blip r:embed="rId2">
            <a:extLst>
              <a:ext uri="{28A0092B-C50C-407E-A947-70E740481C1C}">
                <a14:useLocalDpi xmlns:a14="http://schemas.microsoft.com/office/drawing/2010/main" val="0"/>
              </a:ext>
            </a:extLst>
          </a:blip>
          <a:srcRect l="-1" t="45960" r="75910" b="323"/>
          <a:stretch/>
        </p:blipFill>
        <p:spPr>
          <a:xfrm>
            <a:off x="478801" y="3664688"/>
            <a:ext cx="1508619" cy="1566835"/>
          </a:xfrm>
          <a:prstGeom prst="rect">
            <a:avLst/>
          </a:prstGeom>
        </p:spPr>
      </p:pic>
    </p:spTree>
    <p:extLst>
      <p:ext uri="{BB962C8B-B14F-4D97-AF65-F5344CB8AC3E}">
        <p14:creationId xmlns:p14="http://schemas.microsoft.com/office/powerpoint/2010/main" val="29126610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secHead" preserve="1">
  <p:cSld name="Bleu - Page section sans image">
    <p:spTree>
      <p:nvGrpSpPr>
        <p:cNvPr id="1" name=""/>
        <p:cNvGrpSpPr/>
        <p:nvPr/>
      </p:nvGrpSpPr>
      <p:grpSpPr>
        <a:xfrm>
          <a:off x="0" y="0"/>
          <a:ext cx="0" cy="0"/>
          <a:chOff x="0" y="0"/>
          <a:chExt cx="0" cy="0"/>
        </a:xfrm>
      </p:grpSpPr>
      <p:sp>
        <p:nvSpPr>
          <p:cNvPr id="5" name="Rectangle 4"/>
          <p:cNvSpPr/>
          <p:nvPr/>
        </p:nvSpPr>
        <p:spPr>
          <a:xfrm>
            <a:off x="478800" y="3664688"/>
            <a:ext cx="1508620" cy="156683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6"/>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bg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6"/>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bg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
        <p:nvSpPr>
          <p:cNvPr id="12" name="Rectangle 11"/>
          <p:cNvSpPr/>
          <p:nvPr/>
        </p:nvSpPr>
        <p:spPr>
          <a:xfrm>
            <a:off x="5838833" y="1429200"/>
            <a:ext cx="2826366" cy="21433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362676009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itle" preserve="1">
  <p:cSld name="Bleu foncé - Page titre avec image ">
    <p:spTree>
      <p:nvGrpSpPr>
        <p:cNvPr id="1" name=""/>
        <p:cNvGrpSpPr/>
        <p:nvPr/>
      </p:nvGrpSpPr>
      <p:grpSpPr>
        <a:xfrm>
          <a:off x="0" y="0"/>
          <a:ext cx="0" cy="0"/>
          <a:chOff x="0" y="0"/>
          <a:chExt cx="0" cy="0"/>
        </a:xfrm>
      </p:grpSpPr>
      <p:pic>
        <p:nvPicPr>
          <p:cNvPr id="8" name="Imag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8454" y="1432837"/>
            <a:ext cx="8187092" cy="3795257"/>
          </a:xfrm>
          <a:prstGeom prst="rect">
            <a:avLst/>
          </a:prstGeom>
        </p:spPr>
      </p:pic>
      <p:sp>
        <p:nvSpPr>
          <p:cNvPr id="2"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3"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pic>
        <p:nvPicPr>
          <p:cNvPr id="7" name="Image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5703446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Bleu foncé - Page titre avec fond uni">
    <p:spTree>
      <p:nvGrpSpPr>
        <p:cNvPr id="1" name=""/>
        <p:cNvGrpSpPr/>
        <p:nvPr/>
      </p:nvGrpSpPr>
      <p:grpSpPr>
        <a:xfrm>
          <a:off x="0" y="0"/>
          <a:ext cx="0" cy="0"/>
          <a:chOff x="0" y="0"/>
          <a:chExt cx="0" cy="0"/>
        </a:xfrm>
      </p:grpSpPr>
      <p:sp>
        <p:nvSpPr>
          <p:cNvPr id="12" name="Rectangle 11"/>
          <p:cNvSpPr/>
          <p:nvPr/>
        </p:nvSpPr>
        <p:spPr>
          <a:xfrm>
            <a:off x="478454" y="1429201"/>
            <a:ext cx="8187095" cy="379914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rgbClr val="003C71"/>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rgbClr val="003C71"/>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30282744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Bleu foncé - Page titre avec image à ajouter">
    <p:spTree>
      <p:nvGrpSpPr>
        <p:cNvPr id="1" name=""/>
        <p:cNvGrpSpPr/>
        <p:nvPr/>
      </p:nvGrpSpPr>
      <p:grpSpPr>
        <a:xfrm>
          <a:off x="0" y="0"/>
          <a:ext cx="0" cy="0"/>
          <a:chOff x="0" y="0"/>
          <a:chExt cx="0" cy="0"/>
        </a:xfrm>
      </p:grpSpPr>
      <p:sp>
        <p:nvSpPr>
          <p:cNvPr id="5" name="Espace réservé pour une image  4"/>
          <p:cNvSpPr>
            <a:spLocks noGrp="1"/>
          </p:cNvSpPr>
          <p:nvPr>
            <p:ph type="pic" sz="quarter" idx="15"/>
          </p:nvPr>
        </p:nvSpPr>
        <p:spPr>
          <a:xfrm>
            <a:off x="477840" y="1428750"/>
            <a:ext cx="8175095" cy="3798888"/>
          </a:xfrm>
        </p:spPr>
        <p:txBody>
          <a:bodyPr anchor="ctr"/>
          <a:lstStyle>
            <a:lvl1pPr marL="0" indent="0" algn="ctr">
              <a:buNone/>
              <a:defRPr/>
            </a:lvl1pPr>
          </a:lstStyle>
          <a:p>
            <a:r>
              <a:rPr lang="fr-FR"/>
              <a:t>Cliquez sur l'icône pour ajouter une image</a:t>
            </a:r>
            <a:endParaRPr lang="fr-CA"/>
          </a:p>
        </p:txBody>
      </p:sp>
      <p:pic>
        <p:nvPicPr>
          <p:cNvPr id="7" name="Imag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4920" y="234063"/>
            <a:ext cx="5282773" cy="815723"/>
          </a:xfrm>
          <a:prstGeom prst="rect">
            <a:avLst/>
          </a:prstGeom>
        </p:spPr>
      </p:pic>
      <p:sp>
        <p:nvSpPr>
          <p:cNvPr id="9" name="Titre 1"/>
          <p:cNvSpPr>
            <a:spLocks noGrp="1"/>
          </p:cNvSpPr>
          <p:nvPr>
            <p:ph type="ctrTitle" hasCustomPrompt="1"/>
          </p:nvPr>
        </p:nvSpPr>
        <p:spPr>
          <a:xfrm>
            <a:off x="478800" y="1429200"/>
            <a:ext cx="5274000" cy="1458000"/>
          </a:xfrm>
          <a:solidFill>
            <a:schemeClr val="accent2">
              <a:alpha val="80000"/>
            </a:schemeClr>
          </a:solidFill>
        </p:spPr>
        <p:txBody>
          <a:bodyPr bIns="72000">
            <a:normAutofit/>
          </a:bodyPr>
          <a:lstStyle>
            <a:lvl1pPr>
              <a:defRPr sz="3000" baseline="0">
                <a:solidFill>
                  <a:schemeClr val="accent1"/>
                </a:solidFill>
              </a:defRPr>
            </a:lvl1pPr>
          </a:lstStyle>
          <a:p>
            <a:r>
              <a:rPr lang="fr-FR" dirty="0"/>
              <a:t>Titre de la séance </a:t>
            </a:r>
            <a:endParaRPr lang="fr-CA" dirty="0"/>
          </a:p>
        </p:txBody>
      </p:sp>
      <p:sp>
        <p:nvSpPr>
          <p:cNvPr id="10" name="Sous-titre 2"/>
          <p:cNvSpPr>
            <a:spLocks noGrp="1"/>
          </p:cNvSpPr>
          <p:nvPr>
            <p:ph type="subTitle" idx="1" hasCustomPrompt="1"/>
          </p:nvPr>
        </p:nvSpPr>
        <p:spPr>
          <a:xfrm>
            <a:off x="478800" y="2962656"/>
            <a:ext cx="5266800" cy="402336"/>
          </a:xfrm>
          <a:solidFill>
            <a:schemeClr val="accent2">
              <a:alpha val="80000"/>
            </a:schemeClr>
          </a:solidFill>
        </p:spPr>
        <p:txBody>
          <a:bodyPr anchor="ctr" anchorCtr="0">
            <a:normAutofit/>
          </a:bodyPr>
          <a:lstStyle>
            <a:lvl1pPr marL="0" indent="0" algn="l">
              <a:buNone/>
              <a:defRPr sz="1500">
                <a:solidFill>
                  <a:schemeClr val="accent1"/>
                </a:solidFill>
              </a:defRPr>
            </a:lvl1pPr>
            <a:lvl2pPr marL="380985" indent="0" algn="ctr">
              <a:buNone/>
              <a:defRPr>
                <a:solidFill>
                  <a:schemeClr val="tx1">
                    <a:tint val="75000"/>
                  </a:schemeClr>
                </a:solidFill>
              </a:defRPr>
            </a:lvl2pPr>
            <a:lvl3pPr marL="761970" indent="0" algn="ctr">
              <a:buNone/>
              <a:defRPr>
                <a:solidFill>
                  <a:schemeClr val="tx1">
                    <a:tint val="75000"/>
                  </a:schemeClr>
                </a:solidFill>
              </a:defRPr>
            </a:lvl3pPr>
            <a:lvl4pPr marL="1142954" indent="0" algn="ctr">
              <a:buNone/>
              <a:defRPr>
                <a:solidFill>
                  <a:schemeClr val="tx1">
                    <a:tint val="75000"/>
                  </a:schemeClr>
                </a:solidFill>
              </a:defRPr>
            </a:lvl4pPr>
            <a:lvl5pPr marL="1523939" indent="0" algn="ctr">
              <a:buNone/>
              <a:defRPr>
                <a:solidFill>
                  <a:schemeClr val="tx1">
                    <a:tint val="75000"/>
                  </a:schemeClr>
                </a:solidFill>
              </a:defRPr>
            </a:lvl5pPr>
            <a:lvl6pPr marL="1904924" indent="0" algn="ctr">
              <a:buNone/>
              <a:defRPr>
                <a:solidFill>
                  <a:schemeClr val="tx1">
                    <a:tint val="75000"/>
                  </a:schemeClr>
                </a:solidFill>
              </a:defRPr>
            </a:lvl6pPr>
            <a:lvl7pPr marL="2285909" indent="0" algn="ctr">
              <a:buNone/>
              <a:defRPr>
                <a:solidFill>
                  <a:schemeClr val="tx1">
                    <a:tint val="75000"/>
                  </a:schemeClr>
                </a:solidFill>
              </a:defRPr>
            </a:lvl7pPr>
            <a:lvl8pPr marL="2666893" indent="0" algn="ctr">
              <a:buNone/>
              <a:defRPr>
                <a:solidFill>
                  <a:schemeClr val="tx1">
                    <a:tint val="75000"/>
                  </a:schemeClr>
                </a:solidFill>
              </a:defRPr>
            </a:lvl8pPr>
            <a:lvl9pPr marL="3047878" indent="0" algn="ctr">
              <a:buNone/>
              <a:defRPr>
                <a:solidFill>
                  <a:schemeClr val="tx1">
                    <a:tint val="75000"/>
                  </a:schemeClr>
                </a:solidFill>
              </a:defRPr>
            </a:lvl9pPr>
          </a:lstStyle>
          <a:p>
            <a:r>
              <a:rPr lang="fr-FR" dirty="0"/>
              <a:t>Nom du cours</a:t>
            </a:r>
            <a:endParaRPr lang="fr-CA" dirty="0"/>
          </a:p>
        </p:txBody>
      </p:sp>
      <p:sp>
        <p:nvSpPr>
          <p:cNvPr id="8" name="Espace réservé du pied de page 10"/>
          <p:cNvSpPr>
            <a:spLocks noGrp="1"/>
          </p:cNvSpPr>
          <p:nvPr>
            <p:ph type="ftr" sz="quarter" idx="14"/>
          </p:nvPr>
        </p:nvSpPr>
        <p:spPr>
          <a:xfrm>
            <a:off x="478452" y="5028294"/>
            <a:ext cx="2789288" cy="200055"/>
          </a:xfrm>
          <a:prstGeom prst="rect">
            <a:avLst/>
          </a:prstGeom>
          <a:solidFill>
            <a:schemeClr val="accent2"/>
          </a:solidFill>
        </p:spPr>
        <p:txBody>
          <a:bodyPr anchor="ctr"/>
          <a:lstStyle>
            <a:lvl1pPr algn="l">
              <a:defRPr sz="1083" cap="all" baseline="0">
                <a:solidFill>
                  <a:schemeClr val="bg1"/>
                </a:solidFill>
              </a:defRPr>
            </a:lvl1pPr>
          </a:lstStyle>
          <a:p>
            <a:r>
              <a:rPr lang="fr-CA">
                <a:solidFill>
                  <a:srgbClr val="FFFFFF"/>
                </a:solidFill>
              </a:rPr>
              <a:t>@2025. Marie-Christine ALBERT. Tous droits réservés.</a:t>
            </a:r>
            <a:endParaRPr lang="fr-CA" dirty="0">
              <a:solidFill>
                <a:srgbClr val="FFFFFF"/>
              </a:solidFill>
            </a:endParaRPr>
          </a:p>
        </p:txBody>
      </p:sp>
    </p:spTree>
    <p:extLst>
      <p:ext uri="{BB962C8B-B14F-4D97-AF65-F5344CB8AC3E}">
        <p14:creationId xmlns:p14="http://schemas.microsoft.com/office/powerpoint/2010/main" val="14549268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avec image ">
    <p:spTree>
      <p:nvGrpSpPr>
        <p:cNvPr id="1" name=""/>
        <p:cNvGrpSpPr/>
        <p:nvPr/>
      </p:nvGrpSpPr>
      <p:grpSpPr>
        <a:xfrm>
          <a:off x="0" y="0"/>
          <a:ext cx="0" cy="0"/>
          <a:chOff x="0" y="0"/>
          <a:chExt cx="0" cy="0"/>
        </a:xfrm>
      </p:grpSpPr>
      <p:pic>
        <p:nvPicPr>
          <p:cNvPr id="10" name="Image 7"/>
          <p:cNvPicPr>
            <a:picLocks noChangeAspect="1"/>
          </p:cNvPicPr>
          <p:nvPr/>
        </p:nvPicPr>
        <p:blipFill rotWithShape="1">
          <a:blip r:embed="rId2">
            <a:extLst>
              <a:ext uri="{28A0092B-C50C-407E-A947-70E740481C1C}">
                <a14:useLocalDpi xmlns:a14="http://schemas.microsoft.com/office/drawing/2010/main" val="0"/>
              </a:ext>
            </a:extLst>
          </a:blip>
          <a:srcRect l="38916" b="837"/>
          <a:stretch/>
        </p:blipFill>
        <p:spPr>
          <a:xfrm>
            <a:off x="5831635" y="1432838"/>
            <a:ext cx="2833913" cy="2139703"/>
          </a:xfrm>
          <a:prstGeom prst="rect">
            <a:avLst/>
          </a:prstGeom>
        </p:spPr>
      </p:pic>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208031560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secHead" preserve="1">
  <p:cSld name="Bleu foncé - Page section sans image">
    <p:spTree>
      <p:nvGrpSpPr>
        <p:cNvPr id="1" name=""/>
        <p:cNvGrpSpPr/>
        <p:nvPr/>
      </p:nvGrpSpPr>
      <p:grpSpPr>
        <a:xfrm>
          <a:off x="0" y="0"/>
          <a:ext cx="0" cy="0"/>
          <a:chOff x="0" y="0"/>
          <a:chExt cx="0" cy="0"/>
        </a:xfrm>
      </p:grpSpPr>
      <p:sp>
        <p:nvSpPr>
          <p:cNvPr id="8" name="Rectangle 7"/>
          <p:cNvSpPr/>
          <p:nvPr/>
        </p:nvSpPr>
        <p:spPr>
          <a:xfrm>
            <a:off x="5838833" y="1429200"/>
            <a:ext cx="2826366" cy="2143340"/>
          </a:xfrm>
          <a:prstGeom prst="rect">
            <a:avLst/>
          </a:prstGeom>
          <a:solidFill>
            <a:srgbClr val="009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5" name="Rectangle 4"/>
          <p:cNvSpPr/>
          <p:nvPr/>
        </p:nvSpPr>
        <p:spPr>
          <a:xfrm>
            <a:off x="478800" y="3664688"/>
            <a:ext cx="1508620" cy="156683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4" name="Rectangle 3"/>
          <p:cNvSpPr/>
          <p:nvPr/>
        </p:nvSpPr>
        <p:spPr>
          <a:xfrm>
            <a:off x="2062066" y="3664688"/>
            <a:ext cx="6603135" cy="156683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en-US" sz="1500">
              <a:solidFill>
                <a:srgbClr val="FFFFFF"/>
              </a:solidFill>
            </a:endParaRPr>
          </a:p>
        </p:txBody>
      </p:sp>
      <p:sp>
        <p:nvSpPr>
          <p:cNvPr id="2" name="Titre 1"/>
          <p:cNvSpPr>
            <a:spLocks noGrp="1"/>
          </p:cNvSpPr>
          <p:nvPr>
            <p:ph type="title" hasCustomPrompt="1"/>
          </p:nvPr>
        </p:nvSpPr>
        <p:spPr>
          <a:xfrm>
            <a:off x="478800" y="1429199"/>
            <a:ext cx="5274000" cy="1458000"/>
          </a:xfrm>
          <a:solidFill>
            <a:schemeClr val="accent2"/>
          </a:solidFill>
        </p:spPr>
        <p:txBody>
          <a:bodyPr vert="horz" lIns="91440" tIns="45720" rIns="91440" bIns="72000" rtlCol="0" anchor="ctr">
            <a:normAutofit/>
          </a:bodyPr>
          <a:lstStyle>
            <a:lvl1pPr algn="l" defTabSz="761970" rtl="0" eaLnBrk="1" latinLnBrk="0" hangingPunct="1">
              <a:spcBef>
                <a:spcPct val="0"/>
              </a:spcBef>
              <a:buNone/>
              <a:defRPr lang="fr-CA" sz="3000" b="1" kern="1200" baseline="0" dirty="0">
                <a:solidFill>
                  <a:schemeClr val="accent1"/>
                </a:solidFill>
                <a:latin typeface="+mj-lt"/>
                <a:ea typeface="+mj-ea"/>
                <a:cs typeface="+mj-cs"/>
              </a:defRPr>
            </a:lvl1pPr>
          </a:lstStyle>
          <a:p>
            <a:pPr lvl="0"/>
            <a:r>
              <a:rPr lang="fr-FR" dirty="0"/>
              <a:t>Espace</a:t>
            </a:r>
            <a:br>
              <a:rPr lang="fr-FR" dirty="0"/>
            </a:br>
            <a:r>
              <a:rPr lang="fr-FR" dirty="0"/>
              <a:t>titre section</a:t>
            </a:r>
          </a:p>
        </p:txBody>
      </p:sp>
      <p:sp>
        <p:nvSpPr>
          <p:cNvPr id="3" name="Espace réservé du texte 2"/>
          <p:cNvSpPr>
            <a:spLocks noGrp="1"/>
          </p:cNvSpPr>
          <p:nvPr>
            <p:ph type="body" idx="1" hasCustomPrompt="1"/>
          </p:nvPr>
        </p:nvSpPr>
        <p:spPr>
          <a:xfrm>
            <a:off x="478800" y="2962656"/>
            <a:ext cx="5266800" cy="609884"/>
          </a:xfrm>
          <a:solidFill>
            <a:schemeClr val="accent2"/>
          </a:solidFill>
        </p:spPr>
        <p:txBody>
          <a:bodyPr vert="horz" lIns="91440" tIns="45720" rIns="91440" bIns="45720" rtlCol="0" anchor="ctr" anchorCtr="0">
            <a:normAutofit/>
          </a:bodyPr>
          <a:lstStyle>
            <a:lvl1pPr marL="0" indent="0" algn="l" defTabSz="761970" rtl="0" eaLnBrk="1" latinLnBrk="0" hangingPunct="1">
              <a:spcBef>
                <a:spcPct val="20000"/>
              </a:spcBef>
              <a:buClr>
                <a:schemeClr val="accent2"/>
              </a:buClr>
              <a:buSzPct val="125000"/>
              <a:buFont typeface="Arial" pitchFamily="34" charset="0"/>
              <a:buNone/>
              <a:defRPr lang="fr-FR" sz="1667" kern="1200" baseline="0" smtClean="0">
                <a:solidFill>
                  <a:schemeClr val="accent1"/>
                </a:solidFill>
                <a:latin typeface="+mn-lt"/>
                <a:ea typeface="+mn-ea"/>
                <a:cs typeface="+mn-cs"/>
              </a:defRPr>
            </a:lvl1pPr>
            <a:lvl2pPr marL="380985" indent="0">
              <a:buNone/>
              <a:defRPr sz="1500">
                <a:solidFill>
                  <a:schemeClr val="tx1">
                    <a:tint val="75000"/>
                  </a:schemeClr>
                </a:solidFill>
              </a:defRPr>
            </a:lvl2pPr>
            <a:lvl3pPr marL="761970" indent="0">
              <a:buNone/>
              <a:defRPr sz="1333">
                <a:solidFill>
                  <a:schemeClr val="tx1">
                    <a:tint val="75000"/>
                  </a:schemeClr>
                </a:solidFill>
              </a:defRPr>
            </a:lvl3pPr>
            <a:lvl4pPr marL="1142954" indent="0">
              <a:buNone/>
              <a:defRPr sz="1167">
                <a:solidFill>
                  <a:schemeClr val="tx1">
                    <a:tint val="75000"/>
                  </a:schemeClr>
                </a:solidFill>
              </a:defRPr>
            </a:lvl4pPr>
            <a:lvl5pPr marL="1523939" indent="0">
              <a:buNone/>
              <a:defRPr sz="1167">
                <a:solidFill>
                  <a:schemeClr val="tx1">
                    <a:tint val="75000"/>
                  </a:schemeClr>
                </a:solidFill>
              </a:defRPr>
            </a:lvl5pPr>
            <a:lvl6pPr marL="1904924" indent="0">
              <a:buNone/>
              <a:defRPr sz="1167">
                <a:solidFill>
                  <a:schemeClr val="tx1">
                    <a:tint val="75000"/>
                  </a:schemeClr>
                </a:solidFill>
              </a:defRPr>
            </a:lvl6pPr>
            <a:lvl7pPr marL="2285909" indent="0">
              <a:buNone/>
              <a:defRPr sz="1167">
                <a:solidFill>
                  <a:schemeClr val="tx1">
                    <a:tint val="75000"/>
                  </a:schemeClr>
                </a:solidFill>
              </a:defRPr>
            </a:lvl7pPr>
            <a:lvl8pPr marL="2666893" indent="0">
              <a:buNone/>
              <a:defRPr sz="1167">
                <a:solidFill>
                  <a:schemeClr val="tx1">
                    <a:tint val="75000"/>
                  </a:schemeClr>
                </a:solidFill>
              </a:defRPr>
            </a:lvl8pPr>
            <a:lvl9pPr marL="3047878" indent="0">
              <a:buNone/>
              <a:defRPr sz="1167">
                <a:solidFill>
                  <a:schemeClr val="tx1">
                    <a:tint val="75000"/>
                  </a:schemeClr>
                </a:solidFill>
              </a:defRPr>
            </a:lvl9pPr>
          </a:lstStyle>
          <a:p>
            <a:pPr lvl="0"/>
            <a:r>
              <a:rPr lang="fr-FR" dirty="0"/>
              <a:t>Espace sous-titre  (facultatif)</a:t>
            </a:r>
          </a:p>
        </p:txBody>
      </p:sp>
    </p:spTree>
    <p:extLst>
      <p:ext uri="{BB962C8B-B14F-4D97-AF65-F5344CB8AC3E}">
        <p14:creationId xmlns:p14="http://schemas.microsoft.com/office/powerpoint/2010/main" val="42362816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r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2"/>
          </p:nvPr>
        </p:nvSpPr>
        <p:spPr>
          <a:xfrm>
            <a:off x="372474" y="5384996"/>
            <a:ext cx="464400" cy="136800"/>
          </a:xfrm>
          <a:prstGeom prst="rect">
            <a:avLst/>
          </a:prstGeom>
        </p:spPr>
        <p:txBody>
          <a:bodyPr anchor="t"/>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0" y="0"/>
            <a:ext cx="78232"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9" name="Rectangle 8" descr="Marbre liquide blanc et or">
            <a:extLst>
              <a:ext uri="{FF2B5EF4-FFF2-40B4-BE49-F238E27FC236}">
                <a16:creationId xmlns:a16="http://schemas.microsoft.com/office/drawing/2014/main" id="{E3A552FD-B3CA-91CF-AA89-BF8F9B1766AA}"/>
              </a:ext>
            </a:extLst>
          </p:cNvPr>
          <p:cNvSpPr/>
          <p:nvPr userDrawn="1"/>
        </p:nvSpPr>
        <p:spPr>
          <a:xfrm>
            <a:off x="9065766" y="0"/>
            <a:ext cx="78233" cy="5715000"/>
          </a:xfrm>
          <a:prstGeom prst="rect">
            <a:avLst/>
          </a:prstGeom>
          <a:blipFill dpi="0" rotWithShape="1">
            <a:blip r:embed="rId2"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 name="Rectangle 9" descr="Marbre liquide blanc et or">
            <a:extLst>
              <a:ext uri="{FF2B5EF4-FFF2-40B4-BE49-F238E27FC236}">
                <a16:creationId xmlns:a16="http://schemas.microsoft.com/office/drawing/2014/main" id="{798E5CFE-F843-59D8-4C60-15BE6AD7A562}"/>
              </a:ext>
            </a:extLst>
          </p:cNvPr>
          <p:cNvSpPr/>
          <p:nvPr userDrawn="1"/>
        </p:nvSpPr>
        <p:spPr>
          <a:xfrm rot="5400000">
            <a:off x="4529582" y="-4490897"/>
            <a:ext cx="45719" cy="9026651"/>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117899256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itre et contenu">
    <p:spTree>
      <p:nvGrpSpPr>
        <p:cNvPr id="1" name=""/>
        <p:cNvGrpSpPr/>
        <p:nvPr/>
      </p:nvGrpSpPr>
      <p:grpSpPr>
        <a:xfrm>
          <a:off x="0" y="0"/>
          <a:ext cx="0" cy="0"/>
          <a:chOff x="0" y="0"/>
          <a:chExt cx="0" cy="0"/>
        </a:xfrm>
      </p:grpSpPr>
      <p:pic>
        <p:nvPicPr>
          <p:cNvPr id="17" name="Image 16" descr="Une image contenant motif, tissu, girafe&#10;&#10;Le contenu généré par l’IA peut être incorrect.">
            <a:extLst>
              <a:ext uri="{FF2B5EF4-FFF2-40B4-BE49-F238E27FC236}">
                <a16:creationId xmlns:a16="http://schemas.microsoft.com/office/drawing/2014/main" id="{8ABDB5D2-CDDF-EF93-42A1-53DAEA1DBCF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b="5534"/>
          <a:stretch>
            <a:fillRect/>
          </a:stretch>
        </p:blipFill>
        <p:spPr>
          <a:xfrm>
            <a:off x="0" y="-78231"/>
            <a:ext cx="9144001" cy="5758305"/>
          </a:xfrm>
          <a:prstGeom prst="rect">
            <a:avLst/>
          </a:prstGeom>
        </p:spPr>
      </p:pic>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396649246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4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pic>
        <p:nvPicPr>
          <p:cNvPr id="2" name="Image 1" descr="Une image contenant motif, tissu, girafe&#10;&#10;Le contenu généré par l’IA peut être incorrect.">
            <a:extLst>
              <a:ext uri="{FF2B5EF4-FFF2-40B4-BE49-F238E27FC236}">
                <a16:creationId xmlns:a16="http://schemas.microsoft.com/office/drawing/2014/main" id="{8DBB0CB2-4018-A5EF-305D-9C1B5AE0886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r="97638" b="5534"/>
          <a:stretch>
            <a:fillRect/>
          </a:stretch>
        </p:blipFill>
        <p:spPr>
          <a:xfrm>
            <a:off x="0" y="0"/>
            <a:ext cx="215900" cy="5758305"/>
          </a:xfrm>
          <a:prstGeom prst="rect">
            <a:avLst/>
          </a:prstGeom>
        </p:spPr>
      </p:pic>
    </p:spTree>
    <p:extLst>
      <p:ext uri="{BB962C8B-B14F-4D97-AF65-F5344CB8AC3E}">
        <p14:creationId xmlns:p14="http://schemas.microsoft.com/office/powerpoint/2010/main" val="2213843181"/>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3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a:off x="-1" y="17462"/>
            <a:ext cx="9144001" cy="5680075"/>
          </a:xfrm>
          <a:prstGeom prst="rect">
            <a:avLst/>
          </a:pr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9620607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2_Titre et contenu">
    <p:spTree>
      <p:nvGrpSpPr>
        <p:cNvPr id="1" name=""/>
        <p:cNvGrpSpPr/>
        <p:nvPr/>
      </p:nvGrpSpPr>
      <p:grpSpPr>
        <a:xfrm>
          <a:off x="0" y="0"/>
          <a:ext cx="0" cy="0"/>
          <a:chOff x="0" y="0"/>
          <a:chExt cx="0" cy="0"/>
        </a:xfrm>
      </p:grpSpPr>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4" name="Rectangle 3" descr="Marbre liquide blanc et or">
            <a:extLst>
              <a:ext uri="{FF2B5EF4-FFF2-40B4-BE49-F238E27FC236}">
                <a16:creationId xmlns:a16="http://schemas.microsoft.com/office/drawing/2014/main" id="{1BC673FF-D799-55C7-711F-D54B5A8FD60A}"/>
              </a:ext>
            </a:extLst>
          </p:cNvPr>
          <p:cNvSpPr/>
          <p:nvPr userDrawn="1"/>
        </p:nvSpPr>
        <p:spPr>
          <a:xfrm rot="5400000">
            <a:off x="-2725738" y="2725738"/>
            <a:ext cx="5680075" cy="228601"/>
          </a:xfrm>
          <a:prstGeom prst="rect">
            <a:avLst/>
          </a:prstGeom>
          <a:blipFill dpi="0" rotWithShape="1">
            <a:blip r:embed="rId2">
              <a:extLst>
                <a:ext uri="{28A0092B-C50C-407E-A947-70E740481C1C}">
                  <a14:useLocalDpi xmlns:a14="http://schemas.microsoft.com/office/drawing/2010/main" val="0"/>
                </a:ext>
              </a:extLst>
            </a:blip>
            <a:srcRect/>
            <a:stretch>
              <a:fillRect t="-467432" r="-60984" b="-674928"/>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 name="Espace réservé du contenu 2"/>
          <p:cNvSpPr>
            <a:spLocks noGrp="1"/>
          </p:cNvSpPr>
          <p:nvPr>
            <p:ph idx="1"/>
          </p:nvPr>
        </p:nvSpPr>
        <p:spPr>
          <a:xfrm>
            <a:off x="478800" y="1222310"/>
            <a:ext cx="8186400" cy="4000200"/>
          </a:xfrm>
        </p:spPr>
        <p:txBody>
          <a:bodyPr>
            <a:normAutofit/>
          </a:bodyPr>
          <a:lstStyle>
            <a:lvl1pPr>
              <a:defRPr sz="2000"/>
            </a:lvl1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8" name="Espace réservé du pied de page 4"/>
          <p:cNvSpPr>
            <a:spLocks noGrp="1"/>
          </p:cNvSpPr>
          <p:nvPr>
            <p:ph type="ftr" sz="quarter" idx="3"/>
          </p:nvPr>
        </p:nvSpPr>
        <p:spPr>
          <a:xfrm>
            <a:off x="3124200" y="5314792"/>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dirty="0">
                <a:solidFill>
                  <a:srgbClr val="003C71"/>
                </a:solidFill>
              </a:rPr>
              <a:t>@2025. Marie-Christine ALBERT. Tous droits réservés.</a:t>
            </a:r>
          </a:p>
        </p:txBody>
      </p:sp>
      <p:sp>
        <p:nvSpPr>
          <p:cNvPr id="11" name="Rectangle 10" descr="Marbre liquide blanc et or">
            <a:extLst>
              <a:ext uri="{FF2B5EF4-FFF2-40B4-BE49-F238E27FC236}">
                <a16:creationId xmlns:a16="http://schemas.microsoft.com/office/drawing/2014/main" id="{44CA937F-7AB2-EB6E-EE8B-3E0948E2A956}"/>
              </a:ext>
            </a:extLst>
          </p:cNvPr>
          <p:cNvSpPr/>
          <p:nvPr userDrawn="1"/>
        </p:nvSpPr>
        <p:spPr>
          <a:xfrm rot="5400000">
            <a:off x="4490464" y="1189610"/>
            <a:ext cx="45719" cy="9026649"/>
          </a:xfrm>
          <a:prstGeom prst="rect">
            <a:avLst/>
          </a:prstGeom>
          <a:blipFill dpi="0" rotWithShape="1">
            <a:blip r:embed="rId3">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20531171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re et imag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479425" y="1224000"/>
            <a:ext cx="8185150" cy="3999600"/>
          </a:xfrm>
        </p:spPr>
        <p:txBody>
          <a:bodyPr anchor="ctr"/>
          <a:lstStyle>
            <a:lvl1pPr marL="0" indent="0" algn="ctr">
              <a:buNone/>
              <a:defRPr/>
            </a:lvl1pPr>
          </a:lstStyle>
          <a:p>
            <a:r>
              <a:rPr lang="fr-FR"/>
              <a:t>Cliquez sur l'icône pour ajouter une image</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27857389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re et 2 contenus">
    <p:spTree>
      <p:nvGrpSpPr>
        <p:cNvPr id="1" name=""/>
        <p:cNvGrpSpPr/>
        <p:nvPr/>
      </p:nvGrpSpPr>
      <p:grpSpPr>
        <a:xfrm>
          <a:off x="0" y="0"/>
          <a:ext cx="0" cy="0"/>
          <a:chOff x="0" y="0"/>
          <a:chExt cx="0" cy="0"/>
        </a:xfrm>
      </p:grpSpPr>
      <p:sp>
        <p:nvSpPr>
          <p:cNvPr id="3" name="Espace réservé du contenu 2"/>
          <p:cNvSpPr>
            <a:spLocks noGrp="1"/>
          </p:cNvSpPr>
          <p:nvPr>
            <p:ph sz="half" idx="1"/>
          </p:nvPr>
        </p:nvSpPr>
        <p:spPr>
          <a:xfrm>
            <a:off x="478454" y="1224000"/>
            <a:ext cx="4017347"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contenu 3"/>
          <p:cNvSpPr>
            <a:spLocks noGrp="1"/>
          </p:cNvSpPr>
          <p:nvPr>
            <p:ph sz="half" idx="2"/>
          </p:nvPr>
        </p:nvSpPr>
        <p:spPr>
          <a:xfrm>
            <a:off x="4648200" y="1224000"/>
            <a:ext cx="4017000" cy="3999600"/>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pied de page 5"/>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Espace réservé du numéro de diapositive 6"/>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2918174419"/>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Titre et 2 images">
    <p:spTree>
      <p:nvGrpSpPr>
        <p:cNvPr id="1" name=""/>
        <p:cNvGrpSpPr/>
        <p:nvPr/>
      </p:nvGrpSpPr>
      <p:grpSpPr>
        <a:xfrm>
          <a:off x="0" y="0"/>
          <a:ext cx="0" cy="0"/>
          <a:chOff x="0" y="0"/>
          <a:chExt cx="0" cy="0"/>
        </a:xfrm>
      </p:grpSpPr>
      <p:sp>
        <p:nvSpPr>
          <p:cNvPr id="7" name="Espace réservé pour une image  5"/>
          <p:cNvSpPr>
            <a:spLocks noGrp="1"/>
          </p:cNvSpPr>
          <p:nvPr>
            <p:ph type="pic" sz="quarter" idx="11"/>
          </p:nvPr>
        </p:nvSpPr>
        <p:spPr>
          <a:xfrm>
            <a:off x="46472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6" name="Espace réservé pour une image  5"/>
          <p:cNvSpPr>
            <a:spLocks noGrp="1"/>
          </p:cNvSpPr>
          <p:nvPr>
            <p:ph type="pic" sz="quarter" idx="10"/>
          </p:nvPr>
        </p:nvSpPr>
        <p:spPr>
          <a:xfrm>
            <a:off x="477838" y="1224000"/>
            <a:ext cx="4017962" cy="3999600"/>
          </a:xfrm>
        </p:spPr>
        <p:txBody>
          <a:bodyPr anchor="ctr"/>
          <a:lstStyle>
            <a:lvl1pPr marL="0" indent="0" algn="ctr">
              <a:buFontTx/>
              <a:buNone/>
              <a:defRPr/>
            </a:lvl1pPr>
          </a:lstStyle>
          <a:p>
            <a:r>
              <a:rPr lang="fr-FR"/>
              <a:t>Cliquez sur l'icône pour ajouter une image</a:t>
            </a:r>
            <a:endParaRPr lang="fr-CA" dirty="0"/>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3"/>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367966217"/>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re et 3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5" name="Espace réservé pour une image  5"/>
          <p:cNvSpPr>
            <a:spLocks noGrp="1"/>
          </p:cNvSpPr>
          <p:nvPr>
            <p:ph type="pic" sz="quarter" idx="11"/>
          </p:nvPr>
        </p:nvSpPr>
        <p:spPr>
          <a:xfrm>
            <a:off x="324292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8" name="Espace réservé pour une image  5"/>
          <p:cNvSpPr>
            <a:spLocks noGrp="1"/>
          </p:cNvSpPr>
          <p:nvPr>
            <p:ph type="pic" sz="quarter" idx="12"/>
          </p:nvPr>
        </p:nvSpPr>
        <p:spPr>
          <a:xfrm>
            <a:off x="6008018" y="1224000"/>
            <a:ext cx="2646882" cy="3999600"/>
          </a:xfrm>
        </p:spPr>
        <p:txBody>
          <a:bodyPr anchor="ctr"/>
          <a:lstStyle>
            <a:lvl1pPr marL="0" indent="0" algn="ctr">
              <a:buFontTx/>
              <a:buNone/>
              <a:defRPr/>
            </a:lvl1pPr>
          </a:lstStyle>
          <a:p>
            <a:r>
              <a:rPr lang="fr-FR"/>
              <a:t>Cliquez sur l'icône pour ajouter une image</a:t>
            </a:r>
            <a:endParaRPr lang="fr-CA" dirty="0"/>
          </a:p>
        </p:txBody>
      </p:sp>
      <p:sp>
        <p:nvSpPr>
          <p:cNvPr id="9"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3"/>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708791818"/>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re et 4 images">
    <p:spTree>
      <p:nvGrpSpPr>
        <p:cNvPr id="1" name=""/>
        <p:cNvGrpSpPr/>
        <p:nvPr/>
      </p:nvGrpSpPr>
      <p:grpSpPr>
        <a:xfrm>
          <a:off x="0" y="0"/>
          <a:ext cx="0" cy="0"/>
          <a:chOff x="0" y="0"/>
          <a:chExt cx="0" cy="0"/>
        </a:xfrm>
      </p:grpSpPr>
      <p:sp>
        <p:nvSpPr>
          <p:cNvPr id="6" name="Espace réservé pour une image  5"/>
          <p:cNvSpPr>
            <a:spLocks noGrp="1"/>
          </p:cNvSpPr>
          <p:nvPr>
            <p:ph type="pic" sz="quarter" idx="10"/>
          </p:nvPr>
        </p:nvSpPr>
        <p:spPr>
          <a:xfrm>
            <a:off x="477836" y="1225910"/>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9"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20" name="Espace réservé pour une image  5"/>
          <p:cNvSpPr>
            <a:spLocks noGrp="1"/>
          </p:cNvSpPr>
          <p:nvPr>
            <p:ph type="pic" sz="quarter" idx="14"/>
          </p:nvPr>
        </p:nvSpPr>
        <p:spPr>
          <a:xfrm>
            <a:off x="477836" y="3285738"/>
            <a:ext cx="4023280" cy="1944000"/>
          </a:xfrm>
        </p:spPr>
        <p:txBody>
          <a:bodyPr anchor="ctr"/>
          <a:lstStyle>
            <a:lvl1pPr marL="0" indent="0" algn="ctr">
              <a:buFontTx/>
              <a:buNone/>
              <a:defRPr/>
            </a:lvl1pPr>
          </a:lstStyle>
          <a:p>
            <a:r>
              <a:rPr lang="fr-FR"/>
              <a:t>Cliquez sur l'icône pour ajouter une image</a:t>
            </a:r>
            <a:endParaRPr lang="fr-CA" dirty="0"/>
          </a:p>
        </p:txBody>
      </p:sp>
      <p:sp>
        <p:nvSpPr>
          <p:cNvPr id="2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3" name="Espace réservé du numéro de diapositive 2"/>
          <p:cNvSpPr>
            <a:spLocks noGrp="1"/>
          </p:cNvSpPr>
          <p:nvPr>
            <p:ph type="sldNum" sz="quarter" idx="17"/>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0"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330887965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re, texte et 2 images ">
    <p:spTree>
      <p:nvGrpSpPr>
        <p:cNvPr id="1" name=""/>
        <p:cNvGrpSpPr/>
        <p:nvPr/>
      </p:nvGrpSpPr>
      <p:grpSpPr>
        <a:xfrm>
          <a:off x="0" y="0"/>
          <a:ext cx="0" cy="0"/>
          <a:chOff x="0" y="0"/>
          <a:chExt cx="0" cy="0"/>
        </a:xfrm>
      </p:grpSpPr>
      <p:sp>
        <p:nvSpPr>
          <p:cNvPr id="12" name="Espace réservé du texte 4"/>
          <p:cNvSpPr>
            <a:spLocks noGrp="1"/>
          </p:cNvSpPr>
          <p:nvPr>
            <p:ph type="body" sz="quarter" idx="17"/>
          </p:nvPr>
        </p:nvSpPr>
        <p:spPr>
          <a:xfrm>
            <a:off x="477838" y="3285737"/>
            <a:ext cx="4022725" cy="1954438"/>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5" name="Espace réservé du texte 4"/>
          <p:cNvSpPr>
            <a:spLocks noGrp="1"/>
          </p:cNvSpPr>
          <p:nvPr>
            <p:ph type="body" sz="quarter" idx="16"/>
          </p:nvPr>
        </p:nvSpPr>
        <p:spPr>
          <a:xfrm>
            <a:off x="477840" y="1225910"/>
            <a:ext cx="4022725" cy="1943999"/>
          </a:xfrm>
        </p:spPr>
        <p:txBody>
          <a:bodyPr>
            <a:noAutofit/>
          </a:bodyPr>
          <a:lstStyle>
            <a:lvl1pPr>
              <a:defRPr sz="2000"/>
            </a:lvl1pPr>
            <a:lvl2pPr>
              <a:defRPr sz="2000"/>
            </a:lvl2pPr>
            <a:lvl3pPr>
              <a:defRPr sz="2000"/>
            </a:lvl3pPr>
            <a:lvl4pPr>
              <a:defRPr sz="2000"/>
            </a:lvl4pPr>
            <a:lvl5pPr>
              <a:defRPr sz="2000"/>
            </a:lvl5pPr>
          </a:lstStyle>
          <a:p>
            <a:pPr lvl="0"/>
            <a:r>
              <a:rPr lang="fr-FR"/>
              <a:t>Modifiez les styles du texte du masque</a:t>
            </a:r>
          </a:p>
          <a:p>
            <a:pPr lvl="1"/>
            <a:r>
              <a:rPr lang="fr-FR"/>
              <a:t>Deuxième niveau</a:t>
            </a:r>
          </a:p>
          <a:p>
            <a:pPr lvl="2"/>
            <a:r>
              <a:rPr lang="fr-FR"/>
              <a:t>Troisième niveau</a:t>
            </a:r>
          </a:p>
        </p:txBody>
      </p:sp>
      <p:sp>
        <p:nvSpPr>
          <p:cNvPr id="8"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10" name="Espace réservé pour une image  5"/>
          <p:cNvSpPr>
            <a:spLocks noGrp="1"/>
          </p:cNvSpPr>
          <p:nvPr>
            <p:ph type="pic" sz="quarter" idx="13"/>
          </p:nvPr>
        </p:nvSpPr>
        <p:spPr>
          <a:xfrm>
            <a:off x="4635797" y="1225909"/>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11" name="Espace réservé pour une image  5"/>
          <p:cNvSpPr>
            <a:spLocks noGrp="1"/>
          </p:cNvSpPr>
          <p:nvPr>
            <p:ph type="pic" sz="quarter" idx="15"/>
          </p:nvPr>
        </p:nvSpPr>
        <p:spPr>
          <a:xfrm>
            <a:off x="4635797" y="3285737"/>
            <a:ext cx="4029405" cy="1944000"/>
          </a:xfrm>
        </p:spPr>
        <p:txBody>
          <a:bodyPr anchor="ctr"/>
          <a:lstStyle>
            <a:lvl1pPr marL="0" indent="0" algn="ctr">
              <a:buFontTx/>
              <a:buNone/>
              <a:defRPr/>
            </a:lvl1pPr>
          </a:lstStyle>
          <a:p>
            <a:r>
              <a:rPr lang="fr-FR"/>
              <a:t>Cliquez sur l'icône pour ajouter une image</a:t>
            </a:r>
            <a:endParaRPr lang="fr-CA" dirty="0"/>
          </a:p>
        </p:txBody>
      </p:sp>
      <p:sp>
        <p:nvSpPr>
          <p:cNvPr id="3" name="Espace réservé du numéro de diapositive 2"/>
          <p:cNvSpPr>
            <a:spLocks noGrp="1"/>
          </p:cNvSpPr>
          <p:nvPr>
            <p:ph type="sldNum" sz="quarter" idx="19"/>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8906750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Titre, sous-titres 2 contenus">
    <p:spTree>
      <p:nvGrpSpPr>
        <p:cNvPr id="1" name=""/>
        <p:cNvGrpSpPr/>
        <p:nvPr/>
      </p:nvGrpSpPr>
      <p:grpSpPr>
        <a:xfrm>
          <a:off x="0" y="0"/>
          <a:ext cx="0" cy="0"/>
          <a:chOff x="0" y="0"/>
          <a:chExt cx="0" cy="0"/>
        </a:xfrm>
      </p:grpSpPr>
      <p:sp>
        <p:nvSpPr>
          <p:cNvPr id="12" name="Espace réservé du contenu 2"/>
          <p:cNvSpPr>
            <a:spLocks noGrp="1"/>
          </p:cNvSpPr>
          <p:nvPr>
            <p:ph sz="half" idx="10"/>
          </p:nvPr>
        </p:nvSpPr>
        <p:spPr>
          <a:xfrm>
            <a:off x="478454" y="1997211"/>
            <a:ext cx="4017347" cy="3227226"/>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3"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4" name="Espace réservé du contenu 2"/>
          <p:cNvSpPr>
            <a:spLocks noGrp="1"/>
          </p:cNvSpPr>
          <p:nvPr>
            <p:ph sz="half" idx="11"/>
          </p:nvPr>
        </p:nvSpPr>
        <p:spPr>
          <a:xfrm>
            <a:off x="4646266" y="1997211"/>
            <a:ext cx="4017347" cy="3227227"/>
          </a:xfrm>
        </p:spPr>
        <p:txBody>
          <a:bodyPr>
            <a:normAutofit/>
          </a:bodyPr>
          <a:lstStyle>
            <a:lvl1pPr>
              <a:defRPr sz="2000"/>
            </a:lvl1pPr>
            <a:lvl2pPr>
              <a:defRPr sz="2000"/>
            </a:lvl2pPr>
            <a:lvl3pPr>
              <a:defRPr sz="2000"/>
            </a:lvl3pPr>
            <a:lvl4pPr>
              <a:defRPr sz="2000"/>
            </a:lvl4pPr>
            <a:lvl5pPr>
              <a:defRPr sz="2000"/>
            </a:lvl5pPr>
            <a:lvl6pPr>
              <a:defRPr sz="1500"/>
            </a:lvl6pPr>
            <a:lvl7pPr>
              <a:defRPr sz="1500"/>
            </a:lvl7pPr>
            <a:lvl8pPr>
              <a:defRPr sz="1500"/>
            </a:lvl8pPr>
            <a:lvl9pPr>
              <a:defRPr sz="1500"/>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15"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7"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4" name="Espace réservé du numéro de diapositive 3"/>
          <p:cNvSpPr>
            <a:spLocks noGrp="1"/>
          </p:cNvSpPr>
          <p:nvPr>
            <p:ph type="sldNum" sz="quarter" idx="14"/>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9"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533566771"/>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itre, sous-titres 2 images">
    <p:spTree>
      <p:nvGrpSpPr>
        <p:cNvPr id="1" name=""/>
        <p:cNvGrpSpPr/>
        <p:nvPr/>
      </p:nvGrpSpPr>
      <p:grpSpPr>
        <a:xfrm>
          <a:off x="0" y="0"/>
          <a:ext cx="0" cy="0"/>
          <a:chOff x="0" y="0"/>
          <a:chExt cx="0" cy="0"/>
        </a:xfrm>
      </p:grpSpPr>
      <p:sp>
        <p:nvSpPr>
          <p:cNvPr id="4" name="Espace réservé pour une image  3"/>
          <p:cNvSpPr>
            <a:spLocks noGrp="1"/>
          </p:cNvSpPr>
          <p:nvPr>
            <p:ph type="pic" sz="quarter" idx="13"/>
          </p:nvPr>
        </p:nvSpPr>
        <p:spPr>
          <a:xfrm>
            <a:off x="477838" y="1997338"/>
            <a:ext cx="4019550" cy="3227126"/>
          </a:xfrm>
        </p:spPr>
        <p:txBody>
          <a:bodyPr anchor="ctr"/>
          <a:lstStyle>
            <a:lvl1pPr marL="0" indent="0" algn="ctr">
              <a:buNone/>
              <a:defRPr/>
            </a:lvl1pPr>
          </a:lstStyle>
          <a:p>
            <a:r>
              <a:rPr lang="fr-FR"/>
              <a:t>Cliquez sur l'icône pour ajouter une image</a:t>
            </a:r>
            <a:endParaRPr lang="fr-CA" dirty="0"/>
          </a:p>
        </p:txBody>
      </p:sp>
      <p:sp>
        <p:nvSpPr>
          <p:cNvPr id="9" name="Espace réservé pour une image  3"/>
          <p:cNvSpPr>
            <a:spLocks noGrp="1"/>
          </p:cNvSpPr>
          <p:nvPr>
            <p:ph type="pic" sz="quarter" idx="14"/>
          </p:nvPr>
        </p:nvSpPr>
        <p:spPr>
          <a:xfrm>
            <a:off x="4649788" y="1997211"/>
            <a:ext cx="4015412" cy="3227126"/>
          </a:xfrm>
        </p:spPr>
        <p:txBody>
          <a:bodyPr anchor="ctr"/>
          <a:lstStyle>
            <a:lvl1pPr marL="0" indent="0" algn="ctr">
              <a:buNone/>
              <a:defRPr/>
            </a:lvl1pPr>
          </a:lstStyle>
          <a:p>
            <a:r>
              <a:rPr lang="fr-FR"/>
              <a:t>Cliquez sur l'icône pour ajouter une image</a:t>
            </a:r>
            <a:endParaRPr lang="fr-CA"/>
          </a:p>
        </p:txBody>
      </p:sp>
      <p:sp>
        <p:nvSpPr>
          <p:cNvPr id="7" name="Espace réservé du texte 2"/>
          <p:cNvSpPr>
            <a:spLocks noGrp="1"/>
          </p:cNvSpPr>
          <p:nvPr>
            <p:ph type="body" idx="1"/>
          </p:nvPr>
        </p:nvSpPr>
        <p:spPr>
          <a:xfrm>
            <a:off x="478800" y="1215025"/>
            <a:ext cx="4018588" cy="782186"/>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8" name="Espace réservé du texte 2"/>
          <p:cNvSpPr>
            <a:spLocks noGrp="1"/>
          </p:cNvSpPr>
          <p:nvPr>
            <p:ph type="body" idx="12"/>
          </p:nvPr>
        </p:nvSpPr>
        <p:spPr>
          <a:xfrm>
            <a:off x="4646612" y="1215026"/>
            <a:ext cx="4018588" cy="782185"/>
          </a:xfrm>
        </p:spPr>
        <p:txBody>
          <a:bodyPr anchor="b">
            <a:noAutofit/>
          </a:bodyPr>
          <a:lstStyle>
            <a:lvl1pPr marL="0" indent="0">
              <a:buNone/>
              <a:defRPr sz="2000" b="1" cap="all" baseline="0"/>
            </a:lvl1pPr>
            <a:lvl2pPr marL="380985" indent="0">
              <a:buNone/>
              <a:defRPr sz="1667" b="1"/>
            </a:lvl2pPr>
            <a:lvl3pPr marL="761970" indent="0">
              <a:buNone/>
              <a:defRPr sz="1500" b="1"/>
            </a:lvl3pPr>
            <a:lvl4pPr marL="1142954" indent="0">
              <a:buNone/>
              <a:defRPr sz="1333" b="1"/>
            </a:lvl4pPr>
            <a:lvl5pPr marL="1523939" indent="0">
              <a:buNone/>
              <a:defRPr sz="1333" b="1"/>
            </a:lvl5pPr>
            <a:lvl6pPr marL="1904924" indent="0">
              <a:buNone/>
              <a:defRPr sz="1333" b="1"/>
            </a:lvl6pPr>
            <a:lvl7pPr marL="2285909" indent="0">
              <a:buNone/>
              <a:defRPr sz="1333" b="1"/>
            </a:lvl7pPr>
            <a:lvl8pPr marL="2666893" indent="0">
              <a:buNone/>
              <a:defRPr sz="1333" b="1"/>
            </a:lvl8pPr>
            <a:lvl9pPr marL="3047878" indent="0">
              <a:buNone/>
              <a:defRPr sz="1333" b="1"/>
            </a:lvl9pPr>
          </a:lstStyle>
          <a:p>
            <a:pPr lvl="0"/>
            <a:r>
              <a:rPr lang="fr-FR"/>
              <a:t>Modifiez les styles du texte du masque</a:t>
            </a:r>
          </a:p>
        </p:txBody>
      </p:sp>
      <p:sp>
        <p:nvSpPr>
          <p:cNvPr id="10"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4"/>
          <p:cNvSpPr>
            <a:spLocks noGrp="1"/>
          </p:cNvSpPr>
          <p:nvPr>
            <p:ph type="sldNum" sz="quarter" idx="16"/>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11"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762527125"/>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itre, texte et contenu">
    <p:spTree>
      <p:nvGrpSpPr>
        <p:cNvPr id="1" name=""/>
        <p:cNvGrpSpPr/>
        <p:nvPr/>
      </p:nvGrpSpPr>
      <p:grpSpPr>
        <a:xfrm>
          <a:off x="0" y="0"/>
          <a:ext cx="0" cy="0"/>
          <a:chOff x="0" y="0"/>
          <a:chExt cx="0" cy="0"/>
        </a:xfrm>
      </p:grpSpPr>
      <p:sp>
        <p:nvSpPr>
          <p:cNvPr id="3" name="Espace réservé du contenu 2"/>
          <p:cNvSpPr>
            <a:spLocks noGrp="1"/>
          </p:cNvSpPr>
          <p:nvPr>
            <p:ph idx="1"/>
          </p:nvPr>
        </p:nvSpPr>
        <p:spPr>
          <a:xfrm>
            <a:off x="3560400" y="1224000"/>
            <a:ext cx="5097600" cy="3999600"/>
          </a:xfrm>
        </p:spPr>
        <p:txBody>
          <a:bodyPr>
            <a:normAutofit/>
          </a:bodyPr>
          <a:lstStyle>
            <a:lvl1pPr>
              <a:defRPr sz="2000"/>
            </a:lvl1pPr>
            <a:lvl2pPr>
              <a:defRPr sz="2000"/>
            </a:lvl2pPr>
            <a:lvl3pPr>
              <a:defRPr sz="2000"/>
            </a:lvl3pPr>
            <a:lvl4pPr>
              <a:defRPr sz="2000"/>
            </a:lvl4pPr>
            <a:lvl5pPr>
              <a:defRPr sz="2000"/>
            </a:lvl5pPr>
            <a:lvl6pPr>
              <a:defRPr sz="1667"/>
            </a:lvl6pPr>
            <a:lvl7pPr>
              <a:defRPr sz="1667"/>
            </a:lvl7pPr>
            <a:lvl8pPr>
              <a:defRPr sz="1667"/>
            </a:lvl8pPr>
            <a:lvl9pPr>
              <a:defRPr sz="1667"/>
            </a:lvl9p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dirty="0"/>
          </a:p>
        </p:txBody>
      </p:sp>
      <p:sp>
        <p:nvSpPr>
          <p:cNvPr id="4" name="Espace réservé du texte 3"/>
          <p:cNvSpPr>
            <a:spLocks noGrp="1"/>
          </p:cNvSpPr>
          <p:nvPr>
            <p:ph type="body" sz="half" idx="2"/>
          </p:nvPr>
        </p:nvSpPr>
        <p:spPr>
          <a:xfrm>
            <a:off x="478800" y="1215025"/>
            <a:ext cx="2988000" cy="4009312"/>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0"/>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8" name="Espace réservé du numéro de diapositive 7"/>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348976360"/>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itre, texte et image">
    <p:spTree>
      <p:nvGrpSpPr>
        <p:cNvPr id="1" name=""/>
        <p:cNvGrpSpPr/>
        <p:nvPr/>
      </p:nvGrpSpPr>
      <p:grpSpPr>
        <a:xfrm>
          <a:off x="0" y="0"/>
          <a:ext cx="0" cy="0"/>
          <a:chOff x="0" y="0"/>
          <a:chExt cx="0" cy="0"/>
        </a:xfrm>
      </p:grpSpPr>
      <p:sp>
        <p:nvSpPr>
          <p:cNvPr id="5" name="Espace réservé pour une image  4"/>
          <p:cNvSpPr>
            <a:spLocks noGrp="1"/>
          </p:cNvSpPr>
          <p:nvPr>
            <p:ph type="pic" sz="quarter" idx="10"/>
          </p:nvPr>
        </p:nvSpPr>
        <p:spPr>
          <a:xfrm>
            <a:off x="3560765" y="1224000"/>
            <a:ext cx="5104437" cy="3999600"/>
          </a:xfrm>
        </p:spPr>
        <p:txBody>
          <a:bodyPr anchor="ctr"/>
          <a:lstStyle>
            <a:lvl1pPr marL="0" indent="0" algn="ctr">
              <a:buNone/>
              <a:defRPr/>
            </a:lvl1pPr>
          </a:lstStyle>
          <a:p>
            <a:r>
              <a:rPr lang="fr-FR"/>
              <a:t>Cliquez sur l'icône pour ajouter une image</a:t>
            </a:r>
            <a:endParaRPr lang="fr-CA"/>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7" name="Espace réservé du texte 3"/>
          <p:cNvSpPr>
            <a:spLocks noGrp="1"/>
          </p:cNvSpPr>
          <p:nvPr>
            <p:ph type="body" sz="half" idx="2"/>
          </p:nvPr>
        </p:nvSpPr>
        <p:spPr>
          <a:xfrm>
            <a:off x="478800" y="1224000"/>
            <a:ext cx="2988000" cy="3999600"/>
          </a:xfrm>
        </p:spPr>
        <p:txBody>
          <a:bodyPr>
            <a:normAutofit/>
          </a:bodyPr>
          <a:lstStyle>
            <a:lvl1pPr marL="0" indent="0">
              <a:spcAft>
                <a:spcPts val="500"/>
              </a:spcAft>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45983418"/>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re, sous-titre et imag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478800" y="1833707"/>
            <a:ext cx="81792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7"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299756293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re">
    <p:spTree>
      <p:nvGrpSpPr>
        <p:cNvPr id="1" name=""/>
        <p:cNvGrpSpPr/>
        <p:nvPr/>
      </p:nvGrpSpPr>
      <p:grpSpPr>
        <a:xfrm>
          <a:off x="0" y="0"/>
          <a:ext cx="0" cy="0"/>
          <a:chOff x="0" y="0"/>
          <a:chExt cx="0" cy="0"/>
        </a:xfrm>
      </p:grpSpPr>
      <p:sp>
        <p:nvSpPr>
          <p:cNvPr id="3"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5"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6"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66731664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mage pleine écran">
    <p:spTree>
      <p:nvGrpSpPr>
        <p:cNvPr id="1" name=""/>
        <p:cNvGrpSpPr/>
        <p:nvPr/>
      </p:nvGrpSpPr>
      <p:grpSpPr>
        <a:xfrm>
          <a:off x="0" y="0"/>
          <a:ext cx="0" cy="0"/>
          <a:chOff x="0" y="0"/>
          <a:chExt cx="0" cy="0"/>
        </a:xfrm>
      </p:grpSpPr>
      <p:sp>
        <p:nvSpPr>
          <p:cNvPr id="2" name="Rectangle 1"/>
          <p:cNvSpPr/>
          <p:nvPr/>
        </p:nvSpPr>
        <p:spPr>
          <a:xfrm>
            <a:off x="7109927" y="5318450"/>
            <a:ext cx="1716832" cy="32657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
        <p:nvSpPr>
          <p:cNvPr id="3" name="Espace réservé pour une image  2"/>
          <p:cNvSpPr>
            <a:spLocks noGrp="1"/>
          </p:cNvSpPr>
          <p:nvPr>
            <p:ph type="pic" sz="quarter" idx="10"/>
          </p:nvPr>
        </p:nvSpPr>
        <p:spPr>
          <a:xfrm>
            <a:off x="1" y="0"/>
            <a:ext cx="9144000" cy="5715000"/>
          </a:xfrm>
        </p:spPr>
        <p:txBody>
          <a:bodyPr anchor="ctr"/>
          <a:lstStyle>
            <a:lvl1pPr marL="0" indent="0" algn="ctr">
              <a:buFontTx/>
              <a:buNone/>
              <a:defRPr/>
            </a:lvl1pPr>
          </a:lstStyle>
          <a:p>
            <a:r>
              <a:rPr lang="fr-FR"/>
              <a:t>Cliquez sur l'icône pour ajouter une image</a:t>
            </a:r>
            <a:endParaRPr lang="fr-CA"/>
          </a:p>
        </p:txBody>
      </p:sp>
    </p:spTree>
    <p:extLst>
      <p:ext uri="{BB962C8B-B14F-4D97-AF65-F5344CB8AC3E}">
        <p14:creationId xmlns:p14="http://schemas.microsoft.com/office/powerpoint/2010/main" val="51193852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itre et image (zoom possible)">
    <p:spTree>
      <p:nvGrpSpPr>
        <p:cNvPr id="1" name=""/>
        <p:cNvGrpSpPr/>
        <p:nvPr/>
      </p:nvGrpSpPr>
      <p:grpSpPr>
        <a:xfrm>
          <a:off x="0" y="0"/>
          <a:ext cx="0" cy="0"/>
          <a:chOff x="0" y="0"/>
          <a:chExt cx="0" cy="0"/>
        </a:xfrm>
      </p:grpSpPr>
      <p:sp>
        <p:nvSpPr>
          <p:cNvPr id="4" name="Espace réservé pour une image  3"/>
          <p:cNvSpPr>
            <a:spLocks noGrp="1"/>
          </p:cNvSpPr>
          <p:nvPr>
            <p:ph type="pic" sz="quarter" idx="10"/>
          </p:nvPr>
        </p:nvSpPr>
        <p:spPr>
          <a:xfrm>
            <a:off x="0" y="1245432"/>
            <a:ext cx="9144000" cy="3999600"/>
          </a:xfrm>
        </p:spPr>
        <p:txBody>
          <a:bodyPr anchor="ctr"/>
          <a:lstStyle>
            <a:lvl1pPr marL="0" indent="0" algn="ctr">
              <a:buNone/>
              <a:defRPr/>
            </a:lvl1pPr>
          </a:lstStyle>
          <a:p>
            <a:r>
              <a:rPr lang="fr-FR"/>
              <a:t>Cliquez sur l'icône pour ajouter une image</a:t>
            </a:r>
            <a:endParaRPr lang="fr-CA" dirty="0"/>
          </a:p>
        </p:txBody>
      </p:sp>
      <p:sp>
        <p:nvSpPr>
          <p:cNvPr id="11" name="Espace réservé du graphique SmartArt 10"/>
          <p:cNvSpPr>
            <a:spLocks noGrp="1"/>
          </p:cNvSpPr>
          <p:nvPr>
            <p:ph type="dgm" sz="quarter" idx="14"/>
          </p:nvPr>
        </p:nvSpPr>
        <p:spPr>
          <a:xfrm>
            <a:off x="0" y="38"/>
            <a:ext cx="9144000" cy="12239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12" name="Espace réservé du graphique SmartArt 10"/>
          <p:cNvSpPr>
            <a:spLocks noGrp="1"/>
          </p:cNvSpPr>
          <p:nvPr>
            <p:ph type="dgm" sz="quarter" idx="15"/>
          </p:nvPr>
        </p:nvSpPr>
        <p:spPr>
          <a:xfrm>
            <a:off x="0" y="5245032"/>
            <a:ext cx="9144000" cy="469969"/>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TextBox 6"/>
          <p:cNvSpPr txBox="1"/>
          <p:nvPr/>
        </p:nvSpPr>
        <p:spPr>
          <a:xfrm>
            <a:off x="346075" y="4765675"/>
            <a:ext cx="914400" cy="914400"/>
          </a:xfrm>
          <a:prstGeom prst="rect">
            <a:avLst/>
          </a:prstGeom>
        </p:spPr>
        <p:txBody>
          <a:bodyPr vert="horz" wrap="none" lIns="76200" tIns="38100" rIns="76200" bIns="38100" rtlCol="0">
            <a:normAutofit/>
          </a:bodyPr>
          <a:lstStyle/>
          <a:p>
            <a:pPr marL="128995" indent="-128995" defTabSz="380985">
              <a:buClr>
                <a:srgbClr val="003C71"/>
              </a:buClr>
              <a:buSzPct val="125000"/>
              <a:buFont typeface="Arial" panose="020B0604020202020204" pitchFamily="34" charset="0"/>
              <a:buChar char="•"/>
            </a:pPr>
            <a:endParaRPr lang="en-US" sz="1392" dirty="0">
              <a:solidFill>
                <a:srgbClr val="000000"/>
              </a:solidFill>
            </a:endParaRPr>
          </a:p>
        </p:txBody>
      </p:sp>
      <p:sp>
        <p:nvSpPr>
          <p:cNvPr id="6"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2" name="Espace réservé du pied de page 1"/>
          <p:cNvSpPr>
            <a:spLocks noGrp="1"/>
          </p:cNvSpPr>
          <p:nvPr>
            <p:ph type="ftr" sz="quarter" idx="11"/>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
        <p:nvSpPr>
          <p:cNvPr id="3" name="Espace réservé du numéro de diapositive 2"/>
          <p:cNvSpPr>
            <a:spLocks noGrp="1"/>
          </p:cNvSpPr>
          <p:nvPr>
            <p:ph type="sldNum" sz="quarter" idx="12"/>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3649497991"/>
      </p:ext>
    </p:extLst>
  </p:cSld>
  <p:clrMapOvr>
    <a:masterClrMapping/>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itre, sous-titre et image (zoom possible)">
    <p:spTree>
      <p:nvGrpSpPr>
        <p:cNvPr id="1" name=""/>
        <p:cNvGrpSpPr/>
        <p:nvPr/>
      </p:nvGrpSpPr>
      <p:grpSpPr>
        <a:xfrm>
          <a:off x="0" y="0"/>
          <a:ext cx="0" cy="0"/>
          <a:chOff x="0" y="0"/>
          <a:chExt cx="0" cy="0"/>
        </a:xfrm>
      </p:grpSpPr>
      <p:sp>
        <p:nvSpPr>
          <p:cNvPr id="3" name="Espace réservé pour une image  2"/>
          <p:cNvSpPr>
            <a:spLocks noGrp="1"/>
          </p:cNvSpPr>
          <p:nvPr>
            <p:ph type="pic" idx="1"/>
          </p:nvPr>
        </p:nvSpPr>
        <p:spPr>
          <a:xfrm>
            <a:off x="0" y="1841327"/>
            <a:ext cx="9144000" cy="3394553"/>
          </a:xfrm>
        </p:spPr>
        <p:txBody>
          <a:bodyPr anchor="ctr"/>
          <a:lstStyle>
            <a:lvl1pPr marL="0" indent="0" algn="ctr">
              <a:buNone/>
              <a:defRPr sz="1392"/>
            </a:lvl1pPr>
            <a:lvl2pPr marL="380985" indent="0">
              <a:buNone/>
              <a:defRPr sz="2333"/>
            </a:lvl2pPr>
            <a:lvl3pPr marL="761970" indent="0">
              <a:buNone/>
              <a:defRPr sz="2000"/>
            </a:lvl3pPr>
            <a:lvl4pPr marL="1142954" indent="0">
              <a:buNone/>
              <a:defRPr sz="1667"/>
            </a:lvl4pPr>
            <a:lvl5pPr marL="1523939" indent="0">
              <a:buNone/>
              <a:defRPr sz="1667"/>
            </a:lvl5pPr>
            <a:lvl6pPr marL="1904924" indent="0">
              <a:buNone/>
              <a:defRPr sz="1667"/>
            </a:lvl6pPr>
            <a:lvl7pPr marL="2285909" indent="0">
              <a:buNone/>
              <a:defRPr sz="1667"/>
            </a:lvl7pPr>
            <a:lvl8pPr marL="2666893" indent="0">
              <a:buNone/>
              <a:defRPr sz="1667"/>
            </a:lvl8pPr>
            <a:lvl9pPr marL="3047878" indent="0">
              <a:buNone/>
              <a:defRPr sz="1667"/>
            </a:lvl9pPr>
          </a:lstStyle>
          <a:p>
            <a:r>
              <a:rPr lang="fr-FR"/>
              <a:t>Cliquez sur l'icône pour ajouter une image</a:t>
            </a:r>
            <a:endParaRPr lang="fr-CA" dirty="0"/>
          </a:p>
        </p:txBody>
      </p:sp>
      <p:sp>
        <p:nvSpPr>
          <p:cNvPr id="9" name="Espace réservé du graphique SmartArt 10"/>
          <p:cNvSpPr>
            <a:spLocks noGrp="1"/>
          </p:cNvSpPr>
          <p:nvPr>
            <p:ph type="dgm" sz="quarter" idx="16"/>
          </p:nvPr>
        </p:nvSpPr>
        <p:spPr>
          <a:xfrm>
            <a:off x="0" y="5248406"/>
            <a:ext cx="9144000" cy="466595"/>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7" name="Espace réservé du graphique SmartArt 10"/>
          <p:cNvSpPr>
            <a:spLocks noGrp="1"/>
          </p:cNvSpPr>
          <p:nvPr>
            <p:ph type="dgm" sz="quarter" idx="14"/>
          </p:nvPr>
        </p:nvSpPr>
        <p:spPr>
          <a:xfrm>
            <a:off x="0" y="38"/>
            <a:ext cx="9144000" cy="1828763"/>
          </a:xfrm>
          <a:solidFill>
            <a:schemeClr val="bg1"/>
          </a:solidFill>
        </p:spPr>
        <p:txBody>
          <a:bodyPr/>
          <a:lstStyle>
            <a:lvl1pPr marL="0" indent="0">
              <a:buNone/>
              <a:defRPr>
                <a:solidFill>
                  <a:schemeClr val="bg1"/>
                </a:solidFill>
              </a:defRPr>
            </a:lvl1pPr>
          </a:lstStyle>
          <a:p>
            <a:r>
              <a:rPr lang="fr-FR"/>
              <a:t>Cliquez sur l'icône pour ajouter un graphique SmartArt</a:t>
            </a:r>
            <a:endParaRPr lang="fr-CA" dirty="0"/>
          </a:p>
        </p:txBody>
      </p:sp>
      <p:sp>
        <p:nvSpPr>
          <p:cNvPr id="4" name="Espace réservé du texte 3"/>
          <p:cNvSpPr>
            <a:spLocks noGrp="1"/>
          </p:cNvSpPr>
          <p:nvPr>
            <p:ph type="body" sz="half" idx="2"/>
          </p:nvPr>
        </p:nvSpPr>
        <p:spPr>
          <a:xfrm>
            <a:off x="478800" y="1217631"/>
            <a:ext cx="8179200" cy="522000"/>
          </a:xfrm>
        </p:spPr>
        <p:txBody>
          <a:bodyPr>
            <a:normAutofit/>
          </a:bodyPr>
          <a:lstStyle>
            <a:lvl1pPr marL="0" indent="0">
              <a:buNone/>
              <a:defRPr sz="2000" b="0" cap="none" baseline="0"/>
            </a:lvl1pPr>
            <a:lvl2pPr marL="380985" indent="0">
              <a:buNone/>
              <a:defRPr sz="1000"/>
            </a:lvl2pPr>
            <a:lvl3pPr marL="761970" indent="0">
              <a:buNone/>
              <a:defRPr sz="833"/>
            </a:lvl3pPr>
            <a:lvl4pPr marL="1142954" indent="0">
              <a:buNone/>
              <a:defRPr sz="750"/>
            </a:lvl4pPr>
            <a:lvl5pPr marL="1523939" indent="0">
              <a:buNone/>
              <a:defRPr sz="750"/>
            </a:lvl5pPr>
            <a:lvl6pPr marL="1904924" indent="0">
              <a:buNone/>
              <a:defRPr sz="750"/>
            </a:lvl6pPr>
            <a:lvl7pPr marL="2285909" indent="0">
              <a:buNone/>
              <a:defRPr sz="750"/>
            </a:lvl7pPr>
            <a:lvl8pPr marL="2666893" indent="0">
              <a:buNone/>
              <a:defRPr sz="750"/>
            </a:lvl8pPr>
            <a:lvl9pPr marL="3047878" indent="0">
              <a:buNone/>
              <a:defRPr sz="750"/>
            </a:lvl9pPr>
          </a:lstStyle>
          <a:p>
            <a:pPr lvl="0"/>
            <a:r>
              <a:rPr lang="fr-FR"/>
              <a:t>Modifiez les styles du texte du masque</a:t>
            </a:r>
          </a:p>
        </p:txBody>
      </p:sp>
      <p:sp>
        <p:nvSpPr>
          <p:cNvPr id="5" name="Titre 1"/>
          <p:cNvSpPr>
            <a:spLocks noGrp="1"/>
          </p:cNvSpPr>
          <p:nvPr>
            <p:ph type="title" hasCustomPrompt="1"/>
          </p:nvPr>
        </p:nvSpPr>
        <p:spPr>
          <a:xfrm>
            <a:off x="478800" y="481013"/>
            <a:ext cx="8186400" cy="622800"/>
          </a:xfrm>
        </p:spPr>
        <p:txBody>
          <a:bodyPr/>
          <a:lstStyle>
            <a:lvl1pPr>
              <a:defRPr sz="2000" baseline="0"/>
            </a:lvl1pPr>
          </a:lstStyle>
          <a:p>
            <a:r>
              <a:rPr lang="fr-FR" dirty="0"/>
              <a:t>Espace titre, sous-titre, légende…</a:t>
            </a:r>
            <a:endParaRPr lang="fr-CA" dirty="0"/>
          </a:p>
        </p:txBody>
      </p:sp>
      <p:sp>
        <p:nvSpPr>
          <p:cNvPr id="6" name="Espace réservé du numéro de diapositive 5"/>
          <p:cNvSpPr>
            <a:spLocks noGrp="1"/>
          </p:cNvSpPr>
          <p:nvPr>
            <p:ph type="sldNum" sz="quarter" idx="11"/>
          </p:nvPr>
        </p:nvSpPr>
        <p:spPr/>
        <p:txBody>
          <a:bodyPr/>
          <a:lstStyle/>
          <a:p>
            <a:fld id="{77B8E65F-5E3F-4E73-B056-4D0181456FB2}" type="slidenum">
              <a:rPr lang="fr-CA" smtClean="0">
                <a:solidFill>
                  <a:srgbClr val="003C71"/>
                </a:solidFill>
              </a:rPr>
              <a:pPr/>
              <a:t>‹N°›</a:t>
            </a:fld>
            <a:endParaRPr lang="fr-CA">
              <a:solidFill>
                <a:srgbClr val="003C71"/>
              </a:solidFill>
            </a:endParaRPr>
          </a:p>
        </p:txBody>
      </p:sp>
      <p:sp>
        <p:nvSpPr>
          <p:cNvPr id="8" name="Espace réservé du pied de page 1"/>
          <p:cNvSpPr>
            <a:spLocks noGrp="1"/>
          </p:cNvSpPr>
          <p:nvPr>
            <p:ph type="ftr" sz="quarter" idx="15"/>
          </p:nvPr>
        </p:nvSpPr>
        <p:spPr>
          <a:xfrm>
            <a:off x="3124200" y="5377376"/>
            <a:ext cx="2895600" cy="200464"/>
          </a:xfrm>
          <a:prstGeom prst="rect">
            <a:avLst/>
          </a:prstGeom>
          <a:solidFill>
            <a:schemeClr val="bg1"/>
          </a:solidFill>
        </p:spPr>
        <p:txBody>
          <a:bodyPr/>
          <a:lstStyle/>
          <a:p>
            <a:r>
              <a:rPr lang="fr-CA">
                <a:solidFill>
                  <a:srgbClr val="003C71"/>
                </a:solidFill>
              </a:rPr>
              <a:t>@2025. Marie-Christine ALBERT. Tous droits réservés.</a:t>
            </a:r>
            <a:endParaRPr lang="fr-CA" dirty="0">
              <a:solidFill>
                <a:srgbClr val="003C71"/>
              </a:solidFill>
            </a:endParaRPr>
          </a:p>
        </p:txBody>
      </p:sp>
    </p:spTree>
    <p:extLst>
      <p:ext uri="{BB962C8B-B14F-4D97-AF65-F5344CB8AC3E}">
        <p14:creationId xmlns:p14="http://schemas.microsoft.com/office/powerpoint/2010/main" val="1321021192"/>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Vide avec logo">
    <p:spTree>
      <p:nvGrpSpPr>
        <p:cNvPr id="1" name=""/>
        <p:cNvGrpSpPr/>
        <p:nvPr/>
      </p:nvGrpSpPr>
      <p:grpSpPr>
        <a:xfrm>
          <a:off x="0" y="0"/>
          <a:ext cx="0" cy="0"/>
          <a:chOff x="0" y="0"/>
          <a:chExt cx="0" cy="0"/>
        </a:xfrm>
      </p:grpSpPr>
      <p:sp>
        <p:nvSpPr>
          <p:cNvPr id="2" name="Espace réservé du pied de page 1"/>
          <p:cNvSpPr>
            <a:spLocks noGrp="1"/>
          </p:cNvSpPr>
          <p:nvPr>
            <p:ph type="ftr" sz="quarter" idx="10"/>
          </p:nvPr>
        </p:nvSpPr>
        <p:spPr>
          <a:xfrm>
            <a:off x="3124200" y="5384996"/>
            <a:ext cx="2895600" cy="136800"/>
          </a:xfrm>
          <a:prstGeom prst="rect">
            <a:avLst/>
          </a:prstGeom>
        </p:spPr>
        <p:txBody>
          <a:bodyPr/>
          <a:lstStyle/>
          <a:p>
            <a:r>
              <a:rPr lang="fr-CA">
                <a:solidFill>
                  <a:srgbClr val="003C71"/>
                </a:solidFill>
              </a:rPr>
              <a:t>@2025. Marie-Christine ALBERT. Tous droits réservés.</a:t>
            </a:r>
            <a:endParaRPr lang="fr-CA" dirty="0">
              <a:solidFill>
                <a:srgbClr val="003C71"/>
              </a:solidFill>
            </a:endParaRPr>
          </a:p>
        </p:txBody>
      </p:sp>
      <p:sp>
        <p:nvSpPr>
          <p:cNvPr id="4" name="Espace réservé du numéro de diapositive 5"/>
          <p:cNvSpPr>
            <a:spLocks noGrp="1"/>
          </p:cNvSpPr>
          <p:nvPr>
            <p:ph type="sldNum" sz="quarter" idx="11"/>
          </p:nvPr>
        </p:nvSpPr>
        <p:spPr>
          <a:xfrm>
            <a:off x="379562" y="5384996"/>
            <a:ext cx="464400" cy="136800"/>
          </a:xfrm>
        </p:spPr>
        <p:txBody>
          <a:bodyPr/>
          <a:lstStyle/>
          <a:p>
            <a:fld id="{77B8E65F-5E3F-4E73-B056-4D0181456FB2}" type="slidenum">
              <a:rPr lang="fr-CA" smtClean="0">
                <a:solidFill>
                  <a:srgbClr val="003C71"/>
                </a:solidFill>
              </a:rPr>
              <a:pPr/>
              <a:t>‹N°›</a:t>
            </a:fld>
            <a:endParaRPr lang="fr-CA">
              <a:solidFill>
                <a:srgbClr val="003C71"/>
              </a:solidFill>
            </a:endParaRPr>
          </a:p>
        </p:txBody>
      </p:sp>
    </p:spTree>
    <p:extLst>
      <p:ext uri="{BB962C8B-B14F-4D97-AF65-F5344CB8AC3E}">
        <p14:creationId xmlns:p14="http://schemas.microsoft.com/office/powerpoint/2010/main" val="4752516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Vide sans logo">
    <p:spTree>
      <p:nvGrpSpPr>
        <p:cNvPr id="1" name=""/>
        <p:cNvGrpSpPr/>
        <p:nvPr/>
      </p:nvGrpSpPr>
      <p:grpSpPr>
        <a:xfrm>
          <a:off x="0" y="0"/>
          <a:ext cx="0" cy="0"/>
          <a:chOff x="0" y="0"/>
          <a:chExt cx="0" cy="0"/>
        </a:xfrm>
      </p:grpSpPr>
      <p:sp>
        <p:nvSpPr>
          <p:cNvPr id="2" name="Rectangle 1"/>
          <p:cNvSpPr/>
          <p:nvPr/>
        </p:nvSpPr>
        <p:spPr>
          <a:xfrm>
            <a:off x="7159257" y="5146159"/>
            <a:ext cx="1729562" cy="4820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80985"/>
            <a:endParaRPr lang="fr-CA" sz="1500">
              <a:solidFill>
                <a:srgbClr val="FFFFFF"/>
              </a:solidFill>
            </a:endParaRPr>
          </a:p>
        </p:txBody>
      </p:sp>
    </p:spTree>
    <p:extLst>
      <p:ext uri="{BB962C8B-B14F-4D97-AF65-F5344CB8AC3E}">
        <p14:creationId xmlns:p14="http://schemas.microsoft.com/office/powerpoint/2010/main" val="287506777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4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28244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Content Placeholder 2"/>
          <p:cNvSpPr>
            <a:spLocks noGrp="1"/>
          </p:cNvSpPr>
          <p:nvPr>
            <p:ph sz="half" idx="13"/>
          </p:nvPr>
        </p:nvSpPr>
        <p:spPr>
          <a:xfrm>
            <a:off x="428244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1" name="Content Placeholder 2"/>
          <p:cNvSpPr>
            <a:spLocks noGrp="1"/>
          </p:cNvSpPr>
          <p:nvPr>
            <p:ph sz="half" idx="14"/>
          </p:nvPr>
        </p:nvSpPr>
        <p:spPr>
          <a:xfrm>
            <a:off x="457200" y="1845469"/>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12" name="Content Placeholder 2"/>
          <p:cNvSpPr>
            <a:spLocks noGrp="1"/>
          </p:cNvSpPr>
          <p:nvPr>
            <p:ph sz="half" idx="15"/>
          </p:nvPr>
        </p:nvSpPr>
        <p:spPr>
          <a:xfrm>
            <a:off x="457200" y="3520811"/>
            <a:ext cx="3566160" cy="1600200"/>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Tree>
    <p:extLst>
      <p:ext uri="{BB962C8B-B14F-4D97-AF65-F5344CB8AC3E}">
        <p14:creationId xmlns:p14="http://schemas.microsoft.com/office/powerpoint/2010/main" val="71089531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Picture with Caption">
    <p:spTree>
      <p:nvGrpSpPr>
        <p:cNvPr id="1" name=""/>
        <p:cNvGrpSpPr/>
        <p:nvPr/>
      </p:nvGrpSpPr>
      <p:grpSpPr>
        <a:xfrm>
          <a:off x="0" y="0"/>
          <a:ext cx="0" cy="0"/>
          <a:chOff x="0" y="0"/>
          <a:chExt cx="0" cy="0"/>
        </a:xfrm>
      </p:grpSpPr>
      <p:sp>
        <p:nvSpPr>
          <p:cNvPr id="8" name="Rectangle 7"/>
          <p:cNvSpPr/>
          <p:nvPr/>
        </p:nvSpPr>
        <p:spPr>
          <a:xfrm>
            <a:off x="4746811" y="223573"/>
            <a:ext cx="4114800" cy="47244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199" y="829237"/>
            <a:ext cx="3566160" cy="862853"/>
          </a:xfrm>
        </p:spPr>
        <p:txBody>
          <a:bodyPr anchor="b"/>
          <a:lstStyle>
            <a:lvl1pPr algn="l">
              <a:defRPr sz="1944" b="0"/>
            </a:lvl1pPr>
          </a:lstStyle>
          <a:p>
            <a:r>
              <a:rPr lang="fr-CA"/>
              <a:t>Click to edit Master title style</a:t>
            </a:r>
            <a:endParaRPr/>
          </a:p>
        </p:txBody>
      </p:sp>
      <p:sp>
        <p:nvSpPr>
          <p:cNvPr id="4" name="Text Placeholder 3"/>
          <p:cNvSpPr>
            <a:spLocks noGrp="1"/>
          </p:cNvSpPr>
          <p:nvPr>
            <p:ph type="body" sz="half" idx="2"/>
          </p:nvPr>
        </p:nvSpPr>
        <p:spPr>
          <a:xfrm>
            <a:off x="457199" y="1714502"/>
            <a:ext cx="3566160" cy="3048001"/>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161365" y="5103347"/>
            <a:ext cx="1752600" cy="304271"/>
          </a:xfrm>
          <a:prstGeom prst="rect">
            <a:avLst/>
          </a:prstGeom>
        </p:spPr>
        <p:txBody>
          <a:bodyPr/>
          <a:lstStyle>
            <a:lvl1pPr algn="l">
              <a:defRPr/>
            </a:lvl1p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a:xfrm>
            <a:off x="174812" y="5296961"/>
            <a:ext cx="3863788" cy="304271"/>
          </a:xfrm>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10" name="Picture Placeholder 9"/>
          <p:cNvSpPr>
            <a:spLocks noGrp="1"/>
          </p:cNvSpPr>
          <p:nvPr>
            <p:ph type="pic" sz="quarter" idx="13"/>
          </p:nvPr>
        </p:nvSpPr>
        <p:spPr>
          <a:xfrm>
            <a:off x="4760258" y="825501"/>
            <a:ext cx="4096512" cy="4676511"/>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19612996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2 Pictures with Caption">
    <p:spTree>
      <p:nvGrpSpPr>
        <p:cNvPr id="1" name=""/>
        <p:cNvGrpSpPr/>
        <p:nvPr/>
      </p:nvGrpSpPr>
      <p:grpSpPr>
        <a:xfrm>
          <a:off x="0" y="0"/>
          <a:ext cx="0" cy="0"/>
          <a:chOff x="0" y="0"/>
          <a:chExt cx="0" cy="0"/>
        </a:xfrm>
      </p:grpSpPr>
      <p:sp>
        <p:nvSpPr>
          <p:cNvPr id="2" name="Title 1"/>
          <p:cNvSpPr>
            <a:spLocks noGrp="1"/>
          </p:cNvSpPr>
          <p:nvPr>
            <p:ph type="ctrTitle"/>
          </p:nvPr>
        </p:nvSpPr>
        <p:spPr>
          <a:xfrm>
            <a:off x="0" y="3429000"/>
            <a:ext cx="8915400" cy="731520"/>
          </a:xfrm>
        </p:spPr>
        <p:txBody>
          <a:bodyPr tIns="137160" bIns="137160" anchor="b">
            <a:normAutofit/>
          </a:bodyPr>
          <a:lstStyle>
            <a:lvl1pPr>
              <a:defRPr sz="1667"/>
            </a:lvl1pPr>
          </a:lstStyle>
          <a:p>
            <a:r>
              <a:rPr lang="fr-CA"/>
              <a:t>Click to edit Master title style</a:t>
            </a:r>
            <a:endParaRPr/>
          </a:p>
        </p:txBody>
      </p:sp>
      <p:sp>
        <p:nvSpPr>
          <p:cNvPr id="3" name="Subtitle 2"/>
          <p:cNvSpPr>
            <a:spLocks noGrp="1"/>
          </p:cNvSpPr>
          <p:nvPr>
            <p:ph type="subTitle" idx="1"/>
          </p:nvPr>
        </p:nvSpPr>
        <p:spPr>
          <a:xfrm>
            <a:off x="914400" y="4168589"/>
            <a:ext cx="8001000" cy="1546413"/>
          </a:xfr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92608" tIns="137160" rIns="274320" bIns="137160" rtlCol="0">
            <a:normAutofit/>
          </a:bodyPr>
          <a:lstStyle>
            <a:lvl1pPr marL="0" indent="0" algn="l" defTabSz="634950" rtl="0" eaLnBrk="1" latinLnBrk="0" hangingPunct="1">
              <a:buNone/>
              <a:defRPr sz="1111" kern="1200">
                <a:solidFill>
                  <a:schemeClr val="tx1">
                    <a:lumMod val="65000"/>
                    <a:lumOff val="35000"/>
                  </a:schemeClr>
                </a:solidFill>
                <a:latin typeface="+mn-lt"/>
                <a:ea typeface="+mn-ea"/>
                <a:cs typeface="+mn-cs"/>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a:t>Click to edit Master subtitle style</a:t>
            </a:r>
            <a:endParaRPr/>
          </a:p>
        </p:txBody>
      </p:sp>
      <p:sp>
        <p:nvSpPr>
          <p:cNvPr id="9" name="Picture Placeholder 8"/>
          <p:cNvSpPr>
            <a:spLocks noGrp="1"/>
          </p:cNvSpPr>
          <p:nvPr>
            <p:ph type="pic" sz="quarter" idx="13"/>
          </p:nvPr>
        </p:nvSpPr>
        <p:spPr>
          <a:xfrm>
            <a:off x="927100"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7" name="Picture Placeholder 8"/>
          <p:cNvSpPr>
            <a:spLocks noGrp="1"/>
          </p:cNvSpPr>
          <p:nvPr>
            <p:ph type="pic" sz="quarter" idx="14"/>
          </p:nvPr>
        </p:nvSpPr>
        <p:spPr>
          <a:xfrm>
            <a:off x="4928616" y="941294"/>
            <a:ext cx="3986784" cy="2484120"/>
          </a:xfrm>
        </p:spPr>
        <p:txBody>
          <a:bodyPr rtlCol="0">
            <a:normAutofit/>
          </a:bodyPr>
          <a:lstStyle>
            <a:lvl1pPr marL="0" indent="0">
              <a:buNone/>
              <a:defRPr sz="1250"/>
            </a:lvl1pPr>
          </a:lstStyle>
          <a:p>
            <a:pPr lvl="0"/>
            <a:r>
              <a:rPr lang="fr-CA" noProof="0"/>
              <a:t>Click icon to add picture</a:t>
            </a:r>
            <a:endParaRPr noProof="0"/>
          </a:p>
        </p:txBody>
      </p:sp>
      <p:sp>
        <p:nvSpPr>
          <p:cNvPr id="6" name="Date Placeholder 3"/>
          <p:cNvSpPr>
            <a:spLocks noGrp="1"/>
          </p:cNvSpPr>
          <p:nvPr>
            <p:ph type="dt" sz="half" idx="15"/>
          </p:nvPr>
        </p:nvSpPr>
        <p:spPr>
          <a:xfrm>
            <a:off x="457200" y="5031989"/>
            <a:ext cx="2133600" cy="134948"/>
          </a:xfrm>
          <a:prstGeom prst="rect">
            <a:avLst/>
          </a:prstGeom>
        </p:spPr>
        <p:txBody>
          <a:bodyPr/>
          <a:lstStyle>
            <a:lvl1pPr>
              <a:defRPr/>
            </a:lvl1pPr>
          </a:lstStyle>
          <a:p>
            <a:pPr defTabSz="380985">
              <a:defRPr/>
            </a:pPr>
            <a:endParaRPr lang="fr-CA">
              <a:solidFill>
                <a:srgbClr val="000000"/>
              </a:solidFill>
            </a:endParaRPr>
          </a:p>
        </p:txBody>
      </p:sp>
      <p:sp>
        <p:nvSpPr>
          <p:cNvPr id="8" name="Footer Placeholder 4"/>
          <p:cNvSpPr>
            <a:spLocks noGrp="1"/>
          </p:cNvSpPr>
          <p:nvPr>
            <p:ph type="ftr" sz="quarter" idx="16"/>
          </p:nvPr>
        </p:nvSpPr>
        <p:spPr/>
        <p:txBody>
          <a:bodyPr/>
          <a:lstStyle>
            <a:lvl1pPr>
              <a:defRPr/>
            </a:lvl1pPr>
          </a:lstStyle>
          <a:p>
            <a:pPr>
              <a:defRPr/>
            </a:pPr>
            <a:r>
              <a:rPr lang="fr-CA">
                <a:solidFill>
                  <a:srgbClr val="003C71"/>
                </a:solidFill>
              </a:rPr>
              <a:t>@2025. Marie-Christine ALBERT. Tous droits réservés.</a:t>
            </a:r>
          </a:p>
        </p:txBody>
      </p:sp>
    </p:spTree>
    <p:extLst>
      <p:ext uri="{BB962C8B-B14F-4D97-AF65-F5344CB8AC3E}">
        <p14:creationId xmlns:p14="http://schemas.microsoft.com/office/powerpoint/2010/main" val="418587766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cSld name="Picture above Caption">
    <p:spTree>
      <p:nvGrpSpPr>
        <p:cNvPr id="1" name=""/>
        <p:cNvGrpSpPr/>
        <p:nvPr/>
      </p:nvGrpSpPr>
      <p:grpSpPr>
        <a:xfrm>
          <a:off x="0" y="0"/>
          <a:ext cx="0" cy="0"/>
          <a:chOff x="0" y="0"/>
          <a:chExt cx="0" cy="0"/>
        </a:xfrm>
      </p:grpSpPr>
      <p:sp>
        <p:nvSpPr>
          <p:cNvPr id="8" name="Rectangle 7"/>
          <p:cNvSpPr/>
          <p:nvPr/>
        </p:nvSpPr>
        <p:spPr>
          <a:xfrm>
            <a:off x="7216780" y="223573"/>
            <a:ext cx="1639457" cy="303276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8788" y="3556000"/>
            <a:ext cx="6477000" cy="472283"/>
          </a:xfrm>
        </p:spPr>
        <p:txBody>
          <a:bodyPr anchor="b"/>
          <a:lstStyle>
            <a:lvl1pPr algn="l">
              <a:defRPr sz="1944" b="0"/>
            </a:lvl1pPr>
          </a:lstStyle>
          <a:p>
            <a:r>
              <a:rPr lang="fr-CA"/>
              <a:t>Click to edit Master title style</a:t>
            </a:r>
            <a:endParaRPr/>
          </a:p>
        </p:txBody>
      </p:sp>
      <p:sp>
        <p:nvSpPr>
          <p:cNvPr id="3" name="Picture Placeholder 2"/>
          <p:cNvSpPr>
            <a:spLocks noGrp="1"/>
          </p:cNvSpPr>
          <p:nvPr>
            <p:ph type="pic" idx="1"/>
          </p:nvPr>
        </p:nvSpPr>
        <p:spPr>
          <a:xfrm>
            <a:off x="269874" y="223573"/>
            <a:ext cx="6858000" cy="303276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r>
              <a:rPr lang="fr-CA"/>
              <a:t>Click icon to add picture</a:t>
            </a:r>
            <a:endParaRPr/>
          </a:p>
        </p:txBody>
      </p:sp>
      <p:sp>
        <p:nvSpPr>
          <p:cNvPr id="4" name="Text Placeholder 3"/>
          <p:cNvSpPr>
            <a:spLocks noGrp="1"/>
          </p:cNvSpPr>
          <p:nvPr>
            <p:ph type="body" sz="half" idx="2"/>
          </p:nvPr>
        </p:nvSpPr>
        <p:spPr>
          <a:xfrm>
            <a:off x="458788" y="4034119"/>
            <a:ext cx="6475412" cy="1086893"/>
          </a:xfrm>
        </p:spPr>
        <p:txBody>
          <a:bodyPr>
            <a:normAutofit/>
          </a:bodyPr>
          <a:lstStyle>
            <a:lvl1pPr marL="0" indent="0">
              <a:buNone/>
              <a:defRPr sz="1111"/>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a:t>Click to edit Master text styles</a:t>
            </a: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421540051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cSld name="Section with Picture">
    <p:spTree>
      <p:nvGrpSpPr>
        <p:cNvPr id="1" name=""/>
        <p:cNvGrpSpPr/>
        <p:nvPr/>
      </p:nvGrpSpPr>
      <p:grpSpPr>
        <a:xfrm>
          <a:off x="0" y="0"/>
          <a:ext cx="0" cy="0"/>
          <a:chOff x="0" y="0"/>
          <a:chExt cx="0" cy="0"/>
        </a:xfrm>
      </p:grpSpPr>
      <p:sp>
        <p:nvSpPr>
          <p:cNvPr id="7" name="Rectangle 6"/>
          <p:cNvSpPr/>
          <p:nvPr/>
        </p:nvSpPr>
        <p:spPr>
          <a:xfrm>
            <a:off x="269875" y="3978089"/>
            <a:ext cx="2971800" cy="15371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3720354" y="2857503"/>
            <a:ext cx="4966446" cy="1165413"/>
          </a:xfrm>
        </p:spPr>
        <p:txBody>
          <a:bodyPr anchor="b" anchorCtr="0"/>
          <a:lstStyle>
            <a:lvl1pPr algn="r">
              <a:defRPr sz="3194" b="0" cap="none" baseline="0"/>
            </a:lvl1pPr>
          </a:lstStyle>
          <a:p>
            <a:r>
              <a:rPr lang="fr-CA"/>
              <a:t>Click to edit Master title style</a:t>
            </a:r>
            <a:endParaRPr/>
          </a:p>
        </p:txBody>
      </p:sp>
      <p:sp>
        <p:nvSpPr>
          <p:cNvPr id="3" name="Text Placeholder 2"/>
          <p:cNvSpPr>
            <a:spLocks noGrp="1"/>
          </p:cNvSpPr>
          <p:nvPr>
            <p:ph type="body" idx="1"/>
          </p:nvPr>
        </p:nvSpPr>
        <p:spPr>
          <a:xfrm>
            <a:off x="3720354" y="4020345"/>
            <a:ext cx="4966446" cy="1100667"/>
          </a:xfrm>
        </p:spPr>
        <p:txBody>
          <a:bodyPr anchor="t" anchorCtr="0">
            <a:normAutofit/>
          </a:bodyPr>
          <a:lstStyle>
            <a:lvl1pPr marL="0" indent="0" algn="r">
              <a:buNone/>
              <a:defRPr sz="1111">
                <a:solidFill>
                  <a:schemeClr val="tx2"/>
                </a:solidFill>
              </a:defRPr>
            </a:lvl1pPr>
            <a:lvl2pPr marL="317475" indent="0">
              <a:buNone/>
              <a:defRPr sz="1250">
                <a:solidFill>
                  <a:schemeClr val="tx1">
                    <a:tint val="75000"/>
                  </a:schemeClr>
                </a:solidFill>
              </a:defRPr>
            </a:lvl2pPr>
            <a:lvl3pPr marL="634950" indent="0">
              <a:buNone/>
              <a:defRPr sz="1111">
                <a:solidFill>
                  <a:schemeClr val="tx1">
                    <a:tint val="75000"/>
                  </a:schemeClr>
                </a:solidFill>
              </a:defRPr>
            </a:lvl3pPr>
            <a:lvl4pPr marL="952424" indent="0">
              <a:buNone/>
              <a:defRPr sz="972">
                <a:solidFill>
                  <a:schemeClr val="tx1">
                    <a:tint val="75000"/>
                  </a:schemeClr>
                </a:solidFill>
              </a:defRPr>
            </a:lvl4pPr>
            <a:lvl5pPr marL="1269898" indent="0">
              <a:buNone/>
              <a:defRPr sz="972">
                <a:solidFill>
                  <a:schemeClr val="tx1">
                    <a:tint val="75000"/>
                  </a:schemeClr>
                </a:solidFill>
              </a:defRPr>
            </a:lvl5pPr>
            <a:lvl6pPr marL="1587373" indent="0">
              <a:buNone/>
              <a:defRPr sz="972">
                <a:solidFill>
                  <a:schemeClr val="tx1">
                    <a:tint val="75000"/>
                  </a:schemeClr>
                </a:solidFill>
              </a:defRPr>
            </a:lvl6pPr>
            <a:lvl7pPr marL="1904848" indent="0">
              <a:buNone/>
              <a:defRPr sz="972">
                <a:solidFill>
                  <a:schemeClr val="tx1">
                    <a:tint val="75000"/>
                  </a:schemeClr>
                </a:solidFill>
              </a:defRPr>
            </a:lvl7pPr>
            <a:lvl8pPr marL="2222322" indent="0">
              <a:buNone/>
              <a:defRPr sz="972">
                <a:solidFill>
                  <a:schemeClr val="tx1">
                    <a:tint val="75000"/>
                  </a:schemeClr>
                </a:solidFill>
              </a:defRPr>
            </a:lvl8pPr>
            <a:lvl9pPr marL="2539797" indent="0">
              <a:buNone/>
              <a:defRPr sz="972">
                <a:solidFill>
                  <a:schemeClr val="tx1">
                    <a:tint val="75000"/>
                  </a:schemeClr>
                </a:solidFill>
              </a:defRPr>
            </a:lvl9pPr>
          </a:lstStyle>
          <a:p>
            <a:pPr lvl="0"/>
            <a:r>
              <a:rPr lang="fr-CA"/>
              <a:t>Click to edit Master text styles</a:t>
            </a:r>
          </a:p>
        </p:txBody>
      </p:sp>
      <p:sp>
        <p:nvSpPr>
          <p:cNvPr id="6" name="Slide Number Placeholder 5"/>
          <p:cNvSpPr>
            <a:spLocks noGrp="1"/>
          </p:cNvSpPr>
          <p:nvPr>
            <p:ph type="sldNum" sz="quarter" idx="12"/>
          </p:nvPr>
        </p:nvSpPr>
        <p:spPr>
          <a:xfrm>
            <a:off x="351212" y="5087473"/>
            <a:ext cx="506506" cy="304271"/>
          </a:xfrm>
        </p:spPr>
        <p:txBody>
          <a:bodyPr/>
          <a:lstStyle/>
          <a:p>
            <a:fld id="{88136B7C-31F5-D340-8DA4-E004E776C911}" type="slidenum">
              <a:rPr lang="en-US" smtClean="0">
                <a:solidFill>
                  <a:prstClr val="white"/>
                </a:solidFill>
              </a:rPr>
              <a:pPr/>
              <a:t>‹N°›</a:t>
            </a:fld>
            <a:endParaRPr lang="en-US">
              <a:solidFill>
                <a:prstClr val="white"/>
              </a:solidFill>
            </a:endParaRPr>
          </a:p>
        </p:txBody>
      </p:sp>
      <p:sp>
        <p:nvSpPr>
          <p:cNvPr id="9" name="Picture Placeholder 8"/>
          <p:cNvSpPr>
            <a:spLocks noGrp="1"/>
          </p:cNvSpPr>
          <p:nvPr>
            <p:ph type="pic" sz="quarter" idx="13"/>
          </p:nvPr>
        </p:nvSpPr>
        <p:spPr>
          <a:xfrm>
            <a:off x="269874" y="223574"/>
            <a:ext cx="2971800" cy="3698876"/>
          </a:xfrm>
        </p:spPr>
        <p:txBody>
          <a:bodyPr/>
          <a:lstStyle>
            <a:lvl1pPr>
              <a:buNone/>
              <a:defRPr/>
            </a:lvl1pPr>
          </a:lstStyle>
          <a:p>
            <a:r>
              <a:rPr lang="fr-CA"/>
              <a:t>Click icon to add picture</a:t>
            </a:r>
            <a:endParaRPr/>
          </a:p>
        </p:txBody>
      </p:sp>
    </p:spTree>
    <p:extLst>
      <p:ext uri="{BB962C8B-B14F-4D97-AF65-F5344CB8AC3E}">
        <p14:creationId xmlns:p14="http://schemas.microsoft.com/office/powerpoint/2010/main" val="248716734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8" name="Rectangle 7"/>
          <p:cNvSpPr/>
          <p:nvPr/>
        </p:nvSpPr>
        <p:spPr>
          <a:xfrm>
            <a:off x="8148923" y="223573"/>
            <a:ext cx="718073" cy="13716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17475"/>
            <a:endParaRPr sz="1250">
              <a:solidFill>
                <a:prstClr val="white"/>
              </a:solidFill>
            </a:endParaRPr>
          </a:p>
        </p:txBody>
      </p:sp>
      <p:sp>
        <p:nvSpPr>
          <p:cNvPr id="2" name="Title 1"/>
          <p:cNvSpPr>
            <a:spLocks noGrp="1"/>
          </p:cNvSpPr>
          <p:nvPr>
            <p:ph type="title"/>
          </p:nvPr>
        </p:nvSpPr>
        <p:spPr>
          <a:xfrm>
            <a:off x="457202" y="762000"/>
            <a:ext cx="7391401" cy="952500"/>
          </a:xfrm>
        </p:spPr>
        <p:txBody>
          <a:bodyPr/>
          <a:lstStyle/>
          <a:p>
            <a:r>
              <a:rPr lang="fr-CA"/>
              <a:t>Click to edit Master title style</a:t>
            </a:r>
            <a:endParaRPr/>
          </a:p>
        </p:txBody>
      </p:sp>
      <p:sp>
        <p:nvSpPr>
          <p:cNvPr id="3" name="Content Placeholder 2"/>
          <p:cNvSpPr>
            <a:spLocks noGrp="1"/>
          </p:cNvSpPr>
          <p:nvPr>
            <p:ph sz="half" idx="1"/>
          </p:nvPr>
        </p:nvSpPr>
        <p:spPr>
          <a:xfrm>
            <a:off x="45720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4" name="Content Placeholder 3"/>
          <p:cNvSpPr>
            <a:spLocks noGrp="1"/>
          </p:cNvSpPr>
          <p:nvPr>
            <p:ph sz="half" idx="2"/>
          </p:nvPr>
        </p:nvSpPr>
        <p:spPr>
          <a:xfrm>
            <a:off x="4282440" y="1845470"/>
            <a:ext cx="3566160" cy="3259667"/>
          </a:xfrm>
        </p:spPr>
        <p:txBody>
          <a:bodyPr>
            <a:normAutofit/>
          </a:bodyPr>
          <a:lstStyle>
            <a:lvl1pPr>
              <a:defRPr sz="1250"/>
            </a:lvl1pPr>
            <a:lvl2pPr>
              <a:defRPr sz="1250"/>
            </a:lvl2pPr>
            <a:lvl3pPr>
              <a:defRPr sz="1250"/>
            </a:lvl3pPr>
            <a:lvl4pPr>
              <a:defRPr sz="1250"/>
            </a:lvl4pPr>
            <a:lvl5pPr>
              <a:defRPr sz="1250"/>
            </a:lvl5pPr>
            <a:lvl6pPr>
              <a:defRPr sz="1250"/>
            </a:lvl6pPr>
            <a:lvl7pPr>
              <a:defRPr sz="1250"/>
            </a:lvl7pPr>
            <a:lvl8pPr>
              <a:defRPr sz="1250"/>
            </a:lvl8pPr>
            <a:lvl9pPr>
              <a:defRPr sz="1250"/>
            </a:lvl9pPr>
          </a:lstStyle>
          <a:p>
            <a:pPr lvl="0"/>
            <a:r>
              <a:rPr lang="fr-CA"/>
              <a:t>Click to edit Master text styles</a:t>
            </a:r>
          </a:p>
          <a:p>
            <a:pPr lvl="1"/>
            <a:r>
              <a:rPr lang="fr-CA"/>
              <a:t>Second level</a:t>
            </a:r>
          </a:p>
          <a:p>
            <a:pPr lvl="2"/>
            <a:r>
              <a:rPr lang="fr-CA"/>
              <a:t>Third level</a:t>
            </a:r>
          </a:p>
          <a:p>
            <a:pPr lvl="3"/>
            <a:r>
              <a:rPr lang="fr-CA"/>
              <a:t>Fourth level</a:t>
            </a:r>
          </a:p>
          <a:p>
            <a:pPr lvl="4"/>
            <a:r>
              <a:rPr lang="fr-CA"/>
              <a:t>Fifth level</a:t>
            </a:r>
            <a:endParaRPr/>
          </a:p>
        </p:txBody>
      </p:sp>
      <p:sp>
        <p:nvSpPr>
          <p:cNvPr id="5" name="Date Placeholder 4"/>
          <p:cNvSpPr>
            <a:spLocks noGrp="1"/>
          </p:cNvSpPr>
          <p:nvPr>
            <p:ph type="dt" sz="half" idx="10"/>
          </p:nvPr>
        </p:nvSpPr>
        <p:spPr>
          <a:xfrm>
            <a:off x="7198659" y="5296961"/>
            <a:ext cx="1752600" cy="304271"/>
          </a:xfrm>
          <a:prstGeom prst="rect">
            <a:avLst/>
          </a:prstGeom>
        </p:spPr>
        <p:txBody>
          <a:bodyPr/>
          <a:lstStyle/>
          <a:p>
            <a:pPr defTabSz="380985"/>
            <a:endParaRPr lang="en-US">
              <a:solidFill>
                <a:srgbClr val="333333">
                  <a:lumMod val="60000"/>
                  <a:lumOff val="40000"/>
                </a:srgbClr>
              </a:solidFill>
            </a:endParaRPr>
          </a:p>
        </p:txBody>
      </p:sp>
      <p:sp>
        <p:nvSpPr>
          <p:cNvPr id="6" name="Footer Placeholder 5"/>
          <p:cNvSpPr>
            <a:spLocks noGrp="1"/>
          </p:cNvSpPr>
          <p:nvPr>
            <p:ph type="ftr" sz="quarter" idx="11"/>
          </p:nvPr>
        </p:nvSpPr>
        <p:spPr/>
        <p:txBody>
          <a:bodyPr/>
          <a:lstStyle/>
          <a:p>
            <a:r>
              <a:rPr lang="fr-CA">
                <a:solidFill>
                  <a:srgbClr val="333333">
                    <a:lumMod val="60000"/>
                    <a:lumOff val="40000"/>
                  </a:srgbClr>
                </a:solidFill>
              </a:rPr>
              <a:t>@2025. Marie-Christine ALBERT. Tous droits réservés.</a:t>
            </a:r>
            <a:endParaRPr lang="en-US">
              <a:solidFill>
                <a:srgbClr val="333333">
                  <a:lumMod val="60000"/>
                  <a:lumOff val="40000"/>
                </a:srgbClr>
              </a:solidFill>
            </a:endParaRPr>
          </a:p>
        </p:txBody>
      </p:sp>
      <p:sp>
        <p:nvSpPr>
          <p:cNvPr id="7" name="Slide Number Placeholder 6"/>
          <p:cNvSpPr>
            <a:spLocks noGrp="1"/>
          </p:cNvSpPr>
          <p:nvPr>
            <p:ph type="sldNum" sz="quarter" idx="12"/>
          </p:nvPr>
        </p:nvSpPr>
        <p:spPr/>
        <p:txBody>
          <a:bodyPr/>
          <a:lstStyle/>
          <a:p>
            <a:fld id="{88136B7C-31F5-D340-8DA4-E004E776C911}" type="slidenum">
              <a:rPr lang="en-US" smtClean="0">
                <a:solidFill>
                  <a:prstClr val="white"/>
                </a:solidFill>
              </a:rPr>
              <a:pPr/>
              <a:t>‹N°›</a:t>
            </a:fld>
            <a:endParaRPr lang="en-US">
              <a:solidFill>
                <a:prstClr val="white"/>
              </a:solidFill>
            </a:endParaRPr>
          </a:p>
        </p:txBody>
      </p:sp>
    </p:spTree>
    <p:extLst>
      <p:ext uri="{BB962C8B-B14F-4D97-AF65-F5344CB8AC3E}">
        <p14:creationId xmlns:p14="http://schemas.microsoft.com/office/powerpoint/2010/main" val="13324060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Contenu texte">
    <p:spTree>
      <p:nvGrpSpPr>
        <p:cNvPr id="1" name=""/>
        <p:cNvGrpSpPr/>
        <p:nvPr/>
      </p:nvGrpSpPr>
      <p:grpSpPr>
        <a:xfrm>
          <a:off x="0" y="0"/>
          <a:ext cx="0" cy="0"/>
          <a:chOff x="0" y="0"/>
          <a:chExt cx="0" cy="0"/>
        </a:xfrm>
      </p:grpSpPr>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baseline="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p:nvPr>
        </p:nvSpPr>
        <p:spPr/>
        <p:txBody>
          <a:bodyPr/>
          <a:lstStyle/>
          <a:p>
            <a:r>
              <a:rPr lang="fr-FR"/>
              <a:t>Cliquez pour modifier le style du titre</a:t>
            </a:r>
            <a:endParaRPr lang="fr-CA"/>
          </a:p>
        </p:txBody>
      </p:sp>
      <p:sp>
        <p:nvSpPr>
          <p:cNvPr id="13" name="Content Placeholder 12"/>
          <p:cNvSpPr>
            <a:spLocks noGrp="1"/>
          </p:cNvSpPr>
          <p:nvPr>
            <p:ph sz="quarter" idx="14"/>
          </p:nvPr>
        </p:nvSpPr>
        <p:spPr>
          <a:xfrm>
            <a:off x="457200" y="1731700"/>
            <a:ext cx="8229600" cy="3204104"/>
          </a:xfrm>
        </p:spPr>
        <p:txBody>
          <a:bodyPr/>
          <a:lstStyle>
            <a:lvl1pPr marL="0" indent="0">
              <a:buFont typeface="Arial" panose="020B0604020202020204" pitchFamily="34" charset="0"/>
              <a:buNone/>
              <a:defRPr/>
            </a:lvl1pPr>
            <a:lvl2pPr marL="248027" indent="0">
              <a:buFont typeface="Arial" panose="020B0604020202020204" pitchFamily="34" charset="0"/>
              <a:buNone/>
              <a:defRPr/>
            </a:lvl2pPr>
            <a:lvl3pPr marL="497156" indent="0">
              <a:buFont typeface="Arial" panose="020B0604020202020204" pitchFamily="34" charset="0"/>
              <a:buNone/>
              <a:defRPr/>
            </a:lvl3pPr>
            <a:lvl4pPr marL="745184" indent="0">
              <a:buFont typeface="Arial" panose="020B0604020202020204" pitchFamily="34" charset="0"/>
              <a:buNone/>
              <a:defRPr/>
            </a:lvl4pPr>
            <a:lvl5pPr marL="993210" indent="0">
              <a:buFont typeface="Arial" panose="020B0604020202020204" pitchFamily="34" charset="0"/>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fr-CA" dirty="0"/>
          </a:p>
        </p:txBody>
      </p:sp>
    </p:spTree>
    <p:extLst>
      <p:ext uri="{BB962C8B-B14F-4D97-AF65-F5344CB8AC3E}">
        <p14:creationId xmlns:p14="http://schemas.microsoft.com/office/powerpoint/2010/main" val="379455131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465320" y="1561939"/>
            <a:ext cx="8213360" cy="3406062"/>
          </a:xfrm>
        </p:spPr>
        <p:txBody>
          <a:bodyPr anchor="ctr"/>
          <a:lstStyle>
            <a:lvl1pPr marL="0" indent="0" algn="ctr">
              <a:buNone/>
              <a:defRPr b="1" i="0">
                <a:solidFill>
                  <a:schemeClr val="tx1"/>
                </a:solidFill>
                <a:latin typeface="Arial"/>
                <a:cs typeface="Arial"/>
              </a:defRPr>
            </a:lvl1pPr>
            <a:lvl2pPr marL="317475" indent="0" algn="ctr">
              <a:buNone/>
              <a:defRPr>
                <a:solidFill>
                  <a:schemeClr val="tx1">
                    <a:tint val="75000"/>
                  </a:schemeClr>
                </a:solidFill>
              </a:defRPr>
            </a:lvl2pPr>
            <a:lvl3pPr marL="634950" indent="0" algn="ctr">
              <a:buNone/>
              <a:defRPr>
                <a:solidFill>
                  <a:schemeClr val="tx1">
                    <a:tint val="75000"/>
                  </a:schemeClr>
                </a:solidFill>
              </a:defRPr>
            </a:lvl3pPr>
            <a:lvl4pPr marL="952424" indent="0" algn="ctr">
              <a:buNone/>
              <a:defRPr>
                <a:solidFill>
                  <a:schemeClr val="tx1">
                    <a:tint val="75000"/>
                  </a:schemeClr>
                </a:solidFill>
              </a:defRPr>
            </a:lvl4pPr>
            <a:lvl5pPr marL="1269898" indent="0" algn="ctr">
              <a:buNone/>
              <a:defRPr>
                <a:solidFill>
                  <a:schemeClr val="tx1">
                    <a:tint val="75000"/>
                  </a:schemeClr>
                </a:solidFill>
              </a:defRPr>
            </a:lvl5pPr>
            <a:lvl6pPr marL="1587373" indent="0" algn="ctr">
              <a:buNone/>
              <a:defRPr>
                <a:solidFill>
                  <a:schemeClr val="tx1">
                    <a:tint val="75000"/>
                  </a:schemeClr>
                </a:solidFill>
              </a:defRPr>
            </a:lvl6pPr>
            <a:lvl7pPr marL="1904848" indent="0" algn="ctr">
              <a:buNone/>
              <a:defRPr>
                <a:solidFill>
                  <a:schemeClr val="tx1">
                    <a:tint val="75000"/>
                  </a:schemeClr>
                </a:solidFill>
              </a:defRPr>
            </a:lvl7pPr>
            <a:lvl8pPr marL="2222322" indent="0" algn="ctr">
              <a:buNone/>
              <a:defRPr>
                <a:solidFill>
                  <a:schemeClr val="tx1">
                    <a:tint val="75000"/>
                  </a:schemeClr>
                </a:solidFill>
              </a:defRPr>
            </a:lvl8pPr>
            <a:lvl9pPr marL="2539797" indent="0" algn="ctr">
              <a:buNone/>
              <a:defRPr>
                <a:solidFill>
                  <a:schemeClr val="tx1">
                    <a:tint val="75000"/>
                  </a:schemeClr>
                </a:solidFill>
              </a:defRPr>
            </a:lvl9pPr>
          </a:lstStyle>
          <a:p>
            <a:r>
              <a:rPr lang="fr-CA" noProof="0" dirty="0"/>
              <a:t>CLICK TO EDIT MASTER SUBTITLE STYLE</a:t>
            </a:r>
          </a:p>
        </p:txBody>
      </p:sp>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AF88E988-FB04-AB4E-BE5A-59F242AF7F7A}" type="slidenum">
              <a:rPr lang="fr-CA" smtClean="0">
                <a:solidFill>
                  <a:srgbClr val="003C71"/>
                </a:solidFill>
              </a:rPr>
              <a:pPr/>
              <a:t>‹N°›</a:t>
            </a:fld>
            <a:endParaRPr lang="fr-CA" dirty="0">
              <a:solidFill>
                <a:srgbClr val="003C71"/>
              </a:solidFill>
            </a:endParaRPr>
          </a:p>
        </p:txBody>
      </p:sp>
      <p:sp>
        <p:nvSpPr>
          <p:cNvPr id="7" name="Titre 6"/>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34455600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4" name="Footer Placeholder 3"/>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5" name="Slide Number Placeholder 4"/>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6" name="Titre 5"/>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35254671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818"/>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Chart Placeholder 8"/>
          <p:cNvSpPr>
            <a:spLocks noGrp="1"/>
          </p:cNvSpPr>
          <p:nvPr>
            <p:ph type="chart" sz="quarter" idx="14"/>
          </p:nvPr>
        </p:nvSpPr>
        <p:spPr>
          <a:xfrm>
            <a:off x="457200" y="1732827"/>
            <a:ext cx="8229600" cy="3220773"/>
          </a:xfrm>
        </p:spPr>
        <p:txBody>
          <a:bodyPr/>
          <a:lstStyle>
            <a:lvl1pPr marL="0" indent="0">
              <a:buNone/>
              <a:defRPr/>
            </a:lvl1pPr>
          </a:lstStyle>
          <a:p>
            <a:endParaRPr lang="fr-CA" noProof="0" dirty="0"/>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0134901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Contenu list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9" name="Titre 8"/>
          <p:cNvSpPr>
            <a:spLocks noGrp="1"/>
          </p:cNvSpPr>
          <p:nvPr>
            <p:ph type="title" hasCustomPrompt="1"/>
          </p:nvPr>
        </p:nvSpPr>
        <p:spPr/>
        <p:txBody>
          <a:bodyPr/>
          <a:lstStyle>
            <a:lvl1pPr>
              <a:defRPr baseline="0"/>
            </a:lvl1pPr>
          </a:lstStyle>
          <a:p>
            <a:r>
              <a:rPr lang="fr-FR" dirty="0"/>
              <a:t>Cliquez pour modifier le style du titre</a:t>
            </a:r>
            <a:endParaRPr lang="fr-CA"/>
          </a:p>
        </p:txBody>
      </p:sp>
      <p:sp>
        <p:nvSpPr>
          <p:cNvPr id="7" name="Text Placeholder 6"/>
          <p:cNvSpPr>
            <a:spLocks noGrp="1"/>
          </p:cNvSpPr>
          <p:nvPr>
            <p:ph type="body" sz="quarter" idx="14"/>
          </p:nvPr>
        </p:nvSpPr>
        <p:spPr>
          <a:xfrm>
            <a:off x="457200" y="1731700"/>
            <a:ext cx="8229600" cy="32041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CA"/>
          </a:p>
        </p:txBody>
      </p:sp>
    </p:spTree>
    <p:extLst>
      <p:ext uri="{BB962C8B-B14F-4D97-AF65-F5344CB8AC3E}">
        <p14:creationId xmlns:p14="http://schemas.microsoft.com/office/powerpoint/2010/main" val="116631504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533082"/>
            <a:ext cx="5111750" cy="3420518"/>
          </a:xfrm>
        </p:spPr>
        <p:txBody>
          <a:bodyPr>
            <a:normAutofit/>
          </a:bodyPr>
          <a:lstStyle>
            <a:lvl1pPr>
              <a:defRPr sz="1389"/>
            </a:lvl1pPr>
            <a:lvl2pPr>
              <a:defRPr sz="1389"/>
            </a:lvl2pPr>
            <a:lvl3pPr>
              <a:defRPr sz="1389"/>
            </a:lvl3pPr>
            <a:lvl4pPr>
              <a:defRPr sz="1389"/>
            </a:lvl4pPr>
            <a:lvl5pPr>
              <a:defRPr sz="1389"/>
            </a:lvl5pPr>
            <a:lvl6pPr>
              <a:defRPr sz="1389"/>
            </a:lvl6pPr>
            <a:lvl7pPr>
              <a:defRPr sz="1389"/>
            </a:lvl7pPr>
            <a:lvl8pPr>
              <a:defRPr sz="1389"/>
            </a:lvl8pPr>
            <a:lvl9pPr>
              <a:defRPr sz="1389"/>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4" name="Text Placeholder 3"/>
          <p:cNvSpPr>
            <a:spLocks noGrp="1"/>
          </p:cNvSpPr>
          <p:nvPr>
            <p:ph type="body" sz="half" idx="2" hasCustomPrompt="1"/>
          </p:nvPr>
        </p:nvSpPr>
        <p:spPr>
          <a:xfrm>
            <a:off x="457205" y="1533082"/>
            <a:ext cx="3008313" cy="3420518"/>
          </a:xfrm>
        </p:spPr>
        <p:txBody>
          <a:bodyPr>
            <a:normAutofit/>
          </a:bodyPr>
          <a:lstStyle>
            <a:lvl1pPr marL="0" indent="0">
              <a:buNone/>
              <a:defRPr sz="1250" b="1" i="0">
                <a:latin typeface="Arial"/>
                <a:cs typeface="Arial"/>
              </a:defRPr>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noProof="0" dirty="0"/>
              <a:t>CLICK TO EDIT MASTER TEXT STYLES</a:t>
            </a:r>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C6B1FF6-39B9-40F5-8B67-33C6354A3D4F}" type="slidenum">
              <a:rPr lang="fr-CA" smtClean="0">
                <a:solidFill>
                  <a:srgbClr val="003C71"/>
                </a:solidFill>
              </a:rPr>
              <a:pPr/>
              <a:t>‹N°›</a:t>
            </a:fld>
            <a:endParaRPr lang="fr-CA" dirty="0">
              <a:solidFill>
                <a:srgbClr val="C5B4E3">
                  <a:shade val="75000"/>
                </a:srgbClr>
              </a:solidFill>
            </a:endParaRPr>
          </a:p>
        </p:txBody>
      </p:sp>
      <p:sp>
        <p:nvSpPr>
          <p:cNvPr id="9" name="Titre 8"/>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35249496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4" name="Date Placeholder 3"/>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5" name="Footer Placeholder 4"/>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6" name="Slide Number Placeholder 5"/>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8" name="Espace réservé du texte 7"/>
          <p:cNvSpPr>
            <a:spLocks noGrp="1"/>
          </p:cNvSpPr>
          <p:nvPr>
            <p:ph type="body" sz="quarter" idx="13" hasCustomPrompt="1"/>
          </p:nvPr>
        </p:nvSpPr>
        <p:spPr>
          <a:xfrm>
            <a:off x="457200" y="1209002"/>
            <a:ext cx="8229600" cy="523009"/>
          </a:xfrm>
        </p:spPr>
        <p:txBody>
          <a:bodyPr>
            <a:noAutofit/>
          </a:bodyPr>
          <a:lstStyle>
            <a:lvl1pPr marL="0" indent="0">
              <a:buNone/>
              <a:defRPr sz="1250" b="1" i="0">
                <a:latin typeface="Arial"/>
                <a:cs typeface="Arial"/>
              </a:defRPr>
            </a:lvl1pPr>
            <a:lvl2pPr marL="317475" indent="0">
              <a:buNone/>
              <a:defRPr sz="972" b="0" i="0">
                <a:latin typeface="Arial"/>
                <a:cs typeface="Arial"/>
              </a:defRPr>
            </a:lvl2pPr>
            <a:lvl3pPr marL="634950" indent="0">
              <a:buNone/>
              <a:defRPr sz="972" b="0" i="0">
                <a:latin typeface="Arial"/>
                <a:cs typeface="Arial"/>
              </a:defRPr>
            </a:lvl3pPr>
            <a:lvl4pPr marL="952424" indent="0">
              <a:buNone/>
              <a:defRPr sz="972" b="0" i="0">
                <a:latin typeface="Arial"/>
                <a:cs typeface="Arial"/>
              </a:defRPr>
            </a:lvl4pPr>
            <a:lvl5pPr marL="1269898" indent="0">
              <a:buNone/>
              <a:defRPr sz="972" b="0" i="0">
                <a:latin typeface="Arial"/>
                <a:cs typeface="Arial"/>
              </a:defRPr>
            </a:lvl5pPr>
          </a:lstStyle>
          <a:p>
            <a:pPr lvl="0"/>
            <a:r>
              <a:rPr lang="fr-CA" noProof="0" dirty="0"/>
              <a:t>CLIQUER POUR AJOUTER DU TEXTE</a:t>
            </a:r>
          </a:p>
        </p:txBody>
      </p:sp>
      <p:sp>
        <p:nvSpPr>
          <p:cNvPr id="10" name="Table Placeholder 6"/>
          <p:cNvSpPr>
            <a:spLocks noGrp="1"/>
          </p:cNvSpPr>
          <p:nvPr>
            <p:ph type="tbl" sz="quarter" idx="15"/>
          </p:nvPr>
        </p:nvSpPr>
        <p:spPr>
          <a:xfrm>
            <a:off x="457200" y="1732011"/>
            <a:ext cx="8229600" cy="3198479"/>
          </a:xfrm>
        </p:spPr>
        <p:txBody>
          <a:bodyPr/>
          <a:lstStyle>
            <a:lvl1pPr marL="0" indent="0">
              <a:buNone/>
              <a:defRPr/>
            </a:lvl1pPr>
          </a:lstStyle>
          <a:p>
            <a:endParaRPr lang="fr-CA" noProof="0" dirty="0"/>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335556853"/>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57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4" name="Content Placeholder 3"/>
          <p:cNvSpPr>
            <a:spLocks noGrp="1"/>
          </p:cNvSpPr>
          <p:nvPr>
            <p:ph sz="half" idx="2"/>
          </p:nvPr>
        </p:nvSpPr>
        <p:spPr>
          <a:xfrm>
            <a:off x="4648200" y="1575135"/>
            <a:ext cx="4038600" cy="3400067"/>
          </a:xfrm>
        </p:spPr>
        <p:txBody>
          <a:bodyPr>
            <a:normAutofit/>
          </a:bodyPr>
          <a:lstStyle>
            <a:lvl1pPr>
              <a:defRPr sz="1389"/>
            </a:lvl1pPr>
            <a:lvl2pPr>
              <a:defRPr sz="1389"/>
            </a:lvl2pPr>
            <a:lvl3pPr>
              <a:defRPr sz="1389"/>
            </a:lvl3pPr>
            <a:lvl4pPr>
              <a:defRPr sz="1389"/>
            </a:lvl4pPr>
            <a:lvl5pPr>
              <a:defRPr sz="1389"/>
            </a:lvl5pPr>
            <a:lvl6pPr>
              <a:defRPr sz="1250"/>
            </a:lvl6pPr>
            <a:lvl7pPr>
              <a:defRPr sz="1250"/>
            </a:lvl7pPr>
            <a:lvl8pPr>
              <a:defRPr sz="1250"/>
            </a:lvl8pPr>
            <a:lvl9pPr>
              <a:defRPr sz="1250"/>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1688041691"/>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457200" y="1209648"/>
            <a:ext cx="4040188"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4" name="Content Placeholder 3"/>
          <p:cNvSpPr>
            <a:spLocks noGrp="1"/>
          </p:cNvSpPr>
          <p:nvPr>
            <p:ph sz="half" idx="2"/>
          </p:nvPr>
        </p:nvSpPr>
        <p:spPr>
          <a:xfrm>
            <a:off x="457200" y="1742782"/>
            <a:ext cx="4040188"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5" name="Text Placeholder 4"/>
          <p:cNvSpPr>
            <a:spLocks noGrp="1"/>
          </p:cNvSpPr>
          <p:nvPr>
            <p:ph type="body" sz="quarter" idx="3" hasCustomPrompt="1"/>
          </p:nvPr>
        </p:nvSpPr>
        <p:spPr>
          <a:xfrm>
            <a:off x="4645030" y="1209648"/>
            <a:ext cx="4041775" cy="533135"/>
          </a:xfrm>
        </p:spPr>
        <p:txBody>
          <a:bodyPr anchor="t">
            <a:noAutofit/>
          </a:bodyPr>
          <a:lstStyle>
            <a:lvl1pPr marL="0" indent="0">
              <a:buNone/>
              <a:defRPr sz="1250" b="1" i="0">
                <a:latin typeface="Arial"/>
                <a:cs typeface="Arial"/>
              </a:defRPr>
            </a:lvl1pPr>
            <a:lvl2pPr marL="317475" indent="0">
              <a:buNone/>
              <a:defRPr sz="1389" b="1"/>
            </a:lvl2pPr>
            <a:lvl3pPr marL="634950" indent="0">
              <a:buNone/>
              <a:defRPr sz="1250" b="1"/>
            </a:lvl3pPr>
            <a:lvl4pPr marL="952424" indent="0">
              <a:buNone/>
              <a:defRPr sz="1111" b="1"/>
            </a:lvl4pPr>
            <a:lvl5pPr marL="1269898" indent="0">
              <a:buNone/>
              <a:defRPr sz="1111" b="1"/>
            </a:lvl5pPr>
            <a:lvl6pPr marL="1587373" indent="0">
              <a:buNone/>
              <a:defRPr sz="1111" b="1"/>
            </a:lvl6pPr>
            <a:lvl7pPr marL="1904848" indent="0">
              <a:buNone/>
              <a:defRPr sz="1111" b="1"/>
            </a:lvl7pPr>
            <a:lvl8pPr marL="2222322" indent="0">
              <a:buNone/>
              <a:defRPr sz="1111" b="1"/>
            </a:lvl8pPr>
            <a:lvl9pPr marL="2539797" indent="0">
              <a:buNone/>
              <a:defRPr sz="1111" b="1"/>
            </a:lvl9pPr>
          </a:lstStyle>
          <a:p>
            <a:pPr lvl="0"/>
            <a:r>
              <a:rPr lang="fr-CA" noProof="0" dirty="0"/>
              <a:t>CLICK TO EDIT MASTER TEXT STYLES</a:t>
            </a:r>
          </a:p>
        </p:txBody>
      </p:sp>
      <p:sp>
        <p:nvSpPr>
          <p:cNvPr id="6" name="Content Placeholder 5"/>
          <p:cNvSpPr>
            <a:spLocks noGrp="1"/>
          </p:cNvSpPr>
          <p:nvPr>
            <p:ph sz="quarter" idx="4"/>
          </p:nvPr>
        </p:nvSpPr>
        <p:spPr>
          <a:xfrm>
            <a:off x="4645030" y="1742782"/>
            <a:ext cx="4041775" cy="3210818"/>
          </a:xfrm>
        </p:spPr>
        <p:txBody>
          <a:bodyPr anchor="t">
            <a:normAutofit/>
          </a:bodyPr>
          <a:lstStyle>
            <a:lvl1pPr>
              <a:defRPr sz="1389"/>
            </a:lvl1pPr>
            <a:lvl2pPr>
              <a:defRPr sz="1389"/>
            </a:lvl2pPr>
            <a:lvl3pPr>
              <a:defRPr sz="1389"/>
            </a:lvl3pPr>
            <a:lvl4pPr>
              <a:defRPr sz="1389"/>
            </a:lvl4pPr>
            <a:lvl5pPr>
              <a:defRPr sz="1389"/>
            </a:lvl5pPr>
            <a:lvl6pPr>
              <a:defRPr sz="1111"/>
            </a:lvl6pPr>
            <a:lvl7pPr>
              <a:defRPr sz="1111"/>
            </a:lvl7pPr>
            <a:lvl8pPr>
              <a:defRPr sz="1111"/>
            </a:lvl8pPr>
            <a:lvl9pPr>
              <a:defRPr sz="1111"/>
            </a:lvl9pPr>
          </a:lstStyle>
          <a:p>
            <a:pPr lvl="0"/>
            <a:r>
              <a:rPr lang="fr-CA" noProof="0" dirty="0"/>
              <a:t>Click to </a:t>
            </a:r>
            <a:r>
              <a:rPr lang="fr-CA" noProof="0" dirty="0" err="1"/>
              <a:t>edit</a:t>
            </a:r>
            <a:r>
              <a:rPr lang="fr-CA" noProof="0" dirty="0"/>
              <a:t> Master </a:t>
            </a:r>
            <a:r>
              <a:rPr lang="fr-CA" noProof="0" dirty="0" err="1"/>
              <a:t>text</a:t>
            </a:r>
            <a:r>
              <a:rPr lang="fr-CA" noProof="0" dirty="0"/>
              <a:t> styles</a:t>
            </a:r>
          </a:p>
          <a:p>
            <a:pPr lvl="1"/>
            <a:r>
              <a:rPr lang="fr-CA" noProof="0" dirty="0"/>
              <a:t>Second </a:t>
            </a:r>
            <a:r>
              <a:rPr lang="fr-CA" noProof="0" dirty="0" err="1"/>
              <a:t>level</a:t>
            </a:r>
            <a:endParaRPr lang="fr-CA" noProof="0" dirty="0"/>
          </a:p>
          <a:p>
            <a:pPr lvl="2"/>
            <a:r>
              <a:rPr lang="fr-CA" noProof="0" dirty="0" err="1"/>
              <a:t>Third</a:t>
            </a:r>
            <a:r>
              <a:rPr lang="fr-CA" noProof="0" dirty="0"/>
              <a:t> </a:t>
            </a:r>
            <a:r>
              <a:rPr lang="fr-CA" noProof="0" dirty="0" err="1"/>
              <a:t>level</a:t>
            </a:r>
            <a:endParaRPr lang="fr-CA" noProof="0" dirty="0"/>
          </a:p>
          <a:p>
            <a:pPr lvl="3"/>
            <a:r>
              <a:rPr lang="fr-CA" noProof="0" dirty="0" err="1"/>
              <a:t>Fourth</a:t>
            </a:r>
            <a:r>
              <a:rPr lang="fr-CA" noProof="0" dirty="0"/>
              <a:t> </a:t>
            </a:r>
            <a:r>
              <a:rPr lang="fr-CA" noProof="0" dirty="0" err="1"/>
              <a:t>level</a:t>
            </a:r>
            <a:endParaRPr lang="fr-CA" noProof="0" dirty="0"/>
          </a:p>
          <a:p>
            <a:pPr lvl="4"/>
            <a:r>
              <a:rPr lang="fr-CA" noProof="0" dirty="0" err="1"/>
              <a:t>Fifth</a:t>
            </a:r>
            <a:r>
              <a:rPr lang="fr-CA" noProof="0" dirty="0"/>
              <a:t> </a:t>
            </a:r>
            <a:r>
              <a:rPr lang="fr-CA" noProof="0" dirty="0" err="1"/>
              <a:t>level</a:t>
            </a:r>
            <a:endParaRPr lang="fr-CA" noProof="0" dirty="0"/>
          </a:p>
        </p:txBody>
      </p:sp>
      <p:sp>
        <p:nvSpPr>
          <p:cNvPr id="7" name="Date Placeholder 6"/>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8" name="Footer Placeholder 7"/>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9" name="Slide Number Placeholder 8"/>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10" name="Titre 9"/>
          <p:cNvSpPr>
            <a:spLocks noGrp="1"/>
          </p:cNvSpPr>
          <p:nvPr>
            <p:ph type="title" hasCustomPrompt="1"/>
          </p:nvPr>
        </p:nvSpPr>
        <p:spPr/>
        <p:txBody>
          <a:bodyPr/>
          <a:lstStyle/>
          <a:p>
            <a:r>
              <a:rPr lang="fr-FR" dirty="0"/>
              <a:t>Cliquez pour modifier le style du titre</a:t>
            </a:r>
            <a:endParaRPr lang="fr-CA"/>
          </a:p>
        </p:txBody>
      </p:sp>
    </p:spTree>
    <p:extLst>
      <p:ext uri="{BB962C8B-B14F-4D97-AF65-F5344CB8AC3E}">
        <p14:creationId xmlns:p14="http://schemas.microsoft.com/office/powerpoint/2010/main" val="34894395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457203" y="1727420"/>
            <a:ext cx="8228779" cy="3240580"/>
          </a:xfrm>
        </p:spPr>
        <p:txBody>
          <a:bodyPr/>
          <a:lstStyle>
            <a:lvl1pPr marL="0" indent="0">
              <a:buNone/>
              <a:defRPr sz="2222"/>
            </a:lvl1pPr>
            <a:lvl2pPr marL="317475" indent="0">
              <a:buNone/>
              <a:defRPr sz="1944"/>
            </a:lvl2pPr>
            <a:lvl3pPr marL="634950" indent="0">
              <a:buNone/>
              <a:defRPr sz="1667"/>
            </a:lvl3pPr>
            <a:lvl4pPr marL="952424" indent="0">
              <a:buNone/>
              <a:defRPr sz="1389"/>
            </a:lvl4pPr>
            <a:lvl5pPr marL="1269898" indent="0">
              <a:buNone/>
              <a:defRPr sz="1389"/>
            </a:lvl5pPr>
            <a:lvl6pPr marL="1587373" indent="0">
              <a:buNone/>
              <a:defRPr sz="1389"/>
            </a:lvl6pPr>
            <a:lvl7pPr marL="1904848" indent="0">
              <a:buNone/>
              <a:defRPr sz="1389"/>
            </a:lvl7pPr>
            <a:lvl8pPr marL="2222322" indent="0">
              <a:buNone/>
              <a:defRPr sz="1389"/>
            </a:lvl8pPr>
            <a:lvl9pPr marL="2539797" indent="0">
              <a:buNone/>
              <a:defRPr sz="1389"/>
            </a:lvl9pPr>
          </a:lstStyle>
          <a:p>
            <a:endParaRPr lang="fr-CA" noProof="0" dirty="0"/>
          </a:p>
        </p:txBody>
      </p:sp>
      <p:sp>
        <p:nvSpPr>
          <p:cNvPr id="4" name="Text Placeholder 3"/>
          <p:cNvSpPr>
            <a:spLocks noGrp="1"/>
          </p:cNvSpPr>
          <p:nvPr>
            <p:ph type="body" sz="half" idx="2" hasCustomPrompt="1"/>
          </p:nvPr>
        </p:nvSpPr>
        <p:spPr>
          <a:xfrm>
            <a:off x="457204" y="1209000"/>
            <a:ext cx="8228779" cy="520716"/>
          </a:xfrm>
        </p:spPr>
        <p:txBody>
          <a:bodyPr>
            <a:normAutofit/>
          </a:bodyPr>
          <a:lstStyle>
            <a:lvl1pPr marL="0" indent="0">
              <a:buNone/>
              <a:defRPr sz="1250" b="1" i="0">
                <a:latin typeface="Arial"/>
                <a:cs typeface="Arial"/>
              </a:defRPr>
            </a:lvl1pPr>
            <a:lvl2pPr marL="317475" indent="0">
              <a:buNone/>
              <a:defRPr sz="833"/>
            </a:lvl2pPr>
            <a:lvl3pPr marL="634950" indent="0">
              <a:buNone/>
              <a:defRPr sz="694"/>
            </a:lvl3pPr>
            <a:lvl4pPr marL="952424" indent="0">
              <a:buNone/>
              <a:defRPr sz="625"/>
            </a:lvl4pPr>
            <a:lvl5pPr marL="1269898" indent="0">
              <a:buNone/>
              <a:defRPr sz="625"/>
            </a:lvl5pPr>
            <a:lvl6pPr marL="1587373" indent="0">
              <a:buNone/>
              <a:defRPr sz="625"/>
            </a:lvl6pPr>
            <a:lvl7pPr marL="1904848" indent="0">
              <a:buNone/>
              <a:defRPr sz="625"/>
            </a:lvl7pPr>
            <a:lvl8pPr marL="2222322" indent="0">
              <a:buNone/>
              <a:defRPr sz="625"/>
            </a:lvl8pPr>
            <a:lvl9pPr marL="2539797" indent="0">
              <a:buNone/>
              <a:defRPr sz="625"/>
            </a:lvl9pPr>
          </a:lstStyle>
          <a:p>
            <a:pPr lvl="0"/>
            <a:r>
              <a:rPr lang="fr-CA" noProof="0" dirty="0"/>
              <a:t>CLICK TO EDIT MASTER TEXT STYLES</a:t>
            </a:r>
          </a:p>
        </p:txBody>
      </p:sp>
      <p:sp>
        <p:nvSpPr>
          <p:cNvPr id="5" name="Date Placeholder 4"/>
          <p:cNvSpPr>
            <a:spLocks noGrp="1"/>
          </p:cNvSpPr>
          <p:nvPr>
            <p:ph type="dt" sz="half" idx="10"/>
          </p:nvPr>
        </p:nvSpPr>
        <p:spPr>
          <a:xfrm>
            <a:off x="457200" y="5031989"/>
            <a:ext cx="2133600" cy="134948"/>
          </a:xfrm>
          <a:prstGeom prst="rect">
            <a:avLst/>
          </a:prstGeom>
        </p:spPr>
        <p:txBody>
          <a:bodyPr/>
          <a:lstStyle/>
          <a:p>
            <a:pPr defTabSz="380985"/>
            <a:endParaRPr lang="fr-CA" dirty="0">
              <a:solidFill>
                <a:srgbClr val="003C71"/>
              </a:solidFill>
            </a:endParaRPr>
          </a:p>
        </p:txBody>
      </p:sp>
      <p:sp>
        <p:nvSpPr>
          <p:cNvPr id="6" name="Footer Placeholder 5"/>
          <p:cNvSpPr>
            <a:spLocks noGrp="1"/>
          </p:cNvSpPr>
          <p:nvPr>
            <p:ph type="ftr" sz="quarter" idx="11"/>
          </p:nvPr>
        </p:nvSpPr>
        <p:spPr/>
        <p:txBody>
          <a:bodyPr/>
          <a:lstStyle/>
          <a:p>
            <a:r>
              <a:rPr lang="fr-CA">
                <a:solidFill>
                  <a:srgbClr val="003C71"/>
                </a:solidFill>
              </a:rPr>
              <a:t>@2025. Marie-Christine ALBERT. Tous droits réservés.</a:t>
            </a:r>
            <a:endParaRPr lang="fr-CA" dirty="0">
              <a:solidFill>
                <a:srgbClr val="003C71"/>
              </a:solidFill>
            </a:endParaRPr>
          </a:p>
        </p:txBody>
      </p:sp>
      <p:sp>
        <p:nvSpPr>
          <p:cNvPr id="7" name="Slide Number Placeholder 6"/>
          <p:cNvSpPr>
            <a:spLocks noGrp="1"/>
          </p:cNvSpPr>
          <p:nvPr>
            <p:ph type="sldNum" sz="quarter" idx="12"/>
          </p:nvPr>
        </p:nvSpPr>
        <p:spPr/>
        <p:txBody>
          <a:bodyPr/>
          <a:lstStyle/>
          <a:p>
            <a:fld id="{2066355A-084C-D24E-9AD2-7E4FC41EA627}" type="slidenum">
              <a:rPr lang="fr-CA" smtClean="0">
                <a:solidFill>
                  <a:srgbClr val="003C71"/>
                </a:solidFill>
              </a:rPr>
              <a:pPr/>
              <a:t>‹N°›</a:t>
            </a:fld>
            <a:endParaRPr lang="fr-CA" dirty="0">
              <a:solidFill>
                <a:srgbClr val="003C71"/>
              </a:solidFill>
            </a:endParaRPr>
          </a:p>
        </p:txBody>
      </p:sp>
      <p:sp>
        <p:nvSpPr>
          <p:cNvPr id="9" name="Titre 8"/>
          <p:cNvSpPr>
            <a:spLocks noGrp="1"/>
          </p:cNvSpPr>
          <p:nvPr>
            <p:ph type="title"/>
          </p:nvPr>
        </p:nvSpPr>
        <p:spPr/>
        <p:txBody>
          <a:bodyPr/>
          <a:lstStyle/>
          <a:p>
            <a:r>
              <a:rPr lang="fr-FR"/>
              <a:t>Cliquez pour modifier le style du titre</a:t>
            </a:r>
            <a:endParaRPr lang="fr-CA"/>
          </a:p>
        </p:txBody>
      </p:sp>
    </p:spTree>
    <p:extLst>
      <p:ext uri="{BB962C8B-B14F-4D97-AF65-F5344CB8AC3E}">
        <p14:creationId xmlns:p14="http://schemas.microsoft.com/office/powerpoint/2010/main" val="1227646584"/>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8292973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Ruban bleu droit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372EF48-16E4-A15E-54C8-6E14BB2A7F6F}"/>
              </a:ext>
            </a:extLst>
          </p:cNvPr>
          <p:cNvSpPr/>
          <p:nvPr userDrawn="1"/>
        </p:nvSpPr>
        <p:spPr>
          <a:xfrm>
            <a:off x="709200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9" name="Titre 8">
            <a:extLst>
              <a:ext uri="{FF2B5EF4-FFF2-40B4-BE49-F238E27FC236}">
                <a16:creationId xmlns:a16="http://schemas.microsoft.com/office/drawing/2014/main" id="{39975E0B-A63C-E46F-4BDB-B17AEAF751F9}"/>
              </a:ext>
            </a:extLst>
          </p:cNvPr>
          <p:cNvSpPr>
            <a:spLocks noGrp="1"/>
          </p:cNvSpPr>
          <p:nvPr>
            <p:ph type="title"/>
          </p:nvPr>
        </p:nvSpPr>
        <p:spPr>
          <a:xfrm>
            <a:off x="399191" y="304271"/>
            <a:ext cx="6480000" cy="900000"/>
          </a:xfrm>
        </p:spPr>
        <p:txBody>
          <a:bodyPr/>
          <a:lstStyle/>
          <a:p>
            <a:r>
              <a:rPr lang="fr-FR"/>
              <a:t>Modifiez le style du titre</a:t>
            </a:r>
            <a:endParaRPr lang="en-CA"/>
          </a:p>
        </p:txBody>
      </p:sp>
      <p:sp>
        <p:nvSpPr>
          <p:cNvPr id="11" name="Espace réservé du contenu 10">
            <a:extLst>
              <a:ext uri="{FF2B5EF4-FFF2-40B4-BE49-F238E27FC236}">
                <a16:creationId xmlns:a16="http://schemas.microsoft.com/office/drawing/2014/main" id="{DA03A288-B51A-49AF-061A-37A09F584A21}"/>
              </a:ext>
            </a:extLst>
          </p:cNvPr>
          <p:cNvSpPr>
            <a:spLocks noGrp="1"/>
          </p:cNvSpPr>
          <p:nvPr>
            <p:ph sz="quarter" idx="13"/>
          </p:nvPr>
        </p:nvSpPr>
        <p:spPr>
          <a:xfrm>
            <a:off x="398860" y="1471083"/>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dirty="0"/>
          </a:p>
        </p:txBody>
      </p:sp>
      <p:sp>
        <p:nvSpPr>
          <p:cNvPr id="4" name="Espace réservé du pied de page 4">
            <a:extLst>
              <a:ext uri="{FF2B5EF4-FFF2-40B4-BE49-F238E27FC236}">
                <a16:creationId xmlns:a16="http://schemas.microsoft.com/office/drawing/2014/main" id="{FE155C0A-E7E2-D133-60DD-38946DD603E9}"/>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6" name="Espace réservé du numéro de diapositive 5">
            <a:extLst>
              <a:ext uri="{FF2B5EF4-FFF2-40B4-BE49-F238E27FC236}">
                <a16:creationId xmlns:a16="http://schemas.microsoft.com/office/drawing/2014/main" id="{6CDD6402-A2B1-B4CE-0D4B-E5C613CEDF6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bg2"/>
                </a:solidFill>
                <a:latin typeface="Visby CF Bold" pitchFamily="2" charset="77"/>
              </a:defRPr>
            </a:lvl1pPr>
          </a:lstStyle>
          <a:p>
            <a:fld id="{0A5F8BAD-6575-7647-B790-DC8892003398}" type="slidenum">
              <a:rPr lang="fr-FR" smtClean="0"/>
              <a:pPr/>
              <a:t>‹N°›</a:t>
            </a:fld>
            <a:endParaRPr lang="fr-FR" dirty="0"/>
          </a:p>
        </p:txBody>
      </p:sp>
      <p:sp>
        <p:nvSpPr>
          <p:cNvPr id="5" name="Espace réservé de la date 3">
            <a:extLst>
              <a:ext uri="{FF2B5EF4-FFF2-40B4-BE49-F238E27FC236}">
                <a16:creationId xmlns:a16="http://schemas.microsoft.com/office/drawing/2014/main" id="{C3437283-87BE-ACE3-8113-25684DCD9E18}"/>
              </a:ext>
            </a:extLst>
          </p:cNvPr>
          <p:cNvSpPr txBox="1">
            <a:spLocks/>
          </p:cNvSpPr>
          <p:nvPr userDrawn="1"/>
        </p:nvSpPr>
        <p:spPr>
          <a:xfrm>
            <a:off x="6733614" y="5349255"/>
            <a:ext cx="945000" cy="304271"/>
          </a:xfrm>
          <a:prstGeom prst="rect">
            <a:avLst/>
          </a:prstGeom>
        </p:spPr>
        <p:txBody>
          <a:bodyPr vert="horz" lIns="68580" tIns="34290" rIns="68580" bIns="3429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A80806-DD0A-4277-8F50-7B86BD4BC3ED}" type="datetime3">
              <a:rPr lang="fr-CA" sz="900" smtClean="0">
                <a:solidFill>
                  <a:schemeClr val="bg1">
                    <a:lumMod val="95000"/>
                  </a:schemeClr>
                </a:solidFill>
              </a:rPr>
              <a:pPr/>
              <a:t>26/08/27</a:t>
            </a:fld>
            <a:endParaRPr lang="fr-FR" sz="900" dirty="0">
              <a:solidFill>
                <a:schemeClr val="bg1">
                  <a:lumMod val="95000"/>
                </a:schemeClr>
              </a:solidFill>
            </a:endParaRPr>
          </a:p>
        </p:txBody>
      </p:sp>
    </p:spTree>
    <p:extLst>
      <p:ext uri="{BB962C8B-B14F-4D97-AF65-F5344CB8AC3E}">
        <p14:creationId xmlns:p14="http://schemas.microsoft.com/office/powerpoint/2010/main" val="18374424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Ruban bleu gauche bi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56DE1D4-8847-103A-5CEE-74B72EAE4491}"/>
              </a:ext>
            </a:extLst>
          </p:cNvPr>
          <p:cNvSpPr/>
          <p:nvPr userDrawn="1"/>
        </p:nvSpPr>
        <p:spPr>
          <a:xfrm>
            <a:off x="6721" y="0"/>
            <a:ext cx="2052002" cy="5715000"/>
          </a:xfrm>
          <a:prstGeom prst="rect">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sz="1350" dirty="0"/>
          </a:p>
        </p:txBody>
      </p:sp>
      <p:sp>
        <p:nvSpPr>
          <p:cNvPr id="5" name="Espace réservé du contenu 4">
            <a:extLst>
              <a:ext uri="{FF2B5EF4-FFF2-40B4-BE49-F238E27FC236}">
                <a16:creationId xmlns:a16="http://schemas.microsoft.com/office/drawing/2014/main" id="{434B7241-2F14-2631-5923-8FBBBBD6659C}"/>
              </a:ext>
            </a:extLst>
          </p:cNvPr>
          <p:cNvSpPr>
            <a:spLocks noGrp="1"/>
          </p:cNvSpPr>
          <p:nvPr>
            <p:ph sz="quarter" idx="17"/>
          </p:nvPr>
        </p:nvSpPr>
        <p:spPr>
          <a:xfrm>
            <a:off x="2415779" y="1382448"/>
            <a:ext cx="6480000" cy="3600000"/>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CA"/>
          </a:p>
        </p:txBody>
      </p:sp>
      <p:sp>
        <p:nvSpPr>
          <p:cNvPr id="13" name="Titre 12">
            <a:extLst>
              <a:ext uri="{FF2B5EF4-FFF2-40B4-BE49-F238E27FC236}">
                <a16:creationId xmlns:a16="http://schemas.microsoft.com/office/drawing/2014/main" id="{56FCA759-2ED9-576B-33FB-8DCA62E4B2C6}"/>
              </a:ext>
            </a:extLst>
          </p:cNvPr>
          <p:cNvSpPr>
            <a:spLocks noGrp="1"/>
          </p:cNvSpPr>
          <p:nvPr>
            <p:ph type="title"/>
          </p:nvPr>
        </p:nvSpPr>
        <p:spPr>
          <a:xfrm>
            <a:off x="2415779" y="304271"/>
            <a:ext cx="6480000" cy="900000"/>
          </a:xfrm>
        </p:spPr>
        <p:txBody>
          <a:bodyPr/>
          <a:lstStyle/>
          <a:p>
            <a:r>
              <a:rPr lang="fr-FR"/>
              <a:t>Modifiez le style du titre</a:t>
            </a:r>
            <a:endParaRPr lang="en-CA"/>
          </a:p>
        </p:txBody>
      </p:sp>
      <p:sp>
        <p:nvSpPr>
          <p:cNvPr id="6" name="Espace réservé du pied de page 4">
            <a:extLst>
              <a:ext uri="{FF2B5EF4-FFF2-40B4-BE49-F238E27FC236}">
                <a16:creationId xmlns:a16="http://schemas.microsoft.com/office/drawing/2014/main" id="{5C549A38-15C3-06DC-2A2D-422461A480DF}"/>
              </a:ext>
            </a:extLst>
          </p:cNvPr>
          <p:cNvSpPr>
            <a:spLocks noGrp="1"/>
          </p:cNvSpPr>
          <p:nvPr>
            <p:ph type="ftr" sz="quarter" idx="3"/>
          </p:nvPr>
        </p:nvSpPr>
        <p:spPr>
          <a:xfrm>
            <a:off x="3028950" y="5349254"/>
            <a:ext cx="2835000" cy="300000"/>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r>
              <a:rPr lang="fr-CA" dirty="0"/>
              <a:t>© 2026. Estelle M. Morin, Ph. D.  Tous droits réservés.</a:t>
            </a:r>
            <a:endParaRPr lang="fr-FR" dirty="0"/>
          </a:p>
        </p:txBody>
      </p:sp>
      <p:sp>
        <p:nvSpPr>
          <p:cNvPr id="8" name="Espace réservé du numéro de diapositive 5">
            <a:extLst>
              <a:ext uri="{FF2B5EF4-FFF2-40B4-BE49-F238E27FC236}">
                <a16:creationId xmlns:a16="http://schemas.microsoft.com/office/drawing/2014/main" id="{5294044F-D3A7-408E-08B2-DDFB101807E6}"/>
              </a:ext>
            </a:extLst>
          </p:cNvPr>
          <p:cNvSpPr>
            <a:spLocks noGrp="1"/>
          </p:cNvSpPr>
          <p:nvPr>
            <p:ph type="sldNum" sz="quarter" idx="4"/>
          </p:nvPr>
        </p:nvSpPr>
        <p:spPr>
          <a:xfrm>
            <a:off x="7681634" y="5349254"/>
            <a:ext cx="945000" cy="300000"/>
          </a:xfrm>
          <a:prstGeom prst="rect">
            <a:avLst/>
          </a:prstGeom>
        </p:spPr>
        <p:txBody>
          <a:bodyPr vert="horz" lIns="91440" tIns="45720" rIns="91440" bIns="45720" rtlCol="0" anchor="ctr"/>
          <a:lstStyle>
            <a:lvl1pPr algn="r">
              <a:defRPr sz="900" b="1" i="0">
                <a:solidFill>
                  <a:schemeClr val="tx1">
                    <a:tint val="82000"/>
                  </a:schemeClr>
                </a:solidFill>
                <a:latin typeface="Visby CF Bold" pitchFamily="2" charset="77"/>
              </a:defRPr>
            </a:lvl1pPr>
          </a:lstStyle>
          <a:p>
            <a:fld id="{0A5F8BAD-6575-7647-B790-DC8892003398}" type="slidenum">
              <a:rPr lang="fr-FR" smtClean="0"/>
              <a:pPr/>
              <a:t>‹N°›</a:t>
            </a:fld>
            <a:endParaRPr lang="fr-FR" dirty="0"/>
          </a:p>
        </p:txBody>
      </p:sp>
      <p:sp>
        <p:nvSpPr>
          <p:cNvPr id="4" name="Espace réservé de la date 3">
            <a:extLst>
              <a:ext uri="{FF2B5EF4-FFF2-40B4-BE49-F238E27FC236}">
                <a16:creationId xmlns:a16="http://schemas.microsoft.com/office/drawing/2014/main" id="{4C7D0FBC-8587-C20B-606F-96496C828755}"/>
              </a:ext>
            </a:extLst>
          </p:cNvPr>
          <p:cNvSpPr>
            <a:spLocks noGrp="1"/>
          </p:cNvSpPr>
          <p:nvPr>
            <p:ph type="dt" sz="half" idx="2"/>
          </p:nvPr>
        </p:nvSpPr>
        <p:spPr>
          <a:xfrm>
            <a:off x="6733614" y="5349255"/>
            <a:ext cx="945000" cy="304271"/>
          </a:xfrm>
          <a:prstGeom prst="rect">
            <a:avLst/>
          </a:prstGeom>
        </p:spPr>
        <p:txBody>
          <a:bodyPr vert="horz" lIns="91440" tIns="45720" rIns="91440" bIns="45720" rtlCol="0" anchor="ctr"/>
          <a:lstStyle>
            <a:lvl1pPr algn="ctr">
              <a:defRPr sz="900" b="0" i="0">
                <a:solidFill>
                  <a:schemeClr val="tx1">
                    <a:tint val="82000"/>
                  </a:schemeClr>
                </a:solidFill>
                <a:latin typeface="Visby CF" pitchFamily="2" charset="77"/>
              </a:defRPr>
            </a:lvl1pPr>
          </a:lstStyle>
          <a:p>
            <a:pPr algn="ctr"/>
            <a:fld id="{D60CF3AF-77D8-45E6-B261-2B49F14946A1}" type="datetime3">
              <a:rPr lang="fr-CA" smtClean="0"/>
              <a:t>26/08/27</a:t>
            </a:fld>
            <a:endParaRPr lang="fr-FR" dirty="0"/>
          </a:p>
        </p:txBody>
      </p:sp>
    </p:spTree>
    <p:extLst>
      <p:ext uri="{BB962C8B-B14F-4D97-AF65-F5344CB8AC3E}">
        <p14:creationId xmlns:p14="http://schemas.microsoft.com/office/powerpoint/2010/main" val="1802301124"/>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image" Target="../media/image2.jpeg"/><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image" Target="../media/image3.jpg"/><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p:cNvSpPr>
            <a:spLocks noGrp="1"/>
          </p:cNvSpPr>
          <p:nvPr>
            <p:ph type="title"/>
          </p:nvPr>
        </p:nvSpPr>
        <p:spPr>
          <a:xfrm>
            <a:off x="478800" y="485193"/>
            <a:ext cx="8186400" cy="827486"/>
          </a:xfrm>
          <a:prstGeom prst="rect">
            <a:avLst/>
          </a:prstGeom>
          <a:solidFill>
            <a:schemeClr val="accent1"/>
          </a:solidFill>
        </p:spPr>
        <p:txBody>
          <a:bodyPr vert="horz" lIns="91440" tIns="45720" rIns="91440" bIns="45720" rtlCol="0" anchor="ctr">
            <a:noAutofit/>
          </a:bodyPr>
          <a:lstStyle/>
          <a:p>
            <a:r>
              <a:rPr lang="fr-FR" dirty="0"/>
              <a:t>Cliquez pour modifier le style du titre</a:t>
            </a:r>
            <a:endParaRPr lang="fr-CA" dirty="0"/>
          </a:p>
        </p:txBody>
      </p:sp>
      <p:sp>
        <p:nvSpPr>
          <p:cNvPr id="3" name="Espace réservé du texte 2"/>
          <p:cNvSpPr>
            <a:spLocks noGrp="1"/>
          </p:cNvSpPr>
          <p:nvPr>
            <p:ph type="body" idx="1"/>
          </p:nvPr>
        </p:nvSpPr>
        <p:spPr>
          <a:xfrm>
            <a:off x="478800" y="1517877"/>
            <a:ext cx="8186400" cy="324779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fr-CA" dirty="0"/>
          </a:p>
        </p:txBody>
      </p:sp>
      <p:pic>
        <p:nvPicPr>
          <p:cNvPr id="7" name="Image 6"/>
          <p:cNvPicPr>
            <a:picLocks noChangeAspect="1"/>
          </p:cNvPicPr>
          <p:nvPr/>
        </p:nvPicPr>
        <p:blipFill>
          <a:blip r:embed="rId63" cstate="print">
            <a:extLst>
              <a:ext uri="{28A0092B-C50C-407E-A947-70E740481C1C}">
                <a14:useLocalDpi xmlns:a14="http://schemas.microsoft.com/office/drawing/2010/main" val="0"/>
              </a:ext>
            </a:extLst>
          </a:blip>
          <a:stretch>
            <a:fillRect/>
          </a:stretch>
        </p:blipFill>
        <p:spPr>
          <a:xfrm>
            <a:off x="7279758" y="5342282"/>
            <a:ext cx="1452692" cy="200779"/>
          </a:xfrm>
          <a:prstGeom prst="rect">
            <a:avLst/>
          </a:prstGeom>
        </p:spPr>
      </p:pic>
      <p:sp>
        <p:nvSpPr>
          <p:cNvPr id="13" name="Espace réservé du pied de page 4"/>
          <p:cNvSpPr>
            <a:spLocks noGrp="1"/>
          </p:cNvSpPr>
          <p:nvPr>
            <p:ph type="ftr" sz="quarter" idx="3"/>
          </p:nvPr>
        </p:nvSpPr>
        <p:spPr>
          <a:xfrm>
            <a:off x="3124200" y="5384996"/>
            <a:ext cx="2895600" cy="185224"/>
          </a:xfrm>
          <a:prstGeom prst="rect">
            <a:avLst/>
          </a:prstGeom>
        </p:spPr>
        <p:txBody>
          <a:bodyPr vert="horz" lIns="91440" tIns="45720" rIns="91440" bIns="45720" rtlCol="0" anchor="t"/>
          <a:lstStyle>
            <a:lvl1pPr algn="ctr">
              <a:defRPr sz="558">
                <a:solidFill>
                  <a:schemeClr val="accent2"/>
                </a:solidFill>
              </a:defRPr>
            </a:lvl1pPr>
          </a:lstStyle>
          <a:p>
            <a:pPr defTabSz="380985"/>
            <a:r>
              <a:rPr lang="fr-CA">
                <a:solidFill>
                  <a:srgbClr val="003C71"/>
                </a:solidFill>
              </a:rPr>
              <a:t>@2025. Marie-Christine ALBERT. Tous droits réservés.</a:t>
            </a:r>
            <a:endParaRPr lang="fr-CA" dirty="0">
              <a:solidFill>
                <a:srgbClr val="003C71"/>
              </a:solidFill>
            </a:endParaRPr>
          </a:p>
        </p:txBody>
      </p:sp>
      <p:sp>
        <p:nvSpPr>
          <p:cNvPr id="14" name="Espace réservé du numéro de diapositive 5"/>
          <p:cNvSpPr>
            <a:spLocks noGrp="1"/>
          </p:cNvSpPr>
          <p:nvPr>
            <p:ph type="sldNum" sz="quarter" idx="4"/>
          </p:nvPr>
        </p:nvSpPr>
        <p:spPr>
          <a:xfrm>
            <a:off x="379562" y="5384996"/>
            <a:ext cx="464400" cy="136800"/>
          </a:xfrm>
          <a:prstGeom prst="rect">
            <a:avLst/>
          </a:prstGeom>
        </p:spPr>
        <p:txBody>
          <a:bodyPr vert="horz" lIns="91440" tIns="45720" rIns="91440" bIns="45720" rtlCol="0" anchor="t"/>
          <a:lstStyle>
            <a:lvl1pPr algn="l">
              <a:defRPr sz="558">
                <a:solidFill>
                  <a:schemeClr val="accent2"/>
                </a:solidFill>
              </a:defRPr>
            </a:lvl1pPr>
          </a:lstStyle>
          <a:p>
            <a:pPr defTabSz="380985"/>
            <a:fld id="{77B8E65F-5E3F-4E73-B056-4D0181456FB2}" type="slidenum">
              <a:rPr lang="fr-CA" smtClean="0">
                <a:solidFill>
                  <a:srgbClr val="003C71"/>
                </a:solidFill>
              </a:rPr>
              <a:pPr defTabSz="380985"/>
              <a:t>‹N°›</a:t>
            </a:fld>
            <a:endParaRPr lang="fr-CA">
              <a:solidFill>
                <a:srgbClr val="003C71"/>
              </a:solidFill>
            </a:endParaRPr>
          </a:p>
        </p:txBody>
      </p:sp>
      <p:sp>
        <p:nvSpPr>
          <p:cNvPr id="4" name="Rectangle 3" descr="Marbre liquide blanc et or">
            <a:extLst>
              <a:ext uri="{FF2B5EF4-FFF2-40B4-BE49-F238E27FC236}">
                <a16:creationId xmlns:a16="http://schemas.microsoft.com/office/drawing/2014/main" id="{7B8D742A-A5AC-A047-222B-6FC3DAAEE899}"/>
              </a:ext>
            </a:extLst>
          </p:cNvPr>
          <p:cNvSpPr/>
          <p:nvPr userDrawn="1"/>
        </p:nvSpPr>
        <p:spPr>
          <a:xfrm>
            <a:off x="0" y="0"/>
            <a:ext cx="78232" cy="5715000"/>
          </a:xfrm>
          <a:prstGeom prst="rect">
            <a:avLst/>
          </a:prstGeom>
          <a:blipFill dpi="0" rotWithShape="1">
            <a:blip r:embed="rId6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5" name="Rectangle 4" descr="Marbre liquide blanc et or">
            <a:extLst>
              <a:ext uri="{FF2B5EF4-FFF2-40B4-BE49-F238E27FC236}">
                <a16:creationId xmlns:a16="http://schemas.microsoft.com/office/drawing/2014/main" id="{7C81ED5F-9D21-951F-780B-57ADCAF02B9A}"/>
              </a:ext>
            </a:extLst>
          </p:cNvPr>
          <p:cNvSpPr/>
          <p:nvPr userDrawn="1"/>
        </p:nvSpPr>
        <p:spPr>
          <a:xfrm>
            <a:off x="9065766" y="0"/>
            <a:ext cx="78233" cy="5715000"/>
          </a:xfrm>
          <a:prstGeom prst="rect">
            <a:avLst/>
          </a:prstGeom>
          <a:blipFill dpi="0" rotWithShape="1">
            <a:blip r:embed="rId64" cstate="print">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6" name="Rectangle 5" descr="Marbre liquide blanc et or">
            <a:extLst>
              <a:ext uri="{FF2B5EF4-FFF2-40B4-BE49-F238E27FC236}">
                <a16:creationId xmlns:a16="http://schemas.microsoft.com/office/drawing/2014/main" id="{30A57C44-E8B9-D300-4BCC-D73479D45F02}"/>
              </a:ext>
            </a:extLst>
          </p:cNvPr>
          <p:cNvSpPr/>
          <p:nvPr userDrawn="1"/>
        </p:nvSpPr>
        <p:spPr>
          <a:xfrm rot="5400000">
            <a:off x="4529582" y="-4490897"/>
            <a:ext cx="45719" cy="9026651"/>
          </a:xfrm>
          <a:prstGeom prst="rect">
            <a:avLst/>
          </a:prstGeom>
          <a:blipFill dpi="0" rotWithShape="1">
            <a:blip r:embed="rId6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8" name="Rectangle 7" descr="Marbre liquide blanc et or">
            <a:extLst>
              <a:ext uri="{FF2B5EF4-FFF2-40B4-BE49-F238E27FC236}">
                <a16:creationId xmlns:a16="http://schemas.microsoft.com/office/drawing/2014/main" id="{98121458-4E52-7842-0C29-F37FAF326643}"/>
              </a:ext>
            </a:extLst>
          </p:cNvPr>
          <p:cNvSpPr/>
          <p:nvPr userDrawn="1"/>
        </p:nvSpPr>
        <p:spPr>
          <a:xfrm rot="5400000">
            <a:off x="4531855" y="1102856"/>
            <a:ext cx="80287" cy="9144002"/>
          </a:xfrm>
          <a:prstGeom prst="rect">
            <a:avLst/>
          </a:prstGeom>
          <a:blipFill dpi="0" rotWithShape="1">
            <a:blip r:embed="rId65">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a:p>
        </p:txBody>
      </p:sp>
    </p:spTree>
    <p:extLst>
      <p:ext uri="{BB962C8B-B14F-4D97-AF65-F5344CB8AC3E}">
        <p14:creationId xmlns:p14="http://schemas.microsoft.com/office/powerpoint/2010/main" val="88704709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 id="2147483692" r:id="rId20"/>
    <p:sldLayoutId id="2147483693" r:id="rId21"/>
    <p:sldLayoutId id="2147483734" r:id="rId22"/>
    <p:sldLayoutId id="2147483737" r:id="rId23"/>
    <p:sldLayoutId id="2147483736" r:id="rId24"/>
    <p:sldLayoutId id="2147483735" r:id="rId25"/>
    <p:sldLayoutId id="2147483694" r:id="rId26"/>
    <p:sldLayoutId id="2147483695" r:id="rId27"/>
    <p:sldLayoutId id="2147483696" r:id="rId28"/>
    <p:sldLayoutId id="2147483697" r:id="rId29"/>
    <p:sldLayoutId id="2147483698" r:id="rId30"/>
    <p:sldLayoutId id="2147483699" r:id="rId31"/>
    <p:sldLayoutId id="2147483700" r:id="rId32"/>
    <p:sldLayoutId id="2147483701" r:id="rId33"/>
    <p:sldLayoutId id="2147483702" r:id="rId34"/>
    <p:sldLayoutId id="2147483703" r:id="rId35"/>
    <p:sldLayoutId id="2147483704" r:id="rId36"/>
    <p:sldLayoutId id="2147483705" r:id="rId37"/>
    <p:sldLayoutId id="2147483706" r:id="rId38"/>
    <p:sldLayoutId id="2147483707" r:id="rId39"/>
    <p:sldLayoutId id="2147483708" r:id="rId40"/>
    <p:sldLayoutId id="2147483709" r:id="rId41"/>
    <p:sldLayoutId id="2147483710" r:id="rId42"/>
    <p:sldLayoutId id="2147483711" r:id="rId43"/>
    <p:sldLayoutId id="2147483712" r:id="rId44"/>
    <p:sldLayoutId id="2147483713" r:id="rId45"/>
    <p:sldLayoutId id="2147483715" r:id="rId46"/>
    <p:sldLayoutId id="2147483716" r:id="rId47"/>
    <p:sldLayoutId id="2147483717" r:id="rId48"/>
    <p:sldLayoutId id="2147483718" r:id="rId49"/>
    <p:sldLayoutId id="2147483719" r:id="rId50"/>
    <p:sldLayoutId id="2147483720" r:id="rId51"/>
    <p:sldLayoutId id="2147483721" r:id="rId52"/>
    <p:sldLayoutId id="2147483722" r:id="rId53"/>
    <p:sldLayoutId id="2147483723" r:id="rId54"/>
    <p:sldLayoutId id="2147483724" r:id="rId55"/>
    <p:sldLayoutId id="2147483725" r:id="rId56"/>
    <p:sldLayoutId id="2147483726" r:id="rId57"/>
    <p:sldLayoutId id="2147483727" r:id="rId58"/>
    <p:sldLayoutId id="2147483665" r:id="rId59"/>
    <p:sldLayoutId id="2147483738" r:id="rId60"/>
    <p:sldLayoutId id="2147483739" r:id="rId61"/>
  </p:sldLayoutIdLst>
  <p:hf sldNum="0" hdr="0" dt="0"/>
  <p:txStyles>
    <p:titleStyle>
      <a:lvl1pPr algn="l" defTabSz="761970" rtl="0" eaLnBrk="1" latinLnBrk="0" hangingPunct="1">
        <a:spcBef>
          <a:spcPct val="0"/>
        </a:spcBef>
        <a:buNone/>
        <a:defRPr sz="2167" b="1" kern="1200">
          <a:solidFill>
            <a:schemeClr val="bg1"/>
          </a:solidFill>
          <a:latin typeface="+mj-lt"/>
          <a:ea typeface="+mj-ea"/>
          <a:cs typeface="+mj-cs"/>
        </a:defRPr>
      </a:lvl1pPr>
    </p:titleStyle>
    <p:bodyStyle>
      <a:lvl1pPr marL="12899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1pPr>
      <a:lvl2pPr marL="37798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2pPr>
      <a:lvl3pPr marL="62697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3pPr>
      <a:lvl4pPr marL="87296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4pPr>
      <a:lvl5pPr marL="1121955" indent="-128995" algn="l" defTabSz="761970" rtl="0" eaLnBrk="1" latinLnBrk="0" hangingPunct="1">
        <a:spcBef>
          <a:spcPct val="20000"/>
        </a:spcBef>
        <a:buClr>
          <a:schemeClr val="accent2"/>
        </a:buClr>
        <a:buSzPct val="125000"/>
        <a:buFont typeface="Arial" pitchFamily="34" charset="0"/>
        <a:buChar char="•"/>
        <a:defRPr sz="2000" kern="1200">
          <a:solidFill>
            <a:schemeClr val="tx1"/>
          </a:solidFill>
          <a:latin typeface="+mn-lt"/>
          <a:ea typeface="+mn-ea"/>
          <a:cs typeface="+mn-cs"/>
        </a:defRPr>
      </a:lvl5pPr>
      <a:lvl6pPr marL="209541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6pPr>
      <a:lvl7pPr marL="2476401"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7pPr>
      <a:lvl8pPr marL="2857386"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8pPr>
      <a:lvl9pPr marL="3238370" indent="-190492" algn="l" defTabSz="761970" rtl="0" eaLnBrk="1" latinLnBrk="0" hangingPunct="1">
        <a:spcBef>
          <a:spcPct val="20000"/>
        </a:spcBef>
        <a:buFont typeface="Arial" pitchFamily="34" charset="0"/>
        <a:buChar char="•"/>
        <a:defRPr sz="1667" kern="1200">
          <a:solidFill>
            <a:schemeClr val="tx1"/>
          </a:solidFill>
          <a:latin typeface="+mn-lt"/>
          <a:ea typeface="+mn-ea"/>
          <a:cs typeface="+mn-cs"/>
        </a:defRPr>
      </a:lvl9pPr>
    </p:bodyStyle>
    <p:otherStyle>
      <a:defPPr>
        <a:defRPr lang="en-US"/>
      </a:defPPr>
      <a:lvl1pPr marL="0" algn="l" defTabSz="761970" rtl="0" eaLnBrk="1" latinLnBrk="0" hangingPunct="1">
        <a:defRPr sz="1500" kern="1200">
          <a:solidFill>
            <a:schemeClr val="tx1"/>
          </a:solidFill>
          <a:latin typeface="+mn-lt"/>
          <a:ea typeface="+mn-ea"/>
          <a:cs typeface="+mn-cs"/>
        </a:defRPr>
      </a:lvl1pPr>
      <a:lvl2pPr marL="380985" algn="l" defTabSz="761970" rtl="0" eaLnBrk="1" latinLnBrk="0" hangingPunct="1">
        <a:defRPr sz="1500" kern="1200">
          <a:solidFill>
            <a:schemeClr val="tx1"/>
          </a:solidFill>
          <a:latin typeface="+mn-lt"/>
          <a:ea typeface="+mn-ea"/>
          <a:cs typeface="+mn-cs"/>
        </a:defRPr>
      </a:lvl2pPr>
      <a:lvl3pPr marL="761970" algn="l" defTabSz="761970" rtl="0" eaLnBrk="1" latinLnBrk="0" hangingPunct="1">
        <a:defRPr sz="1500" kern="1200">
          <a:solidFill>
            <a:schemeClr val="tx1"/>
          </a:solidFill>
          <a:latin typeface="+mn-lt"/>
          <a:ea typeface="+mn-ea"/>
          <a:cs typeface="+mn-cs"/>
        </a:defRPr>
      </a:lvl3pPr>
      <a:lvl4pPr marL="1142954" algn="l" defTabSz="761970" rtl="0" eaLnBrk="1" latinLnBrk="0" hangingPunct="1">
        <a:defRPr sz="1500" kern="1200">
          <a:solidFill>
            <a:schemeClr val="tx1"/>
          </a:solidFill>
          <a:latin typeface="+mn-lt"/>
          <a:ea typeface="+mn-ea"/>
          <a:cs typeface="+mn-cs"/>
        </a:defRPr>
      </a:lvl4pPr>
      <a:lvl5pPr marL="1523939" algn="l" defTabSz="761970" rtl="0" eaLnBrk="1" latinLnBrk="0" hangingPunct="1">
        <a:defRPr sz="1500" kern="1200">
          <a:solidFill>
            <a:schemeClr val="tx1"/>
          </a:solidFill>
          <a:latin typeface="+mn-lt"/>
          <a:ea typeface="+mn-ea"/>
          <a:cs typeface="+mn-cs"/>
        </a:defRPr>
      </a:lvl5pPr>
      <a:lvl6pPr marL="1904924" algn="l" defTabSz="761970" rtl="0" eaLnBrk="1" latinLnBrk="0" hangingPunct="1">
        <a:defRPr sz="1500" kern="1200">
          <a:solidFill>
            <a:schemeClr val="tx1"/>
          </a:solidFill>
          <a:latin typeface="+mn-lt"/>
          <a:ea typeface="+mn-ea"/>
          <a:cs typeface="+mn-cs"/>
        </a:defRPr>
      </a:lvl6pPr>
      <a:lvl7pPr marL="2285909" algn="l" defTabSz="761970" rtl="0" eaLnBrk="1" latinLnBrk="0" hangingPunct="1">
        <a:defRPr sz="1500" kern="1200">
          <a:solidFill>
            <a:schemeClr val="tx1"/>
          </a:solidFill>
          <a:latin typeface="+mn-lt"/>
          <a:ea typeface="+mn-ea"/>
          <a:cs typeface="+mn-cs"/>
        </a:defRPr>
      </a:lvl7pPr>
      <a:lvl8pPr marL="2666893" algn="l" defTabSz="761970" rtl="0" eaLnBrk="1" latinLnBrk="0" hangingPunct="1">
        <a:defRPr sz="1500" kern="1200">
          <a:solidFill>
            <a:schemeClr val="tx1"/>
          </a:solidFill>
          <a:latin typeface="+mn-lt"/>
          <a:ea typeface="+mn-ea"/>
          <a:cs typeface="+mn-cs"/>
        </a:defRPr>
      </a:lvl8pPr>
      <a:lvl9pPr marL="3047878" algn="l" defTabSz="761970" rtl="0" eaLnBrk="1" latinLnBrk="0" hangingPunct="1">
        <a:defRPr sz="15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hyperlink" Target="http://descargas.pntic.mec.es/recursos_educativos/It_didac/Leng_ESO/2/09/04_humanisticos/el_ensayo.html"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tags" Target="../tags/tag3.xml"/><Relationship Id="rId7" Type="http://schemas.openxmlformats.org/officeDocument/2006/relationships/hyperlink" Target="mailto:samuel.paquin@hec.ca" TargetMode="Externa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16.jpeg"/><Relationship Id="rId5" Type="http://schemas.openxmlformats.org/officeDocument/2006/relationships/slideLayout" Target="../slideLayouts/slideLayout54.xml"/><Relationship Id="rId4" Type="http://schemas.openxmlformats.org/officeDocument/2006/relationships/tags" Target="../tags/tag4.xml"/></Relationships>
</file>

<file path=ppt/slides/_rels/slide5.xml.rels><?xml version="1.0" encoding="UTF-8" standalone="yes"?>
<Relationships xmlns="http://schemas.openxmlformats.org/package/2006/relationships"><Relationship Id="rId3" Type="http://schemas.openxmlformats.org/officeDocument/2006/relationships/hyperlink" Target="http://descargas.pntic.mec.es/recursos_educativos/It_didac/Leng_ESO/2/09/04_humanisticos/el_ensayo.html" TargetMode="External"/><Relationship Id="rId2" Type="http://schemas.openxmlformats.org/officeDocument/2006/relationships/image" Target="../media/image12.jpg"/><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60.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6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Espace réservé pour une image  8" descr="Une image contenant habits, personne, Visage humain, homme&#10;&#10;Le contenu généré par l’IA peut être incorrect.">
            <a:extLst>
              <a:ext uri="{FF2B5EF4-FFF2-40B4-BE49-F238E27FC236}">
                <a16:creationId xmlns:a16="http://schemas.microsoft.com/office/drawing/2014/main" id="{84DB3675-3BF7-A689-D754-B2BFCB9FC01D}"/>
              </a:ext>
            </a:extLst>
          </p:cNvPr>
          <p:cNvPicPr>
            <a:picLocks noGrp="1" noChangeAspect="1"/>
          </p:cNvPicPr>
          <p:nvPr>
            <p:ph type="pic" sz="quarter" idx="15"/>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rcRect t="15150" b="15150"/>
          <a:stretch>
            <a:fillRect/>
          </a:stretch>
        </p:blipFill>
        <p:spPr/>
      </p:pic>
      <p:sp>
        <p:nvSpPr>
          <p:cNvPr id="5" name="Titre 4"/>
          <p:cNvSpPr>
            <a:spLocks noGrp="1"/>
          </p:cNvSpPr>
          <p:nvPr>
            <p:ph type="ctrTitle"/>
          </p:nvPr>
        </p:nvSpPr>
        <p:spPr>
          <a:xfrm>
            <a:off x="478800" y="1572030"/>
            <a:ext cx="6436350" cy="1312200"/>
          </a:xfrm>
          <a:solidFill>
            <a:schemeClr val="accent2">
              <a:alpha val="57000"/>
            </a:schemeClr>
          </a:solidFill>
        </p:spPr>
        <p:txBody>
          <a:bodyPr>
            <a:noAutofit/>
          </a:bodyPr>
          <a:lstStyle/>
          <a:p>
            <a:r>
              <a:rPr lang="fr-CA" sz="2400">
                <a:solidFill>
                  <a:schemeClr val="bg1"/>
                </a:solidFill>
              </a:rPr>
              <a:t>Comportement organisationnel</a:t>
            </a:r>
            <a:endParaRPr lang="fr-CA" sz="1800" dirty="0">
              <a:solidFill>
                <a:schemeClr val="bg1"/>
              </a:solidFill>
            </a:endParaRPr>
          </a:p>
        </p:txBody>
      </p:sp>
      <p:sp>
        <p:nvSpPr>
          <p:cNvPr id="4" name="Espace réservé du pied de page 3"/>
          <p:cNvSpPr>
            <a:spLocks noGrp="1"/>
          </p:cNvSpPr>
          <p:nvPr>
            <p:ph type="ftr" sz="quarter" idx="14"/>
          </p:nvPr>
        </p:nvSpPr>
        <p:spPr>
          <a:xfrm>
            <a:off x="477840" y="5035718"/>
            <a:ext cx="7522548" cy="190665"/>
          </a:xfrm>
          <a:solidFill>
            <a:schemeClr val="accent2"/>
          </a:solidFill>
        </p:spPr>
        <p:txBody>
          <a:bodyPr/>
          <a:lstStyle/>
          <a:p>
            <a:pPr defTabSz="685800">
              <a:defRPr/>
            </a:pPr>
            <a:r>
              <a:rPr lang="fr-CA" sz="975" cap="none" dirty="0">
                <a:solidFill>
                  <a:srgbClr val="FFFFFF"/>
                </a:solidFill>
                <a:latin typeface="Articulate Light"/>
              </a:rPr>
              <a:t>@2025. Marie-Christine ALBERT à partir de Morin, </a:t>
            </a:r>
            <a:r>
              <a:rPr lang="fr-CA" sz="975" cap="none" dirty="0" err="1">
                <a:solidFill>
                  <a:srgbClr val="FFFFFF"/>
                </a:solidFill>
                <a:latin typeface="Articulate Light"/>
              </a:rPr>
              <a:t>Aubé</a:t>
            </a:r>
            <a:r>
              <a:rPr lang="fr-CA" sz="975" cap="none" dirty="0">
                <a:solidFill>
                  <a:srgbClr val="FFFFFF"/>
                </a:solidFill>
                <a:latin typeface="Articulate Light"/>
              </a:rPr>
              <a:t> et Johnson (2015). Tous droits réservés.</a:t>
            </a:r>
          </a:p>
        </p:txBody>
      </p:sp>
      <p:sp>
        <p:nvSpPr>
          <p:cNvPr id="2" name="Sous-titre 1"/>
          <p:cNvSpPr>
            <a:spLocks noGrp="1"/>
          </p:cNvSpPr>
          <p:nvPr>
            <p:ph type="subTitle" idx="1"/>
          </p:nvPr>
        </p:nvSpPr>
        <p:spPr>
          <a:solidFill>
            <a:schemeClr val="accent2">
              <a:alpha val="80000"/>
            </a:schemeClr>
          </a:solidFill>
        </p:spPr>
        <p:txBody>
          <a:bodyPr/>
          <a:lstStyle/>
          <a:p>
            <a:r>
              <a:rPr lang="fr-CA">
                <a:solidFill>
                  <a:schemeClr val="bg1"/>
                </a:solidFill>
              </a:rPr>
              <a:t>Introduction</a:t>
            </a:r>
            <a:endParaRPr lang="fr-CA" dirty="0">
              <a:solidFill>
                <a:schemeClr val="bg1"/>
              </a:solidFill>
            </a:endParaRPr>
          </a:p>
        </p:txBody>
      </p:sp>
    </p:spTree>
    <p:extLst>
      <p:ext uri="{BB962C8B-B14F-4D97-AF65-F5344CB8AC3E}">
        <p14:creationId xmlns:p14="http://schemas.microsoft.com/office/powerpoint/2010/main" val="14900881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78800" y="481013"/>
            <a:ext cx="8186400" cy="622800"/>
          </a:xfrm>
        </p:spPr>
        <p:txBody>
          <a:bodyPr anchor="ctr">
            <a:normAutofit/>
          </a:bodyPr>
          <a:lstStyle/>
          <a:p>
            <a:r>
              <a:rPr lang="fr-CA" sz="2400" dirty="0"/>
              <a:t>Objectifs de la séance</a:t>
            </a:r>
          </a:p>
        </p:txBody>
      </p:sp>
      <p:graphicFrame>
        <p:nvGraphicFramePr>
          <p:cNvPr id="9" name="Espace réservé du texte 6">
            <a:extLst>
              <a:ext uri="{FF2B5EF4-FFF2-40B4-BE49-F238E27FC236}">
                <a16:creationId xmlns:a16="http://schemas.microsoft.com/office/drawing/2014/main" id="{08BC7F29-5A07-D51A-ECD0-9FF6624CBC56}"/>
              </a:ext>
            </a:extLst>
          </p:cNvPr>
          <p:cNvGraphicFramePr/>
          <p:nvPr>
            <p:extLst>
              <p:ext uri="{D42A27DB-BD31-4B8C-83A1-F6EECF244321}">
                <p14:modId xmlns:p14="http://schemas.microsoft.com/office/powerpoint/2010/main" val="3439936171"/>
              </p:ext>
            </p:extLst>
          </p:nvPr>
        </p:nvGraphicFramePr>
        <p:xfrm>
          <a:off x="478800" y="1222310"/>
          <a:ext cx="8186400" cy="40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742408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5"/>
          <p:cNvSpPr txBox="1">
            <a:spLocks/>
          </p:cNvSpPr>
          <p:nvPr/>
        </p:nvSpPr>
        <p:spPr>
          <a:xfrm>
            <a:off x="369382" y="1880808"/>
            <a:ext cx="4038600" cy="2923147"/>
          </a:xfrm>
          <a:prstGeom prst="rect">
            <a:avLst/>
          </a:prstGeom>
        </p:spPr>
        <p:txBody>
          <a:bodyPr vert="horz" lIns="91440" tIns="45720" rIns="91440" bIns="45720" rtlCol="0">
            <a:normAutofit/>
          </a:bodyPr>
          <a:lstStyle>
            <a:lvl1pPr marL="154800" indent="-154800" algn="l" defTabSz="914400" rtl="0" eaLnBrk="1" latinLnBrk="0" hangingPunct="1">
              <a:spcBef>
                <a:spcPct val="20000"/>
              </a:spcBef>
              <a:buClr>
                <a:schemeClr val="accent2"/>
              </a:buClr>
              <a:buSzPct val="125000"/>
              <a:buFont typeface="Arial" pitchFamily="34" charset="0"/>
              <a:buChar char="•"/>
              <a:defRPr sz="2400" kern="1200">
                <a:solidFill>
                  <a:schemeClr val="tx1"/>
                </a:solidFill>
                <a:latin typeface="+mn-lt"/>
                <a:ea typeface="+mn-ea"/>
                <a:cs typeface="+mn-cs"/>
              </a:defRPr>
            </a:lvl1pPr>
            <a:lvl2pPr marL="453600" indent="-154800" algn="l" defTabSz="914400" rtl="0" eaLnBrk="1" latinLnBrk="0" hangingPunct="1">
              <a:spcBef>
                <a:spcPct val="20000"/>
              </a:spcBef>
              <a:buClr>
                <a:schemeClr val="accent2"/>
              </a:buClr>
              <a:buSzPct val="125000"/>
              <a:buFont typeface="Arial" pitchFamily="34" charset="0"/>
              <a:buChar char="•"/>
              <a:defRPr sz="2400" kern="1200">
                <a:solidFill>
                  <a:schemeClr val="tx1"/>
                </a:solidFill>
                <a:latin typeface="+mn-lt"/>
                <a:ea typeface="+mn-ea"/>
                <a:cs typeface="+mn-cs"/>
              </a:defRPr>
            </a:lvl2pPr>
            <a:lvl3pPr marL="752400" indent="-154800" algn="l" defTabSz="914400" rtl="0" eaLnBrk="1" latinLnBrk="0" hangingPunct="1">
              <a:spcBef>
                <a:spcPct val="20000"/>
              </a:spcBef>
              <a:buClr>
                <a:schemeClr val="accent2"/>
              </a:buClr>
              <a:buSzPct val="125000"/>
              <a:buFont typeface="Arial" pitchFamily="34" charset="0"/>
              <a:buChar char="•"/>
              <a:defRPr sz="2400" kern="1200">
                <a:solidFill>
                  <a:schemeClr val="tx1"/>
                </a:solidFill>
                <a:latin typeface="+mn-lt"/>
                <a:ea typeface="+mn-ea"/>
                <a:cs typeface="+mn-cs"/>
              </a:defRPr>
            </a:lvl3pPr>
            <a:lvl4pPr marL="1047600" indent="-154800" algn="l" defTabSz="914400" rtl="0" eaLnBrk="1" latinLnBrk="0" hangingPunct="1">
              <a:spcBef>
                <a:spcPct val="20000"/>
              </a:spcBef>
              <a:buClr>
                <a:schemeClr val="accent2"/>
              </a:buClr>
              <a:buSzPct val="125000"/>
              <a:buFont typeface="Arial" pitchFamily="34" charset="0"/>
              <a:buChar char="•"/>
              <a:defRPr sz="2400" kern="1200">
                <a:solidFill>
                  <a:schemeClr val="tx1"/>
                </a:solidFill>
                <a:latin typeface="+mn-lt"/>
                <a:ea typeface="+mn-ea"/>
                <a:cs typeface="+mn-cs"/>
              </a:defRPr>
            </a:lvl4pPr>
            <a:lvl5pPr marL="1346400" indent="-154800" algn="l" defTabSz="914400" rtl="0" eaLnBrk="1" latinLnBrk="0" hangingPunct="1">
              <a:spcBef>
                <a:spcPct val="20000"/>
              </a:spcBef>
              <a:buClr>
                <a:schemeClr val="accent2"/>
              </a:buClr>
              <a:buSzPct val="125000"/>
              <a:buFont typeface="Arial" pitchFamily="34" charset="0"/>
              <a:buChar char="•"/>
              <a:defRPr sz="2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defTabSz="822960">
              <a:lnSpc>
                <a:spcPct val="90000"/>
              </a:lnSpc>
            </a:pPr>
            <a:endParaRPr lang="fr-CA" sz="1100" dirty="0">
              <a:latin typeface="Visby CF" pitchFamily="2" charset="77"/>
            </a:endParaRPr>
          </a:p>
        </p:txBody>
      </p:sp>
      <p:sp>
        <p:nvSpPr>
          <p:cNvPr id="2" name="Espace réservé du texte 1">
            <a:extLst>
              <a:ext uri="{FF2B5EF4-FFF2-40B4-BE49-F238E27FC236}">
                <a16:creationId xmlns:a16="http://schemas.microsoft.com/office/drawing/2014/main" id="{F9F8D8AD-E379-EFAF-13F7-F1AAA4505AC2}"/>
              </a:ext>
            </a:extLst>
          </p:cNvPr>
          <p:cNvSpPr>
            <a:spLocks noGrp="1"/>
          </p:cNvSpPr>
          <p:nvPr>
            <p:ph type="body" sz="half" idx="2"/>
          </p:nvPr>
        </p:nvSpPr>
        <p:spPr/>
        <p:txBody>
          <a:bodyPr vert="horz" lIns="91440" tIns="45720" rIns="91440" bIns="45720" rtlCol="0">
            <a:normAutofit fontScale="70000" lnSpcReduction="20000"/>
          </a:bodyPr>
          <a:lstStyle/>
          <a:p>
            <a:r>
              <a:rPr lang="fr-FR" b="1" i="0" kern="1200" dirty="0">
                <a:latin typeface="Visby CF" pitchFamily="2" charset="77"/>
                <a:ea typeface="+mn-ea"/>
                <a:cs typeface="+mn-cs"/>
              </a:rPr>
              <a:t>Marie-Christine Albert</a:t>
            </a:r>
          </a:p>
          <a:p>
            <a:r>
              <a:rPr lang="fr-CA" sz="2000" b="1" dirty="0">
                <a:latin typeface="Visby CF" pitchFamily="2" charset="77"/>
              </a:rPr>
              <a:t>Maître d’enseignement en comportement organisationnel</a:t>
            </a:r>
          </a:p>
        </p:txBody>
      </p:sp>
      <p:sp>
        <p:nvSpPr>
          <p:cNvPr id="6" name="Titre 5"/>
          <p:cNvSpPr>
            <a:spLocks noGrp="1"/>
          </p:cNvSpPr>
          <p:nvPr>
            <p:ph type="title"/>
          </p:nvPr>
        </p:nvSpPr>
        <p:spPr/>
        <p:txBody>
          <a:bodyPr vert="horz" lIns="91440" tIns="45720" rIns="91440" bIns="45720" rtlCol="0" anchor="ctr">
            <a:normAutofit/>
          </a:bodyPr>
          <a:lstStyle/>
          <a:p>
            <a:pPr>
              <a:lnSpc>
                <a:spcPct val="90000"/>
              </a:lnSpc>
            </a:pPr>
            <a:r>
              <a:rPr lang="fr-CA" sz="2400" dirty="0"/>
              <a:t>Présentation de l’enseignante</a:t>
            </a:r>
          </a:p>
        </p:txBody>
      </p:sp>
      <p:sp>
        <p:nvSpPr>
          <p:cNvPr id="19" name="Espace réservé du contenu 18">
            <a:extLst>
              <a:ext uri="{FF2B5EF4-FFF2-40B4-BE49-F238E27FC236}">
                <a16:creationId xmlns:a16="http://schemas.microsoft.com/office/drawing/2014/main" id="{DE693351-10AE-BE47-FD2B-9EA4419BD11D}"/>
              </a:ext>
            </a:extLst>
          </p:cNvPr>
          <p:cNvSpPr>
            <a:spLocks noGrp="1"/>
          </p:cNvSpPr>
          <p:nvPr>
            <p:ph sz="half" idx="4294967295"/>
          </p:nvPr>
        </p:nvSpPr>
        <p:spPr>
          <a:xfrm>
            <a:off x="526649" y="1880808"/>
            <a:ext cx="4038600" cy="3248025"/>
          </a:xfrm>
        </p:spPr>
        <p:txBody>
          <a:bodyPr>
            <a:normAutofit/>
          </a:bodyPr>
          <a:lstStyle/>
          <a:p>
            <a:pPr marL="0" indent="0" defTabSz="822960">
              <a:lnSpc>
                <a:spcPct val="90000"/>
              </a:lnSpc>
              <a:buNone/>
            </a:pPr>
            <a:endParaRPr lang="fr-CA" sz="1100" dirty="0"/>
          </a:p>
          <a:p>
            <a:pPr marL="0" indent="0" defTabSz="822960">
              <a:lnSpc>
                <a:spcPct val="90000"/>
              </a:lnSpc>
              <a:buNone/>
            </a:pPr>
            <a:r>
              <a:rPr lang="fr-CA" sz="1100" dirty="0"/>
              <a:t>Enseignement au certificat, BAA et DESS:</a:t>
            </a:r>
          </a:p>
          <a:p>
            <a:pPr lvl="1" defTabSz="822960">
              <a:lnSpc>
                <a:spcPct val="90000"/>
              </a:lnSpc>
            </a:pPr>
            <a:r>
              <a:rPr lang="fr-CA" sz="1100" dirty="0"/>
              <a:t>Agir pour sa carrière 1-2-3</a:t>
            </a:r>
          </a:p>
          <a:p>
            <a:pPr lvl="1" defTabSz="822960">
              <a:lnSpc>
                <a:spcPct val="90000"/>
              </a:lnSpc>
            </a:pPr>
            <a:r>
              <a:rPr lang="fr-CA" sz="1100" dirty="0"/>
              <a:t>Comportement organisationnel</a:t>
            </a:r>
          </a:p>
          <a:p>
            <a:pPr lvl="1" defTabSz="822960">
              <a:lnSpc>
                <a:spcPct val="90000"/>
              </a:lnSpc>
            </a:pPr>
            <a:r>
              <a:rPr lang="fr-CA" sz="1100" dirty="0"/>
              <a:t>Gestion de sa vie professionnelle</a:t>
            </a:r>
          </a:p>
          <a:p>
            <a:pPr lvl="1" defTabSz="822960">
              <a:lnSpc>
                <a:spcPct val="90000"/>
              </a:lnSpc>
            </a:pPr>
            <a:r>
              <a:rPr lang="fr-CA" sz="1100" dirty="0"/>
              <a:t>Habiletés de direction</a:t>
            </a:r>
          </a:p>
          <a:p>
            <a:pPr lvl="1" defTabSz="822960">
              <a:lnSpc>
                <a:spcPct val="90000"/>
              </a:lnSpc>
            </a:pPr>
            <a:r>
              <a:rPr lang="fr-CA" sz="1100" dirty="0"/>
              <a:t>Intelligence émotionnelle au travail</a:t>
            </a:r>
          </a:p>
          <a:p>
            <a:pPr defTabSz="822960">
              <a:lnSpc>
                <a:spcPct val="90000"/>
              </a:lnSpc>
            </a:pPr>
            <a:endParaRPr lang="fr-CA" sz="1100" dirty="0"/>
          </a:p>
          <a:p>
            <a:pPr defTabSz="822960">
              <a:lnSpc>
                <a:spcPct val="90000"/>
              </a:lnSpc>
            </a:pPr>
            <a:r>
              <a:rPr lang="fr-CA" sz="1100" dirty="0"/>
              <a:t>Coordonnatrice de 2 cours au certificat</a:t>
            </a:r>
          </a:p>
          <a:p>
            <a:pPr defTabSz="822960">
              <a:lnSpc>
                <a:spcPct val="90000"/>
              </a:lnSpc>
            </a:pPr>
            <a:endParaRPr lang="fr-CA" sz="1100" dirty="0"/>
          </a:p>
          <a:p>
            <a:pPr defTabSz="822960">
              <a:lnSpc>
                <a:spcPct val="90000"/>
              </a:lnSpc>
            </a:pPr>
            <a:r>
              <a:rPr lang="fr-CA" sz="1100" dirty="0"/>
              <a:t>Représentante du DESS en Développement organisationnel</a:t>
            </a:r>
          </a:p>
          <a:p>
            <a:pPr defTabSz="822960">
              <a:lnSpc>
                <a:spcPct val="90000"/>
              </a:lnSpc>
            </a:pPr>
            <a:endParaRPr lang="fr-CA" sz="1100" dirty="0"/>
          </a:p>
          <a:p>
            <a:pPr defTabSz="822960">
              <a:lnSpc>
                <a:spcPct val="90000"/>
              </a:lnSpc>
            </a:pPr>
            <a:r>
              <a:rPr lang="fr-CA" sz="1100" dirty="0"/>
              <a:t>Spécialiste en développement du talent et apprentissage</a:t>
            </a:r>
          </a:p>
          <a:p>
            <a:pPr marL="579690" lvl="1" indent="-171450">
              <a:lnSpc>
                <a:spcPct val="90000"/>
              </a:lnSpc>
            </a:pPr>
            <a:r>
              <a:rPr lang="fr-CA" sz="1100" dirty="0"/>
              <a:t>Coaching</a:t>
            </a:r>
          </a:p>
          <a:p>
            <a:pPr marL="579690" lvl="1" indent="-171450">
              <a:lnSpc>
                <a:spcPct val="90000"/>
              </a:lnSpc>
            </a:pPr>
            <a:r>
              <a:rPr lang="fr-CA" sz="1100" dirty="0"/>
              <a:t>Formations</a:t>
            </a:r>
          </a:p>
          <a:p>
            <a:endParaRPr lang="fr-CA" dirty="0"/>
          </a:p>
        </p:txBody>
      </p:sp>
      <p:sp>
        <p:nvSpPr>
          <p:cNvPr id="20" name="Espace réservé du contenu 19">
            <a:extLst>
              <a:ext uri="{FF2B5EF4-FFF2-40B4-BE49-F238E27FC236}">
                <a16:creationId xmlns:a16="http://schemas.microsoft.com/office/drawing/2014/main" id="{7DD9999B-06C6-AC3B-90D8-8757D4DCDC7C}"/>
              </a:ext>
            </a:extLst>
          </p:cNvPr>
          <p:cNvSpPr>
            <a:spLocks noGrp="1"/>
          </p:cNvSpPr>
          <p:nvPr>
            <p:ph sz="half" idx="4294967295"/>
          </p:nvPr>
        </p:nvSpPr>
        <p:spPr>
          <a:xfrm>
            <a:off x="4800600" y="1947593"/>
            <a:ext cx="4038600" cy="3248025"/>
          </a:xfrm>
        </p:spPr>
        <p:txBody>
          <a:bodyPr anchor="ctr">
            <a:normAutofit/>
          </a:bodyPr>
          <a:lstStyle/>
          <a:p>
            <a:pPr marL="285750" indent="-285750" defTabSz="822960">
              <a:lnSpc>
                <a:spcPct val="90000"/>
              </a:lnSpc>
            </a:pPr>
            <a:r>
              <a:rPr lang="fr-CA" sz="1100" dirty="0"/>
              <a:t>Implication active dans l’innovation et le développement pédagogique à HEC Montréal.</a:t>
            </a:r>
          </a:p>
          <a:p>
            <a:pPr marL="285750" indent="-285750" defTabSz="822960">
              <a:lnSpc>
                <a:spcPct val="90000"/>
              </a:lnSpc>
            </a:pPr>
            <a:endParaRPr lang="fr-CA" sz="1100" dirty="0"/>
          </a:p>
          <a:p>
            <a:pPr marL="285750" indent="-285750" defTabSz="822960">
              <a:lnSpc>
                <a:spcPct val="90000"/>
              </a:lnSpc>
            </a:pPr>
            <a:r>
              <a:rPr lang="fr-CA" sz="1100" dirty="0"/>
              <a:t>Sentinelle pour la prévention du suicide à HEC Montréal</a:t>
            </a:r>
          </a:p>
          <a:p>
            <a:pPr marL="285750" indent="-285750" defTabSz="822960">
              <a:lnSpc>
                <a:spcPct val="90000"/>
              </a:lnSpc>
            </a:pPr>
            <a:endParaRPr lang="fr-CA" sz="1100" dirty="0"/>
          </a:p>
          <a:p>
            <a:pPr marL="285750" indent="-285750" defTabSz="822960">
              <a:lnSpc>
                <a:spcPct val="90000"/>
              </a:lnSpc>
            </a:pPr>
            <a:r>
              <a:rPr lang="fr-CA" sz="1100" dirty="0"/>
              <a:t>Prix de l’excellente en pédagogie (2016)</a:t>
            </a:r>
            <a:endParaRPr lang="en-US" sz="1100" dirty="0"/>
          </a:p>
          <a:p>
            <a:pPr defTabSz="822960">
              <a:lnSpc>
                <a:spcPct val="90000"/>
              </a:lnSpc>
            </a:pPr>
            <a:endParaRPr lang="fr-CA" sz="1100" b="1" dirty="0"/>
          </a:p>
          <a:p>
            <a:pPr defTabSz="822960">
              <a:lnSpc>
                <a:spcPct val="90000"/>
              </a:lnSpc>
            </a:pPr>
            <a:endParaRPr lang="fr-CA" sz="1100" b="1" dirty="0"/>
          </a:p>
          <a:p>
            <a:pPr marL="0" indent="0" defTabSz="822960">
              <a:lnSpc>
                <a:spcPct val="90000"/>
              </a:lnSpc>
              <a:buNone/>
            </a:pPr>
            <a:r>
              <a:rPr lang="fr-CA" sz="1100" b="1" dirty="0"/>
              <a:t>Formation </a:t>
            </a:r>
          </a:p>
          <a:p>
            <a:pPr marL="285750" indent="-285750" defTabSz="822960">
              <a:lnSpc>
                <a:spcPct val="90000"/>
              </a:lnSpc>
            </a:pPr>
            <a:r>
              <a:rPr lang="fr-CA" sz="1100" dirty="0"/>
              <a:t>B.Sc., </a:t>
            </a:r>
            <a:r>
              <a:rPr lang="fr-CA" sz="1100" dirty="0" err="1"/>
              <a:t>M.Sc</a:t>
            </a:r>
            <a:r>
              <a:rPr lang="fr-CA" sz="1100" dirty="0"/>
              <a:t>. Management. </a:t>
            </a:r>
          </a:p>
          <a:p>
            <a:pPr marL="285750" indent="-285750" defTabSz="822960">
              <a:lnSpc>
                <a:spcPct val="90000"/>
              </a:lnSpc>
            </a:pPr>
            <a:r>
              <a:rPr lang="fr-CA" sz="1100" dirty="0"/>
              <a:t>Certifications:  Intelligence émotionnelle (ICES, MSCEIT, EQ-I 2.0),  MBTI niveau I &amp; II,  Strong, TACT, NOVA</a:t>
            </a:r>
          </a:p>
          <a:p>
            <a:pPr marL="285750" indent="-285750" defTabSz="822960">
              <a:lnSpc>
                <a:spcPct val="90000"/>
              </a:lnSpc>
            </a:pPr>
            <a:r>
              <a:rPr lang="fr-CA" sz="1100" dirty="0"/>
              <a:t>Distinction: meilleur mémoire en management (2012)</a:t>
            </a:r>
          </a:p>
        </p:txBody>
      </p:sp>
      <p:sp>
        <p:nvSpPr>
          <p:cNvPr id="4" name="Espace réservé du pied de page 3">
            <a:extLst>
              <a:ext uri="{FF2B5EF4-FFF2-40B4-BE49-F238E27FC236}">
                <a16:creationId xmlns:a16="http://schemas.microsoft.com/office/drawing/2014/main" id="{49A9F093-D0B3-B83E-0E00-5CCD12BF1365}"/>
              </a:ext>
            </a:extLst>
          </p:cNvPr>
          <p:cNvSpPr>
            <a:spLocks noGrp="1"/>
          </p:cNvSpPr>
          <p:nvPr>
            <p:ph type="ftr" sz="quarter" idx="3"/>
          </p:nvPr>
        </p:nvSpPr>
        <p:spPr/>
        <p:txBody>
          <a:bodyPr/>
          <a:lstStyle/>
          <a:p>
            <a:r>
              <a:rPr lang="fr-CA" dirty="0">
                <a:solidFill>
                  <a:srgbClr val="000000"/>
                </a:solidFill>
              </a:rPr>
              <a:t>@2025. Marie-Christine ALBERT. Tous droits réservés.</a:t>
            </a:r>
          </a:p>
        </p:txBody>
      </p:sp>
    </p:spTree>
    <p:extLst>
      <p:ext uri="{BB962C8B-B14F-4D97-AF65-F5344CB8AC3E}">
        <p14:creationId xmlns:p14="http://schemas.microsoft.com/office/powerpoint/2010/main" val="1127909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4" descr="Une image contenant personne, intérieur, mur, homme">
            <a:extLst>
              <a:ext uri="{FF2B5EF4-FFF2-40B4-BE49-F238E27FC236}">
                <a16:creationId xmlns:a16="http://schemas.microsoft.com/office/drawing/2014/main" id="{6E0F14E2-F79B-9670-9AFB-087D24BFB972}"/>
              </a:ext>
            </a:extLst>
          </p:cNvPr>
          <p:cNvPicPr>
            <a:picLocks noChangeAspect="1"/>
          </p:cNvPicPr>
          <p:nvPr>
            <p:custDataLst>
              <p:tags r:id="rId1"/>
            </p:custDataLst>
          </p:nvPr>
        </p:nvPicPr>
        <p:blipFill>
          <a:blip r:embed="rId6" cstate="print">
            <a:duotone>
              <a:prstClr val="black"/>
              <a:schemeClr val="accent1">
                <a:tint val="45000"/>
                <a:satMod val="400000"/>
              </a:schemeClr>
            </a:duotone>
            <a:extLst>
              <a:ext uri="{28A0092B-C50C-407E-A947-70E740481C1C}">
                <a14:useLocalDpi xmlns:a14="http://schemas.microsoft.com/office/drawing/2010/main" val="0"/>
              </a:ext>
            </a:extLst>
          </a:blip>
          <a:stretch>
            <a:fillRect/>
          </a:stretch>
        </p:blipFill>
        <p:spPr>
          <a:xfrm>
            <a:off x="549366" y="1813442"/>
            <a:ext cx="3755364" cy="2951063"/>
          </a:xfrm>
          <a:prstGeom prst="rect">
            <a:avLst/>
          </a:prstGeom>
        </p:spPr>
      </p:pic>
      <p:sp>
        <p:nvSpPr>
          <p:cNvPr id="6" name="ZoneTexte 5">
            <a:extLst>
              <a:ext uri="{FF2B5EF4-FFF2-40B4-BE49-F238E27FC236}">
                <a16:creationId xmlns:a16="http://schemas.microsoft.com/office/drawing/2014/main" id="{D9442E8C-C1D1-D5D9-84EE-5A7C9C2E1EE0}"/>
              </a:ext>
            </a:extLst>
          </p:cNvPr>
          <p:cNvSpPr txBox="1"/>
          <p:nvPr>
            <p:custDataLst>
              <p:tags r:id="rId2"/>
            </p:custDataLst>
          </p:nvPr>
        </p:nvSpPr>
        <p:spPr>
          <a:xfrm>
            <a:off x="741872" y="457948"/>
            <a:ext cx="7660256" cy="600164"/>
          </a:xfrm>
          <a:prstGeom prst="rect">
            <a:avLst/>
          </a:prstGeom>
          <a:noFill/>
        </p:spPr>
        <p:txBody>
          <a:bodyPr wrap="square" rtlCol="0">
            <a:spAutoFit/>
          </a:bodyPr>
          <a:lstStyle/>
          <a:p>
            <a:pPr algn="ctr"/>
            <a:r>
              <a:rPr lang="fr-CA" sz="3300" dirty="0"/>
              <a:t>Auxiliaire</a:t>
            </a:r>
            <a:r>
              <a:rPr lang="en-CA" sz="3300" dirty="0"/>
              <a:t> </a:t>
            </a:r>
            <a:r>
              <a:rPr lang="en-CA" sz="3300" dirty="0" err="1"/>
              <a:t>d’enseignement</a:t>
            </a:r>
            <a:endParaRPr lang="en-CA" sz="3300" dirty="0"/>
          </a:p>
        </p:txBody>
      </p:sp>
      <p:sp>
        <p:nvSpPr>
          <p:cNvPr id="7" name="ZoneTexte 6">
            <a:extLst>
              <a:ext uri="{FF2B5EF4-FFF2-40B4-BE49-F238E27FC236}">
                <a16:creationId xmlns:a16="http://schemas.microsoft.com/office/drawing/2014/main" id="{BE82AA89-B3BE-54FB-E45B-EA6E8B3954A8}"/>
              </a:ext>
            </a:extLst>
          </p:cNvPr>
          <p:cNvSpPr txBox="1"/>
          <p:nvPr>
            <p:custDataLst>
              <p:tags r:id="rId3"/>
            </p:custDataLst>
          </p:nvPr>
        </p:nvSpPr>
        <p:spPr>
          <a:xfrm>
            <a:off x="3016409" y="1035029"/>
            <a:ext cx="5770730" cy="530915"/>
          </a:xfrm>
          <a:prstGeom prst="rect">
            <a:avLst/>
          </a:prstGeom>
          <a:noFill/>
        </p:spPr>
        <p:txBody>
          <a:bodyPr wrap="square" rtlCol="0">
            <a:spAutoFit/>
          </a:bodyPr>
          <a:lstStyle/>
          <a:p>
            <a:endParaRPr lang="en-CA" sz="1500" dirty="0">
              <a:latin typeface="Arial" panose="020B0604020202020204" pitchFamily="34" charset="0"/>
              <a:cs typeface="Arial" panose="020B0604020202020204" pitchFamily="34" charset="0"/>
            </a:endParaRPr>
          </a:p>
          <a:p>
            <a:endParaRPr lang="en-CA" sz="1350" dirty="0"/>
          </a:p>
        </p:txBody>
      </p:sp>
      <p:sp>
        <p:nvSpPr>
          <p:cNvPr id="8" name="ZoneTexte 7">
            <a:extLst>
              <a:ext uri="{FF2B5EF4-FFF2-40B4-BE49-F238E27FC236}">
                <a16:creationId xmlns:a16="http://schemas.microsoft.com/office/drawing/2014/main" id="{7C19E5FC-69C0-803A-B7EF-D44657DC2168}"/>
              </a:ext>
            </a:extLst>
          </p:cNvPr>
          <p:cNvSpPr txBox="1"/>
          <p:nvPr>
            <p:custDataLst>
              <p:tags r:id="rId4"/>
            </p:custDataLst>
          </p:nvPr>
        </p:nvSpPr>
        <p:spPr>
          <a:xfrm>
            <a:off x="418697" y="4803053"/>
            <a:ext cx="2395987" cy="415498"/>
          </a:xfrm>
          <a:prstGeom prst="rect">
            <a:avLst/>
          </a:prstGeom>
          <a:noFill/>
        </p:spPr>
        <p:txBody>
          <a:bodyPr wrap="square" rtlCol="0">
            <a:spAutoFit/>
          </a:bodyPr>
          <a:lstStyle/>
          <a:p>
            <a:pPr algn="ctr"/>
            <a:r>
              <a:rPr lang="en-CA" sz="2100" dirty="0">
                <a:cs typeface="Arial" panose="020B0604020202020204" pitchFamily="34" charset="0"/>
              </a:rPr>
              <a:t>Samuel Paquin</a:t>
            </a:r>
          </a:p>
        </p:txBody>
      </p:sp>
      <p:sp>
        <p:nvSpPr>
          <p:cNvPr id="4" name="Espace réservé du contenu 3">
            <a:extLst>
              <a:ext uri="{FF2B5EF4-FFF2-40B4-BE49-F238E27FC236}">
                <a16:creationId xmlns:a16="http://schemas.microsoft.com/office/drawing/2014/main" id="{56270C31-3AB6-7E99-DF05-F9F597313468}"/>
              </a:ext>
            </a:extLst>
          </p:cNvPr>
          <p:cNvSpPr>
            <a:spLocks noGrp="1"/>
          </p:cNvSpPr>
          <p:nvPr>
            <p:ph idx="1"/>
          </p:nvPr>
        </p:nvSpPr>
        <p:spPr>
          <a:xfrm>
            <a:off x="4405069" y="2463619"/>
            <a:ext cx="4260131" cy="1650707"/>
          </a:xfrm>
        </p:spPr>
        <p:txBody>
          <a:bodyPr>
            <a:normAutofit/>
          </a:bodyPr>
          <a:lstStyle/>
          <a:p>
            <a:pPr marL="0" indent="0">
              <a:buNone/>
            </a:pPr>
            <a:r>
              <a:rPr lang="en-CA" sz="1800" b="1" dirty="0">
                <a:cs typeface="Arial" panose="020B0604020202020204" pitchFamily="34" charset="0"/>
              </a:rPr>
              <a:t>Comment me </a:t>
            </a:r>
            <a:r>
              <a:rPr lang="en-CA" sz="1800" b="1" dirty="0" err="1">
                <a:cs typeface="Arial" panose="020B0604020202020204" pitchFamily="34" charset="0"/>
              </a:rPr>
              <a:t>contacter</a:t>
            </a:r>
            <a:r>
              <a:rPr lang="en-CA" sz="1800" b="1" dirty="0">
                <a:cs typeface="Arial" panose="020B0604020202020204" pitchFamily="34" charset="0"/>
              </a:rPr>
              <a:t> ?</a:t>
            </a:r>
          </a:p>
          <a:p>
            <a:pPr marL="0" indent="0">
              <a:buNone/>
            </a:pPr>
            <a:endParaRPr lang="en-CA" sz="1800" b="1" dirty="0">
              <a:cs typeface="Arial" panose="020B0604020202020204" pitchFamily="34" charset="0"/>
            </a:endParaRPr>
          </a:p>
          <a:p>
            <a:pPr marL="257175" indent="-257175">
              <a:buFont typeface="Arial" panose="020B0604020202020204" pitchFamily="34" charset="0"/>
              <a:buChar char="•"/>
            </a:pPr>
            <a:r>
              <a:rPr lang="en-CA" sz="1800" dirty="0" err="1">
                <a:cs typeface="Arial" panose="020B0604020202020204" pitchFamily="34" charset="0"/>
              </a:rPr>
              <a:t>Mes</a:t>
            </a:r>
            <a:r>
              <a:rPr lang="en-CA" sz="1800" dirty="0">
                <a:cs typeface="Arial" panose="020B0604020202020204" pitchFamily="34" charset="0"/>
              </a:rPr>
              <a:t> </a:t>
            </a:r>
            <a:r>
              <a:rPr lang="en-CA" sz="1800" dirty="0" err="1">
                <a:cs typeface="Arial" panose="020B0604020202020204" pitchFamily="34" charset="0"/>
              </a:rPr>
              <a:t>coordonnées</a:t>
            </a:r>
            <a:r>
              <a:rPr lang="en-CA" sz="1800" dirty="0">
                <a:cs typeface="Arial" panose="020B0604020202020204" pitchFamily="34" charset="0"/>
              </a:rPr>
              <a:t> : </a:t>
            </a:r>
            <a:r>
              <a:rPr lang="en-CA" sz="1800" dirty="0">
                <a:cs typeface="Arial" panose="020B0604020202020204" pitchFamily="34" charset="0"/>
                <a:hlinkClick r:id="rId7"/>
              </a:rPr>
              <a:t>samuel.paquin@hec.ca</a:t>
            </a:r>
            <a:endParaRPr lang="en-CA" sz="1800" dirty="0">
              <a:cs typeface="Arial" panose="020B0604020202020204" pitchFamily="34" charset="0"/>
            </a:endParaRPr>
          </a:p>
          <a:p>
            <a:pPr marL="257175" indent="-257175">
              <a:buFont typeface="Arial" panose="020B0604020202020204" pitchFamily="34" charset="0"/>
              <a:buChar char="•"/>
            </a:pPr>
            <a:r>
              <a:rPr lang="en-CA" sz="1800" dirty="0" err="1">
                <a:cs typeface="Arial" panose="020B0604020202020204" pitchFamily="34" charset="0"/>
              </a:rPr>
              <a:t>Délai</a:t>
            </a:r>
            <a:r>
              <a:rPr lang="en-CA" sz="1800" dirty="0">
                <a:cs typeface="Arial" panose="020B0604020202020204" pitchFamily="34" charset="0"/>
              </a:rPr>
              <a:t> pour </a:t>
            </a:r>
            <a:r>
              <a:rPr lang="en-CA" sz="1800" dirty="0" err="1">
                <a:cs typeface="Arial" panose="020B0604020202020204" pitchFamily="34" charset="0"/>
              </a:rPr>
              <a:t>une</a:t>
            </a:r>
            <a:r>
              <a:rPr lang="en-CA" sz="1800" dirty="0">
                <a:cs typeface="Arial" panose="020B0604020202020204" pitchFamily="34" charset="0"/>
              </a:rPr>
              <a:t> </a:t>
            </a:r>
            <a:r>
              <a:rPr lang="en-CA" sz="1800" dirty="0" err="1">
                <a:cs typeface="Arial" panose="020B0604020202020204" pitchFamily="34" charset="0"/>
              </a:rPr>
              <a:t>réponse</a:t>
            </a:r>
            <a:r>
              <a:rPr lang="en-CA" sz="1800" dirty="0">
                <a:cs typeface="Arial" panose="020B0604020202020204" pitchFamily="34" charset="0"/>
              </a:rPr>
              <a:t> : 48 </a:t>
            </a:r>
            <a:r>
              <a:rPr lang="en-CA" sz="1800" dirty="0" err="1">
                <a:cs typeface="Arial" panose="020B0604020202020204" pitchFamily="34" charset="0"/>
              </a:rPr>
              <a:t>heures</a:t>
            </a:r>
            <a:endParaRPr lang="fr-CA" sz="1600" dirty="0"/>
          </a:p>
        </p:txBody>
      </p:sp>
      <p:sp>
        <p:nvSpPr>
          <p:cNvPr id="2" name="Titre 1">
            <a:extLst>
              <a:ext uri="{FF2B5EF4-FFF2-40B4-BE49-F238E27FC236}">
                <a16:creationId xmlns:a16="http://schemas.microsoft.com/office/drawing/2014/main" id="{BA55C909-C904-DCF8-A059-CFC3DF0BFC28}"/>
              </a:ext>
            </a:extLst>
          </p:cNvPr>
          <p:cNvSpPr>
            <a:spLocks noGrp="1"/>
          </p:cNvSpPr>
          <p:nvPr>
            <p:ph type="title"/>
          </p:nvPr>
        </p:nvSpPr>
        <p:spPr/>
        <p:txBody>
          <a:bodyPr/>
          <a:lstStyle/>
          <a:p>
            <a:r>
              <a:rPr lang="fr-CA" sz="2400" dirty="0"/>
              <a:t>Présentation de l’auxiliaire d’enseignement</a:t>
            </a:r>
          </a:p>
        </p:txBody>
      </p:sp>
    </p:spTree>
    <p:extLst>
      <p:ext uri="{BB962C8B-B14F-4D97-AF65-F5344CB8AC3E}">
        <p14:creationId xmlns:p14="http://schemas.microsoft.com/office/powerpoint/2010/main" val="33043251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Espace réservé pour une image  8" descr="Une image contenant habits, personne, Visage humain, homme&#10;&#10;Le contenu généré par l’IA peut être incorrect.">
            <a:extLst>
              <a:ext uri="{FF2B5EF4-FFF2-40B4-BE49-F238E27FC236}">
                <a16:creationId xmlns:a16="http://schemas.microsoft.com/office/drawing/2014/main" id="{2248116B-3966-326B-1900-1E28012A8516}"/>
              </a:ext>
            </a:extLst>
          </p:cNvPr>
          <p:cNvPicPr>
            <a:picLocks noGrp="1" noChangeAspect="1"/>
          </p:cNvPicPr>
          <p:nvPr>
            <p:ph sz="half"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rcRect l="16477" r="16478" b="2"/>
          <a:stretch>
            <a:fillRect/>
          </a:stretch>
        </p:blipFill>
        <p:spPr>
          <a:xfrm>
            <a:off x="478454" y="1224000"/>
            <a:ext cx="4017347" cy="3999600"/>
          </a:xfrm>
          <a:noFill/>
        </p:spPr>
      </p:pic>
      <p:sp>
        <p:nvSpPr>
          <p:cNvPr id="2" name="Espace réservé du contenu 1">
            <a:extLst>
              <a:ext uri="{FF2B5EF4-FFF2-40B4-BE49-F238E27FC236}">
                <a16:creationId xmlns:a16="http://schemas.microsoft.com/office/drawing/2014/main" id="{5DADB098-EC2D-A56C-7852-A709C9975E61}"/>
              </a:ext>
            </a:extLst>
          </p:cNvPr>
          <p:cNvSpPr>
            <a:spLocks noGrp="1"/>
          </p:cNvSpPr>
          <p:nvPr>
            <p:ph sz="half" idx="2"/>
          </p:nvPr>
        </p:nvSpPr>
        <p:spPr>
          <a:xfrm>
            <a:off x="4648200" y="1224000"/>
            <a:ext cx="4017000" cy="3999600"/>
          </a:xfrm>
        </p:spPr>
        <p:txBody>
          <a:bodyPr anchor="ctr">
            <a:normAutofit/>
          </a:bodyPr>
          <a:lstStyle/>
          <a:p>
            <a:pPr marL="0" indent="0" algn="just">
              <a:buNone/>
            </a:pPr>
            <a:r>
              <a:rPr lang="fr-CA" dirty="0"/>
              <a:t>Comprendre le comportement des personnes qui travaillent dans les organisations et des gestionnaires, ce qui permet de faire une meilleure analyse des problèmes organisationnels et procéder à une prise de décisions plus éclairée.</a:t>
            </a:r>
          </a:p>
        </p:txBody>
      </p:sp>
      <p:sp>
        <p:nvSpPr>
          <p:cNvPr id="3" name="Titre 2">
            <a:extLst>
              <a:ext uri="{FF2B5EF4-FFF2-40B4-BE49-F238E27FC236}">
                <a16:creationId xmlns:a16="http://schemas.microsoft.com/office/drawing/2014/main" id="{CD5B773F-74DD-AEA4-7B1A-2BC84B89C510}"/>
              </a:ext>
            </a:extLst>
          </p:cNvPr>
          <p:cNvSpPr>
            <a:spLocks noGrp="1"/>
          </p:cNvSpPr>
          <p:nvPr>
            <p:ph type="title"/>
          </p:nvPr>
        </p:nvSpPr>
        <p:spPr>
          <a:xfrm>
            <a:off x="478800" y="481013"/>
            <a:ext cx="8186400" cy="622800"/>
          </a:xfrm>
        </p:spPr>
        <p:txBody>
          <a:bodyPr anchor="ctr">
            <a:normAutofit/>
          </a:bodyPr>
          <a:lstStyle/>
          <a:p>
            <a:r>
              <a:rPr lang="fr-CA" dirty="0"/>
              <a:t>Le comportement organisationnel</a:t>
            </a:r>
          </a:p>
        </p:txBody>
      </p:sp>
      <p:sp>
        <p:nvSpPr>
          <p:cNvPr id="4" name="Espace réservé du pied de page 3">
            <a:extLst>
              <a:ext uri="{FF2B5EF4-FFF2-40B4-BE49-F238E27FC236}">
                <a16:creationId xmlns:a16="http://schemas.microsoft.com/office/drawing/2014/main" id="{FF975DA3-135A-C6E0-C38B-9E16F2BC415E}"/>
              </a:ext>
            </a:extLst>
          </p:cNvPr>
          <p:cNvSpPr>
            <a:spLocks noGrp="1"/>
          </p:cNvSpPr>
          <p:nvPr>
            <p:ph type="ftr" sz="quarter" idx="10"/>
          </p:nvPr>
        </p:nvSpPr>
        <p:spPr>
          <a:xfrm>
            <a:off x="3124200" y="5384996"/>
            <a:ext cx="2895600" cy="185224"/>
          </a:xfrm>
        </p:spPr>
        <p:txBody>
          <a:bodyPr anchor="t">
            <a:normAutofit/>
          </a:bodyPr>
          <a:lstStyle/>
          <a:p>
            <a:pPr>
              <a:spcAft>
                <a:spcPts val="600"/>
              </a:spcAft>
            </a:pPr>
            <a:r>
              <a:rPr lang="fr-CA">
                <a:solidFill>
                  <a:srgbClr val="003C71"/>
                </a:solidFill>
              </a:rPr>
              <a:t>@2025. Marie-Christine ALBERT. Tous droits réservés.</a:t>
            </a:r>
          </a:p>
        </p:txBody>
      </p:sp>
    </p:spTree>
    <p:extLst>
      <p:ext uri="{BB962C8B-B14F-4D97-AF65-F5344CB8AC3E}">
        <p14:creationId xmlns:p14="http://schemas.microsoft.com/office/powerpoint/2010/main" val="1003391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CA" dirty="0"/>
              <a:t>Objectifs généraux du cours</a:t>
            </a:r>
          </a:p>
        </p:txBody>
      </p:sp>
      <p:sp>
        <p:nvSpPr>
          <p:cNvPr id="8" name="Espace réservé du pied de page 3">
            <a:extLst>
              <a:ext uri="{FF2B5EF4-FFF2-40B4-BE49-F238E27FC236}">
                <a16:creationId xmlns:a16="http://schemas.microsoft.com/office/drawing/2014/main" id="{F0CE9106-B314-1D1B-BED1-F1A3237131CC}"/>
              </a:ext>
            </a:extLst>
          </p:cNvPr>
          <p:cNvSpPr txBox="1">
            <a:spLocks/>
          </p:cNvSpPr>
          <p:nvPr/>
        </p:nvSpPr>
        <p:spPr>
          <a:xfrm>
            <a:off x="3124200" y="5384996"/>
            <a:ext cx="2895600" cy="185224"/>
          </a:xfrm>
          <a:prstGeom prst="rect">
            <a:avLst/>
          </a:prstGeom>
        </p:spPr>
        <p:txBody>
          <a:bodyPr anchor="t">
            <a:normAutofit fontScale="40000" lnSpcReduction="2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spcAft>
                <a:spcPts val="600"/>
              </a:spcAft>
            </a:pPr>
            <a:r>
              <a:rPr lang="fr-CA" dirty="0">
                <a:solidFill>
                  <a:srgbClr val="000000"/>
                </a:solidFill>
              </a:rPr>
              <a:t>@2025. Marie-Christine ALBERT. Tous droits réservés.</a:t>
            </a:r>
          </a:p>
        </p:txBody>
      </p:sp>
      <p:sp>
        <p:nvSpPr>
          <p:cNvPr id="4" name="Espace réservé du contenu 3">
            <a:extLst>
              <a:ext uri="{FF2B5EF4-FFF2-40B4-BE49-F238E27FC236}">
                <a16:creationId xmlns:a16="http://schemas.microsoft.com/office/drawing/2014/main" id="{3AC43F45-0B8E-9CEB-739A-BCBBE942BD3C}"/>
              </a:ext>
            </a:extLst>
          </p:cNvPr>
          <p:cNvSpPr>
            <a:spLocks noGrp="1"/>
          </p:cNvSpPr>
          <p:nvPr>
            <p:ph idx="1"/>
          </p:nvPr>
        </p:nvSpPr>
        <p:spPr/>
        <p:txBody>
          <a:bodyPr/>
          <a:lstStyle/>
          <a:p>
            <a:pPr fontAlgn="ctr"/>
            <a:r>
              <a:rPr lang="fr-CA" dirty="0"/>
              <a:t>Analyser et mettre en relation les comportements humains et les dynamiques collectives en mobilisant des cadres d'analyse du comportement organisationnel.</a:t>
            </a:r>
          </a:p>
          <a:p>
            <a:pPr fontAlgn="ctr"/>
            <a:endParaRPr lang="fr-CA" dirty="0"/>
          </a:p>
          <a:p>
            <a:pPr fontAlgn="ctr"/>
            <a:r>
              <a:rPr lang="fr-CA" dirty="0"/>
              <a:t>Expliquer et anticiper l'influence des comportements humains et des dynamiques collectives sur le fonctionnement organisationnel et déterminer comment adapter ses interactions en conséquence.</a:t>
            </a:r>
          </a:p>
          <a:p>
            <a:pPr fontAlgn="ctr"/>
            <a:endParaRPr lang="fr-CA" dirty="0"/>
          </a:p>
          <a:p>
            <a:pPr fontAlgn="ctr"/>
            <a:r>
              <a:rPr lang="fr-CA" dirty="0"/>
              <a:t>Proposer des interventions de gestion qui tiennent compte des comportements humains et des dynamiques collectives et réfléchir à leurs conditions de mise en œuvre.</a:t>
            </a:r>
          </a:p>
          <a:p>
            <a:endParaRPr lang="fr-CA" dirty="0"/>
          </a:p>
        </p:txBody>
      </p:sp>
    </p:spTree>
    <p:extLst>
      <p:ext uri="{BB962C8B-B14F-4D97-AF65-F5344CB8AC3E}">
        <p14:creationId xmlns:p14="http://schemas.microsoft.com/office/powerpoint/2010/main" val="1972017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e 8">
            <a:extLst>
              <a:ext uri="{FF2B5EF4-FFF2-40B4-BE49-F238E27FC236}">
                <a16:creationId xmlns:a16="http://schemas.microsoft.com/office/drawing/2014/main" id="{14740A2D-8DF0-2ED1-2933-FF13DC2A1197}"/>
              </a:ext>
            </a:extLst>
          </p:cNvPr>
          <p:cNvGrpSpPr/>
          <p:nvPr/>
        </p:nvGrpSpPr>
        <p:grpSpPr>
          <a:xfrm>
            <a:off x="441392" y="1446977"/>
            <a:ext cx="8262000" cy="3276625"/>
            <a:chOff x="490435" y="1290252"/>
            <a:chExt cx="9180000" cy="3640694"/>
          </a:xfrm>
        </p:grpSpPr>
        <p:sp>
          <p:nvSpPr>
            <p:cNvPr id="10" name="Forme libre : forme 9">
              <a:extLst>
                <a:ext uri="{FF2B5EF4-FFF2-40B4-BE49-F238E27FC236}">
                  <a16:creationId xmlns:a16="http://schemas.microsoft.com/office/drawing/2014/main" id="{DF7432D5-4BA7-3D20-2C5B-DA6FACAA6D1D}"/>
                </a:ext>
              </a:extLst>
            </p:cNvPr>
            <p:cNvSpPr/>
            <p:nvPr/>
          </p:nvSpPr>
          <p:spPr>
            <a:xfrm>
              <a:off x="3048000" y="1290252"/>
              <a:ext cx="6622435" cy="1174417"/>
            </a:xfrm>
            <a:custGeom>
              <a:avLst/>
              <a:gdLst>
                <a:gd name="csX0" fmla="*/ 156592 w 939534"/>
                <a:gd name="csY0" fmla="*/ 0 h 5875200"/>
                <a:gd name="csX1" fmla="*/ 782942 w 939534"/>
                <a:gd name="csY1" fmla="*/ 0 h 5875200"/>
                <a:gd name="csX2" fmla="*/ 939534 w 939534"/>
                <a:gd name="csY2" fmla="*/ 156592 h 5875200"/>
                <a:gd name="csX3" fmla="*/ 939534 w 939534"/>
                <a:gd name="csY3" fmla="*/ 5875200 h 5875200"/>
                <a:gd name="csX4" fmla="*/ 939534 w 939534"/>
                <a:gd name="csY4" fmla="*/ 5875200 h 5875200"/>
                <a:gd name="csX5" fmla="*/ 0 w 939534"/>
                <a:gd name="csY5" fmla="*/ 5875200 h 5875200"/>
                <a:gd name="csX6" fmla="*/ 0 w 939534"/>
                <a:gd name="csY6" fmla="*/ 5875200 h 5875200"/>
                <a:gd name="csX7" fmla="*/ 0 w 939534"/>
                <a:gd name="csY7" fmla="*/ 156592 h 5875200"/>
                <a:gd name="csX8" fmla="*/ 156592 w 939534"/>
                <a:gd name="csY8" fmla="*/ 0 h 587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9534" h="5875200">
                  <a:moveTo>
                    <a:pt x="939534" y="979221"/>
                  </a:moveTo>
                  <a:lnTo>
                    <a:pt x="939534" y="4895979"/>
                  </a:lnTo>
                  <a:cubicBezTo>
                    <a:pt x="939534" y="5436784"/>
                    <a:pt x="928323" y="5875197"/>
                    <a:pt x="914493" y="5875197"/>
                  </a:cubicBezTo>
                  <a:lnTo>
                    <a:pt x="0" y="5875197"/>
                  </a:lnTo>
                  <a:lnTo>
                    <a:pt x="0" y="5875197"/>
                  </a:lnTo>
                  <a:lnTo>
                    <a:pt x="0" y="3"/>
                  </a:lnTo>
                  <a:lnTo>
                    <a:pt x="0" y="3"/>
                  </a:lnTo>
                  <a:lnTo>
                    <a:pt x="914493" y="3"/>
                  </a:lnTo>
                  <a:cubicBezTo>
                    <a:pt x="928323" y="3"/>
                    <a:pt x="939534" y="438416"/>
                    <a:pt x="939534" y="979221"/>
                  </a:cubicBezTo>
                  <a:close/>
                </a:path>
              </a:pathLst>
            </a:custGeom>
            <a:ln>
              <a:noFill/>
            </a:ln>
          </p:spPr>
          <p:style>
            <a:lnRef idx="2">
              <a:scrgbClr r="0" g="0" b="0"/>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719" tIns="60137" rIns="78997" bIns="60137" numCol="1" spcCol="1270" anchor="ctr" anchorCtr="0">
              <a:noAutofit/>
            </a:bodyPr>
            <a:lstStyle/>
            <a:p>
              <a:pPr marL="51435" lvl="1" indent="-51435" defTabSz="440055">
                <a:lnSpc>
                  <a:spcPct val="90000"/>
                </a:lnSpc>
                <a:spcBef>
                  <a:spcPct val="0"/>
                </a:spcBef>
                <a:spcAft>
                  <a:spcPct val="15000"/>
                </a:spcAft>
                <a:buChar char="•"/>
              </a:pPr>
              <a:r>
                <a:rPr lang="fr-CA" sz="1440" dirty="0"/>
                <a:t>La personnalité : respecter les différences individuelles </a:t>
              </a:r>
            </a:p>
            <a:p>
              <a:pPr marL="51435" lvl="1" indent="-51435" defTabSz="440055">
                <a:lnSpc>
                  <a:spcPct val="90000"/>
                </a:lnSpc>
                <a:spcBef>
                  <a:spcPct val="0"/>
                </a:spcBef>
                <a:spcAft>
                  <a:spcPct val="15000"/>
                </a:spcAft>
                <a:buChar char="•"/>
              </a:pPr>
              <a:r>
                <a:rPr lang="fr-CA" sz="1440" dirty="0"/>
                <a:t>La perception : prendre de bonnes décisions </a:t>
              </a:r>
            </a:p>
            <a:p>
              <a:pPr marL="51435" lvl="1" indent="-51435" defTabSz="440055">
                <a:lnSpc>
                  <a:spcPct val="90000"/>
                </a:lnSpc>
                <a:spcBef>
                  <a:spcPct val="0"/>
                </a:spcBef>
                <a:spcAft>
                  <a:spcPct val="15000"/>
                </a:spcAft>
                <a:buChar char="•"/>
              </a:pPr>
              <a:r>
                <a:rPr lang="fr-CA" sz="1440" dirty="0"/>
                <a:t>La motivation : stimuler l’engagement en donnant un sens au travail </a:t>
              </a:r>
            </a:p>
          </p:txBody>
        </p:sp>
        <p:sp>
          <p:nvSpPr>
            <p:cNvPr id="11" name="Forme libre : forme 10">
              <a:extLst>
                <a:ext uri="{FF2B5EF4-FFF2-40B4-BE49-F238E27FC236}">
                  <a16:creationId xmlns:a16="http://schemas.microsoft.com/office/drawing/2014/main" id="{249D3681-113C-A3BE-D3E8-B4B9608FBCE4}"/>
                </a:ext>
              </a:extLst>
            </p:cNvPr>
            <p:cNvSpPr/>
            <p:nvPr/>
          </p:nvSpPr>
          <p:spPr>
            <a:xfrm>
              <a:off x="490435" y="1290252"/>
              <a:ext cx="2452790" cy="1174417"/>
            </a:xfrm>
            <a:custGeom>
              <a:avLst/>
              <a:gdLst>
                <a:gd name="csX0" fmla="*/ 0 w 3304800"/>
                <a:gd name="csY0" fmla="*/ 0 h 1174417"/>
                <a:gd name="csX1" fmla="*/ 3304800 w 3304800"/>
                <a:gd name="csY1" fmla="*/ 0 h 1174417"/>
                <a:gd name="csX2" fmla="*/ 3304800 w 3304800"/>
                <a:gd name="csY2" fmla="*/ 1174417 h 1174417"/>
                <a:gd name="csX3" fmla="*/ 0 w 3304800"/>
                <a:gd name="csY3" fmla="*/ 1174417 h 1174417"/>
                <a:gd name="csX4" fmla="*/ 0 w 3304800"/>
                <a:gd name="csY4" fmla="*/ 0 h 1174417"/>
              </a:gdLst>
              <a:ahLst/>
              <a:cxnLst>
                <a:cxn ang="0">
                  <a:pos x="csX0" y="csY0"/>
                </a:cxn>
                <a:cxn ang="0">
                  <a:pos x="csX1" y="csY1"/>
                </a:cxn>
                <a:cxn ang="0">
                  <a:pos x="csX2" y="csY2"/>
                </a:cxn>
                <a:cxn ang="0">
                  <a:pos x="csX3" y="csY3"/>
                </a:cxn>
                <a:cxn ang="0">
                  <a:pos x="csX4" y="csY4"/>
                </a:cxn>
              </a:cxnLst>
              <a:rect l="l" t="t" r="r" b="b"/>
              <a:pathLst>
                <a:path w="3304800" h="1174417">
                  <a:moveTo>
                    <a:pt x="0" y="0"/>
                  </a:moveTo>
                  <a:lnTo>
                    <a:pt x="3304800" y="0"/>
                  </a:lnTo>
                  <a:lnTo>
                    <a:pt x="3304800" y="1174417"/>
                  </a:lnTo>
                  <a:lnTo>
                    <a:pt x="0" y="1174417"/>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5725" tIns="42863" rIns="85725" bIns="42863" numCol="1" spcCol="1270" anchor="ctr" anchorCtr="0">
              <a:noAutofit/>
            </a:bodyPr>
            <a:lstStyle/>
            <a:p>
              <a:pPr algn="ctr" defTabSz="1000125">
                <a:lnSpc>
                  <a:spcPct val="90000"/>
                </a:lnSpc>
                <a:spcBef>
                  <a:spcPct val="0"/>
                </a:spcBef>
                <a:spcAft>
                  <a:spcPct val="35000"/>
                </a:spcAft>
              </a:pPr>
              <a:r>
                <a:rPr lang="fr-CA"/>
                <a:t>Partie 1 — Comprendre la personne au travail</a:t>
              </a:r>
            </a:p>
          </p:txBody>
        </p:sp>
        <p:sp>
          <p:nvSpPr>
            <p:cNvPr id="12" name="Forme libre : forme 11">
              <a:extLst>
                <a:ext uri="{FF2B5EF4-FFF2-40B4-BE49-F238E27FC236}">
                  <a16:creationId xmlns:a16="http://schemas.microsoft.com/office/drawing/2014/main" id="{BD635647-FE15-FC53-DD36-4E90684514FE}"/>
                </a:ext>
              </a:extLst>
            </p:cNvPr>
            <p:cNvSpPr/>
            <p:nvPr/>
          </p:nvSpPr>
          <p:spPr>
            <a:xfrm>
              <a:off x="3048000" y="2532916"/>
              <a:ext cx="6594407" cy="1164892"/>
            </a:xfrm>
            <a:custGeom>
              <a:avLst/>
              <a:gdLst>
                <a:gd name="csX0" fmla="*/ 156592 w 939534"/>
                <a:gd name="csY0" fmla="*/ 0 h 5875200"/>
                <a:gd name="csX1" fmla="*/ 782942 w 939534"/>
                <a:gd name="csY1" fmla="*/ 0 h 5875200"/>
                <a:gd name="csX2" fmla="*/ 939534 w 939534"/>
                <a:gd name="csY2" fmla="*/ 156592 h 5875200"/>
                <a:gd name="csX3" fmla="*/ 939534 w 939534"/>
                <a:gd name="csY3" fmla="*/ 5875200 h 5875200"/>
                <a:gd name="csX4" fmla="*/ 939534 w 939534"/>
                <a:gd name="csY4" fmla="*/ 5875200 h 5875200"/>
                <a:gd name="csX5" fmla="*/ 0 w 939534"/>
                <a:gd name="csY5" fmla="*/ 5875200 h 5875200"/>
                <a:gd name="csX6" fmla="*/ 0 w 939534"/>
                <a:gd name="csY6" fmla="*/ 5875200 h 5875200"/>
                <a:gd name="csX7" fmla="*/ 0 w 939534"/>
                <a:gd name="csY7" fmla="*/ 156592 h 5875200"/>
                <a:gd name="csX8" fmla="*/ 156592 w 939534"/>
                <a:gd name="csY8" fmla="*/ 0 h 587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9534" h="5875200">
                  <a:moveTo>
                    <a:pt x="939534" y="979221"/>
                  </a:moveTo>
                  <a:lnTo>
                    <a:pt x="939534" y="4895979"/>
                  </a:lnTo>
                  <a:cubicBezTo>
                    <a:pt x="939534" y="5436784"/>
                    <a:pt x="928323" y="5875197"/>
                    <a:pt x="914493" y="5875197"/>
                  </a:cubicBezTo>
                  <a:lnTo>
                    <a:pt x="0" y="5875197"/>
                  </a:lnTo>
                  <a:lnTo>
                    <a:pt x="0" y="5875197"/>
                  </a:lnTo>
                  <a:lnTo>
                    <a:pt x="0" y="3"/>
                  </a:lnTo>
                  <a:lnTo>
                    <a:pt x="0" y="3"/>
                  </a:lnTo>
                  <a:lnTo>
                    <a:pt x="914493" y="3"/>
                  </a:lnTo>
                  <a:cubicBezTo>
                    <a:pt x="928323" y="3"/>
                    <a:pt x="939534" y="438416"/>
                    <a:pt x="939534" y="979221"/>
                  </a:cubicBezTo>
                  <a:close/>
                </a:path>
              </a:pathLst>
            </a:custGeom>
            <a:ln>
              <a:noFill/>
            </a:ln>
          </p:spPr>
          <p:style>
            <a:lnRef idx="2">
              <a:scrgbClr r="0" g="0" b="0"/>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719" tIns="60137" rIns="78997" bIns="60137" numCol="1" spcCol="1270" anchor="ctr" anchorCtr="0">
              <a:noAutofit/>
            </a:bodyPr>
            <a:lstStyle/>
            <a:p>
              <a:pPr marL="51435" lvl="1" indent="-51435" defTabSz="440055">
                <a:lnSpc>
                  <a:spcPct val="90000"/>
                </a:lnSpc>
                <a:spcBef>
                  <a:spcPct val="0"/>
                </a:spcBef>
                <a:spcAft>
                  <a:spcPct val="15000"/>
                </a:spcAft>
                <a:buChar char="•"/>
              </a:pPr>
              <a:r>
                <a:rPr lang="fr-CA" sz="1440" dirty="0"/>
                <a:t>L’adaptation : promouvoir la santé au travail </a:t>
              </a:r>
            </a:p>
            <a:p>
              <a:pPr marL="51435" lvl="1" indent="-51435" defTabSz="440055">
                <a:lnSpc>
                  <a:spcPct val="90000"/>
                </a:lnSpc>
                <a:spcBef>
                  <a:spcPct val="0"/>
                </a:spcBef>
                <a:spcAft>
                  <a:spcPct val="15000"/>
                </a:spcAft>
                <a:buChar char="•"/>
              </a:pPr>
              <a:r>
                <a:rPr lang="fr-CA" sz="1440" dirty="0"/>
                <a:t>L’apprentissage : faciliter l’innovation et le développement </a:t>
              </a:r>
            </a:p>
          </p:txBody>
        </p:sp>
        <p:sp>
          <p:nvSpPr>
            <p:cNvPr id="13" name="Forme libre : forme 12">
              <a:extLst>
                <a:ext uri="{FF2B5EF4-FFF2-40B4-BE49-F238E27FC236}">
                  <a16:creationId xmlns:a16="http://schemas.microsoft.com/office/drawing/2014/main" id="{BFD75EE3-F76E-24A3-87B6-A8497AE595D8}"/>
                </a:ext>
              </a:extLst>
            </p:cNvPr>
            <p:cNvSpPr/>
            <p:nvPr/>
          </p:nvSpPr>
          <p:spPr>
            <a:xfrm>
              <a:off x="490435" y="2523391"/>
              <a:ext cx="2452790" cy="1174417"/>
            </a:xfrm>
            <a:custGeom>
              <a:avLst/>
              <a:gdLst>
                <a:gd name="csX0" fmla="*/ 0 w 3304800"/>
                <a:gd name="csY0" fmla="*/ 0 h 1174417"/>
                <a:gd name="csX1" fmla="*/ 3304800 w 3304800"/>
                <a:gd name="csY1" fmla="*/ 0 h 1174417"/>
                <a:gd name="csX2" fmla="*/ 3304800 w 3304800"/>
                <a:gd name="csY2" fmla="*/ 1174417 h 1174417"/>
                <a:gd name="csX3" fmla="*/ 0 w 3304800"/>
                <a:gd name="csY3" fmla="*/ 1174417 h 1174417"/>
                <a:gd name="csX4" fmla="*/ 0 w 3304800"/>
                <a:gd name="csY4" fmla="*/ 0 h 1174417"/>
              </a:gdLst>
              <a:ahLst/>
              <a:cxnLst>
                <a:cxn ang="0">
                  <a:pos x="csX0" y="csY0"/>
                </a:cxn>
                <a:cxn ang="0">
                  <a:pos x="csX1" y="csY1"/>
                </a:cxn>
                <a:cxn ang="0">
                  <a:pos x="csX2" y="csY2"/>
                </a:cxn>
                <a:cxn ang="0">
                  <a:pos x="csX3" y="csY3"/>
                </a:cxn>
                <a:cxn ang="0">
                  <a:pos x="csX4" y="csY4"/>
                </a:cxn>
              </a:cxnLst>
              <a:rect l="l" t="t" r="r" b="b"/>
              <a:pathLst>
                <a:path w="3304800" h="1174417">
                  <a:moveTo>
                    <a:pt x="0" y="0"/>
                  </a:moveTo>
                  <a:lnTo>
                    <a:pt x="3304800" y="0"/>
                  </a:lnTo>
                  <a:lnTo>
                    <a:pt x="3304800" y="1174417"/>
                  </a:lnTo>
                  <a:lnTo>
                    <a:pt x="0" y="1174417"/>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5725" tIns="42863" rIns="85725" bIns="42863" numCol="1" spcCol="1270" anchor="ctr" anchorCtr="0">
              <a:noAutofit/>
            </a:bodyPr>
            <a:lstStyle/>
            <a:p>
              <a:pPr algn="ctr" defTabSz="1000125">
                <a:lnSpc>
                  <a:spcPct val="90000"/>
                </a:lnSpc>
                <a:spcBef>
                  <a:spcPct val="0"/>
                </a:spcBef>
                <a:spcAft>
                  <a:spcPct val="35000"/>
                </a:spcAft>
              </a:pPr>
              <a:r>
                <a:rPr lang="fr-CA" dirty="0"/>
                <a:t>Partie 2 — S’adapter et apprendre</a:t>
              </a:r>
            </a:p>
          </p:txBody>
        </p:sp>
        <p:sp>
          <p:nvSpPr>
            <p:cNvPr id="14" name="Forme libre : forme 13">
              <a:extLst>
                <a:ext uri="{FF2B5EF4-FFF2-40B4-BE49-F238E27FC236}">
                  <a16:creationId xmlns:a16="http://schemas.microsoft.com/office/drawing/2014/main" id="{45C5D1D0-07F0-D98B-1941-93581023BFFE}"/>
                </a:ext>
              </a:extLst>
            </p:cNvPr>
            <p:cNvSpPr/>
            <p:nvPr/>
          </p:nvSpPr>
          <p:spPr>
            <a:xfrm>
              <a:off x="3057577" y="3756529"/>
              <a:ext cx="6594407" cy="1164892"/>
            </a:xfrm>
            <a:custGeom>
              <a:avLst/>
              <a:gdLst>
                <a:gd name="csX0" fmla="*/ 156592 w 939534"/>
                <a:gd name="csY0" fmla="*/ 0 h 5875200"/>
                <a:gd name="csX1" fmla="*/ 782942 w 939534"/>
                <a:gd name="csY1" fmla="*/ 0 h 5875200"/>
                <a:gd name="csX2" fmla="*/ 939534 w 939534"/>
                <a:gd name="csY2" fmla="*/ 156592 h 5875200"/>
                <a:gd name="csX3" fmla="*/ 939534 w 939534"/>
                <a:gd name="csY3" fmla="*/ 5875200 h 5875200"/>
                <a:gd name="csX4" fmla="*/ 939534 w 939534"/>
                <a:gd name="csY4" fmla="*/ 5875200 h 5875200"/>
                <a:gd name="csX5" fmla="*/ 0 w 939534"/>
                <a:gd name="csY5" fmla="*/ 5875200 h 5875200"/>
                <a:gd name="csX6" fmla="*/ 0 w 939534"/>
                <a:gd name="csY6" fmla="*/ 5875200 h 5875200"/>
                <a:gd name="csX7" fmla="*/ 0 w 939534"/>
                <a:gd name="csY7" fmla="*/ 156592 h 5875200"/>
                <a:gd name="csX8" fmla="*/ 156592 w 939534"/>
                <a:gd name="csY8" fmla="*/ 0 h 58752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939534" h="5875200">
                  <a:moveTo>
                    <a:pt x="939534" y="979221"/>
                  </a:moveTo>
                  <a:lnTo>
                    <a:pt x="939534" y="4895979"/>
                  </a:lnTo>
                  <a:cubicBezTo>
                    <a:pt x="939534" y="5436784"/>
                    <a:pt x="928323" y="5875197"/>
                    <a:pt x="914493" y="5875197"/>
                  </a:cubicBezTo>
                  <a:lnTo>
                    <a:pt x="0" y="5875197"/>
                  </a:lnTo>
                  <a:lnTo>
                    <a:pt x="0" y="5875197"/>
                  </a:lnTo>
                  <a:lnTo>
                    <a:pt x="0" y="3"/>
                  </a:lnTo>
                  <a:lnTo>
                    <a:pt x="0" y="3"/>
                  </a:lnTo>
                  <a:lnTo>
                    <a:pt x="914493" y="3"/>
                  </a:lnTo>
                  <a:cubicBezTo>
                    <a:pt x="928323" y="3"/>
                    <a:pt x="939534" y="438416"/>
                    <a:pt x="939534" y="979221"/>
                  </a:cubicBezTo>
                  <a:close/>
                </a:path>
              </a:pathLst>
            </a:custGeom>
            <a:ln>
              <a:noFill/>
            </a:ln>
          </p:spPr>
          <p:style>
            <a:lnRef idx="2">
              <a:scrgbClr r="0" g="0" b="0"/>
            </a:lnRef>
            <a:fillRef idx="1">
              <a:schemeClr val="lt1">
                <a:alpha val="90000"/>
                <a:tint val="40000"/>
                <a:hueOff val="0"/>
                <a:satOff val="0"/>
                <a:lumOff val="0"/>
                <a:alphaOff val="0"/>
              </a:schemeClr>
            </a:fillRef>
            <a:effectRef idx="0">
              <a:schemeClr val="lt1">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37719" tIns="60137" rIns="78997" bIns="60137" numCol="1" spcCol="1270" anchor="ctr" anchorCtr="0">
              <a:noAutofit/>
            </a:bodyPr>
            <a:lstStyle/>
            <a:p>
              <a:pPr marL="51435" lvl="1" indent="-51435" defTabSz="440055">
                <a:lnSpc>
                  <a:spcPct val="90000"/>
                </a:lnSpc>
                <a:spcBef>
                  <a:spcPct val="0"/>
                </a:spcBef>
                <a:spcAft>
                  <a:spcPct val="15000"/>
                </a:spcAft>
                <a:buChar char="•"/>
              </a:pPr>
              <a:r>
                <a:rPr lang="fr-CA" sz="1440" dirty="0"/>
                <a:t>Les relations humaines : cultiver la confiance et la solidarité </a:t>
              </a:r>
            </a:p>
            <a:p>
              <a:pPr marL="51435" lvl="1" indent="-51435" defTabSz="440055">
                <a:lnSpc>
                  <a:spcPct val="90000"/>
                </a:lnSpc>
                <a:spcBef>
                  <a:spcPct val="0"/>
                </a:spcBef>
                <a:spcAft>
                  <a:spcPct val="15000"/>
                </a:spcAft>
                <a:buChar char="•"/>
              </a:pPr>
              <a:r>
                <a:rPr lang="fr-CA" sz="1440" dirty="0"/>
                <a:t>L’influence sociale : orienter les dynamiques sociales vers le bien commun. </a:t>
              </a:r>
            </a:p>
            <a:p>
              <a:pPr marL="51435" lvl="1" indent="-51435" defTabSz="440055">
                <a:lnSpc>
                  <a:spcPct val="90000"/>
                </a:lnSpc>
                <a:spcBef>
                  <a:spcPct val="0"/>
                </a:spcBef>
                <a:spcAft>
                  <a:spcPct val="15000"/>
                </a:spcAft>
                <a:buChar char="•"/>
              </a:pPr>
              <a:r>
                <a:rPr lang="fr-CA" sz="1440" dirty="0"/>
                <a:t>Les équipes de travail : soutenir le développement de l’intelligence collective</a:t>
              </a:r>
            </a:p>
          </p:txBody>
        </p:sp>
        <p:sp>
          <p:nvSpPr>
            <p:cNvPr id="15" name="Forme libre : forme 14">
              <a:extLst>
                <a:ext uri="{FF2B5EF4-FFF2-40B4-BE49-F238E27FC236}">
                  <a16:creationId xmlns:a16="http://schemas.microsoft.com/office/drawing/2014/main" id="{DFD048F1-453B-FB22-FB11-1C6866E4164C}"/>
                </a:ext>
              </a:extLst>
            </p:cNvPr>
            <p:cNvSpPr/>
            <p:nvPr/>
          </p:nvSpPr>
          <p:spPr>
            <a:xfrm>
              <a:off x="490435" y="3756529"/>
              <a:ext cx="2452790" cy="1174417"/>
            </a:xfrm>
            <a:custGeom>
              <a:avLst/>
              <a:gdLst>
                <a:gd name="csX0" fmla="*/ 0 w 3304800"/>
                <a:gd name="csY0" fmla="*/ 0 h 1174417"/>
                <a:gd name="csX1" fmla="*/ 3304800 w 3304800"/>
                <a:gd name="csY1" fmla="*/ 0 h 1174417"/>
                <a:gd name="csX2" fmla="*/ 3304800 w 3304800"/>
                <a:gd name="csY2" fmla="*/ 1174417 h 1174417"/>
                <a:gd name="csX3" fmla="*/ 0 w 3304800"/>
                <a:gd name="csY3" fmla="*/ 1174417 h 1174417"/>
                <a:gd name="csX4" fmla="*/ 0 w 3304800"/>
                <a:gd name="csY4" fmla="*/ 0 h 1174417"/>
              </a:gdLst>
              <a:ahLst/>
              <a:cxnLst>
                <a:cxn ang="0">
                  <a:pos x="csX0" y="csY0"/>
                </a:cxn>
                <a:cxn ang="0">
                  <a:pos x="csX1" y="csY1"/>
                </a:cxn>
                <a:cxn ang="0">
                  <a:pos x="csX2" y="csY2"/>
                </a:cxn>
                <a:cxn ang="0">
                  <a:pos x="csX3" y="csY3"/>
                </a:cxn>
                <a:cxn ang="0">
                  <a:pos x="csX4" y="csY4"/>
                </a:cxn>
              </a:cxnLst>
              <a:rect l="l" t="t" r="r" b="b"/>
              <a:pathLst>
                <a:path w="3304800" h="1174417">
                  <a:moveTo>
                    <a:pt x="0" y="0"/>
                  </a:moveTo>
                  <a:lnTo>
                    <a:pt x="3304800" y="0"/>
                  </a:lnTo>
                  <a:lnTo>
                    <a:pt x="3304800" y="1174417"/>
                  </a:lnTo>
                  <a:lnTo>
                    <a:pt x="0" y="1174417"/>
                  </a:lnTo>
                  <a:lnTo>
                    <a:pt x="0" y="0"/>
                  </a:lnTo>
                  <a:close/>
                </a:path>
              </a:pathLst>
            </a:custGeom>
          </p:spPr>
          <p:style>
            <a:lnRef idx="2">
              <a:schemeClr val="accent2">
                <a:shade val="80000"/>
                <a:hueOff val="0"/>
                <a:satOff val="0"/>
                <a:lumOff val="0"/>
                <a:alphaOff val="0"/>
              </a:schemeClr>
            </a:lnRef>
            <a:fillRef idx="1">
              <a:schemeClr val="lt1">
                <a:hueOff val="0"/>
                <a:satOff val="0"/>
                <a:lumOff val="0"/>
                <a:alphaOff val="0"/>
              </a:schemeClr>
            </a:fillRef>
            <a:effectRef idx="0">
              <a:schemeClr val="lt1">
                <a:hueOff val="0"/>
                <a:satOff val="0"/>
                <a:lumOff val="0"/>
                <a:alphaOff val="0"/>
              </a:schemeClr>
            </a:effectRef>
            <a:fontRef idx="minor">
              <a:schemeClr val="dk1">
                <a:hueOff val="0"/>
                <a:satOff val="0"/>
                <a:lumOff val="0"/>
                <a:alphaOff val="0"/>
              </a:schemeClr>
            </a:fontRef>
          </p:style>
          <p:txBody>
            <a:bodyPr spcFirstLastPara="0" vert="horz" wrap="square" lIns="85725" tIns="42863" rIns="85725" bIns="42863" numCol="1" spcCol="1270" anchor="ctr" anchorCtr="0">
              <a:noAutofit/>
            </a:bodyPr>
            <a:lstStyle/>
            <a:p>
              <a:pPr algn="ctr" defTabSz="1000125">
                <a:lnSpc>
                  <a:spcPct val="90000"/>
                </a:lnSpc>
                <a:spcBef>
                  <a:spcPct val="0"/>
                </a:spcBef>
                <a:spcAft>
                  <a:spcPct val="35000"/>
                </a:spcAft>
              </a:pPr>
              <a:r>
                <a:rPr lang="fr-CA" dirty="0"/>
                <a:t>Partie 3 — Collaborer et diriger</a:t>
              </a:r>
            </a:p>
          </p:txBody>
        </p:sp>
      </p:grpSp>
      <p:sp>
        <p:nvSpPr>
          <p:cNvPr id="3" name="Espace réservé de la date 2">
            <a:extLst>
              <a:ext uri="{FF2B5EF4-FFF2-40B4-BE49-F238E27FC236}">
                <a16:creationId xmlns:a16="http://schemas.microsoft.com/office/drawing/2014/main" id="{1F520F0D-8CB3-4991-0D55-D084F05B07F7}"/>
              </a:ext>
            </a:extLst>
          </p:cNvPr>
          <p:cNvSpPr>
            <a:spLocks noGrp="1"/>
          </p:cNvSpPr>
          <p:nvPr>
            <p:ph type="dt" sz="half" idx="10"/>
          </p:nvPr>
        </p:nvSpPr>
        <p:spPr>
          <a:xfrm>
            <a:off x="8017124" y="5476438"/>
            <a:ext cx="720000" cy="180000"/>
          </a:xfrm>
          <a:prstGeom prst="rect">
            <a:avLst/>
          </a:prstGeom>
        </p:spPr>
        <p:txBody>
          <a:bodyPr vert="horz" lIns="91440" tIns="45720" rIns="91440" bIns="45720" rtlCol="0" anchor="ctr"/>
          <a:lstStyle>
            <a:defPPr>
              <a:defRPr lang="en-US"/>
            </a:defPPr>
            <a:lvl1pPr marL="0" algn="l" defTabSz="914400" rtl="0" eaLnBrk="1" latinLnBrk="0" hangingPunct="1">
              <a:defRPr sz="744"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A9A5A95-1B02-422F-8EF4-586895C9D9B7}" type="datetime3">
              <a:rPr lang="fr-CA" smtClean="0"/>
              <a:pPr/>
              <a:t>26/08/27</a:t>
            </a:fld>
            <a:endParaRPr lang="fr-CA" noProof="0" dirty="0"/>
          </a:p>
        </p:txBody>
      </p:sp>
      <p:sp>
        <p:nvSpPr>
          <p:cNvPr id="4" name="Espace réservé du pied de page 3">
            <a:extLst>
              <a:ext uri="{FF2B5EF4-FFF2-40B4-BE49-F238E27FC236}">
                <a16:creationId xmlns:a16="http://schemas.microsoft.com/office/drawing/2014/main" id="{00A4BC71-5746-993A-4829-53B8040736E4}"/>
              </a:ext>
            </a:extLst>
          </p:cNvPr>
          <p:cNvSpPr>
            <a:spLocks noGrp="1"/>
          </p:cNvSpPr>
          <p:nvPr>
            <p:ph type="ftr" sz="quarter" idx="11"/>
          </p:nvPr>
        </p:nvSpPr>
        <p:spPr>
          <a:xfrm>
            <a:off x="3471333" y="5484752"/>
            <a:ext cx="3600000" cy="180000"/>
          </a:xfrm>
          <a:prstGeom prst="rect">
            <a:avLst/>
          </a:prstGeom>
        </p:spPr>
        <p:txBody>
          <a:bodyPr vert="horz" lIns="91440" tIns="45720" rIns="91440" bIns="45720" rtlCol="0" anchor="ctr"/>
          <a:lstStyle>
            <a:defPPr>
              <a:defRPr lang="en-US"/>
            </a:defPPr>
            <a:lvl1pPr marL="0" algn="ctr" defTabSz="914400" rtl="0" eaLnBrk="1" latinLnBrk="0" hangingPunct="1">
              <a:defRPr sz="744" kern="1200">
                <a:solidFill>
                  <a:schemeClr val="accent2"/>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fr-CA"/>
              <a:t>© Estelle M. Morin, Ph. D., 2026.  Tous droits réservés.</a:t>
            </a:r>
            <a:endParaRPr lang="fr-CA" noProof="0" dirty="0"/>
          </a:p>
        </p:txBody>
      </p:sp>
      <p:sp>
        <p:nvSpPr>
          <p:cNvPr id="5" name="Espace réservé du numéro de diapositive 4">
            <a:extLst>
              <a:ext uri="{FF2B5EF4-FFF2-40B4-BE49-F238E27FC236}">
                <a16:creationId xmlns:a16="http://schemas.microsoft.com/office/drawing/2014/main" id="{3AB413C6-C9F6-6932-B451-5919765B4E90}"/>
              </a:ext>
            </a:extLst>
          </p:cNvPr>
          <p:cNvSpPr>
            <a:spLocks noGrp="1"/>
          </p:cNvSpPr>
          <p:nvPr>
            <p:ph type="sldNum" sz="quarter" idx="12"/>
          </p:nvPr>
        </p:nvSpPr>
        <p:spPr/>
        <p:txBody>
          <a:bodyPr/>
          <a:lstStyle/>
          <a:p>
            <a:fld id="{77B8E65F-5E3F-4E73-B056-4D0181456FB2}" type="slidenum">
              <a:rPr lang="fr-CA" noProof="0" smtClean="0"/>
              <a:pPr/>
              <a:t>7</a:t>
            </a:fld>
            <a:endParaRPr lang="fr-CA" noProof="0" dirty="0"/>
          </a:p>
        </p:txBody>
      </p:sp>
      <p:sp>
        <p:nvSpPr>
          <p:cNvPr id="6" name="Titre 5">
            <a:extLst>
              <a:ext uri="{FF2B5EF4-FFF2-40B4-BE49-F238E27FC236}">
                <a16:creationId xmlns:a16="http://schemas.microsoft.com/office/drawing/2014/main" id="{F7C158B2-A353-9C8C-306C-C4C2BEB78E12}"/>
              </a:ext>
            </a:extLst>
          </p:cNvPr>
          <p:cNvSpPr>
            <a:spLocks noGrp="1"/>
          </p:cNvSpPr>
          <p:nvPr>
            <p:ph type="title"/>
          </p:nvPr>
        </p:nvSpPr>
        <p:spPr/>
        <p:txBody>
          <a:bodyPr/>
          <a:lstStyle/>
          <a:p>
            <a:r>
              <a:rPr lang="fr-CA" noProof="0" dirty="0"/>
              <a:t>Les thèmes du cours</a:t>
            </a:r>
          </a:p>
        </p:txBody>
      </p:sp>
      <p:sp>
        <p:nvSpPr>
          <p:cNvPr id="8" name="ZoneTexte 7">
            <a:extLst>
              <a:ext uri="{FF2B5EF4-FFF2-40B4-BE49-F238E27FC236}">
                <a16:creationId xmlns:a16="http://schemas.microsoft.com/office/drawing/2014/main" id="{CC42BE11-A6CA-76EB-A195-4368724EA8D3}"/>
              </a:ext>
            </a:extLst>
          </p:cNvPr>
          <p:cNvSpPr txBox="1"/>
          <p:nvPr/>
        </p:nvSpPr>
        <p:spPr>
          <a:xfrm>
            <a:off x="441391" y="4863726"/>
            <a:ext cx="3922562" cy="219781"/>
          </a:xfrm>
          <a:prstGeom prst="rect">
            <a:avLst/>
          </a:prstGeom>
        </p:spPr>
        <p:txBody>
          <a:bodyPr vert="horz" wrap="square" lIns="82296" tIns="41148" rIns="82296" bIns="41148" rtlCol="0">
            <a:normAutofit fontScale="62500" lnSpcReduction="20000"/>
          </a:bodyPr>
          <a:lstStyle/>
          <a:p>
            <a:pPr>
              <a:buClr>
                <a:schemeClr val="accent2"/>
              </a:buClr>
              <a:buSzPct val="125000"/>
            </a:pPr>
            <a:r>
              <a:rPr lang="fr-CA" sz="1503" dirty="0"/>
              <a:t>Entre parenthèses, suggestion du nombre de séances</a:t>
            </a:r>
          </a:p>
        </p:txBody>
      </p:sp>
    </p:spTree>
    <p:extLst>
      <p:ext uri="{BB962C8B-B14F-4D97-AF65-F5344CB8AC3E}">
        <p14:creationId xmlns:p14="http://schemas.microsoft.com/office/powerpoint/2010/main" val="17671966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A326C5A1-BB91-E7C3-8171-312CD98B3B77}"/>
              </a:ext>
            </a:extLst>
          </p:cNvPr>
          <p:cNvSpPr>
            <a:spLocks noGrp="1"/>
          </p:cNvSpPr>
          <p:nvPr>
            <p:ph type="title"/>
          </p:nvPr>
        </p:nvSpPr>
        <p:spPr>
          <a:xfrm>
            <a:off x="399191" y="559594"/>
            <a:ext cx="6480000" cy="810000"/>
          </a:xfrm>
        </p:spPr>
        <p:txBody>
          <a:bodyPr/>
          <a:lstStyle/>
          <a:p>
            <a:pPr algn="ctr"/>
            <a:r>
              <a:rPr lang="fr-CA" noProof="0"/>
              <a:t>Un modèle d’intégration</a:t>
            </a:r>
          </a:p>
        </p:txBody>
      </p:sp>
      <p:pic>
        <p:nvPicPr>
          <p:cNvPr id="7" name="Espace réservé du contenu 6">
            <a:extLst>
              <a:ext uri="{FF2B5EF4-FFF2-40B4-BE49-F238E27FC236}">
                <a16:creationId xmlns:a16="http://schemas.microsoft.com/office/drawing/2014/main" id="{E21298B2-F718-58B9-5B3E-8971CF90DCAE}"/>
              </a:ext>
            </a:extLst>
          </p:cNvPr>
          <p:cNvPicPr>
            <a:picLocks noGrp="1" noChangeAspect="1"/>
          </p:cNvPicPr>
          <p:nvPr>
            <p:ph sz="quarter" idx="13"/>
          </p:nvPr>
        </p:nvPicPr>
        <p:blipFill>
          <a:blip r:embed="rId3"/>
          <a:srcRect t="23" b="-11"/>
          <a:stretch>
            <a:fillRect/>
          </a:stretch>
        </p:blipFill>
        <p:spPr>
          <a:xfrm>
            <a:off x="398860" y="1369594"/>
            <a:ext cx="6480000" cy="3644567"/>
          </a:xfrm>
          <a:prstGeom prst="rect">
            <a:avLst/>
          </a:prstGeom>
          <a:noFill/>
        </p:spPr>
      </p:pic>
      <p:sp>
        <p:nvSpPr>
          <p:cNvPr id="3" name="Espace réservé du pied de page 2">
            <a:extLst>
              <a:ext uri="{FF2B5EF4-FFF2-40B4-BE49-F238E27FC236}">
                <a16:creationId xmlns:a16="http://schemas.microsoft.com/office/drawing/2014/main" id="{D9206667-3A37-C26E-AC45-F3F5A8E98C5F}"/>
              </a:ext>
            </a:extLst>
          </p:cNvPr>
          <p:cNvSpPr>
            <a:spLocks noGrp="1"/>
          </p:cNvSpPr>
          <p:nvPr>
            <p:ph type="ftr" sz="quarter" idx="3"/>
          </p:nvPr>
        </p:nvSpPr>
        <p:spPr>
          <a:xfrm>
            <a:off x="3028950" y="5100079"/>
            <a:ext cx="2835000" cy="270000"/>
          </a:xfrm>
        </p:spPr>
        <p:txBody>
          <a:bodyPr anchor="ctr">
            <a:normAutofit/>
          </a:bodyPr>
          <a:lstStyle/>
          <a:p>
            <a:pPr>
              <a:spcAft>
                <a:spcPts val="450"/>
              </a:spcAft>
            </a:pPr>
            <a:r>
              <a:rPr lang="fr-CA" dirty="0"/>
              <a:t>© 2026. Estelle M. Morin, Ph. D.  Tous droits réservés.</a:t>
            </a:r>
            <a:endParaRPr lang="fr-FR"/>
          </a:p>
        </p:txBody>
      </p:sp>
      <p:sp>
        <p:nvSpPr>
          <p:cNvPr id="4" name="Espace réservé du numéro de diapositive 3">
            <a:extLst>
              <a:ext uri="{FF2B5EF4-FFF2-40B4-BE49-F238E27FC236}">
                <a16:creationId xmlns:a16="http://schemas.microsoft.com/office/drawing/2014/main" id="{7E01C704-9BB7-2F18-AF8A-47D485DE8477}"/>
              </a:ext>
            </a:extLst>
          </p:cNvPr>
          <p:cNvSpPr>
            <a:spLocks noGrp="1"/>
          </p:cNvSpPr>
          <p:nvPr>
            <p:ph type="sldNum" sz="quarter" idx="4"/>
          </p:nvPr>
        </p:nvSpPr>
        <p:spPr>
          <a:xfrm>
            <a:off x="7681634" y="5100079"/>
            <a:ext cx="945000" cy="270000"/>
          </a:xfrm>
        </p:spPr>
        <p:txBody>
          <a:bodyPr anchor="ctr">
            <a:normAutofit/>
          </a:bodyPr>
          <a:lstStyle/>
          <a:p>
            <a:pPr>
              <a:spcAft>
                <a:spcPts val="450"/>
              </a:spcAft>
            </a:pPr>
            <a:fld id="{0A5F8BAD-6575-7647-B790-DC8892003398}" type="slidenum">
              <a:rPr lang="fr-FR" smtClean="0"/>
              <a:pPr>
                <a:spcAft>
                  <a:spcPts val="450"/>
                </a:spcAft>
              </a:pPr>
              <a:t>8</a:t>
            </a:fld>
            <a:endParaRPr lang="fr-FR"/>
          </a:p>
        </p:txBody>
      </p:sp>
      <p:sp>
        <p:nvSpPr>
          <p:cNvPr id="5" name="Espace réservé de la date 4" hidden="1">
            <a:extLst>
              <a:ext uri="{FF2B5EF4-FFF2-40B4-BE49-F238E27FC236}">
                <a16:creationId xmlns:a16="http://schemas.microsoft.com/office/drawing/2014/main" id="{C78B2DD6-3790-001D-5517-9B77E9482C5C}"/>
              </a:ext>
            </a:extLst>
          </p:cNvPr>
          <p:cNvSpPr>
            <a:spLocks noGrp="1"/>
          </p:cNvSpPr>
          <p:nvPr>
            <p:ph type="dt" sz="half" idx="4294967295"/>
          </p:nvPr>
        </p:nvSpPr>
        <p:spPr>
          <a:xfrm>
            <a:off x="8969187" y="6419105"/>
            <a:ext cx="1260000" cy="365125"/>
          </a:xfrm>
          <a:prstGeom prst="rect">
            <a:avLst/>
          </a:prstGeom>
        </p:spPr>
        <p:txBody>
          <a:bodyPr vert="horz" lIns="91440" tIns="45720" rIns="91440" bIns="45720" rtlCol="0" anchor="ctr"/>
          <a:lstStyle>
            <a:defPPr>
              <a:defRPr lang="fr-FR"/>
            </a:defPPr>
            <a:lvl1pPr marL="0" algn="ctr" defTabSz="914400" rtl="0" eaLnBrk="1" latinLnBrk="0" hangingPunct="1">
              <a:defRPr sz="1200" b="0" i="0" kern="1200">
                <a:solidFill>
                  <a:schemeClr val="tx1">
                    <a:tint val="82000"/>
                  </a:schemeClr>
                </a:solidFill>
                <a:latin typeface="Visby CF"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spcAft>
                <a:spcPts val="450"/>
              </a:spcAft>
            </a:pPr>
            <a:fld id="{5171226E-197D-453F-8E46-61E684B2745E}" type="datetime3">
              <a:rPr lang="fr-CA" smtClean="0"/>
              <a:pPr/>
              <a:t>26/08/27</a:t>
            </a:fld>
            <a:endParaRPr lang="fr-FR"/>
          </a:p>
        </p:txBody>
      </p:sp>
    </p:spTree>
    <p:extLst>
      <p:ext uri="{BB962C8B-B14F-4D97-AF65-F5344CB8AC3E}">
        <p14:creationId xmlns:p14="http://schemas.microsoft.com/office/powerpoint/2010/main" val="22562504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Espace réservé du contenu 6">
            <a:extLst>
              <a:ext uri="{FF2B5EF4-FFF2-40B4-BE49-F238E27FC236}">
                <a16:creationId xmlns:a16="http://schemas.microsoft.com/office/drawing/2014/main" id="{D8C60DBB-9EF8-CD54-BAE5-FC887F7224A8}"/>
              </a:ext>
            </a:extLst>
          </p:cNvPr>
          <p:cNvPicPr>
            <a:picLocks noGrp="1" noChangeAspect="1"/>
          </p:cNvPicPr>
          <p:nvPr>
            <p:ph sz="quarter" idx="17"/>
          </p:nvPr>
        </p:nvPicPr>
        <p:blipFill>
          <a:blip r:embed="rId3"/>
          <a:stretch>
            <a:fillRect/>
          </a:stretch>
        </p:blipFill>
        <p:spPr>
          <a:xfrm>
            <a:off x="2775778" y="1529954"/>
            <a:ext cx="5760002" cy="3240000"/>
          </a:xfrm>
          <a:prstGeom prst="rect">
            <a:avLst/>
          </a:prstGeom>
          <a:noFill/>
        </p:spPr>
      </p:pic>
      <p:sp>
        <p:nvSpPr>
          <p:cNvPr id="12" name="Title 2">
            <a:extLst>
              <a:ext uri="{FF2B5EF4-FFF2-40B4-BE49-F238E27FC236}">
                <a16:creationId xmlns:a16="http://schemas.microsoft.com/office/drawing/2014/main" id="{0459571C-1CDE-C69D-A5FE-929F1043D8A0}"/>
              </a:ext>
            </a:extLst>
          </p:cNvPr>
          <p:cNvSpPr>
            <a:spLocks noGrp="1"/>
          </p:cNvSpPr>
          <p:nvPr>
            <p:ph type="title"/>
          </p:nvPr>
        </p:nvSpPr>
        <p:spPr>
          <a:xfrm>
            <a:off x="2415779" y="559594"/>
            <a:ext cx="6480000" cy="810000"/>
          </a:xfrm>
        </p:spPr>
        <p:txBody>
          <a:bodyPr/>
          <a:lstStyle/>
          <a:p>
            <a:pPr algn="ctr"/>
            <a:r>
              <a:rPr lang="fr-CA" noProof="0"/>
              <a:t>Un modèle d’intégration</a:t>
            </a:r>
          </a:p>
        </p:txBody>
      </p:sp>
      <p:sp>
        <p:nvSpPr>
          <p:cNvPr id="2" name="Espace réservé du pied de page 1">
            <a:extLst>
              <a:ext uri="{FF2B5EF4-FFF2-40B4-BE49-F238E27FC236}">
                <a16:creationId xmlns:a16="http://schemas.microsoft.com/office/drawing/2014/main" id="{E9D01FB5-218B-FA4C-7AE8-B8A8023E9C03}"/>
              </a:ext>
            </a:extLst>
          </p:cNvPr>
          <p:cNvSpPr>
            <a:spLocks noGrp="1"/>
          </p:cNvSpPr>
          <p:nvPr>
            <p:ph type="ftr" sz="quarter" idx="3"/>
          </p:nvPr>
        </p:nvSpPr>
        <p:spPr>
          <a:xfrm>
            <a:off x="3028950" y="5100079"/>
            <a:ext cx="2835000" cy="270000"/>
          </a:xfrm>
        </p:spPr>
        <p:txBody>
          <a:bodyPr anchor="ctr">
            <a:normAutofit/>
          </a:bodyPr>
          <a:lstStyle/>
          <a:p>
            <a:pPr>
              <a:spcAft>
                <a:spcPts val="450"/>
              </a:spcAft>
            </a:pPr>
            <a:r>
              <a:rPr lang="fr-CA" dirty="0"/>
              <a:t>© 2026. Estelle M. Morin, Ph. D.  Tous droits réservés.</a:t>
            </a:r>
            <a:endParaRPr lang="fr-FR"/>
          </a:p>
        </p:txBody>
      </p:sp>
      <p:sp>
        <p:nvSpPr>
          <p:cNvPr id="3" name="Espace réservé du numéro de diapositive 2">
            <a:extLst>
              <a:ext uri="{FF2B5EF4-FFF2-40B4-BE49-F238E27FC236}">
                <a16:creationId xmlns:a16="http://schemas.microsoft.com/office/drawing/2014/main" id="{4E24EF9A-A9AE-B5D6-2F53-FBDBF44942E4}"/>
              </a:ext>
            </a:extLst>
          </p:cNvPr>
          <p:cNvSpPr>
            <a:spLocks noGrp="1"/>
          </p:cNvSpPr>
          <p:nvPr>
            <p:ph type="sldNum" sz="quarter" idx="4"/>
          </p:nvPr>
        </p:nvSpPr>
        <p:spPr>
          <a:xfrm>
            <a:off x="7681634" y="5100079"/>
            <a:ext cx="945000" cy="270000"/>
          </a:xfrm>
        </p:spPr>
        <p:txBody>
          <a:bodyPr anchor="ctr">
            <a:normAutofit/>
          </a:bodyPr>
          <a:lstStyle/>
          <a:p>
            <a:pPr>
              <a:spcAft>
                <a:spcPts val="450"/>
              </a:spcAft>
            </a:pPr>
            <a:fld id="{0A5F8BAD-6575-7647-B790-DC8892003398}" type="slidenum">
              <a:rPr lang="fr-FR" smtClean="0"/>
              <a:pPr>
                <a:spcAft>
                  <a:spcPts val="450"/>
                </a:spcAft>
              </a:pPr>
              <a:t>9</a:t>
            </a:fld>
            <a:endParaRPr lang="fr-FR"/>
          </a:p>
        </p:txBody>
      </p:sp>
      <p:sp>
        <p:nvSpPr>
          <p:cNvPr id="4" name="Espace réservé de la date 3">
            <a:extLst>
              <a:ext uri="{FF2B5EF4-FFF2-40B4-BE49-F238E27FC236}">
                <a16:creationId xmlns:a16="http://schemas.microsoft.com/office/drawing/2014/main" id="{BECFBAF1-201D-9774-C783-35ABDC6AF007}"/>
              </a:ext>
            </a:extLst>
          </p:cNvPr>
          <p:cNvSpPr>
            <a:spLocks noGrp="1"/>
          </p:cNvSpPr>
          <p:nvPr>
            <p:ph type="dt" sz="half" idx="2"/>
          </p:nvPr>
        </p:nvSpPr>
        <p:spPr>
          <a:xfrm>
            <a:off x="6733614" y="5100079"/>
            <a:ext cx="945000" cy="273844"/>
          </a:xfrm>
        </p:spPr>
        <p:txBody>
          <a:bodyPr anchor="ctr">
            <a:normAutofit/>
          </a:bodyPr>
          <a:lstStyle/>
          <a:p>
            <a:pPr>
              <a:spcAft>
                <a:spcPts val="450"/>
              </a:spcAft>
            </a:pPr>
            <a:fld id="{60195FDE-C0FF-4360-8B8F-CDB860DB1078}" type="datetime3">
              <a:rPr lang="fr-CA" smtClean="0"/>
              <a:pPr>
                <a:spcAft>
                  <a:spcPts val="450"/>
                </a:spcAft>
              </a:pPr>
              <a:t>26/08/27</a:t>
            </a:fld>
            <a:endParaRPr lang="fr-FR"/>
          </a:p>
        </p:txBody>
      </p:sp>
    </p:spTree>
    <p:extLst>
      <p:ext uri="{BB962C8B-B14F-4D97-AF65-F5344CB8AC3E}">
        <p14:creationId xmlns:p14="http://schemas.microsoft.com/office/powerpoint/2010/main" val="14445155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78800" y="481013"/>
            <a:ext cx="8186400" cy="622800"/>
          </a:xfrm>
        </p:spPr>
        <p:txBody>
          <a:bodyPr anchor="ctr">
            <a:normAutofit/>
          </a:bodyPr>
          <a:lstStyle/>
          <a:p>
            <a:r>
              <a:rPr lang="fr-CA" sz="2400" noProof="0" dirty="0"/>
              <a:t>Matériel du cours et évaluations</a:t>
            </a:r>
          </a:p>
        </p:txBody>
      </p:sp>
      <p:sp>
        <p:nvSpPr>
          <p:cNvPr id="10" name="Footer Placeholder 3">
            <a:extLst>
              <a:ext uri="{FF2B5EF4-FFF2-40B4-BE49-F238E27FC236}">
                <a16:creationId xmlns:a16="http://schemas.microsoft.com/office/drawing/2014/main" id="{E00DCB2A-7A21-C93D-C0C4-3824661CA0D0}"/>
              </a:ext>
            </a:extLst>
          </p:cNvPr>
          <p:cNvSpPr>
            <a:spLocks noGrp="1"/>
          </p:cNvSpPr>
          <p:nvPr>
            <p:ph type="ftr" sz="quarter" idx="3"/>
          </p:nvPr>
        </p:nvSpPr>
        <p:spPr>
          <a:xfrm>
            <a:off x="3124200" y="5384996"/>
            <a:ext cx="2895600" cy="185224"/>
          </a:xfrm>
        </p:spPr>
        <p:txBody>
          <a:bodyPr anchor="t">
            <a:normAutofit/>
          </a:bodyPr>
          <a:lstStyle/>
          <a:p>
            <a:pPr>
              <a:spcAft>
                <a:spcPts val="600"/>
              </a:spcAft>
            </a:pPr>
            <a:r>
              <a:rPr lang="fr-CA" dirty="0">
                <a:solidFill>
                  <a:schemeClr val="accent3">
                    <a:lumMod val="10000"/>
                  </a:schemeClr>
                </a:solidFill>
              </a:rPr>
              <a:t>@2025. Marie-Christine ALBERT. Tous droits réservés.</a:t>
            </a:r>
          </a:p>
        </p:txBody>
      </p:sp>
      <p:graphicFrame>
        <p:nvGraphicFramePr>
          <p:cNvPr id="5" name="Espace réservé du contenu 4"/>
          <p:cNvGraphicFramePr>
            <a:graphicFrameLocks noGrp="1"/>
          </p:cNvGraphicFramePr>
          <p:nvPr>
            <p:ph idx="1"/>
            <p:extLst>
              <p:ext uri="{D42A27DB-BD31-4B8C-83A1-F6EECF244321}">
                <p14:modId xmlns:p14="http://schemas.microsoft.com/office/powerpoint/2010/main" val="3729126496"/>
              </p:ext>
            </p:extLst>
          </p:nvPr>
        </p:nvGraphicFramePr>
        <p:xfrm>
          <a:off x="478800" y="1222310"/>
          <a:ext cx="8186400" cy="40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86495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Espace réservé du contenu 3"/>
          <p:cNvSpPr>
            <a:spLocks noGrp="1"/>
          </p:cNvSpPr>
          <p:nvPr>
            <p:ph sz="half" idx="1"/>
          </p:nvPr>
        </p:nvSpPr>
        <p:spPr>
          <a:xfrm>
            <a:off x="478453" y="1224000"/>
            <a:ext cx="5062547" cy="3999600"/>
          </a:xfrm>
        </p:spPr>
        <p:txBody>
          <a:bodyPr>
            <a:normAutofit fontScale="92500" lnSpcReduction="20000"/>
          </a:bodyPr>
          <a:lstStyle/>
          <a:p>
            <a:pPr marL="342900" indent="-342900">
              <a:buFont typeface="Wingdings" panose="05000000000000000000" pitchFamily="2" charset="2"/>
              <a:buChar char="ü"/>
            </a:pPr>
            <a:r>
              <a:rPr lang="fr-CA" dirty="0"/>
              <a:t>Lecture du chapitre 1 en réfléchissant aux questions suivantes:</a:t>
            </a:r>
          </a:p>
          <a:p>
            <a:pPr marL="342900" indent="-342900">
              <a:buFont typeface="Wingdings" panose="05000000000000000000" pitchFamily="2" charset="2"/>
              <a:buChar char="ü"/>
            </a:pPr>
            <a:endParaRPr lang="fr-CA" dirty="0"/>
          </a:p>
          <a:p>
            <a:pPr marL="591890" lvl="1" indent="-342900">
              <a:buFont typeface="Wingdings" panose="05000000000000000000" pitchFamily="2" charset="2"/>
              <a:buChar char="ü"/>
            </a:pPr>
            <a:r>
              <a:rPr lang="fr-CA" dirty="0"/>
              <a:t>Suis-je la même personne au travail qu’à la maison?</a:t>
            </a:r>
          </a:p>
          <a:p>
            <a:pPr marL="591890" lvl="1" indent="-342900">
              <a:buFont typeface="Wingdings" panose="05000000000000000000" pitchFamily="2" charset="2"/>
              <a:buChar char="ü"/>
            </a:pPr>
            <a:r>
              <a:rPr lang="fr-CA" dirty="0"/>
              <a:t>Sommes-nous « condamnés » à rester les mêmes toute notre vie? </a:t>
            </a:r>
          </a:p>
          <a:p>
            <a:pPr marL="591890" lvl="1" indent="-342900">
              <a:buFont typeface="Wingdings" panose="05000000000000000000" pitchFamily="2" charset="2"/>
              <a:buChar char="ü"/>
            </a:pPr>
            <a:r>
              <a:rPr lang="fr-CA" dirty="0"/>
              <a:t>Quels sont les 5 traits de personnalité qui vous définissent tout particulièrement?</a:t>
            </a:r>
          </a:p>
          <a:p>
            <a:pPr marL="591890" lvl="1" indent="-342900">
              <a:buFont typeface="Wingdings" panose="05000000000000000000" pitchFamily="2" charset="2"/>
              <a:buChar char="ü"/>
            </a:pPr>
            <a:r>
              <a:rPr lang="fr-CA" dirty="0"/>
              <a:t>Pourquoi certaines personnes semblent-elles plus à risque d'adopter des comportements contre-productifs? </a:t>
            </a:r>
          </a:p>
          <a:p>
            <a:pPr marL="591890" lvl="1" indent="-342900">
              <a:buFont typeface="Wingdings" panose="05000000000000000000" pitchFamily="2" charset="2"/>
              <a:buChar char="ü"/>
            </a:pPr>
            <a:r>
              <a:rPr lang="fr-CA" dirty="0"/>
              <a:t>C’est quoi être «normal»?</a:t>
            </a:r>
          </a:p>
          <a:p>
            <a:pPr marL="0" indent="0">
              <a:buNone/>
            </a:pPr>
            <a:endParaRPr lang="fr-CA" dirty="0"/>
          </a:p>
        </p:txBody>
      </p:sp>
      <p:sp>
        <p:nvSpPr>
          <p:cNvPr id="3" name="Titre 2"/>
          <p:cNvSpPr>
            <a:spLocks noGrp="1"/>
          </p:cNvSpPr>
          <p:nvPr>
            <p:ph type="title"/>
          </p:nvPr>
        </p:nvSpPr>
        <p:spPr>
          <a:xfrm>
            <a:off x="478800" y="481013"/>
            <a:ext cx="8186400" cy="622800"/>
          </a:xfrm>
        </p:spPr>
        <p:txBody>
          <a:bodyPr anchor="ctr">
            <a:normAutofit/>
          </a:bodyPr>
          <a:lstStyle/>
          <a:p>
            <a:r>
              <a:rPr lang="fr-CA"/>
              <a:t>À faire pour la séance 2</a:t>
            </a:r>
          </a:p>
        </p:txBody>
      </p:sp>
      <p:sp>
        <p:nvSpPr>
          <p:cNvPr id="2" name="Espace réservé du pied de page 1"/>
          <p:cNvSpPr>
            <a:spLocks noGrp="1"/>
          </p:cNvSpPr>
          <p:nvPr>
            <p:ph type="ftr" sz="quarter" idx="10"/>
          </p:nvPr>
        </p:nvSpPr>
        <p:spPr>
          <a:xfrm>
            <a:off x="3124200" y="5384996"/>
            <a:ext cx="2895600" cy="185224"/>
          </a:xfrm>
        </p:spPr>
        <p:txBody>
          <a:bodyPr anchor="t">
            <a:normAutofit/>
          </a:bodyPr>
          <a:lstStyle/>
          <a:p>
            <a:pPr>
              <a:spcAft>
                <a:spcPts val="600"/>
              </a:spcAft>
            </a:pPr>
            <a:r>
              <a:rPr lang="fr-CA">
                <a:solidFill>
                  <a:srgbClr val="003C71"/>
                </a:solidFill>
              </a:rPr>
              <a:t>@2025. Marie-Christine ALBERT. Tous droits réservés.</a:t>
            </a:r>
          </a:p>
        </p:txBody>
      </p:sp>
      <p:sp>
        <p:nvSpPr>
          <p:cNvPr id="6" name="Espace réservé du contenu 5">
            <a:extLst>
              <a:ext uri="{FF2B5EF4-FFF2-40B4-BE49-F238E27FC236}">
                <a16:creationId xmlns:a16="http://schemas.microsoft.com/office/drawing/2014/main" id="{06E84777-DB19-E26C-AB5E-00F644F27757}"/>
              </a:ext>
            </a:extLst>
          </p:cNvPr>
          <p:cNvSpPr>
            <a:spLocks noGrp="1"/>
          </p:cNvSpPr>
          <p:nvPr>
            <p:ph sz="half" idx="2"/>
          </p:nvPr>
        </p:nvSpPr>
        <p:spPr/>
        <p:txBody>
          <a:bodyPr/>
          <a:lstStyle/>
          <a:p>
            <a:endParaRPr lang="fr-CA"/>
          </a:p>
        </p:txBody>
      </p:sp>
    </p:spTree>
    <p:extLst>
      <p:ext uri="{BB962C8B-B14F-4D97-AF65-F5344CB8AC3E}">
        <p14:creationId xmlns:p14="http://schemas.microsoft.com/office/powerpoint/2010/main" val="4043745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p:cNvSpPr>
            <a:spLocks noGrp="1"/>
          </p:cNvSpPr>
          <p:nvPr>
            <p:ph type="title"/>
          </p:nvPr>
        </p:nvSpPr>
        <p:spPr>
          <a:xfrm>
            <a:off x="478800" y="481013"/>
            <a:ext cx="8186400" cy="622800"/>
          </a:xfrm>
        </p:spPr>
        <p:txBody>
          <a:bodyPr anchor="ctr">
            <a:normAutofit/>
          </a:bodyPr>
          <a:lstStyle/>
          <a:p>
            <a:r>
              <a:rPr lang="fr-CA" sz="2400" dirty="0"/>
              <a:t>Des questions? Rappel des objectifs de la séance</a:t>
            </a:r>
          </a:p>
        </p:txBody>
      </p:sp>
      <p:graphicFrame>
        <p:nvGraphicFramePr>
          <p:cNvPr id="9" name="Espace réservé du texte 6">
            <a:extLst>
              <a:ext uri="{FF2B5EF4-FFF2-40B4-BE49-F238E27FC236}">
                <a16:creationId xmlns:a16="http://schemas.microsoft.com/office/drawing/2014/main" id="{08BC7F29-5A07-D51A-ECD0-9FF6624CBC56}"/>
              </a:ext>
            </a:extLst>
          </p:cNvPr>
          <p:cNvGraphicFramePr/>
          <p:nvPr/>
        </p:nvGraphicFramePr>
        <p:xfrm>
          <a:off x="478800" y="1222310"/>
          <a:ext cx="8186400" cy="4000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91506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re 4">
            <a:extLst>
              <a:ext uri="{FF2B5EF4-FFF2-40B4-BE49-F238E27FC236}">
                <a16:creationId xmlns:a16="http://schemas.microsoft.com/office/drawing/2014/main" id="{B87A30EB-D064-7874-21F1-72AC4F57718A}"/>
              </a:ext>
            </a:extLst>
          </p:cNvPr>
          <p:cNvSpPr>
            <a:spLocks noGrp="1"/>
          </p:cNvSpPr>
          <p:nvPr>
            <p:ph type="title"/>
          </p:nvPr>
        </p:nvSpPr>
        <p:spPr/>
        <p:txBody>
          <a:bodyPr/>
          <a:lstStyle/>
          <a:p>
            <a:r>
              <a:rPr lang="fr-CA" dirty="0">
                <a:solidFill>
                  <a:srgbClr val="000000"/>
                </a:solidFill>
              </a:rPr>
              <a:t>Annexe</a:t>
            </a:r>
          </a:p>
        </p:txBody>
      </p:sp>
      <p:sp>
        <p:nvSpPr>
          <p:cNvPr id="6" name="Espace réservé du texte 5">
            <a:extLst>
              <a:ext uri="{FF2B5EF4-FFF2-40B4-BE49-F238E27FC236}">
                <a16:creationId xmlns:a16="http://schemas.microsoft.com/office/drawing/2014/main" id="{FFA6C8F6-2B0E-FB78-2F02-713F09776782}"/>
              </a:ext>
            </a:extLst>
          </p:cNvPr>
          <p:cNvSpPr>
            <a:spLocks noGrp="1"/>
          </p:cNvSpPr>
          <p:nvPr>
            <p:ph type="body" idx="1"/>
          </p:nvPr>
        </p:nvSpPr>
        <p:spPr/>
        <p:txBody>
          <a:bodyPr/>
          <a:lstStyle/>
          <a:p>
            <a:endParaRPr lang="fr-CA"/>
          </a:p>
        </p:txBody>
      </p:sp>
    </p:spTree>
    <p:extLst>
      <p:ext uri="{BB962C8B-B14F-4D97-AF65-F5344CB8AC3E}">
        <p14:creationId xmlns:p14="http://schemas.microsoft.com/office/powerpoint/2010/main" val="10984042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Espace réservé du contenu 5">
            <a:extLst>
              <a:ext uri="{FF2B5EF4-FFF2-40B4-BE49-F238E27FC236}">
                <a16:creationId xmlns:a16="http://schemas.microsoft.com/office/drawing/2014/main" id="{7A9F21F0-41F8-AB6C-F83C-5856491B3F27}"/>
              </a:ext>
            </a:extLst>
          </p:cNvPr>
          <p:cNvGraphicFramePr>
            <a:graphicFrameLocks noGrp="1"/>
          </p:cNvGraphicFramePr>
          <p:nvPr>
            <p:ph idx="1"/>
            <p:extLst>
              <p:ext uri="{D42A27DB-BD31-4B8C-83A1-F6EECF244321}">
                <p14:modId xmlns:p14="http://schemas.microsoft.com/office/powerpoint/2010/main" val="2650629109"/>
              </p:ext>
            </p:extLst>
          </p:nvPr>
        </p:nvGraphicFramePr>
        <p:xfrm>
          <a:off x="479425" y="1222375"/>
          <a:ext cx="8185150" cy="40005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itre 3">
            <a:extLst>
              <a:ext uri="{FF2B5EF4-FFF2-40B4-BE49-F238E27FC236}">
                <a16:creationId xmlns:a16="http://schemas.microsoft.com/office/drawing/2014/main" id="{E861C672-8F6A-CB53-6CC8-D793FDCA5A54}"/>
              </a:ext>
            </a:extLst>
          </p:cNvPr>
          <p:cNvSpPr>
            <a:spLocks noGrp="1"/>
          </p:cNvSpPr>
          <p:nvPr>
            <p:ph type="title"/>
          </p:nvPr>
        </p:nvSpPr>
        <p:spPr/>
        <p:txBody>
          <a:bodyPr/>
          <a:lstStyle/>
          <a:p>
            <a:r>
              <a:rPr lang="fr-CA" sz="2400" dirty="0"/>
              <a:t>Définition d’une attitude et d’un comportement</a:t>
            </a:r>
          </a:p>
        </p:txBody>
      </p:sp>
      <p:sp>
        <p:nvSpPr>
          <p:cNvPr id="7" name="ZoneTexte 6">
            <a:extLst>
              <a:ext uri="{FF2B5EF4-FFF2-40B4-BE49-F238E27FC236}">
                <a16:creationId xmlns:a16="http://schemas.microsoft.com/office/drawing/2014/main" id="{AA2E47BF-3CF4-8E27-D75E-5391DF843B78}"/>
              </a:ext>
            </a:extLst>
          </p:cNvPr>
          <p:cNvSpPr txBox="1"/>
          <p:nvPr/>
        </p:nvSpPr>
        <p:spPr>
          <a:xfrm>
            <a:off x="2765394" y="5412430"/>
            <a:ext cx="4572000" cy="200055"/>
          </a:xfrm>
          <a:prstGeom prst="rect">
            <a:avLst/>
          </a:prstGeom>
          <a:noFill/>
        </p:spPr>
        <p:txBody>
          <a:bodyPr wrap="square">
            <a:spAutoFit/>
          </a:bodyPr>
          <a:lstStyle/>
          <a:p>
            <a:pPr defTabSz="685800">
              <a:defRPr/>
            </a:pPr>
            <a:r>
              <a:rPr lang="fr-CA" sz="700" cap="none" dirty="0">
                <a:latin typeface="Articulate Light"/>
              </a:rPr>
              <a:t>@2025. Marie-Christine ALBERT à partir de Morin, </a:t>
            </a:r>
            <a:r>
              <a:rPr lang="fr-CA" sz="700" cap="none" dirty="0" err="1">
                <a:latin typeface="Articulate Light"/>
              </a:rPr>
              <a:t>Aubé</a:t>
            </a:r>
            <a:r>
              <a:rPr lang="fr-CA" sz="700" cap="none" dirty="0">
                <a:latin typeface="Articulate Light"/>
              </a:rPr>
              <a:t> et Johnson (2015). Tous droits réservés.</a:t>
            </a:r>
          </a:p>
        </p:txBody>
      </p:sp>
    </p:spTree>
    <p:extLst>
      <p:ext uri="{BB962C8B-B14F-4D97-AF65-F5344CB8AC3E}">
        <p14:creationId xmlns:p14="http://schemas.microsoft.com/office/powerpoint/2010/main" val="33006264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9191" y="559594"/>
            <a:ext cx="6480000" cy="810000"/>
          </a:xfrm>
        </p:spPr>
        <p:txBody>
          <a:bodyPr anchor="ctr">
            <a:normAutofit/>
          </a:bodyPr>
          <a:lstStyle/>
          <a:p>
            <a:r>
              <a:rPr lang="en-US" dirty="0"/>
              <a:t>Propositions</a:t>
            </a:r>
          </a:p>
        </p:txBody>
      </p:sp>
      <p:sp>
        <p:nvSpPr>
          <p:cNvPr id="4" name="Content Placeholder 3"/>
          <p:cNvSpPr>
            <a:spLocks noGrp="1"/>
          </p:cNvSpPr>
          <p:nvPr>
            <p:ph sz="quarter" idx="13"/>
          </p:nvPr>
        </p:nvSpPr>
        <p:spPr>
          <a:xfrm>
            <a:off x="300005" y="1614836"/>
            <a:ext cx="6480000" cy="3240000"/>
          </a:xfrm>
        </p:spPr>
        <p:txBody>
          <a:bodyPr>
            <a:normAutofit fontScale="70000" lnSpcReduction="20000"/>
          </a:bodyPr>
          <a:lstStyle/>
          <a:p>
            <a:r>
              <a:rPr lang="fr-CA" dirty="0"/>
              <a:t>Proposition 1: le management donne de la cohérence à l’organisation et fait que les choses arrivent.</a:t>
            </a:r>
          </a:p>
          <a:p>
            <a:r>
              <a:rPr lang="fr-CA" dirty="0"/>
              <a:t>Proposition 2: le management s’exerce au point de rencontre du travail à accomplir et des personnes qui doivent coordonner leurs efforts pour le réaliser, dans le cadre défini par la stratégie et les pratiques de gestion des ressources humaines.</a:t>
            </a:r>
          </a:p>
          <a:p>
            <a:r>
              <a:rPr lang="fr-CA" dirty="0"/>
              <a:t>Proposition 3: le travail de management consiste à donner une direction à l’action collective, à organiser les contributions, à apprécier les résultats et à développer la capacité de l’équipe à agir et à innover.</a:t>
            </a:r>
          </a:p>
          <a:p>
            <a:r>
              <a:rPr lang="fr-CA" dirty="0"/>
              <a:t>Proposition 4: la manière de gérer le travail et les équipes influence conjointement l’efficacité des organisations, la qualité de vie au travail et la contribution de l’action collective au développement durable.</a:t>
            </a:r>
          </a:p>
          <a:p>
            <a:r>
              <a:rPr lang="fr-CA" dirty="0"/>
              <a:t>Proposition 5: les comportements humains présentent une rationalité pour la personne : ils visent à maintenir ou à rétablir un équilibre autour de valeurs qu’elle tient pour normales.</a:t>
            </a:r>
          </a:p>
          <a:p>
            <a:endParaRPr lang="fr-CA" dirty="0"/>
          </a:p>
          <a:p>
            <a:endParaRPr lang="fr-CA" dirty="0"/>
          </a:p>
          <a:p>
            <a:endParaRPr lang="fr-CA" dirty="0"/>
          </a:p>
          <a:p>
            <a:endParaRPr lang="fr-CA" dirty="0"/>
          </a:p>
          <a:p>
            <a:endParaRPr lang="fr-CA" dirty="0"/>
          </a:p>
        </p:txBody>
      </p:sp>
      <p:sp>
        <p:nvSpPr>
          <p:cNvPr id="3" name="Espace réservé du pied de page 2">
            <a:extLst>
              <a:ext uri="{FF2B5EF4-FFF2-40B4-BE49-F238E27FC236}">
                <a16:creationId xmlns:a16="http://schemas.microsoft.com/office/drawing/2014/main" id="{212081AC-0ABC-2F34-DD7A-09966DF39EC6}"/>
              </a:ext>
            </a:extLst>
          </p:cNvPr>
          <p:cNvSpPr>
            <a:spLocks noGrp="1"/>
          </p:cNvSpPr>
          <p:nvPr>
            <p:ph type="ftr" sz="quarter" idx="3"/>
          </p:nvPr>
        </p:nvSpPr>
        <p:spPr>
          <a:xfrm>
            <a:off x="3028950" y="5100079"/>
            <a:ext cx="2835000" cy="270000"/>
          </a:xfrm>
        </p:spPr>
        <p:txBody>
          <a:bodyPr anchor="ctr">
            <a:normAutofit/>
          </a:bodyPr>
          <a:lstStyle/>
          <a:p>
            <a:pPr>
              <a:spcAft>
                <a:spcPts val="450"/>
              </a:spcAft>
            </a:pPr>
            <a:r>
              <a:rPr lang="fr-CA" dirty="0"/>
              <a:t>© 2026. Estelle M. Morin, Ph. D.  Tous droits réservés.</a:t>
            </a:r>
            <a:endParaRPr lang="fr-FR"/>
          </a:p>
        </p:txBody>
      </p:sp>
      <p:sp>
        <p:nvSpPr>
          <p:cNvPr id="5" name="Espace réservé du numéro de diapositive 4">
            <a:extLst>
              <a:ext uri="{FF2B5EF4-FFF2-40B4-BE49-F238E27FC236}">
                <a16:creationId xmlns:a16="http://schemas.microsoft.com/office/drawing/2014/main" id="{9ED2AD02-9D3C-25B8-82F9-600D6BBD33ED}"/>
              </a:ext>
            </a:extLst>
          </p:cNvPr>
          <p:cNvSpPr>
            <a:spLocks noGrp="1"/>
          </p:cNvSpPr>
          <p:nvPr>
            <p:ph type="sldNum" sz="quarter" idx="4"/>
          </p:nvPr>
        </p:nvSpPr>
        <p:spPr>
          <a:xfrm>
            <a:off x="7681634" y="5100079"/>
            <a:ext cx="945000" cy="270000"/>
          </a:xfrm>
        </p:spPr>
        <p:txBody>
          <a:bodyPr anchor="ctr">
            <a:normAutofit/>
          </a:bodyPr>
          <a:lstStyle/>
          <a:p>
            <a:pPr>
              <a:spcAft>
                <a:spcPts val="450"/>
              </a:spcAft>
            </a:pPr>
            <a:fld id="{0A5F8BAD-6575-7647-B790-DC8892003398}" type="slidenum">
              <a:rPr lang="fr-FR" smtClean="0"/>
              <a:pPr>
                <a:spcAft>
                  <a:spcPts val="450"/>
                </a:spcAft>
              </a:pPr>
              <a:t>15</a:t>
            </a:fld>
            <a:endParaRPr lang="fr-FR"/>
          </a:p>
        </p:txBody>
      </p:sp>
    </p:spTree>
    <p:extLst>
      <p:ext uri="{BB962C8B-B14F-4D97-AF65-F5344CB8AC3E}">
        <p14:creationId xmlns:p14="http://schemas.microsoft.com/office/powerpoint/2010/main" val="2089100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C8E032F-8B4A-F13F-8C58-53DE59488544}"/>
              </a:ext>
            </a:extLst>
          </p:cNvPr>
          <p:cNvSpPr>
            <a:spLocks noGrp="1"/>
          </p:cNvSpPr>
          <p:nvPr>
            <p:ph type="title"/>
          </p:nvPr>
        </p:nvSpPr>
        <p:spPr/>
        <p:txBody>
          <a:bodyPr/>
          <a:lstStyle/>
          <a:p>
            <a:r>
              <a:rPr lang="fr-CA" dirty="0"/>
              <a:t>Propositions</a:t>
            </a:r>
          </a:p>
        </p:txBody>
      </p:sp>
      <p:sp>
        <p:nvSpPr>
          <p:cNvPr id="3" name="Espace réservé du contenu 2">
            <a:extLst>
              <a:ext uri="{FF2B5EF4-FFF2-40B4-BE49-F238E27FC236}">
                <a16:creationId xmlns:a16="http://schemas.microsoft.com/office/drawing/2014/main" id="{6B7C5DA5-CECC-ADC9-8A45-E663A8073817}"/>
              </a:ext>
            </a:extLst>
          </p:cNvPr>
          <p:cNvSpPr>
            <a:spLocks noGrp="1"/>
          </p:cNvSpPr>
          <p:nvPr>
            <p:ph sz="quarter" idx="13"/>
          </p:nvPr>
        </p:nvSpPr>
        <p:spPr/>
        <p:txBody>
          <a:bodyPr>
            <a:normAutofit fontScale="92500"/>
          </a:bodyPr>
          <a:lstStyle/>
          <a:p>
            <a:pPr marL="0" indent="0">
              <a:buNone/>
            </a:pPr>
            <a:r>
              <a:rPr lang="fr-CA" sz="1000" dirty="0"/>
              <a:t>6</a:t>
            </a:r>
            <a:r>
              <a:rPr lang="fr-CA" sz="1000" baseline="30000" dirty="0"/>
              <a:t>e</a:t>
            </a:r>
            <a:r>
              <a:rPr lang="fr-CA" sz="1000" dirty="0"/>
              <a:t>. Les attitudes et les comportements d’une personne portent l’empreinte de sa personnalité.</a:t>
            </a:r>
          </a:p>
          <a:p>
            <a:pPr marL="0" indent="0">
              <a:buNone/>
            </a:pPr>
            <a:r>
              <a:rPr lang="fr-CA" sz="1000" dirty="0"/>
              <a:t>7</a:t>
            </a:r>
            <a:r>
              <a:rPr lang="fr-CA" sz="1000" baseline="30000" dirty="0"/>
              <a:t>e</a:t>
            </a:r>
            <a:r>
              <a:rPr lang="fr-CA" sz="1000" dirty="0"/>
              <a:t>. Les comportements humains servent à s’adapter aux exigences du milieu tout en favorisant autant que possible l’expression de l’individualité.</a:t>
            </a:r>
          </a:p>
          <a:p>
            <a:pPr marL="0" indent="0">
              <a:buNone/>
            </a:pPr>
            <a:r>
              <a:rPr lang="fr-CA" sz="1000" dirty="0"/>
              <a:t>8</a:t>
            </a:r>
            <a:r>
              <a:rPr lang="fr-CA" sz="1000" baseline="30000" dirty="0"/>
              <a:t>e</a:t>
            </a:r>
            <a:r>
              <a:rPr lang="fr-CA" sz="1000" dirty="0"/>
              <a:t>. L’apprentissage est un processus de modification d’une conduite acquise et devenue implicite. Il exige d’en prendre conscience et de réguler l’anxiété et le stress que suscite sa remise en question.</a:t>
            </a:r>
          </a:p>
          <a:p>
            <a:pPr marL="0" indent="0">
              <a:buNone/>
            </a:pPr>
            <a:r>
              <a:rPr lang="fr-CA" sz="1000" dirty="0"/>
              <a:t>9</a:t>
            </a:r>
            <a:r>
              <a:rPr lang="fr-CA" sz="1000" baseline="30000" dirty="0"/>
              <a:t>e</a:t>
            </a:r>
            <a:r>
              <a:rPr lang="fr-CA" sz="1000" dirty="0"/>
              <a:t>. Les comportements humains au travail résultent de l’interaction dynamique entre les caractéristiques de la personne, les processus par lesquels elle perçoit, se motive, s’adapte et apprend, et les situations dans lesquelles elle agit.</a:t>
            </a:r>
          </a:p>
          <a:p>
            <a:pPr marL="0" indent="0">
              <a:buNone/>
            </a:pPr>
            <a:r>
              <a:rPr lang="fr-CA" sz="1000" dirty="0"/>
              <a:t>10</a:t>
            </a:r>
            <a:r>
              <a:rPr lang="fr-CA" sz="1000" baseline="30000" dirty="0"/>
              <a:t>e</a:t>
            </a:r>
            <a:r>
              <a:rPr lang="fr-CA" sz="1000" dirty="0"/>
              <a:t>. Pour vivre et se développer, l’être humain a besoin d’être en relation avec d’autres personnes. Il doit aussi apprendre comment être avec elles.</a:t>
            </a:r>
          </a:p>
          <a:p>
            <a:r>
              <a:rPr lang="fr-CA" sz="1000" dirty="0"/>
              <a:t>Premier corollaire. L’être humain est sensible à la qualité de l’attention, voire de l’affection, qu’il reçoit des autres et qu’il leur témoigne.</a:t>
            </a:r>
          </a:p>
          <a:p>
            <a:r>
              <a:rPr lang="fr-CA" sz="1000" dirty="0"/>
              <a:t>Deuxième corollaire. La qualité de l’attention échangée contribue à la confiance qu’une personne accorde aux autres.</a:t>
            </a:r>
          </a:p>
          <a:p>
            <a:r>
              <a:rPr lang="fr-CA" sz="1000" dirty="0"/>
              <a:t>Troisième corollaire. La qualité de l’attention reçue contribue au sentiment de sa propre valeur.</a:t>
            </a:r>
          </a:p>
          <a:p>
            <a:r>
              <a:rPr lang="fr-CA" sz="1000" dirty="0"/>
              <a:t>Quatrième corollaire. Sous l’influence d’autrui, l’être humain apprend comment être avec les autres, mais, pour devenir pleinement lui-même, il doit aussi apprendre à affirmer son individualité de manière à préserver la qualité de ses relations</a:t>
            </a:r>
          </a:p>
          <a:p>
            <a:pPr marL="0" indent="0">
              <a:buNone/>
            </a:pPr>
            <a:r>
              <a:rPr lang="fr-CA" sz="1000" dirty="0"/>
              <a:t>11</a:t>
            </a:r>
            <a:r>
              <a:rPr lang="fr-CA" sz="1000" baseline="30000" dirty="0"/>
              <a:t>e</a:t>
            </a:r>
            <a:r>
              <a:rPr lang="fr-CA" sz="1000" dirty="0"/>
              <a:t>. Le pouvoir est la capacité d’agir sur les croyances, les décisions ou les conduites d’autrui ; l’influence sociale est l’exercice de cette capacité.</a:t>
            </a:r>
          </a:p>
          <a:p>
            <a:r>
              <a:rPr lang="fr-CA" sz="1000" dirty="0"/>
              <a:t>Corollaire. La responsabilité associée à l’exercice du pouvoir consiste à l’exercer au service du bien commun.</a:t>
            </a:r>
          </a:p>
          <a:p>
            <a:pPr marL="0" indent="0">
              <a:buNone/>
            </a:pPr>
            <a:r>
              <a:rPr lang="fr-CA" sz="1000" dirty="0"/>
              <a:t>12</a:t>
            </a:r>
            <a:r>
              <a:rPr lang="fr-CA" sz="1000" baseline="30000" dirty="0"/>
              <a:t>e</a:t>
            </a:r>
            <a:r>
              <a:rPr lang="fr-CA" sz="1000" dirty="0"/>
              <a:t>. L’interdépendance se déploie à plusieurs niveaux. Elle unit les personnes au sein des groupes et des équipes et peut également relier plusieurs équipes au sein d’un système </a:t>
            </a:r>
            <a:r>
              <a:rPr lang="fr-CA" sz="1000" dirty="0" err="1"/>
              <a:t>multiéquipes</a:t>
            </a:r>
            <a:r>
              <a:rPr lang="fr-CA" sz="1000" dirty="0"/>
              <a:t>.</a:t>
            </a:r>
          </a:p>
          <a:p>
            <a:r>
              <a:rPr lang="fr-CA" sz="1000" dirty="0"/>
              <a:t>Corollaire. L’efficacité collective dépend de la qualité des interactions et de la coordination à chacun de ces niveaux, ainsi que des échanges avec l’environnement.</a:t>
            </a:r>
          </a:p>
          <a:p>
            <a:endParaRPr lang="fr-CA" sz="1000" dirty="0"/>
          </a:p>
        </p:txBody>
      </p:sp>
      <p:sp>
        <p:nvSpPr>
          <p:cNvPr id="4" name="Espace réservé du pied de page 3">
            <a:extLst>
              <a:ext uri="{FF2B5EF4-FFF2-40B4-BE49-F238E27FC236}">
                <a16:creationId xmlns:a16="http://schemas.microsoft.com/office/drawing/2014/main" id="{D5692A2C-FB64-861F-67B5-138B12D195DD}"/>
              </a:ext>
            </a:extLst>
          </p:cNvPr>
          <p:cNvSpPr>
            <a:spLocks noGrp="1"/>
          </p:cNvSpPr>
          <p:nvPr>
            <p:ph type="ftr" sz="quarter" idx="3"/>
          </p:nvPr>
        </p:nvSpPr>
        <p:spPr/>
        <p:txBody>
          <a:bodyPr/>
          <a:lstStyle/>
          <a:p>
            <a:r>
              <a:rPr lang="fr-CA"/>
              <a:t>© 2026. Estelle M. Morin, Ph. D.  Tous droits réservés.</a:t>
            </a:r>
            <a:endParaRPr lang="fr-FR" dirty="0"/>
          </a:p>
        </p:txBody>
      </p:sp>
    </p:spTree>
    <p:extLst>
      <p:ext uri="{BB962C8B-B14F-4D97-AF65-F5344CB8AC3E}">
        <p14:creationId xmlns:p14="http://schemas.microsoft.com/office/powerpoint/2010/main" val="322404448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heme/theme1.xml><?xml version="1.0" encoding="utf-8"?>
<a:theme xmlns:a="http://schemas.openxmlformats.org/drawingml/2006/main" name="gabaritPowerPoint_HECMontreal_enseignement">
  <a:themeElements>
    <a:clrScheme name="Personnalisé 5">
      <a:dk1>
        <a:srgbClr val="233250"/>
      </a:dk1>
      <a:lt1>
        <a:srgbClr val="FCFBF8"/>
      </a:lt1>
      <a:dk2>
        <a:srgbClr val="233250"/>
      </a:dk2>
      <a:lt2>
        <a:srgbClr val="FCFBF8"/>
      </a:lt2>
      <a:accent1>
        <a:srgbClr val="233250"/>
      </a:accent1>
      <a:accent2>
        <a:srgbClr val="91A5CE"/>
      </a:accent2>
      <a:accent3>
        <a:srgbClr val="EB5A4E"/>
      </a:accent3>
      <a:accent4>
        <a:srgbClr val="CDAD66"/>
      </a:accent4>
      <a:accent5>
        <a:srgbClr val="BED5BD"/>
      </a:accent5>
      <a:accent6>
        <a:srgbClr val="AC8582"/>
      </a:accent6>
      <a:hlink>
        <a:srgbClr val="233250"/>
      </a:hlink>
      <a:folHlink>
        <a:srgbClr val="EB5A4E"/>
      </a:folHlink>
    </a:clrScheme>
    <a:fontScheme name="Personnalisé 1">
      <a:majorFont>
        <a:latin typeface="Times New Roman"/>
        <a:ea typeface=""/>
        <a:cs typeface=""/>
      </a:majorFont>
      <a:minorFont>
        <a:latin typeface="Visby CF"/>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bodyPr vert="horz" wrap="square" lIns="91440" tIns="45720" rIns="91440" bIns="45720" rtlCol="0">
        <a:normAutofit/>
      </a:bodyPr>
      <a:lstStyle>
        <a:defPPr marL="154800" indent="-154800">
          <a:buClr>
            <a:schemeClr val="accent2"/>
          </a:buClr>
          <a:buSzPct val="125000"/>
          <a:buFont typeface="Arial" panose="020B0604020202020204" pitchFamily="34" charset="0"/>
          <a:buChar char="•"/>
          <a:defRPr sz="1670" dirty="0" smtClean="0"/>
        </a:defPPr>
      </a:lstStyle>
    </a:txDef>
  </a:objectDefaults>
  <a:extraClrSchemeLst/>
  <a:extLst>
    <a:ext uri="{05A4C25C-085E-4340-85A3-A5531E510DB2}">
      <thm15:themeFamily xmlns:thm15="http://schemas.microsoft.com/office/thememl/2012/main" name="gabaritPowerPoint_HECMontreal_enseignement" id="{29928FB9-F3AA-45AB-8F46-6E4DF7254101}" vid="{C663BDC5-6FC0-40F6-8608-E4F4FEDA6E71}"/>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9A9A6A541A7A45A9CB40BC1908BF18" ma:contentTypeVersion="8" ma:contentTypeDescription="Create a new document." ma:contentTypeScope="" ma:versionID="8f5e8b42a871d183a76939c57151ef8b">
  <xsd:schema xmlns:xsd="http://www.w3.org/2001/XMLSchema" xmlns:xs="http://www.w3.org/2001/XMLSchema" xmlns:p="http://schemas.microsoft.com/office/2006/metadata/properties" xmlns:ns2="bd2dc4b9-1ec7-46e4-8aeb-8e23c24d7901" xmlns:ns3="69dcc765-6b09-4905-a327-946edc2eaaa4" targetNamespace="http://schemas.microsoft.com/office/2006/metadata/properties" ma:root="true" ma:fieldsID="758ba36e4243888cc67d00c9be5b1d70" ns2:_="" ns3:_="">
    <xsd:import namespace="bd2dc4b9-1ec7-46e4-8aeb-8e23c24d7901"/>
    <xsd:import namespace="69dcc765-6b09-4905-a327-946edc2eaaa4"/>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2dc4b9-1ec7-46e4-8aeb-8e23c24d790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9dcc765-6b09-4905-a327-946edc2eaaa4"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8C8C581-688C-4F0F-A726-EDC6D295F37C}">
  <ds:schemaRefs>
    <ds:schemaRef ds:uri="http://schemas.microsoft.com/sharepoint/v3/contenttype/forms"/>
  </ds:schemaRefs>
</ds:datastoreItem>
</file>

<file path=customXml/itemProps2.xml><?xml version="1.0" encoding="utf-8"?>
<ds:datastoreItem xmlns:ds="http://schemas.openxmlformats.org/officeDocument/2006/customXml" ds:itemID="{44A9448F-BA9E-44D9-B183-5AB1DF955CF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2dc4b9-1ec7-46e4-8aeb-8e23c24d7901"/>
    <ds:schemaRef ds:uri="69dcc765-6b09-4905-a327-946edc2eaaa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4F99867-7C3C-4C85-A412-31A8DFBF27EC}">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69dcc765-6b09-4905-a327-946edc2eaaa4"/>
    <ds:schemaRef ds:uri="http://purl.org/dc/elements/1.1/"/>
    <ds:schemaRef ds:uri="http://schemas.microsoft.com/office/2006/metadata/properties"/>
    <ds:schemaRef ds:uri="bd2dc4b9-1ec7-46e4-8aeb-8e23c24d7901"/>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3835</TotalTime>
  <Words>1378</Words>
  <Application>Microsoft Office PowerPoint</Application>
  <PresentationFormat>Affichage à l'écran (16:10)</PresentationFormat>
  <Paragraphs>141</Paragraphs>
  <Slides>16</Slides>
  <Notes>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16</vt:i4>
      </vt:variant>
    </vt:vector>
  </HeadingPairs>
  <TitlesOfParts>
    <vt:vector size="24" baseType="lpstr">
      <vt:lpstr>Arial</vt:lpstr>
      <vt:lpstr>Articulate Light</vt:lpstr>
      <vt:lpstr>Calibri</vt:lpstr>
      <vt:lpstr>Times New Roman</vt:lpstr>
      <vt:lpstr>Visby CF</vt:lpstr>
      <vt:lpstr>Visby CF Bold</vt:lpstr>
      <vt:lpstr>Wingdings</vt:lpstr>
      <vt:lpstr>gabaritPowerPoint_HECMontreal_enseignement</vt:lpstr>
      <vt:lpstr>Comportement organisationnel</vt:lpstr>
      <vt:lpstr>Objectifs de la séance</vt:lpstr>
      <vt:lpstr>Présentation de l’enseignante</vt:lpstr>
      <vt:lpstr>Présentation de l’auxiliaire d’enseignement</vt:lpstr>
      <vt:lpstr>Le comportement organisationnel</vt:lpstr>
      <vt:lpstr>Objectifs généraux du cours</vt:lpstr>
      <vt:lpstr>Les thèmes du cours</vt:lpstr>
      <vt:lpstr>Un modèle d’intégration</vt:lpstr>
      <vt:lpstr>Un modèle d’intégration</vt:lpstr>
      <vt:lpstr>Matériel du cours et évaluations</vt:lpstr>
      <vt:lpstr>À faire pour la séance 2</vt:lpstr>
      <vt:lpstr>Des questions? Rappel des objectifs de la séance</vt:lpstr>
      <vt:lpstr>Annexe</vt:lpstr>
      <vt:lpstr>Définition d’une attitude et d’un comportement</vt:lpstr>
      <vt:lpstr>Propositions</vt:lpstr>
      <vt:lpstr>Propositions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COCO MAC</dc:creator>
  <cp:lastModifiedBy>Marie-Christine Albert</cp:lastModifiedBy>
  <cp:revision>191</cp:revision>
  <dcterms:created xsi:type="dcterms:W3CDTF">2020-04-12T17:45:51Z</dcterms:created>
  <dcterms:modified xsi:type="dcterms:W3CDTF">2026-08-27T19:11:15Z</dcterms:modified>
</cp:coreProperties>
</file>