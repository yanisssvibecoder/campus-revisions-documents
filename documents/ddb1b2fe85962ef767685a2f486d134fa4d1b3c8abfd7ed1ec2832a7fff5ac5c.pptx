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79300" cy="9134475" type="ledg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66C17A-E688-4CC4-882A-169868964232}" v="12" dt="2025-08-31T14:42:16.0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18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e-Claude Trudel" userId="e09e5fd0-69eb-4066-ab3a-d45a4373e80c" providerId="ADAL" clId="{7DCBCC56-3F59-4864-842D-01E73E2CB56C}"/>
    <pc:docChg chg="undo custSel modSld">
      <pc:chgData name="Marie-Claude Trudel" userId="e09e5fd0-69eb-4066-ab3a-d45a4373e80c" providerId="ADAL" clId="{7DCBCC56-3F59-4864-842D-01E73E2CB56C}" dt="2025-05-07T14:18:18.140" v="14" actId="1076"/>
      <pc:docMkLst>
        <pc:docMk/>
      </pc:docMkLst>
      <pc:sldChg chg="addSp delSp modSp mod">
        <pc:chgData name="Marie-Claude Trudel" userId="e09e5fd0-69eb-4066-ab3a-d45a4373e80c" providerId="ADAL" clId="{7DCBCC56-3F59-4864-842D-01E73E2CB56C}" dt="2025-05-07T14:18:18.140" v="14" actId="1076"/>
        <pc:sldMkLst>
          <pc:docMk/>
          <pc:sldMk cId="2843927948" sldId="256"/>
        </pc:sldMkLst>
      </pc:sldChg>
    </pc:docChg>
  </pc:docChgLst>
  <pc:docChgLst>
    <pc:chgData name="Marie-Claude Trudel" userId="e09e5fd0-69eb-4066-ab3a-d45a4373e80c" providerId="ADAL" clId="{57E9942F-8838-4E74-9548-1F2FD8802148}"/>
    <pc:docChg chg="modSld">
      <pc:chgData name="Marie-Claude Trudel" userId="e09e5fd0-69eb-4066-ab3a-d45a4373e80c" providerId="ADAL" clId="{57E9942F-8838-4E74-9548-1F2FD8802148}" dt="2025-08-29T14:22:09.250" v="56" actId="20577"/>
      <pc:docMkLst>
        <pc:docMk/>
      </pc:docMkLst>
      <pc:sldChg chg="modSp mod">
        <pc:chgData name="Marie-Claude Trudel" userId="e09e5fd0-69eb-4066-ab3a-d45a4373e80c" providerId="ADAL" clId="{57E9942F-8838-4E74-9548-1F2FD8802148}" dt="2025-08-29T14:22:09.250" v="56" actId="20577"/>
        <pc:sldMkLst>
          <pc:docMk/>
          <pc:sldMk cId="2843927948" sldId="256"/>
        </pc:sldMkLst>
        <pc:spChg chg="mod">
          <ac:chgData name="Marie-Claude Trudel" userId="e09e5fd0-69eb-4066-ab3a-d45a4373e80c" providerId="ADAL" clId="{57E9942F-8838-4E74-9548-1F2FD8802148}" dt="2025-08-29T14:21:38.156" v="4" actId="20577"/>
          <ac:spMkLst>
            <pc:docMk/>
            <pc:sldMk cId="2843927948" sldId="256"/>
            <ac:spMk id="4" creationId="{6B5F62C8-24A8-A975-7526-96759D407BB2}"/>
          </ac:spMkLst>
        </pc:spChg>
        <pc:spChg chg="mod">
          <ac:chgData name="Marie-Claude Trudel" userId="e09e5fd0-69eb-4066-ab3a-d45a4373e80c" providerId="ADAL" clId="{57E9942F-8838-4E74-9548-1F2FD8802148}" dt="2025-08-29T14:21:42.755" v="5"/>
          <ac:spMkLst>
            <pc:docMk/>
            <pc:sldMk cId="2843927948" sldId="256"/>
            <ac:spMk id="10" creationId="{D30101A3-2EF7-9771-5B36-BD1D83E50B1C}"/>
          </ac:spMkLst>
        </pc:spChg>
        <pc:spChg chg="mod">
          <ac:chgData name="Marie-Claude Trudel" userId="e09e5fd0-69eb-4066-ab3a-d45a4373e80c" providerId="ADAL" clId="{57E9942F-8838-4E74-9548-1F2FD8802148}" dt="2025-08-29T14:21:43.945" v="6"/>
          <ac:spMkLst>
            <pc:docMk/>
            <pc:sldMk cId="2843927948" sldId="256"/>
            <ac:spMk id="17" creationId="{CF3AE2AE-07E8-4DA2-C389-153DBCAA461E}"/>
          </ac:spMkLst>
        </pc:spChg>
        <pc:spChg chg="mod">
          <ac:chgData name="Marie-Claude Trudel" userId="e09e5fd0-69eb-4066-ab3a-d45a4373e80c" providerId="ADAL" clId="{57E9942F-8838-4E74-9548-1F2FD8802148}" dt="2025-08-29T14:21:55.075" v="23" actId="20577"/>
          <ac:spMkLst>
            <pc:docMk/>
            <pc:sldMk cId="2843927948" sldId="256"/>
            <ac:spMk id="93" creationId="{49354C49-6011-991C-510D-58B372F2D0AB}"/>
          </ac:spMkLst>
        </pc:spChg>
        <pc:spChg chg="mod">
          <ac:chgData name="Marie-Claude Trudel" userId="e09e5fd0-69eb-4066-ab3a-d45a4373e80c" providerId="ADAL" clId="{57E9942F-8838-4E74-9548-1F2FD8802148}" dt="2025-08-29T14:22:09.250" v="56" actId="20577"/>
          <ac:spMkLst>
            <pc:docMk/>
            <pc:sldMk cId="2843927948" sldId="256"/>
            <ac:spMk id="101" creationId="{4AA84632-76C3-1F5F-3945-E2CE0FC1FCAB}"/>
          </ac:spMkLst>
        </pc:spChg>
        <pc:spChg chg="mod">
          <ac:chgData name="Marie-Claude Trudel" userId="e09e5fd0-69eb-4066-ab3a-d45a4373e80c" providerId="ADAL" clId="{57E9942F-8838-4E74-9548-1F2FD8802148}" dt="2025-08-29T14:22:01.988" v="39" actId="20577"/>
          <ac:spMkLst>
            <pc:docMk/>
            <pc:sldMk cId="2843927948" sldId="256"/>
            <ac:spMk id="102" creationId="{0DC77116-0F46-5416-471F-ADED38FFD3F9}"/>
          </ac:spMkLst>
        </pc:spChg>
      </pc:sldChg>
    </pc:docChg>
  </pc:docChgLst>
  <pc:docChgLst>
    <pc:chgData name="Marie-Claude Trudel" userId="e09e5fd0-69eb-4066-ab3a-d45a4373e80c" providerId="ADAL" clId="{4D66C17A-E688-4CC4-882A-169868964232}"/>
    <pc:docChg chg="undo custSel modSld">
      <pc:chgData name="Marie-Claude Trudel" userId="e09e5fd0-69eb-4066-ab3a-d45a4373e80c" providerId="ADAL" clId="{4D66C17A-E688-4CC4-882A-169868964232}" dt="2025-08-31T14:43:46.298" v="30" actId="34135"/>
      <pc:docMkLst>
        <pc:docMk/>
      </pc:docMkLst>
      <pc:sldChg chg="addSp delSp modSp mod">
        <pc:chgData name="Marie-Claude Trudel" userId="e09e5fd0-69eb-4066-ab3a-d45a4373e80c" providerId="ADAL" clId="{4D66C17A-E688-4CC4-882A-169868964232}" dt="2025-08-31T14:43:46.298" v="30" actId="34135"/>
        <pc:sldMkLst>
          <pc:docMk/>
          <pc:sldMk cId="2843927948" sldId="256"/>
        </pc:sldMkLst>
        <pc:spChg chg="add del mod">
          <ac:chgData name="Marie-Claude Trudel" userId="e09e5fd0-69eb-4066-ab3a-d45a4373e80c" providerId="ADAL" clId="{4D66C17A-E688-4CC4-882A-169868964232}" dt="2025-08-31T14:42:11.951" v="19" actId="478"/>
          <ac:spMkLst>
            <pc:docMk/>
            <pc:sldMk cId="2843927948" sldId="256"/>
            <ac:spMk id="3" creationId="{79A26DBA-FA01-E1CD-8169-C82F434EEA26}"/>
          </ac:spMkLst>
        </pc:spChg>
        <pc:spChg chg="mod">
          <ac:chgData name="Marie-Claude Trudel" userId="e09e5fd0-69eb-4066-ab3a-d45a4373e80c" providerId="ADAL" clId="{4D66C17A-E688-4CC4-882A-169868964232}" dt="2025-08-29T15:35:07.871" v="11"/>
          <ac:spMkLst>
            <pc:docMk/>
            <pc:sldMk cId="2843927948" sldId="256"/>
            <ac:spMk id="12" creationId="{BC8DE2AB-D7AA-77E1-471C-63B1BB9E910D}"/>
          </ac:spMkLst>
        </pc:spChg>
        <pc:spChg chg="mod">
          <ac:chgData name="Marie-Claude Trudel" userId="e09e5fd0-69eb-4066-ab3a-d45a4373e80c" providerId="ADAL" clId="{4D66C17A-E688-4CC4-882A-169868964232}" dt="2025-08-31T14:41:48.865" v="13"/>
          <ac:spMkLst>
            <pc:docMk/>
            <pc:sldMk cId="2843927948" sldId="256"/>
            <ac:spMk id="19" creationId="{27E907F1-38EA-F43B-73A4-1F9F77E7448A}"/>
          </ac:spMkLst>
        </pc:spChg>
        <pc:spChg chg="mod">
          <ac:chgData name="Marie-Claude Trudel" userId="e09e5fd0-69eb-4066-ab3a-d45a4373e80c" providerId="ADAL" clId="{4D66C17A-E688-4CC4-882A-169868964232}" dt="2025-08-31T14:41:52.028" v="14"/>
          <ac:spMkLst>
            <pc:docMk/>
            <pc:sldMk cId="2843927948" sldId="256"/>
            <ac:spMk id="26" creationId="{ADA583AF-D3D9-69D0-9C9E-EEE474677F50}"/>
          </ac:spMkLst>
        </pc:spChg>
        <pc:spChg chg="mod">
          <ac:chgData name="Marie-Claude Trudel" userId="e09e5fd0-69eb-4066-ab3a-d45a4373e80c" providerId="ADAL" clId="{4D66C17A-E688-4CC4-882A-169868964232}" dt="2025-08-31T14:41:55.187" v="15"/>
          <ac:spMkLst>
            <pc:docMk/>
            <pc:sldMk cId="2843927948" sldId="256"/>
            <ac:spMk id="29" creationId="{09AAFBD3-DE67-8E48-C8CC-6595FF148C30}"/>
          </ac:spMkLst>
        </pc:spChg>
        <pc:spChg chg="mod">
          <ac:chgData name="Marie-Claude Trudel" userId="e09e5fd0-69eb-4066-ab3a-d45a4373e80c" providerId="ADAL" clId="{4D66C17A-E688-4CC4-882A-169868964232}" dt="2025-08-31T14:41:59.287" v="16"/>
          <ac:spMkLst>
            <pc:docMk/>
            <pc:sldMk cId="2843927948" sldId="256"/>
            <ac:spMk id="32" creationId="{98D8F8D5-E037-12DA-CBCA-23D2C99092E8}"/>
          </ac:spMkLst>
        </pc:spChg>
        <pc:spChg chg="mod">
          <ac:chgData name="Marie-Claude Trudel" userId="e09e5fd0-69eb-4066-ab3a-d45a4373e80c" providerId="ADAL" clId="{4D66C17A-E688-4CC4-882A-169868964232}" dt="2025-08-31T14:41:59.287" v="16"/>
          <ac:spMkLst>
            <pc:docMk/>
            <pc:sldMk cId="2843927948" sldId="256"/>
            <ac:spMk id="34" creationId="{0204BABB-A648-308F-1B4F-7B3C6EC24E26}"/>
          </ac:spMkLst>
        </pc:spChg>
        <pc:spChg chg="mod">
          <ac:chgData name="Marie-Claude Trudel" userId="e09e5fd0-69eb-4066-ab3a-d45a4373e80c" providerId="ADAL" clId="{4D66C17A-E688-4CC4-882A-169868964232}" dt="2025-08-31T14:41:59.287" v="16"/>
          <ac:spMkLst>
            <pc:docMk/>
            <pc:sldMk cId="2843927948" sldId="256"/>
            <ac:spMk id="36" creationId="{79B81CBF-B086-5A70-6ADA-482313C287BF}"/>
          </ac:spMkLst>
        </pc:spChg>
        <pc:spChg chg="mod">
          <ac:chgData name="Marie-Claude Trudel" userId="e09e5fd0-69eb-4066-ab3a-d45a4373e80c" providerId="ADAL" clId="{4D66C17A-E688-4CC4-882A-169868964232}" dt="2025-08-31T14:42:16.093" v="20"/>
          <ac:spMkLst>
            <pc:docMk/>
            <pc:sldMk cId="2843927948" sldId="256"/>
            <ac:spMk id="42" creationId="{2E408CFF-DF6A-01B2-82E7-466A2696A355}"/>
          </ac:spMkLst>
        </pc:spChg>
        <pc:spChg chg="mod">
          <ac:chgData name="Marie-Claude Trudel" userId="e09e5fd0-69eb-4066-ab3a-d45a4373e80c" providerId="ADAL" clId="{4D66C17A-E688-4CC4-882A-169868964232}" dt="2025-08-31T14:43:46.298" v="30" actId="34135"/>
          <ac:spMkLst>
            <pc:docMk/>
            <pc:sldMk cId="2843927948" sldId="256"/>
            <ac:spMk id="93" creationId="{49354C49-6011-991C-510D-58B372F2D0AB}"/>
          </ac:spMkLst>
        </pc:spChg>
        <pc:spChg chg="mod">
          <ac:chgData name="Marie-Claude Trudel" userId="e09e5fd0-69eb-4066-ab3a-d45a4373e80c" providerId="ADAL" clId="{4D66C17A-E688-4CC4-882A-169868964232}" dt="2025-08-31T14:43:46.298" v="30" actId="34135"/>
          <ac:spMkLst>
            <pc:docMk/>
            <pc:sldMk cId="2843927948" sldId="256"/>
            <ac:spMk id="96" creationId="{FA4CA63D-B866-B4FE-AE71-0480843E90D4}"/>
          </ac:spMkLst>
        </pc:spChg>
        <pc:spChg chg="mod">
          <ac:chgData name="Marie-Claude Trudel" userId="e09e5fd0-69eb-4066-ab3a-d45a4373e80c" providerId="ADAL" clId="{4D66C17A-E688-4CC4-882A-169868964232}" dt="2025-08-31T14:43:46.298" v="30" actId="34135"/>
          <ac:spMkLst>
            <pc:docMk/>
            <pc:sldMk cId="2843927948" sldId="256"/>
            <ac:spMk id="97" creationId="{DDB35DC5-6FB1-3E1B-0E0C-2A905A17D0BB}"/>
          </ac:spMkLst>
        </pc:spChg>
        <pc:grpChg chg="add del mod">
          <ac:chgData name="Marie-Claude Trudel" userId="e09e5fd0-69eb-4066-ab3a-d45a4373e80c" providerId="ADAL" clId="{4D66C17A-E688-4CC4-882A-169868964232}" dt="2025-08-31T14:42:07.222" v="17" actId="478"/>
          <ac:grpSpMkLst>
            <pc:docMk/>
            <pc:sldMk cId="2843927948" sldId="256"/>
            <ac:grpSpMk id="6" creationId="{10C8EF2C-DC33-E134-FECA-83C6C80898EA}"/>
          </ac:grpSpMkLst>
        </pc:grpChg>
        <pc:grpChg chg="add mod">
          <ac:chgData name="Marie-Claude Trudel" userId="e09e5fd0-69eb-4066-ab3a-d45a4373e80c" providerId="ADAL" clId="{4D66C17A-E688-4CC4-882A-169868964232}" dt="2025-08-31T14:41:48.865" v="13"/>
          <ac:grpSpMkLst>
            <pc:docMk/>
            <pc:sldMk cId="2843927948" sldId="256"/>
            <ac:grpSpMk id="15" creationId="{81183E0F-681B-27C4-DE99-33FC2FD0A52F}"/>
          </ac:grpSpMkLst>
        </pc:grpChg>
        <pc:grpChg chg="add mod">
          <ac:chgData name="Marie-Claude Trudel" userId="e09e5fd0-69eb-4066-ab3a-d45a4373e80c" providerId="ADAL" clId="{4D66C17A-E688-4CC4-882A-169868964232}" dt="2025-08-31T14:41:52.028" v="14"/>
          <ac:grpSpMkLst>
            <pc:docMk/>
            <pc:sldMk cId="2843927948" sldId="256"/>
            <ac:grpSpMk id="25" creationId="{F77496B3-5834-9ADA-2F33-1867FB6068C9}"/>
          </ac:grpSpMkLst>
        </pc:grpChg>
        <pc:grpChg chg="add mod">
          <ac:chgData name="Marie-Claude Trudel" userId="e09e5fd0-69eb-4066-ab3a-d45a4373e80c" providerId="ADAL" clId="{4D66C17A-E688-4CC4-882A-169868964232}" dt="2025-08-31T14:41:55.187" v="15"/>
          <ac:grpSpMkLst>
            <pc:docMk/>
            <pc:sldMk cId="2843927948" sldId="256"/>
            <ac:grpSpMk id="28" creationId="{794F3818-21BE-B81C-7EBB-8A336E541915}"/>
          </ac:grpSpMkLst>
        </pc:grpChg>
        <pc:grpChg chg="add mod">
          <ac:chgData name="Marie-Claude Trudel" userId="e09e5fd0-69eb-4066-ab3a-d45a4373e80c" providerId="ADAL" clId="{4D66C17A-E688-4CC4-882A-169868964232}" dt="2025-08-31T14:41:59.287" v="16"/>
          <ac:grpSpMkLst>
            <pc:docMk/>
            <pc:sldMk cId="2843927948" sldId="256"/>
            <ac:grpSpMk id="31" creationId="{333A76FD-F030-ECF2-2E8F-B3014AA09902}"/>
          </ac:grpSpMkLst>
        </pc:grpChg>
        <pc:grpChg chg="mod">
          <ac:chgData name="Marie-Claude Trudel" userId="e09e5fd0-69eb-4066-ab3a-d45a4373e80c" providerId="ADAL" clId="{4D66C17A-E688-4CC4-882A-169868964232}" dt="2025-08-31T14:41:59.287" v="16"/>
          <ac:grpSpMkLst>
            <pc:docMk/>
            <pc:sldMk cId="2843927948" sldId="256"/>
            <ac:grpSpMk id="33" creationId="{BC167D63-0110-28CF-D6C9-A05E490F1AC3}"/>
          </ac:grpSpMkLst>
        </pc:grpChg>
        <pc:grpChg chg="add mod">
          <ac:chgData name="Marie-Claude Trudel" userId="e09e5fd0-69eb-4066-ab3a-d45a4373e80c" providerId="ADAL" clId="{4D66C17A-E688-4CC4-882A-169868964232}" dt="2025-08-31T14:42:28.500" v="23" actId="1076"/>
          <ac:grpSpMkLst>
            <pc:docMk/>
            <pc:sldMk cId="2843927948" sldId="256"/>
            <ac:grpSpMk id="41" creationId="{C148401A-A944-D08B-3EA8-3B918B024920}"/>
          </ac:grpSpMkLst>
        </pc:grpChg>
        <pc:grpChg chg="mod">
          <ac:chgData name="Marie-Claude Trudel" userId="e09e5fd0-69eb-4066-ab3a-d45a4373e80c" providerId="ADAL" clId="{4D66C17A-E688-4CC4-882A-169868964232}" dt="2025-08-31T14:43:46.298" v="30" actId="34135"/>
          <ac:grpSpMkLst>
            <pc:docMk/>
            <pc:sldMk cId="2843927948" sldId="256"/>
            <ac:grpSpMk id="95" creationId="{C6054D39-BE79-2444-1621-0C996DCA77B7}"/>
          </ac:grpSpMkLst>
        </pc:grpChg>
        <pc:grpChg chg="mod">
          <ac:chgData name="Marie-Claude Trudel" userId="e09e5fd0-69eb-4066-ab3a-d45a4373e80c" providerId="ADAL" clId="{4D66C17A-E688-4CC4-882A-169868964232}" dt="2025-08-31T14:43:46.298" v="30" actId="34135"/>
          <ac:grpSpMkLst>
            <pc:docMk/>
            <pc:sldMk cId="2843927948" sldId="256"/>
            <ac:grpSpMk id="98" creationId="{1CE1B877-3171-73E8-6C81-A6FBFA38F9EC}"/>
          </ac:grpSpMkLst>
        </pc:grpChg>
        <pc:picChg chg="mod">
          <ac:chgData name="Marie-Claude Trudel" userId="e09e5fd0-69eb-4066-ab3a-d45a4373e80c" providerId="ADAL" clId="{4D66C17A-E688-4CC4-882A-169868964232}" dt="2025-08-29T15:35:07.871" v="11"/>
          <ac:picMkLst>
            <pc:docMk/>
            <pc:sldMk cId="2843927948" sldId="256"/>
            <ac:picMk id="14" creationId="{4C2E36D6-595A-F58B-8C2B-925B656FC386}"/>
          </ac:picMkLst>
        </pc:picChg>
        <pc:picChg chg="mod">
          <ac:chgData name="Marie-Claude Trudel" userId="e09e5fd0-69eb-4066-ab3a-d45a4373e80c" providerId="ADAL" clId="{4D66C17A-E688-4CC4-882A-169868964232}" dt="2025-08-31T14:41:48.865" v="13"/>
          <ac:picMkLst>
            <pc:docMk/>
            <pc:sldMk cId="2843927948" sldId="256"/>
            <ac:picMk id="24" creationId="{96D35D15-37AD-FB90-8D8D-5913520D063E}"/>
          </ac:picMkLst>
        </pc:picChg>
        <pc:picChg chg="mod">
          <ac:chgData name="Marie-Claude Trudel" userId="e09e5fd0-69eb-4066-ab3a-d45a4373e80c" providerId="ADAL" clId="{4D66C17A-E688-4CC4-882A-169868964232}" dt="2025-08-31T14:41:52.028" v="14"/>
          <ac:picMkLst>
            <pc:docMk/>
            <pc:sldMk cId="2843927948" sldId="256"/>
            <ac:picMk id="27" creationId="{B08D7E3E-0F7B-A2E7-4227-BA59CE751993}"/>
          </ac:picMkLst>
        </pc:picChg>
        <pc:picChg chg="mod">
          <ac:chgData name="Marie-Claude Trudel" userId="e09e5fd0-69eb-4066-ab3a-d45a4373e80c" providerId="ADAL" clId="{4D66C17A-E688-4CC4-882A-169868964232}" dt="2025-08-31T14:41:55.187" v="15"/>
          <ac:picMkLst>
            <pc:docMk/>
            <pc:sldMk cId="2843927948" sldId="256"/>
            <ac:picMk id="30" creationId="{5417BF60-24AA-9CEE-48E0-C9DB735F0FF7}"/>
          </ac:picMkLst>
        </pc:picChg>
        <pc:picChg chg="mod">
          <ac:chgData name="Marie-Claude Trudel" userId="e09e5fd0-69eb-4066-ab3a-d45a4373e80c" providerId="ADAL" clId="{4D66C17A-E688-4CC4-882A-169868964232}" dt="2025-08-31T14:42:16.093" v="20"/>
          <ac:picMkLst>
            <pc:docMk/>
            <pc:sldMk cId="2843927948" sldId="256"/>
            <ac:picMk id="43" creationId="{B2C23EFA-A0CF-6678-7D9C-E6D960F22189}"/>
          </ac:picMkLst>
        </pc:picChg>
        <pc:cxnChg chg="mod">
          <ac:chgData name="Marie-Claude Trudel" userId="e09e5fd0-69eb-4066-ab3a-d45a4373e80c" providerId="ADAL" clId="{4D66C17A-E688-4CC4-882A-169868964232}" dt="2025-08-31T14:42:36.374" v="24" actId="34136"/>
          <ac:cxnSpMkLst>
            <pc:docMk/>
            <pc:sldMk cId="2843927948" sldId="256"/>
            <ac:cxnSpMk id="2" creationId="{40380D54-3B92-4C56-116B-E18FFD038F9A}"/>
          </ac:cxnSpMkLst>
        </pc:cxnChg>
        <pc:cxnChg chg="add del mod">
          <ac:chgData name="Marie-Claude Trudel" userId="e09e5fd0-69eb-4066-ab3a-d45a4373e80c" providerId="ADAL" clId="{4D66C17A-E688-4CC4-882A-169868964232}" dt="2025-08-31T14:42:09.008" v="18" actId="478"/>
          <ac:cxnSpMkLst>
            <pc:docMk/>
            <pc:sldMk cId="2843927948" sldId="256"/>
            <ac:cxnSpMk id="5" creationId="{E5350792-E8CB-5CA7-EB17-E3E83C89377C}"/>
          </ac:cxnSpMkLst>
        </pc:cxnChg>
        <pc:cxnChg chg="mod">
          <ac:chgData name="Marie-Claude Trudel" userId="e09e5fd0-69eb-4066-ab3a-d45a4373e80c" providerId="ADAL" clId="{4D66C17A-E688-4CC4-882A-169868964232}" dt="2025-08-31T14:42:56.011" v="26" actId="34135"/>
          <ac:cxnSpMkLst>
            <pc:docMk/>
            <pc:sldMk cId="2843927948" sldId="256"/>
            <ac:cxnSpMk id="22" creationId="{D499D6F7-90D2-4008-554B-CA064AA5B55E}"/>
          </ac:cxnSpMkLst>
        </pc:cxnChg>
        <pc:cxnChg chg="mod">
          <ac:chgData name="Marie-Claude Trudel" userId="e09e5fd0-69eb-4066-ab3a-d45a4373e80c" providerId="ADAL" clId="{4D66C17A-E688-4CC4-882A-169868964232}" dt="2025-08-31T14:42:36.374" v="24" actId="34136"/>
          <ac:cxnSpMkLst>
            <pc:docMk/>
            <pc:sldMk cId="2843927948" sldId="256"/>
            <ac:cxnSpMk id="35" creationId="{530BA2BE-E2D4-8B8B-EB3D-A365ADF89964}"/>
          </ac:cxnSpMkLst>
        </pc:cxnChg>
        <pc:cxnChg chg="mod">
          <ac:chgData name="Marie-Claude Trudel" userId="e09e5fd0-69eb-4066-ab3a-d45a4373e80c" providerId="ADAL" clId="{4D66C17A-E688-4CC4-882A-169868964232}" dt="2025-08-31T14:42:28.500" v="23" actId="1076"/>
          <ac:cxnSpMkLst>
            <pc:docMk/>
            <pc:sldMk cId="2843927948" sldId="256"/>
            <ac:cxnSpMk id="108" creationId="{82EABF91-147A-F182-F80C-76CF84D80D57}"/>
          </ac:cxnSpMkLst>
        </pc:cxnChg>
      </pc:sldChg>
    </pc:docChg>
  </pc:docChgLst>
  <pc:docChgLst>
    <pc:chgData name="Marie-Claude Trudel" userId="e09e5fd0-69eb-4066-ab3a-d45a4373e80c" providerId="ADAL" clId="{3184E5CD-E1EB-4B93-BBDF-DE173347B5DF}"/>
    <pc:docChg chg="undo custSel modSld">
      <pc:chgData name="Marie-Claude Trudel" userId="e09e5fd0-69eb-4066-ab3a-d45a4373e80c" providerId="ADAL" clId="{3184E5CD-E1EB-4B93-BBDF-DE173347B5DF}" dt="2025-08-29T14:19:46.185" v="152" actId="20577"/>
      <pc:docMkLst>
        <pc:docMk/>
      </pc:docMkLst>
      <pc:sldChg chg="addSp delSp modSp mod">
        <pc:chgData name="Marie-Claude Trudel" userId="e09e5fd0-69eb-4066-ab3a-d45a4373e80c" providerId="ADAL" clId="{3184E5CD-E1EB-4B93-BBDF-DE173347B5DF}" dt="2025-08-29T14:19:46.185" v="152" actId="20577"/>
        <pc:sldMkLst>
          <pc:docMk/>
          <pc:sldMk cId="2843927948" sldId="256"/>
        </pc:sldMkLst>
        <pc:spChg chg="mod">
          <ac:chgData name="Marie-Claude Trudel" userId="e09e5fd0-69eb-4066-ab3a-d45a4373e80c" providerId="ADAL" clId="{3184E5CD-E1EB-4B93-BBDF-DE173347B5DF}" dt="2025-08-29T14:19:03.531" v="96" actId="20577"/>
          <ac:spMkLst>
            <pc:docMk/>
            <pc:sldMk cId="2843927948" sldId="256"/>
            <ac:spMk id="4" creationId="{6B5F62C8-24A8-A975-7526-96759D407BB2}"/>
          </ac:spMkLst>
        </pc:spChg>
        <pc:spChg chg="mod">
          <ac:chgData name="Marie-Claude Trudel" userId="e09e5fd0-69eb-4066-ab3a-d45a4373e80c" providerId="ADAL" clId="{3184E5CD-E1EB-4B93-BBDF-DE173347B5DF}" dt="2025-08-29T14:19:08.527" v="100" actId="20577"/>
          <ac:spMkLst>
            <pc:docMk/>
            <pc:sldMk cId="2843927948" sldId="256"/>
            <ac:spMk id="10" creationId="{D30101A3-2EF7-9771-5B36-BD1D83E50B1C}"/>
          </ac:spMkLst>
        </pc:spChg>
        <pc:spChg chg="mod">
          <ac:chgData name="Marie-Claude Trudel" userId="e09e5fd0-69eb-4066-ab3a-d45a4373e80c" providerId="ADAL" clId="{3184E5CD-E1EB-4B93-BBDF-DE173347B5DF}" dt="2025-08-29T14:19:11.446" v="104" actId="20577"/>
          <ac:spMkLst>
            <pc:docMk/>
            <pc:sldMk cId="2843927948" sldId="256"/>
            <ac:spMk id="17" creationId="{CF3AE2AE-07E8-4DA2-C389-153DBCAA461E}"/>
          </ac:spMkLst>
        </pc:spChg>
        <pc:spChg chg="mod">
          <ac:chgData name="Marie-Claude Trudel" userId="e09e5fd0-69eb-4066-ab3a-d45a4373e80c" providerId="ADAL" clId="{3184E5CD-E1EB-4B93-BBDF-DE173347B5DF}" dt="2025-08-29T14:16:27.566" v="60" actId="34136"/>
          <ac:spMkLst>
            <pc:docMk/>
            <pc:sldMk cId="2843927948" sldId="256"/>
            <ac:spMk id="37" creationId="{94EC2999-E430-47D1-82D4-667D9893D540}"/>
          </ac:spMkLst>
        </pc:spChg>
        <pc:spChg chg="mod">
          <ac:chgData name="Marie-Claude Trudel" userId="e09e5fd0-69eb-4066-ab3a-d45a4373e80c" providerId="ADAL" clId="{3184E5CD-E1EB-4B93-BBDF-DE173347B5DF}" dt="2025-08-29T14:16:32.051" v="61" actId="34135"/>
          <ac:spMkLst>
            <pc:docMk/>
            <pc:sldMk cId="2843927948" sldId="256"/>
            <ac:spMk id="38" creationId="{D8AB5580-E824-5F8D-E433-F77740C17401}"/>
          </ac:spMkLst>
        </pc:spChg>
        <pc:spChg chg="mod">
          <ac:chgData name="Marie-Claude Trudel" userId="e09e5fd0-69eb-4066-ab3a-d45a4373e80c" providerId="ADAL" clId="{3184E5CD-E1EB-4B93-BBDF-DE173347B5DF}" dt="2025-08-29T14:16:38.793" v="63" actId="34135"/>
          <ac:spMkLst>
            <pc:docMk/>
            <pc:sldMk cId="2843927948" sldId="256"/>
            <ac:spMk id="39" creationId="{B74F48BE-2F3E-3792-6C38-FC75F09F2EFE}"/>
          </ac:spMkLst>
        </pc:spChg>
        <pc:spChg chg="mod">
          <ac:chgData name="Marie-Claude Trudel" userId="e09e5fd0-69eb-4066-ab3a-d45a4373e80c" providerId="ADAL" clId="{3184E5CD-E1EB-4B93-BBDF-DE173347B5DF}" dt="2025-08-29T14:16:38.793" v="63" actId="34135"/>
          <ac:spMkLst>
            <pc:docMk/>
            <pc:sldMk cId="2843927948" sldId="256"/>
            <ac:spMk id="40" creationId="{9B418231-54E0-104A-FEC3-2D2BCE0C5537}"/>
          </ac:spMkLst>
        </pc:spChg>
        <pc:spChg chg="mod">
          <ac:chgData name="Marie-Claude Trudel" userId="e09e5fd0-69eb-4066-ab3a-d45a4373e80c" providerId="ADAL" clId="{3184E5CD-E1EB-4B93-BBDF-DE173347B5DF}" dt="2025-08-29T14:18:08.886" v="84" actId="34135"/>
          <ac:spMkLst>
            <pc:docMk/>
            <pc:sldMk cId="2843927948" sldId="256"/>
            <ac:spMk id="49" creationId="{7389F204-8ABE-E6BB-5145-1C6CA331CE42}"/>
          </ac:spMkLst>
        </pc:spChg>
        <pc:spChg chg="mod">
          <ac:chgData name="Marie-Claude Trudel" userId="e09e5fd0-69eb-4066-ab3a-d45a4373e80c" providerId="ADAL" clId="{3184E5CD-E1EB-4B93-BBDF-DE173347B5DF}" dt="2025-08-29T14:17:21.664" v="80" actId="164"/>
          <ac:spMkLst>
            <pc:docMk/>
            <pc:sldMk cId="2843927948" sldId="256"/>
            <ac:spMk id="58" creationId="{CA896D1D-F4F1-8D72-A7FD-4399494C9EF7}"/>
          </ac:spMkLst>
        </pc:spChg>
        <pc:spChg chg="mod">
          <ac:chgData name="Marie-Claude Trudel" userId="e09e5fd0-69eb-4066-ab3a-d45a4373e80c" providerId="ADAL" clId="{3184E5CD-E1EB-4B93-BBDF-DE173347B5DF}" dt="2025-08-29T14:17:10.620" v="78" actId="34135"/>
          <ac:spMkLst>
            <pc:docMk/>
            <pc:sldMk cId="2843927948" sldId="256"/>
            <ac:spMk id="68" creationId="{62E7B6C9-96B7-46FC-A81E-3607168188D5}"/>
          </ac:spMkLst>
        </pc:spChg>
        <pc:spChg chg="mod">
          <ac:chgData name="Marie-Claude Trudel" userId="e09e5fd0-69eb-4066-ab3a-d45a4373e80c" providerId="ADAL" clId="{3184E5CD-E1EB-4B93-BBDF-DE173347B5DF}" dt="2025-08-29T14:17:10.620" v="78" actId="34135"/>
          <ac:spMkLst>
            <pc:docMk/>
            <pc:sldMk cId="2843927948" sldId="256"/>
            <ac:spMk id="69" creationId="{0B86B6D8-FF70-1A56-D4A1-B35EABE833DF}"/>
          </ac:spMkLst>
        </pc:spChg>
        <pc:spChg chg="mod">
          <ac:chgData name="Marie-Claude Trudel" userId="e09e5fd0-69eb-4066-ab3a-d45a4373e80c" providerId="ADAL" clId="{3184E5CD-E1EB-4B93-BBDF-DE173347B5DF}" dt="2025-08-29T14:16:16.883" v="58" actId="34135"/>
          <ac:spMkLst>
            <pc:docMk/>
            <pc:sldMk cId="2843927948" sldId="256"/>
            <ac:spMk id="73" creationId="{EAD34F07-1166-F31E-5056-EE60D64A0051}"/>
          </ac:spMkLst>
        </pc:spChg>
        <pc:spChg chg="mod">
          <ac:chgData name="Marie-Claude Trudel" userId="e09e5fd0-69eb-4066-ab3a-d45a4373e80c" providerId="ADAL" clId="{3184E5CD-E1EB-4B93-BBDF-DE173347B5DF}" dt="2025-08-29T14:18:19.954" v="86" actId="34135"/>
          <ac:spMkLst>
            <pc:docMk/>
            <pc:sldMk cId="2843927948" sldId="256"/>
            <ac:spMk id="84" creationId="{1B64164B-E381-7FEB-96B3-507651F74038}"/>
          </ac:spMkLst>
        </pc:spChg>
        <pc:spChg chg="mod">
          <ac:chgData name="Marie-Claude Trudel" userId="e09e5fd0-69eb-4066-ab3a-d45a4373e80c" providerId="ADAL" clId="{3184E5CD-E1EB-4B93-BBDF-DE173347B5DF}" dt="2025-08-29T14:19:16.547" v="114" actId="20577"/>
          <ac:spMkLst>
            <pc:docMk/>
            <pc:sldMk cId="2843927948" sldId="256"/>
            <ac:spMk id="93" creationId="{49354C49-6011-991C-510D-58B372F2D0AB}"/>
          </ac:spMkLst>
        </pc:spChg>
        <pc:spChg chg="mod">
          <ac:chgData name="Marie-Claude Trudel" userId="e09e5fd0-69eb-4066-ab3a-d45a4373e80c" providerId="ADAL" clId="{3184E5CD-E1EB-4B93-BBDF-DE173347B5DF}" dt="2025-08-29T14:18:44.366" v="91" actId="34135"/>
          <ac:spMkLst>
            <pc:docMk/>
            <pc:sldMk cId="2843927948" sldId="256"/>
            <ac:spMk id="96" creationId="{FA4CA63D-B866-B4FE-AE71-0480843E90D4}"/>
          </ac:spMkLst>
        </pc:spChg>
        <pc:spChg chg="mod">
          <ac:chgData name="Marie-Claude Trudel" userId="e09e5fd0-69eb-4066-ab3a-d45a4373e80c" providerId="ADAL" clId="{3184E5CD-E1EB-4B93-BBDF-DE173347B5DF}" dt="2025-08-29T14:18:44.366" v="91" actId="34135"/>
          <ac:spMkLst>
            <pc:docMk/>
            <pc:sldMk cId="2843927948" sldId="256"/>
            <ac:spMk id="97" creationId="{DDB35DC5-6FB1-3E1B-0E0C-2A905A17D0BB}"/>
          </ac:spMkLst>
        </pc:spChg>
        <pc:spChg chg="mod">
          <ac:chgData name="Marie-Claude Trudel" userId="e09e5fd0-69eb-4066-ab3a-d45a4373e80c" providerId="ADAL" clId="{3184E5CD-E1EB-4B93-BBDF-DE173347B5DF}" dt="2025-08-29T14:18:47.591" v="92" actId="34135"/>
          <ac:spMkLst>
            <pc:docMk/>
            <pc:sldMk cId="2843927948" sldId="256"/>
            <ac:spMk id="99" creationId="{8BBFDCD6-D4FA-9435-661A-FD324757EC49}"/>
          </ac:spMkLst>
        </pc:spChg>
        <pc:spChg chg="mod">
          <ac:chgData name="Marie-Claude Trudel" userId="e09e5fd0-69eb-4066-ab3a-d45a4373e80c" providerId="ADAL" clId="{3184E5CD-E1EB-4B93-BBDF-DE173347B5DF}" dt="2025-08-29T14:19:46.185" v="152" actId="20577"/>
          <ac:spMkLst>
            <pc:docMk/>
            <pc:sldMk cId="2843927948" sldId="256"/>
            <ac:spMk id="101" creationId="{4AA84632-76C3-1F5F-3945-E2CE0FC1FCAB}"/>
          </ac:spMkLst>
        </pc:spChg>
        <pc:spChg chg="mod">
          <ac:chgData name="Marie-Claude Trudel" userId="e09e5fd0-69eb-4066-ab3a-d45a4373e80c" providerId="ADAL" clId="{3184E5CD-E1EB-4B93-BBDF-DE173347B5DF}" dt="2025-08-29T14:19:36.405" v="135" actId="20577"/>
          <ac:spMkLst>
            <pc:docMk/>
            <pc:sldMk cId="2843927948" sldId="256"/>
            <ac:spMk id="102" creationId="{0DC77116-0F46-5416-471F-ADED38FFD3F9}"/>
          </ac:spMkLst>
        </pc:spChg>
        <pc:grpChg chg="mod">
          <ac:chgData name="Marie-Claude Trudel" userId="e09e5fd0-69eb-4066-ab3a-d45a4373e80c" providerId="ADAL" clId="{3184E5CD-E1EB-4B93-BBDF-DE173347B5DF}" dt="2025-08-29T14:15:37.155" v="46" actId="34135"/>
          <ac:grpSpMkLst>
            <pc:docMk/>
            <pc:sldMk cId="2843927948" sldId="256"/>
            <ac:grpSpMk id="8" creationId="{99A877AB-BD87-3122-BE3D-093C10883AE8}"/>
          </ac:grpSpMkLst>
        </pc:grpChg>
        <pc:grpChg chg="mod">
          <ac:chgData name="Marie-Claude Trudel" userId="e09e5fd0-69eb-4066-ab3a-d45a4373e80c" providerId="ADAL" clId="{3184E5CD-E1EB-4B93-BBDF-DE173347B5DF}" dt="2025-08-29T14:15:49.957" v="50" actId="34135"/>
          <ac:grpSpMkLst>
            <pc:docMk/>
            <pc:sldMk cId="2843927948" sldId="256"/>
            <ac:grpSpMk id="9" creationId="{BD01EB65-16D6-0926-469C-2196058F578F}"/>
          </ac:grpSpMkLst>
        </pc:grpChg>
        <pc:grpChg chg="mod">
          <ac:chgData name="Marie-Claude Trudel" userId="e09e5fd0-69eb-4066-ab3a-d45a4373e80c" providerId="ADAL" clId="{3184E5CD-E1EB-4B93-BBDF-DE173347B5DF}" dt="2025-08-29T14:15:52.549" v="51" actId="34135"/>
          <ac:grpSpMkLst>
            <pc:docMk/>
            <pc:sldMk cId="2843927948" sldId="256"/>
            <ac:grpSpMk id="16" creationId="{C8F69666-D2D3-0FD0-C129-FC988205DB40}"/>
          </ac:grpSpMkLst>
        </pc:grpChg>
        <pc:grpChg chg="add mod">
          <ac:chgData name="Marie-Claude Trudel" userId="e09e5fd0-69eb-4066-ab3a-d45a4373e80c" providerId="ADAL" clId="{3184E5CD-E1EB-4B93-BBDF-DE173347B5DF}" dt="2025-08-29T14:17:10.620" v="78" actId="34135"/>
          <ac:grpSpMkLst>
            <pc:docMk/>
            <pc:sldMk cId="2843927948" sldId="256"/>
            <ac:grpSpMk id="20" creationId="{9B9C9FA7-7973-F98F-487E-817D24F1C961}"/>
          </ac:grpSpMkLst>
        </pc:grpChg>
        <pc:grpChg chg="add mod">
          <ac:chgData name="Marie-Claude Trudel" userId="e09e5fd0-69eb-4066-ab3a-d45a4373e80c" providerId="ADAL" clId="{3184E5CD-E1EB-4B93-BBDF-DE173347B5DF}" dt="2025-08-29T14:17:21.664" v="80" actId="164"/>
          <ac:grpSpMkLst>
            <pc:docMk/>
            <pc:sldMk cId="2843927948" sldId="256"/>
            <ac:grpSpMk id="21" creationId="{FB70E120-3839-90D5-000D-CBE81A981DEC}"/>
          </ac:grpSpMkLst>
        </pc:grpChg>
        <pc:grpChg chg="add mod">
          <ac:chgData name="Marie-Claude Trudel" userId="e09e5fd0-69eb-4066-ab3a-d45a4373e80c" providerId="ADAL" clId="{3184E5CD-E1EB-4B93-BBDF-DE173347B5DF}" dt="2025-08-29T14:18:08.886" v="84" actId="34135"/>
          <ac:grpSpMkLst>
            <pc:docMk/>
            <pc:sldMk cId="2843927948" sldId="256"/>
            <ac:grpSpMk id="23" creationId="{B3A8880A-EE93-B39C-1741-F46D950EACC4}"/>
          </ac:grpSpMkLst>
        </pc:grpChg>
        <pc:grpChg chg="mod">
          <ac:chgData name="Marie-Claude Trudel" userId="e09e5fd0-69eb-4066-ab3a-d45a4373e80c" providerId="ADAL" clId="{3184E5CD-E1EB-4B93-BBDF-DE173347B5DF}" dt="2025-08-29T14:16:38.793" v="63" actId="34135"/>
          <ac:grpSpMkLst>
            <pc:docMk/>
            <pc:sldMk cId="2843927948" sldId="256"/>
            <ac:grpSpMk id="44" creationId="{70BF47C6-DB5D-B6E8-2E80-DBFC30BD1D2E}"/>
          </ac:grpSpMkLst>
        </pc:grpChg>
        <pc:grpChg chg="mod">
          <ac:chgData name="Marie-Claude Trudel" userId="e09e5fd0-69eb-4066-ab3a-d45a4373e80c" providerId="ADAL" clId="{3184E5CD-E1EB-4B93-BBDF-DE173347B5DF}" dt="2025-08-29T14:17:10.620" v="78" actId="34135"/>
          <ac:grpSpMkLst>
            <pc:docMk/>
            <pc:sldMk cId="2843927948" sldId="256"/>
            <ac:grpSpMk id="67" creationId="{DA07F0FE-5C22-385C-E68E-5838FD4FBA4E}"/>
          </ac:grpSpMkLst>
        </pc:grpChg>
        <pc:grpChg chg="mod">
          <ac:chgData name="Marie-Claude Trudel" userId="e09e5fd0-69eb-4066-ab3a-d45a4373e80c" providerId="ADAL" clId="{3184E5CD-E1EB-4B93-BBDF-DE173347B5DF}" dt="2025-08-29T14:18:44.366" v="91" actId="34135"/>
          <ac:grpSpMkLst>
            <pc:docMk/>
            <pc:sldMk cId="2843927948" sldId="256"/>
            <ac:grpSpMk id="95" creationId="{C6054D39-BE79-2444-1621-0C996DCA77B7}"/>
          </ac:grpSpMkLst>
        </pc:grpChg>
        <pc:grpChg chg="mod">
          <ac:chgData name="Marie-Claude Trudel" userId="e09e5fd0-69eb-4066-ab3a-d45a4373e80c" providerId="ADAL" clId="{3184E5CD-E1EB-4B93-BBDF-DE173347B5DF}" dt="2025-08-29T14:18:44.366" v="91" actId="34135"/>
          <ac:grpSpMkLst>
            <pc:docMk/>
            <pc:sldMk cId="2843927948" sldId="256"/>
            <ac:grpSpMk id="98" creationId="{1CE1B877-3171-73E8-6C81-A6FBFA38F9EC}"/>
          </ac:grpSpMkLst>
        </pc:grpChg>
        <pc:picChg chg="mod">
          <ac:chgData name="Marie-Claude Trudel" userId="e09e5fd0-69eb-4066-ab3a-d45a4373e80c" providerId="ADAL" clId="{3184E5CD-E1EB-4B93-BBDF-DE173347B5DF}" dt="2025-08-29T14:15:37.155" v="46" actId="34135"/>
          <ac:picMkLst>
            <pc:docMk/>
            <pc:sldMk cId="2843927948" sldId="256"/>
            <ac:picMk id="7" creationId="{29EC4637-4779-9309-4EA4-85F05462B877}"/>
          </ac:picMkLst>
        </pc:picChg>
        <pc:picChg chg="mod">
          <ac:chgData name="Marie-Claude Trudel" userId="e09e5fd0-69eb-4066-ab3a-d45a4373e80c" providerId="ADAL" clId="{3184E5CD-E1EB-4B93-BBDF-DE173347B5DF}" dt="2025-08-29T14:15:49.957" v="50" actId="34135"/>
          <ac:picMkLst>
            <pc:docMk/>
            <pc:sldMk cId="2843927948" sldId="256"/>
            <ac:picMk id="11" creationId="{7CE8C5B0-99F3-9082-8D95-BF80950F0B05}"/>
          </ac:picMkLst>
        </pc:picChg>
        <pc:picChg chg="add mod modCrop">
          <ac:chgData name="Marie-Claude Trudel" userId="e09e5fd0-69eb-4066-ab3a-d45a4373e80c" providerId="ADAL" clId="{3184E5CD-E1EB-4B93-BBDF-DE173347B5DF}" dt="2025-08-29T14:17:21.664" v="80" actId="164"/>
          <ac:picMkLst>
            <pc:docMk/>
            <pc:sldMk cId="2843927948" sldId="256"/>
            <ac:picMk id="13" creationId="{6EAD1C45-919E-1A04-2FD2-A1C1336D84D5}"/>
          </ac:picMkLst>
        </pc:picChg>
        <pc:picChg chg="mod">
          <ac:chgData name="Marie-Claude Trudel" userId="e09e5fd0-69eb-4066-ab3a-d45a4373e80c" providerId="ADAL" clId="{3184E5CD-E1EB-4B93-BBDF-DE173347B5DF}" dt="2025-08-29T14:15:52.549" v="51" actId="34135"/>
          <ac:picMkLst>
            <pc:docMk/>
            <pc:sldMk cId="2843927948" sldId="256"/>
            <ac:picMk id="18" creationId="{9FC90B75-4035-CD0E-CA65-C2F93523D7FA}"/>
          </ac:picMkLst>
        </pc:picChg>
        <pc:picChg chg="mod">
          <ac:chgData name="Marie-Claude Trudel" userId="e09e5fd0-69eb-4066-ab3a-d45a4373e80c" providerId="ADAL" clId="{3184E5CD-E1EB-4B93-BBDF-DE173347B5DF}" dt="2025-08-29T14:18:08.886" v="84" actId="34135"/>
          <ac:picMkLst>
            <pc:docMk/>
            <pc:sldMk cId="2843927948" sldId="256"/>
            <ac:picMk id="50" creationId="{2368E199-D154-8D12-1A9F-0862EE7DBAE7}"/>
          </ac:picMkLst>
        </pc:picChg>
        <pc:picChg chg="mod">
          <ac:chgData name="Marie-Claude Trudel" userId="e09e5fd0-69eb-4066-ab3a-d45a4373e80c" providerId="ADAL" clId="{3184E5CD-E1EB-4B93-BBDF-DE173347B5DF}" dt="2025-08-29T14:17:10.620" v="78" actId="34135"/>
          <ac:picMkLst>
            <pc:docMk/>
            <pc:sldMk cId="2843927948" sldId="256"/>
            <ac:picMk id="70" creationId="{058E3238-81B9-022B-536A-726BA7A9037B}"/>
          </ac:picMkLst>
        </pc:picChg>
        <pc:picChg chg="mod">
          <ac:chgData name="Marie-Claude Trudel" userId="e09e5fd0-69eb-4066-ab3a-d45a4373e80c" providerId="ADAL" clId="{3184E5CD-E1EB-4B93-BBDF-DE173347B5DF}" dt="2025-08-29T14:18:25.227" v="87" actId="34135"/>
          <ac:picMkLst>
            <pc:docMk/>
            <pc:sldMk cId="2843927948" sldId="256"/>
            <ac:picMk id="78" creationId="{78C37E79-D5F1-6780-5111-994797328E50}"/>
          </ac:picMkLst>
        </pc:picChg>
        <pc:cxnChg chg="add del mod">
          <ac:chgData name="Marie-Claude Trudel" userId="e09e5fd0-69eb-4066-ab3a-d45a4373e80c" providerId="ADAL" clId="{3184E5CD-E1EB-4B93-BBDF-DE173347B5DF}" dt="2025-08-29T14:16:06.194" v="57" actId="34135"/>
          <ac:cxnSpMkLst>
            <pc:docMk/>
            <pc:sldMk cId="2843927948" sldId="256"/>
            <ac:cxnSpMk id="2" creationId="{40380D54-3B92-4C56-116B-E18FFD038F9A}"/>
          </ac:cxnSpMkLst>
        </pc:cxnChg>
        <pc:cxnChg chg="mod">
          <ac:chgData name="Marie-Claude Trudel" userId="e09e5fd0-69eb-4066-ab3a-d45a4373e80c" providerId="ADAL" clId="{3184E5CD-E1EB-4B93-BBDF-DE173347B5DF}" dt="2025-08-29T14:16:02.006" v="55" actId="34135"/>
          <ac:cxnSpMkLst>
            <pc:docMk/>
            <pc:sldMk cId="2843927948" sldId="256"/>
            <ac:cxnSpMk id="22" creationId="{D499D6F7-90D2-4008-554B-CA064AA5B55E}"/>
          </ac:cxnSpMkLst>
        </pc:cxnChg>
        <pc:cxnChg chg="mod">
          <ac:chgData name="Marie-Claude Trudel" userId="e09e5fd0-69eb-4066-ab3a-d45a4373e80c" providerId="ADAL" clId="{3184E5CD-E1EB-4B93-BBDF-DE173347B5DF}" dt="2025-08-29T14:16:04.219" v="56" actId="34135"/>
          <ac:cxnSpMkLst>
            <pc:docMk/>
            <pc:sldMk cId="2843927948" sldId="256"/>
            <ac:cxnSpMk id="35" creationId="{530BA2BE-E2D4-8B8B-EB3D-A365ADF89964}"/>
          </ac:cxnSpMkLst>
        </pc:cxnChg>
      </pc:sldChg>
    </pc:docChg>
  </pc:docChgLst>
  <pc:docChgLst>
    <pc:chgData name="Marie-Claude Trudel" userId="e09e5fd0-69eb-4066-ab3a-d45a4373e80c" providerId="ADAL" clId="{BBD82EFC-1667-4E32-B0EA-7B726BAC0AEB}"/>
    <pc:docChg chg="custSel modSld">
      <pc:chgData name="Marie-Claude Trudel" userId="e09e5fd0-69eb-4066-ab3a-d45a4373e80c" providerId="ADAL" clId="{BBD82EFC-1667-4E32-B0EA-7B726BAC0AEB}" dt="2025-03-01T19:38:22.143" v="11" actId="478"/>
      <pc:docMkLst>
        <pc:docMk/>
      </pc:docMkLst>
      <pc:sldChg chg="delSp modSp mod">
        <pc:chgData name="Marie-Claude Trudel" userId="e09e5fd0-69eb-4066-ab3a-d45a4373e80c" providerId="ADAL" clId="{BBD82EFC-1667-4E32-B0EA-7B726BAC0AEB}" dt="2025-03-01T19:38:22.143" v="11" actId="478"/>
        <pc:sldMkLst>
          <pc:docMk/>
          <pc:sldMk cId="2843927948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3448" y="1494925"/>
            <a:ext cx="10352405" cy="3180151"/>
          </a:xfrm>
        </p:spPr>
        <p:txBody>
          <a:bodyPr anchor="b"/>
          <a:lstStyle>
            <a:lvl1pPr algn="ctr">
              <a:defRPr sz="799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797715"/>
            <a:ext cx="9134475" cy="2205383"/>
          </a:xfrm>
        </p:spPr>
        <p:txBody>
          <a:bodyPr/>
          <a:lstStyle>
            <a:lvl1pPr marL="0" indent="0" algn="ctr">
              <a:buNone/>
              <a:defRPr sz="3197"/>
            </a:lvl1pPr>
            <a:lvl2pPr marL="608945" indent="0" algn="ctr">
              <a:buNone/>
              <a:defRPr sz="2664"/>
            </a:lvl2pPr>
            <a:lvl3pPr marL="1217889" indent="0" algn="ctr">
              <a:buNone/>
              <a:defRPr sz="2397"/>
            </a:lvl3pPr>
            <a:lvl4pPr marL="1826834" indent="0" algn="ctr">
              <a:buNone/>
              <a:defRPr sz="2131"/>
            </a:lvl4pPr>
            <a:lvl5pPr marL="2435779" indent="0" algn="ctr">
              <a:buNone/>
              <a:defRPr sz="2131"/>
            </a:lvl5pPr>
            <a:lvl6pPr marL="3044723" indent="0" algn="ctr">
              <a:buNone/>
              <a:defRPr sz="2131"/>
            </a:lvl6pPr>
            <a:lvl7pPr marL="3653668" indent="0" algn="ctr">
              <a:buNone/>
              <a:defRPr sz="2131"/>
            </a:lvl7pPr>
            <a:lvl8pPr marL="4262613" indent="0" algn="ctr">
              <a:buNone/>
              <a:defRPr sz="2131"/>
            </a:lvl8pPr>
            <a:lvl9pPr marL="4871557" indent="0" algn="ctr">
              <a:buNone/>
              <a:defRPr sz="2131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30B7A-6271-4803-97DD-D4E1392E78FB}" type="datetimeFigureOut">
              <a:rPr lang="fr-CA" smtClean="0"/>
              <a:t>2025-08-31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D6F64-C1E4-46D7-B9C3-8508791A50B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78852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30B7A-6271-4803-97DD-D4E1392E78FB}" type="datetimeFigureOut">
              <a:rPr lang="fr-CA" smtClean="0"/>
              <a:t>2025-08-31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D6F64-C1E4-46D7-B9C3-8508791A50B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00904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984" y="2277278"/>
            <a:ext cx="10504646" cy="3799687"/>
          </a:xfrm>
        </p:spPr>
        <p:txBody>
          <a:bodyPr anchor="b"/>
          <a:lstStyle>
            <a:lvl1pPr>
              <a:defRPr sz="799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0984" y="6112912"/>
            <a:ext cx="10504646" cy="1998166"/>
          </a:xfrm>
        </p:spPr>
        <p:txBody>
          <a:bodyPr/>
          <a:lstStyle>
            <a:lvl1pPr marL="0" indent="0">
              <a:buNone/>
              <a:defRPr sz="3197">
                <a:solidFill>
                  <a:schemeClr val="tx1">
                    <a:tint val="82000"/>
                  </a:schemeClr>
                </a:solidFill>
              </a:defRPr>
            </a:lvl1pPr>
            <a:lvl2pPr marL="608945" indent="0">
              <a:buNone/>
              <a:defRPr sz="2664">
                <a:solidFill>
                  <a:schemeClr val="tx1">
                    <a:tint val="82000"/>
                  </a:schemeClr>
                </a:solidFill>
              </a:defRPr>
            </a:lvl2pPr>
            <a:lvl3pPr marL="1217889" indent="0">
              <a:buNone/>
              <a:defRPr sz="2397">
                <a:solidFill>
                  <a:schemeClr val="tx1">
                    <a:tint val="82000"/>
                  </a:schemeClr>
                </a:solidFill>
              </a:defRPr>
            </a:lvl3pPr>
            <a:lvl4pPr marL="1826834" indent="0">
              <a:buNone/>
              <a:defRPr sz="2131">
                <a:solidFill>
                  <a:schemeClr val="tx1">
                    <a:tint val="82000"/>
                  </a:schemeClr>
                </a:solidFill>
              </a:defRPr>
            </a:lvl4pPr>
            <a:lvl5pPr marL="2435779" indent="0">
              <a:buNone/>
              <a:defRPr sz="2131">
                <a:solidFill>
                  <a:schemeClr val="tx1">
                    <a:tint val="82000"/>
                  </a:schemeClr>
                </a:solidFill>
              </a:defRPr>
            </a:lvl5pPr>
            <a:lvl6pPr marL="3044723" indent="0">
              <a:buNone/>
              <a:defRPr sz="2131">
                <a:solidFill>
                  <a:schemeClr val="tx1">
                    <a:tint val="82000"/>
                  </a:schemeClr>
                </a:solidFill>
              </a:defRPr>
            </a:lvl6pPr>
            <a:lvl7pPr marL="3653668" indent="0">
              <a:buNone/>
              <a:defRPr sz="2131">
                <a:solidFill>
                  <a:schemeClr val="tx1">
                    <a:tint val="82000"/>
                  </a:schemeClr>
                </a:solidFill>
              </a:defRPr>
            </a:lvl7pPr>
            <a:lvl8pPr marL="4262613" indent="0">
              <a:buNone/>
              <a:defRPr sz="2131">
                <a:solidFill>
                  <a:schemeClr val="tx1">
                    <a:tint val="82000"/>
                  </a:schemeClr>
                </a:solidFill>
              </a:defRPr>
            </a:lvl8pPr>
            <a:lvl9pPr marL="4871557" indent="0">
              <a:buNone/>
              <a:defRPr sz="213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30B7A-6271-4803-97DD-D4E1392E78FB}" type="datetimeFigureOut">
              <a:rPr lang="fr-CA" smtClean="0"/>
              <a:t>2025-08-31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D6F64-C1E4-46D7-B9C3-8508791A50B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37449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327" y="2431631"/>
            <a:ext cx="5176203" cy="579574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5770" y="2431631"/>
            <a:ext cx="5176203" cy="579574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30B7A-6271-4803-97DD-D4E1392E78FB}" type="datetimeFigureOut">
              <a:rPr lang="fr-CA" smtClean="0"/>
              <a:t>2025-08-31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D6F64-C1E4-46D7-B9C3-8508791A50B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32994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13" y="486328"/>
            <a:ext cx="10504646" cy="176557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915" y="2239216"/>
            <a:ext cx="5152414" cy="1097405"/>
          </a:xfrm>
        </p:spPr>
        <p:txBody>
          <a:bodyPr anchor="b"/>
          <a:lstStyle>
            <a:lvl1pPr marL="0" indent="0">
              <a:buNone/>
              <a:defRPr sz="3197" b="1"/>
            </a:lvl1pPr>
            <a:lvl2pPr marL="608945" indent="0">
              <a:buNone/>
              <a:defRPr sz="2664" b="1"/>
            </a:lvl2pPr>
            <a:lvl3pPr marL="1217889" indent="0">
              <a:buNone/>
              <a:defRPr sz="2397" b="1"/>
            </a:lvl3pPr>
            <a:lvl4pPr marL="1826834" indent="0">
              <a:buNone/>
              <a:defRPr sz="2131" b="1"/>
            </a:lvl4pPr>
            <a:lvl5pPr marL="2435779" indent="0">
              <a:buNone/>
              <a:defRPr sz="2131" b="1"/>
            </a:lvl5pPr>
            <a:lvl6pPr marL="3044723" indent="0">
              <a:buNone/>
              <a:defRPr sz="2131" b="1"/>
            </a:lvl6pPr>
            <a:lvl7pPr marL="3653668" indent="0">
              <a:buNone/>
              <a:defRPr sz="2131" b="1"/>
            </a:lvl7pPr>
            <a:lvl8pPr marL="4262613" indent="0">
              <a:buNone/>
              <a:defRPr sz="2131" b="1"/>
            </a:lvl8pPr>
            <a:lvl9pPr marL="4871557" indent="0">
              <a:buNone/>
              <a:defRPr sz="2131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915" y="3336620"/>
            <a:ext cx="5152414" cy="490766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5771" y="2239216"/>
            <a:ext cx="5177789" cy="1097405"/>
          </a:xfrm>
        </p:spPr>
        <p:txBody>
          <a:bodyPr anchor="b"/>
          <a:lstStyle>
            <a:lvl1pPr marL="0" indent="0">
              <a:buNone/>
              <a:defRPr sz="3197" b="1"/>
            </a:lvl1pPr>
            <a:lvl2pPr marL="608945" indent="0">
              <a:buNone/>
              <a:defRPr sz="2664" b="1"/>
            </a:lvl2pPr>
            <a:lvl3pPr marL="1217889" indent="0">
              <a:buNone/>
              <a:defRPr sz="2397" b="1"/>
            </a:lvl3pPr>
            <a:lvl4pPr marL="1826834" indent="0">
              <a:buNone/>
              <a:defRPr sz="2131" b="1"/>
            </a:lvl4pPr>
            <a:lvl5pPr marL="2435779" indent="0">
              <a:buNone/>
              <a:defRPr sz="2131" b="1"/>
            </a:lvl5pPr>
            <a:lvl6pPr marL="3044723" indent="0">
              <a:buNone/>
              <a:defRPr sz="2131" b="1"/>
            </a:lvl6pPr>
            <a:lvl7pPr marL="3653668" indent="0">
              <a:buNone/>
              <a:defRPr sz="2131" b="1"/>
            </a:lvl7pPr>
            <a:lvl8pPr marL="4262613" indent="0">
              <a:buNone/>
              <a:defRPr sz="2131" b="1"/>
            </a:lvl8pPr>
            <a:lvl9pPr marL="4871557" indent="0">
              <a:buNone/>
              <a:defRPr sz="2131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5771" y="3336620"/>
            <a:ext cx="5177789" cy="490766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30B7A-6271-4803-97DD-D4E1392E78FB}" type="datetimeFigureOut">
              <a:rPr lang="fr-CA" smtClean="0"/>
              <a:t>2025-08-31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D6F64-C1E4-46D7-B9C3-8508791A50B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5035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30B7A-6271-4803-97DD-D4E1392E78FB}" type="datetimeFigureOut">
              <a:rPr lang="fr-CA" smtClean="0"/>
              <a:t>2025-08-31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D6F64-C1E4-46D7-B9C3-8508791A50B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84468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1096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13" y="608965"/>
            <a:ext cx="3928141" cy="2131378"/>
          </a:xfrm>
        </p:spPr>
        <p:txBody>
          <a:bodyPr anchor="b"/>
          <a:lstStyle>
            <a:lvl1pPr>
              <a:defRPr sz="426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7789" y="1315197"/>
            <a:ext cx="6165771" cy="6491398"/>
          </a:xfrm>
        </p:spPr>
        <p:txBody>
          <a:bodyPr/>
          <a:lstStyle>
            <a:lvl1pPr>
              <a:defRPr sz="4262"/>
            </a:lvl1pPr>
            <a:lvl2pPr>
              <a:defRPr sz="3729"/>
            </a:lvl2pPr>
            <a:lvl3pPr>
              <a:defRPr sz="3197"/>
            </a:lvl3pPr>
            <a:lvl4pPr>
              <a:defRPr sz="2664"/>
            </a:lvl4pPr>
            <a:lvl5pPr>
              <a:defRPr sz="2664"/>
            </a:lvl5pPr>
            <a:lvl6pPr>
              <a:defRPr sz="2664"/>
            </a:lvl6pPr>
            <a:lvl7pPr>
              <a:defRPr sz="2664"/>
            </a:lvl7pPr>
            <a:lvl8pPr>
              <a:defRPr sz="2664"/>
            </a:lvl8pPr>
            <a:lvl9pPr>
              <a:defRPr sz="2664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913" y="2740343"/>
            <a:ext cx="3928141" cy="5076823"/>
          </a:xfrm>
        </p:spPr>
        <p:txBody>
          <a:bodyPr/>
          <a:lstStyle>
            <a:lvl1pPr marL="0" indent="0">
              <a:buNone/>
              <a:defRPr sz="2131"/>
            </a:lvl1pPr>
            <a:lvl2pPr marL="608945" indent="0">
              <a:buNone/>
              <a:defRPr sz="1865"/>
            </a:lvl2pPr>
            <a:lvl3pPr marL="1217889" indent="0">
              <a:buNone/>
              <a:defRPr sz="1598"/>
            </a:lvl3pPr>
            <a:lvl4pPr marL="1826834" indent="0">
              <a:buNone/>
              <a:defRPr sz="1332"/>
            </a:lvl4pPr>
            <a:lvl5pPr marL="2435779" indent="0">
              <a:buNone/>
              <a:defRPr sz="1332"/>
            </a:lvl5pPr>
            <a:lvl6pPr marL="3044723" indent="0">
              <a:buNone/>
              <a:defRPr sz="1332"/>
            </a:lvl6pPr>
            <a:lvl7pPr marL="3653668" indent="0">
              <a:buNone/>
              <a:defRPr sz="1332"/>
            </a:lvl7pPr>
            <a:lvl8pPr marL="4262613" indent="0">
              <a:buNone/>
              <a:defRPr sz="1332"/>
            </a:lvl8pPr>
            <a:lvl9pPr marL="4871557" indent="0">
              <a:buNone/>
              <a:defRPr sz="133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30B7A-6271-4803-97DD-D4E1392E78FB}" type="datetimeFigureOut">
              <a:rPr lang="fr-CA" smtClean="0"/>
              <a:t>2025-08-31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D6F64-C1E4-46D7-B9C3-8508791A50B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15026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13" y="608965"/>
            <a:ext cx="3928141" cy="2131378"/>
          </a:xfrm>
        </p:spPr>
        <p:txBody>
          <a:bodyPr anchor="b"/>
          <a:lstStyle>
            <a:lvl1pPr>
              <a:defRPr sz="426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77789" y="1315197"/>
            <a:ext cx="6165771" cy="6491398"/>
          </a:xfrm>
        </p:spPr>
        <p:txBody>
          <a:bodyPr anchor="t"/>
          <a:lstStyle>
            <a:lvl1pPr marL="0" indent="0">
              <a:buNone/>
              <a:defRPr sz="4262"/>
            </a:lvl1pPr>
            <a:lvl2pPr marL="608945" indent="0">
              <a:buNone/>
              <a:defRPr sz="3729"/>
            </a:lvl2pPr>
            <a:lvl3pPr marL="1217889" indent="0">
              <a:buNone/>
              <a:defRPr sz="3197"/>
            </a:lvl3pPr>
            <a:lvl4pPr marL="1826834" indent="0">
              <a:buNone/>
              <a:defRPr sz="2664"/>
            </a:lvl4pPr>
            <a:lvl5pPr marL="2435779" indent="0">
              <a:buNone/>
              <a:defRPr sz="2664"/>
            </a:lvl5pPr>
            <a:lvl6pPr marL="3044723" indent="0">
              <a:buNone/>
              <a:defRPr sz="2664"/>
            </a:lvl6pPr>
            <a:lvl7pPr marL="3653668" indent="0">
              <a:buNone/>
              <a:defRPr sz="2664"/>
            </a:lvl7pPr>
            <a:lvl8pPr marL="4262613" indent="0">
              <a:buNone/>
              <a:defRPr sz="2664"/>
            </a:lvl8pPr>
            <a:lvl9pPr marL="4871557" indent="0">
              <a:buNone/>
              <a:defRPr sz="2664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913" y="2740343"/>
            <a:ext cx="3928141" cy="5076823"/>
          </a:xfrm>
        </p:spPr>
        <p:txBody>
          <a:bodyPr/>
          <a:lstStyle>
            <a:lvl1pPr marL="0" indent="0">
              <a:buNone/>
              <a:defRPr sz="2131"/>
            </a:lvl1pPr>
            <a:lvl2pPr marL="608945" indent="0">
              <a:buNone/>
              <a:defRPr sz="1865"/>
            </a:lvl2pPr>
            <a:lvl3pPr marL="1217889" indent="0">
              <a:buNone/>
              <a:defRPr sz="1598"/>
            </a:lvl3pPr>
            <a:lvl4pPr marL="1826834" indent="0">
              <a:buNone/>
              <a:defRPr sz="1332"/>
            </a:lvl4pPr>
            <a:lvl5pPr marL="2435779" indent="0">
              <a:buNone/>
              <a:defRPr sz="1332"/>
            </a:lvl5pPr>
            <a:lvl6pPr marL="3044723" indent="0">
              <a:buNone/>
              <a:defRPr sz="1332"/>
            </a:lvl6pPr>
            <a:lvl7pPr marL="3653668" indent="0">
              <a:buNone/>
              <a:defRPr sz="1332"/>
            </a:lvl7pPr>
            <a:lvl8pPr marL="4262613" indent="0">
              <a:buNone/>
              <a:defRPr sz="1332"/>
            </a:lvl8pPr>
            <a:lvl9pPr marL="4871557" indent="0">
              <a:buNone/>
              <a:defRPr sz="133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30B7A-6271-4803-97DD-D4E1392E78FB}" type="datetimeFigureOut">
              <a:rPr lang="fr-CA" smtClean="0"/>
              <a:t>2025-08-31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D6F64-C1E4-46D7-B9C3-8508791A50B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56510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30B7A-6271-4803-97DD-D4E1392E78FB}" type="datetimeFigureOut">
              <a:rPr lang="fr-CA" smtClean="0"/>
              <a:t>2025-08-31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D6F64-C1E4-46D7-B9C3-8508791A50B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34212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15812" y="486326"/>
            <a:ext cx="2626162" cy="774104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328" y="486326"/>
            <a:ext cx="7726243" cy="774104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30B7A-6271-4803-97DD-D4E1392E78FB}" type="datetimeFigureOut">
              <a:rPr lang="fr-CA" smtClean="0"/>
              <a:t>2025-08-31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D6F64-C1E4-46D7-B9C3-8508791A50B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87843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327" y="486328"/>
            <a:ext cx="10504646" cy="1765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327" y="2431631"/>
            <a:ext cx="10504646" cy="5795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327" y="8466307"/>
            <a:ext cx="2740343" cy="4863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630B7A-6271-4803-97DD-D4E1392E78FB}" type="datetimeFigureOut">
              <a:rPr lang="fr-CA" smtClean="0"/>
              <a:t>2025-08-31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4393" y="8466307"/>
            <a:ext cx="4110514" cy="4863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1630" y="8466307"/>
            <a:ext cx="2740343" cy="4863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CD6F64-C1E4-46D7-B9C3-8508791A50B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4645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7889" rtl="0" eaLnBrk="1" latinLnBrk="0" hangingPunct="1">
        <a:lnSpc>
          <a:spcPct val="90000"/>
        </a:lnSpc>
        <a:spcBef>
          <a:spcPct val="0"/>
        </a:spcBef>
        <a:buNone/>
        <a:defRPr sz="5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472" indent="-304472" algn="l" defTabSz="1217889" rtl="0" eaLnBrk="1" latinLnBrk="0" hangingPunct="1">
        <a:lnSpc>
          <a:spcPct val="90000"/>
        </a:lnSpc>
        <a:spcBef>
          <a:spcPts val="1332"/>
        </a:spcBef>
        <a:buFont typeface="Arial" panose="020B0604020202020204" pitchFamily="34" charset="0"/>
        <a:buChar char="•"/>
        <a:defRPr sz="3729" kern="1200">
          <a:solidFill>
            <a:schemeClr val="tx1"/>
          </a:solidFill>
          <a:latin typeface="+mn-lt"/>
          <a:ea typeface="+mn-ea"/>
          <a:cs typeface="+mn-cs"/>
        </a:defRPr>
      </a:lvl1pPr>
      <a:lvl2pPr marL="913417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3197" kern="1200">
          <a:solidFill>
            <a:schemeClr val="tx1"/>
          </a:solidFill>
          <a:latin typeface="+mn-lt"/>
          <a:ea typeface="+mn-ea"/>
          <a:cs typeface="+mn-cs"/>
        </a:defRPr>
      </a:lvl2pPr>
      <a:lvl3pPr marL="1522362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3pPr>
      <a:lvl4pPr marL="2131306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4pPr>
      <a:lvl5pPr marL="2740251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5pPr>
      <a:lvl6pPr marL="3349196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6pPr>
      <a:lvl7pPr marL="3958140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567085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5176030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1pPr>
      <a:lvl2pPr marL="608945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2pPr>
      <a:lvl3pPr marL="1217889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3pPr>
      <a:lvl4pPr marL="1826834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4pPr>
      <a:lvl5pPr marL="2435779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5pPr>
      <a:lvl6pPr marL="3044723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6pPr>
      <a:lvl7pPr marL="3653668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262613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4871557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>
            <a:extLst>
              <a:ext uri="{FF2B5EF4-FFF2-40B4-BE49-F238E27FC236}">
                <a16:creationId xmlns:a16="http://schemas.microsoft.com/office/drawing/2014/main" id="{99A877AB-BD87-3122-BE3D-093C10883AE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219533" y="585864"/>
            <a:ext cx="1153550" cy="717452"/>
            <a:chOff x="1575583" y="731520"/>
            <a:chExt cx="1153550" cy="717452"/>
          </a:xfrm>
        </p:grpSpPr>
        <p:sp>
          <p:nvSpPr>
            <p:cNvPr id="4" name="Rectangle : coins arrondis 3">
              <a:extLst>
                <a:ext uri="{FF2B5EF4-FFF2-40B4-BE49-F238E27FC236}">
                  <a16:creationId xmlns:a16="http://schemas.microsoft.com/office/drawing/2014/main" id="{6B5F62C8-24A8-A975-7526-96759D407BB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75583" y="731520"/>
              <a:ext cx="1153550" cy="71745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sz="1200">
                  <a:solidFill>
                    <a:schemeClr val="tx1"/>
                  </a:solidFill>
                  <a:latin typeface="Arial Narrow" panose="020B0606020202030204" pitchFamily="34" charset="0"/>
                </a:rPr>
                <a:t>Tâche</a:t>
              </a:r>
            </a:p>
          </p:txBody>
        </p:sp>
        <p:pic>
          <p:nvPicPr>
            <p:cNvPr id="7" name="Graphique 6" descr="Profil mâle contour">
              <a:extLst>
                <a:ext uri="{FF2B5EF4-FFF2-40B4-BE49-F238E27FC236}">
                  <a16:creationId xmlns:a16="http://schemas.microsoft.com/office/drawing/2014/main" id="{29EC4637-4779-9309-4EA4-85F05462B87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02617" y="771980"/>
              <a:ext cx="252000" cy="252000"/>
            </a:xfrm>
            <a:prstGeom prst="rect">
              <a:avLst/>
            </a:prstGeom>
          </p:spPr>
        </p:pic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BD01EB65-16D6-0926-469C-2196058F578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593830" y="585864"/>
            <a:ext cx="1153550" cy="717452"/>
            <a:chOff x="1575583" y="731520"/>
            <a:chExt cx="1153550" cy="717452"/>
          </a:xfrm>
        </p:grpSpPr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D30101A3-2EF7-9771-5B36-BD1D83E50B1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75583" y="731520"/>
              <a:ext cx="1153550" cy="71745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sz="1200">
                  <a:solidFill>
                    <a:schemeClr val="tx1"/>
                  </a:solidFill>
                  <a:latin typeface="Arial Narrow" panose="020B0606020202030204" pitchFamily="34" charset="0"/>
                </a:rPr>
                <a:t>Tâche</a:t>
              </a:r>
            </a:p>
          </p:txBody>
        </p:sp>
        <p:pic>
          <p:nvPicPr>
            <p:cNvPr id="11" name="Graphique 10">
              <a:extLst>
                <a:ext uri="{FF2B5EF4-FFF2-40B4-BE49-F238E27FC236}">
                  <a16:creationId xmlns:a16="http://schemas.microsoft.com/office/drawing/2014/main" id="{7CE8C5B0-99F3-9082-8D95-BF80950F0B0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602617" y="771980"/>
              <a:ext cx="252000" cy="252000"/>
            </a:xfrm>
            <a:prstGeom prst="rect">
              <a:avLst/>
            </a:prstGeom>
          </p:spPr>
        </p:pic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C8F69666-D2D3-0FD0-C129-FC988205DB4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968127" y="585864"/>
            <a:ext cx="1153550" cy="717452"/>
            <a:chOff x="1575583" y="731520"/>
            <a:chExt cx="1153550" cy="717452"/>
          </a:xfrm>
        </p:grpSpPr>
        <p:sp>
          <p:nvSpPr>
            <p:cNvPr id="17" name="Rectangle : coins arrondis 16">
              <a:extLst>
                <a:ext uri="{FF2B5EF4-FFF2-40B4-BE49-F238E27FC236}">
                  <a16:creationId xmlns:a16="http://schemas.microsoft.com/office/drawing/2014/main" id="{CF3AE2AE-07E8-4DA2-C389-153DBCAA46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75583" y="731520"/>
              <a:ext cx="1153550" cy="71745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sz="1200">
                  <a:solidFill>
                    <a:schemeClr val="tx1"/>
                  </a:solidFill>
                  <a:latin typeface="Arial Narrow" panose="020B0606020202030204" pitchFamily="34" charset="0"/>
                </a:rPr>
                <a:t>Tâche</a:t>
              </a:r>
            </a:p>
          </p:txBody>
        </p:sp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9FC90B75-4035-CD0E-CA65-C2F93523D7F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586433" y="771980"/>
              <a:ext cx="252000" cy="252000"/>
            </a:xfrm>
            <a:prstGeom prst="rect">
              <a:avLst/>
            </a:prstGeom>
          </p:spPr>
        </p:pic>
      </p:grp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D499D6F7-90D2-4008-554B-CA064AA5B55E}"/>
              </a:ext>
            </a:extLst>
          </p:cNvPr>
          <p:cNvCxnSpPr>
            <a:cxnSpLocks/>
          </p:cNvCxnSpPr>
          <p:nvPr/>
        </p:nvCxnSpPr>
        <p:spPr>
          <a:xfrm>
            <a:off x="5571864" y="687529"/>
            <a:ext cx="954860" cy="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530BA2BE-E2D4-8B8B-EB3D-A365ADF89964}"/>
              </a:ext>
            </a:extLst>
          </p:cNvPr>
          <p:cNvCxnSpPr>
            <a:cxnSpLocks/>
          </p:cNvCxnSpPr>
          <p:nvPr/>
        </p:nvCxnSpPr>
        <p:spPr>
          <a:xfrm>
            <a:off x="5560928" y="983203"/>
            <a:ext cx="954860" cy="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Ellipse 36">
            <a:extLst>
              <a:ext uri="{FF2B5EF4-FFF2-40B4-BE49-F238E27FC236}">
                <a16:creationId xmlns:a16="http://schemas.microsoft.com/office/drawing/2014/main" id="{94EC2999-E430-47D1-82D4-667D9893D540}"/>
              </a:ext>
            </a:extLst>
          </p:cNvPr>
          <p:cNvSpPr>
            <a:spLocks/>
          </p:cNvSpPr>
          <p:nvPr/>
        </p:nvSpPr>
        <p:spPr>
          <a:xfrm>
            <a:off x="7218464" y="839203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D8AB5580-E824-5F8D-E433-F77740C174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855608" y="848203"/>
            <a:ext cx="270000" cy="270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70BF47C6-DB5D-B6E8-2E80-DBFC30BD1D2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474752" y="830203"/>
            <a:ext cx="288000" cy="288000"/>
            <a:chOff x="8474752" y="830203"/>
            <a:chExt cx="288000" cy="288000"/>
          </a:xfrm>
        </p:grpSpPr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B74F48BE-2F3E-3792-6C38-FC75F09F2EF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74752" y="830203"/>
              <a:ext cx="288000" cy="288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9B418231-54E0-104A-FEC3-2D2BCE0C553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510752" y="866203"/>
              <a:ext cx="216000" cy="216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B3A8880A-EE93-B39C-1741-F46D950EACC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223001" y="1243342"/>
            <a:ext cx="288000" cy="288000"/>
            <a:chOff x="7223001" y="1243342"/>
            <a:chExt cx="288000" cy="288000"/>
          </a:xfrm>
        </p:grpSpPr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7389F204-8ABE-E6BB-5145-1C6CA331CE4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23001" y="1243342"/>
              <a:ext cx="288000" cy="28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pic>
          <p:nvPicPr>
            <p:cNvPr id="50" name="Graphique 49" descr="Enveloppe contour">
              <a:extLst>
                <a:ext uri="{FF2B5EF4-FFF2-40B4-BE49-F238E27FC236}">
                  <a16:creationId xmlns:a16="http://schemas.microsoft.com/office/drawing/2014/main" id="{2368E199-D154-8D12-1A9F-0862EE7DBAE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277001" y="1297342"/>
              <a:ext cx="180000" cy="180000"/>
            </a:xfrm>
            <a:prstGeom prst="rect">
              <a:avLst/>
            </a:prstGeom>
          </p:spPr>
        </p:pic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9B9C9FA7-7973-F98F-487E-817D24F1C96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488146" y="1243342"/>
            <a:ext cx="288000" cy="288000"/>
            <a:chOff x="8506252" y="1243342"/>
            <a:chExt cx="288000" cy="288000"/>
          </a:xfrm>
        </p:grpSpPr>
        <p:grpSp>
          <p:nvGrpSpPr>
            <p:cNvPr id="67" name="Groupe 66">
              <a:extLst>
                <a:ext uri="{FF2B5EF4-FFF2-40B4-BE49-F238E27FC236}">
                  <a16:creationId xmlns:a16="http://schemas.microsoft.com/office/drawing/2014/main" id="{DA07F0FE-5C22-385C-E68E-5838FD4FBA4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506252" y="1243342"/>
              <a:ext cx="288000" cy="288000"/>
              <a:chOff x="8474752" y="830203"/>
              <a:chExt cx="288000" cy="288000"/>
            </a:xfrm>
          </p:grpSpPr>
          <p:sp>
            <p:nvSpPr>
              <p:cNvPr id="68" name="Ellipse 67">
                <a:extLst>
                  <a:ext uri="{FF2B5EF4-FFF2-40B4-BE49-F238E27FC236}">
                    <a16:creationId xmlns:a16="http://schemas.microsoft.com/office/drawing/2014/main" id="{62E7B6C9-96B7-46FC-A81E-3607168188D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474752" y="830203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0B86B6D8-FF70-1A56-D4A1-B35EABE833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510752" y="866203"/>
                <a:ext cx="216000" cy="21600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</p:grpSp>
        <p:pic>
          <p:nvPicPr>
            <p:cNvPr id="70" name="Graphique 69" descr="Horloge contour">
              <a:extLst>
                <a:ext uri="{FF2B5EF4-FFF2-40B4-BE49-F238E27FC236}">
                  <a16:creationId xmlns:a16="http://schemas.microsoft.com/office/drawing/2014/main" id="{058E3238-81B9-022B-536A-726BA7A9037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525914" y="1259446"/>
              <a:ext cx="252000" cy="252000"/>
            </a:xfrm>
            <a:prstGeom prst="rect">
              <a:avLst/>
            </a:prstGeom>
          </p:spPr>
        </p:pic>
      </p:grpSp>
      <p:sp>
        <p:nvSpPr>
          <p:cNvPr id="73" name="Ellipse 72">
            <a:extLst>
              <a:ext uri="{FF2B5EF4-FFF2-40B4-BE49-F238E27FC236}">
                <a16:creationId xmlns:a16="http://schemas.microsoft.com/office/drawing/2014/main" id="{EAD34F07-1166-F31E-5056-EE60D64A00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18464" y="441864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74" name="Graphique 73" descr="Horloge contour">
            <a:extLst>
              <a:ext uri="{FF2B5EF4-FFF2-40B4-BE49-F238E27FC236}">
                <a16:creationId xmlns:a16="http://schemas.microsoft.com/office/drawing/2014/main" id="{AE319484-21DD-1A7A-AB29-5249D52BD47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54464" y="477864"/>
            <a:ext cx="216000" cy="216000"/>
          </a:xfrm>
          <a:prstGeom prst="rect">
            <a:avLst/>
          </a:prstGeom>
        </p:spPr>
      </p:pic>
      <p:pic>
        <p:nvPicPr>
          <p:cNvPr id="78" name="Graphique 77" descr="Papier contour">
            <a:extLst>
              <a:ext uri="{FF2B5EF4-FFF2-40B4-BE49-F238E27FC236}">
                <a16:creationId xmlns:a16="http://schemas.microsoft.com/office/drawing/2014/main" id="{78C37E79-D5F1-6780-5111-994797328E5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205412" y="443963"/>
            <a:ext cx="493144" cy="493144"/>
          </a:xfrm>
          <a:prstGeom prst="rect">
            <a:avLst/>
          </a:prstGeom>
        </p:spPr>
      </p:pic>
      <p:sp>
        <p:nvSpPr>
          <p:cNvPr id="84" name="Organigramme : Disque magnétique 83">
            <a:extLst>
              <a:ext uri="{FF2B5EF4-FFF2-40B4-BE49-F238E27FC236}">
                <a16:creationId xmlns:a16="http://schemas.microsoft.com/office/drawing/2014/main" id="{1B64164B-E381-7FEB-96B3-507651F740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34083" y="1079787"/>
            <a:ext cx="496957" cy="397555"/>
          </a:xfrm>
          <a:prstGeom prst="flowChartMagneticDisk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pSp>
        <p:nvGrpSpPr>
          <p:cNvPr id="98" name="Groupe 97">
            <a:extLst>
              <a:ext uri="{FF2B5EF4-FFF2-40B4-BE49-F238E27FC236}">
                <a16:creationId xmlns:a16="http://schemas.microsoft.com/office/drawing/2014/main" id="{1CE1B877-3171-73E8-6C81-A6FBFA38F9E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884265" y="1495342"/>
            <a:ext cx="1153550" cy="717452"/>
            <a:chOff x="1219533" y="1663174"/>
            <a:chExt cx="1153550" cy="717452"/>
          </a:xfrm>
        </p:grpSpPr>
        <p:sp>
          <p:nvSpPr>
            <p:cNvPr id="93" name="Rectangle : coins arrondis 92">
              <a:extLst>
                <a:ext uri="{FF2B5EF4-FFF2-40B4-BE49-F238E27FC236}">
                  <a16:creationId xmlns:a16="http://schemas.microsoft.com/office/drawing/2014/main" id="{49354C49-6011-991C-510D-58B372F2D0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9533" y="1663174"/>
              <a:ext cx="1153550" cy="71745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sz="1200">
                  <a:solidFill>
                    <a:schemeClr val="tx1"/>
                  </a:solidFill>
                  <a:latin typeface="Arial Narrow" panose="020B0606020202030204" pitchFamily="34" charset="0"/>
                </a:rPr>
                <a:t>Sous-processus</a:t>
              </a:r>
            </a:p>
            <a:p>
              <a:pPr algn="ctr"/>
              <a:endParaRPr lang="fr-CA" sz="1200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grpSp>
          <p:nvGrpSpPr>
            <p:cNvPr id="95" name="Groupe 94">
              <a:extLst>
                <a:ext uri="{FF2B5EF4-FFF2-40B4-BE49-F238E27FC236}">
                  <a16:creationId xmlns:a16="http://schemas.microsoft.com/office/drawing/2014/main" id="{C6054D39-BE79-2444-1621-0C996DCA77B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688308" y="2112076"/>
              <a:ext cx="216000" cy="216000"/>
              <a:chOff x="10301591" y="1243342"/>
              <a:chExt cx="216000" cy="216000"/>
            </a:xfrm>
          </p:grpSpPr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FA4CA63D-B866-B4FE-AE71-0480843E90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301591" y="1243342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97" name="Signe Plus 96">
                <a:extLst>
                  <a:ext uri="{FF2B5EF4-FFF2-40B4-BE49-F238E27FC236}">
                    <a16:creationId xmlns:a16="http://schemas.microsoft.com/office/drawing/2014/main" id="{DDB35DC5-6FB1-3E1B-0E0C-2A905A17D0B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326906" y="1261361"/>
                <a:ext cx="165370" cy="179962"/>
              </a:xfrm>
              <a:prstGeom prst="mathPlus">
                <a:avLst>
                  <a:gd name="adj1" fmla="val 117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</p:grpSp>
      </p:grpSp>
      <p:sp>
        <p:nvSpPr>
          <p:cNvPr id="99" name="Rectangle 98">
            <a:extLst>
              <a:ext uri="{FF2B5EF4-FFF2-40B4-BE49-F238E27FC236}">
                <a16:creationId xmlns:a16="http://schemas.microsoft.com/office/drawing/2014/main" id="{8BBFDCD6-D4FA-9435-661A-FD324757EC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19533" y="2984938"/>
            <a:ext cx="9637653" cy="1839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AA84632-76C3-1F5F-3945-E2CE0FC1FC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0091904" y="1050659"/>
            <a:ext cx="1839304" cy="2835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200">
                <a:solidFill>
                  <a:schemeClr val="tx1"/>
                </a:solidFill>
                <a:latin typeface="Arial Narrow" panose="020B0606020202030204" pitchFamily="34" charset="0"/>
              </a:rPr>
              <a:t>Nom de la piscine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DC77116-0F46-5416-471F-ADED38FFD3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9456764" y="1102548"/>
            <a:ext cx="1839304" cy="283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200">
                <a:solidFill>
                  <a:schemeClr val="tx1"/>
                </a:solidFill>
                <a:latin typeface="Arial Narrow" panose="020B0606020202030204" pitchFamily="34" charset="0"/>
              </a:rPr>
              <a:t>Nom du couloir</a:t>
            </a:r>
          </a:p>
        </p:txBody>
      </p:sp>
      <p:sp>
        <p:nvSpPr>
          <p:cNvPr id="107" name="Ellipse 106">
            <a:extLst>
              <a:ext uri="{FF2B5EF4-FFF2-40B4-BE49-F238E27FC236}">
                <a16:creationId xmlns:a16="http://schemas.microsoft.com/office/drawing/2014/main" id="{AFB009BE-E2F8-FE4B-D572-B80FB81F51A7}"/>
              </a:ext>
            </a:extLst>
          </p:cNvPr>
          <p:cNvSpPr/>
          <p:nvPr/>
        </p:nvSpPr>
        <p:spPr>
          <a:xfrm>
            <a:off x="1508427" y="3702628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cxnSp>
        <p:nvCxnSpPr>
          <p:cNvPr id="108" name="Connecteur droit avec flèche 21">
            <a:extLst>
              <a:ext uri="{FF2B5EF4-FFF2-40B4-BE49-F238E27FC236}">
                <a16:creationId xmlns:a16="http://schemas.microsoft.com/office/drawing/2014/main" id="{82EABF91-147A-F182-F80C-76CF84D80D57}"/>
              </a:ext>
            </a:extLst>
          </p:cNvPr>
          <p:cNvCxnSpPr>
            <a:cxnSpLocks/>
            <a:stCxn id="107" idx="6"/>
            <a:endCxn id="42" idx="1"/>
          </p:cNvCxnSpPr>
          <p:nvPr/>
        </p:nvCxnSpPr>
        <p:spPr>
          <a:xfrm flipV="1">
            <a:off x="1796427" y="3839574"/>
            <a:ext cx="580560" cy="7054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9E365E37-3A47-A2BB-D41F-546C13B25E11}"/>
              </a:ext>
            </a:extLst>
          </p:cNvPr>
          <p:cNvSpPr/>
          <p:nvPr/>
        </p:nvSpPr>
        <p:spPr>
          <a:xfrm>
            <a:off x="1219532" y="4824242"/>
            <a:ext cx="9637653" cy="1839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cxnSp>
        <p:nvCxnSpPr>
          <p:cNvPr id="2" name="Connecteur droit avec flèche 33">
            <a:extLst>
              <a:ext uri="{FF2B5EF4-FFF2-40B4-BE49-F238E27FC236}">
                <a16:creationId xmlns:a16="http://schemas.microsoft.com/office/drawing/2014/main" id="{40380D54-3B92-4C56-116B-E18FFD038F9A}"/>
              </a:ext>
            </a:extLst>
          </p:cNvPr>
          <p:cNvCxnSpPr>
            <a:cxnSpLocks/>
          </p:cNvCxnSpPr>
          <p:nvPr/>
        </p:nvCxnSpPr>
        <p:spPr>
          <a:xfrm>
            <a:off x="5571864" y="1278564"/>
            <a:ext cx="981059" cy="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headEnd type="oval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FB70E120-3839-90D5-000D-CBE81A981DEC}"/>
              </a:ext>
            </a:extLst>
          </p:cNvPr>
          <p:cNvGrpSpPr/>
          <p:nvPr/>
        </p:nvGrpSpPr>
        <p:grpSpPr>
          <a:xfrm>
            <a:off x="7855608" y="1243342"/>
            <a:ext cx="270000" cy="270000"/>
            <a:chOff x="7855608" y="1243342"/>
            <a:chExt cx="270000" cy="270000"/>
          </a:xfrm>
        </p:grpSpPr>
        <p:sp>
          <p:nvSpPr>
            <p:cNvPr id="58" name="Ellipse 57">
              <a:extLst>
                <a:ext uri="{FF2B5EF4-FFF2-40B4-BE49-F238E27FC236}">
                  <a16:creationId xmlns:a16="http://schemas.microsoft.com/office/drawing/2014/main" id="{CA896D1D-F4F1-8D72-A7FD-4399494C9EF7}"/>
                </a:ext>
              </a:extLst>
            </p:cNvPr>
            <p:cNvSpPr>
              <a:spLocks/>
            </p:cNvSpPr>
            <p:nvPr/>
          </p:nvSpPr>
          <p:spPr>
            <a:xfrm>
              <a:off x="7855608" y="1243342"/>
              <a:ext cx="270000" cy="270000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6EAD1C45-919E-1A04-2FD2-A1C1336D84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24746"/>
            <a:stretch/>
          </p:blipFill>
          <p:spPr>
            <a:xfrm>
              <a:off x="7863036" y="1271563"/>
              <a:ext cx="249958" cy="192690"/>
            </a:xfrm>
            <a:prstGeom prst="rect">
              <a:avLst/>
            </a:prstGeom>
          </p:spPr>
        </p:pic>
      </p:grp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C148401A-A944-D08B-3EA8-3B918B024920}"/>
              </a:ext>
            </a:extLst>
          </p:cNvPr>
          <p:cNvGrpSpPr/>
          <p:nvPr/>
        </p:nvGrpSpPr>
        <p:grpSpPr>
          <a:xfrm>
            <a:off x="2376987" y="3480848"/>
            <a:ext cx="1153550" cy="717452"/>
            <a:chOff x="1575583" y="731520"/>
            <a:chExt cx="1153550" cy="717452"/>
          </a:xfrm>
        </p:grpSpPr>
        <p:sp>
          <p:nvSpPr>
            <p:cNvPr id="42" name="Rectangle : coins arrondis 41">
              <a:extLst>
                <a:ext uri="{FF2B5EF4-FFF2-40B4-BE49-F238E27FC236}">
                  <a16:creationId xmlns:a16="http://schemas.microsoft.com/office/drawing/2014/main" id="{2E408CFF-DF6A-01B2-82E7-466A2696A355}"/>
                </a:ext>
              </a:extLst>
            </p:cNvPr>
            <p:cNvSpPr/>
            <p:nvPr/>
          </p:nvSpPr>
          <p:spPr>
            <a:xfrm>
              <a:off x="1575583" y="731520"/>
              <a:ext cx="1153550" cy="71745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sz="1200">
                  <a:solidFill>
                    <a:schemeClr val="tx1"/>
                  </a:solidFill>
                  <a:latin typeface="Arial Narrow" panose="020B0606020202030204" pitchFamily="34" charset="0"/>
                </a:rPr>
                <a:t>Tâche</a:t>
              </a:r>
            </a:p>
          </p:txBody>
        </p:sp>
        <p:pic>
          <p:nvPicPr>
            <p:cNvPr id="43" name="Graphique 42" descr="Profil mâle contour">
              <a:extLst>
                <a:ext uri="{FF2B5EF4-FFF2-40B4-BE49-F238E27FC236}">
                  <a16:creationId xmlns:a16="http://schemas.microsoft.com/office/drawing/2014/main" id="{B2C23EFA-A0CF-6678-7D9C-E6D960F22189}"/>
                </a:ext>
              </a:extLst>
            </p:cNvPr>
            <p:cNvPicPr/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02617" y="771980"/>
              <a:ext cx="252000" cy="25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439279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1895</TotalTime>
  <Words>12</Words>
  <Application>Microsoft Office PowerPoint</Application>
  <PresentationFormat>Ledger (11 x 17 po)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Narrow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Marie-Claude Trudel</dc:creator>
  <cp:lastModifiedBy>Marie-Claude Trudel</cp:lastModifiedBy>
  <cp:revision>1</cp:revision>
  <dcterms:created xsi:type="dcterms:W3CDTF">2025-02-28T12:12:53Z</dcterms:created>
  <dcterms:modified xsi:type="dcterms:W3CDTF">2025-08-31T14:43:48Z</dcterms:modified>
</cp:coreProperties>
</file>