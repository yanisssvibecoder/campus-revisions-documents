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257" r:id="rId5"/>
    <p:sldId id="348" r:id="rId6"/>
    <p:sldId id="414" r:id="rId7"/>
    <p:sldId id="429" r:id="rId8"/>
    <p:sldId id="285" r:id="rId9"/>
    <p:sldId id="287" r:id="rId10"/>
    <p:sldId id="424" r:id="rId11"/>
    <p:sldId id="431" r:id="rId12"/>
    <p:sldId id="296" r:id="rId13"/>
    <p:sldId id="349" r:id="rId14"/>
    <p:sldId id="351" r:id="rId15"/>
    <p:sldId id="407" r:id="rId16"/>
    <p:sldId id="408" r:id="rId17"/>
    <p:sldId id="409" r:id="rId18"/>
    <p:sldId id="410" r:id="rId19"/>
    <p:sldId id="329" r:id="rId20"/>
    <p:sldId id="430" r:id="rId21"/>
    <p:sldId id="415" r:id="rId22"/>
  </p:sldIdLst>
  <p:sldSz cx="10160000" cy="5715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91" autoAdjust="0"/>
    <p:restoredTop sz="88132" autoAdjust="0"/>
  </p:normalViewPr>
  <p:slideViewPr>
    <p:cSldViewPr snapToGrid="0" snapToObjects="1" showGuides="1">
      <p:cViewPr varScale="1">
        <p:scale>
          <a:sx n="112" d="100"/>
          <a:sy n="112" d="100"/>
        </p:scale>
        <p:origin x="152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6" d="100"/>
          <a:sy n="86" d="100"/>
        </p:scale>
        <p:origin x="97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éronique Poirier" userId="f47eddeb-fe18-424a-aaf6-a2a397d1abf5" providerId="ADAL" clId="{0572368F-0385-4CB3-8215-CD863FFEE4C6}"/>
    <pc:docChg chg="modSld">
      <pc:chgData name="Véronique Poirier" userId="f47eddeb-fe18-424a-aaf6-a2a397d1abf5" providerId="ADAL" clId="{0572368F-0385-4CB3-8215-CD863FFEE4C6}" dt="2026-08-03T18:27:48.111" v="6" actId="27107"/>
      <pc:docMkLst>
        <pc:docMk/>
      </pc:docMkLst>
      <pc:sldChg chg="modSp mod">
        <pc:chgData name="Véronique Poirier" userId="f47eddeb-fe18-424a-aaf6-a2a397d1abf5" providerId="ADAL" clId="{0572368F-0385-4CB3-8215-CD863FFEE4C6}" dt="2026-08-03T18:27:48.111" v="6" actId="27107"/>
        <pc:sldMkLst>
          <pc:docMk/>
          <pc:sldMk cId="0" sldId="296"/>
        </pc:sldMkLst>
        <pc:spChg chg="mod">
          <ac:chgData name="Véronique Poirier" userId="f47eddeb-fe18-424a-aaf6-a2a397d1abf5" providerId="ADAL" clId="{0572368F-0385-4CB3-8215-CD863FFEE4C6}" dt="2026-08-03T18:27:48.111" v="6" actId="27107"/>
          <ac:spMkLst>
            <pc:docMk/>
            <pc:sldMk cId="0" sldId="296"/>
            <ac:spMk id="45059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CCABAD-134B-4ED6-8588-E5C9710BF00D}" type="doc">
      <dgm:prSet loTypeId="urn:microsoft.com/office/officeart/2005/8/layout/hProcess9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CA"/>
        </a:p>
      </dgm:t>
    </dgm:pt>
    <dgm:pt modelId="{F6720E4D-CCB9-4714-92DD-B64CA6AA1063}">
      <dgm:prSet phldrT="[Texte]"/>
      <dgm:spPr/>
      <dgm:t>
        <a:bodyPr/>
        <a:lstStyle/>
        <a:p>
          <a:r>
            <a:rPr lang="fr-CA" noProof="0" dirty="0"/>
            <a:t>Définir le problème</a:t>
          </a:r>
        </a:p>
      </dgm:t>
    </dgm:pt>
    <dgm:pt modelId="{392FD04C-659D-4C4D-8B08-3719D5303C9C}" type="parTrans" cxnId="{54A9A830-3C76-4F3B-B9C8-5E61722AA5A4}">
      <dgm:prSet/>
      <dgm:spPr/>
      <dgm:t>
        <a:bodyPr/>
        <a:lstStyle/>
        <a:p>
          <a:endParaRPr lang="en-CA"/>
        </a:p>
      </dgm:t>
    </dgm:pt>
    <dgm:pt modelId="{DFCA64D4-1D53-481A-959E-0507D5881295}" type="sibTrans" cxnId="{54A9A830-3C76-4F3B-B9C8-5E61722AA5A4}">
      <dgm:prSet/>
      <dgm:spPr/>
      <dgm:t>
        <a:bodyPr/>
        <a:lstStyle/>
        <a:p>
          <a:endParaRPr lang="en-CA"/>
        </a:p>
      </dgm:t>
    </dgm:pt>
    <dgm:pt modelId="{0B0DDB66-2F60-4047-A4E7-21A2B3B16C6F}">
      <dgm:prSet phldrT="[Texte]"/>
      <dgm:spPr/>
      <dgm:t>
        <a:bodyPr/>
        <a:lstStyle/>
        <a:p>
          <a:r>
            <a:rPr lang="fr-CA" noProof="0" dirty="0"/>
            <a:t>Recueillir les données</a:t>
          </a:r>
        </a:p>
      </dgm:t>
    </dgm:pt>
    <dgm:pt modelId="{E75E4C44-BF96-46FF-9B55-467E104A59D8}" type="parTrans" cxnId="{46003B1A-E419-49A3-930F-B39578280272}">
      <dgm:prSet/>
      <dgm:spPr/>
      <dgm:t>
        <a:bodyPr/>
        <a:lstStyle/>
        <a:p>
          <a:endParaRPr lang="en-CA"/>
        </a:p>
      </dgm:t>
    </dgm:pt>
    <dgm:pt modelId="{CE77F67B-AF7D-45EE-8F58-E12776E26CD7}" type="sibTrans" cxnId="{46003B1A-E419-49A3-930F-B39578280272}">
      <dgm:prSet/>
      <dgm:spPr/>
      <dgm:t>
        <a:bodyPr/>
        <a:lstStyle/>
        <a:p>
          <a:endParaRPr lang="en-CA"/>
        </a:p>
      </dgm:t>
    </dgm:pt>
    <dgm:pt modelId="{06E722F7-1C35-46EA-94B4-92611F005F00}">
      <dgm:prSet phldrT="[Texte]"/>
      <dgm:spPr/>
      <dgm:t>
        <a:bodyPr/>
        <a:lstStyle/>
        <a:p>
          <a:r>
            <a:rPr lang="fr-CA" dirty="0"/>
            <a:t>Choisir les méthodes  appropriées et les paramètres des méthodes</a:t>
          </a:r>
          <a:endParaRPr lang="en-CA" dirty="0"/>
        </a:p>
      </dgm:t>
    </dgm:pt>
    <dgm:pt modelId="{34EAC420-4D6F-4C45-94E8-C967CECB8FB1}" type="parTrans" cxnId="{3E485A10-42DA-4E75-AB1D-119C86F37E14}">
      <dgm:prSet/>
      <dgm:spPr/>
      <dgm:t>
        <a:bodyPr/>
        <a:lstStyle/>
        <a:p>
          <a:endParaRPr lang="en-CA"/>
        </a:p>
      </dgm:t>
    </dgm:pt>
    <dgm:pt modelId="{E13B9189-2D88-481D-AF7B-8EADF3560659}" type="sibTrans" cxnId="{3E485A10-42DA-4E75-AB1D-119C86F37E14}">
      <dgm:prSet/>
      <dgm:spPr/>
      <dgm:t>
        <a:bodyPr/>
        <a:lstStyle/>
        <a:p>
          <a:endParaRPr lang="en-CA"/>
        </a:p>
      </dgm:t>
    </dgm:pt>
    <dgm:pt modelId="{FE1AC214-19C0-4B00-8932-1F00AA33BC94}">
      <dgm:prSet phldrT="[Texte]"/>
      <dgm:spPr/>
      <dgm:t>
        <a:bodyPr/>
        <a:lstStyle/>
        <a:p>
          <a:r>
            <a:rPr lang="fr-CA" noProof="0" dirty="0"/>
            <a:t>Analyse exploratoire des données</a:t>
          </a:r>
        </a:p>
      </dgm:t>
    </dgm:pt>
    <dgm:pt modelId="{699DF3E2-0049-4A5C-90B1-A4EBC5F879FA}" type="parTrans" cxnId="{2889E705-B9D9-4E41-8F0E-6134FA516A23}">
      <dgm:prSet/>
      <dgm:spPr/>
      <dgm:t>
        <a:bodyPr/>
        <a:lstStyle/>
        <a:p>
          <a:endParaRPr lang="en-CA"/>
        </a:p>
      </dgm:t>
    </dgm:pt>
    <dgm:pt modelId="{22C64AA7-4323-4543-8FFD-F8060AF39F7E}" type="sibTrans" cxnId="{2889E705-B9D9-4E41-8F0E-6134FA516A23}">
      <dgm:prSet/>
      <dgm:spPr/>
      <dgm:t>
        <a:bodyPr/>
        <a:lstStyle/>
        <a:p>
          <a:endParaRPr lang="en-CA"/>
        </a:p>
      </dgm:t>
    </dgm:pt>
    <dgm:pt modelId="{A4029792-1ACB-403C-9C5E-1EE2D89274DF}">
      <dgm:prSet phldrT="[Texte]"/>
      <dgm:spPr/>
      <dgm:t>
        <a:bodyPr/>
        <a:lstStyle/>
        <a:p>
          <a:r>
            <a:rPr lang="fr-CA" dirty="0"/>
            <a:t>Appliquer les méthodes et effectuer un suivi</a:t>
          </a:r>
          <a:endParaRPr lang="en-CA" dirty="0"/>
        </a:p>
      </dgm:t>
    </dgm:pt>
    <dgm:pt modelId="{9F6D8F0D-3F7D-49DD-9DAA-1270AEB432C9}" type="parTrans" cxnId="{88427E9C-FCC8-4F1E-9962-E1E31F38666C}">
      <dgm:prSet/>
      <dgm:spPr/>
      <dgm:t>
        <a:bodyPr/>
        <a:lstStyle/>
        <a:p>
          <a:endParaRPr lang="en-CA"/>
        </a:p>
      </dgm:t>
    </dgm:pt>
    <dgm:pt modelId="{7B14D8E6-CFF8-419B-8B31-9A5BD500F5D5}" type="sibTrans" cxnId="{88427E9C-FCC8-4F1E-9962-E1E31F38666C}">
      <dgm:prSet/>
      <dgm:spPr/>
      <dgm:t>
        <a:bodyPr/>
        <a:lstStyle/>
        <a:p>
          <a:endParaRPr lang="en-CA"/>
        </a:p>
      </dgm:t>
    </dgm:pt>
    <dgm:pt modelId="{6C4FEF3F-99FD-4977-AA71-7FF43E60343D}" type="pres">
      <dgm:prSet presAssocID="{11CCABAD-134B-4ED6-8588-E5C9710BF00D}" presName="CompostProcess" presStyleCnt="0">
        <dgm:presLayoutVars>
          <dgm:dir/>
          <dgm:resizeHandles val="exact"/>
        </dgm:presLayoutVars>
      </dgm:prSet>
      <dgm:spPr/>
    </dgm:pt>
    <dgm:pt modelId="{78B92E36-1682-4252-9DD6-3B6161521EA3}" type="pres">
      <dgm:prSet presAssocID="{11CCABAD-134B-4ED6-8588-E5C9710BF00D}" presName="arrow" presStyleLbl="bgShp" presStyleIdx="0" presStyleCnt="1"/>
      <dgm:spPr/>
    </dgm:pt>
    <dgm:pt modelId="{B842ED65-ADB8-4220-8A3D-D0B6E6B808E8}" type="pres">
      <dgm:prSet presAssocID="{11CCABAD-134B-4ED6-8588-E5C9710BF00D}" presName="linearProcess" presStyleCnt="0"/>
      <dgm:spPr/>
    </dgm:pt>
    <dgm:pt modelId="{BF31981A-4751-420D-AEF2-A035EA4EAF27}" type="pres">
      <dgm:prSet presAssocID="{F6720E4D-CCB9-4714-92DD-B64CA6AA1063}" presName="textNode" presStyleLbl="node1" presStyleIdx="0" presStyleCnt="5">
        <dgm:presLayoutVars>
          <dgm:bulletEnabled val="1"/>
        </dgm:presLayoutVars>
      </dgm:prSet>
      <dgm:spPr/>
    </dgm:pt>
    <dgm:pt modelId="{46DF7ECC-154E-478C-BE3D-1524F60D5E62}" type="pres">
      <dgm:prSet presAssocID="{DFCA64D4-1D53-481A-959E-0507D5881295}" presName="sibTrans" presStyleCnt="0"/>
      <dgm:spPr/>
    </dgm:pt>
    <dgm:pt modelId="{535045BF-914A-449E-BF83-23E48FBE8F32}" type="pres">
      <dgm:prSet presAssocID="{0B0DDB66-2F60-4047-A4E7-21A2B3B16C6F}" presName="textNode" presStyleLbl="node1" presStyleIdx="1" presStyleCnt="5">
        <dgm:presLayoutVars>
          <dgm:bulletEnabled val="1"/>
        </dgm:presLayoutVars>
      </dgm:prSet>
      <dgm:spPr/>
    </dgm:pt>
    <dgm:pt modelId="{42802F69-B53D-483D-BF4F-5D67988C4EB4}" type="pres">
      <dgm:prSet presAssocID="{CE77F67B-AF7D-45EE-8F58-E12776E26CD7}" presName="sibTrans" presStyleCnt="0"/>
      <dgm:spPr/>
    </dgm:pt>
    <dgm:pt modelId="{EED0458F-F327-44F9-A361-6D61D14362AE}" type="pres">
      <dgm:prSet presAssocID="{FE1AC214-19C0-4B00-8932-1F00AA33BC94}" presName="textNode" presStyleLbl="node1" presStyleIdx="2" presStyleCnt="5">
        <dgm:presLayoutVars>
          <dgm:bulletEnabled val="1"/>
        </dgm:presLayoutVars>
      </dgm:prSet>
      <dgm:spPr/>
    </dgm:pt>
    <dgm:pt modelId="{056DC772-E76B-4436-A5A2-ED639E32C7B8}" type="pres">
      <dgm:prSet presAssocID="{22C64AA7-4323-4543-8FFD-F8060AF39F7E}" presName="sibTrans" presStyleCnt="0"/>
      <dgm:spPr/>
    </dgm:pt>
    <dgm:pt modelId="{0FCF1511-93EF-4741-A670-D687D28B632D}" type="pres">
      <dgm:prSet presAssocID="{06E722F7-1C35-46EA-94B4-92611F005F00}" presName="textNode" presStyleLbl="node1" presStyleIdx="3" presStyleCnt="5">
        <dgm:presLayoutVars>
          <dgm:bulletEnabled val="1"/>
        </dgm:presLayoutVars>
      </dgm:prSet>
      <dgm:spPr/>
    </dgm:pt>
    <dgm:pt modelId="{27AC90E7-959B-479E-8074-BE43B7B31D0D}" type="pres">
      <dgm:prSet presAssocID="{E13B9189-2D88-481D-AF7B-8EADF3560659}" presName="sibTrans" presStyleCnt="0"/>
      <dgm:spPr/>
    </dgm:pt>
    <dgm:pt modelId="{6113A1FD-F137-4412-85D2-09EAAE3E7842}" type="pres">
      <dgm:prSet presAssocID="{A4029792-1ACB-403C-9C5E-1EE2D89274DF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2889E705-B9D9-4E41-8F0E-6134FA516A23}" srcId="{11CCABAD-134B-4ED6-8588-E5C9710BF00D}" destId="{FE1AC214-19C0-4B00-8932-1F00AA33BC94}" srcOrd="2" destOrd="0" parTransId="{699DF3E2-0049-4A5C-90B1-A4EBC5F879FA}" sibTransId="{22C64AA7-4323-4543-8FFD-F8060AF39F7E}"/>
    <dgm:cxn modelId="{3E485A10-42DA-4E75-AB1D-119C86F37E14}" srcId="{11CCABAD-134B-4ED6-8588-E5C9710BF00D}" destId="{06E722F7-1C35-46EA-94B4-92611F005F00}" srcOrd="3" destOrd="0" parTransId="{34EAC420-4D6F-4C45-94E8-C967CECB8FB1}" sibTransId="{E13B9189-2D88-481D-AF7B-8EADF3560659}"/>
    <dgm:cxn modelId="{46003B1A-E419-49A3-930F-B39578280272}" srcId="{11CCABAD-134B-4ED6-8588-E5C9710BF00D}" destId="{0B0DDB66-2F60-4047-A4E7-21A2B3B16C6F}" srcOrd="1" destOrd="0" parTransId="{E75E4C44-BF96-46FF-9B55-467E104A59D8}" sibTransId="{CE77F67B-AF7D-45EE-8F58-E12776E26CD7}"/>
    <dgm:cxn modelId="{8D07DC1E-C6E1-4781-B571-8A303E927752}" type="presOf" srcId="{F6720E4D-CCB9-4714-92DD-B64CA6AA1063}" destId="{BF31981A-4751-420D-AEF2-A035EA4EAF27}" srcOrd="0" destOrd="0" presId="urn:microsoft.com/office/officeart/2005/8/layout/hProcess9"/>
    <dgm:cxn modelId="{54A9A830-3C76-4F3B-B9C8-5E61722AA5A4}" srcId="{11CCABAD-134B-4ED6-8588-E5C9710BF00D}" destId="{F6720E4D-CCB9-4714-92DD-B64CA6AA1063}" srcOrd="0" destOrd="0" parTransId="{392FD04C-659D-4C4D-8B08-3719D5303C9C}" sibTransId="{DFCA64D4-1D53-481A-959E-0507D5881295}"/>
    <dgm:cxn modelId="{E26CF04D-11CF-4205-BFC1-886A884CE99F}" type="presOf" srcId="{A4029792-1ACB-403C-9C5E-1EE2D89274DF}" destId="{6113A1FD-F137-4412-85D2-09EAAE3E7842}" srcOrd="0" destOrd="0" presId="urn:microsoft.com/office/officeart/2005/8/layout/hProcess9"/>
    <dgm:cxn modelId="{C234A275-E179-4856-9C1C-4093E5AE23AC}" type="presOf" srcId="{06E722F7-1C35-46EA-94B4-92611F005F00}" destId="{0FCF1511-93EF-4741-A670-D687D28B632D}" srcOrd="0" destOrd="0" presId="urn:microsoft.com/office/officeart/2005/8/layout/hProcess9"/>
    <dgm:cxn modelId="{428FD78F-5FCD-46DC-A4E3-9F5627D63977}" type="presOf" srcId="{FE1AC214-19C0-4B00-8932-1F00AA33BC94}" destId="{EED0458F-F327-44F9-A361-6D61D14362AE}" srcOrd="0" destOrd="0" presId="urn:microsoft.com/office/officeart/2005/8/layout/hProcess9"/>
    <dgm:cxn modelId="{88427E9C-FCC8-4F1E-9962-E1E31F38666C}" srcId="{11CCABAD-134B-4ED6-8588-E5C9710BF00D}" destId="{A4029792-1ACB-403C-9C5E-1EE2D89274DF}" srcOrd="4" destOrd="0" parTransId="{9F6D8F0D-3F7D-49DD-9DAA-1270AEB432C9}" sibTransId="{7B14D8E6-CFF8-419B-8B31-9A5BD500F5D5}"/>
    <dgm:cxn modelId="{699F31AB-CFDA-491D-ACA9-7F04F6BA36A8}" type="presOf" srcId="{0B0DDB66-2F60-4047-A4E7-21A2B3B16C6F}" destId="{535045BF-914A-449E-BF83-23E48FBE8F32}" srcOrd="0" destOrd="0" presId="urn:microsoft.com/office/officeart/2005/8/layout/hProcess9"/>
    <dgm:cxn modelId="{72FB9DE3-4487-489A-9A36-0D847F95483A}" type="presOf" srcId="{11CCABAD-134B-4ED6-8588-E5C9710BF00D}" destId="{6C4FEF3F-99FD-4977-AA71-7FF43E60343D}" srcOrd="0" destOrd="0" presId="urn:microsoft.com/office/officeart/2005/8/layout/hProcess9"/>
    <dgm:cxn modelId="{8F582AC3-0450-48FB-80B7-FBEC3E02D0A5}" type="presParOf" srcId="{6C4FEF3F-99FD-4977-AA71-7FF43E60343D}" destId="{78B92E36-1682-4252-9DD6-3B6161521EA3}" srcOrd="0" destOrd="0" presId="urn:microsoft.com/office/officeart/2005/8/layout/hProcess9"/>
    <dgm:cxn modelId="{C2A6041E-B69F-4E46-BC22-CB097C073D01}" type="presParOf" srcId="{6C4FEF3F-99FD-4977-AA71-7FF43E60343D}" destId="{B842ED65-ADB8-4220-8A3D-D0B6E6B808E8}" srcOrd="1" destOrd="0" presId="urn:microsoft.com/office/officeart/2005/8/layout/hProcess9"/>
    <dgm:cxn modelId="{139C6079-2434-4267-8187-3BA769EFD4DC}" type="presParOf" srcId="{B842ED65-ADB8-4220-8A3D-D0B6E6B808E8}" destId="{BF31981A-4751-420D-AEF2-A035EA4EAF27}" srcOrd="0" destOrd="0" presId="urn:microsoft.com/office/officeart/2005/8/layout/hProcess9"/>
    <dgm:cxn modelId="{DEDB0FC6-3A56-4E0A-8546-B0FF1538F404}" type="presParOf" srcId="{B842ED65-ADB8-4220-8A3D-D0B6E6B808E8}" destId="{46DF7ECC-154E-478C-BE3D-1524F60D5E62}" srcOrd="1" destOrd="0" presId="urn:microsoft.com/office/officeart/2005/8/layout/hProcess9"/>
    <dgm:cxn modelId="{2FEEF0E5-C10E-4B8B-A045-8748AB45AF40}" type="presParOf" srcId="{B842ED65-ADB8-4220-8A3D-D0B6E6B808E8}" destId="{535045BF-914A-449E-BF83-23E48FBE8F32}" srcOrd="2" destOrd="0" presId="urn:microsoft.com/office/officeart/2005/8/layout/hProcess9"/>
    <dgm:cxn modelId="{C2027DE5-6202-41CA-A91A-30D0C44ABE8D}" type="presParOf" srcId="{B842ED65-ADB8-4220-8A3D-D0B6E6B808E8}" destId="{42802F69-B53D-483D-BF4F-5D67988C4EB4}" srcOrd="3" destOrd="0" presId="urn:microsoft.com/office/officeart/2005/8/layout/hProcess9"/>
    <dgm:cxn modelId="{BFD371E1-A8EB-4E4A-97A7-CD694E7E4745}" type="presParOf" srcId="{B842ED65-ADB8-4220-8A3D-D0B6E6B808E8}" destId="{EED0458F-F327-44F9-A361-6D61D14362AE}" srcOrd="4" destOrd="0" presId="urn:microsoft.com/office/officeart/2005/8/layout/hProcess9"/>
    <dgm:cxn modelId="{F4340719-5D4E-4697-BFED-BE01EDD15B1F}" type="presParOf" srcId="{B842ED65-ADB8-4220-8A3D-D0B6E6B808E8}" destId="{056DC772-E76B-4436-A5A2-ED639E32C7B8}" srcOrd="5" destOrd="0" presId="urn:microsoft.com/office/officeart/2005/8/layout/hProcess9"/>
    <dgm:cxn modelId="{E3324286-A1D0-47C3-882D-41DA9FBF4F39}" type="presParOf" srcId="{B842ED65-ADB8-4220-8A3D-D0B6E6B808E8}" destId="{0FCF1511-93EF-4741-A670-D687D28B632D}" srcOrd="6" destOrd="0" presId="urn:microsoft.com/office/officeart/2005/8/layout/hProcess9"/>
    <dgm:cxn modelId="{E91A7DA4-FF0F-4365-A578-8C4942EAFB7B}" type="presParOf" srcId="{B842ED65-ADB8-4220-8A3D-D0B6E6B808E8}" destId="{27AC90E7-959B-479E-8074-BE43B7B31D0D}" srcOrd="7" destOrd="0" presId="urn:microsoft.com/office/officeart/2005/8/layout/hProcess9"/>
    <dgm:cxn modelId="{6C326363-DE29-4CB0-8EE8-89D8BC0C833F}" type="presParOf" srcId="{B842ED65-ADB8-4220-8A3D-D0B6E6B808E8}" destId="{6113A1FD-F137-4412-85D2-09EAAE3E7842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B92E36-1682-4252-9DD6-3B6161521EA3}">
      <dsp:nvSpPr>
        <dsp:cNvPr id="0" name=""/>
        <dsp:cNvSpPr/>
      </dsp:nvSpPr>
      <dsp:spPr>
        <a:xfrm>
          <a:off x="431015" y="0"/>
          <a:ext cx="4884848" cy="2895041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31981A-4751-420D-AEF2-A035EA4EAF27}">
      <dsp:nvSpPr>
        <dsp:cNvPr id="0" name=""/>
        <dsp:cNvSpPr/>
      </dsp:nvSpPr>
      <dsp:spPr>
        <a:xfrm>
          <a:off x="2525" y="868512"/>
          <a:ext cx="1104197" cy="115801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noProof="0" dirty="0"/>
            <a:t>Définir le problème</a:t>
          </a:r>
        </a:p>
      </dsp:txBody>
      <dsp:txXfrm>
        <a:off x="56427" y="922414"/>
        <a:ext cx="996393" cy="1050212"/>
      </dsp:txXfrm>
    </dsp:sp>
    <dsp:sp modelId="{535045BF-914A-449E-BF83-23E48FBE8F32}">
      <dsp:nvSpPr>
        <dsp:cNvPr id="0" name=""/>
        <dsp:cNvSpPr/>
      </dsp:nvSpPr>
      <dsp:spPr>
        <a:xfrm>
          <a:off x="1161933" y="868512"/>
          <a:ext cx="1104197" cy="1158016"/>
        </a:xfrm>
        <a:prstGeom prst="roundRect">
          <a:avLst/>
        </a:prstGeom>
        <a:solidFill>
          <a:schemeClr val="accent2">
            <a:hueOff val="1775374"/>
            <a:satOff val="-3305"/>
            <a:lumOff val="5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noProof="0" dirty="0"/>
            <a:t>Recueillir les données</a:t>
          </a:r>
        </a:p>
      </dsp:txBody>
      <dsp:txXfrm>
        <a:off x="1215835" y="922414"/>
        <a:ext cx="996393" cy="1050212"/>
      </dsp:txXfrm>
    </dsp:sp>
    <dsp:sp modelId="{EED0458F-F327-44F9-A361-6D61D14362AE}">
      <dsp:nvSpPr>
        <dsp:cNvPr id="0" name=""/>
        <dsp:cNvSpPr/>
      </dsp:nvSpPr>
      <dsp:spPr>
        <a:xfrm>
          <a:off x="2321341" y="868512"/>
          <a:ext cx="1104197" cy="1158016"/>
        </a:xfrm>
        <a:prstGeom prst="roundRect">
          <a:avLst/>
        </a:prstGeom>
        <a:solidFill>
          <a:schemeClr val="accent2">
            <a:hueOff val="3550747"/>
            <a:satOff val="-6611"/>
            <a:lumOff val="1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noProof="0" dirty="0"/>
            <a:t>Analyse exploratoire des données</a:t>
          </a:r>
        </a:p>
      </dsp:txBody>
      <dsp:txXfrm>
        <a:off x="2375243" y="922414"/>
        <a:ext cx="996393" cy="1050212"/>
      </dsp:txXfrm>
    </dsp:sp>
    <dsp:sp modelId="{0FCF1511-93EF-4741-A670-D687D28B632D}">
      <dsp:nvSpPr>
        <dsp:cNvPr id="0" name=""/>
        <dsp:cNvSpPr/>
      </dsp:nvSpPr>
      <dsp:spPr>
        <a:xfrm>
          <a:off x="3480748" y="868512"/>
          <a:ext cx="1104197" cy="1158016"/>
        </a:xfrm>
        <a:prstGeom prst="roundRect">
          <a:avLst/>
        </a:prstGeom>
        <a:solidFill>
          <a:schemeClr val="accent2">
            <a:hueOff val="5326121"/>
            <a:satOff val="-9916"/>
            <a:lumOff val="167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dirty="0"/>
            <a:t>Choisir les méthodes  appropriées et les paramètres des méthodes</a:t>
          </a:r>
          <a:endParaRPr lang="en-CA" sz="1100" kern="1200" dirty="0"/>
        </a:p>
      </dsp:txBody>
      <dsp:txXfrm>
        <a:off x="3534650" y="922414"/>
        <a:ext cx="996393" cy="1050212"/>
      </dsp:txXfrm>
    </dsp:sp>
    <dsp:sp modelId="{6113A1FD-F137-4412-85D2-09EAAE3E7842}">
      <dsp:nvSpPr>
        <dsp:cNvPr id="0" name=""/>
        <dsp:cNvSpPr/>
      </dsp:nvSpPr>
      <dsp:spPr>
        <a:xfrm>
          <a:off x="4640156" y="868512"/>
          <a:ext cx="1104197" cy="1158016"/>
        </a:xfrm>
        <a:prstGeom prst="roundRect">
          <a:avLst/>
        </a:prstGeom>
        <a:solidFill>
          <a:schemeClr val="accent2">
            <a:hueOff val="7101495"/>
            <a:satOff val="-13222"/>
            <a:lumOff val="2235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dirty="0"/>
            <a:t>Appliquer les méthodes et effectuer un suivi</a:t>
          </a:r>
          <a:endParaRPr lang="en-CA" sz="1100" kern="1200" dirty="0"/>
        </a:p>
      </dsp:txBody>
      <dsp:txXfrm>
        <a:off x="4694058" y="922414"/>
        <a:ext cx="996393" cy="10502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44E640-7D2A-42EF-BA39-2B32D5A16C68}" type="datetimeFigureOut">
              <a:rPr lang="fr-CA" smtClean="0"/>
              <a:pPr/>
              <a:t>2026-08-03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8BC42A-5C03-431D-B855-CCCF13E3B37E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511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image" Target="../media/image23.wmf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BC42A-5C03-431D-B855-CCCF13E3B37E}" type="slidenum">
              <a:rPr lang="fr-CA" smtClean="0"/>
              <a:pPr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382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56955-E7F5-4C62-9A91-B450AF802881}" type="slidenum">
              <a:rPr lang="fr-CA" smtClean="0"/>
              <a:pPr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00966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BC42A-5C03-431D-B855-CCCF13E3B37E}" type="slidenum">
              <a:rPr lang="fr-CA" smtClean="0"/>
              <a:pPr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09007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3AE327-D8AB-4DA5-BCA1-1B95930A377F}" type="slidenum">
              <a:rPr lang="en-US" smtClean="0">
                <a:latin typeface="Times New Roman" pitchFamily="18" charset="0"/>
              </a:rPr>
              <a:pPr/>
              <a:t>4</a:t>
            </a:fld>
            <a:endParaRPr lang="en-US" dirty="0">
              <a:latin typeface="Times New Roman" pitchFamily="18" charset="0"/>
            </a:endParaRPr>
          </a:p>
        </p:txBody>
      </p:sp>
      <p:sp>
        <p:nvSpPr>
          <p:cNvPr id="73731" name="Rectangle 2"/>
          <p:cNvSpPr>
            <a:spLocks noChangeArrowheads="1"/>
          </p:cNvSpPr>
          <p:nvPr/>
        </p:nvSpPr>
        <p:spPr bwMode="auto">
          <a:xfrm>
            <a:off x="4112336" y="0"/>
            <a:ext cx="3144727" cy="4774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6884" tIns="48442" rIns="96884" bIns="48442" anchor="ctr"/>
          <a:lstStyle/>
          <a:p>
            <a:endParaRPr lang="fr-FR" dirty="0"/>
          </a:p>
        </p:txBody>
      </p:sp>
      <p:sp>
        <p:nvSpPr>
          <p:cNvPr id="73732" name="Rectangle 3"/>
          <p:cNvSpPr>
            <a:spLocks noChangeArrowheads="1"/>
          </p:cNvSpPr>
          <p:nvPr/>
        </p:nvSpPr>
        <p:spPr bwMode="auto">
          <a:xfrm>
            <a:off x="4112336" y="9064311"/>
            <a:ext cx="3144727" cy="47741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20184" tIns="0" rIns="20184" bIns="0" anchor="b"/>
          <a:lstStyle/>
          <a:p>
            <a:pPr algn="r" defTabSz="807174"/>
            <a:r>
              <a:rPr lang="en-US" sz="1000" i="1" dirty="0">
                <a:latin typeface="Times New Roman" pitchFamily="18" charset="0"/>
              </a:rPr>
              <a:t>10</a:t>
            </a:r>
          </a:p>
        </p:txBody>
      </p:sp>
      <p:sp>
        <p:nvSpPr>
          <p:cNvPr id="73733" name="Rectangle 4"/>
          <p:cNvSpPr>
            <a:spLocks noChangeArrowheads="1"/>
          </p:cNvSpPr>
          <p:nvPr/>
        </p:nvSpPr>
        <p:spPr bwMode="auto">
          <a:xfrm>
            <a:off x="0" y="9064311"/>
            <a:ext cx="3144727" cy="47741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6884" tIns="48442" rIns="96884" bIns="48442" anchor="ctr"/>
          <a:lstStyle/>
          <a:p>
            <a:endParaRPr lang="fr-FR" dirty="0"/>
          </a:p>
        </p:txBody>
      </p:sp>
      <p:sp>
        <p:nvSpPr>
          <p:cNvPr id="73734" name="Rectangle 5"/>
          <p:cNvSpPr>
            <a:spLocks noChangeArrowheads="1"/>
          </p:cNvSpPr>
          <p:nvPr/>
        </p:nvSpPr>
        <p:spPr bwMode="auto">
          <a:xfrm>
            <a:off x="0" y="0"/>
            <a:ext cx="3144727" cy="4774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6884" tIns="48442" rIns="96884" bIns="48442" anchor="ctr"/>
          <a:lstStyle/>
          <a:p>
            <a:endParaRPr lang="fr-FR" dirty="0"/>
          </a:p>
        </p:txBody>
      </p:sp>
      <p:sp>
        <p:nvSpPr>
          <p:cNvPr id="73735" name="Rectangle 6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5876" tIns="47097" rIns="95876" bIns="47097"/>
          <a:lstStyle/>
          <a:p>
            <a:endParaRPr lang="fr-FR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3736" name="Rectangle 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338887" cy="3565525"/>
          </a:xfrm>
          <a:ln cap="flat"/>
        </p:spPr>
      </p:sp>
    </p:spTree>
    <p:extLst>
      <p:ext uri="{BB962C8B-B14F-4D97-AF65-F5344CB8AC3E}">
        <p14:creationId xmlns:p14="http://schemas.microsoft.com/office/powerpoint/2010/main" val="1083246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765359-40BE-4D6C-9E85-74E5699603F1}" type="slidenum">
              <a:rPr lang="fr-CA" smtClean="0">
                <a:latin typeface="Times New Roman" pitchFamily="18" charset="0"/>
              </a:rPr>
              <a:pPr/>
              <a:t>5</a:t>
            </a:fld>
            <a:endParaRPr lang="fr-CA">
              <a:latin typeface="Times New Roman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33388" y="709613"/>
            <a:ext cx="6234112" cy="3506787"/>
          </a:xfrm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CA" b="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792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33388" y="709613"/>
            <a:ext cx="6232525" cy="3506787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2AEDE1-2D1F-492D-BF22-EDF2C9D4684C}" type="slidenum">
              <a:rPr lang="fr-CA" smtClean="0"/>
              <a:pPr>
                <a:defRPr/>
              </a:pPr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148708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BC42A-5C03-431D-B855-CCCF13E3B37E}" type="slidenum">
              <a:rPr lang="fr-CA" smtClean="0"/>
              <a:pPr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510575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fr-CA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6C45DC-84AC-44D4-958D-DEB6A599ACF0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96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0D3960-BC41-469C-A747-4EDA7B7B105C}" type="slidenum">
              <a:rPr lang="fr-CA" smtClean="0">
                <a:latin typeface="Times New Roman" pitchFamily="18" charset="0"/>
              </a:rPr>
              <a:pPr/>
              <a:t>9</a:t>
            </a:fld>
            <a:endParaRPr lang="fr-CA">
              <a:latin typeface="Times New Roman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33388" y="709613"/>
            <a:ext cx="6234112" cy="3506787"/>
          </a:xfrm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8738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sz="1600" i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2AEDE1-2D1F-492D-BF22-EDF2C9D4684C}" type="slidenum">
              <a:rPr lang="fr-CA" smtClean="0"/>
              <a:pPr>
                <a:defRPr/>
              </a:pPr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611771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sz="1600" i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2AEDE1-2D1F-492D-BF22-EDF2C9D4684C}" type="slidenum">
              <a:rPr lang="fr-CA" smtClean="0"/>
              <a:pPr>
                <a:defRPr/>
              </a:pPr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565968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sz="1600" i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2AEDE1-2D1F-492D-BF22-EDF2C9D4684C}" type="slidenum">
              <a:rPr lang="fr-CA" smtClean="0"/>
              <a:pPr>
                <a:defRPr/>
              </a:pPr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760391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CA" sz="1600" dirty="0">
                <a:latin typeface="Arial" pitchFamily="34" charset="0"/>
                <a:cs typeface="Arial" pitchFamily="34" charset="0"/>
              </a:rPr>
              <a:t>On peut ici parler de petit k vs grand k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2AEDE1-2D1F-492D-BF22-EDF2C9D4684C}" type="slidenum">
              <a:rPr lang="fr-CA" smtClean="0"/>
              <a:pPr>
                <a:defRPr/>
              </a:pPr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579302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sz="1600" i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2AEDE1-2D1F-492D-BF22-EDF2C9D4684C}" type="slidenum">
              <a:rPr lang="fr-CA" smtClean="0"/>
              <a:pPr>
                <a:defRPr/>
              </a:pPr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235022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sz="1600" i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2AEDE1-2D1F-492D-BF22-EDF2C9D4684C}" type="slidenum">
              <a:rPr lang="fr-CA" smtClean="0"/>
              <a:pPr>
                <a:defRPr/>
              </a:pPr>
              <a:t>15</a:t>
            </a:fld>
            <a:endParaRPr lang="fr-CA"/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58B311AE-CB68-4F13-8275-876123C2DE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708122"/>
              </p:ext>
            </p:extLst>
          </p:nvPr>
        </p:nvGraphicFramePr>
        <p:xfrm>
          <a:off x="787401" y="4476237"/>
          <a:ext cx="4370754" cy="435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86000" imgH="228600" progId="Equation.3">
                  <p:embed/>
                </p:oleObj>
              </mc:Choice>
              <mc:Fallback>
                <p:oleObj name="Equation" r:id="rId3" imgW="2286000" imgH="228600" progId="Equation.3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58B311AE-CB68-4F13-8275-876123C2DE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401" y="4476237"/>
                        <a:ext cx="4370754" cy="4357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01343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FAE3C2-2367-422E-9CB5-B510632ABE8B}" type="slidenum">
              <a:rPr lang="fr-CA" smtClean="0">
                <a:latin typeface="Times New Roman" pitchFamily="18" charset="0"/>
              </a:rPr>
              <a:pPr/>
              <a:t>16</a:t>
            </a:fld>
            <a:endParaRPr lang="fr-CA">
              <a:latin typeface="Times New Roman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33388" y="709613"/>
            <a:ext cx="6232525" cy="3506787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eaLnBrk="1" hangingPunct="1">
              <a:defRPr/>
            </a:pPr>
            <a:endParaRPr lang="fr-FR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8532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FAE3C2-2367-422E-9CB5-B510632ABE8B}" type="slidenum">
              <a:rPr lang="fr-CA" smtClean="0">
                <a:latin typeface="Times New Roman" pitchFamily="18" charset="0"/>
              </a:rPr>
              <a:pPr/>
              <a:t>17</a:t>
            </a:fld>
            <a:endParaRPr lang="fr-CA">
              <a:latin typeface="Times New Roman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33388" y="709613"/>
            <a:ext cx="6232525" cy="3506787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eaLnBrk="1" hangingPunct="1">
              <a:defRPr/>
            </a:pPr>
            <a:endParaRPr lang="fr-FR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0133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BC42A-5C03-431D-B855-CCCF13E3B37E}" type="slidenum">
              <a:rPr lang="fr-CA" smtClean="0"/>
              <a:pPr/>
              <a:t>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29293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15" y="1432838"/>
            <a:ext cx="9096771" cy="3795257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32000" y="1429200"/>
            <a:ext cx="5860000" cy="1458000"/>
          </a:xfrm>
          <a:solidFill>
            <a:schemeClr val="accent5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32000" y="2962656"/>
            <a:ext cx="5852000" cy="402336"/>
          </a:xfrm>
          <a:solidFill>
            <a:schemeClr val="accent5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200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noProof="0"/>
              <a:t>Modifiez le style des sous-titres du masque</a:t>
            </a:r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112000" y="5385600"/>
            <a:ext cx="516000" cy="136800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lang="fr-CA" sz="67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pic>
        <p:nvPicPr>
          <p:cNvPr id="7" name="Imag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09" y="234063"/>
            <a:ext cx="5869748" cy="815723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531615" y="5028295"/>
            <a:ext cx="2387999" cy="200055"/>
          </a:xfrm>
          <a:solidFill>
            <a:schemeClr val="accent5"/>
          </a:solidFill>
        </p:spPr>
        <p:txBody>
          <a:bodyPr/>
          <a:lstStyle>
            <a:lvl1pPr algn="l">
              <a:defRPr sz="1300" cap="all" baseline="0">
                <a:solidFill>
                  <a:schemeClr val="bg1"/>
                </a:solidFill>
              </a:defRPr>
            </a:lvl1pPr>
          </a:lstStyle>
          <a:p>
            <a:endParaRPr lang="fr-CA" noProof="0" dirty="0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26/08/03</a:t>
            </a:fld>
            <a:endParaRPr lang="fr-CA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79686"/>
            <a:ext cx="9096000" cy="822960"/>
          </a:xfrm>
        </p:spPr>
        <p:txBody>
          <a:bodyPr/>
          <a:lstStyle/>
          <a:p>
            <a:r>
              <a:rPr lang="fr-CA" noProof="0" dirty="0"/>
              <a:t>Click to </a:t>
            </a:r>
            <a:r>
              <a:rPr lang="fr-CA" noProof="0" dirty="0" err="1"/>
              <a:t>edit</a:t>
            </a:r>
            <a:r>
              <a:rPr lang="fr-CA" noProof="0" dirty="0"/>
              <a:t> </a:t>
            </a:r>
            <a:r>
              <a:rPr lang="fr-CA" noProof="0" dirty="0" err="1"/>
              <a:t>title</a:t>
            </a:r>
            <a:r>
              <a:rPr lang="fr-CA" noProof="0" dirty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32000" y="1577687"/>
            <a:ext cx="9096000" cy="3187989"/>
          </a:xfr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E98D-278E-4B48-81DC-1D1D6F61A9AE}" type="datetime3">
              <a:rPr lang="fr-CA" noProof="0" smtClean="0"/>
              <a:pPr/>
              <a:t>26/08/03</a:t>
            </a:fld>
            <a:endParaRPr lang="fr-CA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84528" y="4765675"/>
            <a:ext cx="10160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marL="154800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1670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291183" y="3453140"/>
            <a:ext cx="7336817" cy="14447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 noProof="0" dirty="0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-901" b="1413"/>
          <a:stretch/>
        </p:blipFill>
        <p:spPr>
          <a:xfrm>
            <a:off x="6489959" y="1404500"/>
            <a:ext cx="3138424" cy="197318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1429199"/>
            <a:ext cx="5860000" cy="1458000"/>
          </a:xfrm>
          <a:solidFill>
            <a:schemeClr val="accent5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fr-CA" sz="36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2000" y="2962656"/>
            <a:ext cx="5852000" cy="402336"/>
          </a:xfrm>
          <a:solidFill>
            <a:schemeClr val="accent5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20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7279209-565D-4FE5-A4C8-60294C4337D1}" type="datetime3">
              <a:rPr lang="fr-CA" noProof="0" smtClean="0"/>
              <a:pPr/>
              <a:t>26/08/03</a:t>
            </a:fld>
            <a:endParaRPr lang="fr-CA" noProof="0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CA" noProof="0" dirty="0"/>
          </a:p>
        </p:txBody>
      </p:sp>
      <p:pic>
        <p:nvPicPr>
          <p:cNvPr id="13" name="Image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51" r="1"/>
          <a:stretch/>
        </p:blipFill>
        <p:spPr>
          <a:xfrm>
            <a:off x="6479592" y="1432838"/>
            <a:ext cx="3148793" cy="1944845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532000" y="3453139"/>
            <a:ext cx="1686613" cy="14540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 noProof="0" dirty="0"/>
          </a:p>
        </p:txBody>
      </p:sp>
      <p:pic>
        <p:nvPicPr>
          <p:cNvPr id="12" name="Imag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504" y="5032161"/>
            <a:ext cx="1711219" cy="2128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1014"/>
            <a:ext cx="9096000" cy="823361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08000" y="1517735"/>
            <a:ext cx="4487333" cy="3247941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64667" y="1517735"/>
            <a:ext cx="4487333" cy="3247941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A514-E663-440D-A703-C1929B51DE22}" type="datetime3">
              <a:rPr lang="fr-CA" noProof="0" smtClean="0"/>
              <a:pPr/>
              <a:t>26/08/03</a:t>
            </a:fld>
            <a:endParaRPr lang="fr-CA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78701"/>
            <a:ext cx="9096000" cy="820499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8000" y="1511301"/>
            <a:ext cx="4489098" cy="533135"/>
          </a:xfrm>
        </p:spPr>
        <p:txBody>
          <a:bodyPr anchor="b">
            <a:no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08000" y="2044436"/>
            <a:ext cx="4489098" cy="2721240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161141" y="1511301"/>
            <a:ext cx="4490861" cy="533135"/>
          </a:xfrm>
        </p:spPr>
        <p:txBody>
          <a:bodyPr anchor="b">
            <a:no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161141" y="2044436"/>
            <a:ext cx="4490861" cy="2721240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616E7-490B-4714-8F6A-CB8983A282D6}" type="datetime3">
              <a:rPr lang="fr-CA" noProof="0" smtClean="0"/>
              <a:pPr/>
              <a:t>26/08/03</a:t>
            </a:fld>
            <a:endParaRPr lang="fr-CA" noProof="0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1014"/>
            <a:ext cx="9096000" cy="819775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9B762-E697-4018-87D8-E18EB218C2D2}" type="datetime3">
              <a:rPr lang="fr-CA" noProof="0" smtClean="0"/>
              <a:pPr/>
              <a:t>26/08/03</a:t>
            </a:fld>
            <a:endParaRPr lang="fr-CA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90E55-1E82-4F9D-9A31-87D72CF5D459}" type="datetime3">
              <a:rPr lang="fr-CA" noProof="0" smtClean="0"/>
              <a:pPr/>
              <a:t>26/08/03</a:t>
            </a:fld>
            <a:endParaRPr lang="fr-CA" noProof="0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77193"/>
            <a:ext cx="9096000" cy="822008"/>
          </a:xfrm>
        </p:spPr>
        <p:txBody>
          <a:bodyPr anchor="ctr" anchorCtr="0"/>
          <a:lstStyle>
            <a:lvl1pPr algn="l">
              <a:defRPr sz="2600" b="1"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6000" y="1504401"/>
            <a:ext cx="5664000" cy="3261275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32000" y="1504401"/>
            <a:ext cx="3320000" cy="3261275"/>
          </a:xfrm>
        </p:spPr>
        <p:txBody>
          <a:bodyPr>
            <a:norm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D5D3E-5FA6-4B80-B8ED-591F9019CE46}" type="datetime3">
              <a:rPr lang="fr-CA" noProof="0" smtClean="0"/>
              <a:pPr/>
              <a:t>26/08/03</a:t>
            </a:fld>
            <a:endParaRPr lang="fr-CA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9727"/>
            <a:ext cx="9096000" cy="822950"/>
          </a:xfrm>
        </p:spPr>
        <p:txBody>
          <a:bodyPr anchor="ctr" anchorCtr="0"/>
          <a:lstStyle>
            <a:lvl1pPr algn="l">
              <a:defRPr sz="2600" b="1"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32000" y="2065077"/>
            <a:ext cx="9088000" cy="2700598"/>
          </a:xfrm>
        </p:spPr>
        <p:txBody>
          <a:bodyPr>
            <a:normAutofit/>
          </a:bodyPr>
          <a:lstStyle>
            <a:lvl1pPr marL="0" indent="0">
              <a:buNone/>
              <a:defRPr sz="167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  <a:endParaRPr lang="fr-CA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32000" y="1517877"/>
            <a:ext cx="9088000" cy="522000"/>
          </a:xfrm>
        </p:spPr>
        <p:txBody>
          <a:bodyPr>
            <a:norm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5B85D-2B3C-4B71-8CBC-BB628A84F8F8}" type="datetime3">
              <a:rPr lang="fr-CA" noProof="0" smtClean="0"/>
              <a:pPr/>
              <a:t>26/08/03</a:t>
            </a:fld>
            <a:endParaRPr lang="fr-CA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3727" y="0"/>
            <a:ext cx="7921094" cy="887260"/>
          </a:xfrm>
        </p:spPr>
        <p:txBody>
          <a:bodyPr/>
          <a:lstStyle/>
          <a:p>
            <a:r>
              <a:rPr lang="fr-FR" dirty="0"/>
              <a:t>Cliquez pour modifier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1425224" y="1508125"/>
            <a:ext cx="4102806" cy="38100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5697363" y="1508125"/>
            <a:ext cx="4102806" cy="18415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5697363" y="3476625"/>
            <a:ext cx="4102806" cy="18415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1815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6710" y="1"/>
            <a:ext cx="7888111" cy="875771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1091848" y="1207823"/>
            <a:ext cx="4268611" cy="411030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529794" y="1207823"/>
            <a:ext cx="4270374" cy="411030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43323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0F50AF-7441-4134-B26A-ECC8A96B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99" y="485192"/>
            <a:ext cx="8058197" cy="827486"/>
          </a:xfrm>
          <a:solidFill>
            <a:schemeClr val="accent6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644377D-FC82-4902-BD97-53EC40396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26/08/03</a:t>
            </a:fld>
            <a:endParaRPr lang="fr-CA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63FF39F-B286-4C16-8269-F7A81DA14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F187C17-F2E3-4902-9E3A-65B783B49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0D1CDB22-3B0B-4322-9BBB-9F2293122B4E}"/>
              </a:ext>
            </a:extLst>
          </p:cNvPr>
          <p:cNvGrpSpPr/>
          <p:nvPr userDrawn="1"/>
        </p:nvGrpSpPr>
        <p:grpSpPr>
          <a:xfrm>
            <a:off x="8688000" y="495353"/>
            <a:ext cx="940000" cy="847331"/>
            <a:chOff x="9122160" y="387054"/>
            <a:chExt cx="846000" cy="847331"/>
          </a:xfrm>
        </p:grpSpPr>
        <p:pic>
          <p:nvPicPr>
            <p:cNvPr id="7" name="Graphique 6" descr="Crayon">
              <a:extLst>
                <a:ext uri="{FF2B5EF4-FFF2-40B4-BE49-F238E27FC236}">
                  <a16:creationId xmlns:a16="http://schemas.microsoft.com/office/drawing/2014/main" id="{DDBF18FB-FE66-423A-A7D4-B79FBBBC42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271578" y="527500"/>
              <a:ext cx="566438" cy="566438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B57AEEEB-351B-4025-8578-96B183CF9D99}"/>
                </a:ext>
              </a:extLst>
            </p:cNvPr>
            <p:cNvSpPr/>
            <p:nvPr/>
          </p:nvSpPr>
          <p:spPr>
            <a:xfrm>
              <a:off x="9122160" y="387054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800"/>
            </a:p>
          </p:txBody>
        </p:sp>
      </p:grpSp>
    </p:spTree>
    <p:extLst>
      <p:ext uri="{BB962C8B-B14F-4D97-AF65-F5344CB8AC3E}">
        <p14:creationId xmlns:p14="http://schemas.microsoft.com/office/powerpoint/2010/main" val="358465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D5027F-A0D3-4AB9-84F3-FB2D41690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00" y="485192"/>
            <a:ext cx="8067000" cy="827486"/>
          </a:xfrm>
          <a:solidFill>
            <a:schemeClr val="accent3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B9717D0-6BE4-4CEC-B56A-8B457758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26/08/03</a:t>
            </a:fld>
            <a:endParaRPr lang="fr-CA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2524FFF-475C-4BFE-954F-C687108D0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E87481D-310A-4B06-B0A3-60770912D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C38B7538-B649-4420-B53D-0893556BF313}"/>
              </a:ext>
            </a:extLst>
          </p:cNvPr>
          <p:cNvGrpSpPr/>
          <p:nvPr userDrawn="1"/>
        </p:nvGrpSpPr>
        <p:grpSpPr>
          <a:xfrm>
            <a:off x="8688000" y="503817"/>
            <a:ext cx="940000" cy="847331"/>
            <a:chOff x="7604369" y="476463"/>
            <a:chExt cx="846000" cy="847331"/>
          </a:xfrm>
        </p:grpSpPr>
        <p:pic>
          <p:nvPicPr>
            <p:cNvPr id="7" name="Graphique 6" descr="Brainstorming de groupe">
              <a:extLst>
                <a:ext uri="{FF2B5EF4-FFF2-40B4-BE49-F238E27FC236}">
                  <a16:creationId xmlns:a16="http://schemas.microsoft.com/office/drawing/2014/main" id="{7339A3EF-4528-46A0-8103-1D4A72CB11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684469" y="514932"/>
              <a:ext cx="685800" cy="685800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28460B3C-4E63-4A6E-B367-A95CD1A637BD}"/>
                </a:ext>
              </a:extLst>
            </p:cNvPr>
            <p:cNvSpPr/>
            <p:nvPr/>
          </p:nvSpPr>
          <p:spPr>
            <a:xfrm>
              <a:off x="7604369" y="476463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3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947013"/>
                        <a:gd name="connsiteY0" fmla="*/ 468788 h 937575"/>
                        <a:gd name="connsiteX1" fmla="*/ 473507 w 947013"/>
                        <a:gd name="connsiteY1" fmla="*/ 0 h 937575"/>
                        <a:gd name="connsiteX2" fmla="*/ 947014 w 947013"/>
                        <a:gd name="connsiteY2" fmla="*/ 468788 h 937575"/>
                        <a:gd name="connsiteX3" fmla="*/ 473507 w 947013"/>
                        <a:gd name="connsiteY3" fmla="*/ 937576 h 937575"/>
                        <a:gd name="connsiteX4" fmla="*/ 0 w 947013"/>
                        <a:gd name="connsiteY4" fmla="*/ 468788 h 9375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47013" h="937575" extrusionOk="0">
                          <a:moveTo>
                            <a:pt x="0" y="468788"/>
                          </a:moveTo>
                          <a:cubicBezTo>
                            <a:pt x="-23500" y="195388"/>
                            <a:pt x="145758" y="24860"/>
                            <a:pt x="473507" y="0"/>
                          </a:cubicBezTo>
                          <a:cubicBezTo>
                            <a:pt x="763972" y="6096"/>
                            <a:pt x="889617" y="211709"/>
                            <a:pt x="947014" y="468788"/>
                          </a:cubicBezTo>
                          <a:cubicBezTo>
                            <a:pt x="897572" y="775975"/>
                            <a:pt x="731309" y="958078"/>
                            <a:pt x="473507" y="937576"/>
                          </a:cubicBezTo>
                          <a:cubicBezTo>
                            <a:pt x="198915" y="930419"/>
                            <a:pt x="13934" y="734350"/>
                            <a:pt x="0" y="46878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800"/>
            </a:p>
          </p:txBody>
        </p:sp>
      </p:grpSp>
    </p:spTree>
    <p:extLst>
      <p:ext uri="{BB962C8B-B14F-4D97-AF65-F5344CB8AC3E}">
        <p14:creationId xmlns:p14="http://schemas.microsoft.com/office/powerpoint/2010/main" val="17401700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94F1F0-0C83-423A-9627-7F4F21B4D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00" y="485192"/>
            <a:ext cx="8067000" cy="827486"/>
          </a:xfrm>
          <a:solidFill>
            <a:schemeClr val="accent4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6605483-8545-43AB-9D82-BECBE68AC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26/08/03</a:t>
            </a:fld>
            <a:endParaRPr lang="fr-CA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9B70E9-B1BE-4B33-BD97-A58644046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3A96B83-5363-4969-8925-62B9E6BDC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9152BD61-BE8A-45EF-9990-8B54915CF287}"/>
              </a:ext>
            </a:extLst>
          </p:cNvPr>
          <p:cNvGrpSpPr/>
          <p:nvPr userDrawn="1"/>
        </p:nvGrpSpPr>
        <p:grpSpPr>
          <a:xfrm>
            <a:off x="8688000" y="503817"/>
            <a:ext cx="940000" cy="847331"/>
            <a:chOff x="7604369" y="476463"/>
            <a:chExt cx="846000" cy="847331"/>
          </a:xfrm>
        </p:grpSpPr>
        <p:pic>
          <p:nvPicPr>
            <p:cNvPr id="7" name="Graphique 6" descr="Brainstorming de groupe">
              <a:extLst>
                <a:ext uri="{FF2B5EF4-FFF2-40B4-BE49-F238E27FC236}">
                  <a16:creationId xmlns:a16="http://schemas.microsoft.com/office/drawing/2014/main" id="{EB97E7FB-98CD-4166-9B66-C5C7DFC94F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684469" y="514932"/>
              <a:ext cx="685800" cy="685800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704B6938-F664-404B-A6FB-3ED61F28D7B0}"/>
                </a:ext>
              </a:extLst>
            </p:cNvPr>
            <p:cNvSpPr/>
            <p:nvPr/>
          </p:nvSpPr>
          <p:spPr>
            <a:xfrm>
              <a:off x="7604369" y="476463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947013"/>
                        <a:gd name="connsiteY0" fmla="*/ 468788 h 937575"/>
                        <a:gd name="connsiteX1" fmla="*/ 473507 w 947013"/>
                        <a:gd name="connsiteY1" fmla="*/ 0 h 937575"/>
                        <a:gd name="connsiteX2" fmla="*/ 947014 w 947013"/>
                        <a:gd name="connsiteY2" fmla="*/ 468788 h 937575"/>
                        <a:gd name="connsiteX3" fmla="*/ 473507 w 947013"/>
                        <a:gd name="connsiteY3" fmla="*/ 937576 h 937575"/>
                        <a:gd name="connsiteX4" fmla="*/ 0 w 947013"/>
                        <a:gd name="connsiteY4" fmla="*/ 468788 h 9375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47013" h="937575" extrusionOk="0">
                          <a:moveTo>
                            <a:pt x="0" y="468788"/>
                          </a:moveTo>
                          <a:cubicBezTo>
                            <a:pt x="-23500" y="195388"/>
                            <a:pt x="145758" y="24860"/>
                            <a:pt x="473507" y="0"/>
                          </a:cubicBezTo>
                          <a:cubicBezTo>
                            <a:pt x="763972" y="6096"/>
                            <a:pt x="889617" y="211709"/>
                            <a:pt x="947014" y="468788"/>
                          </a:cubicBezTo>
                          <a:cubicBezTo>
                            <a:pt x="897572" y="775975"/>
                            <a:pt x="731309" y="958078"/>
                            <a:pt x="473507" y="937576"/>
                          </a:cubicBezTo>
                          <a:cubicBezTo>
                            <a:pt x="198915" y="930419"/>
                            <a:pt x="13934" y="734350"/>
                            <a:pt x="0" y="46878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800"/>
            </a:p>
          </p:txBody>
        </p:sp>
      </p:grpSp>
    </p:spTree>
    <p:extLst>
      <p:ext uri="{BB962C8B-B14F-4D97-AF65-F5344CB8AC3E}">
        <p14:creationId xmlns:p14="http://schemas.microsoft.com/office/powerpoint/2010/main" val="294457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32000" y="485192"/>
            <a:ext cx="9096000" cy="827486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CA" noProof="0" dirty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2000" y="1517877"/>
            <a:ext cx="9096000" cy="3247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 noProof="0" dirty="0"/>
              <a:t>Cliquez pour modifier les styles du texte du masque</a:t>
            </a:r>
          </a:p>
          <a:p>
            <a:pPr lvl="1"/>
            <a:r>
              <a:rPr lang="fr-CA" noProof="0" dirty="0"/>
              <a:t>Deuxième niveau</a:t>
            </a:r>
          </a:p>
          <a:p>
            <a:pPr lvl="2"/>
            <a:r>
              <a:rPr lang="fr-CA" noProof="0" dirty="0"/>
              <a:t>Troisième niveau</a:t>
            </a:r>
          </a:p>
          <a:p>
            <a:pPr lvl="3"/>
            <a:r>
              <a:rPr lang="fr-CA" noProof="0" dirty="0"/>
              <a:t>Quatrième niveau</a:t>
            </a:r>
          </a:p>
          <a:p>
            <a:pPr lvl="4"/>
            <a:r>
              <a:rPr lang="fr-CA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44000" y="5384996"/>
            <a:ext cx="2370667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0">
                <a:solidFill>
                  <a:schemeClr val="accent2"/>
                </a:solidFill>
              </a:defRPr>
            </a:lvl1pPr>
          </a:lstStyle>
          <a:p>
            <a:fld id="{98FD3BE9-B61A-496B-9E53-6BE29CAA7F7D}" type="datetime3">
              <a:rPr lang="fr-CA" noProof="0" smtClean="0"/>
              <a:pPr/>
              <a:t>26/08/03</a:t>
            </a:fld>
            <a:endParaRPr lang="fr-CA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71334" y="5384996"/>
            <a:ext cx="3217333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0">
                <a:solidFill>
                  <a:schemeClr val="accent2"/>
                </a:solidFill>
              </a:defRPr>
            </a:lvl1pPr>
          </a:lstStyle>
          <a:p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9112000" y="5384996"/>
            <a:ext cx="516000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0">
                <a:solidFill>
                  <a:schemeClr val="accent2"/>
                </a:solidFill>
              </a:defRPr>
            </a:lvl1pPr>
          </a:lstStyle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504" y="5032161"/>
            <a:ext cx="1711219" cy="21285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548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1pPr>
      <a:lvl2pPr marL="4536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2pPr>
      <a:lvl3pPr marL="7524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3pPr>
      <a:lvl4pPr marL="10476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4pPr>
      <a:lvl5pPr marL="13464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slide" Target="slide3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5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1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8.png"/><Relationship Id="rId4" Type="http://schemas.openxmlformats.org/officeDocument/2006/relationships/image" Target="../media/image24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OPER10500</a:t>
            </a:r>
            <a:br>
              <a:rPr lang="fr-CA" dirty="0"/>
            </a:br>
            <a:r>
              <a:rPr lang="fr-CA" dirty="0"/>
              <a:t>Gestion des opérations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 dirty="0"/>
              <a:t>Prévision de la demande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532000" y="5028295"/>
            <a:ext cx="5353729" cy="200055"/>
          </a:xfrm>
        </p:spPr>
        <p:txBody>
          <a:bodyPr/>
          <a:lstStyle/>
          <a:p>
            <a:r>
              <a:rPr lang="fr-CA" sz="1050" dirty="0"/>
              <a:t>© 2025 Département de gestion des opérations et de la logistique</a:t>
            </a:r>
          </a:p>
        </p:txBody>
      </p:sp>
    </p:spTree>
    <p:extLst>
      <p:ext uri="{BB962C8B-B14F-4D97-AF65-F5344CB8AC3E}">
        <p14:creationId xmlns:p14="http://schemas.microsoft.com/office/powerpoint/2010/main" val="1857756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Carte conceptuelle</a:t>
            </a:r>
          </a:p>
        </p:txBody>
      </p:sp>
      <p:pic>
        <p:nvPicPr>
          <p:cNvPr id="9" name="Image 8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8906C563-E5F2-4CC7-9AC3-305B64E40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623" y="1395839"/>
            <a:ext cx="6404372" cy="3961223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Zoom de diapositive 3">
                <a:extLst>
                  <a:ext uri="{FF2B5EF4-FFF2-40B4-BE49-F238E27FC236}">
                    <a16:creationId xmlns:a16="http://schemas.microsoft.com/office/drawing/2014/main" id="{2427BF48-1633-4382-9DC2-70065453EF2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47867538"/>
                  </p:ext>
                </p:extLst>
              </p:nvPr>
            </p:nvGraphicFramePr>
            <p:xfrm>
              <a:off x="6887200" y="2857500"/>
              <a:ext cx="1534602" cy="959126"/>
            </p:xfrm>
            <a:graphic>
              <a:graphicData uri="http://schemas.microsoft.com/office/powerpoint/2016/slidezoom">
                <pslz:sldZm>
                  <pslz:sldZmObj sldId="414" cId="1135010236">
                    <pslz:zmPr id="{ADAD973A-B0BC-42D3-A276-8F71072BF809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34602" cy="95912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Zoom de diapositive 3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2427BF48-1633-4382-9DC2-70065453EF2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87200" y="2857500"/>
                <a:ext cx="1534602" cy="95912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921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Carte conceptuelle : Prévision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4294967295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6" t="26841" r="2450" b="27128"/>
          <a:stretch/>
        </p:blipFill>
        <p:spPr>
          <a:xfrm>
            <a:off x="846139" y="1459231"/>
            <a:ext cx="8615603" cy="3215640"/>
          </a:xfrm>
        </p:spPr>
      </p:pic>
    </p:spTree>
    <p:extLst>
      <p:ext uri="{BB962C8B-B14F-4D97-AF65-F5344CB8AC3E}">
        <p14:creationId xmlns:p14="http://schemas.microsoft.com/office/powerpoint/2010/main" val="1135010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Deux types de demande</a:t>
            </a:r>
          </a:p>
        </p:txBody>
      </p:sp>
      <p:sp>
        <p:nvSpPr>
          <p:cNvPr id="16" name="Espace réservé du texte 4">
            <a:extLst>
              <a:ext uri="{FF2B5EF4-FFF2-40B4-BE49-F238E27FC236}">
                <a16:creationId xmlns:a16="http://schemas.microsoft.com/office/drawing/2014/main" id="{2CB150D1-39B3-CD8F-F9A7-F263AB268172}"/>
              </a:ext>
            </a:extLst>
          </p:cNvPr>
          <p:cNvSpPr txBox="1">
            <a:spLocks/>
          </p:cNvSpPr>
          <p:nvPr/>
        </p:nvSpPr>
        <p:spPr>
          <a:xfrm>
            <a:off x="1103814" y="1603022"/>
            <a:ext cx="3366823" cy="533135"/>
          </a:xfrm>
          <a:prstGeom prst="rect">
            <a:avLst/>
          </a:prstGeom>
        </p:spPr>
        <p:txBody>
          <a:bodyPr anchor="ctr" anchorCtr="1"/>
          <a:lstStyle>
            <a:lvl1pPr marL="1548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36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24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76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64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altLang="fr-FR" sz="1667" b="1" dirty="0"/>
              <a:t>DEMANDE INDÉPENDANTE</a:t>
            </a:r>
          </a:p>
        </p:txBody>
      </p:sp>
      <p:sp>
        <p:nvSpPr>
          <p:cNvPr id="17" name="Espace réservé du contenu 5">
            <a:extLst>
              <a:ext uri="{FF2B5EF4-FFF2-40B4-BE49-F238E27FC236}">
                <a16:creationId xmlns:a16="http://schemas.microsoft.com/office/drawing/2014/main" id="{14307F26-D3CF-8D85-A5CE-194F748245A2}"/>
              </a:ext>
            </a:extLst>
          </p:cNvPr>
          <p:cNvSpPr txBox="1">
            <a:spLocks/>
          </p:cNvSpPr>
          <p:nvPr/>
        </p:nvSpPr>
        <p:spPr>
          <a:xfrm>
            <a:off x="872555" y="2319965"/>
            <a:ext cx="3635430" cy="1386956"/>
          </a:xfrm>
          <a:prstGeom prst="rect">
            <a:avLst/>
          </a:prstGeom>
          <a:ln w="44450" cmpd="thinThick">
            <a:solidFill>
              <a:schemeClr val="accent6"/>
            </a:solidFill>
          </a:ln>
        </p:spPr>
        <p:txBody>
          <a:bodyPr>
            <a:normAutofit/>
          </a:bodyPr>
          <a:lstStyle>
            <a:lvl1pPr marL="1548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36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24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76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64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fr-FR" altLang="fr-FR" sz="1500"/>
              <a:t>Produits finis vendus aux clients ou consommés à l’interne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fr-FR" altLang="fr-FR" sz="1500" b="1" u="sng"/>
              <a:t>À prévoir</a:t>
            </a:r>
            <a:r>
              <a:rPr lang="fr-FR" altLang="fr-FR" sz="1500"/>
              <a:t> pour planifier les opérations et gérer les stocks</a:t>
            </a:r>
            <a:endParaRPr lang="fr-FR" altLang="fr-FR" sz="1500" dirty="0"/>
          </a:p>
        </p:txBody>
      </p:sp>
      <p:sp>
        <p:nvSpPr>
          <p:cNvPr id="18" name="Espace réservé du texte 6">
            <a:extLst>
              <a:ext uri="{FF2B5EF4-FFF2-40B4-BE49-F238E27FC236}">
                <a16:creationId xmlns:a16="http://schemas.microsoft.com/office/drawing/2014/main" id="{0024D4FD-24A1-8D68-FE1C-0CC646875B34}"/>
              </a:ext>
            </a:extLst>
          </p:cNvPr>
          <p:cNvSpPr txBox="1">
            <a:spLocks/>
          </p:cNvSpPr>
          <p:nvPr/>
        </p:nvSpPr>
        <p:spPr>
          <a:xfrm>
            <a:off x="5852133" y="1599880"/>
            <a:ext cx="3073136" cy="533135"/>
          </a:xfrm>
          <a:prstGeom prst="rect">
            <a:avLst/>
          </a:prstGeom>
        </p:spPr>
        <p:txBody>
          <a:bodyPr anchor="ctr" anchorCtr="1"/>
          <a:lstStyle>
            <a:lvl1pPr marL="1548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36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24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76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64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altLang="fr-FR" sz="1667" b="1" dirty="0"/>
              <a:t>DEMANDE DÉPENDANTE</a:t>
            </a:r>
          </a:p>
        </p:txBody>
      </p:sp>
      <p:sp>
        <p:nvSpPr>
          <p:cNvPr id="19" name="Espace réservé du contenu 7">
            <a:extLst>
              <a:ext uri="{FF2B5EF4-FFF2-40B4-BE49-F238E27FC236}">
                <a16:creationId xmlns:a16="http://schemas.microsoft.com/office/drawing/2014/main" id="{D4737029-DB36-24FC-1C24-45CC109266E0}"/>
              </a:ext>
            </a:extLst>
          </p:cNvPr>
          <p:cNvSpPr txBox="1">
            <a:spLocks/>
          </p:cNvSpPr>
          <p:nvPr/>
        </p:nvSpPr>
        <p:spPr>
          <a:xfrm>
            <a:off x="5652016" y="2319965"/>
            <a:ext cx="3636000" cy="1378437"/>
          </a:xfrm>
          <a:prstGeom prst="rect">
            <a:avLst/>
          </a:prstGeom>
          <a:ln w="44450" cmpd="thinThick">
            <a:solidFill>
              <a:schemeClr val="accent6"/>
            </a:solidFill>
          </a:ln>
        </p:spPr>
        <p:txBody>
          <a:bodyPr vert="horz" lIns="76200" tIns="38100" rIns="76200" bIns="38100" rtlCol="0">
            <a:normAutofit/>
          </a:bodyPr>
          <a:lstStyle>
            <a:lvl1pPr marL="1548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36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24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76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64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fr-FR" altLang="fr-FR" sz="1500"/>
              <a:t>Matières premières et composants entrant dans la fabrication de produits finis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fr-FR" altLang="fr-FR" sz="1500"/>
              <a:t>Calculée à partir de la demande des produits finis</a:t>
            </a:r>
            <a:endParaRPr lang="fr-FR" altLang="fr-FR" sz="1500" dirty="0"/>
          </a:p>
        </p:txBody>
      </p:sp>
      <p:sp>
        <p:nvSpPr>
          <p:cNvPr id="20" name="Double flèche horizontale 2">
            <a:extLst>
              <a:ext uri="{FF2B5EF4-FFF2-40B4-BE49-F238E27FC236}">
                <a16:creationId xmlns:a16="http://schemas.microsoft.com/office/drawing/2014/main" id="{71B2B9CD-60FF-D8A2-44B2-4BD22D4AAD7C}"/>
              </a:ext>
            </a:extLst>
          </p:cNvPr>
          <p:cNvSpPr/>
          <p:nvPr/>
        </p:nvSpPr>
        <p:spPr>
          <a:xfrm>
            <a:off x="4389252" y="1729427"/>
            <a:ext cx="1381495" cy="425989"/>
          </a:xfrm>
          <a:prstGeom prst="leftRightArrow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50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4BA9218C-B0C8-AF3D-CFFA-FA9DAF63C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44" y="4095215"/>
            <a:ext cx="3635430" cy="449349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94DBB1FA-DE9A-3F29-FEEE-93B6FDC5E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118" y="3973142"/>
            <a:ext cx="3918170" cy="1035326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62C62DB9-B1C3-E937-5E20-D29107E049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7763" y="4884173"/>
            <a:ext cx="1864965" cy="25065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2000" y="1554990"/>
            <a:ext cx="6719435" cy="3741797"/>
          </a:xfrm>
        </p:spPr>
        <p:txBody>
          <a:bodyPr/>
          <a:lstStyle/>
          <a:p>
            <a:pPr marL="0" indent="0">
              <a:buNone/>
            </a:pPr>
            <a:r>
              <a:rPr lang="fr-CA" dirty="0"/>
              <a:t>Les méthodes qualitatives les plus connues :</a:t>
            </a:r>
          </a:p>
          <a:p>
            <a:pPr marL="717550" lvl="1" indent="-358775">
              <a:spcBef>
                <a:spcPts val="450"/>
              </a:spcBef>
              <a:spcAft>
                <a:spcPts val="450"/>
              </a:spcAft>
              <a:tabLst>
                <a:tab pos="627063" algn="l"/>
              </a:tabLst>
            </a:pPr>
            <a:r>
              <a:rPr lang="fr-CA" dirty="0"/>
              <a:t>Les enquêtes auprès des consommateurs;</a:t>
            </a:r>
          </a:p>
          <a:p>
            <a:pPr marL="717550" lvl="1" indent="-358775">
              <a:spcBef>
                <a:spcPts val="450"/>
              </a:spcBef>
              <a:spcAft>
                <a:spcPts val="450"/>
              </a:spcAft>
              <a:tabLst>
                <a:tab pos="627063" algn="l"/>
              </a:tabLst>
            </a:pPr>
            <a:r>
              <a:rPr lang="fr-CA" dirty="0"/>
              <a:t>L’opinion des cadres ou les panels d'experts;</a:t>
            </a:r>
          </a:p>
          <a:p>
            <a:pPr marL="717550" lvl="1" indent="-358775">
              <a:spcBef>
                <a:spcPts val="450"/>
              </a:spcBef>
              <a:spcAft>
                <a:spcPts val="450"/>
              </a:spcAft>
              <a:tabLst>
                <a:tab pos="627063" algn="l"/>
              </a:tabLst>
            </a:pPr>
            <a:r>
              <a:rPr lang="fr-CA" dirty="0"/>
              <a:t>La méthode Delphi;</a:t>
            </a:r>
          </a:p>
          <a:p>
            <a:pPr marL="717550" lvl="1" indent="-358775">
              <a:spcBef>
                <a:spcPts val="450"/>
              </a:spcBef>
              <a:spcAft>
                <a:spcPts val="450"/>
              </a:spcAft>
              <a:tabLst>
                <a:tab pos="627063" algn="l"/>
              </a:tabLst>
            </a:pPr>
            <a:r>
              <a:rPr lang="fr-CA" dirty="0"/>
              <a:t>Les analogies historiques.</a:t>
            </a:r>
          </a:p>
          <a:p>
            <a:pPr marL="0" indent="0">
              <a:buNone/>
            </a:pPr>
            <a:r>
              <a:rPr lang="fr-CA" dirty="0"/>
              <a:t>Utilisation :</a:t>
            </a:r>
          </a:p>
          <a:p>
            <a:pPr marL="717550" lvl="1" indent="-358775"/>
            <a:r>
              <a:rPr lang="fr-CA" dirty="0"/>
              <a:t>Nouveaux produits;</a:t>
            </a:r>
          </a:p>
          <a:p>
            <a:pPr marL="717550" lvl="1" indent="-358775"/>
            <a:r>
              <a:rPr lang="fr-CA" dirty="0"/>
              <a:t>Données historiques non fiables;</a:t>
            </a:r>
          </a:p>
          <a:p>
            <a:pPr marL="717550" lvl="1" indent="-358775"/>
            <a:r>
              <a:rPr lang="fr-CA" dirty="0"/>
              <a:t>Pour valider un modèle quantitatif.</a:t>
            </a:r>
          </a:p>
          <a:p>
            <a:pPr lvl="1">
              <a:spcBef>
                <a:spcPts val="450"/>
              </a:spcBef>
              <a:spcAft>
                <a:spcPts val="450"/>
              </a:spcAft>
            </a:pPr>
            <a:endParaRPr lang="fr-CA" dirty="0"/>
          </a:p>
          <a:p>
            <a:pPr eaLnBrk="1" hangingPunct="1"/>
            <a:endParaRPr lang="fr-CA" dirty="0"/>
          </a:p>
        </p:txBody>
      </p:sp>
      <p:sp>
        <p:nvSpPr>
          <p:cNvPr id="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CA" dirty="0"/>
              <a:t>Méthodes qualitatives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2000" y="1576789"/>
            <a:ext cx="9096000" cy="337899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fr-CA" dirty="0"/>
              <a:t>Les méthodes quantitatives sont basées sur des données historiques ou sur des associations entre des variables de l'environnement.</a:t>
            </a:r>
          </a:p>
          <a:p>
            <a:pPr marL="0" indent="0">
              <a:buNone/>
              <a:defRPr/>
            </a:pPr>
            <a:endParaRPr lang="fr-CA" dirty="0"/>
          </a:p>
          <a:p>
            <a:pPr marL="0" indent="0">
              <a:buNone/>
              <a:defRPr/>
            </a:pPr>
            <a:r>
              <a:rPr lang="fr-CA" dirty="0"/>
              <a:t>Séries chronologiques :</a:t>
            </a:r>
          </a:p>
          <a:p>
            <a:pPr marL="735806" lvl="1" indent="-344091">
              <a:spcBef>
                <a:spcPts val="450"/>
              </a:spcBef>
              <a:spcAft>
                <a:spcPts val="900"/>
              </a:spcAft>
              <a:defRPr/>
            </a:pPr>
            <a:r>
              <a:rPr lang="fr-CA" dirty="0"/>
              <a:t>Ventes réalisées au cours des dernières années</a:t>
            </a:r>
          </a:p>
          <a:p>
            <a:pPr marL="0" indent="0">
              <a:buNone/>
              <a:defRPr/>
            </a:pPr>
            <a:r>
              <a:rPr lang="fr-CA" dirty="0"/>
              <a:t>Méthodes causales :</a:t>
            </a:r>
          </a:p>
          <a:p>
            <a:pPr marL="735806" lvl="1" indent="-344091">
              <a:spcBef>
                <a:spcPts val="450"/>
              </a:spcBef>
              <a:spcAft>
                <a:spcPts val="900"/>
              </a:spcAft>
              <a:defRPr/>
            </a:pPr>
            <a:r>
              <a:rPr lang="fr-CA" dirty="0"/>
              <a:t>Indices boursiers et économiques</a:t>
            </a:r>
          </a:p>
          <a:p>
            <a:pPr marL="735806" lvl="1" indent="-344091">
              <a:spcBef>
                <a:spcPts val="450"/>
              </a:spcBef>
              <a:spcAft>
                <a:spcPts val="900"/>
              </a:spcAft>
              <a:defRPr/>
            </a:pPr>
            <a:r>
              <a:rPr lang="fr-CA" dirty="0"/>
              <a:t>Achats de produits complémentaires</a:t>
            </a:r>
          </a:p>
          <a:p>
            <a:pPr marL="735806" lvl="1" indent="-344091">
              <a:spcBef>
                <a:spcPts val="450"/>
              </a:spcBef>
              <a:spcAft>
                <a:spcPts val="900"/>
              </a:spcAft>
              <a:defRPr/>
            </a:pPr>
            <a:r>
              <a:rPr lang="fr-CA" dirty="0"/>
              <a:t>Etc.</a:t>
            </a:r>
          </a:p>
          <a:p>
            <a:pPr eaLnBrk="1" hangingPunct="1">
              <a:defRPr/>
            </a:pPr>
            <a:endParaRPr lang="fr-CA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CA"/>
              <a:t>Méthodes quantitatives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04F8F3-078B-4B22-AD18-97B2E98E6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Démarche de prévision</a:t>
            </a:r>
          </a:p>
        </p:txBody>
      </p:sp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47934750-EFDB-4253-B4F6-F4CFD2AF5E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4453158"/>
              </p:ext>
            </p:extLst>
          </p:nvPr>
        </p:nvGraphicFramePr>
        <p:xfrm>
          <a:off x="2062253" y="1456460"/>
          <a:ext cx="5746880" cy="28950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120B266C-373D-425E-869D-D9157199A8B9}"/>
              </a:ext>
            </a:extLst>
          </p:cNvPr>
          <p:cNvSpPr/>
          <p:nvPr/>
        </p:nvSpPr>
        <p:spPr>
          <a:xfrm>
            <a:off x="1877109" y="3829195"/>
            <a:ext cx="155179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CA" sz="1400" dirty="0"/>
              <a:t>Horizon considéré, précision requise, moyens disponibles, etc.</a:t>
            </a:r>
            <a:endParaRPr lang="en-CA" sz="126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D06E81-F30C-4A00-970A-F50F44E37543}"/>
              </a:ext>
            </a:extLst>
          </p:cNvPr>
          <p:cNvSpPr/>
          <p:nvPr/>
        </p:nvSpPr>
        <p:spPr>
          <a:xfrm>
            <a:off x="4172404" y="3834056"/>
            <a:ext cx="155179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CA" sz="1400" dirty="0"/>
              <a:t>Graphiques, statistiques, composantes de la demande, etc.</a:t>
            </a:r>
            <a:endParaRPr lang="en-CA" sz="1260" dirty="0"/>
          </a:p>
        </p:txBody>
      </p:sp>
    </p:spTree>
    <p:extLst>
      <p:ext uri="{BB962C8B-B14F-4D97-AF65-F5344CB8AC3E}">
        <p14:creationId xmlns:p14="http://schemas.microsoft.com/office/powerpoint/2010/main" val="1597815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Les composantes de la demande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77D02C-9BB1-21A3-F42E-92A28BCB2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2000" y="1275104"/>
            <a:ext cx="4489098" cy="533135"/>
          </a:xfrm>
        </p:spPr>
        <p:txBody>
          <a:bodyPr/>
          <a:lstStyle/>
          <a:p>
            <a:r>
              <a:rPr lang="fr-CA" dirty="0"/>
              <a:t>Composantes principales</a:t>
            </a:r>
          </a:p>
        </p:txBody>
      </p:sp>
      <p:graphicFrame>
        <p:nvGraphicFramePr>
          <p:cNvPr id="1026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507998" y="2020694"/>
          <a:ext cx="5041903" cy="296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483398" imgH="3816373" progId="Excel.Sheet.8">
                  <p:embed/>
                </p:oleObj>
              </mc:Choice>
              <mc:Fallback>
                <p:oleObj name="Worksheet" r:id="rId3" imgW="6483398" imgH="3816373" progId="Excel.Sheet.8">
                  <p:embed/>
                  <p:pic>
                    <p:nvPicPr>
                      <p:cNvPr id="102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998" y="2020694"/>
                        <a:ext cx="5041903" cy="2968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395DD71-732D-F2D7-3236-585B8678AC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26088" y="1511301"/>
            <a:ext cx="4125914" cy="533135"/>
          </a:xfrm>
        </p:spPr>
        <p:txBody>
          <a:bodyPr/>
          <a:lstStyle/>
          <a:p>
            <a:r>
              <a:rPr lang="fr-CA" dirty="0"/>
              <a:t>Autres facteurs influençant la demande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4EB01C14-7B91-261F-AAAC-4E5387D94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9901" y="2044436"/>
            <a:ext cx="4102101" cy="2721240"/>
          </a:xfrm>
        </p:spPr>
        <p:txBody>
          <a:bodyPr/>
          <a:lstStyle/>
          <a:p>
            <a:pPr marL="357188" indent="-357188"/>
            <a:r>
              <a:rPr lang="fr-CA" dirty="0"/>
              <a:t>Les conditions du marché (PESTEL)</a:t>
            </a:r>
          </a:p>
          <a:p>
            <a:pPr marL="357188" indent="-357188"/>
            <a:r>
              <a:rPr lang="fr-CA" dirty="0"/>
              <a:t>Les facteurs endogènes (décisions internes) :</a:t>
            </a:r>
          </a:p>
          <a:p>
            <a:pPr marL="715963" lvl="1" indent="-358775"/>
            <a:r>
              <a:rPr lang="fr-CA" dirty="0"/>
              <a:t>rabais</a:t>
            </a:r>
          </a:p>
          <a:p>
            <a:pPr marL="715963" lvl="1" indent="-358775"/>
            <a:r>
              <a:rPr lang="fr-CA" dirty="0"/>
              <a:t>promotions et publicité</a:t>
            </a:r>
          </a:p>
          <a:p>
            <a:pPr marL="715963" lvl="1" indent="-358775"/>
            <a:r>
              <a:rPr lang="fr-CA" dirty="0"/>
              <a:t>tarification variable</a:t>
            </a:r>
          </a:p>
          <a:p>
            <a:pPr marL="715963" lvl="1" indent="-358775"/>
            <a:r>
              <a:rPr lang="fr-CA" dirty="0"/>
              <a:t>lancement de nouveaux produits</a:t>
            </a:r>
          </a:p>
          <a:p>
            <a:pPr marL="715963" lvl="1" indent="-358775"/>
            <a:r>
              <a:rPr lang="fr-CA" dirty="0"/>
              <a:t>etc…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2000" y="1534000"/>
            <a:ext cx="6596800" cy="3701315"/>
          </a:xfrm>
        </p:spPr>
        <p:txBody>
          <a:bodyPr/>
          <a:lstStyle/>
          <a:p>
            <a:pPr marL="342900" indent="-342900">
              <a:lnSpc>
                <a:spcPct val="150000"/>
              </a:lnSpc>
            </a:pPr>
            <a:r>
              <a:rPr lang="fr-CA" dirty="0"/>
              <a:t>Prévisions naïves</a:t>
            </a:r>
          </a:p>
          <a:p>
            <a:pPr marL="335756" lvl="1" indent="0">
              <a:buNone/>
            </a:pPr>
            <a:r>
              <a:rPr lang="fr-CA" sz="1500" dirty="0"/>
              <a:t>Exemple : la demande de </a:t>
            </a:r>
            <a:r>
              <a:rPr lang="fr-CA" sz="1500" u="sng" dirty="0"/>
              <a:t>août 2026</a:t>
            </a:r>
            <a:r>
              <a:rPr lang="fr-CA" sz="1500" dirty="0"/>
              <a:t> a été de 3 000 unités alors la prévision de </a:t>
            </a:r>
            <a:r>
              <a:rPr lang="fr-CA" sz="1500" u="sng" dirty="0"/>
              <a:t>août 2027</a:t>
            </a:r>
            <a:r>
              <a:rPr lang="fr-CA" sz="1500" dirty="0"/>
              <a:t> sera de 3 000 unités.</a:t>
            </a:r>
          </a:p>
          <a:p>
            <a:pPr marL="342900" indent="-342900">
              <a:lnSpc>
                <a:spcPct val="150000"/>
              </a:lnSpc>
            </a:pPr>
            <a:r>
              <a:rPr lang="fr-CA" dirty="0"/>
              <a:t>Moyennes mobiles (k périodes)  </a:t>
            </a:r>
          </a:p>
          <a:p>
            <a:pPr marL="342900" indent="-342900">
              <a:lnSpc>
                <a:spcPct val="150000"/>
              </a:lnSpc>
            </a:pPr>
            <a:endParaRPr lang="fr-CA" sz="1050" dirty="0"/>
          </a:p>
          <a:p>
            <a:pPr marL="342900" indent="-342900">
              <a:lnSpc>
                <a:spcPct val="150000"/>
              </a:lnSpc>
            </a:pPr>
            <a:r>
              <a:rPr lang="fr-CA" dirty="0"/>
              <a:t>Moyennes mobiles pondérées</a:t>
            </a:r>
          </a:p>
          <a:p>
            <a:pPr marL="342900" indent="-342900">
              <a:lnSpc>
                <a:spcPct val="150000"/>
              </a:lnSpc>
            </a:pPr>
            <a:endParaRPr lang="fr-CA" sz="2100" dirty="0"/>
          </a:p>
          <a:p>
            <a:pPr marL="342900" indent="-342900">
              <a:lnSpc>
                <a:spcPct val="150000"/>
              </a:lnSpc>
            </a:pPr>
            <a:r>
              <a:rPr lang="fr-CA" dirty="0"/>
              <a:t>Lissage exponentiel simple (</a:t>
            </a:r>
            <a:r>
              <a:rPr lang="el-GR" dirty="0"/>
              <a:t>α</a:t>
            </a:r>
            <a:r>
              <a:rPr lang="fr-CA" dirty="0"/>
              <a:t>)</a:t>
            </a:r>
          </a:p>
          <a:p>
            <a:pPr marL="342900" indent="-342900">
              <a:lnSpc>
                <a:spcPct val="150000"/>
              </a:lnSpc>
              <a:buNone/>
            </a:pPr>
            <a:endParaRPr lang="fr-CA" dirty="0"/>
          </a:p>
          <a:p>
            <a:pPr marL="342900" indent="-342900" algn="just">
              <a:buNone/>
            </a:pPr>
            <a:endParaRPr lang="fr-CA" b="1" dirty="0"/>
          </a:p>
          <a:p>
            <a:pPr marL="342900" indent="-342900"/>
            <a:endParaRPr lang="fr-CA" sz="1500" dirty="0"/>
          </a:p>
        </p:txBody>
      </p:sp>
      <p:graphicFrame>
        <p:nvGraphicFramePr>
          <p:cNvPr id="4" name="Object 4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81411023"/>
              </p:ext>
            </p:extLst>
          </p:nvPr>
        </p:nvGraphicFramePr>
        <p:xfrm>
          <a:off x="4779678" y="2437106"/>
          <a:ext cx="1706563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39600" imgH="431640" progId="Equation.3">
                  <p:embed/>
                </p:oleObj>
              </mc:Choice>
              <mc:Fallback>
                <p:oleObj name="Equation" r:id="rId3" imgW="939600" imgH="431640" progId="Equation.3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9678" y="2437106"/>
                        <a:ext cx="1706563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0571869"/>
              </p:ext>
            </p:extLst>
          </p:nvPr>
        </p:nvGraphicFramePr>
        <p:xfrm>
          <a:off x="4325913" y="3561341"/>
          <a:ext cx="4645819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03160" imgH="228600" progId="Equation.3">
                  <p:embed/>
                </p:oleObj>
              </mc:Choice>
              <mc:Fallback>
                <p:oleObj name="Equation" r:id="rId5" imgW="2603160" imgH="228600" progId="Equation.3">
                  <p:embed/>
                  <p:pic>
                    <p:nvPicPr>
                      <p:cNvPr id="5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5913" y="3561341"/>
                        <a:ext cx="4645819" cy="4286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ZoneTexte 9"/>
          <p:cNvSpPr txBox="1"/>
          <p:nvPr/>
        </p:nvSpPr>
        <p:spPr>
          <a:xfrm>
            <a:off x="4325913" y="4391169"/>
            <a:ext cx="338243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100" dirty="0">
                <a:latin typeface="Constantia" panose="02030602050306030303" pitchFamily="18" charset="0"/>
              </a:rPr>
              <a:t>P</a:t>
            </a:r>
            <a:r>
              <a:rPr lang="fr-CA" sz="2100" baseline="-25000" dirty="0">
                <a:latin typeface="Constantia" panose="02030602050306030303" pitchFamily="18" charset="0"/>
              </a:rPr>
              <a:t>t+1</a:t>
            </a:r>
            <a:r>
              <a:rPr lang="fr-CA" sz="2100" dirty="0">
                <a:latin typeface="Constantia" panose="02030602050306030303" pitchFamily="18" charset="0"/>
              </a:rPr>
              <a:t> = </a:t>
            </a:r>
            <a:r>
              <a:rPr lang="el-GR" sz="2100" dirty="0">
                <a:latin typeface="Constantia" panose="02030602050306030303" pitchFamily="18" charset="0"/>
              </a:rPr>
              <a:t>α</a:t>
            </a:r>
            <a:r>
              <a:rPr lang="fr-CA" sz="2100" dirty="0">
                <a:latin typeface="Constantia" panose="02030602050306030303" pitchFamily="18" charset="0"/>
              </a:rPr>
              <a:t> </a:t>
            </a:r>
            <a:r>
              <a:rPr lang="fr-CA" sz="2100" dirty="0" err="1">
                <a:latin typeface="Constantia" panose="02030602050306030303" pitchFamily="18" charset="0"/>
              </a:rPr>
              <a:t>D</a:t>
            </a:r>
            <a:r>
              <a:rPr lang="fr-CA" sz="2100" baseline="-25000" dirty="0" err="1">
                <a:latin typeface="Constantia" panose="02030602050306030303" pitchFamily="18" charset="0"/>
              </a:rPr>
              <a:t>t</a:t>
            </a:r>
            <a:r>
              <a:rPr lang="fr-CA" sz="2100" dirty="0">
                <a:latin typeface="Constantia" panose="02030602050306030303" pitchFamily="18" charset="0"/>
              </a:rPr>
              <a:t> + (1 – </a:t>
            </a:r>
            <a:r>
              <a:rPr lang="el-GR" sz="2100" dirty="0">
                <a:latin typeface="Constantia" panose="02030602050306030303" pitchFamily="18" charset="0"/>
              </a:rPr>
              <a:t>α</a:t>
            </a:r>
            <a:r>
              <a:rPr lang="fr-CA" sz="2100" dirty="0">
                <a:latin typeface="Constantia" panose="02030602050306030303" pitchFamily="18" charset="0"/>
              </a:rPr>
              <a:t>) P</a:t>
            </a:r>
            <a:r>
              <a:rPr lang="fr-CA" sz="2100" baseline="-25000" dirty="0">
                <a:latin typeface="Constantia" panose="02030602050306030303" pitchFamily="18" charset="0"/>
              </a:rPr>
              <a:t>t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310D259F-B1F7-4E0E-A8F5-7ABDB9664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00" y="481014"/>
            <a:ext cx="9096000" cy="819775"/>
          </a:xfrm>
        </p:spPr>
        <p:txBody>
          <a:bodyPr/>
          <a:lstStyle/>
          <a:p>
            <a:r>
              <a:rPr lang="fr-CA" dirty="0"/>
              <a:t>Séries chronologiques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ECA8BEC-62DB-4AE3-92C0-4DDCB7B21D60}"/>
              </a:ext>
            </a:extLst>
          </p:cNvPr>
          <p:cNvSpPr txBox="1"/>
          <p:nvPr/>
        </p:nvSpPr>
        <p:spPr>
          <a:xfrm>
            <a:off x="7280515" y="4391169"/>
            <a:ext cx="338243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sz="2100" dirty="0">
                <a:latin typeface="Constantia" panose="02030602050306030303" pitchFamily="18" charset="0"/>
              </a:rPr>
              <a:t>P</a:t>
            </a:r>
            <a:r>
              <a:rPr lang="fr-CA" sz="2100" baseline="-25000" dirty="0">
                <a:latin typeface="Constantia" panose="02030602050306030303" pitchFamily="18" charset="0"/>
              </a:rPr>
              <a:t>t+1</a:t>
            </a:r>
            <a:r>
              <a:rPr lang="fr-CA" sz="2100" dirty="0">
                <a:latin typeface="Constantia" panose="02030602050306030303" pitchFamily="18" charset="0"/>
              </a:rPr>
              <a:t> = P</a:t>
            </a:r>
            <a:r>
              <a:rPr lang="fr-CA" sz="2100" baseline="-25000" dirty="0">
                <a:latin typeface="Constantia" panose="02030602050306030303" pitchFamily="18" charset="0"/>
              </a:rPr>
              <a:t>t </a:t>
            </a:r>
            <a:r>
              <a:rPr lang="fr-CA" sz="2100" dirty="0">
                <a:latin typeface="Constantia" panose="02030602050306030303" pitchFamily="18" charset="0"/>
              </a:rPr>
              <a:t>+ </a:t>
            </a:r>
            <a:r>
              <a:rPr lang="el-GR" sz="2100" dirty="0">
                <a:latin typeface="Constantia" panose="02030602050306030303" pitchFamily="18" charset="0"/>
              </a:rPr>
              <a:t>α</a:t>
            </a:r>
            <a:r>
              <a:rPr lang="fr-CA" sz="2100" dirty="0">
                <a:latin typeface="Constantia" panose="02030602050306030303" pitchFamily="18" charset="0"/>
              </a:rPr>
              <a:t> (</a:t>
            </a:r>
            <a:r>
              <a:rPr lang="fr-CA" sz="2100" dirty="0" err="1">
                <a:latin typeface="Constantia" panose="02030602050306030303" pitchFamily="18" charset="0"/>
              </a:rPr>
              <a:t>D</a:t>
            </a:r>
            <a:r>
              <a:rPr lang="fr-CA" sz="2100" baseline="-25000" dirty="0" err="1">
                <a:latin typeface="Constantia" panose="02030602050306030303" pitchFamily="18" charset="0"/>
              </a:rPr>
              <a:t>t</a:t>
            </a:r>
            <a:r>
              <a:rPr lang="fr-CA" sz="2100" baseline="-25000" dirty="0">
                <a:latin typeface="Constantia" panose="02030602050306030303" pitchFamily="18" charset="0"/>
              </a:rPr>
              <a:t> </a:t>
            </a:r>
            <a:r>
              <a:rPr lang="fr-CA" sz="2100" dirty="0">
                <a:latin typeface="Constantia" panose="02030602050306030303" pitchFamily="18" charset="0"/>
              </a:rPr>
              <a:t>– P</a:t>
            </a:r>
            <a:r>
              <a:rPr lang="fr-CA" sz="2100" baseline="-25000" dirty="0">
                <a:latin typeface="Constantia" panose="02030602050306030303" pitchFamily="18" charset="0"/>
              </a:rPr>
              <a:t>t</a:t>
            </a:r>
            <a:r>
              <a:rPr lang="fr-CA" sz="2100" dirty="0">
                <a:latin typeface="Constantia" panose="02030602050306030303" pitchFamily="18" charset="0"/>
              </a:rPr>
              <a:t>)  </a:t>
            </a:r>
            <a:endParaRPr lang="fr-CA" sz="2100" baseline="-25000" dirty="0">
              <a:latin typeface="Constantia" panose="02030602050306030303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Moyenne mobile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1297385" y="2071905"/>
          <a:ext cx="3877866" cy="1931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295543" imgH="1143039" progId="Excel.Sheet.8">
                  <p:embed/>
                </p:oleObj>
              </mc:Choice>
              <mc:Fallback>
                <p:oleObj name="Worksheet" r:id="rId3" imgW="2295543" imgH="1143039" progId="Excel.Sheet.8">
                  <p:embed/>
                  <p:pic>
                    <p:nvPicPr>
                      <p:cNvPr id="40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385" y="2071905"/>
                        <a:ext cx="3877866" cy="19311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Text Box 6"/>
          <p:cNvSpPr txBox="1">
            <a:spLocks noChangeArrowheads="1"/>
          </p:cNvSpPr>
          <p:nvPr/>
        </p:nvSpPr>
        <p:spPr bwMode="auto">
          <a:xfrm>
            <a:off x="532001" y="1272997"/>
            <a:ext cx="8374650" cy="646331"/>
          </a:xfrm>
          <a:prstGeom prst="rect">
            <a:avLst/>
          </a:prstGeom>
          <a:noFill/>
          <a:ln w="12700" algn="ctr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CA" dirty="0">
                <a:solidFill>
                  <a:srgbClr val="185FAB"/>
                </a:solidFill>
              </a:rPr>
              <a:t>En utilisant une moyenne mobile de 3 mois (K = 3), calculons la prévision pour le mois suivant 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Moyenne mobile</a:t>
            </a:r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1297385" y="2071905"/>
          <a:ext cx="3877866" cy="1931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euille de calcul" r:id="rId3" imgW="2295525" imgH="1143000" progId="Excel.Sheet.8">
                  <p:embed/>
                </p:oleObj>
              </mc:Choice>
              <mc:Fallback>
                <p:oleObj name="Feuille de calcul" r:id="rId3" imgW="2295525" imgH="1143000" progId="Excel.Sheet.8">
                  <p:embed/>
                  <p:pic>
                    <p:nvPicPr>
                      <p:cNvPr id="51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385" y="2071905"/>
                        <a:ext cx="3877866" cy="19311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532000" y="1272996"/>
            <a:ext cx="8482225" cy="646331"/>
          </a:xfrm>
          <a:prstGeom prst="rect">
            <a:avLst/>
          </a:prstGeom>
          <a:noFill/>
          <a:ln w="12700" algn="ctr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CA" dirty="0">
                <a:solidFill>
                  <a:srgbClr val="185FAB"/>
                </a:solidFill>
              </a:rPr>
              <a:t>En utilisant une moyenne mobile de 3 mois (K = 3), calculons la prévision pour le mois suivant :</a:t>
            </a:r>
          </a:p>
        </p:txBody>
      </p:sp>
      <p:sp>
        <p:nvSpPr>
          <p:cNvPr id="7" name="ZoneTexte 6"/>
          <p:cNvSpPr txBox="1">
            <a:spLocks noChangeArrowheads="1"/>
          </p:cNvSpPr>
          <p:nvPr/>
        </p:nvSpPr>
        <p:spPr bwMode="auto">
          <a:xfrm>
            <a:off x="2986883" y="3149421"/>
            <a:ext cx="644128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CA" sz="1650" dirty="0">
                <a:solidFill>
                  <a:srgbClr val="0066FF"/>
                </a:solidFill>
              </a:rPr>
              <a:t>123</a:t>
            </a: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 rot="5400000">
            <a:off x="2907707" y="3695322"/>
            <a:ext cx="645319" cy="186928"/>
          </a:xfrm>
          <a:prstGeom prst="leftArrow">
            <a:avLst>
              <a:gd name="adj1" fmla="val 50000"/>
              <a:gd name="adj2" fmla="val 50249"/>
            </a:avLst>
          </a:prstGeom>
          <a:solidFill>
            <a:schemeClr val="accent2"/>
          </a:solidFill>
          <a:ln w="12700" algn="ctr">
            <a:solidFill>
              <a:srgbClr val="0033CC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973061" y="4163834"/>
            <a:ext cx="2512226" cy="507831"/>
          </a:xfrm>
          <a:prstGeom prst="rect">
            <a:avLst/>
          </a:prstGeom>
          <a:noFill/>
          <a:ln w="12700" algn="ctr">
            <a:solidFill>
              <a:srgbClr val="0033CC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lang="fr-CA" sz="1350"/>
              <a:t>Les ventes enregistrées au </a:t>
            </a:r>
          </a:p>
          <a:p>
            <a:pPr algn="ctr"/>
            <a:r>
              <a:rPr lang="fr-CA" sz="1350"/>
              <a:t>mois d’avril sont de 123 unités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Moyenne mobile</a:t>
            </a:r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1309291" y="2064978"/>
          <a:ext cx="3877866" cy="1931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euille de calcul" r:id="rId3" imgW="2295525" imgH="1143000" progId="Excel.Sheet.8">
                  <p:embed/>
                </p:oleObj>
              </mc:Choice>
              <mc:Fallback>
                <p:oleObj name="Feuille de calcul" r:id="rId3" imgW="2295525" imgH="1143000" progId="Excel.Sheet.8">
                  <p:embed/>
                  <p:pic>
                    <p:nvPicPr>
                      <p:cNvPr id="61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9291" y="2064978"/>
                        <a:ext cx="3877866" cy="19311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532001" y="1266069"/>
            <a:ext cx="8051920" cy="646331"/>
          </a:xfrm>
          <a:prstGeom prst="rect">
            <a:avLst/>
          </a:prstGeom>
          <a:noFill/>
          <a:ln w="12700" algn="ctr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CA" dirty="0">
                <a:solidFill>
                  <a:srgbClr val="185FAB"/>
                </a:solidFill>
              </a:rPr>
              <a:t>On peut aussi faire une prévision pour le mois de mai en poursuivant le processus :</a:t>
            </a:r>
          </a:p>
        </p:txBody>
      </p:sp>
      <p:sp>
        <p:nvSpPr>
          <p:cNvPr id="7" name="ZoneTexte 6"/>
          <p:cNvSpPr txBox="1">
            <a:spLocks noChangeArrowheads="1"/>
          </p:cNvSpPr>
          <p:nvPr/>
        </p:nvSpPr>
        <p:spPr bwMode="auto">
          <a:xfrm>
            <a:off x="2996408" y="3409194"/>
            <a:ext cx="665559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CA" sz="1650" dirty="0">
                <a:solidFill>
                  <a:srgbClr val="0066FF"/>
                </a:solidFill>
              </a:rPr>
              <a:t>124</a:t>
            </a: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 rot="5400000">
            <a:off x="3072013" y="3852702"/>
            <a:ext cx="316706" cy="186928"/>
          </a:xfrm>
          <a:prstGeom prst="leftArrow">
            <a:avLst>
              <a:gd name="adj1" fmla="val 50000"/>
              <a:gd name="adj2" fmla="val 50114"/>
            </a:avLst>
          </a:prstGeom>
          <a:solidFill>
            <a:schemeClr val="accent2"/>
          </a:solidFill>
          <a:ln w="12700" algn="ctr">
            <a:solidFill>
              <a:srgbClr val="0033CC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973332" y="4156907"/>
            <a:ext cx="2579553" cy="507831"/>
          </a:xfrm>
          <a:prstGeom prst="rect">
            <a:avLst/>
          </a:prstGeom>
          <a:noFill/>
          <a:ln w="12700" algn="ctr">
            <a:solidFill>
              <a:srgbClr val="0033CC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lang="fr-CA" sz="1350" dirty="0"/>
              <a:t>Les ventes enregistrées au </a:t>
            </a:r>
          </a:p>
          <a:p>
            <a:pPr algn="ctr"/>
            <a:r>
              <a:rPr lang="fr-CA" sz="1350" dirty="0"/>
              <a:t>mois de mai sont de 124 unités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Moyenne mobile</a:t>
            </a:r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1309290" y="2058051"/>
          <a:ext cx="3877866" cy="1931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295543" imgH="1143039" progId="Excel.Sheet.8">
                  <p:embed/>
                </p:oleObj>
              </mc:Choice>
              <mc:Fallback>
                <p:oleObj name="Worksheet" r:id="rId3" imgW="2295543" imgH="1143039" progId="Excel.Sheet.8">
                  <p:embed/>
                  <p:pic>
                    <p:nvPicPr>
                      <p:cNvPr id="717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9290" y="2058051"/>
                        <a:ext cx="3877866" cy="19311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532000" y="1259142"/>
            <a:ext cx="8197916" cy="646331"/>
          </a:xfrm>
          <a:prstGeom prst="rect">
            <a:avLst/>
          </a:prstGeom>
          <a:noFill/>
          <a:ln w="12700" algn="ctr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CA" dirty="0">
                <a:solidFill>
                  <a:srgbClr val="185FAB"/>
                </a:solidFill>
              </a:rPr>
              <a:t>On peut aussi faire une prévision pour le mois de juin en poursuivant encore le processus :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0C3232-4412-472C-9891-52FEE5CA4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0696" y="3666586"/>
            <a:ext cx="665559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CA" sz="1650" dirty="0">
                <a:solidFill>
                  <a:srgbClr val="0066FF"/>
                </a:solidFill>
              </a:rPr>
              <a:t>127</a:t>
            </a:r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DBA8068F-E06E-4F60-AD8A-D03DBE35EE2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086300" y="4110094"/>
            <a:ext cx="316706" cy="186928"/>
          </a:xfrm>
          <a:prstGeom prst="leftArrow">
            <a:avLst>
              <a:gd name="adj1" fmla="val 50000"/>
              <a:gd name="adj2" fmla="val 50114"/>
            </a:avLst>
          </a:prstGeom>
          <a:solidFill>
            <a:schemeClr val="accent2"/>
          </a:solidFill>
          <a:ln w="12700" algn="ctr">
            <a:solidFill>
              <a:srgbClr val="0033CC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A775DC80-96FE-4C89-86D8-8EA9A5235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428" y="4414299"/>
            <a:ext cx="2569935" cy="507831"/>
          </a:xfrm>
          <a:prstGeom prst="rect">
            <a:avLst/>
          </a:prstGeom>
          <a:noFill/>
          <a:ln w="12700" algn="ctr">
            <a:solidFill>
              <a:srgbClr val="0033CC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lang="fr-CA" sz="1350" dirty="0"/>
              <a:t>Les ventes enregistrées au </a:t>
            </a:r>
          </a:p>
          <a:p>
            <a:pPr algn="ctr"/>
            <a:r>
              <a:rPr lang="fr-CA" sz="1350" dirty="0"/>
              <a:t>mois de juin sont de 127 unités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Moyenne mobile pondérée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049866"/>
              </p:ext>
            </p:extLst>
          </p:nvPr>
        </p:nvGraphicFramePr>
        <p:xfrm>
          <a:off x="1270000" y="2417763"/>
          <a:ext cx="3878263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295543" imgH="1143039" progId="Excel.Sheet.8">
                  <p:embed/>
                </p:oleObj>
              </mc:Choice>
              <mc:Fallback>
                <p:oleObj name="Worksheet" r:id="rId3" imgW="2295543" imgH="1143039" progId="Excel.Sheet.8">
                  <p:embed/>
                  <p:pic>
                    <p:nvPicPr>
                      <p:cNvPr id="40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0" y="2417763"/>
                        <a:ext cx="3878263" cy="193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Text Box 6"/>
          <p:cNvSpPr txBox="1">
            <a:spLocks noChangeArrowheads="1"/>
          </p:cNvSpPr>
          <p:nvPr/>
        </p:nvSpPr>
        <p:spPr bwMode="auto">
          <a:xfrm>
            <a:off x="532001" y="1272996"/>
            <a:ext cx="8382334" cy="646331"/>
          </a:xfrm>
          <a:prstGeom prst="rect">
            <a:avLst/>
          </a:prstGeom>
          <a:noFill/>
          <a:ln w="12700" algn="ctr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CA" dirty="0">
                <a:solidFill>
                  <a:srgbClr val="185FAB"/>
                </a:solidFill>
              </a:rPr>
              <a:t>En utilisant une moyenne mobile pondérée de 3 mois (K = 3), avec les pondérations 10 % - 30 % - 60 %, calculons la prévision pour les mois suivants :</a:t>
            </a:r>
          </a:p>
        </p:txBody>
      </p:sp>
    </p:spTree>
    <p:extLst>
      <p:ext uri="{BB962C8B-B14F-4D97-AF65-F5344CB8AC3E}">
        <p14:creationId xmlns:p14="http://schemas.microsoft.com/office/powerpoint/2010/main" val="3778057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Lissage exponentiel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7143165"/>
              </p:ext>
            </p:extLst>
          </p:nvPr>
        </p:nvGraphicFramePr>
        <p:xfrm>
          <a:off x="1352550" y="2147888"/>
          <a:ext cx="4568825" cy="235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295543" imgH="1181267" progId="Excel.Sheet.8">
                  <p:embed/>
                </p:oleObj>
              </mc:Choice>
              <mc:Fallback>
                <p:oleObj name="Worksheet" r:id="rId3" imgW="2295543" imgH="1181267" progId="Excel.Sheet.8">
                  <p:embed/>
                  <p:pic>
                    <p:nvPicPr>
                      <p:cNvPr id="40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2550" y="2147888"/>
                        <a:ext cx="4568825" cy="23510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Text Box 6"/>
          <p:cNvSpPr txBox="1">
            <a:spLocks noChangeArrowheads="1"/>
          </p:cNvSpPr>
          <p:nvPr/>
        </p:nvSpPr>
        <p:spPr bwMode="auto">
          <a:xfrm>
            <a:off x="532000" y="1272997"/>
            <a:ext cx="8313176" cy="646331"/>
          </a:xfrm>
          <a:prstGeom prst="rect">
            <a:avLst/>
          </a:prstGeom>
          <a:noFill/>
          <a:ln w="12700" algn="ctr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CA" dirty="0">
                <a:solidFill>
                  <a:srgbClr val="185FAB"/>
                </a:solidFill>
              </a:rPr>
              <a:t>En utilisant un lissage exponentiel avec un alpha = 0,3 calculons la prévision pour les mois suivants :</a:t>
            </a:r>
          </a:p>
        </p:txBody>
      </p:sp>
    </p:spTree>
    <p:extLst>
      <p:ext uri="{BB962C8B-B14F-4D97-AF65-F5344CB8AC3E}">
        <p14:creationId xmlns:p14="http://schemas.microsoft.com/office/powerpoint/2010/main" val="1779761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2000" y="1675474"/>
            <a:ext cx="6805537" cy="3398044"/>
          </a:xfrm>
        </p:spPr>
        <p:txBody>
          <a:bodyPr/>
          <a:lstStyle/>
          <a:p>
            <a:pPr marL="360363" indent="-360363" eaLnBrk="1" hangingPunct="1">
              <a:lnSpc>
                <a:spcPct val="150000"/>
              </a:lnSpc>
            </a:pPr>
            <a:r>
              <a:rPr lang="fr-CA" dirty="0"/>
              <a:t>Erreur individuelle : </a:t>
            </a:r>
          </a:p>
          <a:p>
            <a:pPr marL="360363" indent="-360363" eaLnBrk="1" hangingPunct="1">
              <a:lnSpc>
                <a:spcPct val="150000"/>
              </a:lnSpc>
            </a:pPr>
            <a:endParaRPr lang="fr-CA" dirty="0"/>
          </a:p>
          <a:p>
            <a:pPr marL="360363" indent="-360363" eaLnBrk="1" hangingPunct="1">
              <a:lnSpc>
                <a:spcPct val="150000"/>
              </a:lnSpc>
            </a:pPr>
            <a:r>
              <a:rPr lang="fr-CA" dirty="0"/>
              <a:t>Écart moyen :</a:t>
            </a:r>
          </a:p>
          <a:p>
            <a:pPr marL="360363" indent="-360363" eaLnBrk="1" hangingPunct="1">
              <a:lnSpc>
                <a:spcPct val="150000"/>
              </a:lnSpc>
            </a:pPr>
            <a:endParaRPr lang="fr-CA" dirty="0"/>
          </a:p>
          <a:p>
            <a:pPr marL="360363" indent="-360363" eaLnBrk="1" hangingPunct="1">
              <a:lnSpc>
                <a:spcPct val="150000"/>
              </a:lnSpc>
            </a:pPr>
            <a:endParaRPr lang="fr-CA" dirty="0"/>
          </a:p>
          <a:p>
            <a:pPr marL="360363" indent="-360363" eaLnBrk="1" hangingPunct="1">
              <a:lnSpc>
                <a:spcPct val="150000"/>
              </a:lnSpc>
            </a:pPr>
            <a:r>
              <a:rPr lang="fr-CA" dirty="0"/>
              <a:t>Écart quadratique moyen :</a:t>
            </a:r>
          </a:p>
        </p:txBody>
      </p:sp>
      <p:graphicFrame>
        <p:nvGraphicFramePr>
          <p:cNvPr id="15362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273132989"/>
              </p:ext>
            </p:extLst>
          </p:nvPr>
        </p:nvGraphicFramePr>
        <p:xfrm>
          <a:off x="5108687" y="1821922"/>
          <a:ext cx="276225" cy="521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3956" imgH="215801" progId="Equation.3">
                  <p:embed/>
                </p:oleObj>
              </mc:Choice>
              <mc:Fallback>
                <p:oleObj name="Equation" r:id="rId3" imgW="113956" imgH="215801" progId="Equation.3">
                  <p:embed/>
                  <p:pic>
                    <p:nvPicPr>
                      <p:cNvPr id="1536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8687" y="1821922"/>
                        <a:ext cx="276225" cy="5214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324704236"/>
              </p:ext>
            </p:extLst>
          </p:nvPr>
        </p:nvGraphicFramePr>
        <p:xfrm>
          <a:off x="2547801" y="2261667"/>
          <a:ext cx="876300" cy="851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44247" imgH="431570" progId="Equation.3">
                  <p:embed/>
                </p:oleObj>
              </mc:Choice>
              <mc:Fallback>
                <p:oleObj name="Equation" r:id="rId5" imgW="444247" imgH="431570" progId="Equation.3">
                  <p:embed/>
                  <p:pic>
                    <p:nvPicPr>
                      <p:cNvPr id="1536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801" y="2261667"/>
                        <a:ext cx="876300" cy="8512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584550"/>
              </p:ext>
            </p:extLst>
          </p:nvPr>
        </p:nvGraphicFramePr>
        <p:xfrm>
          <a:off x="4590677" y="3828484"/>
          <a:ext cx="1067990" cy="956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82278" imgH="431570" progId="Equation.3">
                  <p:embed/>
                </p:oleObj>
              </mc:Choice>
              <mc:Fallback>
                <p:oleObj name="Equation" r:id="rId7" imgW="482278" imgH="431570" progId="Equation.3">
                  <p:embed/>
                  <p:pic>
                    <p:nvPicPr>
                      <p:cNvPr id="153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0677" y="3828484"/>
                        <a:ext cx="1067990" cy="9560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7152185"/>
              </p:ext>
            </p:extLst>
          </p:nvPr>
        </p:nvGraphicFramePr>
        <p:xfrm>
          <a:off x="2985951" y="1720308"/>
          <a:ext cx="1447800" cy="397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47640" imgH="177480" progId="Equation.3">
                  <p:embed/>
                </p:oleObj>
              </mc:Choice>
              <mc:Fallback>
                <p:oleObj name="Equation" r:id="rId9" imgW="647640" imgH="177480" progId="Equation.3">
                  <p:embed/>
                  <p:pic>
                    <p:nvPicPr>
                      <p:cNvPr id="1536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5951" y="1720308"/>
                        <a:ext cx="1447800" cy="3976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ZoneTexte 9"/>
          <p:cNvSpPr txBox="1"/>
          <p:nvPr/>
        </p:nvSpPr>
        <p:spPr>
          <a:xfrm>
            <a:off x="1417811" y="4400018"/>
            <a:ext cx="313628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350" dirty="0"/>
              <a:t>(Est-ce que la méthode est précise?)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417810" y="3139058"/>
            <a:ext cx="313628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350" dirty="0"/>
              <a:t>(Est-ce que la méthode est biaisée?)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5A0EE430-1170-44CB-A0F7-D9B3946147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2000" y="481014"/>
            <a:ext cx="9096000" cy="819775"/>
          </a:xfrm>
        </p:spPr>
        <p:txBody>
          <a:bodyPr/>
          <a:lstStyle/>
          <a:p>
            <a:r>
              <a:rPr lang="fr-CA" dirty="0"/>
              <a:t>Les mesures d’erreur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108687" y="1821922"/>
          <a:ext cx="276225" cy="521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3956" imgH="215801" progId="Equation.3">
                  <p:embed/>
                </p:oleObj>
              </mc:Choice>
              <mc:Fallback>
                <p:oleObj name="Equation" r:id="rId3" imgW="113956" imgH="215801" progId="Equation.3">
                  <p:embed/>
                  <p:pic>
                    <p:nvPicPr>
                      <p:cNvPr id="1536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8687" y="1821922"/>
                        <a:ext cx="276225" cy="5214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4">
            <a:extLst>
              <a:ext uri="{FF2B5EF4-FFF2-40B4-BE49-F238E27FC236}">
                <a16:creationId xmlns:a16="http://schemas.microsoft.com/office/drawing/2014/main" id="{5A0EE430-1170-44CB-A0F7-D9B3946147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2000" y="481014"/>
            <a:ext cx="9096000" cy="819775"/>
          </a:xfrm>
        </p:spPr>
        <p:txBody>
          <a:bodyPr/>
          <a:lstStyle/>
          <a:p>
            <a:r>
              <a:rPr lang="fr-CA" dirty="0"/>
              <a:t>Les mesures d’erreur – exemple simple 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F1A9A533-18A3-40BE-94D3-B708193F42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89" y="1696777"/>
            <a:ext cx="8160960" cy="232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033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471BBC-F5ED-4112-A171-F72B495AB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Questions…</a:t>
            </a:r>
          </a:p>
        </p:txBody>
      </p:sp>
      <p:grpSp>
        <p:nvGrpSpPr>
          <p:cNvPr id="5" name="Group 138">
            <a:extLst>
              <a:ext uri="{FF2B5EF4-FFF2-40B4-BE49-F238E27FC236}">
                <a16:creationId xmlns:a16="http://schemas.microsoft.com/office/drawing/2014/main" id="{58B95182-4054-43D5-805D-EA019D19B037}"/>
              </a:ext>
            </a:extLst>
          </p:cNvPr>
          <p:cNvGrpSpPr/>
          <p:nvPr/>
        </p:nvGrpSpPr>
        <p:grpSpPr>
          <a:xfrm>
            <a:off x="4091394" y="1693411"/>
            <a:ext cx="1977212" cy="2921741"/>
            <a:chOff x="8704441" y="2571694"/>
            <a:chExt cx="7028256" cy="10385705"/>
          </a:xfrm>
        </p:grpSpPr>
        <p:sp>
          <p:nvSpPr>
            <p:cNvPr id="6" name="Shape 34173">
              <a:extLst>
                <a:ext uri="{FF2B5EF4-FFF2-40B4-BE49-F238E27FC236}">
                  <a16:creationId xmlns:a16="http://schemas.microsoft.com/office/drawing/2014/main" id="{54F8AFD0-226B-45AF-A0F9-4E5B60DD3D2D}"/>
                </a:ext>
              </a:extLst>
            </p:cNvPr>
            <p:cNvSpPr/>
            <p:nvPr/>
          </p:nvSpPr>
          <p:spPr>
            <a:xfrm>
              <a:off x="8704441" y="4977041"/>
              <a:ext cx="795138" cy="6960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56" h="21029" extrusionOk="0">
                  <a:moveTo>
                    <a:pt x="20115" y="12466"/>
                  </a:moveTo>
                  <a:cubicBezTo>
                    <a:pt x="19732" y="10390"/>
                    <a:pt x="17957" y="9059"/>
                    <a:pt x="16157" y="9500"/>
                  </a:cubicBezTo>
                  <a:cubicBezTo>
                    <a:pt x="15676" y="9618"/>
                    <a:pt x="15243" y="9853"/>
                    <a:pt x="14872" y="10171"/>
                  </a:cubicBezTo>
                  <a:lnTo>
                    <a:pt x="17218" y="12800"/>
                  </a:lnTo>
                  <a:cubicBezTo>
                    <a:pt x="17383" y="12986"/>
                    <a:pt x="17387" y="13290"/>
                    <a:pt x="17227" y="13481"/>
                  </a:cubicBezTo>
                  <a:cubicBezTo>
                    <a:pt x="17066" y="13671"/>
                    <a:pt x="16803" y="13676"/>
                    <a:pt x="16637" y="13490"/>
                  </a:cubicBezTo>
                  <a:lnTo>
                    <a:pt x="14268" y="10834"/>
                  </a:lnTo>
                  <a:cubicBezTo>
                    <a:pt x="13652" y="11707"/>
                    <a:pt x="13371" y="12880"/>
                    <a:pt x="13589" y="14063"/>
                  </a:cubicBezTo>
                  <a:cubicBezTo>
                    <a:pt x="13972" y="16139"/>
                    <a:pt x="15747" y="17470"/>
                    <a:pt x="17547" y="17029"/>
                  </a:cubicBezTo>
                  <a:cubicBezTo>
                    <a:pt x="19346" y="16589"/>
                    <a:pt x="20498" y="14541"/>
                    <a:pt x="20115" y="12466"/>
                  </a:cubicBezTo>
                  <a:close/>
                  <a:moveTo>
                    <a:pt x="12445" y="7390"/>
                  </a:moveTo>
                  <a:lnTo>
                    <a:pt x="10862" y="7777"/>
                  </a:lnTo>
                  <a:cubicBezTo>
                    <a:pt x="10683" y="7821"/>
                    <a:pt x="10443" y="7721"/>
                    <a:pt x="10330" y="7554"/>
                  </a:cubicBezTo>
                  <a:lnTo>
                    <a:pt x="9382" y="6156"/>
                  </a:lnTo>
                  <a:lnTo>
                    <a:pt x="7858" y="9354"/>
                  </a:lnTo>
                  <a:cubicBezTo>
                    <a:pt x="7858" y="9354"/>
                    <a:pt x="8237" y="9436"/>
                    <a:pt x="8700" y="9536"/>
                  </a:cubicBezTo>
                  <a:lnTo>
                    <a:pt x="12662" y="8566"/>
                  </a:lnTo>
                  <a:cubicBezTo>
                    <a:pt x="12662" y="8566"/>
                    <a:pt x="12445" y="7390"/>
                    <a:pt x="12445" y="7390"/>
                  </a:cubicBezTo>
                  <a:close/>
                  <a:moveTo>
                    <a:pt x="12276" y="9645"/>
                  </a:moveTo>
                  <a:lnTo>
                    <a:pt x="10649" y="10043"/>
                  </a:lnTo>
                  <a:cubicBezTo>
                    <a:pt x="10837" y="10188"/>
                    <a:pt x="10975" y="10413"/>
                    <a:pt x="11024" y="10676"/>
                  </a:cubicBezTo>
                  <a:lnTo>
                    <a:pt x="11025" y="10675"/>
                  </a:lnTo>
                  <a:cubicBezTo>
                    <a:pt x="11025" y="10675"/>
                    <a:pt x="11166" y="11451"/>
                    <a:pt x="11342" y="12416"/>
                  </a:cubicBezTo>
                  <a:cubicBezTo>
                    <a:pt x="11342" y="12416"/>
                    <a:pt x="12276" y="9645"/>
                    <a:pt x="12276" y="9645"/>
                  </a:cubicBezTo>
                  <a:close/>
                  <a:moveTo>
                    <a:pt x="9392" y="11587"/>
                  </a:moveTo>
                  <a:cubicBezTo>
                    <a:pt x="9392" y="11587"/>
                    <a:pt x="7390" y="11287"/>
                    <a:pt x="6435" y="11138"/>
                  </a:cubicBezTo>
                  <a:lnTo>
                    <a:pt x="5956" y="12381"/>
                  </a:lnTo>
                  <a:cubicBezTo>
                    <a:pt x="6790" y="12920"/>
                    <a:pt x="7454" y="13798"/>
                    <a:pt x="7783" y="14892"/>
                  </a:cubicBezTo>
                  <a:lnTo>
                    <a:pt x="9906" y="14373"/>
                  </a:lnTo>
                  <a:cubicBezTo>
                    <a:pt x="9906" y="14373"/>
                    <a:pt x="9392" y="11587"/>
                    <a:pt x="9392" y="11587"/>
                  </a:cubicBezTo>
                  <a:close/>
                  <a:moveTo>
                    <a:pt x="7320" y="15990"/>
                  </a:moveTo>
                  <a:lnTo>
                    <a:pt x="4073" y="16785"/>
                  </a:lnTo>
                  <a:cubicBezTo>
                    <a:pt x="3848" y="16840"/>
                    <a:pt x="3626" y="16674"/>
                    <a:pt x="3578" y="16414"/>
                  </a:cubicBezTo>
                  <a:cubicBezTo>
                    <a:pt x="3557" y="16296"/>
                    <a:pt x="3576" y="16181"/>
                    <a:pt x="3622" y="16083"/>
                  </a:cubicBezTo>
                  <a:lnTo>
                    <a:pt x="3621" y="16082"/>
                  </a:lnTo>
                  <a:lnTo>
                    <a:pt x="4917" y="12711"/>
                  </a:lnTo>
                  <a:cubicBezTo>
                    <a:pt x="4410" y="12543"/>
                    <a:pt x="3861" y="12510"/>
                    <a:pt x="3309" y="12645"/>
                  </a:cubicBezTo>
                  <a:cubicBezTo>
                    <a:pt x="1510" y="13086"/>
                    <a:pt x="358" y="15133"/>
                    <a:pt x="741" y="17209"/>
                  </a:cubicBezTo>
                  <a:cubicBezTo>
                    <a:pt x="1124" y="19285"/>
                    <a:pt x="2899" y="20615"/>
                    <a:pt x="4699" y="20175"/>
                  </a:cubicBezTo>
                  <a:cubicBezTo>
                    <a:pt x="6388" y="19761"/>
                    <a:pt x="7507" y="17930"/>
                    <a:pt x="7320" y="15990"/>
                  </a:cubicBezTo>
                  <a:close/>
                  <a:moveTo>
                    <a:pt x="4700" y="15647"/>
                  </a:moveTo>
                  <a:lnTo>
                    <a:pt x="7121" y="15055"/>
                  </a:lnTo>
                  <a:cubicBezTo>
                    <a:pt x="6845" y="14210"/>
                    <a:pt x="6329" y="13528"/>
                    <a:pt x="5683" y="13093"/>
                  </a:cubicBezTo>
                  <a:cubicBezTo>
                    <a:pt x="5683" y="13093"/>
                    <a:pt x="4700" y="15647"/>
                    <a:pt x="4700" y="15647"/>
                  </a:cubicBezTo>
                  <a:close/>
                  <a:moveTo>
                    <a:pt x="20768" y="12306"/>
                  </a:moveTo>
                  <a:cubicBezTo>
                    <a:pt x="21228" y="14801"/>
                    <a:pt x="19848" y="17253"/>
                    <a:pt x="17686" y="17782"/>
                  </a:cubicBezTo>
                  <a:cubicBezTo>
                    <a:pt x="15523" y="18311"/>
                    <a:pt x="13397" y="16718"/>
                    <a:pt x="12936" y="14223"/>
                  </a:cubicBezTo>
                  <a:cubicBezTo>
                    <a:pt x="12670" y="12777"/>
                    <a:pt x="13022" y="11346"/>
                    <a:pt x="13786" y="10295"/>
                  </a:cubicBezTo>
                  <a:lnTo>
                    <a:pt x="13180" y="9616"/>
                  </a:lnTo>
                  <a:lnTo>
                    <a:pt x="11655" y="14141"/>
                  </a:lnTo>
                  <a:cubicBezTo>
                    <a:pt x="11845" y="15192"/>
                    <a:pt x="12003" y="16082"/>
                    <a:pt x="12002" y="16116"/>
                  </a:cubicBezTo>
                  <a:cubicBezTo>
                    <a:pt x="11988" y="16676"/>
                    <a:pt x="11582" y="17117"/>
                    <a:pt x="11096" y="17100"/>
                  </a:cubicBezTo>
                  <a:cubicBezTo>
                    <a:pt x="10682" y="17085"/>
                    <a:pt x="10344" y="16743"/>
                    <a:pt x="10261" y="16295"/>
                  </a:cubicBezTo>
                  <a:lnTo>
                    <a:pt x="10260" y="16295"/>
                  </a:lnTo>
                  <a:lnTo>
                    <a:pt x="10079" y="15314"/>
                  </a:lnTo>
                  <a:lnTo>
                    <a:pt x="7974" y="15829"/>
                  </a:lnTo>
                  <a:cubicBezTo>
                    <a:pt x="8237" y="18189"/>
                    <a:pt x="6891" y="20425"/>
                    <a:pt x="4838" y="20928"/>
                  </a:cubicBezTo>
                  <a:cubicBezTo>
                    <a:pt x="2675" y="21457"/>
                    <a:pt x="549" y="19863"/>
                    <a:pt x="88" y="17369"/>
                  </a:cubicBezTo>
                  <a:cubicBezTo>
                    <a:pt x="-372" y="14874"/>
                    <a:pt x="1008" y="12422"/>
                    <a:pt x="3170" y="11892"/>
                  </a:cubicBezTo>
                  <a:cubicBezTo>
                    <a:pt x="3866" y="11722"/>
                    <a:pt x="4557" y="11772"/>
                    <a:pt x="5191" y="12001"/>
                  </a:cubicBezTo>
                  <a:lnTo>
                    <a:pt x="5611" y="10908"/>
                  </a:lnTo>
                  <a:cubicBezTo>
                    <a:pt x="5188" y="10637"/>
                    <a:pt x="4908" y="10111"/>
                    <a:pt x="4924" y="9516"/>
                  </a:cubicBezTo>
                  <a:cubicBezTo>
                    <a:pt x="4931" y="9235"/>
                    <a:pt x="5004" y="8976"/>
                    <a:pt x="5123" y="8753"/>
                  </a:cubicBezTo>
                  <a:lnTo>
                    <a:pt x="5122" y="8753"/>
                  </a:lnTo>
                  <a:lnTo>
                    <a:pt x="7375" y="4249"/>
                  </a:lnTo>
                  <a:lnTo>
                    <a:pt x="7375" y="4250"/>
                  </a:lnTo>
                  <a:cubicBezTo>
                    <a:pt x="7591" y="3700"/>
                    <a:pt x="8076" y="3326"/>
                    <a:pt x="8631" y="3346"/>
                  </a:cubicBezTo>
                  <a:cubicBezTo>
                    <a:pt x="9070" y="3361"/>
                    <a:pt x="9452" y="3620"/>
                    <a:pt x="9685" y="4006"/>
                  </a:cubicBezTo>
                  <a:lnTo>
                    <a:pt x="9686" y="4006"/>
                  </a:lnTo>
                  <a:lnTo>
                    <a:pt x="11018" y="6165"/>
                  </a:lnTo>
                  <a:lnTo>
                    <a:pt x="12915" y="5701"/>
                  </a:lnTo>
                  <a:cubicBezTo>
                    <a:pt x="13275" y="5613"/>
                    <a:pt x="13630" y="5878"/>
                    <a:pt x="13706" y="6294"/>
                  </a:cubicBezTo>
                  <a:cubicBezTo>
                    <a:pt x="13778" y="6683"/>
                    <a:pt x="13580" y="7062"/>
                    <a:pt x="13259" y="7182"/>
                  </a:cubicBezTo>
                  <a:lnTo>
                    <a:pt x="13534" y="8671"/>
                  </a:lnTo>
                  <a:lnTo>
                    <a:pt x="14385" y="9625"/>
                  </a:lnTo>
                  <a:cubicBezTo>
                    <a:pt x="14850" y="9205"/>
                    <a:pt x="15402" y="8898"/>
                    <a:pt x="16018" y="8747"/>
                  </a:cubicBezTo>
                  <a:cubicBezTo>
                    <a:pt x="18181" y="8217"/>
                    <a:pt x="20307" y="9811"/>
                    <a:pt x="20768" y="12306"/>
                  </a:cubicBezTo>
                  <a:close/>
                  <a:moveTo>
                    <a:pt x="8795" y="1859"/>
                  </a:moveTo>
                  <a:cubicBezTo>
                    <a:pt x="8642" y="1027"/>
                    <a:pt x="9102" y="210"/>
                    <a:pt x="9823" y="34"/>
                  </a:cubicBezTo>
                  <a:cubicBezTo>
                    <a:pt x="10543" y="-143"/>
                    <a:pt x="11252" y="388"/>
                    <a:pt x="11406" y="1220"/>
                  </a:cubicBezTo>
                  <a:cubicBezTo>
                    <a:pt x="11559" y="2051"/>
                    <a:pt x="11099" y="2869"/>
                    <a:pt x="10378" y="3045"/>
                  </a:cubicBezTo>
                  <a:cubicBezTo>
                    <a:pt x="9658" y="3222"/>
                    <a:pt x="8949" y="2690"/>
                    <a:pt x="8795" y="18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" name="Shape 34174">
              <a:extLst>
                <a:ext uri="{FF2B5EF4-FFF2-40B4-BE49-F238E27FC236}">
                  <a16:creationId xmlns:a16="http://schemas.microsoft.com/office/drawing/2014/main" id="{68128151-2760-45B8-97EA-5230D64C08CC}"/>
                </a:ext>
              </a:extLst>
            </p:cNvPr>
            <p:cNvSpPr/>
            <p:nvPr/>
          </p:nvSpPr>
          <p:spPr>
            <a:xfrm>
              <a:off x="13207711" y="5129396"/>
              <a:ext cx="316260" cy="632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50" y="4050"/>
                  </a:moveTo>
                  <a:lnTo>
                    <a:pt x="1618" y="4050"/>
                  </a:lnTo>
                  <a:lnTo>
                    <a:pt x="1618" y="17550"/>
                  </a:lnTo>
                  <a:lnTo>
                    <a:pt x="20250" y="17550"/>
                  </a:lnTo>
                  <a:lnTo>
                    <a:pt x="20250" y="4050"/>
                  </a:lnTo>
                  <a:close/>
                  <a:moveTo>
                    <a:pt x="14175" y="2025"/>
                  </a:moveTo>
                  <a:lnTo>
                    <a:pt x="7425" y="2025"/>
                  </a:lnTo>
                  <a:cubicBezTo>
                    <a:pt x="7052" y="2025"/>
                    <a:pt x="6750" y="2176"/>
                    <a:pt x="6750" y="2363"/>
                  </a:cubicBezTo>
                  <a:cubicBezTo>
                    <a:pt x="6750" y="2549"/>
                    <a:pt x="7052" y="2700"/>
                    <a:pt x="7425" y="2700"/>
                  </a:cubicBezTo>
                  <a:lnTo>
                    <a:pt x="14175" y="2700"/>
                  </a:lnTo>
                  <a:cubicBezTo>
                    <a:pt x="14548" y="2700"/>
                    <a:pt x="14850" y="2549"/>
                    <a:pt x="14850" y="2363"/>
                  </a:cubicBezTo>
                  <a:cubicBezTo>
                    <a:pt x="14850" y="2176"/>
                    <a:pt x="14548" y="2025"/>
                    <a:pt x="14175" y="2025"/>
                  </a:cubicBezTo>
                  <a:close/>
                  <a:moveTo>
                    <a:pt x="11475" y="20250"/>
                  </a:moveTo>
                  <a:cubicBezTo>
                    <a:pt x="12593" y="20250"/>
                    <a:pt x="13500" y="19797"/>
                    <a:pt x="13500" y="19238"/>
                  </a:cubicBezTo>
                  <a:cubicBezTo>
                    <a:pt x="13500" y="18678"/>
                    <a:pt x="12593" y="18225"/>
                    <a:pt x="11475" y="18225"/>
                  </a:cubicBezTo>
                  <a:cubicBezTo>
                    <a:pt x="10357" y="18225"/>
                    <a:pt x="9450" y="18678"/>
                    <a:pt x="9450" y="19238"/>
                  </a:cubicBezTo>
                  <a:cubicBezTo>
                    <a:pt x="9450" y="19797"/>
                    <a:pt x="10357" y="20250"/>
                    <a:pt x="11475" y="20250"/>
                  </a:cubicBezTo>
                  <a:close/>
                  <a:moveTo>
                    <a:pt x="18900" y="21600"/>
                  </a:moveTo>
                  <a:lnTo>
                    <a:pt x="2700" y="21600"/>
                  </a:lnTo>
                  <a:cubicBezTo>
                    <a:pt x="1954" y="21600"/>
                    <a:pt x="1279" y="21449"/>
                    <a:pt x="791" y="21205"/>
                  </a:cubicBezTo>
                  <a:cubicBezTo>
                    <a:pt x="302" y="20960"/>
                    <a:pt x="0" y="20623"/>
                    <a:pt x="0" y="20250"/>
                  </a:cubicBezTo>
                  <a:lnTo>
                    <a:pt x="0" y="1350"/>
                  </a:lnTo>
                  <a:cubicBezTo>
                    <a:pt x="0" y="977"/>
                    <a:pt x="302" y="640"/>
                    <a:pt x="791" y="395"/>
                  </a:cubicBezTo>
                  <a:cubicBezTo>
                    <a:pt x="1279" y="151"/>
                    <a:pt x="1954" y="0"/>
                    <a:pt x="2700" y="0"/>
                  </a:cubicBezTo>
                  <a:lnTo>
                    <a:pt x="18900" y="0"/>
                  </a:lnTo>
                  <a:cubicBezTo>
                    <a:pt x="19646" y="0"/>
                    <a:pt x="20321" y="151"/>
                    <a:pt x="20809" y="395"/>
                  </a:cubicBezTo>
                  <a:cubicBezTo>
                    <a:pt x="21298" y="640"/>
                    <a:pt x="21600" y="977"/>
                    <a:pt x="21600" y="1350"/>
                  </a:cubicBezTo>
                  <a:lnTo>
                    <a:pt x="21600" y="20250"/>
                  </a:lnTo>
                  <a:cubicBezTo>
                    <a:pt x="21600" y="20623"/>
                    <a:pt x="21298" y="20960"/>
                    <a:pt x="20809" y="21205"/>
                  </a:cubicBezTo>
                  <a:cubicBezTo>
                    <a:pt x="20321" y="21449"/>
                    <a:pt x="19646" y="21600"/>
                    <a:pt x="189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" name="Shape 34175">
              <a:extLst>
                <a:ext uri="{FF2B5EF4-FFF2-40B4-BE49-F238E27FC236}">
                  <a16:creationId xmlns:a16="http://schemas.microsoft.com/office/drawing/2014/main" id="{1D7F4211-594B-47C9-8DCD-A4BCD12E586A}"/>
                </a:ext>
              </a:extLst>
            </p:cNvPr>
            <p:cNvSpPr/>
            <p:nvPr/>
          </p:nvSpPr>
          <p:spPr>
            <a:xfrm>
              <a:off x="13346915" y="6245061"/>
              <a:ext cx="528722" cy="466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5" h="21448" extrusionOk="0">
                  <a:moveTo>
                    <a:pt x="1162" y="1839"/>
                  </a:moveTo>
                  <a:cubicBezTo>
                    <a:pt x="454" y="1924"/>
                    <a:pt x="-67" y="2640"/>
                    <a:pt x="7" y="3442"/>
                  </a:cubicBezTo>
                  <a:lnTo>
                    <a:pt x="1557" y="20144"/>
                  </a:lnTo>
                  <a:cubicBezTo>
                    <a:pt x="1631" y="20947"/>
                    <a:pt x="2272" y="21524"/>
                    <a:pt x="2980" y="21440"/>
                  </a:cubicBezTo>
                  <a:lnTo>
                    <a:pt x="19632" y="19456"/>
                  </a:lnTo>
                  <a:cubicBezTo>
                    <a:pt x="20339" y="19372"/>
                    <a:pt x="20850" y="18657"/>
                    <a:pt x="20776" y="17855"/>
                  </a:cubicBezTo>
                  <a:lnTo>
                    <a:pt x="20372" y="13497"/>
                  </a:lnTo>
                  <a:lnTo>
                    <a:pt x="15892" y="14031"/>
                  </a:lnTo>
                  <a:cubicBezTo>
                    <a:pt x="15184" y="14115"/>
                    <a:pt x="14553" y="13536"/>
                    <a:pt x="14479" y="12734"/>
                  </a:cubicBezTo>
                  <a:lnTo>
                    <a:pt x="14209" y="9825"/>
                  </a:lnTo>
                  <a:cubicBezTo>
                    <a:pt x="14135" y="9023"/>
                    <a:pt x="14646" y="8308"/>
                    <a:pt x="15353" y="8224"/>
                  </a:cubicBezTo>
                  <a:lnTo>
                    <a:pt x="19833" y="7690"/>
                  </a:lnTo>
                  <a:lnTo>
                    <a:pt x="19497" y="4062"/>
                  </a:lnTo>
                  <a:cubicBezTo>
                    <a:pt x="19422" y="3260"/>
                    <a:pt x="18790" y="2669"/>
                    <a:pt x="18083" y="2754"/>
                  </a:cubicBezTo>
                  <a:lnTo>
                    <a:pt x="17948" y="1305"/>
                  </a:lnTo>
                  <a:cubicBezTo>
                    <a:pt x="17874" y="503"/>
                    <a:pt x="17243" y="-76"/>
                    <a:pt x="16535" y="8"/>
                  </a:cubicBezTo>
                  <a:lnTo>
                    <a:pt x="1162" y="1839"/>
                  </a:lnTo>
                  <a:close/>
                  <a:moveTo>
                    <a:pt x="1930" y="3213"/>
                  </a:moveTo>
                  <a:lnTo>
                    <a:pt x="15381" y="1611"/>
                  </a:lnTo>
                  <a:cubicBezTo>
                    <a:pt x="15381" y="1611"/>
                    <a:pt x="16670" y="1454"/>
                    <a:pt x="16804" y="2906"/>
                  </a:cubicBezTo>
                  <a:lnTo>
                    <a:pt x="2065" y="4661"/>
                  </a:lnTo>
                  <a:cubicBezTo>
                    <a:pt x="1711" y="4704"/>
                    <a:pt x="1401" y="4420"/>
                    <a:pt x="1364" y="4018"/>
                  </a:cubicBezTo>
                  <a:cubicBezTo>
                    <a:pt x="1327" y="3618"/>
                    <a:pt x="1577" y="3255"/>
                    <a:pt x="1930" y="3213"/>
                  </a:cubicBezTo>
                  <a:close/>
                  <a:moveTo>
                    <a:pt x="16055" y="8878"/>
                  </a:moveTo>
                  <a:cubicBezTo>
                    <a:pt x="15347" y="8963"/>
                    <a:pt x="14836" y="9677"/>
                    <a:pt x="14911" y="10479"/>
                  </a:cubicBezTo>
                  <a:lnTo>
                    <a:pt x="15045" y="11928"/>
                  </a:lnTo>
                  <a:cubicBezTo>
                    <a:pt x="15120" y="12730"/>
                    <a:pt x="15751" y="13309"/>
                    <a:pt x="16458" y="13225"/>
                  </a:cubicBezTo>
                  <a:lnTo>
                    <a:pt x="20304" y="12767"/>
                  </a:lnTo>
                  <a:cubicBezTo>
                    <a:pt x="21012" y="12682"/>
                    <a:pt x="21533" y="11966"/>
                    <a:pt x="21459" y="11164"/>
                  </a:cubicBezTo>
                  <a:lnTo>
                    <a:pt x="21324" y="9716"/>
                  </a:lnTo>
                  <a:cubicBezTo>
                    <a:pt x="21250" y="8913"/>
                    <a:pt x="20608" y="8336"/>
                    <a:pt x="19901" y="8420"/>
                  </a:cubicBezTo>
                  <a:lnTo>
                    <a:pt x="16055" y="8878"/>
                  </a:lnTo>
                  <a:close/>
                  <a:moveTo>
                    <a:pt x="16834" y="10250"/>
                  </a:moveTo>
                  <a:cubicBezTo>
                    <a:pt x="17188" y="10208"/>
                    <a:pt x="17508" y="10491"/>
                    <a:pt x="17545" y="10892"/>
                  </a:cubicBezTo>
                  <a:cubicBezTo>
                    <a:pt x="17582" y="11293"/>
                    <a:pt x="17322" y="11657"/>
                    <a:pt x="16968" y="11699"/>
                  </a:cubicBezTo>
                  <a:cubicBezTo>
                    <a:pt x="16614" y="11741"/>
                    <a:pt x="16293" y="11447"/>
                    <a:pt x="16256" y="11046"/>
                  </a:cubicBezTo>
                  <a:cubicBezTo>
                    <a:pt x="16219" y="10644"/>
                    <a:pt x="16480" y="10293"/>
                    <a:pt x="16834" y="102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" name="Shape 34176">
              <a:extLst>
                <a:ext uri="{FF2B5EF4-FFF2-40B4-BE49-F238E27FC236}">
                  <a16:creationId xmlns:a16="http://schemas.microsoft.com/office/drawing/2014/main" id="{E160DC46-78C8-4C98-9610-BC7760A49598}"/>
                </a:ext>
              </a:extLst>
            </p:cNvPr>
            <p:cNvSpPr/>
            <p:nvPr/>
          </p:nvSpPr>
          <p:spPr>
            <a:xfrm>
              <a:off x="10903238" y="7779831"/>
              <a:ext cx="984814" cy="885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217" extrusionOk="0">
                  <a:moveTo>
                    <a:pt x="16218" y="16859"/>
                  </a:moveTo>
                  <a:lnTo>
                    <a:pt x="3455" y="9002"/>
                  </a:lnTo>
                  <a:lnTo>
                    <a:pt x="7275" y="1347"/>
                  </a:lnTo>
                  <a:lnTo>
                    <a:pt x="20039" y="9205"/>
                  </a:lnTo>
                  <a:cubicBezTo>
                    <a:pt x="20039" y="9205"/>
                    <a:pt x="16218" y="16859"/>
                    <a:pt x="16218" y="16859"/>
                  </a:cubicBezTo>
                  <a:close/>
                  <a:moveTo>
                    <a:pt x="20627" y="8027"/>
                  </a:moveTo>
                  <a:lnTo>
                    <a:pt x="7863" y="170"/>
                  </a:lnTo>
                  <a:cubicBezTo>
                    <a:pt x="7275" y="-192"/>
                    <a:pt x="6536" y="43"/>
                    <a:pt x="6211" y="693"/>
                  </a:cubicBezTo>
                  <a:cubicBezTo>
                    <a:pt x="6211" y="693"/>
                    <a:pt x="1803" y="9525"/>
                    <a:pt x="1814" y="9531"/>
                  </a:cubicBezTo>
                  <a:lnTo>
                    <a:pt x="16683" y="18684"/>
                  </a:lnTo>
                  <a:cubicBezTo>
                    <a:pt x="16694" y="18691"/>
                    <a:pt x="21103" y="9860"/>
                    <a:pt x="21103" y="9860"/>
                  </a:cubicBezTo>
                  <a:cubicBezTo>
                    <a:pt x="21427" y="9210"/>
                    <a:pt x="21214" y="8389"/>
                    <a:pt x="20627" y="8027"/>
                  </a:cubicBezTo>
                  <a:close/>
                  <a:moveTo>
                    <a:pt x="15519" y="21047"/>
                  </a:moveTo>
                  <a:lnTo>
                    <a:pt x="628" y="11880"/>
                  </a:lnTo>
                  <a:cubicBezTo>
                    <a:pt x="40" y="11518"/>
                    <a:pt x="-173" y="10698"/>
                    <a:pt x="152" y="10047"/>
                  </a:cubicBezTo>
                  <a:lnTo>
                    <a:pt x="446" y="9459"/>
                  </a:lnTo>
                  <a:lnTo>
                    <a:pt x="7359" y="13714"/>
                  </a:lnTo>
                  <a:lnTo>
                    <a:pt x="7065" y="14303"/>
                  </a:lnTo>
                  <a:lnTo>
                    <a:pt x="10256" y="16268"/>
                  </a:lnTo>
                  <a:lnTo>
                    <a:pt x="10550" y="15679"/>
                  </a:lnTo>
                  <a:lnTo>
                    <a:pt x="17464" y="19935"/>
                  </a:lnTo>
                  <a:lnTo>
                    <a:pt x="17170" y="20524"/>
                  </a:lnTo>
                  <a:cubicBezTo>
                    <a:pt x="16846" y="21174"/>
                    <a:pt x="16106" y="21408"/>
                    <a:pt x="15519" y="21047"/>
                  </a:cubicBezTo>
                  <a:cubicBezTo>
                    <a:pt x="15519" y="21047"/>
                    <a:pt x="15519" y="21047"/>
                    <a:pt x="15519" y="2104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0" name="Shape 34177">
              <a:extLst>
                <a:ext uri="{FF2B5EF4-FFF2-40B4-BE49-F238E27FC236}">
                  <a16:creationId xmlns:a16="http://schemas.microsoft.com/office/drawing/2014/main" id="{78E9A327-153C-4224-85C0-1ACC89739B8D}"/>
                </a:ext>
              </a:extLst>
            </p:cNvPr>
            <p:cNvSpPr/>
            <p:nvPr/>
          </p:nvSpPr>
          <p:spPr>
            <a:xfrm>
              <a:off x="11708307" y="11472461"/>
              <a:ext cx="584792" cy="5037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937" y="21600"/>
                  </a:moveTo>
                  <a:cubicBezTo>
                    <a:pt x="7087" y="19915"/>
                    <a:pt x="7254" y="17403"/>
                    <a:pt x="7225" y="15022"/>
                  </a:cubicBezTo>
                  <a:cubicBezTo>
                    <a:pt x="9087" y="15916"/>
                    <a:pt x="11129" y="16612"/>
                    <a:pt x="13235" y="14961"/>
                  </a:cubicBezTo>
                  <a:cubicBezTo>
                    <a:pt x="15319" y="13326"/>
                    <a:pt x="15547" y="10891"/>
                    <a:pt x="15533" y="8574"/>
                  </a:cubicBezTo>
                  <a:cubicBezTo>
                    <a:pt x="17412" y="9482"/>
                    <a:pt x="19470" y="10214"/>
                    <a:pt x="21600" y="8543"/>
                  </a:cubicBezTo>
                  <a:lnTo>
                    <a:pt x="20969" y="7441"/>
                  </a:lnTo>
                  <a:cubicBezTo>
                    <a:pt x="19165" y="8855"/>
                    <a:pt x="17455" y="8115"/>
                    <a:pt x="15526" y="7147"/>
                  </a:cubicBezTo>
                  <a:cubicBezTo>
                    <a:pt x="15470" y="4670"/>
                    <a:pt x="15489" y="2522"/>
                    <a:pt x="17315" y="1092"/>
                  </a:cubicBezTo>
                  <a:lnTo>
                    <a:pt x="16670" y="0"/>
                  </a:lnTo>
                  <a:cubicBezTo>
                    <a:pt x="14521" y="1685"/>
                    <a:pt x="14346" y="4208"/>
                    <a:pt x="14375" y="6589"/>
                  </a:cubicBezTo>
                  <a:cubicBezTo>
                    <a:pt x="12514" y="5696"/>
                    <a:pt x="10476" y="5018"/>
                    <a:pt x="8371" y="6668"/>
                  </a:cubicBezTo>
                  <a:cubicBezTo>
                    <a:pt x="6282" y="8306"/>
                    <a:pt x="6070" y="10724"/>
                    <a:pt x="6085" y="13045"/>
                  </a:cubicBezTo>
                  <a:cubicBezTo>
                    <a:pt x="4204" y="12134"/>
                    <a:pt x="2134" y="11396"/>
                    <a:pt x="0" y="13068"/>
                  </a:cubicBezTo>
                  <a:cubicBezTo>
                    <a:pt x="0" y="13068"/>
                    <a:pt x="641" y="14162"/>
                    <a:pt x="641" y="14162"/>
                  </a:cubicBezTo>
                  <a:cubicBezTo>
                    <a:pt x="2449" y="12745"/>
                    <a:pt x="4156" y="13499"/>
                    <a:pt x="6093" y="14471"/>
                  </a:cubicBezTo>
                  <a:cubicBezTo>
                    <a:pt x="6148" y="16943"/>
                    <a:pt x="6117" y="19084"/>
                    <a:pt x="4295" y="20512"/>
                  </a:cubicBezTo>
                  <a:lnTo>
                    <a:pt x="4937" y="21600"/>
                  </a:lnTo>
                  <a:close/>
                  <a:moveTo>
                    <a:pt x="4054" y="19679"/>
                  </a:moveTo>
                  <a:cubicBezTo>
                    <a:pt x="4369" y="19426"/>
                    <a:pt x="4614" y="19148"/>
                    <a:pt x="4809" y="18844"/>
                  </a:cubicBezTo>
                  <a:cubicBezTo>
                    <a:pt x="4809" y="18844"/>
                    <a:pt x="2134" y="14221"/>
                    <a:pt x="2134" y="14221"/>
                  </a:cubicBezTo>
                  <a:cubicBezTo>
                    <a:pt x="1820" y="14319"/>
                    <a:pt x="1507" y="14483"/>
                    <a:pt x="1188" y="14730"/>
                  </a:cubicBezTo>
                  <a:lnTo>
                    <a:pt x="4054" y="19679"/>
                  </a:lnTo>
                  <a:close/>
                  <a:moveTo>
                    <a:pt x="5303" y="17641"/>
                  </a:moveTo>
                  <a:cubicBezTo>
                    <a:pt x="5447" y="17150"/>
                    <a:pt x="5511" y="16611"/>
                    <a:pt x="5534" y="16026"/>
                  </a:cubicBezTo>
                  <a:lnTo>
                    <a:pt x="4636" y="14466"/>
                  </a:lnTo>
                  <a:cubicBezTo>
                    <a:pt x="4164" y="14273"/>
                    <a:pt x="3712" y="14138"/>
                    <a:pt x="3269" y="14112"/>
                  </a:cubicBezTo>
                  <a:lnTo>
                    <a:pt x="5303" y="17641"/>
                  </a:lnTo>
                  <a:close/>
                  <a:moveTo>
                    <a:pt x="7218" y="13596"/>
                  </a:moveTo>
                  <a:cubicBezTo>
                    <a:pt x="7170" y="11212"/>
                    <a:pt x="7244" y="9148"/>
                    <a:pt x="9015" y="7760"/>
                  </a:cubicBezTo>
                  <a:cubicBezTo>
                    <a:pt x="10800" y="6360"/>
                    <a:pt x="12484" y="7073"/>
                    <a:pt x="14389" y="8027"/>
                  </a:cubicBezTo>
                  <a:cubicBezTo>
                    <a:pt x="14437" y="10403"/>
                    <a:pt x="14371" y="12473"/>
                    <a:pt x="12604" y="13859"/>
                  </a:cubicBezTo>
                  <a:cubicBezTo>
                    <a:pt x="10819" y="15258"/>
                    <a:pt x="9123" y="14549"/>
                    <a:pt x="7218" y="13596"/>
                  </a:cubicBezTo>
                  <a:close/>
                  <a:moveTo>
                    <a:pt x="9128" y="13531"/>
                  </a:moveTo>
                  <a:cubicBezTo>
                    <a:pt x="9683" y="13753"/>
                    <a:pt x="10215" y="13899"/>
                    <a:pt x="10736" y="13922"/>
                  </a:cubicBezTo>
                  <a:lnTo>
                    <a:pt x="8270" y="9693"/>
                  </a:lnTo>
                  <a:cubicBezTo>
                    <a:pt x="8094" y="10262"/>
                    <a:pt x="8018" y="10890"/>
                    <a:pt x="7988" y="11570"/>
                  </a:cubicBezTo>
                  <a:lnTo>
                    <a:pt x="9128" y="13531"/>
                  </a:lnTo>
                  <a:close/>
                  <a:moveTo>
                    <a:pt x="11711" y="13445"/>
                  </a:moveTo>
                  <a:cubicBezTo>
                    <a:pt x="11906" y="13348"/>
                    <a:pt x="12100" y="13226"/>
                    <a:pt x="12298" y="13067"/>
                  </a:cubicBezTo>
                  <a:cubicBezTo>
                    <a:pt x="12398" y="12988"/>
                    <a:pt x="12489" y="12904"/>
                    <a:pt x="12577" y="12819"/>
                  </a:cubicBezTo>
                  <a:lnTo>
                    <a:pt x="9787" y="7934"/>
                  </a:lnTo>
                  <a:cubicBezTo>
                    <a:pt x="9688" y="7998"/>
                    <a:pt x="9589" y="8069"/>
                    <a:pt x="9488" y="8149"/>
                  </a:cubicBezTo>
                  <a:cubicBezTo>
                    <a:pt x="9290" y="8307"/>
                    <a:pt x="9121" y="8474"/>
                    <a:pt x="8972" y="8652"/>
                  </a:cubicBezTo>
                  <a:lnTo>
                    <a:pt x="11711" y="13445"/>
                  </a:lnTo>
                  <a:close/>
                  <a:moveTo>
                    <a:pt x="13407" y="12000"/>
                  </a:moveTo>
                  <a:cubicBezTo>
                    <a:pt x="13611" y="11527"/>
                    <a:pt x="13723" y="11008"/>
                    <a:pt x="13784" y="10444"/>
                  </a:cubicBezTo>
                  <a:lnTo>
                    <a:pt x="12283" y="7830"/>
                  </a:lnTo>
                  <a:cubicBezTo>
                    <a:pt x="11815" y="7685"/>
                    <a:pt x="11363" y="7615"/>
                    <a:pt x="10913" y="7660"/>
                  </a:cubicBezTo>
                  <a:lnTo>
                    <a:pt x="13407" y="12000"/>
                  </a:lnTo>
                  <a:close/>
                  <a:moveTo>
                    <a:pt x="16965" y="7123"/>
                  </a:moveTo>
                  <a:cubicBezTo>
                    <a:pt x="17421" y="7289"/>
                    <a:pt x="17855" y="7394"/>
                    <a:pt x="18279" y="7398"/>
                  </a:cubicBezTo>
                  <a:lnTo>
                    <a:pt x="16261" y="4044"/>
                  </a:lnTo>
                  <a:cubicBezTo>
                    <a:pt x="16133" y="4533"/>
                    <a:pt x="16081" y="5067"/>
                    <a:pt x="16071" y="5642"/>
                  </a:cubicBezTo>
                  <a:lnTo>
                    <a:pt x="16965" y="7123"/>
                  </a:lnTo>
                  <a:close/>
                  <a:moveTo>
                    <a:pt x="19610" y="7085"/>
                  </a:moveTo>
                  <a:cubicBezTo>
                    <a:pt x="19909" y="6982"/>
                    <a:pt x="20208" y="6817"/>
                    <a:pt x="20510" y="6570"/>
                  </a:cubicBezTo>
                  <a:lnTo>
                    <a:pt x="17721" y="1845"/>
                  </a:lnTo>
                  <a:cubicBezTo>
                    <a:pt x="17423" y="2098"/>
                    <a:pt x="17191" y="2376"/>
                    <a:pt x="17007" y="2675"/>
                  </a:cubicBezTo>
                  <a:cubicBezTo>
                    <a:pt x="17007" y="2675"/>
                    <a:pt x="19610" y="7085"/>
                    <a:pt x="19610" y="7085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1" name="Shape 34178">
              <a:extLst>
                <a:ext uri="{FF2B5EF4-FFF2-40B4-BE49-F238E27FC236}">
                  <a16:creationId xmlns:a16="http://schemas.microsoft.com/office/drawing/2014/main" id="{4F678B15-F002-4E8B-9DFF-E999A7B29C8E}"/>
                </a:ext>
              </a:extLst>
            </p:cNvPr>
            <p:cNvSpPr/>
            <p:nvPr/>
          </p:nvSpPr>
          <p:spPr>
            <a:xfrm>
              <a:off x="14474664" y="3452446"/>
              <a:ext cx="701272" cy="99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3" h="21600" extrusionOk="0">
                  <a:moveTo>
                    <a:pt x="6837" y="0"/>
                  </a:moveTo>
                  <a:lnTo>
                    <a:pt x="6304" y="11896"/>
                  </a:lnTo>
                  <a:lnTo>
                    <a:pt x="10115" y="11984"/>
                  </a:lnTo>
                  <a:lnTo>
                    <a:pt x="10387" y="5819"/>
                  </a:lnTo>
                  <a:cubicBezTo>
                    <a:pt x="10807" y="5990"/>
                    <a:pt x="11286" y="6091"/>
                    <a:pt x="11799" y="6080"/>
                  </a:cubicBezTo>
                  <a:cubicBezTo>
                    <a:pt x="12816" y="6059"/>
                    <a:pt x="13721" y="5638"/>
                    <a:pt x="14293" y="5029"/>
                  </a:cubicBezTo>
                  <a:cubicBezTo>
                    <a:pt x="14344" y="4975"/>
                    <a:pt x="14392" y="4920"/>
                    <a:pt x="14437" y="4864"/>
                  </a:cubicBezTo>
                  <a:cubicBezTo>
                    <a:pt x="15870" y="5413"/>
                    <a:pt x="17048" y="6141"/>
                    <a:pt x="17879" y="7040"/>
                  </a:cubicBezTo>
                  <a:cubicBezTo>
                    <a:pt x="19250" y="8523"/>
                    <a:pt x="19623" y="10355"/>
                    <a:pt x="18956" y="12341"/>
                  </a:cubicBezTo>
                  <a:cubicBezTo>
                    <a:pt x="17917" y="15436"/>
                    <a:pt x="14349" y="17736"/>
                    <a:pt x="10109" y="18168"/>
                  </a:cubicBezTo>
                  <a:lnTo>
                    <a:pt x="10109" y="16337"/>
                  </a:lnTo>
                  <a:lnTo>
                    <a:pt x="12811" y="16337"/>
                  </a:lnTo>
                  <a:lnTo>
                    <a:pt x="12811" y="15424"/>
                  </a:lnTo>
                  <a:lnTo>
                    <a:pt x="2958" y="15424"/>
                  </a:lnTo>
                  <a:lnTo>
                    <a:pt x="2958" y="16337"/>
                  </a:lnTo>
                  <a:lnTo>
                    <a:pt x="5665" y="16337"/>
                  </a:lnTo>
                  <a:lnTo>
                    <a:pt x="5665" y="19312"/>
                  </a:lnTo>
                  <a:lnTo>
                    <a:pt x="0" y="19312"/>
                  </a:lnTo>
                  <a:lnTo>
                    <a:pt x="0" y="21600"/>
                  </a:lnTo>
                  <a:lnTo>
                    <a:pt x="15769" y="21600"/>
                  </a:lnTo>
                  <a:lnTo>
                    <a:pt x="15769" y="19312"/>
                  </a:lnTo>
                  <a:lnTo>
                    <a:pt x="11820" y="19312"/>
                  </a:lnTo>
                  <a:cubicBezTo>
                    <a:pt x="16159" y="18468"/>
                    <a:pt x="19703" y="15947"/>
                    <a:pt x="20805" y="12664"/>
                  </a:cubicBezTo>
                  <a:cubicBezTo>
                    <a:pt x="21600" y="10296"/>
                    <a:pt x="21135" y="8089"/>
                    <a:pt x="19462" y="6280"/>
                  </a:cubicBezTo>
                  <a:cubicBezTo>
                    <a:pt x="18352" y="5079"/>
                    <a:pt x="16769" y="4131"/>
                    <a:pt x="14820" y="3462"/>
                  </a:cubicBezTo>
                  <a:cubicBezTo>
                    <a:pt x="14558" y="2431"/>
                    <a:pt x="13305" y="1647"/>
                    <a:pt x="11799" y="1647"/>
                  </a:cubicBezTo>
                  <a:cubicBezTo>
                    <a:pt x="11359" y="1647"/>
                    <a:pt x="10947" y="1715"/>
                    <a:pt x="10568" y="1835"/>
                  </a:cubicBezTo>
                  <a:lnTo>
                    <a:pt x="10642" y="88"/>
                  </a:lnTo>
                  <a:lnTo>
                    <a:pt x="6837" y="0"/>
                  </a:lnTo>
                  <a:close/>
                  <a:moveTo>
                    <a:pt x="11799" y="3017"/>
                  </a:moveTo>
                  <a:cubicBezTo>
                    <a:pt x="12376" y="3012"/>
                    <a:pt x="12879" y="3300"/>
                    <a:pt x="12982" y="3708"/>
                  </a:cubicBezTo>
                  <a:cubicBezTo>
                    <a:pt x="13088" y="4130"/>
                    <a:pt x="12736" y="4539"/>
                    <a:pt x="12167" y="4660"/>
                  </a:cubicBezTo>
                  <a:cubicBezTo>
                    <a:pt x="12051" y="4688"/>
                    <a:pt x="11928" y="4706"/>
                    <a:pt x="11799" y="4706"/>
                  </a:cubicBezTo>
                  <a:cubicBezTo>
                    <a:pt x="11152" y="4706"/>
                    <a:pt x="10625" y="4326"/>
                    <a:pt x="10626" y="3862"/>
                  </a:cubicBezTo>
                  <a:cubicBezTo>
                    <a:pt x="10628" y="3397"/>
                    <a:pt x="11153" y="3023"/>
                    <a:pt x="11799" y="301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2" name="Shape 34179">
              <a:extLst>
                <a:ext uri="{FF2B5EF4-FFF2-40B4-BE49-F238E27FC236}">
                  <a16:creationId xmlns:a16="http://schemas.microsoft.com/office/drawing/2014/main" id="{B640C1FD-64C6-481E-8CA6-1F579DB7BF97}"/>
                </a:ext>
              </a:extLst>
            </p:cNvPr>
            <p:cNvSpPr/>
            <p:nvPr/>
          </p:nvSpPr>
          <p:spPr>
            <a:xfrm>
              <a:off x="13573878" y="4409128"/>
              <a:ext cx="1096094" cy="12133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3" name="Shape 34180">
              <a:extLst>
                <a:ext uri="{FF2B5EF4-FFF2-40B4-BE49-F238E27FC236}">
                  <a16:creationId xmlns:a16="http://schemas.microsoft.com/office/drawing/2014/main" id="{FC0527D6-D884-408F-BA36-9B4D6D2454E1}"/>
                </a:ext>
              </a:extLst>
            </p:cNvPr>
            <p:cNvSpPr/>
            <p:nvPr/>
          </p:nvSpPr>
          <p:spPr>
            <a:xfrm>
              <a:off x="12366664" y="11330119"/>
              <a:ext cx="843804" cy="99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4" name="Shape 34181">
              <a:extLst>
                <a:ext uri="{FF2B5EF4-FFF2-40B4-BE49-F238E27FC236}">
                  <a16:creationId xmlns:a16="http://schemas.microsoft.com/office/drawing/2014/main" id="{D20E22D0-E6B4-4E74-BCC9-D24F16731457}"/>
                </a:ext>
              </a:extLst>
            </p:cNvPr>
            <p:cNvSpPr/>
            <p:nvPr/>
          </p:nvSpPr>
          <p:spPr>
            <a:xfrm>
              <a:off x="14244181" y="7303221"/>
              <a:ext cx="622050" cy="541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097" y="15438"/>
                  </a:lnTo>
                  <a:lnTo>
                    <a:pt x="5592" y="20234"/>
                  </a:lnTo>
                  <a:cubicBezTo>
                    <a:pt x="5592" y="20234"/>
                    <a:pt x="0" y="21600"/>
                    <a:pt x="0" y="21600"/>
                  </a:cubicBezTo>
                  <a:close/>
                  <a:moveTo>
                    <a:pt x="6275" y="19576"/>
                  </a:moveTo>
                  <a:lnTo>
                    <a:pt x="2779" y="14780"/>
                  </a:lnTo>
                  <a:lnTo>
                    <a:pt x="14944" y="3046"/>
                  </a:lnTo>
                  <a:lnTo>
                    <a:pt x="18443" y="7840"/>
                  </a:lnTo>
                  <a:cubicBezTo>
                    <a:pt x="18443" y="7840"/>
                    <a:pt x="6275" y="19576"/>
                    <a:pt x="6275" y="19576"/>
                  </a:cubicBezTo>
                  <a:close/>
                  <a:moveTo>
                    <a:pt x="19138" y="7167"/>
                  </a:moveTo>
                  <a:lnTo>
                    <a:pt x="15640" y="2373"/>
                  </a:lnTo>
                  <a:lnTo>
                    <a:pt x="18101" y="0"/>
                  </a:lnTo>
                  <a:lnTo>
                    <a:pt x="21600" y="4794"/>
                  </a:lnTo>
                  <a:cubicBezTo>
                    <a:pt x="21600" y="4794"/>
                    <a:pt x="19138" y="7167"/>
                    <a:pt x="19138" y="716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5" name="Shape 34182">
              <a:extLst>
                <a:ext uri="{FF2B5EF4-FFF2-40B4-BE49-F238E27FC236}">
                  <a16:creationId xmlns:a16="http://schemas.microsoft.com/office/drawing/2014/main" id="{32FA501B-5962-4484-8A0B-34C400BFD48A}"/>
                </a:ext>
              </a:extLst>
            </p:cNvPr>
            <p:cNvSpPr/>
            <p:nvPr/>
          </p:nvSpPr>
          <p:spPr>
            <a:xfrm>
              <a:off x="13576635" y="6759701"/>
              <a:ext cx="580114" cy="80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6" h="21363" extrusionOk="0">
                  <a:moveTo>
                    <a:pt x="10609" y="43"/>
                  </a:moveTo>
                  <a:cubicBezTo>
                    <a:pt x="8165" y="-162"/>
                    <a:pt x="5621" y="372"/>
                    <a:pt x="3560" y="1702"/>
                  </a:cubicBezTo>
                  <a:cubicBezTo>
                    <a:pt x="-561" y="4362"/>
                    <a:pt x="-1197" y="9181"/>
                    <a:pt x="2140" y="12465"/>
                  </a:cubicBezTo>
                  <a:cubicBezTo>
                    <a:pt x="4853" y="15135"/>
                    <a:pt x="9359" y="15971"/>
                    <a:pt x="13163" y="14762"/>
                  </a:cubicBezTo>
                  <a:cubicBezTo>
                    <a:pt x="13165" y="14832"/>
                    <a:pt x="13187" y="14904"/>
                    <a:pt x="13225" y="14972"/>
                  </a:cubicBezTo>
                  <a:lnTo>
                    <a:pt x="16612" y="21039"/>
                  </a:lnTo>
                  <a:cubicBezTo>
                    <a:pt x="16765" y="21313"/>
                    <a:pt x="17169" y="21438"/>
                    <a:pt x="17513" y="21316"/>
                  </a:cubicBezTo>
                  <a:lnTo>
                    <a:pt x="17878" y="21186"/>
                  </a:lnTo>
                  <a:cubicBezTo>
                    <a:pt x="18222" y="21064"/>
                    <a:pt x="18373" y="20741"/>
                    <a:pt x="18220" y="20467"/>
                  </a:cubicBezTo>
                  <a:lnTo>
                    <a:pt x="14832" y="14405"/>
                  </a:lnTo>
                  <a:cubicBezTo>
                    <a:pt x="14778" y="14307"/>
                    <a:pt x="14685" y="14238"/>
                    <a:pt x="14581" y="14183"/>
                  </a:cubicBezTo>
                  <a:cubicBezTo>
                    <a:pt x="14946" y="14006"/>
                    <a:pt x="15305" y="13816"/>
                    <a:pt x="15646" y="13596"/>
                  </a:cubicBezTo>
                  <a:cubicBezTo>
                    <a:pt x="19767" y="10937"/>
                    <a:pt x="20403" y="6118"/>
                    <a:pt x="17066" y="2833"/>
                  </a:cubicBezTo>
                  <a:cubicBezTo>
                    <a:pt x="15397" y="1191"/>
                    <a:pt x="13053" y="247"/>
                    <a:pt x="10609" y="43"/>
                  </a:cubicBezTo>
                  <a:close/>
                  <a:moveTo>
                    <a:pt x="10451" y="1237"/>
                  </a:moveTo>
                  <a:cubicBezTo>
                    <a:pt x="12511" y="1410"/>
                    <a:pt x="14487" y="2210"/>
                    <a:pt x="15893" y="3594"/>
                  </a:cubicBezTo>
                  <a:cubicBezTo>
                    <a:pt x="18705" y="6361"/>
                    <a:pt x="18170" y="10422"/>
                    <a:pt x="14697" y="12663"/>
                  </a:cubicBezTo>
                  <a:cubicBezTo>
                    <a:pt x="11225" y="14903"/>
                    <a:pt x="6130" y="14477"/>
                    <a:pt x="3318" y="11709"/>
                  </a:cubicBezTo>
                  <a:cubicBezTo>
                    <a:pt x="506" y="8942"/>
                    <a:pt x="1041" y="4882"/>
                    <a:pt x="4514" y="2641"/>
                  </a:cubicBezTo>
                  <a:cubicBezTo>
                    <a:pt x="6250" y="1520"/>
                    <a:pt x="8392" y="1065"/>
                    <a:pt x="10451" y="123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6" name="Shape 34183">
              <a:extLst>
                <a:ext uri="{FF2B5EF4-FFF2-40B4-BE49-F238E27FC236}">
                  <a16:creationId xmlns:a16="http://schemas.microsoft.com/office/drawing/2014/main" id="{742CAAEB-DCDA-49D9-BEDF-A0DEC236B988}"/>
                </a:ext>
              </a:extLst>
            </p:cNvPr>
            <p:cNvSpPr/>
            <p:nvPr/>
          </p:nvSpPr>
          <p:spPr>
            <a:xfrm>
              <a:off x="11615391" y="7089790"/>
              <a:ext cx="617918" cy="6840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7" name="Shape 34184">
              <a:extLst>
                <a:ext uri="{FF2B5EF4-FFF2-40B4-BE49-F238E27FC236}">
                  <a16:creationId xmlns:a16="http://schemas.microsoft.com/office/drawing/2014/main" id="{E69921C6-AB16-4677-B9C6-0FA4349CB779}"/>
                </a:ext>
              </a:extLst>
            </p:cNvPr>
            <p:cNvSpPr/>
            <p:nvPr/>
          </p:nvSpPr>
          <p:spPr>
            <a:xfrm>
              <a:off x="13088735" y="3291417"/>
              <a:ext cx="651942" cy="595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9" h="20716" extrusionOk="0">
                  <a:moveTo>
                    <a:pt x="19071" y="18146"/>
                  </a:moveTo>
                  <a:cubicBezTo>
                    <a:pt x="20183" y="16314"/>
                    <a:pt x="19749" y="13820"/>
                    <a:pt x="18102" y="12586"/>
                  </a:cubicBezTo>
                  <a:cubicBezTo>
                    <a:pt x="17662" y="12256"/>
                    <a:pt x="17178" y="12053"/>
                    <a:pt x="16685" y="11962"/>
                  </a:cubicBezTo>
                  <a:lnTo>
                    <a:pt x="16672" y="15889"/>
                  </a:lnTo>
                  <a:cubicBezTo>
                    <a:pt x="16671" y="16166"/>
                    <a:pt x="16469" y="16390"/>
                    <a:pt x="16220" y="16389"/>
                  </a:cubicBezTo>
                  <a:cubicBezTo>
                    <a:pt x="15971" y="16388"/>
                    <a:pt x="15770" y="16164"/>
                    <a:pt x="15771" y="15887"/>
                  </a:cubicBezTo>
                  <a:lnTo>
                    <a:pt x="15784" y="11921"/>
                  </a:lnTo>
                  <a:cubicBezTo>
                    <a:pt x="14735" y="12022"/>
                    <a:pt x="13732" y="12627"/>
                    <a:pt x="13098" y="13672"/>
                  </a:cubicBezTo>
                  <a:cubicBezTo>
                    <a:pt x="11985" y="15504"/>
                    <a:pt x="12420" y="17998"/>
                    <a:pt x="14067" y="19232"/>
                  </a:cubicBezTo>
                  <a:cubicBezTo>
                    <a:pt x="15713" y="20465"/>
                    <a:pt x="17958" y="19979"/>
                    <a:pt x="19071" y="18146"/>
                  </a:cubicBezTo>
                  <a:close/>
                  <a:moveTo>
                    <a:pt x="16740" y="7857"/>
                  </a:moveTo>
                  <a:lnTo>
                    <a:pt x="15291" y="6772"/>
                  </a:lnTo>
                  <a:cubicBezTo>
                    <a:pt x="15127" y="6649"/>
                    <a:pt x="15015" y="6369"/>
                    <a:pt x="15043" y="6151"/>
                  </a:cubicBezTo>
                  <a:lnTo>
                    <a:pt x="15275" y="4322"/>
                  </a:lnTo>
                  <a:lnTo>
                    <a:pt x="11975" y="5321"/>
                  </a:lnTo>
                  <a:cubicBezTo>
                    <a:pt x="11975" y="5321"/>
                    <a:pt x="12203" y="5706"/>
                    <a:pt x="12483" y="6179"/>
                  </a:cubicBezTo>
                  <a:lnTo>
                    <a:pt x="16109" y="8895"/>
                  </a:lnTo>
                  <a:cubicBezTo>
                    <a:pt x="16109" y="8895"/>
                    <a:pt x="16740" y="7857"/>
                    <a:pt x="16740" y="7857"/>
                  </a:cubicBezTo>
                  <a:close/>
                  <a:moveTo>
                    <a:pt x="15093" y="9342"/>
                  </a:moveTo>
                  <a:lnTo>
                    <a:pt x="13604" y="8227"/>
                  </a:lnTo>
                  <a:cubicBezTo>
                    <a:pt x="13647" y="8494"/>
                    <a:pt x="13599" y="8776"/>
                    <a:pt x="13458" y="9008"/>
                  </a:cubicBezTo>
                  <a:lnTo>
                    <a:pt x="13459" y="9008"/>
                  </a:lnTo>
                  <a:cubicBezTo>
                    <a:pt x="13459" y="9008"/>
                    <a:pt x="13042" y="9692"/>
                    <a:pt x="12523" y="10542"/>
                  </a:cubicBezTo>
                  <a:cubicBezTo>
                    <a:pt x="12523" y="10542"/>
                    <a:pt x="15093" y="9342"/>
                    <a:pt x="15093" y="9342"/>
                  </a:cubicBezTo>
                  <a:close/>
                  <a:moveTo>
                    <a:pt x="11619" y="8259"/>
                  </a:moveTo>
                  <a:cubicBezTo>
                    <a:pt x="11619" y="8259"/>
                    <a:pt x="10321" y="6315"/>
                    <a:pt x="9704" y="5383"/>
                  </a:cubicBezTo>
                  <a:lnTo>
                    <a:pt x="8507" y="5869"/>
                  </a:lnTo>
                  <a:cubicBezTo>
                    <a:pt x="8769" y="6978"/>
                    <a:pt x="8675" y="8186"/>
                    <a:pt x="8184" y="9262"/>
                  </a:cubicBezTo>
                  <a:lnTo>
                    <a:pt x="10126" y="10718"/>
                  </a:lnTo>
                  <a:cubicBezTo>
                    <a:pt x="10126" y="10718"/>
                    <a:pt x="11619" y="8259"/>
                    <a:pt x="11619" y="8259"/>
                  </a:cubicBezTo>
                  <a:close/>
                  <a:moveTo>
                    <a:pt x="7096" y="9656"/>
                  </a:moveTo>
                  <a:lnTo>
                    <a:pt x="4125" y="7430"/>
                  </a:lnTo>
                  <a:cubicBezTo>
                    <a:pt x="3919" y="7275"/>
                    <a:pt x="3865" y="6964"/>
                    <a:pt x="4004" y="6735"/>
                  </a:cubicBezTo>
                  <a:cubicBezTo>
                    <a:pt x="4067" y="6631"/>
                    <a:pt x="4159" y="6564"/>
                    <a:pt x="4260" y="6533"/>
                  </a:cubicBezTo>
                  <a:lnTo>
                    <a:pt x="4259" y="6531"/>
                  </a:lnTo>
                  <a:lnTo>
                    <a:pt x="7505" y="5212"/>
                  </a:lnTo>
                  <a:cubicBezTo>
                    <a:pt x="7238" y="4652"/>
                    <a:pt x="6848" y="4155"/>
                    <a:pt x="6343" y="3777"/>
                  </a:cubicBezTo>
                  <a:cubicBezTo>
                    <a:pt x="4697" y="2543"/>
                    <a:pt x="2452" y="3030"/>
                    <a:pt x="1339" y="4862"/>
                  </a:cubicBezTo>
                  <a:cubicBezTo>
                    <a:pt x="227" y="6694"/>
                    <a:pt x="661" y="9188"/>
                    <a:pt x="2308" y="10422"/>
                  </a:cubicBezTo>
                  <a:cubicBezTo>
                    <a:pt x="3854" y="11580"/>
                    <a:pt x="5928" y="11221"/>
                    <a:pt x="7096" y="9656"/>
                  </a:cubicBezTo>
                  <a:close/>
                  <a:moveTo>
                    <a:pt x="5362" y="7148"/>
                  </a:moveTo>
                  <a:lnTo>
                    <a:pt x="7578" y="8808"/>
                  </a:lnTo>
                  <a:cubicBezTo>
                    <a:pt x="7940" y="7960"/>
                    <a:pt x="8013" y="7021"/>
                    <a:pt x="7822" y="6148"/>
                  </a:cubicBezTo>
                  <a:cubicBezTo>
                    <a:pt x="7822" y="6148"/>
                    <a:pt x="5362" y="7148"/>
                    <a:pt x="5362" y="7148"/>
                  </a:cubicBezTo>
                  <a:close/>
                  <a:moveTo>
                    <a:pt x="19668" y="18594"/>
                  </a:moveTo>
                  <a:cubicBezTo>
                    <a:pt x="18331" y="20796"/>
                    <a:pt x="15642" y="21379"/>
                    <a:pt x="13663" y="19896"/>
                  </a:cubicBezTo>
                  <a:cubicBezTo>
                    <a:pt x="11684" y="18413"/>
                    <a:pt x="11164" y="15426"/>
                    <a:pt x="12501" y="13224"/>
                  </a:cubicBezTo>
                  <a:cubicBezTo>
                    <a:pt x="13276" y="11948"/>
                    <a:pt x="14505" y="11216"/>
                    <a:pt x="15787" y="11115"/>
                  </a:cubicBezTo>
                  <a:lnTo>
                    <a:pt x="15791" y="10101"/>
                  </a:lnTo>
                  <a:lnTo>
                    <a:pt x="11595" y="12059"/>
                  </a:lnTo>
                  <a:cubicBezTo>
                    <a:pt x="11028" y="12983"/>
                    <a:pt x="10547" y="13764"/>
                    <a:pt x="10524" y="13787"/>
                  </a:cubicBezTo>
                  <a:cubicBezTo>
                    <a:pt x="10135" y="14180"/>
                    <a:pt x="9533" y="14149"/>
                    <a:pt x="9180" y="13717"/>
                  </a:cubicBezTo>
                  <a:cubicBezTo>
                    <a:pt x="8879" y="13349"/>
                    <a:pt x="8857" y="12810"/>
                    <a:pt x="9097" y="12415"/>
                  </a:cubicBezTo>
                  <a:lnTo>
                    <a:pt x="9096" y="12414"/>
                  </a:lnTo>
                  <a:lnTo>
                    <a:pt x="9622" y="11548"/>
                  </a:lnTo>
                  <a:lnTo>
                    <a:pt x="7695" y="10105"/>
                  </a:lnTo>
                  <a:cubicBezTo>
                    <a:pt x="6301" y="12039"/>
                    <a:pt x="3783" y="12494"/>
                    <a:pt x="1904" y="11086"/>
                  </a:cubicBezTo>
                  <a:cubicBezTo>
                    <a:pt x="-75" y="9603"/>
                    <a:pt x="-595" y="6616"/>
                    <a:pt x="742" y="4414"/>
                  </a:cubicBezTo>
                  <a:cubicBezTo>
                    <a:pt x="2079" y="2212"/>
                    <a:pt x="4768" y="1629"/>
                    <a:pt x="6747" y="3112"/>
                  </a:cubicBezTo>
                  <a:cubicBezTo>
                    <a:pt x="7383" y="3589"/>
                    <a:pt x="7868" y="4222"/>
                    <a:pt x="8189" y="4933"/>
                  </a:cubicBezTo>
                  <a:lnTo>
                    <a:pt x="9242" y="4506"/>
                  </a:lnTo>
                  <a:cubicBezTo>
                    <a:pt x="9107" y="3945"/>
                    <a:pt x="9252" y="3323"/>
                    <a:pt x="9665" y="2905"/>
                  </a:cubicBezTo>
                  <a:cubicBezTo>
                    <a:pt x="9859" y="2709"/>
                    <a:pt x="10089" y="2584"/>
                    <a:pt x="10328" y="2526"/>
                  </a:cubicBezTo>
                  <a:lnTo>
                    <a:pt x="10328" y="2525"/>
                  </a:lnTo>
                  <a:lnTo>
                    <a:pt x="15055" y="1211"/>
                  </a:lnTo>
                  <a:lnTo>
                    <a:pt x="15055" y="1211"/>
                  </a:lnTo>
                  <a:cubicBezTo>
                    <a:pt x="15587" y="1000"/>
                    <a:pt x="16204" y="1148"/>
                    <a:pt x="16607" y="1641"/>
                  </a:cubicBezTo>
                  <a:cubicBezTo>
                    <a:pt x="16925" y="2031"/>
                    <a:pt x="17037" y="2548"/>
                    <a:pt x="16952" y="3028"/>
                  </a:cubicBezTo>
                  <a:lnTo>
                    <a:pt x="16953" y="3029"/>
                  </a:lnTo>
                  <a:lnTo>
                    <a:pt x="16496" y="5740"/>
                  </a:lnTo>
                  <a:lnTo>
                    <a:pt x="18231" y="7041"/>
                  </a:lnTo>
                  <a:cubicBezTo>
                    <a:pt x="18561" y="7288"/>
                    <a:pt x="18648" y="7786"/>
                    <a:pt x="18425" y="8153"/>
                  </a:cubicBezTo>
                  <a:cubicBezTo>
                    <a:pt x="18217" y="8496"/>
                    <a:pt x="17812" y="8599"/>
                    <a:pt x="17491" y="8409"/>
                  </a:cubicBezTo>
                  <a:lnTo>
                    <a:pt x="16693" y="9723"/>
                  </a:lnTo>
                  <a:lnTo>
                    <a:pt x="16688" y="11148"/>
                  </a:lnTo>
                  <a:cubicBezTo>
                    <a:pt x="17320" y="11245"/>
                    <a:pt x="17941" y="11499"/>
                    <a:pt x="18505" y="11922"/>
                  </a:cubicBezTo>
                  <a:cubicBezTo>
                    <a:pt x="20485" y="13405"/>
                    <a:pt x="21005" y="16392"/>
                    <a:pt x="19668" y="18594"/>
                  </a:cubicBezTo>
                  <a:close/>
                  <a:moveTo>
                    <a:pt x="17732" y="707"/>
                  </a:moveTo>
                  <a:cubicBezTo>
                    <a:pt x="18178" y="-27"/>
                    <a:pt x="19074" y="-221"/>
                    <a:pt x="19734" y="273"/>
                  </a:cubicBezTo>
                  <a:cubicBezTo>
                    <a:pt x="20394" y="767"/>
                    <a:pt x="20567" y="1763"/>
                    <a:pt x="20121" y="2497"/>
                  </a:cubicBezTo>
                  <a:cubicBezTo>
                    <a:pt x="19676" y="3231"/>
                    <a:pt x="18780" y="3426"/>
                    <a:pt x="18120" y="2931"/>
                  </a:cubicBezTo>
                  <a:cubicBezTo>
                    <a:pt x="17460" y="2437"/>
                    <a:pt x="17287" y="1441"/>
                    <a:pt x="17732" y="7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8" name="Shape 34185">
              <a:extLst>
                <a:ext uri="{FF2B5EF4-FFF2-40B4-BE49-F238E27FC236}">
                  <a16:creationId xmlns:a16="http://schemas.microsoft.com/office/drawing/2014/main" id="{915AC7A9-5EEC-49B9-8FB0-0DE814528FC9}"/>
                </a:ext>
              </a:extLst>
            </p:cNvPr>
            <p:cNvSpPr/>
            <p:nvPr/>
          </p:nvSpPr>
          <p:spPr>
            <a:xfrm>
              <a:off x="12303465" y="7118398"/>
              <a:ext cx="457434" cy="615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89"/>
                  </a:moveTo>
                  <a:lnTo>
                    <a:pt x="7526" y="11318"/>
                  </a:lnTo>
                  <a:lnTo>
                    <a:pt x="10639" y="10027"/>
                  </a:lnTo>
                  <a:lnTo>
                    <a:pt x="6735" y="4831"/>
                  </a:lnTo>
                  <a:cubicBezTo>
                    <a:pt x="7186" y="4822"/>
                    <a:pt x="7638" y="4734"/>
                    <a:pt x="8042" y="4542"/>
                  </a:cubicBezTo>
                  <a:cubicBezTo>
                    <a:pt x="8843" y="4160"/>
                    <a:pt x="9286" y="3488"/>
                    <a:pt x="9338" y="2779"/>
                  </a:cubicBezTo>
                  <a:cubicBezTo>
                    <a:pt x="9343" y="2717"/>
                    <a:pt x="9344" y="2654"/>
                    <a:pt x="9343" y="2591"/>
                  </a:cubicBezTo>
                  <a:cubicBezTo>
                    <a:pt x="10859" y="2532"/>
                    <a:pt x="12290" y="2713"/>
                    <a:pt x="13557" y="3159"/>
                  </a:cubicBezTo>
                  <a:cubicBezTo>
                    <a:pt x="15647" y="3894"/>
                    <a:pt x="17171" y="5277"/>
                    <a:pt x="17964" y="7158"/>
                  </a:cubicBezTo>
                  <a:cubicBezTo>
                    <a:pt x="19200" y="10089"/>
                    <a:pt x="17878" y="13269"/>
                    <a:pt x="14770" y="15143"/>
                  </a:cubicBezTo>
                  <a:lnTo>
                    <a:pt x="13545" y="13629"/>
                  </a:lnTo>
                  <a:lnTo>
                    <a:pt x="15711" y="12662"/>
                  </a:lnTo>
                  <a:lnTo>
                    <a:pt x="15100" y="11906"/>
                  </a:lnTo>
                  <a:lnTo>
                    <a:pt x="7202" y="15433"/>
                  </a:lnTo>
                  <a:lnTo>
                    <a:pt x="7813" y="16189"/>
                  </a:lnTo>
                  <a:lnTo>
                    <a:pt x="9983" y="15220"/>
                  </a:lnTo>
                  <a:lnTo>
                    <a:pt x="11972" y="17680"/>
                  </a:lnTo>
                  <a:lnTo>
                    <a:pt x="7432" y="19708"/>
                  </a:lnTo>
                  <a:lnTo>
                    <a:pt x="8961" y="21600"/>
                  </a:lnTo>
                  <a:lnTo>
                    <a:pt x="21600" y="15956"/>
                  </a:lnTo>
                  <a:lnTo>
                    <a:pt x="20070" y="14064"/>
                  </a:lnTo>
                  <a:lnTo>
                    <a:pt x="16905" y="15477"/>
                  </a:lnTo>
                  <a:cubicBezTo>
                    <a:pt x="19819" y="13226"/>
                    <a:pt x="20973" y="9873"/>
                    <a:pt x="19662" y="6762"/>
                  </a:cubicBezTo>
                  <a:cubicBezTo>
                    <a:pt x="18716" y="4520"/>
                    <a:pt x="16868" y="2861"/>
                    <a:pt x="14317" y="1964"/>
                  </a:cubicBezTo>
                  <a:cubicBezTo>
                    <a:pt x="12625" y="1368"/>
                    <a:pt x="10722" y="1151"/>
                    <a:pt x="8713" y="1295"/>
                  </a:cubicBezTo>
                  <a:cubicBezTo>
                    <a:pt x="7813" y="536"/>
                    <a:pt x="6285" y="336"/>
                    <a:pt x="5078" y="875"/>
                  </a:cubicBezTo>
                  <a:cubicBezTo>
                    <a:pt x="4725" y="1032"/>
                    <a:pt x="4440" y="1236"/>
                    <a:pt x="4217" y="1471"/>
                  </a:cubicBezTo>
                  <a:lnTo>
                    <a:pt x="3109" y="0"/>
                  </a:lnTo>
                  <a:lnTo>
                    <a:pt x="0" y="1289"/>
                  </a:lnTo>
                  <a:close/>
                  <a:moveTo>
                    <a:pt x="5994" y="2008"/>
                  </a:moveTo>
                  <a:cubicBezTo>
                    <a:pt x="6453" y="1798"/>
                    <a:pt x="7049" y="1856"/>
                    <a:pt x="7404" y="2156"/>
                  </a:cubicBezTo>
                  <a:cubicBezTo>
                    <a:pt x="7771" y="2467"/>
                    <a:pt x="7762" y="2932"/>
                    <a:pt x="7387" y="3235"/>
                  </a:cubicBezTo>
                  <a:cubicBezTo>
                    <a:pt x="7313" y="3300"/>
                    <a:pt x="7226" y="3359"/>
                    <a:pt x="7123" y="3405"/>
                  </a:cubicBezTo>
                  <a:cubicBezTo>
                    <a:pt x="6605" y="3637"/>
                    <a:pt x="5928" y="3511"/>
                    <a:pt x="5619" y="3126"/>
                  </a:cubicBezTo>
                  <a:cubicBezTo>
                    <a:pt x="5309" y="2742"/>
                    <a:pt x="5480" y="2244"/>
                    <a:pt x="5994" y="20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9" name="Shape 34186">
              <a:extLst>
                <a:ext uri="{FF2B5EF4-FFF2-40B4-BE49-F238E27FC236}">
                  <a16:creationId xmlns:a16="http://schemas.microsoft.com/office/drawing/2014/main" id="{01F8225B-CB5F-44AD-8D3C-936834D1EE08}"/>
                </a:ext>
              </a:extLst>
            </p:cNvPr>
            <p:cNvSpPr/>
            <p:nvPr/>
          </p:nvSpPr>
          <p:spPr>
            <a:xfrm>
              <a:off x="10902474" y="3745209"/>
              <a:ext cx="602468" cy="7828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38" h="21519" extrusionOk="0">
                  <a:moveTo>
                    <a:pt x="9842" y="0"/>
                  </a:moveTo>
                  <a:cubicBezTo>
                    <a:pt x="7324" y="0"/>
                    <a:pt x="4803" y="774"/>
                    <a:pt x="2881" y="2331"/>
                  </a:cubicBezTo>
                  <a:cubicBezTo>
                    <a:pt x="-961" y="5445"/>
                    <a:pt x="-961" y="10493"/>
                    <a:pt x="2881" y="13607"/>
                  </a:cubicBezTo>
                  <a:cubicBezTo>
                    <a:pt x="6005" y="16138"/>
                    <a:pt x="10709" y="16613"/>
                    <a:pt x="14423" y="15030"/>
                  </a:cubicBezTo>
                  <a:cubicBezTo>
                    <a:pt x="14434" y="15103"/>
                    <a:pt x="14466" y="15175"/>
                    <a:pt x="14515" y="15243"/>
                  </a:cubicBezTo>
                  <a:lnTo>
                    <a:pt x="18781" y="21235"/>
                  </a:lnTo>
                  <a:cubicBezTo>
                    <a:pt x="18974" y="21506"/>
                    <a:pt x="19402" y="21600"/>
                    <a:pt x="19736" y="21444"/>
                  </a:cubicBezTo>
                  <a:lnTo>
                    <a:pt x="20091" y="21277"/>
                  </a:lnTo>
                  <a:cubicBezTo>
                    <a:pt x="20425" y="21121"/>
                    <a:pt x="20535" y="20774"/>
                    <a:pt x="20343" y="20503"/>
                  </a:cubicBezTo>
                  <a:lnTo>
                    <a:pt x="16076" y="14515"/>
                  </a:lnTo>
                  <a:cubicBezTo>
                    <a:pt x="16007" y="14419"/>
                    <a:pt x="15903" y="14355"/>
                    <a:pt x="15790" y="14307"/>
                  </a:cubicBezTo>
                  <a:cubicBezTo>
                    <a:pt x="16138" y="14092"/>
                    <a:pt x="16479" y="13864"/>
                    <a:pt x="16797" y="13607"/>
                  </a:cubicBezTo>
                  <a:cubicBezTo>
                    <a:pt x="20639" y="10493"/>
                    <a:pt x="20639" y="5445"/>
                    <a:pt x="16797" y="2331"/>
                  </a:cubicBezTo>
                  <a:cubicBezTo>
                    <a:pt x="14875" y="774"/>
                    <a:pt x="12360" y="0"/>
                    <a:pt x="9842" y="0"/>
                  </a:cubicBezTo>
                  <a:close/>
                  <a:moveTo>
                    <a:pt x="9842" y="1251"/>
                  </a:moveTo>
                  <a:cubicBezTo>
                    <a:pt x="11963" y="1251"/>
                    <a:pt x="14085" y="1909"/>
                    <a:pt x="15704" y="3221"/>
                  </a:cubicBezTo>
                  <a:cubicBezTo>
                    <a:pt x="18942" y="5844"/>
                    <a:pt x="18942" y="10098"/>
                    <a:pt x="15704" y="12722"/>
                  </a:cubicBezTo>
                  <a:cubicBezTo>
                    <a:pt x="12467" y="15345"/>
                    <a:pt x="7217" y="15345"/>
                    <a:pt x="3980" y="12722"/>
                  </a:cubicBezTo>
                  <a:cubicBezTo>
                    <a:pt x="742" y="10098"/>
                    <a:pt x="742" y="5844"/>
                    <a:pt x="3980" y="3221"/>
                  </a:cubicBezTo>
                  <a:cubicBezTo>
                    <a:pt x="5598" y="1909"/>
                    <a:pt x="7720" y="1251"/>
                    <a:pt x="9842" y="12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0" name="Shape 34187">
              <a:extLst>
                <a:ext uri="{FF2B5EF4-FFF2-40B4-BE49-F238E27FC236}">
                  <a16:creationId xmlns:a16="http://schemas.microsoft.com/office/drawing/2014/main" id="{508E7D9F-4C55-4457-9A82-9323CFD93CC4}"/>
                </a:ext>
              </a:extLst>
            </p:cNvPr>
            <p:cNvSpPr/>
            <p:nvPr/>
          </p:nvSpPr>
          <p:spPr>
            <a:xfrm>
              <a:off x="9646332" y="5299667"/>
              <a:ext cx="648460" cy="45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1" name="Shape 34188">
              <a:extLst>
                <a:ext uri="{FF2B5EF4-FFF2-40B4-BE49-F238E27FC236}">
                  <a16:creationId xmlns:a16="http://schemas.microsoft.com/office/drawing/2014/main" id="{AF834B20-31C8-4541-8AFF-BE903C61AFB9}"/>
                </a:ext>
              </a:extLst>
            </p:cNvPr>
            <p:cNvSpPr/>
            <p:nvPr/>
          </p:nvSpPr>
          <p:spPr>
            <a:xfrm>
              <a:off x="14782759" y="5213711"/>
              <a:ext cx="949938" cy="4585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" y="21600"/>
                  </a:moveTo>
                  <a:cubicBezTo>
                    <a:pt x="3196" y="21301"/>
                    <a:pt x="4520" y="17446"/>
                    <a:pt x="5606" y="13579"/>
                  </a:cubicBezTo>
                  <a:cubicBezTo>
                    <a:pt x="6868" y="17109"/>
                    <a:pt x="8385" y="20522"/>
                    <a:pt x="11056" y="20229"/>
                  </a:cubicBezTo>
                  <a:cubicBezTo>
                    <a:pt x="13700" y="19938"/>
                    <a:pt x="15043" y="16273"/>
                    <a:pt x="16113" y="12527"/>
                  </a:cubicBezTo>
                  <a:cubicBezTo>
                    <a:pt x="17383" y="16099"/>
                    <a:pt x="18898" y="19587"/>
                    <a:pt x="21600" y="19290"/>
                  </a:cubicBezTo>
                  <a:lnTo>
                    <a:pt x="21545" y="16807"/>
                  </a:lnTo>
                  <a:cubicBezTo>
                    <a:pt x="19258" y="17058"/>
                    <a:pt x="18061" y="13947"/>
                    <a:pt x="16772" y="10222"/>
                  </a:cubicBezTo>
                  <a:cubicBezTo>
                    <a:pt x="17878" y="6171"/>
                    <a:pt x="18899" y="2735"/>
                    <a:pt x="21214" y="2481"/>
                  </a:cubicBezTo>
                  <a:lnTo>
                    <a:pt x="21142" y="0"/>
                  </a:lnTo>
                  <a:cubicBezTo>
                    <a:pt x="18416" y="300"/>
                    <a:pt x="17080" y="4165"/>
                    <a:pt x="15994" y="8031"/>
                  </a:cubicBezTo>
                  <a:cubicBezTo>
                    <a:pt x="14732" y="4504"/>
                    <a:pt x="13210" y="1123"/>
                    <a:pt x="10541" y="1416"/>
                  </a:cubicBezTo>
                  <a:cubicBezTo>
                    <a:pt x="7892" y="1708"/>
                    <a:pt x="6571" y="5362"/>
                    <a:pt x="5501" y="9116"/>
                  </a:cubicBezTo>
                  <a:cubicBezTo>
                    <a:pt x="4229" y="5537"/>
                    <a:pt x="2706" y="2023"/>
                    <a:pt x="0" y="2320"/>
                  </a:cubicBezTo>
                  <a:cubicBezTo>
                    <a:pt x="0" y="2320"/>
                    <a:pt x="67" y="4802"/>
                    <a:pt x="67" y="4802"/>
                  </a:cubicBezTo>
                  <a:cubicBezTo>
                    <a:pt x="2361" y="4550"/>
                    <a:pt x="3548" y="7681"/>
                    <a:pt x="4841" y="11421"/>
                  </a:cubicBezTo>
                  <a:cubicBezTo>
                    <a:pt x="3737" y="15462"/>
                    <a:pt x="2709" y="18874"/>
                    <a:pt x="399" y="19128"/>
                  </a:cubicBezTo>
                  <a:lnTo>
                    <a:pt x="470" y="21600"/>
                  </a:lnTo>
                  <a:close/>
                  <a:moveTo>
                    <a:pt x="571" y="17516"/>
                  </a:moveTo>
                  <a:cubicBezTo>
                    <a:pt x="973" y="17463"/>
                    <a:pt x="1323" y="17289"/>
                    <a:pt x="1641" y="17020"/>
                  </a:cubicBezTo>
                  <a:cubicBezTo>
                    <a:pt x="1641" y="17020"/>
                    <a:pt x="1387" y="6572"/>
                    <a:pt x="1387" y="6572"/>
                  </a:cubicBezTo>
                  <a:cubicBezTo>
                    <a:pt x="1058" y="6378"/>
                    <a:pt x="699" y="6290"/>
                    <a:pt x="296" y="6330"/>
                  </a:cubicBezTo>
                  <a:lnTo>
                    <a:pt x="571" y="17516"/>
                  </a:lnTo>
                  <a:close/>
                  <a:moveTo>
                    <a:pt x="2649" y="15637"/>
                  </a:moveTo>
                  <a:cubicBezTo>
                    <a:pt x="3008" y="15009"/>
                    <a:pt x="3317" y="14212"/>
                    <a:pt x="3611" y="13297"/>
                  </a:cubicBezTo>
                  <a:lnTo>
                    <a:pt x="3530" y="9777"/>
                  </a:lnTo>
                  <a:cubicBezTo>
                    <a:pt x="3194" y="8935"/>
                    <a:pt x="2849" y="8211"/>
                    <a:pt x="2462" y="7671"/>
                  </a:cubicBezTo>
                  <a:lnTo>
                    <a:pt x="2649" y="15637"/>
                  </a:lnTo>
                  <a:close/>
                  <a:moveTo>
                    <a:pt x="6265" y="11274"/>
                  </a:moveTo>
                  <a:cubicBezTo>
                    <a:pt x="7335" y="7383"/>
                    <a:pt x="8366" y="4144"/>
                    <a:pt x="10612" y="3897"/>
                  </a:cubicBezTo>
                  <a:cubicBezTo>
                    <a:pt x="12876" y="3648"/>
                    <a:pt x="14062" y="6687"/>
                    <a:pt x="15336" y="10361"/>
                  </a:cubicBezTo>
                  <a:cubicBezTo>
                    <a:pt x="14269" y="14240"/>
                    <a:pt x="13242" y="17500"/>
                    <a:pt x="11001" y="17746"/>
                  </a:cubicBezTo>
                  <a:cubicBezTo>
                    <a:pt x="8738" y="17995"/>
                    <a:pt x="7539" y="14948"/>
                    <a:pt x="6265" y="11274"/>
                  </a:cubicBezTo>
                  <a:close/>
                  <a:moveTo>
                    <a:pt x="8019" y="13315"/>
                  </a:moveTo>
                  <a:cubicBezTo>
                    <a:pt x="8416" y="14295"/>
                    <a:pt x="8827" y="15128"/>
                    <a:pt x="9287" y="15750"/>
                  </a:cubicBezTo>
                  <a:lnTo>
                    <a:pt x="9038" y="6172"/>
                  </a:lnTo>
                  <a:cubicBezTo>
                    <a:pt x="8613" y="6892"/>
                    <a:pt x="8251" y="7817"/>
                    <a:pt x="7906" y="8878"/>
                  </a:cubicBezTo>
                  <a:lnTo>
                    <a:pt x="8019" y="13315"/>
                  </a:lnTo>
                  <a:close/>
                  <a:moveTo>
                    <a:pt x="10389" y="16077"/>
                  </a:moveTo>
                  <a:cubicBezTo>
                    <a:pt x="10611" y="16140"/>
                    <a:pt x="10842" y="16161"/>
                    <a:pt x="11095" y="16128"/>
                  </a:cubicBezTo>
                  <a:cubicBezTo>
                    <a:pt x="11223" y="16112"/>
                    <a:pt x="11344" y="16080"/>
                    <a:pt x="11463" y="16041"/>
                  </a:cubicBezTo>
                  <a:lnTo>
                    <a:pt x="11227" y="5045"/>
                  </a:lnTo>
                  <a:cubicBezTo>
                    <a:pt x="11108" y="5036"/>
                    <a:pt x="10985" y="5039"/>
                    <a:pt x="10857" y="5056"/>
                  </a:cubicBezTo>
                  <a:cubicBezTo>
                    <a:pt x="10605" y="5088"/>
                    <a:pt x="10374" y="5166"/>
                    <a:pt x="10157" y="5285"/>
                  </a:cubicBezTo>
                  <a:lnTo>
                    <a:pt x="10389" y="16077"/>
                  </a:lnTo>
                  <a:close/>
                  <a:moveTo>
                    <a:pt x="12594" y="15655"/>
                  </a:moveTo>
                  <a:cubicBezTo>
                    <a:pt x="12999" y="15123"/>
                    <a:pt x="13343" y="14414"/>
                    <a:pt x="13661" y="13573"/>
                  </a:cubicBezTo>
                  <a:lnTo>
                    <a:pt x="13528" y="7680"/>
                  </a:lnTo>
                  <a:cubicBezTo>
                    <a:pt x="13173" y="6920"/>
                    <a:pt x="12798" y="6300"/>
                    <a:pt x="12371" y="5869"/>
                  </a:cubicBezTo>
                  <a:lnTo>
                    <a:pt x="12594" y="15655"/>
                  </a:lnTo>
                  <a:close/>
                  <a:moveTo>
                    <a:pt x="18081" y="11798"/>
                  </a:moveTo>
                  <a:cubicBezTo>
                    <a:pt x="18416" y="12578"/>
                    <a:pt x="18758" y="13235"/>
                    <a:pt x="19139" y="13718"/>
                  </a:cubicBezTo>
                  <a:lnTo>
                    <a:pt x="18884" y="6051"/>
                  </a:lnTo>
                  <a:cubicBezTo>
                    <a:pt x="18541" y="6694"/>
                    <a:pt x="18245" y="7495"/>
                    <a:pt x="17967" y="8411"/>
                  </a:cubicBezTo>
                  <a:lnTo>
                    <a:pt x="18081" y="11798"/>
                  </a:lnTo>
                  <a:close/>
                  <a:moveTo>
                    <a:pt x="20486" y="14708"/>
                  </a:moveTo>
                  <a:cubicBezTo>
                    <a:pt x="20804" y="14878"/>
                    <a:pt x="21150" y="14947"/>
                    <a:pt x="21538" y="14889"/>
                  </a:cubicBezTo>
                  <a:lnTo>
                    <a:pt x="21229" y="4150"/>
                  </a:lnTo>
                  <a:cubicBezTo>
                    <a:pt x="20842" y="4223"/>
                    <a:pt x="20502" y="4409"/>
                    <a:pt x="20197" y="4684"/>
                  </a:cubicBezTo>
                  <a:cubicBezTo>
                    <a:pt x="20197" y="4684"/>
                    <a:pt x="20486" y="14708"/>
                    <a:pt x="20486" y="147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2" name="Shape 34189">
              <a:extLst>
                <a:ext uri="{FF2B5EF4-FFF2-40B4-BE49-F238E27FC236}">
                  <a16:creationId xmlns:a16="http://schemas.microsoft.com/office/drawing/2014/main" id="{5949C4E4-0034-4793-B722-E118F56CE1EB}"/>
                </a:ext>
              </a:extLst>
            </p:cNvPr>
            <p:cNvSpPr/>
            <p:nvPr/>
          </p:nvSpPr>
          <p:spPr>
            <a:xfrm>
              <a:off x="12966315" y="3935732"/>
              <a:ext cx="606684" cy="867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3" name="Shape 34190">
              <a:extLst>
                <a:ext uri="{FF2B5EF4-FFF2-40B4-BE49-F238E27FC236}">
                  <a16:creationId xmlns:a16="http://schemas.microsoft.com/office/drawing/2014/main" id="{FD9E14DF-FF37-4D75-8894-9782E6DCA385}"/>
                </a:ext>
              </a:extLst>
            </p:cNvPr>
            <p:cNvSpPr/>
            <p:nvPr/>
          </p:nvSpPr>
          <p:spPr>
            <a:xfrm>
              <a:off x="8736613" y="4207504"/>
              <a:ext cx="967678" cy="8207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5" h="21218" extrusionOk="0">
                  <a:moveTo>
                    <a:pt x="17160" y="16531"/>
                  </a:moveTo>
                  <a:lnTo>
                    <a:pt x="3281" y="10266"/>
                  </a:lnTo>
                  <a:lnTo>
                    <a:pt x="6158" y="1453"/>
                  </a:lnTo>
                  <a:lnTo>
                    <a:pt x="20037" y="7718"/>
                  </a:lnTo>
                  <a:cubicBezTo>
                    <a:pt x="20037" y="7718"/>
                    <a:pt x="17160" y="16531"/>
                    <a:pt x="17160" y="16531"/>
                  </a:cubicBezTo>
                  <a:close/>
                  <a:moveTo>
                    <a:pt x="20480" y="6363"/>
                  </a:moveTo>
                  <a:lnTo>
                    <a:pt x="6600" y="98"/>
                  </a:lnTo>
                  <a:cubicBezTo>
                    <a:pt x="5961" y="-191"/>
                    <a:pt x="5246" y="183"/>
                    <a:pt x="5001" y="931"/>
                  </a:cubicBezTo>
                  <a:cubicBezTo>
                    <a:pt x="5001" y="931"/>
                    <a:pt x="1682" y="11100"/>
                    <a:pt x="1694" y="11105"/>
                  </a:cubicBezTo>
                  <a:lnTo>
                    <a:pt x="17862" y="18403"/>
                  </a:lnTo>
                  <a:cubicBezTo>
                    <a:pt x="17874" y="18409"/>
                    <a:pt x="21194" y="8240"/>
                    <a:pt x="21194" y="8240"/>
                  </a:cubicBezTo>
                  <a:cubicBezTo>
                    <a:pt x="21438" y="7492"/>
                    <a:pt x="21118" y="6651"/>
                    <a:pt x="20480" y="6363"/>
                  </a:cubicBezTo>
                  <a:close/>
                  <a:moveTo>
                    <a:pt x="16989" y="21121"/>
                  </a:moveTo>
                  <a:lnTo>
                    <a:pt x="797" y="13812"/>
                  </a:lnTo>
                  <a:cubicBezTo>
                    <a:pt x="157" y="13523"/>
                    <a:pt x="-162" y="12683"/>
                    <a:pt x="83" y="11934"/>
                  </a:cubicBezTo>
                  <a:lnTo>
                    <a:pt x="304" y="11256"/>
                  </a:lnTo>
                  <a:lnTo>
                    <a:pt x="7822" y="14649"/>
                  </a:lnTo>
                  <a:lnTo>
                    <a:pt x="7600" y="15327"/>
                  </a:lnTo>
                  <a:lnTo>
                    <a:pt x="11070" y="16893"/>
                  </a:lnTo>
                  <a:lnTo>
                    <a:pt x="11291" y="16216"/>
                  </a:lnTo>
                  <a:lnTo>
                    <a:pt x="18810" y="19609"/>
                  </a:lnTo>
                  <a:lnTo>
                    <a:pt x="18588" y="20287"/>
                  </a:lnTo>
                  <a:cubicBezTo>
                    <a:pt x="18344" y="21036"/>
                    <a:pt x="17627" y="21409"/>
                    <a:pt x="16989" y="21121"/>
                  </a:cubicBezTo>
                  <a:cubicBezTo>
                    <a:pt x="16989" y="21121"/>
                    <a:pt x="16989" y="21121"/>
                    <a:pt x="16989" y="2112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4" name="Shape 34191">
              <a:extLst>
                <a:ext uri="{FF2B5EF4-FFF2-40B4-BE49-F238E27FC236}">
                  <a16:creationId xmlns:a16="http://schemas.microsoft.com/office/drawing/2014/main" id="{F4942482-7233-443A-AAB6-CA040D8409AD}"/>
                </a:ext>
              </a:extLst>
            </p:cNvPr>
            <p:cNvSpPr/>
            <p:nvPr/>
          </p:nvSpPr>
          <p:spPr>
            <a:xfrm>
              <a:off x="12884222" y="7775447"/>
              <a:ext cx="606686" cy="867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5" name="Shape 34192">
              <a:extLst>
                <a:ext uri="{FF2B5EF4-FFF2-40B4-BE49-F238E27FC236}">
                  <a16:creationId xmlns:a16="http://schemas.microsoft.com/office/drawing/2014/main" id="{07714D24-2224-4987-B8A2-EC92E8A8742E}"/>
                </a:ext>
              </a:extLst>
            </p:cNvPr>
            <p:cNvSpPr/>
            <p:nvPr/>
          </p:nvSpPr>
          <p:spPr>
            <a:xfrm>
              <a:off x="9950402" y="3061775"/>
              <a:ext cx="885232" cy="10414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6" name="Shape 34193">
              <a:extLst>
                <a:ext uri="{FF2B5EF4-FFF2-40B4-BE49-F238E27FC236}">
                  <a16:creationId xmlns:a16="http://schemas.microsoft.com/office/drawing/2014/main" id="{DDF36766-BCCB-459F-B724-146EF781845E}"/>
                </a:ext>
              </a:extLst>
            </p:cNvPr>
            <p:cNvSpPr/>
            <p:nvPr/>
          </p:nvSpPr>
          <p:spPr>
            <a:xfrm>
              <a:off x="11615551" y="3334957"/>
              <a:ext cx="818520" cy="818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13" h="20113" extrusionOk="0">
                  <a:moveTo>
                    <a:pt x="8483" y="125"/>
                  </a:moveTo>
                  <a:cubicBezTo>
                    <a:pt x="2996" y="994"/>
                    <a:pt x="-744" y="6142"/>
                    <a:pt x="125" y="11629"/>
                  </a:cubicBezTo>
                  <a:cubicBezTo>
                    <a:pt x="994" y="17116"/>
                    <a:pt x="6142" y="20856"/>
                    <a:pt x="11629" y="19987"/>
                  </a:cubicBezTo>
                  <a:cubicBezTo>
                    <a:pt x="17116" y="19118"/>
                    <a:pt x="20856" y="13970"/>
                    <a:pt x="19987" y="8483"/>
                  </a:cubicBezTo>
                  <a:cubicBezTo>
                    <a:pt x="19118" y="2996"/>
                    <a:pt x="13970" y="-744"/>
                    <a:pt x="8483" y="125"/>
                  </a:cubicBezTo>
                  <a:close/>
                  <a:moveTo>
                    <a:pt x="8760" y="1873"/>
                  </a:moveTo>
                  <a:cubicBezTo>
                    <a:pt x="8956" y="1842"/>
                    <a:pt x="9163" y="1878"/>
                    <a:pt x="9336" y="2004"/>
                  </a:cubicBezTo>
                  <a:cubicBezTo>
                    <a:pt x="9681" y="2255"/>
                    <a:pt x="9758" y="2741"/>
                    <a:pt x="9507" y="3087"/>
                  </a:cubicBezTo>
                  <a:cubicBezTo>
                    <a:pt x="9256" y="3432"/>
                    <a:pt x="8770" y="3509"/>
                    <a:pt x="8424" y="3258"/>
                  </a:cubicBezTo>
                  <a:cubicBezTo>
                    <a:pt x="8079" y="3007"/>
                    <a:pt x="8002" y="2521"/>
                    <a:pt x="8253" y="2175"/>
                  </a:cubicBezTo>
                  <a:cubicBezTo>
                    <a:pt x="8378" y="2002"/>
                    <a:pt x="8564" y="1904"/>
                    <a:pt x="8760" y="1873"/>
                  </a:cubicBezTo>
                  <a:close/>
                  <a:moveTo>
                    <a:pt x="9098" y="4008"/>
                  </a:moveTo>
                  <a:cubicBezTo>
                    <a:pt x="9327" y="3971"/>
                    <a:pt x="9546" y="4130"/>
                    <a:pt x="9582" y="4359"/>
                  </a:cubicBezTo>
                  <a:lnTo>
                    <a:pt x="10314" y="8984"/>
                  </a:lnTo>
                  <a:cubicBezTo>
                    <a:pt x="10465" y="9019"/>
                    <a:pt x="10626" y="8992"/>
                    <a:pt x="10759" y="9088"/>
                  </a:cubicBezTo>
                  <a:cubicBezTo>
                    <a:pt x="10893" y="9186"/>
                    <a:pt x="10931" y="9343"/>
                    <a:pt x="11011" y="9477"/>
                  </a:cubicBezTo>
                  <a:lnTo>
                    <a:pt x="14460" y="8930"/>
                  </a:lnTo>
                  <a:cubicBezTo>
                    <a:pt x="14689" y="8894"/>
                    <a:pt x="14908" y="9053"/>
                    <a:pt x="14944" y="9282"/>
                  </a:cubicBezTo>
                  <a:cubicBezTo>
                    <a:pt x="14980" y="9511"/>
                    <a:pt x="14822" y="9729"/>
                    <a:pt x="14593" y="9766"/>
                  </a:cubicBezTo>
                  <a:lnTo>
                    <a:pt x="11143" y="10312"/>
                  </a:lnTo>
                  <a:cubicBezTo>
                    <a:pt x="11108" y="10464"/>
                    <a:pt x="11121" y="10625"/>
                    <a:pt x="11024" y="10759"/>
                  </a:cubicBezTo>
                  <a:cubicBezTo>
                    <a:pt x="10636" y="11292"/>
                    <a:pt x="9886" y="11411"/>
                    <a:pt x="9353" y="11024"/>
                  </a:cubicBezTo>
                  <a:cubicBezTo>
                    <a:pt x="8820" y="10636"/>
                    <a:pt x="8701" y="9886"/>
                    <a:pt x="9088" y="9353"/>
                  </a:cubicBezTo>
                  <a:cubicBezTo>
                    <a:pt x="9188" y="9215"/>
                    <a:pt x="9357" y="9195"/>
                    <a:pt x="9495" y="9114"/>
                  </a:cubicBezTo>
                  <a:lnTo>
                    <a:pt x="8762" y="4489"/>
                  </a:lnTo>
                  <a:cubicBezTo>
                    <a:pt x="8726" y="4260"/>
                    <a:pt x="8869" y="4044"/>
                    <a:pt x="9098" y="4008"/>
                  </a:cubicBezTo>
                  <a:close/>
                  <a:moveTo>
                    <a:pt x="2495" y="10476"/>
                  </a:moveTo>
                  <a:cubicBezTo>
                    <a:pt x="2691" y="10446"/>
                    <a:pt x="2898" y="10482"/>
                    <a:pt x="3071" y="10607"/>
                  </a:cubicBezTo>
                  <a:cubicBezTo>
                    <a:pt x="3417" y="10859"/>
                    <a:pt x="3494" y="11345"/>
                    <a:pt x="3243" y="11690"/>
                  </a:cubicBezTo>
                  <a:cubicBezTo>
                    <a:pt x="2992" y="12035"/>
                    <a:pt x="2505" y="12113"/>
                    <a:pt x="2160" y="11862"/>
                  </a:cubicBezTo>
                  <a:cubicBezTo>
                    <a:pt x="1814" y="11610"/>
                    <a:pt x="1737" y="11124"/>
                    <a:pt x="1988" y="10779"/>
                  </a:cubicBezTo>
                  <a:cubicBezTo>
                    <a:pt x="2114" y="10606"/>
                    <a:pt x="2300" y="10507"/>
                    <a:pt x="2495" y="10476"/>
                  </a:cubicBezTo>
                  <a:close/>
                  <a:moveTo>
                    <a:pt x="17392" y="8117"/>
                  </a:moveTo>
                  <a:cubicBezTo>
                    <a:pt x="17587" y="8086"/>
                    <a:pt x="17779" y="8125"/>
                    <a:pt x="17952" y="8250"/>
                  </a:cubicBezTo>
                  <a:cubicBezTo>
                    <a:pt x="18298" y="8502"/>
                    <a:pt x="18375" y="8988"/>
                    <a:pt x="18124" y="9333"/>
                  </a:cubicBezTo>
                  <a:cubicBezTo>
                    <a:pt x="17872" y="9678"/>
                    <a:pt x="17402" y="9753"/>
                    <a:pt x="17056" y="9502"/>
                  </a:cubicBezTo>
                  <a:cubicBezTo>
                    <a:pt x="16711" y="9251"/>
                    <a:pt x="16634" y="8765"/>
                    <a:pt x="16885" y="8419"/>
                  </a:cubicBezTo>
                  <a:cubicBezTo>
                    <a:pt x="17010" y="8247"/>
                    <a:pt x="17196" y="8148"/>
                    <a:pt x="17392" y="8117"/>
                  </a:cubicBezTo>
                  <a:close/>
                  <a:moveTo>
                    <a:pt x="11112" y="16723"/>
                  </a:moveTo>
                  <a:cubicBezTo>
                    <a:pt x="11308" y="16692"/>
                    <a:pt x="11515" y="16728"/>
                    <a:pt x="11688" y="16854"/>
                  </a:cubicBezTo>
                  <a:cubicBezTo>
                    <a:pt x="12033" y="17105"/>
                    <a:pt x="12110" y="17591"/>
                    <a:pt x="11859" y="17937"/>
                  </a:cubicBezTo>
                  <a:cubicBezTo>
                    <a:pt x="11608" y="18282"/>
                    <a:pt x="11122" y="18359"/>
                    <a:pt x="10776" y="18108"/>
                  </a:cubicBezTo>
                  <a:cubicBezTo>
                    <a:pt x="10431" y="17857"/>
                    <a:pt x="10354" y="17371"/>
                    <a:pt x="10605" y="17025"/>
                  </a:cubicBezTo>
                  <a:cubicBezTo>
                    <a:pt x="10730" y="16853"/>
                    <a:pt x="10916" y="16754"/>
                    <a:pt x="11112" y="1672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7" name="Shape 34194">
              <a:extLst>
                <a:ext uri="{FF2B5EF4-FFF2-40B4-BE49-F238E27FC236}">
                  <a16:creationId xmlns:a16="http://schemas.microsoft.com/office/drawing/2014/main" id="{C5400AA8-A391-44FC-8823-49C108D41F3D}"/>
                </a:ext>
              </a:extLst>
            </p:cNvPr>
            <p:cNvSpPr/>
            <p:nvPr/>
          </p:nvSpPr>
          <p:spPr>
            <a:xfrm>
              <a:off x="14592598" y="6234099"/>
              <a:ext cx="850388" cy="9763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90" y="0"/>
                  </a:moveTo>
                  <a:lnTo>
                    <a:pt x="0" y="14168"/>
                  </a:lnTo>
                  <a:lnTo>
                    <a:pt x="12187" y="21600"/>
                  </a:lnTo>
                  <a:lnTo>
                    <a:pt x="21600" y="9890"/>
                  </a:lnTo>
                  <a:lnTo>
                    <a:pt x="20767" y="5719"/>
                  </a:lnTo>
                  <a:lnTo>
                    <a:pt x="11390" y="0"/>
                  </a:lnTo>
                  <a:close/>
                  <a:moveTo>
                    <a:pt x="12641" y="5625"/>
                  </a:moveTo>
                  <a:lnTo>
                    <a:pt x="17079" y="8332"/>
                  </a:lnTo>
                  <a:lnTo>
                    <a:pt x="16765" y="8723"/>
                  </a:lnTo>
                  <a:lnTo>
                    <a:pt x="12326" y="6016"/>
                  </a:lnTo>
                  <a:lnTo>
                    <a:pt x="12641" y="5625"/>
                  </a:lnTo>
                  <a:close/>
                  <a:moveTo>
                    <a:pt x="7323" y="8127"/>
                  </a:moveTo>
                  <a:lnTo>
                    <a:pt x="16200" y="13540"/>
                  </a:lnTo>
                  <a:lnTo>
                    <a:pt x="15894" y="13920"/>
                  </a:lnTo>
                  <a:lnTo>
                    <a:pt x="7017" y="8506"/>
                  </a:lnTo>
                  <a:lnTo>
                    <a:pt x="7323" y="8127"/>
                  </a:lnTo>
                  <a:close/>
                  <a:moveTo>
                    <a:pt x="5778" y="10048"/>
                  </a:moveTo>
                  <a:lnTo>
                    <a:pt x="14655" y="15462"/>
                  </a:lnTo>
                  <a:lnTo>
                    <a:pt x="14340" y="15853"/>
                  </a:lnTo>
                  <a:lnTo>
                    <a:pt x="5463" y="10439"/>
                  </a:lnTo>
                  <a:lnTo>
                    <a:pt x="5778" y="10048"/>
                  </a:lnTo>
                  <a:close/>
                  <a:moveTo>
                    <a:pt x="4233" y="11970"/>
                  </a:moveTo>
                  <a:lnTo>
                    <a:pt x="8671" y="14677"/>
                  </a:lnTo>
                  <a:lnTo>
                    <a:pt x="8357" y="15068"/>
                  </a:lnTo>
                  <a:lnTo>
                    <a:pt x="3918" y="12361"/>
                  </a:lnTo>
                  <a:lnTo>
                    <a:pt x="4233" y="1197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8" name="Shape 34195">
              <a:extLst>
                <a:ext uri="{FF2B5EF4-FFF2-40B4-BE49-F238E27FC236}">
                  <a16:creationId xmlns:a16="http://schemas.microsoft.com/office/drawing/2014/main" id="{89493208-37CF-4438-8A6C-1355E00BDC30}"/>
                </a:ext>
              </a:extLst>
            </p:cNvPr>
            <p:cNvSpPr/>
            <p:nvPr/>
          </p:nvSpPr>
          <p:spPr>
            <a:xfrm>
              <a:off x="13429434" y="7344882"/>
              <a:ext cx="433382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9" name="Shape 34196">
              <a:extLst>
                <a:ext uri="{FF2B5EF4-FFF2-40B4-BE49-F238E27FC236}">
                  <a16:creationId xmlns:a16="http://schemas.microsoft.com/office/drawing/2014/main" id="{ADE7D283-5173-4665-AF59-5196E59E95AE}"/>
                </a:ext>
              </a:extLst>
            </p:cNvPr>
            <p:cNvSpPr/>
            <p:nvPr/>
          </p:nvSpPr>
          <p:spPr>
            <a:xfrm>
              <a:off x="12395982" y="2571694"/>
              <a:ext cx="1203272" cy="6720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895"/>
                  </a:moveTo>
                  <a:cubicBezTo>
                    <a:pt x="2602" y="16630"/>
                    <a:pt x="4225" y="13961"/>
                    <a:pt x="5624" y="11197"/>
                  </a:cubicBezTo>
                  <a:cubicBezTo>
                    <a:pt x="6473" y="14530"/>
                    <a:pt x="7574" y="17859"/>
                    <a:pt x="10123" y="18579"/>
                  </a:cubicBezTo>
                  <a:cubicBezTo>
                    <a:pt x="12646" y="19291"/>
                    <a:pt x="14269" y="16784"/>
                    <a:pt x="15641" y="14112"/>
                  </a:cubicBezTo>
                  <a:cubicBezTo>
                    <a:pt x="16494" y="17483"/>
                    <a:pt x="17585" y="20872"/>
                    <a:pt x="20164" y="21600"/>
                  </a:cubicBezTo>
                  <a:lnTo>
                    <a:pt x="20353" y="19555"/>
                  </a:lnTo>
                  <a:cubicBezTo>
                    <a:pt x="18170" y="18939"/>
                    <a:pt x="17341" y="15971"/>
                    <a:pt x="16486" y="12469"/>
                  </a:cubicBezTo>
                  <a:cubicBezTo>
                    <a:pt x="17922" y="9562"/>
                    <a:pt x="19218" y="7126"/>
                    <a:pt x="21427" y="7750"/>
                  </a:cubicBezTo>
                  <a:lnTo>
                    <a:pt x="21600" y="5701"/>
                  </a:lnTo>
                  <a:cubicBezTo>
                    <a:pt x="18998" y="4966"/>
                    <a:pt x="17363" y="7639"/>
                    <a:pt x="15964" y="10403"/>
                  </a:cubicBezTo>
                  <a:cubicBezTo>
                    <a:pt x="15115" y="7072"/>
                    <a:pt x="14006" y="3768"/>
                    <a:pt x="11458" y="3048"/>
                  </a:cubicBezTo>
                  <a:cubicBezTo>
                    <a:pt x="8930" y="2335"/>
                    <a:pt x="7330" y="4841"/>
                    <a:pt x="5956" y="7519"/>
                  </a:cubicBezTo>
                  <a:cubicBezTo>
                    <a:pt x="5103" y="4143"/>
                    <a:pt x="4006" y="730"/>
                    <a:pt x="1424" y="0"/>
                  </a:cubicBezTo>
                  <a:cubicBezTo>
                    <a:pt x="1424" y="0"/>
                    <a:pt x="1247" y="2048"/>
                    <a:pt x="1247" y="2048"/>
                  </a:cubicBezTo>
                  <a:cubicBezTo>
                    <a:pt x="3436" y="2666"/>
                    <a:pt x="4253" y="5647"/>
                    <a:pt x="5111" y="9162"/>
                  </a:cubicBezTo>
                  <a:cubicBezTo>
                    <a:pt x="3678" y="12062"/>
                    <a:pt x="2378" y="14476"/>
                    <a:pt x="172" y="13853"/>
                  </a:cubicBezTo>
                  <a:lnTo>
                    <a:pt x="0" y="15895"/>
                  </a:lnTo>
                  <a:close/>
                  <a:moveTo>
                    <a:pt x="491" y="12600"/>
                  </a:moveTo>
                  <a:cubicBezTo>
                    <a:pt x="875" y="12701"/>
                    <a:pt x="1223" y="12685"/>
                    <a:pt x="1549" y="12580"/>
                  </a:cubicBezTo>
                  <a:cubicBezTo>
                    <a:pt x="1549" y="12580"/>
                    <a:pt x="2321" y="3967"/>
                    <a:pt x="2321" y="3967"/>
                  </a:cubicBezTo>
                  <a:cubicBezTo>
                    <a:pt x="2030" y="3690"/>
                    <a:pt x="1699" y="3489"/>
                    <a:pt x="1315" y="3377"/>
                  </a:cubicBezTo>
                  <a:lnTo>
                    <a:pt x="491" y="12600"/>
                  </a:lnTo>
                  <a:close/>
                  <a:moveTo>
                    <a:pt x="2634" y="11814"/>
                  </a:moveTo>
                  <a:cubicBezTo>
                    <a:pt x="3034" y="11431"/>
                    <a:pt x="3403" y="10892"/>
                    <a:pt x="3769" y="10250"/>
                  </a:cubicBezTo>
                  <a:lnTo>
                    <a:pt x="4033" y="7350"/>
                  </a:lnTo>
                  <a:cubicBezTo>
                    <a:pt x="3797" y="6543"/>
                    <a:pt x="3542" y="5828"/>
                    <a:pt x="3229" y="5249"/>
                  </a:cubicBezTo>
                  <a:lnTo>
                    <a:pt x="2634" y="11814"/>
                  </a:lnTo>
                  <a:close/>
                  <a:moveTo>
                    <a:pt x="6469" y="9554"/>
                  </a:moveTo>
                  <a:cubicBezTo>
                    <a:pt x="7855" y="6764"/>
                    <a:pt x="9142" y="4492"/>
                    <a:pt x="11285" y="5097"/>
                  </a:cubicBezTo>
                  <a:cubicBezTo>
                    <a:pt x="13446" y="5708"/>
                    <a:pt x="14271" y="8612"/>
                    <a:pt x="15117" y="12067"/>
                  </a:cubicBezTo>
                  <a:cubicBezTo>
                    <a:pt x="13735" y="14848"/>
                    <a:pt x="12450" y="17138"/>
                    <a:pt x="10312" y="16534"/>
                  </a:cubicBezTo>
                  <a:cubicBezTo>
                    <a:pt x="8151" y="15924"/>
                    <a:pt x="7315" y="13008"/>
                    <a:pt x="6469" y="9554"/>
                  </a:cubicBezTo>
                  <a:close/>
                  <a:moveTo>
                    <a:pt x="7926" y="11848"/>
                  </a:moveTo>
                  <a:cubicBezTo>
                    <a:pt x="8206" y="12791"/>
                    <a:pt x="8514" y="13618"/>
                    <a:pt x="8887" y="14290"/>
                  </a:cubicBezTo>
                  <a:lnTo>
                    <a:pt x="9579" y="6388"/>
                  </a:lnTo>
                  <a:cubicBezTo>
                    <a:pt x="9109" y="6822"/>
                    <a:pt x="8677" y="7447"/>
                    <a:pt x="8249" y="8189"/>
                  </a:cubicBezTo>
                  <a:lnTo>
                    <a:pt x="7926" y="11848"/>
                  </a:lnTo>
                  <a:close/>
                  <a:moveTo>
                    <a:pt x="9896" y="14953"/>
                  </a:moveTo>
                  <a:cubicBezTo>
                    <a:pt x="10099" y="15084"/>
                    <a:pt x="10315" y="15184"/>
                    <a:pt x="10557" y="15248"/>
                  </a:cubicBezTo>
                  <a:cubicBezTo>
                    <a:pt x="10679" y="15281"/>
                    <a:pt x="10797" y="15298"/>
                    <a:pt x="10912" y="15309"/>
                  </a:cubicBezTo>
                  <a:lnTo>
                    <a:pt x="11755" y="6255"/>
                  </a:lnTo>
                  <a:cubicBezTo>
                    <a:pt x="11643" y="6205"/>
                    <a:pt x="11527" y="6163"/>
                    <a:pt x="11404" y="6131"/>
                  </a:cubicBezTo>
                  <a:cubicBezTo>
                    <a:pt x="11163" y="6066"/>
                    <a:pt x="10938" y="6048"/>
                    <a:pt x="10721" y="6066"/>
                  </a:cubicBezTo>
                  <a:lnTo>
                    <a:pt x="9896" y="14953"/>
                  </a:lnTo>
                  <a:close/>
                  <a:moveTo>
                    <a:pt x="12018" y="15401"/>
                  </a:moveTo>
                  <a:cubicBezTo>
                    <a:pt x="12451" y="15112"/>
                    <a:pt x="12844" y="14657"/>
                    <a:pt x="13226" y="14085"/>
                  </a:cubicBezTo>
                  <a:lnTo>
                    <a:pt x="13671" y="9231"/>
                  </a:lnTo>
                  <a:cubicBezTo>
                    <a:pt x="13409" y="8483"/>
                    <a:pt x="13115" y="7842"/>
                    <a:pt x="12755" y="7338"/>
                  </a:cubicBezTo>
                  <a:lnTo>
                    <a:pt x="12018" y="15401"/>
                  </a:lnTo>
                  <a:close/>
                  <a:moveTo>
                    <a:pt x="17569" y="14225"/>
                  </a:moveTo>
                  <a:cubicBezTo>
                    <a:pt x="17809" y="14981"/>
                    <a:pt x="18068" y="15640"/>
                    <a:pt x="18381" y="16171"/>
                  </a:cubicBezTo>
                  <a:lnTo>
                    <a:pt x="18883" y="9826"/>
                  </a:lnTo>
                  <a:cubicBezTo>
                    <a:pt x="18496" y="10227"/>
                    <a:pt x="18140" y="10774"/>
                    <a:pt x="17789" y="11421"/>
                  </a:cubicBezTo>
                  <a:lnTo>
                    <a:pt x="17569" y="14225"/>
                  </a:lnTo>
                  <a:close/>
                  <a:moveTo>
                    <a:pt x="19556" y="17463"/>
                  </a:moveTo>
                  <a:cubicBezTo>
                    <a:pt x="19840" y="17716"/>
                    <a:pt x="20160" y="17896"/>
                    <a:pt x="20532" y="17987"/>
                  </a:cubicBezTo>
                  <a:lnTo>
                    <a:pt x="21280" y="9117"/>
                  </a:lnTo>
                  <a:cubicBezTo>
                    <a:pt x="20907" y="9037"/>
                    <a:pt x="20569" y="9067"/>
                    <a:pt x="20254" y="9182"/>
                  </a:cubicBezTo>
                  <a:cubicBezTo>
                    <a:pt x="20254" y="9182"/>
                    <a:pt x="19556" y="17463"/>
                    <a:pt x="19556" y="1746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0" name="Shape 34197">
              <a:extLst>
                <a:ext uri="{FF2B5EF4-FFF2-40B4-BE49-F238E27FC236}">
                  <a16:creationId xmlns:a16="http://schemas.microsoft.com/office/drawing/2014/main" id="{23CCC0A9-B271-4803-AC68-EABB90218338}"/>
                </a:ext>
              </a:extLst>
            </p:cNvPr>
            <p:cNvSpPr/>
            <p:nvPr/>
          </p:nvSpPr>
          <p:spPr>
            <a:xfrm>
              <a:off x="13886540" y="2993820"/>
              <a:ext cx="578410" cy="6105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2" h="21285" extrusionOk="0">
                  <a:moveTo>
                    <a:pt x="7646" y="529"/>
                  </a:moveTo>
                  <a:cubicBezTo>
                    <a:pt x="7990" y="7"/>
                    <a:pt x="8716" y="-158"/>
                    <a:pt x="9266" y="168"/>
                  </a:cubicBezTo>
                  <a:lnTo>
                    <a:pt x="20724" y="6954"/>
                  </a:lnTo>
                  <a:cubicBezTo>
                    <a:pt x="21274" y="7280"/>
                    <a:pt x="21435" y="7971"/>
                    <a:pt x="21091" y="8493"/>
                  </a:cubicBezTo>
                  <a:lnTo>
                    <a:pt x="13003" y="20763"/>
                  </a:lnTo>
                  <a:cubicBezTo>
                    <a:pt x="12659" y="21284"/>
                    <a:pt x="11938" y="21442"/>
                    <a:pt x="11388" y="21116"/>
                  </a:cubicBezTo>
                  <a:lnTo>
                    <a:pt x="8398" y="19345"/>
                  </a:lnTo>
                  <a:lnTo>
                    <a:pt x="10574" y="16044"/>
                  </a:lnTo>
                  <a:cubicBezTo>
                    <a:pt x="10918" y="15523"/>
                    <a:pt x="10752" y="14839"/>
                    <a:pt x="10202" y="14513"/>
                  </a:cubicBezTo>
                  <a:lnTo>
                    <a:pt x="8206" y="13331"/>
                  </a:lnTo>
                  <a:cubicBezTo>
                    <a:pt x="7656" y="13006"/>
                    <a:pt x="6935" y="13163"/>
                    <a:pt x="6591" y="13685"/>
                  </a:cubicBezTo>
                  <a:lnTo>
                    <a:pt x="4415" y="16986"/>
                  </a:lnTo>
                  <a:lnTo>
                    <a:pt x="1926" y="15512"/>
                  </a:lnTo>
                  <a:cubicBezTo>
                    <a:pt x="1376" y="15186"/>
                    <a:pt x="1202" y="14498"/>
                    <a:pt x="1545" y="13976"/>
                  </a:cubicBezTo>
                  <a:lnTo>
                    <a:pt x="552" y="13387"/>
                  </a:lnTo>
                  <a:cubicBezTo>
                    <a:pt x="2" y="13062"/>
                    <a:pt x="-165" y="12378"/>
                    <a:pt x="179" y="11857"/>
                  </a:cubicBezTo>
                  <a:lnTo>
                    <a:pt x="7646" y="529"/>
                  </a:lnTo>
                  <a:close/>
                  <a:moveTo>
                    <a:pt x="8332" y="1585"/>
                  </a:moveTo>
                  <a:lnTo>
                    <a:pt x="1799" y="11496"/>
                  </a:lnTo>
                  <a:cubicBezTo>
                    <a:pt x="1799" y="11496"/>
                    <a:pt x="1170" y="12444"/>
                    <a:pt x="2166" y="13034"/>
                  </a:cubicBezTo>
                  <a:lnTo>
                    <a:pt x="9326" y="2173"/>
                  </a:lnTo>
                  <a:cubicBezTo>
                    <a:pt x="9498" y="1913"/>
                    <a:pt x="9416" y="1577"/>
                    <a:pt x="9141" y="1414"/>
                  </a:cubicBezTo>
                  <a:cubicBezTo>
                    <a:pt x="8866" y="1251"/>
                    <a:pt x="8504" y="1324"/>
                    <a:pt x="8332" y="1585"/>
                  </a:cubicBezTo>
                  <a:close/>
                  <a:moveTo>
                    <a:pt x="6784" y="14449"/>
                  </a:moveTo>
                  <a:cubicBezTo>
                    <a:pt x="7128" y="13927"/>
                    <a:pt x="7849" y="13769"/>
                    <a:pt x="8399" y="14095"/>
                  </a:cubicBezTo>
                  <a:lnTo>
                    <a:pt x="9393" y="14684"/>
                  </a:lnTo>
                  <a:cubicBezTo>
                    <a:pt x="9943" y="15010"/>
                    <a:pt x="10109" y="15693"/>
                    <a:pt x="9766" y="16215"/>
                  </a:cubicBezTo>
                  <a:lnTo>
                    <a:pt x="7897" y="19049"/>
                  </a:lnTo>
                  <a:cubicBezTo>
                    <a:pt x="7554" y="19570"/>
                    <a:pt x="6827" y="19735"/>
                    <a:pt x="6277" y="19410"/>
                  </a:cubicBezTo>
                  <a:lnTo>
                    <a:pt x="5284" y="18821"/>
                  </a:lnTo>
                  <a:cubicBezTo>
                    <a:pt x="4733" y="18495"/>
                    <a:pt x="4572" y="17804"/>
                    <a:pt x="4916" y="17283"/>
                  </a:cubicBezTo>
                  <a:lnTo>
                    <a:pt x="6784" y="14449"/>
                  </a:lnTo>
                  <a:close/>
                  <a:moveTo>
                    <a:pt x="7465" y="15512"/>
                  </a:moveTo>
                  <a:cubicBezTo>
                    <a:pt x="7293" y="15773"/>
                    <a:pt x="7369" y="16116"/>
                    <a:pt x="7645" y="16279"/>
                  </a:cubicBezTo>
                  <a:cubicBezTo>
                    <a:pt x="7920" y="16442"/>
                    <a:pt x="8287" y="16362"/>
                    <a:pt x="8459" y="16101"/>
                  </a:cubicBezTo>
                  <a:cubicBezTo>
                    <a:pt x="8630" y="15840"/>
                    <a:pt x="8546" y="15492"/>
                    <a:pt x="8271" y="15329"/>
                  </a:cubicBezTo>
                  <a:cubicBezTo>
                    <a:pt x="7995" y="15166"/>
                    <a:pt x="7637" y="15251"/>
                    <a:pt x="7465" y="1551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1" name="Shape 34198">
              <a:extLst>
                <a:ext uri="{FF2B5EF4-FFF2-40B4-BE49-F238E27FC236}">
                  <a16:creationId xmlns:a16="http://schemas.microsoft.com/office/drawing/2014/main" id="{9C7DEE4C-4587-42CB-AB87-BB05A9F7F655}"/>
                </a:ext>
              </a:extLst>
            </p:cNvPr>
            <p:cNvSpPr/>
            <p:nvPr/>
          </p:nvSpPr>
          <p:spPr>
            <a:xfrm>
              <a:off x="10894630" y="2650276"/>
              <a:ext cx="621486" cy="960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0" h="21353" extrusionOk="0">
                  <a:moveTo>
                    <a:pt x="15021" y="3564"/>
                  </a:moveTo>
                  <a:lnTo>
                    <a:pt x="1858" y="5543"/>
                  </a:lnTo>
                  <a:lnTo>
                    <a:pt x="6199" y="17788"/>
                  </a:lnTo>
                  <a:lnTo>
                    <a:pt x="19362" y="15809"/>
                  </a:lnTo>
                  <a:cubicBezTo>
                    <a:pt x="19362" y="15809"/>
                    <a:pt x="15021" y="3564"/>
                    <a:pt x="15021" y="3564"/>
                  </a:cubicBezTo>
                  <a:close/>
                  <a:moveTo>
                    <a:pt x="10139" y="2364"/>
                  </a:moveTo>
                  <a:lnTo>
                    <a:pt x="5438" y="3070"/>
                  </a:lnTo>
                  <a:cubicBezTo>
                    <a:pt x="5178" y="3109"/>
                    <a:pt x="5016" y="3278"/>
                    <a:pt x="5076" y="3447"/>
                  </a:cubicBezTo>
                  <a:cubicBezTo>
                    <a:pt x="5136" y="3616"/>
                    <a:pt x="5395" y="3722"/>
                    <a:pt x="5655" y="3683"/>
                  </a:cubicBezTo>
                  <a:lnTo>
                    <a:pt x="10356" y="2976"/>
                  </a:lnTo>
                  <a:cubicBezTo>
                    <a:pt x="10615" y="2937"/>
                    <a:pt x="10777" y="2768"/>
                    <a:pt x="10717" y="2599"/>
                  </a:cubicBezTo>
                  <a:cubicBezTo>
                    <a:pt x="10657" y="2430"/>
                    <a:pt x="10398" y="2325"/>
                    <a:pt x="10139" y="2364"/>
                  </a:cubicBezTo>
                  <a:close/>
                  <a:moveTo>
                    <a:pt x="14119" y="19177"/>
                  </a:moveTo>
                  <a:cubicBezTo>
                    <a:pt x="14897" y="19060"/>
                    <a:pt x="15383" y="18554"/>
                    <a:pt x="15204" y="18046"/>
                  </a:cubicBezTo>
                  <a:cubicBezTo>
                    <a:pt x="15024" y="17539"/>
                    <a:pt x="14246" y="17223"/>
                    <a:pt x="13468" y="17340"/>
                  </a:cubicBezTo>
                  <a:cubicBezTo>
                    <a:pt x="12689" y="17457"/>
                    <a:pt x="12203" y="17963"/>
                    <a:pt x="12383" y="18470"/>
                  </a:cubicBezTo>
                  <a:cubicBezTo>
                    <a:pt x="12563" y="18978"/>
                    <a:pt x="13340" y="19294"/>
                    <a:pt x="14119" y="19177"/>
                  </a:cubicBezTo>
                  <a:close/>
                  <a:moveTo>
                    <a:pt x="19724" y="19624"/>
                  </a:moveTo>
                  <a:lnTo>
                    <a:pt x="8442" y="21320"/>
                  </a:lnTo>
                  <a:cubicBezTo>
                    <a:pt x="7403" y="21476"/>
                    <a:pt x="6367" y="21054"/>
                    <a:pt x="6127" y="20378"/>
                  </a:cubicBezTo>
                  <a:lnTo>
                    <a:pt x="50" y="3235"/>
                  </a:lnTo>
                  <a:cubicBezTo>
                    <a:pt x="-190" y="2559"/>
                    <a:pt x="458" y="1884"/>
                    <a:pt x="1496" y="1728"/>
                  </a:cubicBezTo>
                  <a:lnTo>
                    <a:pt x="12778" y="32"/>
                  </a:lnTo>
                  <a:cubicBezTo>
                    <a:pt x="13817" y="-124"/>
                    <a:pt x="14853" y="298"/>
                    <a:pt x="15093" y="974"/>
                  </a:cubicBezTo>
                  <a:lnTo>
                    <a:pt x="21170" y="18117"/>
                  </a:lnTo>
                  <a:cubicBezTo>
                    <a:pt x="21410" y="18793"/>
                    <a:pt x="20762" y="19468"/>
                    <a:pt x="19724" y="1962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2" name="Shape 34199">
              <a:extLst>
                <a:ext uri="{FF2B5EF4-FFF2-40B4-BE49-F238E27FC236}">
                  <a16:creationId xmlns:a16="http://schemas.microsoft.com/office/drawing/2014/main" id="{9A6BA983-5334-41C3-8D36-D4793119FC43}"/>
                </a:ext>
              </a:extLst>
            </p:cNvPr>
            <p:cNvSpPr/>
            <p:nvPr/>
          </p:nvSpPr>
          <p:spPr>
            <a:xfrm>
              <a:off x="11662409" y="2578131"/>
              <a:ext cx="539930" cy="685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37"/>
                  </a:moveTo>
                  <a:lnTo>
                    <a:pt x="1844" y="21600"/>
                  </a:lnTo>
                  <a:lnTo>
                    <a:pt x="21600" y="20512"/>
                  </a:lnTo>
                  <a:lnTo>
                    <a:pt x="20076" y="3352"/>
                  </a:lnTo>
                  <a:lnTo>
                    <a:pt x="15202" y="0"/>
                  </a:lnTo>
                  <a:lnTo>
                    <a:pt x="0" y="837"/>
                  </a:lnTo>
                  <a:close/>
                  <a:moveTo>
                    <a:pt x="6705" y="5273"/>
                  </a:moveTo>
                  <a:lnTo>
                    <a:pt x="13900" y="4876"/>
                  </a:lnTo>
                  <a:lnTo>
                    <a:pt x="13951" y="5450"/>
                  </a:lnTo>
                  <a:lnTo>
                    <a:pt x="6756" y="5846"/>
                  </a:lnTo>
                  <a:lnTo>
                    <a:pt x="6705" y="5273"/>
                  </a:lnTo>
                  <a:close/>
                  <a:moveTo>
                    <a:pt x="3609" y="11120"/>
                  </a:moveTo>
                  <a:lnTo>
                    <a:pt x="18000" y="10328"/>
                  </a:lnTo>
                  <a:lnTo>
                    <a:pt x="18049" y="10884"/>
                  </a:lnTo>
                  <a:lnTo>
                    <a:pt x="3658" y="11677"/>
                  </a:lnTo>
                  <a:lnTo>
                    <a:pt x="3609" y="11120"/>
                  </a:lnTo>
                  <a:close/>
                  <a:moveTo>
                    <a:pt x="3859" y="13936"/>
                  </a:moveTo>
                  <a:lnTo>
                    <a:pt x="18250" y="13144"/>
                  </a:lnTo>
                  <a:lnTo>
                    <a:pt x="18301" y="13717"/>
                  </a:lnTo>
                  <a:lnTo>
                    <a:pt x="3910" y="14509"/>
                  </a:lnTo>
                  <a:lnTo>
                    <a:pt x="3859" y="13936"/>
                  </a:lnTo>
                  <a:close/>
                  <a:moveTo>
                    <a:pt x="4109" y="16753"/>
                  </a:moveTo>
                  <a:lnTo>
                    <a:pt x="11305" y="16357"/>
                  </a:lnTo>
                  <a:lnTo>
                    <a:pt x="11356" y="16930"/>
                  </a:lnTo>
                  <a:lnTo>
                    <a:pt x="4160" y="17326"/>
                  </a:lnTo>
                  <a:lnTo>
                    <a:pt x="4109" y="16753"/>
                  </a:lnTo>
                  <a:close/>
                </a:path>
              </a:pathLst>
            </a:custGeom>
            <a:solidFill>
              <a:srgbClr val="00B0F0"/>
            </a:solidFill>
            <a:ln w="12700" cap="flat">
              <a:solidFill>
                <a:schemeClr val="bg1"/>
              </a:solidFill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3" name="Shape 34200">
              <a:extLst>
                <a:ext uri="{FF2B5EF4-FFF2-40B4-BE49-F238E27FC236}">
                  <a16:creationId xmlns:a16="http://schemas.microsoft.com/office/drawing/2014/main" id="{443ECE95-13D9-4034-8245-4A83768A0116}"/>
                </a:ext>
              </a:extLst>
            </p:cNvPr>
            <p:cNvSpPr/>
            <p:nvPr/>
          </p:nvSpPr>
          <p:spPr>
            <a:xfrm>
              <a:off x="12531620" y="6289836"/>
              <a:ext cx="641868" cy="6502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600" extrusionOk="0">
                  <a:moveTo>
                    <a:pt x="0" y="8656"/>
                  </a:moveTo>
                  <a:lnTo>
                    <a:pt x="3891" y="13472"/>
                  </a:lnTo>
                  <a:cubicBezTo>
                    <a:pt x="3891" y="13472"/>
                    <a:pt x="5113" y="13644"/>
                    <a:pt x="5432" y="12623"/>
                  </a:cubicBezTo>
                  <a:cubicBezTo>
                    <a:pt x="5784" y="11492"/>
                    <a:pt x="7687" y="9934"/>
                    <a:pt x="9148" y="11824"/>
                  </a:cubicBezTo>
                  <a:cubicBezTo>
                    <a:pt x="10609" y="13713"/>
                    <a:pt x="9118" y="15051"/>
                    <a:pt x="7911" y="15308"/>
                  </a:cubicBezTo>
                  <a:cubicBezTo>
                    <a:pt x="6818" y="15541"/>
                    <a:pt x="6446" y="16635"/>
                    <a:pt x="6446" y="16635"/>
                  </a:cubicBezTo>
                  <a:lnTo>
                    <a:pt x="10458" y="21600"/>
                  </a:lnTo>
                  <a:lnTo>
                    <a:pt x="14739" y="18125"/>
                  </a:lnTo>
                  <a:cubicBezTo>
                    <a:pt x="14739" y="18125"/>
                    <a:pt x="14656" y="17235"/>
                    <a:pt x="13766" y="16921"/>
                  </a:cubicBezTo>
                  <a:cubicBezTo>
                    <a:pt x="12685" y="16541"/>
                    <a:pt x="11239" y="14858"/>
                    <a:pt x="13261" y="13217"/>
                  </a:cubicBezTo>
                  <a:cubicBezTo>
                    <a:pt x="15282" y="11577"/>
                    <a:pt x="16620" y="13268"/>
                    <a:pt x="16756" y="14619"/>
                  </a:cubicBezTo>
                  <a:cubicBezTo>
                    <a:pt x="16858" y="15631"/>
                    <a:pt x="17668" y="15748"/>
                    <a:pt x="17668" y="15748"/>
                  </a:cubicBezTo>
                  <a:lnTo>
                    <a:pt x="21273" y="12822"/>
                  </a:lnTo>
                  <a:cubicBezTo>
                    <a:pt x="21273" y="12822"/>
                    <a:pt x="18291" y="9357"/>
                    <a:pt x="17693" y="8295"/>
                  </a:cubicBezTo>
                  <a:cubicBezTo>
                    <a:pt x="17052" y="7158"/>
                    <a:pt x="18759" y="6911"/>
                    <a:pt x="19060" y="6845"/>
                  </a:cubicBezTo>
                  <a:cubicBezTo>
                    <a:pt x="20796" y="6467"/>
                    <a:pt x="21600" y="4760"/>
                    <a:pt x="20175" y="2996"/>
                  </a:cubicBezTo>
                  <a:cubicBezTo>
                    <a:pt x="18749" y="1232"/>
                    <a:pt x="16519" y="2306"/>
                    <a:pt x="16165" y="3733"/>
                  </a:cubicBezTo>
                  <a:cubicBezTo>
                    <a:pt x="15902" y="4793"/>
                    <a:pt x="15415" y="5326"/>
                    <a:pt x="14915" y="4919"/>
                  </a:cubicBezTo>
                  <a:cubicBezTo>
                    <a:pt x="13746" y="3966"/>
                    <a:pt x="10665" y="0"/>
                    <a:pt x="10665" y="0"/>
                  </a:cubicBezTo>
                  <a:lnTo>
                    <a:pt x="7285" y="2743"/>
                  </a:lnTo>
                  <a:cubicBezTo>
                    <a:pt x="7285" y="2743"/>
                    <a:pt x="7256" y="4048"/>
                    <a:pt x="8291" y="4295"/>
                  </a:cubicBezTo>
                  <a:cubicBezTo>
                    <a:pt x="9849" y="4668"/>
                    <a:pt x="10626" y="6514"/>
                    <a:pt x="9021" y="7816"/>
                  </a:cubicBezTo>
                  <a:cubicBezTo>
                    <a:pt x="7417" y="9118"/>
                    <a:pt x="5847" y="8156"/>
                    <a:pt x="5733" y="6515"/>
                  </a:cubicBezTo>
                  <a:cubicBezTo>
                    <a:pt x="5669" y="5595"/>
                    <a:pt x="4421" y="5079"/>
                    <a:pt x="4421" y="5079"/>
                  </a:cubicBezTo>
                  <a:cubicBezTo>
                    <a:pt x="4421" y="5079"/>
                    <a:pt x="0" y="8656"/>
                    <a:pt x="0" y="865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4" name="Shape 34201">
              <a:extLst>
                <a:ext uri="{FF2B5EF4-FFF2-40B4-BE49-F238E27FC236}">
                  <a16:creationId xmlns:a16="http://schemas.microsoft.com/office/drawing/2014/main" id="{FF4B6CEF-AE43-490A-BE31-6AF6D492B235}"/>
                </a:ext>
              </a:extLst>
            </p:cNvPr>
            <p:cNvSpPr/>
            <p:nvPr/>
          </p:nvSpPr>
          <p:spPr>
            <a:xfrm>
              <a:off x="11981887" y="4201963"/>
              <a:ext cx="441404" cy="3839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600" extrusionOk="0">
                  <a:moveTo>
                    <a:pt x="0" y="307"/>
                  </a:moveTo>
                  <a:lnTo>
                    <a:pt x="120" y="8229"/>
                  </a:lnTo>
                  <a:cubicBezTo>
                    <a:pt x="120" y="8229"/>
                    <a:pt x="1074" y="9367"/>
                    <a:pt x="2052" y="8590"/>
                  </a:cubicBezTo>
                  <a:cubicBezTo>
                    <a:pt x="3133" y="7728"/>
                    <a:pt x="5865" y="7659"/>
                    <a:pt x="5855" y="10716"/>
                  </a:cubicBezTo>
                  <a:cubicBezTo>
                    <a:pt x="5845" y="13772"/>
                    <a:pt x="3624" y="13944"/>
                    <a:pt x="2389" y="13251"/>
                  </a:cubicBezTo>
                  <a:cubicBezTo>
                    <a:pt x="1272" y="12623"/>
                    <a:pt x="199" y="13432"/>
                    <a:pt x="199" y="13432"/>
                  </a:cubicBezTo>
                  <a:lnTo>
                    <a:pt x="323" y="21600"/>
                  </a:lnTo>
                  <a:lnTo>
                    <a:pt x="6451" y="21477"/>
                  </a:lnTo>
                  <a:cubicBezTo>
                    <a:pt x="6451" y="21477"/>
                    <a:pt x="6986" y="20514"/>
                    <a:pt x="6421" y="19495"/>
                  </a:cubicBezTo>
                  <a:cubicBezTo>
                    <a:pt x="5733" y="18260"/>
                    <a:pt x="5615" y="15424"/>
                    <a:pt x="8509" y="15365"/>
                  </a:cubicBezTo>
                  <a:cubicBezTo>
                    <a:pt x="11403" y="15307"/>
                    <a:pt x="11419" y="18067"/>
                    <a:pt x="10615" y="19535"/>
                  </a:cubicBezTo>
                  <a:cubicBezTo>
                    <a:pt x="10013" y="20636"/>
                    <a:pt x="10643" y="21392"/>
                    <a:pt x="10643" y="21392"/>
                  </a:cubicBezTo>
                  <a:lnTo>
                    <a:pt x="15804" y="21289"/>
                  </a:lnTo>
                  <a:cubicBezTo>
                    <a:pt x="15804" y="21289"/>
                    <a:pt x="15557" y="15444"/>
                    <a:pt x="15758" y="13903"/>
                  </a:cubicBezTo>
                  <a:cubicBezTo>
                    <a:pt x="15974" y="12251"/>
                    <a:pt x="17639" y="13349"/>
                    <a:pt x="17948" y="13520"/>
                  </a:cubicBezTo>
                  <a:cubicBezTo>
                    <a:pt x="19729" y="14509"/>
                    <a:pt x="21600" y="13423"/>
                    <a:pt x="21556" y="10521"/>
                  </a:cubicBezTo>
                  <a:cubicBezTo>
                    <a:pt x="21512" y="7619"/>
                    <a:pt x="18822" y="6942"/>
                    <a:pt x="17537" y="8101"/>
                  </a:cubicBezTo>
                  <a:cubicBezTo>
                    <a:pt x="16582" y="8962"/>
                    <a:pt x="15790" y="9114"/>
                    <a:pt x="15630" y="8309"/>
                  </a:cubicBezTo>
                  <a:cubicBezTo>
                    <a:pt x="15257" y="6427"/>
                    <a:pt x="15266" y="0"/>
                    <a:pt x="15266" y="0"/>
                  </a:cubicBezTo>
                  <a:lnTo>
                    <a:pt x="10428" y="97"/>
                  </a:lnTo>
                  <a:cubicBezTo>
                    <a:pt x="10428" y="97"/>
                    <a:pt x="9511" y="1388"/>
                    <a:pt x="10249" y="2454"/>
                  </a:cubicBezTo>
                  <a:cubicBezTo>
                    <a:pt x="11360" y="4059"/>
                    <a:pt x="10780" y="6532"/>
                    <a:pt x="8483" y="6578"/>
                  </a:cubicBezTo>
                  <a:cubicBezTo>
                    <a:pt x="6187" y="6624"/>
                    <a:pt x="5468" y="4417"/>
                    <a:pt x="6490" y="2673"/>
                  </a:cubicBezTo>
                  <a:cubicBezTo>
                    <a:pt x="7062" y="1695"/>
                    <a:pt x="6320" y="191"/>
                    <a:pt x="6320" y="191"/>
                  </a:cubicBezTo>
                  <a:cubicBezTo>
                    <a:pt x="6320" y="191"/>
                    <a:pt x="0" y="307"/>
                    <a:pt x="0" y="3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5" name="Shape 34202">
              <a:extLst>
                <a:ext uri="{FF2B5EF4-FFF2-40B4-BE49-F238E27FC236}">
                  <a16:creationId xmlns:a16="http://schemas.microsoft.com/office/drawing/2014/main" id="{0A6FDF2A-C25B-4F2A-B306-406E04B24058}"/>
                </a:ext>
              </a:extLst>
            </p:cNvPr>
            <p:cNvSpPr/>
            <p:nvPr/>
          </p:nvSpPr>
          <p:spPr>
            <a:xfrm>
              <a:off x="11678186" y="10413681"/>
              <a:ext cx="681752" cy="446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0" y="15429"/>
                  </a:moveTo>
                  <a:lnTo>
                    <a:pt x="2700" y="15429"/>
                  </a:lnTo>
                  <a:lnTo>
                    <a:pt x="2700" y="2057"/>
                  </a:lnTo>
                  <a:lnTo>
                    <a:pt x="18900" y="2057"/>
                  </a:lnTo>
                  <a:cubicBezTo>
                    <a:pt x="18900" y="2057"/>
                    <a:pt x="18900" y="15429"/>
                    <a:pt x="18900" y="15429"/>
                  </a:cubicBezTo>
                  <a:close/>
                  <a:moveTo>
                    <a:pt x="18900" y="0"/>
                  </a:moveTo>
                  <a:lnTo>
                    <a:pt x="2700" y="0"/>
                  </a:lnTo>
                  <a:cubicBezTo>
                    <a:pt x="1954" y="0"/>
                    <a:pt x="1350" y="922"/>
                    <a:pt x="1350" y="2057"/>
                  </a:cubicBezTo>
                  <a:cubicBezTo>
                    <a:pt x="1350" y="2057"/>
                    <a:pt x="1350" y="17486"/>
                    <a:pt x="1364" y="17486"/>
                  </a:cubicBezTo>
                  <a:lnTo>
                    <a:pt x="20235" y="17486"/>
                  </a:lnTo>
                  <a:cubicBezTo>
                    <a:pt x="20250" y="17486"/>
                    <a:pt x="20250" y="2057"/>
                    <a:pt x="20250" y="2057"/>
                  </a:cubicBezTo>
                  <a:cubicBezTo>
                    <a:pt x="20250" y="922"/>
                    <a:pt x="19646" y="0"/>
                    <a:pt x="18900" y="0"/>
                  </a:cubicBezTo>
                  <a:close/>
                  <a:moveTo>
                    <a:pt x="20250" y="21600"/>
                  </a:moveTo>
                  <a:lnTo>
                    <a:pt x="1350" y="21600"/>
                  </a:lnTo>
                  <a:cubicBezTo>
                    <a:pt x="604" y="21600"/>
                    <a:pt x="0" y="20679"/>
                    <a:pt x="0" y="19543"/>
                  </a:cubicBezTo>
                  <a:lnTo>
                    <a:pt x="0" y="18514"/>
                  </a:lnTo>
                  <a:lnTo>
                    <a:pt x="8775" y="18514"/>
                  </a:lnTo>
                  <a:lnTo>
                    <a:pt x="8775" y="19543"/>
                  </a:lnTo>
                  <a:lnTo>
                    <a:pt x="12825" y="19543"/>
                  </a:lnTo>
                  <a:lnTo>
                    <a:pt x="12825" y="18514"/>
                  </a:lnTo>
                  <a:lnTo>
                    <a:pt x="21600" y="18514"/>
                  </a:lnTo>
                  <a:lnTo>
                    <a:pt x="21600" y="19543"/>
                  </a:lnTo>
                  <a:cubicBezTo>
                    <a:pt x="21600" y="20679"/>
                    <a:pt x="20995" y="21600"/>
                    <a:pt x="20250" y="21600"/>
                  </a:cubicBezTo>
                  <a:cubicBezTo>
                    <a:pt x="20250" y="21600"/>
                    <a:pt x="20250" y="21600"/>
                    <a:pt x="2025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6" name="Shape 34203">
              <a:extLst>
                <a:ext uri="{FF2B5EF4-FFF2-40B4-BE49-F238E27FC236}">
                  <a16:creationId xmlns:a16="http://schemas.microsoft.com/office/drawing/2014/main" id="{431603F6-8459-4931-A432-DD60F1AF30A1}"/>
                </a:ext>
              </a:extLst>
            </p:cNvPr>
            <p:cNvSpPr/>
            <p:nvPr/>
          </p:nvSpPr>
          <p:spPr>
            <a:xfrm>
              <a:off x="13517964" y="3878275"/>
              <a:ext cx="745620" cy="5285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7" name="Shape 34204">
              <a:extLst>
                <a:ext uri="{FF2B5EF4-FFF2-40B4-BE49-F238E27FC236}">
                  <a16:creationId xmlns:a16="http://schemas.microsoft.com/office/drawing/2014/main" id="{9665CD0A-DDE4-46A5-B551-E7F148138D88}"/>
                </a:ext>
              </a:extLst>
            </p:cNvPr>
            <p:cNvSpPr/>
            <p:nvPr/>
          </p:nvSpPr>
          <p:spPr>
            <a:xfrm>
              <a:off x="10622816" y="11265327"/>
              <a:ext cx="446006" cy="446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957" h="18957" extrusionOk="0">
                  <a:moveTo>
                    <a:pt x="5474" y="890"/>
                  </a:moveTo>
                  <a:cubicBezTo>
                    <a:pt x="729" y="3103"/>
                    <a:pt x="-1322" y="8738"/>
                    <a:pt x="890" y="13482"/>
                  </a:cubicBezTo>
                  <a:cubicBezTo>
                    <a:pt x="3103" y="18227"/>
                    <a:pt x="8738" y="20278"/>
                    <a:pt x="13482" y="18066"/>
                  </a:cubicBezTo>
                  <a:cubicBezTo>
                    <a:pt x="18227" y="15853"/>
                    <a:pt x="20278" y="10218"/>
                    <a:pt x="18066" y="5474"/>
                  </a:cubicBezTo>
                  <a:cubicBezTo>
                    <a:pt x="15853" y="729"/>
                    <a:pt x="10218" y="-1322"/>
                    <a:pt x="5474" y="890"/>
                  </a:cubicBezTo>
                  <a:close/>
                  <a:moveTo>
                    <a:pt x="6178" y="2402"/>
                  </a:moveTo>
                  <a:cubicBezTo>
                    <a:pt x="6348" y="2323"/>
                    <a:pt x="6545" y="2302"/>
                    <a:pt x="6734" y="2371"/>
                  </a:cubicBezTo>
                  <a:cubicBezTo>
                    <a:pt x="7112" y="2509"/>
                    <a:pt x="7308" y="2929"/>
                    <a:pt x="7170" y="3307"/>
                  </a:cubicBezTo>
                  <a:cubicBezTo>
                    <a:pt x="7033" y="3685"/>
                    <a:pt x="6612" y="3882"/>
                    <a:pt x="6234" y="3744"/>
                  </a:cubicBezTo>
                  <a:cubicBezTo>
                    <a:pt x="5856" y="3606"/>
                    <a:pt x="5660" y="3186"/>
                    <a:pt x="5798" y="2808"/>
                  </a:cubicBezTo>
                  <a:cubicBezTo>
                    <a:pt x="5866" y="2618"/>
                    <a:pt x="6009" y="2481"/>
                    <a:pt x="6178" y="2402"/>
                  </a:cubicBezTo>
                  <a:close/>
                  <a:moveTo>
                    <a:pt x="7039" y="4248"/>
                  </a:moveTo>
                  <a:cubicBezTo>
                    <a:pt x="7237" y="4156"/>
                    <a:pt x="7476" y="4242"/>
                    <a:pt x="7569" y="4441"/>
                  </a:cubicBezTo>
                  <a:lnTo>
                    <a:pt x="9434" y="8440"/>
                  </a:lnTo>
                  <a:cubicBezTo>
                    <a:pt x="9580" y="8433"/>
                    <a:pt x="9718" y="8366"/>
                    <a:pt x="9863" y="8419"/>
                  </a:cubicBezTo>
                  <a:cubicBezTo>
                    <a:pt x="10010" y="8472"/>
                    <a:pt x="10085" y="8605"/>
                    <a:pt x="10192" y="8705"/>
                  </a:cubicBezTo>
                  <a:lnTo>
                    <a:pt x="13175" y="7314"/>
                  </a:lnTo>
                  <a:cubicBezTo>
                    <a:pt x="13373" y="7222"/>
                    <a:pt x="13612" y="7309"/>
                    <a:pt x="13705" y="7507"/>
                  </a:cubicBezTo>
                  <a:cubicBezTo>
                    <a:pt x="13797" y="7705"/>
                    <a:pt x="13710" y="7944"/>
                    <a:pt x="13512" y="8037"/>
                  </a:cubicBezTo>
                  <a:lnTo>
                    <a:pt x="10529" y="9427"/>
                  </a:lnTo>
                  <a:cubicBezTo>
                    <a:pt x="10537" y="9574"/>
                    <a:pt x="10591" y="9717"/>
                    <a:pt x="10537" y="9863"/>
                  </a:cubicBezTo>
                  <a:cubicBezTo>
                    <a:pt x="10325" y="10447"/>
                    <a:pt x="9676" y="10750"/>
                    <a:pt x="9092" y="10537"/>
                  </a:cubicBezTo>
                  <a:cubicBezTo>
                    <a:pt x="8509" y="10325"/>
                    <a:pt x="8206" y="9676"/>
                    <a:pt x="8419" y="9092"/>
                  </a:cubicBezTo>
                  <a:cubicBezTo>
                    <a:pt x="8474" y="8942"/>
                    <a:pt x="8621" y="8880"/>
                    <a:pt x="8725" y="8771"/>
                  </a:cubicBezTo>
                  <a:lnTo>
                    <a:pt x="6860" y="4771"/>
                  </a:lnTo>
                  <a:cubicBezTo>
                    <a:pt x="6767" y="4573"/>
                    <a:pt x="6841" y="4340"/>
                    <a:pt x="7039" y="4248"/>
                  </a:cubicBezTo>
                  <a:close/>
                  <a:moveTo>
                    <a:pt x="2738" y="11823"/>
                  </a:moveTo>
                  <a:cubicBezTo>
                    <a:pt x="2908" y="11744"/>
                    <a:pt x="3105" y="11723"/>
                    <a:pt x="3294" y="11792"/>
                  </a:cubicBezTo>
                  <a:cubicBezTo>
                    <a:pt x="3672" y="11930"/>
                    <a:pt x="3868" y="12350"/>
                    <a:pt x="3730" y="12728"/>
                  </a:cubicBezTo>
                  <a:cubicBezTo>
                    <a:pt x="3593" y="13106"/>
                    <a:pt x="3172" y="13302"/>
                    <a:pt x="2794" y="13165"/>
                  </a:cubicBezTo>
                  <a:cubicBezTo>
                    <a:pt x="2416" y="13027"/>
                    <a:pt x="2220" y="12607"/>
                    <a:pt x="2358" y="12228"/>
                  </a:cubicBezTo>
                  <a:cubicBezTo>
                    <a:pt x="2426" y="12039"/>
                    <a:pt x="2569" y="11902"/>
                    <a:pt x="2738" y="11823"/>
                  </a:cubicBezTo>
                  <a:close/>
                  <a:moveTo>
                    <a:pt x="15620" y="5816"/>
                  </a:moveTo>
                  <a:cubicBezTo>
                    <a:pt x="15789" y="5737"/>
                    <a:pt x="15973" y="5722"/>
                    <a:pt x="16162" y="5791"/>
                  </a:cubicBezTo>
                  <a:cubicBezTo>
                    <a:pt x="16540" y="5929"/>
                    <a:pt x="16736" y="6349"/>
                    <a:pt x="16598" y="6728"/>
                  </a:cubicBezTo>
                  <a:cubicBezTo>
                    <a:pt x="16461" y="7106"/>
                    <a:pt x="16054" y="7296"/>
                    <a:pt x="15675" y="7158"/>
                  </a:cubicBezTo>
                  <a:cubicBezTo>
                    <a:pt x="15297" y="7020"/>
                    <a:pt x="15101" y="6600"/>
                    <a:pt x="15239" y="6222"/>
                  </a:cubicBezTo>
                  <a:cubicBezTo>
                    <a:pt x="15308" y="6033"/>
                    <a:pt x="15451" y="5895"/>
                    <a:pt x="15620" y="5816"/>
                  </a:cubicBezTo>
                  <a:close/>
                  <a:moveTo>
                    <a:pt x="12166" y="15243"/>
                  </a:moveTo>
                  <a:cubicBezTo>
                    <a:pt x="12335" y="15164"/>
                    <a:pt x="12533" y="15143"/>
                    <a:pt x="12722" y="15212"/>
                  </a:cubicBezTo>
                  <a:cubicBezTo>
                    <a:pt x="13100" y="15350"/>
                    <a:pt x="13296" y="15770"/>
                    <a:pt x="13158" y="16148"/>
                  </a:cubicBezTo>
                  <a:cubicBezTo>
                    <a:pt x="13021" y="16526"/>
                    <a:pt x="12600" y="16723"/>
                    <a:pt x="12222" y="16585"/>
                  </a:cubicBezTo>
                  <a:cubicBezTo>
                    <a:pt x="11844" y="16447"/>
                    <a:pt x="11648" y="16027"/>
                    <a:pt x="11785" y="15649"/>
                  </a:cubicBezTo>
                  <a:cubicBezTo>
                    <a:pt x="11854" y="15460"/>
                    <a:pt x="11997" y="15322"/>
                    <a:pt x="12166" y="1524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8" name="Shape 34205">
              <a:extLst>
                <a:ext uri="{FF2B5EF4-FFF2-40B4-BE49-F238E27FC236}">
                  <a16:creationId xmlns:a16="http://schemas.microsoft.com/office/drawing/2014/main" id="{CC09C2DA-6F17-41BE-9A24-0BF1A400F0D4}"/>
                </a:ext>
              </a:extLst>
            </p:cNvPr>
            <p:cNvSpPr/>
            <p:nvPr/>
          </p:nvSpPr>
          <p:spPr>
            <a:xfrm>
              <a:off x="11074336" y="12293991"/>
              <a:ext cx="529370" cy="550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7" h="21369" extrusionOk="0">
                  <a:moveTo>
                    <a:pt x="9892" y="341"/>
                  </a:moveTo>
                  <a:cubicBezTo>
                    <a:pt x="10333" y="-98"/>
                    <a:pt x="11063" y="-117"/>
                    <a:pt x="11519" y="307"/>
                  </a:cubicBezTo>
                  <a:lnTo>
                    <a:pt x="21020" y="9136"/>
                  </a:lnTo>
                  <a:cubicBezTo>
                    <a:pt x="21476" y="9561"/>
                    <a:pt x="21482" y="10263"/>
                    <a:pt x="21042" y="10702"/>
                  </a:cubicBezTo>
                  <a:lnTo>
                    <a:pt x="10676" y="21032"/>
                  </a:lnTo>
                  <a:cubicBezTo>
                    <a:pt x="10236" y="21471"/>
                    <a:pt x="9512" y="21483"/>
                    <a:pt x="9056" y="21059"/>
                  </a:cubicBezTo>
                  <a:lnTo>
                    <a:pt x="6577" y="18755"/>
                  </a:lnTo>
                  <a:lnTo>
                    <a:pt x="9366" y="15976"/>
                  </a:lnTo>
                  <a:cubicBezTo>
                    <a:pt x="9806" y="15537"/>
                    <a:pt x="9793" y="14841"/>
                    <a:pt x="9337" y="14417"/>
                  </a:cubicBezTo>
                  <a:lnTo>
                    <a:pt x="7682" y="12879"/>
                  </a:lnTo>
                  <a:cubicBezTo>
                    <a:pt x="7226" y="12455"/>
                    <a:pt x="6503" y="12467"/>
                    <a:pt x="6062" y="12906"/>
                  </a:cubicBezTo>
                  <a:lnTo>
                    <a:pt x="3274" y="15685"/>
                  </a:lnTo>
                  <a:lnTo>
                    <a:pt x="1210" y="13767"/>
                  </a:lnTo>
                  <a:cubicBezTo>
                    <a:pt x="754" y="13343"/>
                    <a:pt x="734" y="12641"/>
                    <a:pt x="1175" y="12202"/>
                  </a:cubicBezTo>
                  <a:lnTo>
                    <a:pt x="351" y="11436"/>
                  </a:lnTo>
                  <a:cubicBezTo>
                    <a:pt x="-105" y="11012"/>
                    <a:pt x="-118" y="10316"/>
                    <a:pt x="322" y="9877"/>
                  </a:cubicBezTo>
                  <a:lnTo>
                    <a:pt x="9892" y="341"/>
                  </a:lnTo>
                  <a:close/>
                  <a:moveTo>
                    <a:pt x="10322" y="1500"/>
                  </a:moveTo>
                  <a:lnTo>
                    <a:pt x="1949" y="9844"/>
                  </a:lnTo>
                  <a:cubicBezTo>
                    <a:pt x="1949" y="9844"/>
                    <a:pt x="1145" y="10641"/>
                    <a:pt x="1971" y="11409"/>
                  </a:cubicBezTo>
                  <a:lnTo>
                    <a:pt x="11146" y="2266"/>
                  </a:lnTo>
                  <a:cubicBezTo>
                    <a:pt x="11366" y="2046"/>
                    <a:pt x="11360" y="1705"/>
                    <a:pt x="11132" y="1492"/>
                  </a:cubicBezTo>
                  <a:cubicBezTo>
                    <a:pt x="10904" y="1281"/>
                    <a:pt x="10542" y="1280"/>
                    <a:pt x="10322" y="1500"/>
                  </a:cubicBezTo>
                  <a:close/>
                  <a:moveTo>
                    <a:pt x="6083" y="13685"/>
                  </a:moveTo>
                  <a:cubicBezTo>
                    <a:pt x="6523" y="13247"/>
                    <a:pt x="7247" y="13234"/>
                    <a:pt x="7703" y="13658"/>
                  </a:cubicBezTo>
                  <a:lnTo>
                    <a:pt x="8527" y="14424"/>
                  </a:lnTo>
                  <a:cubicBezTo>
                    <a:pt x="8983" y="14848"/>
                    <a:pt x="8996" y="15544"/>
                    <a:pt x="8555" y="15983"/>
                  </a:cubicBezTo>
                  <a:lnTo>
                    <a:pt x="6161" y="18369"/>
                  </a:lnTo>
                  <a:cubicBezTo>
                    <a:pt x="5721" y="18808"/>
                    <a:pt x="4991" y="18826"/>
                    <a:pt x="4535" y="18403"/>
                  </a:cubicBezTo>
                  <a:lnTo>
                    <a:pt x="3711" y="17637"/>
                  </a:lnTo>
                  <a:cubicBezTo>
                    <a:pt x="3254" y="17213"/>
                    <a:pt x="3249" y="16510"/>
                    <a:pt x="3689" y="16071"/>
                  </a:cubicBezTo>
                  <a:lnTo>
                    <a:pt x="6083" y="13685"/>
                  </a:lnTo>
                  <a:close/>
                  <a:moveTo>
                    <a:pt x="6506" y="14851"/>
                  </a:moveTo>
                  <a:cubicBezTo>
                    <a:pt x="6286" y="15071"/>
                    <a:pt x="6285" y="15419"/>
                    <a:pt x="6514" y="15631"/>
                  </a:cubicBezTo>
                  <a:cubicBezTo>
                    <a:pt x="6742" y="15843"/>
                    <a:pt x="7110" y="15837"/>
                    <a:pt x="7330" y="15617"/>
                  </a:cubicBezTo>
                  <a:cubicBezTo>
                    <a:pt x="7550" y="15398"/>
                    <a:pt x="7544" y="15043"/>
                    <a:pt x="7316" y="14831"/>
                  </a:cubicBezTo>
                  <a:cubicBezTo>
                    <a:pt x="7088" y="14619"/>
                    <a:pt x="6726" y="14632"/>
                    <a:pt x="6506" y="148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9" name="Shape 34206">
              <a:extLst>
                <a:ext uri="{FF2B5EF4-FFF2-40B4-BE49-F238E27FC236}">
                  <a16:creationId xmlns:a16="http://schemas.microsoft.com/office/drawing/2014/main" id="{D54A38B7-B7A3-4D26-B18D-D2F9E1DEF86E}"/>
                </a:ext>
              </a:extLst>
            </p:cNvPr>
            <p:cNvSpPr/>
            <p:nvPr/>
          </p:nvSpPr>
          <p:spPr>
            <a:xfrm>
              <a:off x="10836598" y="8678073"/>
              <a:ext cx="776072" cy="4596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8" h="21311" extrusionOk="0">
                  <a:moveTo>
                    <a:pt x="3736" y="4687"/>
                  </a:moveTo>
                  <a:lnTo>
                    <a:pt x="4986" y="19624"/>
                  </a:lnTo>
                  <a:lnTo>
                    <a:pt x="17693" y="16625"/>
                  </a:lnTo>
                  <a:lnTo>
                    <a:pt x="16443" y="1688"/>
                  </a:lnTo>
                  <a:cubicBezTo>
                    <a:pt x="16443" y="1688"/>
                    <a:pt x="3736" y="4687"/>
                    <a:pt x="3736" y="4687"/>
                  </a:cubicBezTo>
                  <a:close/>
                  <a:moveTo>
                    <a:pt x="2231" y="9938"/>
                  </a:moveTo>
                  <a:lnTo>
                    <a:pt x="2678" y="15273"/>
                  </a:lnTo>
                  <a:cubicBezTo>
                    <a:pt x="2702" y="15567"/>
                    <a:pt x="2864" y="15772"/>
                    <a:pt x="3040" y="15731"/>
                  </a:cubicBezTo>
                  <a:cubicBezTo>
                    <a:pt x="3215" y="15690"/>
                    <a:pt x="3338" y="15417"/>
                    <a:pt x="3313" y="15123"/>
                  </a:cubicBezTo>
                  <a:lnTo>
                    <a:pt x="2867" y="9788"/>
                  </a:lnTo>
                  <a:cubicBezTo>
                    <a:pt x="2842" y="9494"/>
                    <a:pt x="2680" y="9288"/>
                    <a:pt x="2504" y="9330"/>
                  </a:cubicBezTo>
                  <a:cubicBezTo>
                    <a:pt x="2329" y="9371"/>
                    <a:pt x="2207" y="9644"/>
                    <a:pt x="2231" y="9938"/>
                  </a:cubicBezTo>
                  <a:close/>
                  <a:moveTo>
                    <a:pt x="19564" y="8023"/>
                  </a:moveTo>
                  <a:cubicBezTo>
                    <a:pt x="19490" y="7140"/>
                    <a:pt x="19004" y="6524"/>
                    <a:pt x="18477" y="6648"/>
                  </a:cubicBezTo>
                  <a:cubicBezTo>
                    <a:pt x="17951" y="6772"/>
                    <a:pt x="17584" y="7590"/>
                    <a:pt x="17658" y="8473"/>
                  </a:cubicBezTo>
                  <a:cubicBezTo>
                    <a:pt x="17732" y="9357"/>
                    <a:pt x="18219" y="9973"/>
                    <a:pt x="18745" y="9849"/>
                  </a:cubicBezTo>
                  <a:cubicBezTo>
                    <a:pt x="19272" y="9724"/>
                    <a:pt x="19638" y="8907"/>
                    <a:pt x="19564" y="8023"/>
                  </a:cubicBezTo>
                  <a:close/>
                  <a:moveTo>
                    <a:pt x="20344" y="1856"/>
                  </a:moveTo>
                  <a:lnTo>
                    <a:pt x="21415" y="14658"/>
                  </a:lnTo>
                  <a:cubicBezTo>
                    <a:pt x="21514" y="15837"/>
                    <a:pt x="21025" y="16926"/>
                    <a:pt x="20323" y="17092"/>
                  </a:cubicBezTo>
                  <a:lnTo>
                    <a:pt x="2533" y="21290"/>
                  </a:lnTo>
                  <a:cubicBezTo>
                    <a:pt x="1832" y="21456"/>
                    <a:pt x="1183" y="20635"/>
                    <a:pt x="1084" y="19456"/>
                  </a:cubicBezTo>
                  <a:lnTo>
                    <a:pt x="13" y="6654"/>
                  </a:lnTo>
                  <a:cubicBezTo>
                    <a:pt x="-86" y="5475"/>
                    <a:pt x="403" y="4386"/>
                    <a:pt x="1105" y="4220"/>
                  </a:cubicBezTo>
                  <a:lnTo>
                    <a:pt x="18895" y="22"/>
                  </a:lnTo>
                  <a:cubicBezTo>
                    <a:pt x="19596" y="-144"/>
                    <a:pt x="20245" y="677"/>
                    <a:pt x="20344" y="185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0" name="Shape 34207">
              <a:extLst>
                <a:ext uri="{FF2B5EF4-FFF2-40B4-BE49-F238E27FC236}">
                  <a16:creationId xmlns:a16="http://schemas.microsoft.com/office/drawing/2014/main" id="{900B87C9-6CD9-41B0-A616-57EC0EC0FAB9}"/>
                </a:ext>
              </a:extLst>
            </p:cNvPr>
            <p:cNvSpPr/>
            <p:nvPr/>
          </p:nvSpPr>
          <p:spPr>
            <a:xfrm>
              <a:off x="12300451" y="8958670"/>
              <a:ext cx="694132" cy="637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91" h="21254" extrusionOk="0">
                  <a:moveTo>
                    <a:pt x="14806" y="20802"/>
                  </a:moveTo>
                  <a:cubicBezTo>
                    <a:pt x="16771" y="20078"/>
                    <a:pt x="18497" y="18506"/>
                    <a:pt x="19509" y="16252"/>
                  </a:cubicBezTo>
                  <a:cubicBezTo>
                    <a:pt x="21534" y="11744"/>
                    <a:pt x="19954" y="6226"/>
                    <a:pt x="15980" y="3929"/>
                  </a:cubicBezTo>
                  <a:cubicBezTo>
                    <a:pt x="12750" y="2062"/>
                    <a:pt x="8929" y="2896"/>
                    <a:pt x="6525" y="5695"/>
                  </a:cubicBezTo>
                  <a:cubicBezTo>
                    <a:pt x="6494" y="5619"/>
                    <a:pt x="6446" y="5549"/>
                    <a:pt x="6387" y="5489"/>
                  </a:cubicBezTo>
                  <a:lnTo>
                    <a:pt x="1181" y="167"/>
                  </a:lnTo>
                  <a:cubicBezTo>
                    <a:pt x="946" y="-73"/>
                    <a:pt x="582" y="-53"/>
                    <a:pt x="370" y="214"/>
                  </a:cubicBezTo>
                  <a:lnTo>
                    <a:pt x="146" y="499"/>
                  </a:lnTo>
                  <a:cubicBezTo>
                    <a:pt x="-66" y="765"/>
                    <a:pt x="-44" y="1177"/>
                    <a:pt x="192" y="1417"/>
                  </a:cubicBezTo>
                  <a:lnTo>
                    <a:pt x="5396" y="6733"/>
                  </a:lnTo>
                  <a:cubicBezTo>
                    <a:pt x="5480" y="6818"/>
                    <a:pt x="5581" y="6859"/>
                    <a:pt x="5685" y="6879"/>
                  </a:cubicBezTo>
                  <a:cubicBezTo>
                    <a:pt x="5480" y="7214"/>
                    <a:pt x="5286" y="7560"/>
                    <a:pt x="5118" y="7933"/>
                  </a:cubicBezTo>
                  <a:cubicBezTo>
                    <a:pt x="3093" y="12441"/>
                    <a:pt x="4673" y="17959"/>
                    <a:pt x="8647" y="20256"/>
                  </a:cubicBezTo>
                  <a:cubicBezTo>
                    <a:pt x="10634" y="21405"/>
                    <a:pt x="12840" y="21527"/>
                    <a:pt x="14806" y="20802"/>
                  </a:cubicBezTo>
                  <a:close/>
                  <a:moveTo>
                    <a:pt x="14414" y="19435"/>
                  </a:moveTo>
                  <a:cubicBezTo>
                    <a:pt x="12758" y="20045"/>
                    <a:pt x="10896" y="19937"/>
                    <a:pt x="9221" y="18969"/>
                  </a:cubicBezTo>
                  <a:cubicBezTo>
                    <a:pt x="5873" y="17034"/>
                    <a:pt x="4542" y="12385"/>
                    <a:pt x="6248" y="8586"/>
                  </a:cubicBezTo>
                  <a:cubicBezTo>
                    <a:pt x="7954" y="4788"/>
                    <a:pt x="12052" y="3277"/>
                    <a:pt x="15400" y="5212"/>
                  </a:cubicBezTo>
                  <a:cubicBezTo>
                    <a:pt x="18748" y="7148"/>
                    <a:pt x="20080" y="11797"/>
                    <a:pt x="18374" y="15596"/>
                  </a:cubicBezTo>
                  <a:cubicBezTo>
                    <a:pt x="17521" y="17495"/>
                    <a:pt x="16070" y="18824"/>
                    <a:pt x="14414" y="1943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1" name="Shape 34208">
              <a:extLst>
                <a:ext uri="{FF2B5EF4-FFF2-40B4-BE49-F238E27FC236}">
                  <a16:creationId xmlns:a16="http://schemas.microsoft.com/office/drawing/2014/main" id="{FF9E974C-3C6B-48EE-9765-B1BD62EDEBBB}"/>
                </a:ext>
              </a:extLst>
            </p:cNvPr>
            <p:cNvSpPr/>
            <p:nvPr/>
          </p:nvSpPr>
          <p:spPr>
            <a:xfrm>
              <a:off x="11569660" y="9038623"/>
              <a:ext cx="297614" cy="3294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2" name="Shape 34209">
              <a:extLst>
                <a:ext uri="{FF2B5EF4-FFF2-40B4-BE49-F238E27FC236}">
                  <a16:creationId xmlns:a16="http://schemas.microsoft.com/office/drawing/2014/main" id="{195891F6-456F-487D-9A31-3205CFC000A0}"/>
                </a:ext>
              </a:extLst>
            </p:cNvPr>
            <p:cNvSpPr/>
            <p:nvPr/>
          </p:nvSpPr>
          <p:spPr>
            <a:xfrm>
              <a:off x="13028438" y="8411802"/>
              <a:ext cx="415194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307" y="15970"/>
                  </a:lnTo>
                  <a:lnTo>
                    <a:pt x="6112" y="19464"/>
                  </a:lnTo>
                  <a:cubicBezTo>
                    <a:pt x="6112" y="19464"/>
                    <a:pt x="0" y="21600"/>
                    <a:pt x="0" y="21600"/>
                  </a:cubicBezTo>
                  <a:close/>
                  <a:moveTo>
                    <a:pt x="6773" y="18782"/>
                  </a:moveTo>
                  <a:lnTo>
                    <a:pt x="1968" y="15288"/>
                  </a:lnTo>
                  <a:lnTo>
                    <a:pt x="13737" y="3150"/>
                  </a:lnTo>
                  <a:lnTo>
                    <a:pt x="18545" y="6642"/>
                  </a:lnTo>
                  <a:cubicBezTo>
                    <a:pt x="18545" y="6642"/>
                    <a:pt x="6773" y="18782"/>
                    <a:pt x="6773" y="18782"/>
                  </a:cubicBezTo>
                  <a:close/>
                  <a:moveTo>
                    <a:pt x="19218" y="5946"/>
                  </a:moveTo>
                  <a:lnTo>
                    <a:pt x="14411" y="2455"/>
                  </a:lnTo>
                  <a:lnTo>
                    <a:pt x="16792" y="0"/>
                  </a:lnTo>
                  <a:lnTo>
                    <a:pt x="21600" y="3492"/>
                  </a:lnTo>
                  <a:cubicBezTo>
                    <a:pt x="21600" y="3492"/>
                    <a:pt x="19218" y="5946"/>
                    <a:pt x="19218" y="594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3" name="Shape 34210">
              <a:extLst>
                <a:ext uri="{FF2B5EF4-FFF2-40B4-BE49-F238E27FC236}">
                  <a16:creationId xmlns:a16="http://schemas.microsoft.com/office/drawing/2014/main" id="{CFD870BB-6E85-41C6-B8B8-07CBF8452CDC}"/>
                </a:ext>
              </a:extLst>
            </p:cNvPr>
            <p:cNvSpPr/>
            <p:nvPr/>
          </p:nvSpPr>
          <p:spPr>
            <a:xfrm>
              <a:off x="9694005" y="5957329"/>
              <a:ext cx="37726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4" h="21600" extrusionOk="0">
                  <a:moveTo>
                    <a:pt x="0" y="3459"/>
                  </a:moveTo>
                  <a:lnTo>
                    <a:pt x="1422" y="10208"/>
                  </a:lnTo>
                  <a:cubicBezTo>
                    <a:pt x="1422" y="10208"/>
                    <a:pt x="2469" y="10982"/>
                    <a:pt x="3219" y="10113"/>
                  </a:cubicBezTo>
                  <a:cubicBezTo>
                    <a:pt x="4049" y="9149"/>
                    <a:pt x="6494" y="8518"/>
                    <a:pt x="6992" y="11134"/>
                  </a:cubicBezTo>
                  <a:cubicBezTo>
                    <a:pt x="7491" y="13750"/>
                    <a:pt x="5522" y="14362"/>
                    <a:pt x="4296" y="14027"/>
                  </a:cubicBezTo>
                  <a:cubicBezTo>
                    <a:pt x="3187" y="13725"/>
                    <a:pt x="2357" y="14641"/>
                    <a:pt x="2357" y="14641"/>
                  </a:cubicBezTo>
                  <a:lnTo>
                    <a:pt x="3823" y="21600"/>
                  </a:lnTo>
                  <a:lnTo>
                    <a:pt x="9313" y="20212"/>
                  </a:lnTo>
                  <a:cubicBezTo>
                    <a:pt x="9313" y="20212"/>
                    <a:pt x="9635" y="19276"/>
                    <a:pt x="8958" y="18523"/>
                  </a:cubicBezTo>
                  <a:cubicBezTo>
                    <a:pt x="8134" y="17611"/>
                    <a:pt x="7558" y="15210"/>
                    <a:pt x="10150" y="14555"/>
                  </a:cubicBezTo>
                  <a:cubicBezTo>
                    <a:pt x="12743" y="13899"/>
                    <a:pt x="13216" y="16255"/>
                    <a:pt x="12736" y="17679"/>
                  </a:cubicBezTo>
                  <a:cubicBezTo>
                    <a:pt x="12378" y="18747"/>
                    <a:pt x="13070" y="19262"/>
                    <a:pt x="13070" y="19262"/>
                  </a:cubicBezTo>
                  <a:lnTo>
                    <a:pt x="17693" y="18092"/>
                  </a:lnTo>
                  <a:cubicBezTo>
                    <a:pt x="17693" y="18092"/>
                    <a:pt x="16501" y="13146"/>
                    <a:pt x="16426" y="11786"/>
                  </a:cubicBezTo>
                  <a:cubicBezTo>
                    <a:pt x="16346" y="10328"/>
                    <a:pt x="18026" y="10919"/>
                    <a:pt x="18332" y="11000"/>
                  </a:cubicBezTo>
                  <a:cubicBezTo>
                    <a:pt x="20097" y="11473"/>
                    <a:pt x="21600" y="10153"/>
                    <a:pt x="21079" y="7680"/>
                  </a:cubicBezTo>
                  <a:cubicBezTo>
                    <a:pt x="20558" y="5208"/>
                    <a:pt x="18027" y="5192"/>
                    <a:pt x="17063" y="6452"/>
                  </a:cubicBezTo>
                  <a:cubicBezTo>
                    <a:pt x="16347" y="7388"/>
                    <a:pt x="15661" y="7684"/>
                    <a:pt x="15383" y="7029"/>
                  </a:cubicBezTo>
                  <a:cubicBezTo>
                    <a:pt x="14735" y="5498"/>
                    <a:pt x="13677" y="0"/>
                    <a:pt x="13677" y="0"/>
                  </a:cubicBezTo>
                  <a:lnTo>
                    <a:pt x="9343" y="1096"/>
                  </a:lnTo>
                  <a:cubicBezTo>
                    <a:pt x="9343" y="1096"/>
                    <a:pt x="8732" y="2392"/>
                    <a:pt x="9572" y="3149"/>
                  </a:cubicBezTo>
                  <a:cubicBezTo>
                    <a:pt x="10838" y="4289"/>
                    <a:pt x="10727" y="6525"/>
                    <a:pt x="8669" y="7045"/>
                  </a:cubicBezTo>
                  <a:cubicBezTo>
                    <a:pt x="6612" y="7566"/>
                    <a:pt x="5599" y="5828"/>
                    <a:pt x="6228" y="4123"/>
                  </a:cubicBezTo>
                  <a:cubicBezTo>
                    <a:pt x="6581" y="3168"/>
                    <a:pt x="5664" y="2036"/>
                    <a:pt x="5664" y="2036"/>
                  </a:cubicBezTo>
                  <a:cubicBezTo>
                    <a:pt x="5664" y="2036"/>
                    <a:pt x="0" y="3459"/>
                    <a:pt x="0" y="34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4" name="Shape 34211">
              <a:extLst>
                <a:ext uri="{FF2B5EF4-FFF2-40B4-BE49-F238E27FC236}">
                  <a16:creationId xmlns:a16="http://schemas.microsoft.com/office/drawing/2014/main" id="{2D449E41-EBF7-496F-9601-C0F4A60948A8}"/>
                </a:ext>
              </a:extLst>
            </p:cNvPr>
            <p:cNvSpPr/>
            <p:nvPr/>
          </p:nvSpPr>
          <p:spPr>
            <a:xfrm>
              <a:off x="10312910" y="3971892"/>
              <a:ext cx="478390" cy="6840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5" name="Shape 34212">
              <a:extLst>
                <a:ext uri="{FF2B5EF4-FFF2-40B4-BE49-F238E27FC236}">
                  <a16:creationId xmlns:a16="http://schemas.microsoft.com/office/drawing/2014/main" id="{813003F3-1906-4BE1-B321-391211951EE5}"/>
                </a:ext>
              </a:extLst>
            </p:cNvPr>
            <p:cNvSpPr/>
            <p:nvPr/>
          </p:nvSpPr>
          <p:spPr>
            <a:xfrm>
              <a:off x="9175496" y="3615262"/>
              <a:ext cx="674788" cy="4783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6" name="Shape 34213">
              <a:extLst>
                <a:ext uri="{FF2B5EF4-FFF2-40B4-BE49-F238E27FC236}">
                  <a16:creationId xmlns:a16="http://schemas.microsoft.com/office/drawing/2014/main" id="{705BA8CC-9DB8-4EEE-803C-5584FEF8DA66}"/>
                </a:ext>
              </a:extLst>
            </p:cNvPr>
            <p:cNvSpPr/>
            <p:nvPr/>
          </p:nvSpPr>
          <p:spPr>
            <a:xfrm>
              <a:off x="14822081" y="4439957"/>
              <a:ext cx="756136" cy="659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94" y="3457"/>
                  </a:moveTo>
                  <a:lnTo>
                    <a:pt x="148" y="16086"/>
                  </a:lnTo>
                  <a:lnTo>
                    <a:pt x="0" y="16165"/>
                  </a:lnTo>
                  <a:lnTo>
                    <a:pt x="1008" y="21600"/>
                  </a:lnTo>
                  <a:lnTo>
                    <a:pt x="10415" y="19280"/>
                  </a:lnTo>
                  <a:lnTo>
                    <a:pt x="10816" y="21443"/>
                  </a:lnTo>
                  <a:lnTo>
                    <a:pt x="12402" y="20369"/>
                  </a:lnTo>
                  <a:lnTo>
                    <a:pt x="14220" y="20613"/>
                  </a:lnTo>
                  <a:lnTo>
                    <a:pt x="13819" y="18450"/>
                  </a:lnTo>
                  <a:lnTo>
                    <a:pt x="17113" y="17634"/>
                  </a:lnTo>
                  <a:lnTo>
                    <a:pt x="17471" y="17546"/>
                  </a:lnTo>
                  <a:lnTo>
                    <a:pt x="21600" y="5952"/>
                  </a:lnTo>
                  <a:lnTo>
                    <a:pt x="20486" y="14"/>
                  </a:lnTo>
                  <a:cubicBezTo>
                    <a:pt x="20486" y="14"/>
                    <a:pt x="20484" y="0"/>
                    <a:pt x="20484" y="0"/>
                  </a:cubicBezTo>
                  <a:lnTo>
                    <a:pt x="6294" y="3457"/>
                  </a:lnTo>
                  <a:close/>
                  <a:moveTo>
                    <a:pt x="19860" y="1754"/>
                  </a:moveTo>
                  <a:cubicBezTo>
                    <a:pt x="19941" y="2188"/>
                    <a:pt x="20020" y="2621"/>
                    <a:pt x="20101" y="3055"/>
                  </a:cubicBezTo>
                  <a:cubicBezTo>
                    <a:pt x="20278" y="3996"/>
                    <a:pt x="20448" y="4934"/>
                    <a:pt x="20624" y="5875"/>
                  </a:cubicBezTo>
                  <a:lnTo>
                    <a:pt x="16762" y="16617"/>
                  </a:lnTo>
                  <a:lnTo>
                    <a:pt x="13623" y="17396"/>
                  </a:lnTo>
                  <a:lnTo>
                    <a:pt x="13219" y="15220"/>
                  </a:lnTo>
                  <a:cubicBezTo>
                    <a:pt x="13219" y="15220"/>
                    <a:pt x="9815" y="16049"/>
                    <a:pt x="9815" y="16049"/>
                  </a:cubicBezTo>
                  <a:lnTo>
                    <a:pt x="10222" y="18239"/>
                  </a:lnTo>
                  <a:lnTo>
                    <a:pt x="1723" y="20338"/>
                  </a:lnTo>
                  <a:lnTo>
                    <a:pt x="908" y="15944"/>
                  </a:lnTo>
                  <a:lnTo>
                    <a:pt x="16076" y="12248"/>
                  </a:lnTo>
                  <a:cubicBezTo>
                    <a:pt x="16076" y="12249"/>
                    <a:pt x="18931" y="4332"/>
                    <a:pt x="19860" y="1754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7" name="Shape 34214">
              <a:extLst>
                <a:ext uri="{FF2B5EF4-FFF2-40B4-BE49-F238E27FC236}">
                  <a16:creationId xmlns:a16="http://schemas.microsoft.com/office/drawing/2014/main" id="{F73E10A1-09BB-4382-9807-86674549F2EF}"/>
                </a:ext>
              </a:extLst>
            </p:cNvPr>
            <p:cNvSpPr/>
            <p:nvPr/>
          </p:nvSpPr>
          <p:spPr>
            <a:xfrm>
              <a:off x="12406836" y="10620127"/>
              <a:ext cx="516758" cy="572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8" name="Shape 34215">
              <a:extLst>
                <a:ext uri="{FF2B5EF4-FFF2-40B4-BE49-F238E27FC236}">
                  <a16:creationId xmlns:a16="http://schemas.microsoft.com/office/drawing/2014/main" id="{C7403A64-F206-4EFB-AC82-F990191C5DB2}"/>
                </a:ext>
              </a:extLst>
            </p:cNvPr>
            <p:cNvSpPr/>
            <p:nvPr/>
          </p:nvSpPr>
          <p:spPr>
            <a:xfrm>
              <a:off x="15192453" y="5780593"/>
              <a:ext cx="475406" cy="475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9" name="Shape 34216">
              <a:extLst>
                <a:ext uri="{FF2B5EF4-FFF2-40B4-BE49-F238E27FC236}">
                  <a16:creationId xmlns:a16="http://schemas.microsoft.com/office/drawing/2014/main" id="{D88BDF44-FEE4-455C-AAD3-62E2FB068989}"/>
                </a:ext>
              </a:extLst>
            </p:cNvPr>
            <p:cNvSpPr/>
            <p:nvPr/>
          </p:nvSpPr>
          <p:spPr>
            <a:xfrm>
              <a:off x="11916931" y="8191128"/>
              <a:ext cx="792292" cy="544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29" y="10800"/>
                  </a:moveTo>
                  <a:lnTo>
                    <a:pt x="14850" y="5891"/>
                  </a:lnTo>
                  <a:lnTo>
                    <a:pt x="18865" y="5891"/>
                  </a:lnTo>
                  <a:lnTo>
                    <a:pt x="20250" y="10800"/>
                  </a:lnTo>
                  <a:lnTo>
                    <a:pt x="14829" y="10800"/>
                  </a:lnTo>
                  <a:close/>
                  <a:moveTo>
                    <a:pt x="20250" y="5564"/>
                  </a:moveTo>
                  <a:cubicBezTo>
                    <a:pt x="19879" y="3856"/>
                    <a:pt x="18900" y="3919"/>
                    <a:pt x="18900" y="3919"/>
                  </a:cubicBezTo>
                  <a:lnTo>
                    <a:pt x="13495" y="3919"/>
                  </a:lnTo>
                  <a:lnTo>
                    <a:pt x="13495" y="18655"/>
                  </a:lnTo>
                  <a:lnTo>
                    <a:pt x="15525" y="18655"/>
                  </a:lnTo>
                  <a:cubicBezTo>
                    <a:pt x="15527" y="14736"/>
                    <a:pt x="16734" y="14727"/>
                    <a:pt x="18225" y="14728"/>
                  </a:cubicBezTo>
                  <a:cubicBezTo>
                    <a:pt x="19716" y="14728"/>
                    <a:pt x="20918" y="14757"/>
                    <a:pt x="20924" y="18655"/>
                  </a:cubicBezTo>
                  <a:lnTo>
                    <a:pt x="21600" y="18655"/>
                  </a:lnTo>
                  <a:lnTo>
                    <a:pt x="21600" y="10817"/>
                  </a:lnTo>
                  <a:cubicBezTo>
                    <a:pt x="21600" y="10817"/>
                    <a:pt x="20621" y="7272"/>
                    <a:pt x="20250" y="5564"/>
                  </a:cubicBezTo>
                  <a:close/>
                  <a:moveTo>
                    <a:pt x="12690" y="1964"/>
                  </a:moveTo>
                  <a:lnTo>
                    <a:pt x="12690" y="18655"/>
                  </a:lnTo>
                  <a:lnTo>
                    <a:pt x="6750" y="18655"/>
                  </a:lnTo>
                  <a:cubicBezTo>
                    <a:pt x="6750" y="14728"/>
                    <a:pt x="5541" y="14728"/>
                    <a:pt x="4050" y="14728"/>
                  </a:cubicBezTo>
                  <a:cubicBezTo>
                    <a:pt x="2559" y="14728"/>
                    <a:pt x="1350" y="14728"/>
                    <a:pt x="1350" y="18655"/>
                  </a:cubicBezTo>
                  <a:lnTo>
                    <a:pt x="0" y="18655"/>
                  </a:lnTo>
                  <a:lnTo>
                    <a:pt x="0" y="1964"/>
                  </a:lnTo>
                  <a:cubicBezTo>
                    <a:pt x="0" y="1421"/>
                    <a:pt x="151" y="931"/>
                    <a:pt x="395" y="575"/>
                  </a:cubicBezTo>
                  <a:cubicBezTo>
                    <a:pt x="640" y="220"/>
                    <a:pt x="977" y="0"/>
                    <a:pt x="1350" y="0"/>
                  </a:cubicBezTo>
                  <a:lnTo>
                    <a:pt x="11340" y="0"/>
                  </a:lnTo>
                  <a:cubicBezTo>
                    <a:pt x="11713" y="0"/>
                    <a:pt x="12050" y="220"/>
                    <a:pt x="12295" y="575"/>
                  </a:cubicBezTo>
                  <a:cubicBezTo>
                    <a:pt x="12539" y="931"/>
                    <a:pt x="12690" y="1421"/>
                    <a:pt x="12690" y="1964"/>
                  </a:cubicBezTo>
                  <a:close/>
                  <a:moveTo>
                    <a:pt x="4050" y="19636"/>
                  </a:moveTo>
                  <a:cubicBezTo>
                    <a:pt x="3677" y="19636"/>
                    <a:pt x="3375" y="19197"/>
                    <a:pt x="3375" y="18655"/>
                  </a:cubicBezTo>
                  <a:cubicBezTo>
                    <a:pt x="3375" y="18112"/>
                    <a:pt x="3677" y="17673"/>
                    <a:pt x="4050" y="17673"/>
                  </a:cubicBezTo>
                  <a:cubicBezTo>
                    <a:pt x="4423" y="17673"/>
                    <a:pt x="4725" y="18112"/>
                    <a:pt x="4725" y="18655"/>
                  </a:cubicBezTo>
                  <a:cubicBezTo>
                    <a:pt x="4725" y="19197"/>
                    <a:pt x="4423" y="19636"/>
                    <a:pt x="4050" y="19636"/>
                  </a:cubicBezTo>
                  <a:close/>
                  <a:moveTo>
                    <a:pt x="4050" y="15709"/>
                  </a:moveTo>
                  <a:cubicBezTo>
                    <a:pt x="2932" y="15709"/>
                    <a:pt x="2025" y="17028"/>
                    <a:pt x="2025" y="18655"/>
                  </a:cubicBezTo>
                  <a:cubicBezTo>
                    <a:pt x="2025" y="20281"/>
                    <a:pt x="2932" y="21600"/>
                    <a:pt x="4050" y="21600"/>
                  </a:cubicBezTo>
                  <a:cubicBezTo>
                    <a:pt x="5168" y="21600"/>
                    <a:pt x="6075" y="20281"/>
                    <a:pt x="6075" y="18655"/>
                  </a:cubicBezTo>
                  <a:cubicBezTo>
                    <a:pt x="6075" y="17028"/>
                    <a:pt x="5168" y="15709"/>
                    <a:pt x="4050" y="15709"/>
                  </a:cubicBezTo>
                  <a:close/>
                  <a:moveTo>
                    <a:pt x="18225" y="19636"/>
                  </a:moveTo>
                  <a:cubicBezTo>
                    <a:pt x="17852" y="19636"/>
                    <a:pt x="17550" y="19197"/>
                    <a:pt x="17550" y="18655"/>
                  </a:cubicBezTo>
                  <a:cubicBezTo>
                    <a:pt x="17550" y="18112"/>
                    <a:pt x="17852" y="17673"/>
                    <a:pt x="18225" y="17673"/>
                  </a:cubicBezTo>
                  <a:cubicBezTo>
                    <a:pt x="18598" y="17673"/>
                    <a:pt x="18900" y="18112"/>
                    <a:pt x="18900" y="18655"/>
                  </a:cubicBezTo>
                  <a:cubicBezTo>
                    <a:pt x="18900" y="19197"/>
                    <a:pt x="18598" y="19636"/>
                    <a:pt x="18225" y="19636"/>
                  </a:cubicBezTo>
                  <a:close/>
                  <a:moveTo>
                    <a:pt x="18225" y="15709"/>
                  </a:moveTo>
                  <a:cubicBezTo>
                    <a:pt x="17107" y="15709"/>
                    <a:pt x="16200" y="17028"/>
                    <a:pt x="16200" y="18655"/>
                  </a:cubicBezTo>
                  <a:cubicBezTo>
                    <a:pt x="16200" y="20281"/>
                    <a:pt x="17107" y="21600"/>
                    <a:pt x="18225" y="21600"/>
                  </a:cubicBezTo>
                  <a:cubicBezTo>
                    <a:pt x="19343" y="21600"/>
                    <a:pt x="20250" y="20281"/>
                    <a:pt x="20250" y="18655"/>
                  </a:cubicBezTo>
                  <a:cubicBezTo>
                    <a:pt x="20250" y="17028"/>
                    <a:pt x="19343" y="15709"/>
                    <a:pt x="18225" y="157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0" name="Shape 34217">
              <a:extLst>
                <a:ext uri="{FF2B5EF4-FFF2-40B4-BE49-F238E27FC236}">
                  <a16:creationId xmlns:a16="http://schemas.microsoft.com/office/drawing/2014/main" id="{3DCB4754-CE12-46B7-B86D-0A5938FF2A8F}"/>
                </a:ext>
              </a:extLst>
            </p:cNvPr>
            <p:cNvSpPr/>
            <p:nvPr/>
          </p:nvSpPr>
          <p:spPr>
            <a:xfrm>
              <a:off x="12395335" y="3740451"/>
              <a:ext cx="693544" cy="9157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solidFill>
                <a:srgbClr val="00B0F0"/>
              </a:solidFill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1" name="Shape 34218">
              <a:extLst>
                <a:ext uri="{FF2B5EF4-FFF2-40B4-BE49-F238E27FC236}">
                  <a16:creationId xmlns:a16="http://schemas.microsoft.com/office/drawing/2014/main" id="{BC37F305-5646-434C-862F-6783D8F478A1}"/>
                </a:ext>
              </a:extLst>
            </p:cNvPr>
            <p:cNvSpPr/>
            <p:nvPr/>
          </p:nvSpPr>
          <p:spPr>
            <a:xfrm>
              <a:off x="11932702" y="12638103"/>
              <a:ext cx="408708" cy="3034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837" y="8637"/>
                  </a:lnTo>
                  <a:lnTo>
                    <a:pt x="17837" y="12781"/>
                  </a:lnTo>
                  <a:cubicBezTo>
                    <a:pt x="17837" y="13798"/>
                    <a:pt x="17539" y="14723"/>
                    <a:pt x="17049" y="15392"/>
                  </a:cubicBezTo>
                  <a:cubicBezTo>
                    <a:pt x="16550" y="16075"/>
                    <a:pt x="15855" y="16492"/>
                    <a:pt x="15079" y="16478"/>
                  </a:cubicBezTo>
                  <a:lnTo>
                    <a:pt x="9158" y="16478"/>
                  </a:lnTo>
                  <a:lnTo>
                    <a:pt x="9158" y="17810"/>
                  </a:lnTo>
                  <a:cubicBezTo>
                    <a:pt x="9158" y="18368"/>
                    <a:pt x="9328" y="18874"/>
                    <a:pt x="9602" y="19240"/>
                  </a:cubicBezTo>
                  <a:cubicBezTo>
                    <a:pt x="9876" y="19606"/>
                    <a:pt x="10255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503" y="19832"/>
                    <a:pt x="20882" y="19606"/>
                    <a:pt x="21156" y="19240"/>
                  </a:cubicBezTo>
                  <a:cubicBezTo>
                    <a:pt x="21430" y="18874"/>
                    <a:pt x="21600" y="18368"/>
                    <a:pt x="21600" y="17810"/>
                  </a:cubicBezTo>
                  <a:lnTo>
                    <a:pt x="21600" y="10554"/>
                  </a:lnTo>
                  <a:cubicBezTo>
                    <a:pt x="21600" y="9996"/>
                    <a:pt x="21430" y="9490"/>
                    <a:pt x="21156" y="9125"/>
                  </a:cubicBezTo>
                  <a:cubicBezTo>
                    <a:pt x="20882" y="8759"/>
                    <a:pt x="20503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1501" y="15450"/>
                    <a:pt x="983" y="15141"/>
                    <a:pt x="607" y="14640"/>
                  </a:cubicBezTo>
                  <a:cubicBezTo>
                    <a:pt x="232" y="14139"/>
                    <a:pt x="0" y="13447"/>
                    <a:pt x="0" y="12683"/>
                  </a:cubicBezTo>
                  <a:lnTo>
                    <a:pt x="0" y="2767"/>
                  </a:lnTo>
                  <a:cubicBezTo>
                    <a:pt x="0" y="2003"/>
                    <a:pt x="232" y="1311"/>
                    <a:pt x="607" y="811"/>
                  </a:cubicBezTo>
                  <a:cubicBezTo>
                    <a:pt x="983" y="310"/>
                    <a:pt x="1501" y="0"/>
                    <a:pt x="2074" y="0"/>
                  </a:cubicBezTo>
                  <a:lnTo>
                    <a:pt x="15034" y="0"/>
                  </a:lnTo>
                  <a:cubicBezTo>
                    <a:pt x="15606" y="0"/>
                    <a:pt x="16125" y="310"/>
                    <a:pt x="16500" y="811"/>
                  </a:cubicBezTo>
                  <a:cubicBezTo>
                    <a:pt x="16875" y="1311"/>
                    <a:pt x="17107" y="2003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3441"/>
                    <a:pt x="16886" y="14134"/>
                    <a:pt x="16522" y="14637"/>
                  </a:cubicBezTo>
                  <a:cubicBezTo>
                    <a:pt x="16159" y="15139"/>
                    <a:pt x="15651" y="15450"/>
                    <a:pt x="15079" y="15450"/>
                  </a:cubicBezTo>
                  <a:lnTo>
                    <a:pt x="9158" y="15450"/>
                  </a:lnTo>
                  <a:lnTo>
                    <a:pt x="6912" y="1545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2" name="Shape 34219">
              <a:extLst>
                <a:ext uri="{FF2B5EF4-FFF2-40B4-BE49-F238E27FC236}">
                  <a16:creationId xmlns:a16="http://schemas.microsoft.com/office/drawing/2014/main" id="{922F1F8A-EC21-4CFE-94AA-B0C57664A87E}"/>
                </a:ext>
              </a:extLst>
            </p:cNvPr>
            <p:cNvSpPr/>
            <p:nvPr/>
          </p:nvSpPr>
          <p:spPr>
            <a:xfrm>
              <a:off x="11196245" y="10659511"/>
              <a:ext cx="389798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1" y="0"/>
                  </a:moveTo>
                  <a:cubicBezTo>
                    <a:pt x="372" y="0"/>
                    <a:pt x="0" y="302"/>
                    <a:pt x="0" y="675"/>
                  </a:cubicBezTo>
                  <a:cubicBezTo>
                    <a:pt x="0" y="1048"/>
                    <a:pt x="372" y="1350"/>
                    <a:pt x="831" y="1350"/>
                  </a:cubicBezTo>
                  <a:lnTo>
                    <a:pt x="20769" y="1350"/>
                  </a:lnTo>
                  <a:cubicBezTo>
                    <a:pt x="21228" y="1350"/>
                    <a:pt x="21600" y="1048"/>
                    <a:pt x="21600" y="675"/>
                  </a:cubicBezTo>
                  <a:cubicBezTo>
                    <a:pt x="21600" y="302"/>
                    <a:pt x="21228" y="0"/>
                    <a:pt x="20769" y="0"/>
                  </a:cubicBezTo>
                  <a:lnTo>
                    <a:pt x="831" y="0"/>
                  </a:lnTo>
                  <a:close/>
                  <a:moveTo>
                    <a:pt x="831" y="2025"/>
                  </a:moveTo>
                  <a:lnTo>
                    <a:pt x="831" y="15525"/>
                  </a:lnTo>
                  <a:cubicBezTo>
                    <a:pt x="831" y="15525"/>
                    <a:pt x="20769" y="15525"/>
                    <a:pt x="20769" y="15525"/>
                  </a:cubicBezTo>
                  <a:lnTo>
                    <a:pt x="20769" y="2025"/>
                  </a:lnTo>
                  <a:lnTo>
                    <a:pt x="831" y="2025"/>
                  </a:lnTo>
                  <a:close/>
                  <a:moveTo>
                    <a:pt x="15785" y="4050"/>
                  </a:moveTo>
                  <a:lnTo>
                    <a:pt x="18277" y="4050"/>
                  </a:lnTo>
                  <a:cubicBezTo>
                    <a:pt x="18277" y="4050"/>
                    <a:pt x="18277" y="13500"/>
                    <a:pt x="18277" y="13500"/>
                  </a:cubicBezTo>
                  <a:lnTo>
                    <a:pt x="15785" y="13500"/>
                  </a:lnTo>
                  <a:lnTo>
                    <a:pt x="15785" y="4050"/>
                  </a:lnTo>
                  <a:close/>
                  <a:moveTo>
                    <a:pt x="7477" y="6750"/>
                  </a:moveTo>
                  <a:lnTo>
                    <a:pt x="9969" y="6750"/>
                  </a:lnTo>
                  <a:cubicBezTo>
                    <a:pt x="9969" y="6750"/>
                    <a:pt x="9969" y="13500"/>
                    <a:pt x="9969" y="13500"/>
                  </a:cubicBezTo>
                  <a:lnTo>
                    <a:pt x="7477" y="13500"/>
                  </a:lnTo>
                  <a:lnTo>
                    <a:pt x="7477" y="6750"/>
                  </a:lnTo>
                  <a:close/>
                  <a:moveTo>
                    <a:pt x="11631" y="8775"/>
                  </a:moveTo>
                  <a:lnTo>
                    <a:pt x="14123" y="8775"/>
                  </a:lnTo>
                  <a:cubicBezTo>
                    <a:pt x="14123" y="8775"/>
                    <a:pt x="14123" y="13500"/>
                    <a:pt x="14123" y="13500"/>
                  </a:cubicBezTo>
                  <a:lnTo>
                    <a:pt x="11631" y="13500"/>
                  </a:lnTo>
                  <a:lnTo>
                    <a:pt x="11631" y="8775"/>
                  </a:lnTo>
                  <a:close/>
                  <a:moveTo>
                    <a:pt x="3323" y="10800"/>
                  </a:moveTo>
                  <a:lnTo>
                    <a:pt x="5815" y="10800"/>
                  </a:lnTo>
                  <a:cubicBezTo>
                    <a:pt x="5815" y="10800"/>
                    <a:pt x="5815" y="13500"/>
                    <a:pt x="5815" y="13500"/>
                  </a:cubicBezTo>
                  <a:lnTo>
                    <a:pt x="3323" y="13500"/>
                  </a:lnTo>
                  <a:lnTo>
                    <a:pt x="3323" y="10800"/>
                  </a:lnTo>
                  <a:close/>
                  <a:moveTo>
                    <a:pt x="3323" y="16200"/>
                  </a:moveTo>
                  <a:lnTo>
                    <a:pt x="1662" y="21600"/>
                  </a:lnTo>
                  <a:lnTo>
                    <a:pt x="3323" y="21600"/>
                  </a:lnTo>
                  <a:lnTo>
                    <a:pt x="4985" y="16200"/>
                  </a:lnTo>
                  <a:cubicBezTo>
                    <a:pt x="4985" y="16200"/>
                    <a:pt x="3323" y="16200"/>
                    <a:pt x="3323" y="16200"/>
                  </a:cubicBezTo>
                  <a:close/>
                  <a:moveTo>
                    <a:pt x="9969" y="16200"/>
                  </a:moveTo>
                  <a:lnTo>
                    <a:pt x="9969" y="21600"/>
                  </a:lnTo>
                  <a:lnTo>
                    <a:pt x="11615" y="21600"/>
                  </a:lnTo>
                  <a:cubicBezTo>
                    <a:pt x="11615" y="21600"/>
                    <a:pt x="11631" y="16200"/>
                    <a:pt x="11631" y="16200"/>
                  </a:cubicBezTo>
                  <a:lnTo>
                    <a:pt x="9969" y="16200"/>
                  </a:lnTo>
                  <a:close/>
                  <a:moveTo>
                    <a:pt x="16615" y="16200"/>
                  </a:moveTo>
                  <a:lnTo>
                    <a:pt x="18277" y="21600"/>
                  </a:lnTo>
                  <a:lnTo>
                    <a:pt x="19938" y="21600"/>
                  </a:lnTo>
                  <a:cubicBezTo>
                    <a:pt x="19938" y="21600"/>
                    <a:pt x="18277" y="16200"/>
                    <a:pt x="18277" y="16200"/>
                  </a:cubicBezTo>
                  <a:lnTo>
                    <a:pt x="16615" y="1620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3" name="Shape 34220">
              <a:extLst>
                <a:ext uri="{FF2B5EF4-FFF2-40B4-BE49-F238E27FC236}">
                  <a16:creationId xmlns:a16="http://schemas.microsoft.com/office/drawing/2014/main" id="{C67FEBAC-4FDA-4888-A68E-EE1855533665}"/>
                </a:ext>
              </a:extLst>
            </p:cNvPr>
            <p:cNvSpPr/>
            <p:nvPr/>
          </p:nvSpPr>
          <p:spPr>
            <a:xfrm>
              <a:off x="12966575" y="6806559"/>
              <a:ext cx="589416" cy="778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4" name="Shape 34221">
              <a:extLst>
                <a:ext uri="{FF2B5EF4-FFF2-40B4-BE49-F238E27FC236}">
                  <a16:creationId xmlns:a16="http://schemas.microsoft.com/office/drawing/2014/main" id="{3E7BA551-B06D-4FE4-97F8-7688D8648651}"/>
                </a:ext>
              </a:extLst>
            </p:cNvPr>
            <p:cNvSpPr/>
            <p:nvPr/>
          </p:nvSpPr>
          <p:spPr>
            <a:xfrm>
              <a:off x="11922329" y="9268053"/>
              <a:ext cx="476450" cy="629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5" name="Shape 34222">
              <a:extLst>
                <a:ext uri="{FF2B5EF4-FFF2-40B4-BE49-F238E27FC236}">
                  <a16:creationId xmlns:a16="http://schemas.microsoft.com/office/drawing/2014/main" id="{D6D14C92-6CC7-48B7-A0E5-5801F672CBDF}"/>
                </a:ext>
              </a:extLst>
            </p:cNvPr>
            <p:cNvSpPr/>
            <p:nvPr/>
          </p:nvSpPr>
          <p:spPr>
            <a:xfrm>
              <a:off x="11993787" y="10946019"/>
              <a:ext cx="447534" cy="447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7" h="21317" extrusionOk="0">
                  <a:moveTo>
                    <a:pt x="7792" y="27"/>
                  </a:moveTo>
                  <a:cubicBezTo>
                    <a:pt x="7372" y="141"/>
                    <a:pt x="7122" y="573"/>
                    <a:pt x="7234" y="993"/>
                  </a:cubicBezTo>
                  <a:lnTo>
                    <a:pt x="7836" y="3244"/>
                  </a:lnTo>
                  <a:cubicBezTo>
                    <a:pt x="8357" y="3022"/>
                    <a:pt x="8864" y="2878"/>
                    <a:pt x="9346" y="2789"/>
                  </a:cubicBezTo>
                  <a:lnTo>
                    <a:pt x="8758" y="585"/>
                  </a:lnTo>
                  <a:cubicBezTo>
                    <a:pt x="8645" y="164"/>
                    <a:pt x="8213" y="-85"/>
                    <a:pt x="7792" y="27"/>
                  </a:cubicBezTo>
                  <a:close/>
                  <a:moveTo>
                    <a:pt x="13442" y="41"/>
                  </a:moveTo>
                  <a:cubicBezTo>
                    <a:pt x="13020" y="-71"/>
                    <a:pt x="12588" y="179"/>
                    <a:pt x="12475" y="600"/>
                  </a:cubicBezTo>
                  <a:lnTo>
                    <a:pt x="11888" y="2784"/>
                  </a:lnTo>
                  <a:cubicBezTo>
                    <a:pt x="12441" y="2878"/>
                    <a:pt x="12949" y="3027"/>
                    <a:pt x="13408" y="3203"/>
                  </a:cubicBezTo>
                  <a:lnTo>
                    <a:pt x="13998" y="1007"/>
                  </a:lnTo>
                  <a:cubicBezTo>
                    <a:pt x="14110" y="585"/>
                    <a:pt x="13862" y="154"/>
                    <a:pt x="13442" y="41"/>
                  </a:cubicBezTo>
                  <a:close/>
                  <a:moveTo>
                    <a:pt x="585" y="12411"/>
                  </a:moveTo>
                  <a:cubicBezTo>
                    <a:pt x="164" y="12524"/>
                    <a:pt x="-86" y="12956"/>
                    <a:pt x="27" y="13377"/>
                  </a:cubicBezTo>
                  <a:cubicBezTo>
                    <a:pt x="139" y="13798"/>
                    <a:pt x="571" y="14047"/>
                    <a:pt x="992" y="13934"/>
                  </a:cubicBezTo>
                  <a:lnTo>
                    <a:pt x="3181" y="13347"/>
                  </a:lnTo>
                  <a:cubicBezTo>
                    <a:pt x="3009" y="12885"/>
                    <a:pt x="2865" y="12376"/>
                    <a:pt x="2775" y="11823"/>
                  </a:cubicBezTo>
                  <a:cubicBezTo>
                    <a:pt x="2775" y="11823"/>
                    <a:pt x="585" y="12411"/>
                    <a:pt x="585" y="12411"/>
                  </a:cubicBezTo>
                  <a:close/>
                  <a:moveTo>
                    <a:pt x="1013" y="7169"/>
                  </a:moveTo>
                  <a:cubicBezTo>
                    <a:pt x="592" y="7056"/>
                    <a:pt x="160" y="7306"/>
                    <a:pt x="47" y="7727"/>
                  </a:cubicBezTo>
                  <a:cubicBezTo>
                    <a:pt x="-66" y="8148"/>
                    <a:pt x="184" y="8580"/>
                    <a:pt x="604" y="8692"/>
                  </a:cubicBezTo>
                  <a:lnTo>
                    <a:pt x="2805" y="9281"/>
                  </a:lnTo>
                  <a:cubicBezTo>
                    <a:pt x="2896" y="8799"/>
                    <a:pt x="3046" y="8293"/>
                    <a:pt x="3273" y="7773"/>
                  </a:cubicBezTo>
                  <a:cubicBezTo>
                    <a:pt x="3273" y="7773"/>
                    <a:pt x="1013" y="7169"/>
                    <a:pt x="1013" y="7169"/>
                  </a:cubicBezTo>
                  <a:close/>
                  <a:moveTo>
                    <a:pt x="2889" y="2841"/>
                  </a:moveTo>
                  <a:cubicBezTo>
                    <a:pt x="2581" y="3148"/>
                    <a:pt x="2580" y="3648"/>
                    <a:pt x="2888" y="3956"/>
                  </a:cubicBezTo>
                  <a:lnTo>
                    <a:pt x="4607" y="5675"/>
                  </a:lnTo>
                  <a:cubicBezTo>
                    <a:pt x="4732" y="5529"/>
                    <a:pt x="5572" y="4695"/>
                    <a:pt x="5727" y="4563"/>
                  </a:cubicBezTo>
                  <a:lnTo>
                    <a:pt x="4004" y="2840"/>
                  </a:lnTo>
                  <a:cubicBezTo>
                    <a:pt x="3696" y="2532"/>
                    <a:pt x="3197" y="2533"/>
                    <a:pt x="2889" y="2841"/>
                  </a:cubicBezTo>
                  <a:close/>
                  <a:moveTo>
                    <a:pt x="15285" y="5439"/>
                  </a:moveTo>
                  <a:cubicBezTo>
                    <a:pt x="13524" y="3930"/>
                    <a:pt x="9472" y="2164"/>
                    <a:pt x="5822" y="5814"/>
                  </a:cubicBezTo>
                  <a:cubicBezTo>
                    <a:pt x="5821" y="5815"/>
                    <a:pt x="5821" y="5815"/>
                    <a:pt x="5821" y="5816"/>
                  </a:cubicBezTo>
                  <a:cubicBezTo>
                    <a:pt x="5820" y="5816"/>
                    <a:pt x="5819" y="5817"/>
                    <a:pt x="5819" y="5817"/>
                  </a:cubicBezTo>
                  <a:cubicBezTo>
                    <a:pt x="5819" y="5818"/>
                    <a:pt x="5818" y="5818"/>
                    <a:pt x="5818" y="5819"/>
                  </a:cubicBezTo>
                  <a:cubicBezTo>
                    <a:pt x="5817" y="5819"/>
                    <a:pt x="5817" y="5820"/>
                    <a:pt x="5816" y="5820"/>
                  </a:cubicBezTo>
                  <a:cubicBezTo>
                    <a:pt x="2166" y="9471"/>
                    <a:pt x="3932" y="13524"/>
                    <a:pt x="5440" y="15285"/>
                  </a:cubicBezTo>
                  <a:cubicBezTo>
                    <a:pt x="6807" y="16868"/>
                    <a:pt x="9202" y="17222"/>
                    <a:pt x="9535" y="17322"/>
                  </a:cubicBezTo>
                  <a:cubicBezTo>
                    <a:pt x="10076" y="17484"/>
                    <a:pt x="12612" y="17632"/>
                    <a:pt x="13467" y="18402"/>
                  </a:cubicBezTo>
                  <a:cubicBezTo>
                    <a:pt x="14644" y="19461"/>
                    <a:pt x="14810" y="19354"/>
                    <a:pt x="15487" y="18942"/>
                  </a:cubicBezTo>
                  <a:cubicBezTo>
                    <a:pt x="16178" y="18522"/>
                    <a:pt x="18522" y="16178"/>
                    <a:pt x="18942" y="15487"/>
                  </a:cubicBezTo>
                  <a:cubicBezTo>
                    <a:pt x="19354" y="14810"/>
                    <a:pt x="19461" y="14644"/>
                    <a:pt x="18401" y="13467"/>
                  </a:cubicBezTo>
                  <a:cubicBezTo>
                    <a:pt x="17632" y="12612"/>
                    <a:pt x="17484" y="10075"/>
                    <a:pt x="17321" y="9534"/>
                  </a:cubicBezTo>
                  <a:cubicBezTo>
                    <a:pt x="17222" y="9201"/>
                    <a:pt x="16868" y="6805"/>
                    <a:pt x="15285" y="5439"/>
                  </a:cubicBezTo>
                  <a:close/>
                  <a:moveTo>
                    <a:pt x="20706" y="16780"/>
                  </a:moveTo>
                  <a:cubicBezTo>
                    <a:pt x="20530" y="16603"/>
                    <a:pt x="20243" y="16603"/>
                    <a:pt x="20066" y="16780"/>
                  </a:cubicBezTo>
                  <a:lnTo>
                    <a:pt x="16780" y="20067"/>
                  </a:lnTo>
                  <a:cubicBezTo>
                    <a:pt x="16603" y="20244"/>
                    <a:pt x="16603" y="20531"/>
                    <a:pt x="16780" y="20707"/>
                  </a:cubicBezTo>
                  <a:lnTo>
                    <a:pt x="16780" y="20707"/>
                  </a:lnTo>
                  <a:cubicBezTo>
                    <a:pt x="16956" y="20884"/>
                    <a:pt x="17243" y="20884"/>
                    <a:pt x="17419" y="20707"/>
                  </a:cubicBezTo>
                  <a:lnTo>
                    <a:pt x="20706" y="17420"/>
                  </a:lnTo>
                  <a:cubicBezTo>
                    <a:pt x="20883" y="17243"/>
                    <a:pt x="20883" y="16956"/>
                    <a:pt x="20706" y="16780"/>
                  </a:cubicBezTo>
                  <a:cubicBezTo>
                    <a:pt x="20706" y="16780"/>
                    <a:pt x="20706" y="16780"/>
                    <a:pt x="20706" y="16780"/>
                  </a:cubicBezTo>
                  <a:close/>
                  <a:moveTo>
                    <a:pt x="19833" y="15906"/>
                  </a:moveTo>
                  <a:cubicBezTo>
                    <a:pt x="19656" y="15729"/>
                    <a:pt x="19370" y="15730"/>
                    <a:pt x="19193" y="15906"/>
                  </a:cubicBezTo>
                  <a:lnTo>
                    <a:pt x="15906" y="19194"/>
                  </a:lnTo>
                  <a:cubicBezTo>
                    <a:pt x="15729" y="19370"/>
                    <a:pt x="15729" y="19657"/>
                    <a:pt x="15906" y="19833"/>
                  </a:cubicBezTo>
                  <a:lnTo>
                    <a:pt x="15906" y="19833"/>
                  </a:lnTo>
                  <a:cubicBezTo>
                    <a:pt x="16082" y="20010"/>
                    <a:pt x="16369" y="20010"/>
                    <a:pt x="16546" y="19833"/>
                  </a:cubicBezTo>
                  <a:lnTo>
                    <a:pt x="19833" y="16546"/>
                  </a:lnTo>
                  <a:cubicBezTo>
                    <a:pt x="20009" y="16369"/>
                    <a:pt x="20009" y="16083"/>
                    <a:pt x="19833" y="15906"/>
                  </a:cubicBezTo>
                  <a:cubicBezTo>
                    <a:pt x="19833" y="15906"/>
                    <a:pt x="19833" y="15906"/>
                    <a:pt x="19833" y="15906"/>
                  </a:cubicBezTo>
                  <a:close/>
                  <a:moveTo>
                    <a:pt x="17867" y="20727"/>
                  </a:moveTo>
                  <a:lnTo>
                    <a:pt x="20726" y="17867"/>
                  </a:lnTo>
                  <a:cubicBezTo>
                    <a:pt x="21514" y="18656"/>
                    <a:pt x="21513" y="19935"/>
                    <a:pt x="20724" y="20724"/>
                  </a:cubicBezTo>
                  <a:cubicBezTo>
                    <a:pt x="19934" y="21514"/>
                    <a:pt x="18655" y="21515"/>
                    <a:pt x="17867" y="2072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6" name="Shape 34223">
              <a:extLst>
                <a:ext uri="{FF2B5EF4-FFF2-40B4-BE49-F238E27FC236}">
                  <a16:creationId xmlns:a16="http://schemas.microsoft.com/office/drawing/2014/main" id="{1A04EC51-D36E-4884-9F09-10AC368049F1}"/>
                </a:ext>
              </a:extLst>
            </p:cNvPr>
            <p:cNvSpPr/>
            <p:nvPr/>
          </p:nvSpPr>
          <p:spPr>
            <a:xfrm>
              <a:off x="11828592" y="12064076"/>
              <a:ext cx="446404" cy="410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91" h="21254" extrusionOk="0">
                  <a:moveTo>
                    <a:pt x="14806" y="20802"/>
                  </a:moveTo>
                  <a:cubicBezTo>
                    <a:pt x="16771" y="20078"/>
                    <a:pt x="18497" y="18506"/>
                    <a:pt x="19509" y="16252"/>
                  </a:cubicBezTo>
                  <a:cubicBezTo>
                    <a:pt x="21534" y="11744"/>
                    <a:pt x="19954" y="6226"/>
                    <a:pt x="15980" y="3929"/>
                  </a:cubicBezTo>
                  <a:cubicBezTo>
                    <a:pt x="12750" y="2062"/>
                    <a:pt x="8929" y="2896"/>
                    <a:pt x="6525" y="5695"/>
                  </a:cubicBezTo>
                  <a:cubicBezTo>
                    <a:pt x="6494" y="5619"/>
                    <a:pt x="6446" y="5549"/>
                    <a:pt x="6387" y="5489"/>
                  </a:cubicBezTo>
                  <a:lnTo>
                    <a:pt x="1181" y="167"/>
                  </a:lnTo>
                  <a:cubicBezTo>
                    <a:pt x="946" y="-73"/>
                    <a:pt x="582" y="-53"/>
                    <a:pt x="370" y="214"/>
                  </a:cubicBezTo>
                  <a:lnTo>
                    <a:pt x="146" y="499"/>
                  </a:lnTo>
                  <a:cubicBezTo>
                    <a:pt x="-66" y="765"/>
                    <a:pt x="-44" y="1177"/>
                    <a:pt x="192" y="1417"/>
                  </a:cubicBezTo>
                  <a:lnTo>
                    <a:pt x="5396" y="6733"/>
                  </a:lnTo>
                  <a:cubicBezTo>
                    <a:pt x="5480" y="6818"/>
                    <a:pt x="5581" y="6859"/>
                    <a:pt x="5685" y="6879"/>
                  </a:cubicBezTo>
                  <a:cubicBezTo>
                    <a:pt x="5480" y="7214"/>
                    <a:pt x="5286" y="7560"/>
                    <a:pt x="5118" y="7933"/>
                  </a:cubicBezTo>
                  <a:cubicBezTo>
                    <a:pt x="3093" y="12441"/>
                    <a:pt x="4673" y="17959"/>
                    <a:pt x="8647" y="20256"/>
                  </a:cubicBezTo>
                  <a:cubicBezTo>
                    <a:pt x="10634" y="21405"/>
                    <a:pt x="12840" y="21527"/>
                    <a:pt x="14806" y="20802"/>
                  </a:cubicBezTo>
                  <a:close/>
                  <a:moveTo>
                    <a:pt x="14414" y="19435"/>
                  </a:moveTo>
                  <a:cubicBezTo>
                    <a:pt x="12758" y="20045"/>
                    <a:pt x="10896" y="19937"/>
                    <a:pt x="9221" y="18969"/>
                  </a:cubicBezTo>
                  <a:cubicBezTo>
                    <a:pt x="5873" y="17034"/>
                    <a:pt x="4542" y="12385"/>
                    <a:pt x="6248" y="8586"/>
                  </a:cubicBezTo>
                  <a:cubicBezTo>
                    <a:pt x="7954" y="4788"/>
                    <a:pt x="12052" y="3277"/>
                    <a:pt x="15400" y="5212"/>
                  </a:cubicBezTo>
                  <a:cubicBezTo>
                    <a:pt x="18748" y="7148"/>
                    <a:pt x="20080" y="11797"/>
                    <a:pt x="18374" y="15596"/>
                  </a:cubicBezTo>
                  <a:cubicBezTo>
                    <a:pt x="17521" y="17495"/>
                    <a:pt x="16070" y="18824"/>
                    <a:pt x="14414" y="1943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7" name="Shape 34224">
              <a:extLst>
                <a:ext uri="{FF2B5EF4-FFF2-40B4-BE49-F238E27FC236}">
                  <a16:creationId xmlns:a16="http://schemas.microsoft.com/office/drawing/2014/main" id="{1FF48417-26E8-4025-81A5-3900579BFBBB}"/>
                </a:ext>
              </a:extLst>
            </p:cNvPr>
            <p:cNvSpPr/>
            <p:nvPr/>
          </p:nvSpPr>
          <p:spPr>
            <a:xfrm>
              <a:off x="11467012" y="10972393"/>
              <a:ext cx="358632" cy="692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6" h="21532" extrusionOk="0">
                  <a:moveTo>
                    <a:pt x="17698" y="0"/>
                  </a:moveTo>
                  <a:lnTo>
                    <a:pt x="16138" y="1685"/>
                  </a:lnTo>
                  <a:cubicBezTo>
                    <a:pt x="16052" y="1663"/>
                    <a:pt x="15626" y="1553"/>
                    <a:pt x="15626" y="1553"/>
                  </a:cubicBezTo>
                  <a:lnTo>
                    <a:pt x="14403" y="2878"/>
                  </a:lnTo>
                  <a:lnTo>
                    <a:pt x="14914" y="3010"/>
                  </a:lnTo>
                  <a:lnTo>
                    <a:pt x="14546" y="3408"/>
                  </a:lnTo>
                  <a:lnTo>
                    <a:pt x="2184" y="16751"/>
                  </a:lnTo>
                  <a:cubicBezTo>
                    <a:pt x="1744" y="17225"/>
                    <a:pt x="202" y="19746"/>
                    <a:pt x="516" y="20547"/>
                  </a:cubicBezTo>
                  <a:cubicBezTo>
                    <a:pt x="560" y="20662"/>
                    <a:pt x="644" y="20742"/>
                    <a:pt x="773" y="20775"/>
                  </a:cubicBezTo>
                  <a:cubicBezTo>
                    <a:pt x="1807" y="21040"/>
                    <a:pt x="5426" y="18252"/>
                    <a:pt x="5928" y="17710"/>
                  </a:cubicBezTo>
                  <a:lnTo>
                    <a:pt x="18283" y="4367"/>
                  </a:lnTo>
                  <a:lnTo>
                    <a:pt x="18652" y="3969"/>
                  </a:lnTo>
                  <a:lnTo>
                    <a:pt x="19186" y="4106"/>
                  </a:lnTo>
                  <a:lnTo>
                    <a:pt x="14380" y="9291"/>
                  </a:lnTo>
                  <a:lnTo>
                    <a:pt x="15147" y="9488"/>
                  </a:lnTo>
                  <a:lnTo>
                    <a:pt x="21176" y="2979"/>
                  </a:lnTo>
                  <a:cubicBezTo>
                    <a:pt x="21176" y="2979"/>
                    <a:pt x="20341" y="2767"/>
                    <a:pt x="19876" y="2647"/>
                  </a:cubicBezTo>
                  <a:lnTo>
                    <a:pt x="21436" y="963"/>
                  </a:lnTo>
                  <a:cubicBezTo>
                    <a:pt x="21436" y="963"/>
                    <a:pt x="17698" y="0"/>
                    <a:pt x="17698" y="0"/>
                  </a:cubicBezTo>
                  <a:close/>
                  <a:moveTo>
                    <a:pt x="516" y="20547"/>
                  </a:moveTo>
                  <a:cubicBezTo>
                    <a:pt x="504" y="20509"/>
                    <a:pt x="483" y="20481"/>
                    <a:pt x="479" y="20436"/>
                  </a:cubicBezTo>
                  <a:lnTo>
                    <a:pt x="223" y="20708"/>
                  </a:lnTo>
                  <a:cubicBezTo>
                    <a:pt x="120" y="20820"/>
                    <a:pt x="-164" y="21449"/>
                    <a:pt x="129" y="21525"/>
                  </a:cubicBezTo>
                  <a:cubicBezTo>
                    <a:pt x="423" y="21600"/>
                    <a:pt x="1188" y="21095"/>
                    <a:pt x="1291" y="20984"/>
                  </a:cubicBezTo>
                  <a:lnTo>
                    <a:pt x="1546" y="20707"/>
                  </a:lnTo>
                  <a:cubicBezTo>
                    <a:pt x="1228" y="20825"/>
                    <a:pt x="959" y="20878"/>
                    <a:pt x="774" y="20830"/>
                  </a:cubicBezTo>
                  <a:cubicBezTo>
                    <a:pt x="630" y="20793"/>
                    <a:pt x="555" y="20685"/>
                    <a:pt x="516" y="20547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8" name="Shape 34225">
              <a:extLst>
                <a:ext uri="{FF2B5EF4-FFF2-40B4-BE49-F238E27FC236}">
                  <a16:creationId xmlns:a16="http://schemas.microsoft.com/office/drawing/2014/main" id="{2F2CADE7-1EB8-4540-8168-345A18DC2482}"/>
                </a:ext>
              </a:extLst>
            </p:cNvPr>
            <p:cNvSpPr/>
            <p:nvPr/>
          </p:nvSpPr>
          <p:spPr>
            <a:xfrm>
              <a:off x="12788908" y="11202698"/>
              <a:ext cx="425116" cy="1180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936"/>
                  </a:moveTo>
                  <a:lnTo>
                    <a:pt x="17631" y="5428"/>
                  </a:lnTo>
                  <a:lnTo>
                    <a:pt x="17241" y="21600"/>
                  </a:lnTo>
                  <a:cubicBezTo>
                    <a:pt x="17241" y="21600"/>
                    <a:pt x="21600" y="14936"/>
                    <a:pt x="21600" y="14936"/>
                  </a:cubicBezTo>
                  <a:close/>
                  <a:moveTo>
                    <a:pt x="16506" y="21368"/>
                  </a:moveTo>
                  <a:lnTo>
                    <a:pt x="16896" y="5196"/>
                  </a:lnTo>
                  <a:lnTo>
                    <a:pt x="3794" y="1071"/>
                  </a:lnTo>
                  <a:lnTo>
                    <a:pt x="3401" y="17243"/>
                  </a:lnTo>
                  <a:cubicBezTo>
                    <a:pt x="3401" y="17243"/>
                    <a:pt x="16506" y="21368"/>
                    <a:pt x="16506" y="21368"/>
                  </a:cubicBezTo>
                  <a:close/>
                  <a:moveTo>
                    <a:pt x="2651" y="17004"/>
                  </a:moveTo>
                  <a:lnTo>
                    <a:pt x="3043" y="832"/>
                  </a:lnTo>
                  <a:lnTo>
                    <a:pt x="393" y="0"/>
                  </a:lnTo>
                  <a:lnTo>
                    <a:pt x="0" y="16172"/>
                  </a:lnTo>
                  <a:cubicBezTo>
                    <a:pt x="0" y="16172"/>
                    <a:pt x="2651" y="17004"/>
                    <a:pt x="2651" y="170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9" name="Shape 34226">
              <a:extLst>
                <a:ext uri="{FF2B5EF4-FFF2-40B4-BE49-F238E27FC236}">
                  <a16:creationId xmlns:a16="http://schemas.microsoft.com/office/drawing/2014/main" id="{2626E289-3644-4D89-A632-9A06B07D991F}"/>
                </a:ext>
              </a:extLst>
            </p:cNvPr>
            <p:cNvSpPr/>
            <p:nvPr/>
          </p:nvSpPr>
          <p:spPr>
            <a:xfrm>
              <a:off x="12691600" y="7661988"/>
              <a:ext cx="463732" cy="545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0" name="Shape 34227">
              <a:extLst>
                <a:ext uri="{FF2B5EF4-FFF2-40B4-BE49-F238E27FC236}">
                  <a16:creationId xmlns:a16="http://schemas.microsoft.com/office/drawing/2014/main" id="{DF3AE396-2033-4E23-B1B0-2CB074260361}"/>
                </a:ext>
              </a:extLst>
            </p:cNvPr>
            <p:cNvSpPr/>
            <p:nvPr/>
          </p:nvSpPr>
          <p:spPr>
            <a:xfrm>
              <a:off x="11861838" y="8796062"/>
              <a:ext cx="359648" cy="359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1" name="Shape 34228">
              <a:extLst>
                <a:ext uri="{FF2B5EF4-FFF2-40B4-BE49-F238E27FC236}">
                  <a16:creationId xmlns:a16="http://schemas.microsoft.com/office/drawing/2014/main" id="{C31D1EDA-4B16-4A91-88B3-5D0C5BEBD26F}"/>
                </a:ext>
              </a:extLst>
            </p:cNvPr>
            <p:cNvSpPr/>
            <p:nvPr/>
          </p:nvSpPr>
          <p:spPr>
            <a:xfrm>
              <a:off x="9057539" y="5652197"/>
              <a:ext cx="565072" cy="6487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90" y="0"/>
                  </a:moveTo>
                  <a:lnTo>
                    <a:pt x="0" y="14168"/>
                  </a:lnTo>
                  <a:lnTo>
                    <a:pt x="12187" y="21600"/>
                  </a:lnTo>
                  <a:lnTo>
                    <a:pt x="21600" y="9890"/>
                  </a:lnTo>
                  <a:lnTo>
                    <a:pt x="20767" y="5719"/>
                  </a:lnTo>
                  <a:lnTo>
                    <a:pt x="11390" y="0"/>
                  </a:lnTo>
                  <a:close/>
                  <a:moveTo>
                    <a:pt x="12641" y="5625"/>
                  </a:moveTo>
                  <a:lnTo>
                    <a:pt x="17079" y="8332"/>
                  </a:lnTo>
                  <a:lnTo>
                    <a:pt x="16765" y="8723"/>
                  </a:lnTo>
                  <a:lnTo>
                    <a:pt x="12326" y="6016"/>
                  </a:lnTo>
                  <a:lnTo>
                    <a:pt x="12641" y="5625"/>
                  </a:lnTo>
                  <a:close/>
                  <a:moveTo>
                    <a:pt x="7323" y="8127"/>
                  </a:moveTo>
                  <a:lnTo>
                    <a:pt x="16200" y="13540"/>
                  </a:lnTo>
                  <a:lnTo>
                    <a:pt x="15894" y="13920"/>
                  </a:lnTo>
                  <a:lnTo>
                    <a:pt x="7017" y="8506"/>
                  </a:lnTo>
                  <a:lnTo>
                    <a:pt x="7323" y="8127"/>
                  </a:lnTo>
                  <a:close/>
                  <a:moveTo>
                    <a:pt x="5778" y="10048"/>
                  </a:moveTo>
                  <a:lnTo>
                    <a:pt x="14655" y="15462"/>
                  </a:lnTo>
                  <a:lnTo>
                    <a:pt x="14340" y="15853"/>
                  </a:lnTo>
                  <a:lnTo>
                    <a:pt x="5463" y="10439"/>
                  </a:lnTo>
                  <a:lnTo>
                    <a:pt x="5778" y="10048"/>
                  </a:lnTo>
                  <a:close/>
                  <a:moveTo>
                    <a:pt x="4233" y="11970"/>
                  </a:moveTo>
                  <a:lnTo>
                    <a:pt x="8671" y="14677"/>
                  </a:lnTo>
                  <a:lnTo>
                    <a:pt x="8357" y="15068"/>
                  </a:lnTo>
                  <a:lnTo>
                    <a:pt x="3918" y="12361"/>
                  </a:lnTo>
                  <a:lnTo>
                    <a:pt x="4233" y="1197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2" name="Shape 34229">
              <a:extLst>
                <a:ext uri="{FF2B5EF4-FFF2-40B4-BE49-F238E27FC236}">
                  <a16:creationId xmlns:a16="http://schemas.microsoft.com/office/drawing/2014/main" id="{69D257C2-090D-40ED-8AE6-C1A0794F3FF5}"/>
                </a:ext>
              </a:extLst>
            </p:cNvPr>
            <p:cNvSpPr/>
            <p:nvPr/>
          </p:nvSpPr>
          <p:spPr>
            <a:xfrm>
              <a:off x="14430703" y="5653180"/>
              <a:ext cx="678286" cy="60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217" extrusionOk="0">
                  <a:moveTo>
                    <a:pt x="16218" y="16859"/>
                  </a:moveTo>
                  <a:lnTo>
                    <a:pt x="3455" y="9002"/>
                  </a:lnTo>
                  <a:lnTo>
                    <a:pt x="7275" y="1347"/>
                  </a:lnTo>
                  <a:lnTo>
                    <a:pt x="20039" y="9205"/>
                  </a:lnTo>
                  <a:cubicBezTo>
                    <a:pt x="20039" y="9205"/>
                    <a:pt x="16218" y="16859"/>
                    <a:pt x="16218" y="16859"/>
                  </a:cubicBezTo>
                  <a:close/>
                  <a:moveTo>
                    <a:pt x="20627" y="8027"/>
                  </a:moveTo>
                  <a:lnTo>
                    <a:pt x="7863" y="170"/>
                  </a:lnTo>
                  <a:cubicBezTo>
                    <a:pt x="7275" y="-192"/>
                    <a:pt x="6536" y="43"/>
                    <a:pt x="6211" y="693"/>
                  </a:cubicBezTo>
                  <a:cubicBezTo>
                    <a:pt x="6211" y="693"/>
                    <a:pt x="1803" y="9525"/>
                    <a:pt x="1814" y="9531"/>
                  </a:cubicBezTo>
                  <a:lnTo>
                    <a:pt x="16683" y="18684"/>
                  </a:lnTo>
                  <a:cubicBezTo>
                    <a:pt x="16694" y="18691"/>
                    <a:pt x="21103" y="9860"/>
                    <a:pt x="21103" y="9860"/>
                  </a:cubicBezTo>
                  <a:cubicBezTo>
                    <a:pt x="21427" y="9210"/>
                    <a:pt x="21214" y="8389"/>
                    <a:pt x="20627" y="8027"/>
                  </a:cubicBezTo>
                  <a:close/>
                  <a:moveTo>
                    <a:pt x="15519" y="21047"/>
                  </a:moveTo>
                  <a:lnTo>
                    <a:pt x="628" y="11880"/>
                  </a:lnTo>
                  <a:cubicBezTo>
                    <a:pt x="40" y="11518"/>
                    <a:pt x="-173" y="10698"/>
                    <a:pt x="152" y="10047"/>
                  </a:cubicBezTo>
                  <a:lnTo>
                    <a:pt x="446" y="9459"/>
                  </a:lnTo>
                  <a:lnTo>
                    <a:pt x="7359" y="13714"/>
                  </a:lnTo>
                  <a:lnTo>
                    <a:pt x="7065" y="14303"/>
                  </a:lnTo>
                  <a:lnTo>
                    <a:pt x="10256" y="16268"/>
                  </a:lnTo>
                  <a:lnTo>
                    <a:pt x="10550" y="15679"/>
                  </a:lnTo>
                  <a:lnTo>
                    <a:pt x="17464" y="19935"/>
                  </a:lnTo>
                  <a:lnTo>
                    <a:pt x="17170" y="20524"/>
                  </a:lnTo>
                  <a:cubicBezTo>
                    <a:pt x="16846" y="21174"/>
                    <a:pt x="16106" y="21408"/>
                    <a:pt x="15519" y="21047"/>
                  </a:cubicBezTo>
                  <a:cubicBezTo>
                    <a:pt x="15519" y="21047"/>
                    <a:pt x="15519" y="21047"/>
                    <a:pt x="15519" y="2104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3" name="Shape 34230">
              <a:extLst>
                <a:ext uri="{FF2B5EF4-FFF2-40B4-BE49-F238E27FC236}">
                  <a16:creationId xmlns:a16="http://schemas.microsoft.com/office/drawing/2014/main" id="{6668CDD0-0005-4AFC-9032-C6544BF09D80}"/>
                </a:ext>
              </a:extLst>
            </p:cNvPr>
            <p:cNvSpPr/>
            <p:nvPr/>
          </p:nvSpPr>
          <p:spPr>
            <a:xfrm>
              <a:off x="14217720" y="6775957"/>
              <a:ext cx="333440" cy="6668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50" y="4050"/>
                  </a:moveTo>
                  <a:lnTo>
                    <a:pt x="1618" y="4050"/>
                  </a:lnTo>
                  <a:lnTo>
                    <a:pt x="1618" y="17550"/>
                  </a:lnTo>
                  <a:lnTo>
                    <a:pt x="20250" y="17550"/>
                  </a:lnTo>
                  <a:lnTo>
                    <a:pt x="20250" y="4050"/>
                  </a:lnTo>
                  <a:close/>
                  <a:moveTo>
                    <a:pt x="14175" y="2025"/>
                  </a:moveTo>
                  <a:lnTo>
                    <a:pt x="7425" y="2025"/>
                  </a:lnTo>
                  <a:cubicBezTo>
                    <a:pt x="7052" y="2025"/>
                    <a:pt x="6750" y="2176"/>
                    <a:pt x="6750" y="2363"/>
                  </a:cubicBezTo>
                  <a:cubicBezTo>
                    <a:pt x="6750" y="2549"/>
                    <a:pt x="7052" y="2700"/>
                    <a:pt x="7425" y="2700"/>
                  </a:cubicBezTo>
                  <a:lnTo>
                    <a:pt x="14175" y="2700"/>
                  </a:lnTo>
                  <a:cubicBezTo>
                    <a:pt x="14548" y="2700"/>
                    <a:pt x="14850" y="2549"/>
                    <a:pt x="14850" y="2363"/>
                  </a:cubicBezTo>
                  <a:cubicBezTo>
                    <a:pt x="14850" y="2176"/>
                    <a:pt x="14548" y="2025"/>
                    <a:pt x="14175" y="2025"/>
                  </a:cubicBezTo>
                  <a:close/>
                  <a:moveTo>
                    <a:pt x="11475" y="20250"/>
                  </a:moveTo>
                  <a:cubicBezTo>
                    <a:pt x="12593" y="20250"/>
                    <a:pt x="13500" y="19797"/>
                    <a:pt x="13500" y="19238"/>
                  </a:cubicBezTo>
                  <a:cubicBezTo>
                    <a:pt x="13500" y="18678"/>
                    <a:pt x="12593" y="18225"/>
                    <a:pt x="11475" y="18225"/>
                  </a:cubicBezTo>
                  <a:cubicBezTo>
                    <a:pt x="10357" y="18225"/>
                    <a:pt x="9450" y="18678"/>
                    <a:pt x="9450" y="19238"/>
                  </a:cubicBezTo>
                  <a:cubicBezTo>
                    <a:pt x="9450" y="19797"/>
                    <a:pt x="10357" y="20250"/>
                    <a:pt x="11475" y="20250"/>
                  </a:cubicBezTo>
                  <a:close/>
                  <a:moveTo>
                    <a:pt x="18900" y="21600"/>
                  </a:moveTo>
                  <a:lnTo>
                    <a:pt x="2700" y="21600"/>
                  </a:lnTo>
                  <a:cubicBezTo>
                    <a:pt x="1954" y="21600"/>
                    <a:pt x="1279" y="21449"/>
                    <a:pt x="791" y="21205"/>
                  </a:cubicBezTo>
                  <a:cubicBezTo>
                    <a:pt x="302" y="20960"/>
                    <a:pt x="0" y="20623"/>
                    <a:pt x="0" y="20250"/>
                  </a:cubicBezTo>
                  <a:lnTo>
                    <a:pt x="0" y="1350"/>
                  </a:lnTo>
                  <a:cubicBezTo>
                    <a:pt x="0" y="977"/>
                    <a:pt x="302" y="640"/>
                    <a:pt x="791" y="395"/>
                  </a:cubicBezTo>
                  <a:cubicBezTo>
                    <a:pt x="1279" y="151"/>
                    <a:pt x="1954" y="0"/>
                    <a:pt x="2700" y="0"/>
                  </a:cubicBezTo>
                  <a:lnTo>
                    <a:pt x="18900" y="0"/>
                  </a:lnTo>
                  <a:cubicBezTo>
                    <a:pt x="19646" y="0"/>
                    <a:pt x="20321" y="151"/>
                    <a:pt x="20809" y="395"/>
                  </a:cubicBezTo>
                  <a:cubicBezTo>
                    <a:pt x="21298" y="640"/>
                    <a:pt x="21600" y="977"/>
                    <a:pt x="21600" y="1350"/>
                  </a:cubicBezTo>
                  <a:lnTo>
                    <a:pt x="21600" y="20250"/>
                  </a:lnTo>
                  <a:cubicBezTo>
                    <a:pt x="21600" y="20623"/>
                    <a:pt x="21298" y="20960"/>
                    <a:pt x="20809" y="21205"/>
                  </a:cubicBezTo>
                  <a:cubicBezTo>
                    <a:pt x="20321" y="21449"/>
                    <a:pt x="19646" y="21600"/>
                    <a:pt x="189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4" name="Shape 34231">
              <a:extLst>
                <a:ext uri="{FF2B5EF4-FFF2-40B4-BE49-F238E27FC236}">
                  <a16:creationId xmlns:a16="http://schemas.microsoft.com/office/drawing/2014/main" id="{B6EB95AD-2468-4AA4-9F51-2FC437664451}"/>
                </a:ext>
              </a:extLst>
            </p:cNvPr>
            <p:cNvSpPr/>
            <p:nvPr/>
          </p:nvSpPr>
          <p:spPr>
            <a:xfrm>
              <a:off x="12484545" y="3228311"/>
              <a:ext cx="428100" cy="347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5" name="Shape 34232">
              <a:extLst>
                <a:ext uri="{FF2B5EF4-FFF2-40B4-BE49-F238E27FC236}">
                  <a16:creationId xmlns:a16="http://schemas.microsoft.com/office/drawing/2014/main" id="{32DCAC3A-6B36-419D-9893-889513F0ACBF}"/>
                </a:ext>
              </a:extLst>
            </p:cNvPr>
            <p:cNvSpPr/>
            <p:nvPr/>
          </p:nvSpPr>
          <p:spPr>
            <a:xfrm>
              <a:off x="11791096" y="11232556"/>
              <a:ext cx="130464" cy="2796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6" name="Shape 34233">
              <a:extLst>
                <a:ext uri="{FF2B5EF4-FFF2-40B4-BE49-F238E27FC236}">
                  <a16:creationId xmlns:a16="http://schemas.microsoft.com/office/drawing/2014/main" id="{8236CA81-388B-4908-9685-8D6BC8E70187}"/>
                </a:ext>
              </a:extLst>
            </p:cNvPr>
            <p:cNvSpPr/>
            <p:nvPr/>
          </p:nvSpPr>
          <p:spPr>
            <a:xfrm>
              <a:off x="11084739" y="4570184"/>
              <a:ext cx="304442" cy="392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7" name="Shape 34234">
              <a:extLst>
                <a:ext uri="{FF2B5EF4-FFF2-40B4-BE49-F238E27FC236}">
                  <a16:creationId xmlns:a16="http://schemas.microsoft.com/office/drawing/2014/main" id="{3B7B2670-A08D-473B-89ED-542ECD1FDE80}"/>
                </a:ext>
              </a:extLst>
            </p:cNvPr>
            <p:cNvSpPr/>
            <p:nvPr/>
          </p:nvSpPr>
          <p:spPr>
            <a:xfrm>
              <a:off x="10710090" y="4258444"/>
              <a:ext cx="419088" cy="392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8" name="Shape 34235">
              <a:extLst>
                <a:ext uri="{FF2B5EF4-FFF2-40B4-BE49-F238E27FC236}">
                  <a16:creationId xmlns:a16="http://schemas.microsoft.com/office/drawing/2014/main" id="{4BA7DD70-A383-473C-B36B-451C12022852}"/>
                </a:ext>
              </a:extLst>
            </p:cNvPr>
            <p:cNvSpPr/>
            <p:nvPr/>
          </p:nvSpPr>
          <p:spPr>
            <a:xfrm>
              <a:off x="9790862" y="4363012"/>
              <a:ext cx="428100" cy="347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9" name="Shape 34236">
              <a:extLst>
                <a:ext uri="{FF2B5EF4-FFF2-40B4-BE49-F238E27FC236}">
                  <a16:creationId xmlns:a16="http://schemas.microsoft.com/office/drawing/2014/main" id="{7CE95E47-26B3-4B10-A35F-2AB76B3F6165}"/>
                </a:ext>
              </a:extLst>
            </p:cNvPr>
            <p:cNvSpPr/>
            <p:nvPr/>
          </p:nvSpPr>
          <p:spPr>
            <a:xfrm>
              <a:off x="12210021" y="7840631"/>
              <a:ext cx="346528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0" name="Shape 34237">
              <a:extLst>
                <a:ext uri="{FF2B5EF4-FFF2-40B4-BE49-F238E27FC236}">
                  <a16:creationId xmlns:a16="http://schemas.microsoft.com/office/drawing/2014/main" id="{8FAEF7C4-DB17-4314-80F9-A102E8ED182B}"/>
                </a:ext>
              </a:extLst>
            </p:cNvPr>
            <p:cNvSpPr/>
            <p:nvPr/>
          </p:nvSpPr>
          <p:spPr>
            <a:xfrm>
              <a:off x="11135547" y="9214788"/>
              <a:ext cx="16385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1" name="Shape 34238">
              <a:extLst>
                <a:ext uri="{FF2B5EF4-FFF2-40B4-BE49-F238E27FC236}">
                  <a16:creationId xmlns:a16="http://schemas.microsoft.com/office/drawing/2014/main" id="{640C6937-306B-447A-8DC0-B0D6D74C2BCA}"/>
                </a:ext>
              </a:extLst>
            </p:cNvPr>
            <p:cNvSpPr/>
            <p:nvPr/>
          </p:nvSpPr>
          <p:spPr>
            <a:xfrm>
              <a:off x="13971261" y="7721068"/>
              <a:ext cx="16385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2" name="Shape 34239">
              <a:extLst>
                <a:ext uri="{FF2B5EF4-FFF2-40B4-BE49-F238E27FC236}">
                  <a16:creationId xmlns:a16="http://schemas.microsoft.com/office/drawing/2014/main" id="{99CEE80A-7F00-4293-BBB6-2810E8A7DE26}"/>
                </a:ext>
              </a:extLst>
            </p:cNvPr>
            <p:cNvSpPr/>
            <p:nvPr/>
          </p:nvSpPr>
          <p:spPr>
            <a:xfrm>
              <a:off x="13086555" y="5888971"/>
              <a:ext cx="304442" cy="3928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3" name="Shape 34240">
              <a:extLst>
                <a:ext uri="{FF2B5EF4-FFF2-40B4-BE49-F238E27FC236}">
                  <a16:creationId xmlns:a16="http://schemas.microsoft.com/office/drawing/2014/main" id="{47BBC576-B99B-4896-9350-9E0032E033DB}"/>
                </a:ext>
              </a:extLst>
            </p:cNvPr>
            <p:cNvSpPr/>
            <p:nvPr/>
          </p:nvSpPr>
          <p:spPr>
            <a:xfrm>
              <a:off x="12718729" y="8725244"/>
              <a:ext cx="218222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4" name="Shape 34241">
              <a:extLst>
                <a:ext uri="{FF2B5EF4-FFF2-40B4-BE49-F238E27FC236}">
                  <a16:creationId xmlns:a16="http://schemas.microsoft.com/office/drawing/2014/main" id="{C6DE098D-CE5C-4690-81B9-34D96F672299}"/>
                </a:ext>
              </a:extLst>
            </p:cNvPr>
            <p:cNvSpPr/>
            <p:nvPr/>
          </p:nvSpPr>
          <p:spPr>
            <a:xfrm>
              <a:off x="11342014" y="7513407"/>
              <a:ext cx="272208" cy="366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11" h="20821" extrusionOk="0">
                  <a:moveTo>
                    <a:pt x="12499" y="13303"/>
                  </a:moveTo>
                  <a:cubicBezTo>
                    <a:pt x="13474" y="15282"/>
                    <a:pt x="14406" y="17194"/>
                    <a:pt x="14461" y="19063"/>
                  </a:cubicBezTo>
                  <a:cubicBezTo>
                    <a:pt x="14479" y="19633"/>
                    <a:pt x="14582" y="20311"/>
                    <a:pt x="14210" y="20821"/>
                  </a:cubicBezTo>
                  <a:cubicBezTo>
                    <a:pt x="10525" y="17927"/>
                    <a:pt x="9838" y="14212"/>
                    <a:pt x="8115" y="11051"/>
                  </a:cubicBezTo>
                  <a:cubicBezTo>
                    <a:pt x="6053" y="10122"/>
                    <a:pt x="4570" y="7480"/>
                    <a:pt x="6196" y="6231"/>
                  </a:cubicBezTo>
                  <a:cubicBezTo>
                    <a:pt x="8553" y="4419"/>
                    <a:pt x="10035" y="7345"/>
                    <a:pt x="10598" y="8773"/>
                  </a:cubicBezTo>
                  <a:cubicBezTo>
                    <a:pt x="10906" y="9555"/>
                    <a:pt x="10989" y="10416"/>
                    <a:pt x="11671" y="11094"/>
                  </a:cubicBezTo>
                  <a:cubicBezTo>
                    <a:pt x="13112" y="12518"/>
                    <a:pt x="15601" y="11340"/>
                    <a:pt x="16169" y="9915"/>
                  </a:cubicBezTo>
                  <a:cubicBezTo>
                    <a:pt x="16983" y="7871"/>
                    <a:pt x="15656" y="5461"/>
                    <a:pt x="13976" y="3794"/>
                  </a:cubicBezTo>
                  <a:cubicBezTo>
                    <a:pt x="11415" y="1258"/>
                    <a:pt x="6416" y="1969"/>
                    <a:pt x="3932" y="4842"/>
                  </a:cubicBezTo>
                  <a:cubicBezTo>
                    <a:pt x="2652" y="6323"/>
                    <a:pt x="2147" y="8434"/>
                    <a:pt x="3515" y="10418"/>
                  </a:cubicBezTo>
                  <a:cubicBezTo>
                    <a:pt x="4236" y="11464"/>
                    <a:pt x="5170" y="12108"/>
                    <a:pt x="6136" y="12400"/>
                  </a:cubicBezTo>
                  <a:cubicBezTo>
                    <a:pt x="6282" y="12445"/>
                    <a:pt x="6666" y="12458"/>
                    <a:pt x="6895" y="12661"/>
                  </a:cubicBezTo>
                  <a:cubicBezTo>
                    <a:pt x="7361" y="13074"/>
                    <a:pt x="7439" y="13745"/>
                    <a:pt x="7417" y="14249"/>
                  </a:cubicBezTo>
                  <a:cubicBezTo>
                    <a:pt x="5334" y="14777"/>
                    <a:pt x="3377" y="14023"/>
                    <a:pt x="1894" y="12542"/>
                  </a:cubicBezTo>
                  <a:cubicBezTo>
                    <a:pt x="-1478" y="9170"/>
                    <a:pt x="-94" y="4513"/>
                    <a:pt x="4049" y="1953"/>
                  </a:cubicBezTo>
                  <a:cubicBezTo>
                    <a:pt x="8469" y="-779"/>
                    <a:pt x="13971" y="-622"/>
                    <a:pt x="16956" y="2276"/>
                  </a:cubicBezTo>
                  <a:cubicBezTo>
                    <a:pt x="19176" y="4430"/>
                    <a:pt x="20122" y="7281"/>
                    <a:pt x="19546" y="9389"/>
                  </a:cubicBezTo>
                  <a:cubicBezTo>
                    <a:pt x="19112" y="10973"/>
                    <a:pt x="17273" y="13272"/>
                    <a:pt x="14367" y="13517"/>
                  </a:cubicBezTo>
                  <a:cubicBezTo>
                    <a:pt x="13720" y="13571"/>
                    <a:pt x="13303" y="13441"/>
                    <a:pt x="12499" y="1330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5" name="Shape 34242">
              <a:extLst>
                <a:ext uri="{FF2B5EF4-FFF2-40B4-BE49-F238E27FC236}">
                  <a16:creationId xmlns:a16="http://schemas.microsoft.com/office/drawing/2014/main" id="{7217F174-CAAA-43B8-8A42-D40B135E6E3C}"/>
                </a:ext>
              </a:extLst>
            </p:cNvPr>
            <p:cNvSpPr/>
            <p:nvPr/>
          </p:nvSpPr>
          <p:spPr>
            <a:xfrm>
              <a:off x="14349166" y="3565132"/>
              <a:ext cx="272152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6" name="Shape 34243">
              <a:extLst>
                <a:ext uri="{FF2B5EF4-FFF2-40B4-BE49-F238E27FC236}">
                  <a16:creationId xmlns:a16="http://schemas.microsoft.com/office/drawing/2014/main" id="{89A5EEC1-EBD9-4A73-B7EC-FF284BAE4498}"/>
                </a:ext>
              </a:extLst>
            </p:cNvPr>
            <p:cNvSpPr/>
            <p:nvPr/>
          </p:nvSpPr>
          <p:spPr>
            <a:xfrm>
              <a:off x="10163109" y="5879849"/>
              <a:ext cx="373972" cy="3505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7" name="Shape 34244">
              <a:extLst>
                <a:ext uri="{FF2B5EF4-FFF2-40B4-BE49-F238E27FC236}">
                  <a16:creationId xmlns:a16="http://schemas.microsoft.com/office/drawing/2014/main" id="{54A5EF33-7E56-41CA-B616-7F1B31064651}"/>
                </a:ext>
              </a:extLst>
            </p:cNvPr>
            <p:cNvSpPr/>
            <p:nvPr/>
          </p:nvSpPr>
          <p:spPr>
            <a:xfrm>
              <a:off x="14467934" y="6264695"/>
              <a:ext cx="347528" cy="3257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8" name="Shape 34245">
              <a:extLst>
                <a:ext uri="{FF2B5EF4-FFF2-40B4-BE49-F238E27FC236}">
                  <a16:creationId xmlns:a16="http://schemas.microsoft.com/office/drawing/2014/main" id="{75A900EB-E2B9-4767-958A-ABFAC1BE4FFB}"/>
                </a:ext>
              </a:extLst>
            </p:cNvPr>
            <p:cNvSpPr/>
            <p:nvPr/>
          </p:nvSpPr>
          <p:spPr>
            <a:xfrm>
              <a:off x="12353445" y="9604415"/>
              <a:ext cx="266020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9" name="Shape 34246">
              <a:extLst>
                <a:ext uri="{FF2B5EF4-FFF2-40B4-BE49-F238E27FC236}">
                  <a16:creationId xmlns:a16="http://schemas.microsoft.com/office/drawing/2014/main" id="{D0CA7D6C-1605-43BC-A5D7-30245A4E3E15}"/>
                </a:ext>
              </a:extLst>
            </p:cNvPr>
            <p:cNvSpPr/>
            <p:nvPr/>
          </p:nvSpPr>
          <p:spPr>
            <a:xfrm>
              <a:off x="11817349" y="7826120"/>
              <a:ext cx="266022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0" name="Shape 34247">
              <a:extLst>
                <a:ext uri="{FF2B5EF4-FFF2-40B4-BE49-F238E27FC236}">
                  <a16:creationId xmlns:a16="http://schemas.microsoft.com/office/drawing/2014/main" id="{F97FF99F-4D44-4A9A-9493-DBA96D29F4A6}"/>
                </a:ext>
              </a:extLst>
            </p:cNvPr>
            <p:cNvSpPr/>
            <p:nvPr/>
          </p:nvSpPr>
          <p:spPr>
            <a:xfrm>
              <a:off x="10728159" y="11858687"/>
              <a:ext cx="359648" cy="359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1" name="Shape 34248">
              <a:extLst>
                <a:ext uri="{FF2B5EF4-FFF2-40B4-BE49-F238E27FC236}">
                  <a16:creationId xmlns:a16="http://schemas.microsoft.com/office/drawing/2014/main" id="{921D2600-46C5-4D4C-875E-7FAC4712F6B9}"/>
                </a:ext>
              </a:extLst>
            </p:cNvPr>
            <p:cNvSpPr/>
            <p:nvPr/>
          </p:nvSpPr>
          <p:spPr>
            <a:xfrm>
              <a:off x="11187068" y="11262359"/>
              <a:ext cx="266020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2" name="Shape 34249">
              <a:extLst>
                <a:ext uri="{FF2B5EF4-FFF2-40B4-BE49-F238E27FC236}">
                  <a16:creationId xmlns:a16="http://schemas.microsoft.com/office/drawing/2014/main" id="{2E297742-8436-4B1D-83F9-B322E470EDB3}"/>
                </a:ext>
              </a:extLst>
            </p:cNvPr>
            <p:cNvSpPr/>
            <p:nvPr/>
          </p:nvSpPr>
          <p:spPr>
            <a:xfrm>
              <a:off x="11097651" y="11556529"/>
              <a:ext cx="363722" cy="489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89"/>
                  </a:moveTo>
                  <a:lnTo>
                    <a:pt x="7526" y="11318"/>
                  </a:lnTo>
                  <a:lnTo>
                    <a:pt x="10639" y="10027"/>
                  </a:lnTo>
                  <a:lnTo>
                    <a:pt x="6735" y="4831"/>
                  </a:lnTo>
                  <a:cubicBezTo>
                    <a:pt x="7186" y="4822"/>
                    <a:pt x="7638" y="4734"/>
                    <a:pt x="8042" y="4542"/>
                  </a:cubicBezTo>
                  <a:cubicBezTo>
                    <a:pt x="8843" y="4160"/>
                    <a:pt x="9286" y="3488"/>
                    <a:pt x="9338" y="2779"/>
                  </a:cubicBezTo>
                  <a:cubicBezTo>
                    <a:pt x="9343" y="2717"/>
                    <a:pt x="9344" y="2654"/>
                    <a:pt x="9343" y="2591"/>
                  </a:cubicBezTo>
                  <a:cubicBezTo>
                    <a:pt x="10859" y="2532"/>
                    <a:pt x="12290" y="2713"/>
                    <a:pt x="13557" y="3159"/>
                  </a:cubicBezTo>
                  <a:cubicBezTo>
                    <a:pt x="15647" y="3894"/>
                    <a:pt x="17171" y="5277"/>
                    <a:pt x="17964" y="7158"/>
                  </a:cubicBezTo>
                  <a:cubicBezTo>
                    <a:pt x="19200" y="10089"/>
                    <a:pt x="17878" y="13269"/>
                    <a:pt x="14770" y="15143"/>
                  </a:cubicBezTo>
                  <a:lnTo>
                    <a:pt x="13545" y="13629"/>
                  </a:lnTo>
                  <a:lnTo>
                    <a:pt x="15711" y="12662"/>
                  </a:lnTo>
                  <a:lnTo>
                    <a:pt x="15100" y="11906"/>
                  </a:lnTo>
                  <a:lnTo>
                    <a:pt x="7202" y="15433"/>
                  </a:lnTo>
                  <a:lnTo>
                    <a:pt x="7813" y="16189"/>
                  </a:lnTo>
                  <a:lnTo>
                    <a:pt x="9983" y="15220"/>
                  </a:lnTo>
                  <a:lnTo>
                    <a:pt x="11972" y="17680"/>
                  </a:lnTo>
                  <a:lnTo>
                    <a:pt x="7432" y="19708"/>
                  </a:lnTo>
                  <a:lnTo>
                    <a:pt x="8961" y="21600"/>
                  </a:lnTo>
                  <a:lnTo>
                    <a:pt x="21600" y="15956"/>
                  </a:lnTo>
                  <a:lnTo>
                    <a:pt x="20070" y="14064"/>
                  </a:lnTo>
                  <a:lnTo>
                    <a:pt x="16905" y="15477"/>
                  </a:lnTo>
                  <a:cubicBezTo>
                    <a:pt x="19819" y="13226"/>
                    <a:pt x="20973" y="9873"/>
                    <a:pt x="19662" y="6762"/>
                  </a:cubicBezTo>
                  <a:cubicBezTo>
                    <a:pt x="18716" y="4520"/>
                    <a:pt x="16868" y="2861"/>
                    <a:pt x="14317" y="1964"/>
                  </a:cubicBezTo>
                  <a:cubicBezTo>
                    <a:pt x="12625" y="1368"/>
                    <a:pt x="10722" y="1151"/>
                    <a:pt x="8713" y="1295"/>
                  </a:cubicBezTo>
                  <a:cubicBezTo>
                    <a:pt x="7813" y="536"/>
                    <a:pt x="6285" y="336"/>
                    <a:pt x="5078" y="875"/>
                  </a:cubicBezTo>
                  <a:cubicBezTo>
                    <a:pt x="4725" y="1032"/>
                    <a:pt x="4440" y="1236"/>
                    <a:pt x="4217" y="1471"/>
                  </a:cubicBezTo>
                  <a:lnTo>
                    <a:pt x="3109" y="0"/>
                  </a:lnTo>
                  <a:lnTo>
                    <a:pt x="0" y="1289"/>
                  </a:lnTo>
                  <a:close/>
                  <a:moveTo>
                    <a:pt x="5994" y="2008"/>
                  </a:moveTo>
                  <a:cubicBezTo>
                    <a:pt x="6453" y="1798"/>
                    <a:pt x="7049" y="1856"/>
                    <a:pt x="7404" y="2156"/>
                  </a:cubicBezTo>
                  <a:cubicBezTo>
                    <a:pt x="7771" y="2467"/>
                    <a:pt x="7762" y="2932"/>
                    <a:pt x="7387" y="3235"/>
                  </a:cubicBezTo>
                  <a:cubicBezTo>
                    <a:pt x="7313" y="3300"/>
                    <a:pt x="7226" y="3359"/>
                    <a:pt x="7123" y="3405"/>
                  </a:cubicBezTo>
                  <a:cubicBezTo>
                    <a:pt x="6605" y="3637"/>
                    <a:pt x="5928" y="3511"/>
                    <a:pt x="5619" y="3126"/>
                  </a:cubicBezTo>
                  <a:cubicBezTo>
                    <a:pt x="5309" y="2742"/>
                    <a:pt x="5480" y="2244"/>
                    <a:pt x="5994" y="20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3" name="Shape 34250">
              <a:extLst>
                <a:ext uri="{FF2B5EF4-FFF2-40B4-BE49-F238E27FC236}">
                  <a16:creationId xmlns:a16="http://schemas.microsoft.com/office/drawing/2014/main" id="{6A445B98-1EEC-41F4-B065-B41FB9F82629}"/>
                </a:ext>
              </a:extLst>
            </p:cNvPr>
            <p:cNvSpPr/>
            <p:nvPr/>
          </p:nvSpPr>
          <p:spPr>
            <a:xfrm>
              <a:off x="11475026" y="12061751"/>
              <a:ext cx="218222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4" name="Shape 34251">
              <a:extLst>
                <a:ext uri="{FF2B5EF4-FFF2-40B4-BE49-F238E27FC236}">
                  <a16:creationId xmlns:a16="http://schemas.microsoft.com/office/drawing/2014/main" id="{D9B75CBB-A660-45E9-A6E9-E7F886743FB7}"/>
                </a:ext>
              </a:extLst>
            </p:cNvPr>
            <p:cNvSpPr/>
            <p:nvPr/>
          </p:nvSpPr>
          <p:spPr>
            <a:xfrm>
              <a:off x="11001064" y="12147982"/>
              <a:ext cx="241994" cy="2796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307" y="15970"/>
                  </a:lnTo>
                  <a:lnTo>
                    <a:pt x="6112" y="19464"/>
                  </a:lnTo>
                  <a:cubicBezTo>
                    <a:pt x="6112" y="19464"/>
                    <a:pt x="0" y="21600"/>
                    <a:pt x="0" y="21600"/>
                  </a:cubicBezTo>
                  <a:close/>
                  <a:moveTo>
                    <a:pt x="6773" y="18782"/>
                  </a:moveTo>
                  <a:lnTo>
                    <a:pt x="1968" y="15288"/>
                  </a:lnTo>
                  <a:lnTo>
                    <a:pt x="13737" y="3150"/>
                  </a:lnTo>
                  <a:lnTo>
                    <a:pt x="18545" y="6642"/>
                  </a:lnTo>
                  <a:cubicBezTo>
                    <a:pt x="18545" y="6642"/>
                    <a:pt x="6773" y="18782"/>
                    <a:pt x="6773" y="18782"/>
                  </a:cubicBezTo>
                  <a:close/>
                  <a:moveTo>
                    <a:pt x="19218" y="5946"/>
                  </a:moveTo>
                  <a:lnTo>
                    <a:pt x="14411" y="2455"/>
                  </a:lnTo>
                  <a:lnTo>
                    <a:pt x="16792" y="0"/>
                  </a:lnTo>
                  <a:lnTo>
                    <a:pt x="21600" y="3492"/>
                  </a:lnTo>
                  <a:cubicBezTo>
                    <a:pt x="21600" y="3492"/>
                    <a:pt x="19218" y="5946"/>
                    <a:pt x="19218" y="594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5" name="Shape 34252">
              <a:extLst>
                <a:ext uri="{FF2B5EF4-FFF2-40B4-BE49-F238E27FC236}">
                  <a16:creationId xmlns:a16="http://schemas.microsoft.com/office/drawing/2014/main" id="{EB3225E0-6AFE-461C-ABA8-9D4F5329F9F4}"/>
                </a:ext>
              </a:extLst>
            </p:cNvPr>
            <p:cNvSpPr/>
            <p:nvPr/>
          </p:nvSpPr>
          <p:spPr>
            <a:xfrm>
              <a:off x="11499317" y="12714275"/>
              <a:ext cx="353634" cy="243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29" y="10800"/>
                  </a:moveTo>
                  <a:lnTo>
                    <a:pt x="14850" y="5891"/>
                  </a:lnTo>
                  <a:lnTo>
                    <a:pt x="18865" y="5891"/>
                  </a:lnTo>
                  <a:lnTo>
                    <a:pt x="20250" y="10800"/>
                  </a:lnTo>
                  <a:lnTo>
                    <a:pt x="14829" y="10800"/>
                  </a:lnTo>
                  <a:close/>
                  <a:moveTo>
                    <a:pt x="20250" y="5564"/>
                  </a:moveTo>
                  <a:cubicBezTo>
                    <a:pt x="19879" y="3856"/>
                    <a:pt x="18900" y="3919"/>
                    <a:pt x="18900" y="3919"/>
                  </a:cubicBezTo>
                  <a:lnTo>
                    <a:pt x="13495" y="3919"/>
                  </a:lnTo>
                  <a:lnTo>
                    <a:pt x="13495" y="18655"/>
                  </a:lnTo>
                  <a:lnTo>
                    <a:pt x="15525" y="18655"/>
                  </a:lnTo>
                  <a:cubicBezTo>
                    <a:pt x="15527" y="14736"/>
                    <a:pt x="16734" y="14727"/>
                    <a:pt x="18225" y="14728"/>
                  </a:cubicBezTo>
                  <a:cubicBezTo>
                    <a:pt x="19716" y="14728"/>
                    <a:pt x="20918" y="14757"/>
                    <a:pt x="20924" y="18655"/>
                  </a:cubicBezTo>
                  <a:lnTo>
                    <a:pt x="21600" y="18655"/>
                  </a:lnTo>
                  <a:lnTo>
                    <a:pt x="21600" y="10817"/>
                  </a:lnTo>
                  <a:cubicBezTo>
                    <a:pt x="21600" y="10817"/>
                    <a:pt x="20621" y="7272"/>
                    <a:pt x="20250" y="5564"/>
                  </a:cubicBezTo>
                  <a:close/>
                  <a:moveTo>
                    <a:pt x="12690" y="1964"/>
                  </a:moveTo>
                  <a:lnTo>
                    <a:pt x="12690" y="18655"/>
                  </a:lnTo>
                  <a:lnTo>
                    <a:pt x="6750" y="18655"/>
                  </a:lnTo>
                  <a:cubicBezTo>
                    <a:pt x="6750" y="14728"/>
                    <a:pt x="5541" y="14728"/>
                    <a:pt x="4050" y="14728"/>
                  </a:cubicBezTo>
                  <a:cubicBezTo>
                    <a:pt x="2559" y="14728"/>
                    <a:pt x="1350" y="14728"/>
                    <a:pt x="1350" y="18655"/>
                  </a:cubicBezTo>
                  <a:lnTo>
                    <a:pt x="0" y="18655"/>
                  </a:lnTo>
                  <a:lnTo>
                    <a:pt x="0" y="1964"/>
                  </a:lnTo>
                  <a:cubicBezTo>
                    <a:pt x="0" y="1421"/>
                    <a:pt x="151" y="931"/>
                    <a:pt x="395" y="575"/>
                  </a:cubicBezTo>
                  <a:cubicBezTo>
                    <a:pt x="640" y="220"/>
                    <a:pt x="977" y="0"/>
                    <a:pt x="1350" y="0"/>
                  </a:cubicBezTo>
                  <a:lnTo>
                    <a:pt x="11340" y="0"/>
                  </a:lnTo>
                  <a:cubicBezTo>
                    <a:pt x="11713" y="0"/>
                    <a:pt x="12050" y="220"/>
                    <a:pt x="12295" y="575"/>
                  </a:cubicBezTo>
                  <a:cubicBezTo>
                    <a:pt x="12539" y="931"/>
                    <a:pt x="12690" y="1421"/>
                    <a:pt x="12690" y="1964"/>
                  </a:cubicBezTo>
                  <a:close/>
                  <a:moveTo>
                    <a:pt x="4050" y="19636"/>
                  </a:moveTo>
                  <a:cubicBezTo>
                    <a:pt x="3677" y="19636"/>
                    <a:pt x="3375" y="19197"/>
                    <a:pt x="3375" y="18655"/>
                  </a:cubicBezTo>
                  <a:cubicBezTo>
                    <a:pt x="3375" y="18112"/>
                    <a:pt x="3677" y="17673"/>
                    <a:pt x="4050" y="17673"/>
                  </a:cubicBezTo>
                  <a:cubicBezTo>
                    <a:pt x="4423" y="17673"/>
                    <a:pt x="4725" y="18112"/>
                    <a:pt x="4725" y="18655"/>
                  </a:cubicBezTo>
                  <a:cubicBezTo>
                    <a:pt x="4725" y="19197"/>
                    <a:pt x="4423" y="19636"/>
                    <a:pt x="4050" y="19636"/>
                  </a:cubicBezTo>
                  <a:close/>
                  <a:moveTo>
                    <a:pt x="4050" y="15709"/>
                  </a:moveTo>
                  <a:cubicBezTo>
                    <a:pt x="2932" y="15709"/>
                    <a:pt x="2025" y="17028"/>
                    <a:pt x="2025" y="18655"/>
                  </a:cubicBezTo>
                  <a:cubicBezTo>
                    <a:pt x="2025" y="20281"/>
                    <a:pt x="2932" y="21600"/>
                    <a:pt x="4050" y="21600"/>
                  </a:cubicBezTo>
                  <a:cubicBezTo>
                    <a:pt x="5168" y="21600"/>
                    <a:pt x="6075" y="20281"/>
                    <a:pt x="6075" y="18655"/>
                  </a:cubicBezTo>
                  <a:cubicBezTo>
                    <a:pt x="6075" y="17028"/>
                    <a:pt x="5168" y="15709"/>
                    <a:pt x="4050" y="15709"/>
                  </a:cubicBezTo>
                  <a:close/>
                  <a:moveTo>
                    <a:pt x="18225" y="19636"/>
                  </a:moveTo>
                  <a:cubicBezTo>
                    <a:pt x="17852" y="19636"/>
                    <a:pt x="17550" y="19197"/>
                    <a:pt x="17550" y="18655"/>
                  </a:cubicBezTo>
                  <a:cubicBezTo>
                    <a:pt x="17550" y="18112"/>
                    <a:pt x="17852" y="17673"/>
                    <a:pt x="18225" y="17673"/>
                  </a:cubicBezTo>
                  <a:cubicBezTo>
                    <a:pt x="18598" y="17673"/>
                    <a:pt x="18900" y="18112"/>
                    <a:pt x="18900" y="18655"/>
                  </a:cubicBezTo>
                  <a:cubicBezTo>
                    <a:pt x="18900" y="19197"/>
                    <a:pt x="18598" y="19636"/>
                    <a:pt x="18225" y="19636"/>
                  </a:cubicBezTo>
                  <a:close/>
                  <a:moveTo>
                    <a:pt x="18225" y="15709"/>
                  </a:moveTo>
                  <a:cubicBezTo>
                    <a:pt x="17107" y="15709"/>
                    <a:pt x="16200" y="17028"/>
                    <a:pt x="16200" y="18655"/>
                  </a:cubicBezTo>
                  <a:cubicBezTo>
                    <a:pt x="16200" y="20281"/>
                    <a:pt x="17107" y="21600"/>
                    <a:pt x="18225" y="21600"/>
                  </a:cubicBezTo>
                  <a:cubicBezTo>
                    <a:pt x="19343" y="21600"/>
                    <a:pt x="20250" y="20281"/>
                    <a:pt x="20250" y="18655"/>
                  </a:cubicBezTo>
                  <a:cubicBezTo>
                    <a:pt x="20250" y="17028"/>
                    <a:pt x="19343" y="15709"/>
                    <a:pt x="18225" y="157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6" name="Shape 34253">
              <a:extLst>
                <a:ext uri="{FF2B5EF4-FFF2-40B4-BE49-F238E27FC236}">
                  <a16:creationId xmlns:a16="http://schemas.microsoft.com/office/drawing/2014/main" id="{A48F55E1-9CD4-4666-931D-DFEE4D6DD513}"/>
                </a:ext>
              </a:extLst>
            </p:cNvPr>
            <p:cNvSpPr/>
            <p:nvPr/>
          </p:nvSpPr>
          <p:spPr>
            <a:xfrm rot="1920000">
              <a:off x="12259440" y="12552699"/>
              <a:ext cx="459460" cy="1276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936"/>
                  </a:moveTo>
                  <a:lnTo>
                    <a:pt x="17631" y="5428"/>
                  </a:lnTo>
                  <a:lnTo>
                    <a:pt x="17241" y="21600"/>
                  </a:lnTo>
                  <a:cubicBezTo>
                    <a:pt x="17241" y="21600"/>
                    <a:pt x="21600" y="14936"/>
                    <a:pt x="21600" y="14936"/>
                  </a:cubicBezTo>
                  <a:close/>
                  <a:moveTo>
                    <a:pt x="16506" y="21368"/>
                  </a:moveTo>
                  <a:lnTo>
                    <a:pt x="16896" y="5196"/>
                  </a:lnTo>
                  <a:lnTo>
                    <a:pt x="3794" y="1071"/>
                  </a:lnTo>
                  <a:lnTo>
                    <a:pt x="3401" y="17243"/>
                  </a:lnTo>
                  <a:cubicBezTo>
                    <a:pt x="3401" y="17243"/>
                    <a:pt x="16506" y="21368"/>
                    <a:pt x="16506" y="21368"/>
                  </a:cubicBezTo>
                  <a:close/>
                  <a:moveTo>
                    <a:pt x="2651" y="17004"/>
                  </a:moveTo>
                  <a:lnTo>
                    <a:pt x="3043" y="832"/>
                  </a:lnTo>
                  <a:lnTo>
                    <a:pt x="393" y="0"/>
                  </a:lnTo>
                  <a:lnTo>
                    <a:pt x="0" y="16172"/>
                  </a:lnTo>
                  <a:cubicBezTo>
                    <a:pt x="0" y="16172"/>
                    <a:pt x="2651" y="17004"/>
                    <a:pt x="2651" y="170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7" name="Shape 34254">
              <a:extLst>
                <a:ext uri="{FF2B5EF4-FFF2-40B4-BE49-F238E27FC236}">
                  <a16:creationId xmlns:a16="http://schemas.microsoft.com/office/drawing/2014/main" id="{9FF1B98D-EBFA-4074-9BEB-EC0303F621DF}"/>
                </a:ext>
              </a:extLst>
            </p:cNvPr>
            <p:cNvSpPr/>
            <p:nvPr/>
          </p:nvSpPr>
          <p:spPr>
            <a:xfrm>
              <a:off x="10340903" y="5125500"/>
              <a:ext cx="609452" cy="544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8" name="Shape 34255">
              <a:extLst>
                <a:ext uri="{FF2B5EF4-FFF2-40B4-BE49-F238E27FC236}">
                  <a16:creationId xmlns:a16="http://schemas.microsoft.com/office/drawing/2014/main" id="{D773A29D-861D-43FE-8FE4-BBB5F5905674}"/>
                </a:ext>
              </a:extLst>
            </p:cNvPr>
            <p:cNvSpPr/>
            <p:nvPr/>
          </p:nvSpPr>
          <p:spPr>
            <a:xfrm>
              <a:off x="9854702" y="4803941"/>
              <a:ext cx="502982" cy="45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9" h="20716" extrusionOk="0">
                  <a:moveTo>
                    <a:pt x="19071" y="18146"/>
                  </a:moveTo>
                  <a:cubicBezTo>
                    <a:pt x="20183" y="16314"/>
                    <a:pt x="19749" y="13820"/>
                    <a:pt x="18102" y="12586"/>
                  </a:cubicBezTo>
                  <a:cubicBezTo>
                    <a:pt x="17662" y="12256"/>
                    <a:pt x="17178" y="12053"/>
                    <a:pt x="16685" y="11962"/>
                  </a:cubicBezTo>
                  <a:lnTo>
                    <a:pt x="16672" y="15889"/>
                  </a:lnTo>
                  <a:cubicBezTo>
                    <a:pt x="16671" y="16166"/>
                    <a:pt x="16469" y="16390"/>
                    <a:pt x="16220" y="16389"/>
                  </a:cubicBezTo>
                  <a:cubicBezTo>
                    <a:pt x="15971" y="16388"/>
                    <a:pt x="15770" y="16164"/>
                    <a:pt x="15771" y="15887"/>
                  </a:cubicBezTo>
                  <a:lnTo>
                    <a:pt x="15784" y="11921"/>
                  </a:lnTo>
                  <a:cubicBezTo>
                    <a:pt x="14735" y="12022"/>
                    <a:pt x="13732" y="12627"/>
                    <a:pt x="13098" y="13672"/>
                  </a:cubicBezTo>
                  <a:cubicBezTo>
                    <a:pt x="11985" y="15504"/>
                    <a:pt x="12420" y="17998"/>
                    <a:pt x="14067" y="19232"/>
                  </a:cubicBezTo>
                  <a:cubicBezTo>
                    <a:pt x="15713" y="20465"/>
                    <a:pt x="17958" y="19979"/>
                    <a:pt x="19071" y="18146"/>
                  </a:cubicBezTo>
                  <a:close/>
                  <a:moveTo>
                    <a:pt x="16740" y="7857"/>
                  </a:moveTo>
                  <a:lnTo>
                    <a:pt x="15291" y="6772"/>
                  </a:lnTo>
                  <a:cubicBezTo>
                    <a:pt x="15127" y="6649"/>
                    <a:pt x="15015" y="6369"/>
                    <a:pt x="15043" y="6151"/>
                  </a:cubicBezTo>
                  <a:lnTo>
                    <a:pt x="15275" y="4322"/>
                  </a:lnTo>
                  <a:lnTo>
                    <a:pt x="11975" y="5321"/>
                  </a:lnTo>
                  <a:cubicBezTo>
                    <a:pt x="11975" y="5321"/>
                    <a:pt x="12203" y="5706"/>
                    <a:pt x="12483" y="6179"/>
                  </a:cubicBezTo>
                  <a:lnTo>
                    <a:pt x="16109" y="8895"/>
                  </a:lnTo>
                  <a:cubicBezTo>
                    <a:pt x="16109" y="8895"/>
                    <a:pt x="16740" y="7857"/>
                    <a:pt x="16740" y="7857"/>
                  </a:cubicBezTo>
                  <a:close/>
                  <a:moveTo>
                    <a:pt x="15093" y="9342"/>
                  </a:moveTo>
                  <a:lnTo>
                    <a:pt x="13604" y="8227"/>
                  </a:lnTo>
                  <a:cubicBezTo>
                    <a:pt x="13647" y="8494"/>
                    <a:pt x="13599" y="8776"/>
                    <a:pt x="13458" y="9008"/>
                  </a:cubicBezTo>
                  <a:lnTo>
                    <a:pt x="13459" y="9008"/>
                  </a:lnTo>
                  <a:cubicBezTo>
                    <a:pt x="13459" y="9008"/>
                    <a:pt x="13042" y="9692"/>
                    <a:pt x="12523" y="10542"/>
                  </a:cubicBezTo>
                  <a:cubicBezTo>
                    <a:pt x="12523" y="10542"/>
                    <a:pt x="15093" y="9342"/>
                    <a:pt x="15093" y="9342"/>
                  </a:cubicBezTo>
                  <a:close/>
                  <a:moveTo>
                    <a:pt x="11619" y="8259"/>
                  </a:moveTo>
                  <a:cubicBezTo>
                    <a:pt x="11619" y="8259"/>
                    <a:pt x="10321" y="6315"/>
                    <a:pt x="9704" y="5383"/>
                  </a:cubicBezTo>
                  <a:lnTo>
                    <a:pt x="8507" y="5869"/>
                  </a:lnTo>
                  <a:cubicBezTo>
                    <a:pt x="8769" y="6978"/>
                    <a:pt x="8675" y="8186"/>
                    <a:pt x="8184" y="9262"/>
                  </a:cubicBezTo>
                  <a:lnTo>
                    <a:pt x="10126" y="10718"/>
                  </a:lnTo>
                  <a:cubicBezTo>
                    <a:pt x="10126" y="10718"/>
                    <a:pt x="11619" y="8259"/>
                    <a:pt x="11619" y="8259"/>
                  </a:cubicBezTo>
                  <a:close/>
                  <a:moveTo>
                    <a:pt x="7096" y="9656"/>
                  </a:moveTo>
                  <a:lnTo>
                    <a:pt x="4125" y="7430"/>
                  </a:lnTo>
                  <a:cubicBezTo>
                    <a:pt x="3919" y="7275"/>
                    <a:pt x="3865" y="6964"/>
                    <a:pt x="4004" y="6735"/>
                  </a:cubicBezTo>
                  <a:cubicBezTo>
                    <a:pt x="4067" y="6631"/>
                    <a:pt x="4159" y="6564"/>
                    <a:pt x="4260" y="6533"/>
                  </a:cubicBezTo>
                  <a:lnTo>
                    <a:pt x="4259" y="6531"/>
                  </a:lnTo>
                  <a:lnTo>
                    <a:pt x="7505" y="5212"/>
                  </a:lnTo>
                  <a:cubicBezTo>
                    <a:pt x="7238" y="4652"/>
                    <a:pt x="6848" y="4155"/>
                    <a:pt x="6343" y="3777"/>
                  </a:cubicBezTo>
                  <a:cubicBezTo>
                    <a:pt x="4697" y="2543"/>
                    <a:pt x="2452" y="3030"/>
                    <a:pt x="1339" y="4862"/>
                  </a:cubicBezTo>
                  <a:cubicBezTo>
                    <a:pt x="227" y="6694"/>
                    <a:pt x="661" y="9188"/>
                    <a:pt x="2308" y="10422"/>
                  </a:cubicBezTo>
                  <a:cubicBezTo>
                    <a:pt x="3854" y="11580"/>
                    <a:pt x="5928" y="11221"/>
                    <a:pt x="7096" y="9656"/>
                  </a:cubicBezTo>
                  <a:close/>
                  <a:moveTo>
                    <a:pt x="5362" y="7148"/>
                  </a:moveTo>
                  <a:lnTo>
                    <a:pt x="7578" y="8808"/>
                  </a:lnTo>
                  <a:cubicBezTo>
                    <a:pt x="7940" y="7960"/>
                    <a:pt x="8013" y="7021"/>
                    <a:pt x="7822" y="6148"/>
                  </a:cubicBezTo>
                  <a:cubicBezTo>
                    <a:pt x="7822" y="6148"/>
                    <a:pt x="5362" y="7148"/>
                    <a:pt x="5362" y="7148"/>
                  </a:cubicBezTo>
                  <a:close/>
                  <a:moveTo>
                    <a:pt x="19668" y="18594"/>
                  </a:moveTo>
                  <a:cubicBezTo>
                    <a:pt x="18331" y="20796"/>
                    <a:pt x="15642" y="21379"/>
                    <a:pt x="13663" y="19896"/>
                  </a:cubicBezTo>
                  <a:cubicBezTo>
                    <a:pt x="11684" y="18413"/>
                    <a:pt x="11164" y="15426"/>
                    <a:pt x="12501" y="13224"/>
                  </a:cubicBezTo>
                  <a:cubicBezTo>
                    <a:pt x="13276" y="11948"/>
                    <a:pt x="14505" y="11216"/>
                    <a:pt x="15787" y="11115"/>
                  </a:cubicBezTo>
                  <a:lnTo>
                    <a:pt x="15791" y="10101"/>
                  </a:lnTo>
                  <a:lnTo>
                    <a:pt x="11595" y="12059"/>
                  </a:lnTo>
                  <a:cubicBezTo>
                    <a:pt x="11028" y="12983"/>
                    <a:pt x="10547" y="13764"/>
                    <a:pt x="10524" y="13787"/>
                  </a:cubicBezTo>
                  <a:cubicBezTo>
                    <a:pt x="10135" y="14180"/>
                    <a:pt x="9533" y="14149"/>
                    <a:pt x="9180" y="13717"/>
                  </a:cubicBezTo>
                  <a:cubicBezTo>
                    <a:pt x="8879" y="13349"/>
                    <a:pt x="8857" y="12810"/>
                    <a:pt x="9097" y="12415"/>
                  </a:cubicBezTo>
                  <a:lnTo>
                    <a:pt x="9096" y="12414"/>
                  </a:lnTo>
                  <a:lnTo>
                    <a:pt x="9622" y="11548"/>
                  </a:lnTo>
                  <a:lnTo>
                    <a:pt x="7695" y="10105"/>
                  </a:lnTo>
                  <a:cubicBezTo>
                    <a:pt x="6301" y="12039"/>
                    <a:pt x="3783" y="12494"/>
                    <a:pt x="1904" y="11086"/>
                  </a:cubicBezTo>
                  <a:cubicBezTo>
                    <a:pt x="-75" y="9603"/>
                    <a:pt x="-595" y="6616"/>
                    <a:pt x="742" y="4414"/>
                  </a:cubicBezTo>
                  <a:cubicBezTo>
                    <a:pt x="2079" y="2212"/>
                    <a:pt x="4768" y="1629"/>
                    <a:pt x="6747" y="3112"/>
                  </a:cubicBezTo>
                  <a:cubicBezTo>
                    <a:pt x="7383" y="3589"/>
                    <a:pt x="7868" y="4222"/>
                    <a:pt x="8189" y="4933"/>
                  </a:cubicBezTo>
                  <a:lnTo>
                    <a:pt x="9242" y="4506"/>
                  </a:lnTo>
                  <a:cubicBezTo>
                    <a:pt x="9107" y="3945"/>
                    <a:pt x="9252" y="3323"/>
                    <a:pt x="9665" y="2905"/>
                  </a:cubicBezTo>
                  <a:cubicBezTo>
                    <a:pt x="9859" y="2709"/>
                    <a:pt x="10089" y="2584"/>
                    <a:pt x="10328" y="2526"/>
                  </a:cubicBezTo>
                  <a:lnTo>
                    <a:pt x="10328" y="2525"/>
                  </a:lnTo>
                  <a:lnTo>
                    <a:pt x="15055" y="1211"/>
                  </a:lnTo>
                  <a:lnTo>
                    <a:pt x="15055" y="1211"/>
                  </a:lnTo>
                  <a:cubicBezTo>
                    <a:pt x="15587" y="1000"/>
                    <a:pt x="16204" y="1148"/>
                    <a:pt x="16607" y="1641"/>
                  </a:cubicBezTo>
                  <a:cubicBezTo>
                    <a:pt x="16925" y="2031"/>
                    <a:pt x="17037" y="2548"/>
                    <a:pt x="16952" y="3028"/>
                  </a:cubicBezTo>
                  <a:lnTo>
                    <a:pt x="16953" y="3029"/>
                  </a:lnTo>
                  <a:lnTo>
                    <a:pt x="16496" y="5740"/>
                  </a:lnTo>
                  <a:lnTo>
                    <a:pt x="18231" y="7041"/>
                  </a:lnTo>
                  <a:cubicBezTo>
                    <a:pt x="18561" y="7288"/>
                    <a:pt x="18648" y="7786"/>
                    <a:pt x="18425" y="8153"/>
                  </a:cubicBezTo>
                  <a:cubicBezTo>
                    <a:pt x="18217" y="8496"/>
                    <a:pt x="17812" y="8599"/>
                    <a:pt x="17491" y="8409"/>
                  </a:cubicBezTo>
                  <a:lnTo>
                    <a:pt x="16693" y="9723"/>
                  </a:lnTo>
                  <a:lnTo>
                    <a:pt x="16688" y="11148"/>
                  </a:lnTo>
                  <a:cubicBezTo>
                    <a:pt x="17320" y="11245"/>
                    <a:pt x="17941" y="11499"/>
                    <a:pt x="18505" y="11922"/>
                  </a:cubicBezTo>
                  <a:cubicBezTo>
                    <a:pt x="20485" y="13405"/>
                    <a:pt x="21005" y="16392"/>
                    <a:pt x="19668" y="18594"/>
                  </a:cubicBezTo>
                  <a:close/>
                  <a:moveTo>
                    <a:pt x="17732" y="707"/>
                  </a:moveTo>
                  <a:cubicBezTo>
                    <a:pt x="18178" y="-27"/>
                    <a:pt x="19074" y="-221"/>
                    <a:pt x="19734" y="273"/>
                  </a:cubicBezTo>
                  <a:cubicBezTo>
                    <a:pt x="20394" y="767"/>
                    <a:pt x="20567" y="1763"/>
                    <a:pt x="20121" y="2497"/>
                  </a:cubicBezTo>
                  <a:cubicBezTo>
                    <a:pt x="19676" y="3231"/>
                    <a:pt x="18780" y="3426"/>
                    <a:pt x="18120" y="2931"/>
                  </a:cubicBezTo>
                  <a:cubicBezTo>
                    <a:pt x="17460" y="2437"/>
                    <a:pt x="17287" y="1441"/>
                    <a:pt x="17732" y="7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9" name="Shape 34256">
              <a:extLst>
                <a:ext uri="{FF2B5EF4-FFF2-40B4-BE49-F238E27FC236}">
                  <a16:creationId xmlns:a16="http://schemas.microsoft.com/office/drawing/2014/main" id="{D76959AE-132F-4981-BD16-EE589C36875C}"/>
                </a:ext>
              </a:extLst>
            </p:cNvPr>
            <p:cNvSpPr/>
            <p:nvPr/>
          </p:nvSpPr>
          <p:spPr>
            <a:xfrm>
              <a:off x="10882778" y="5040627"/>
              <a:ext cx="347554" cy="302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600" extrusionOk="0">
                  <a:moveTo>
                    <a:pt x="0" y="307"/>
                  </a:moveTo>
                  <a:lnTo>
                    <a:pt x="120" y="8229"/>
                  </a:lnTo>
                  <a:cubicBezTo>
                    <a:pt x="120" y="8229"/>
                    <a:pt x="1074" y="9367"/>
                    <a:pt x="2052" y="8590"/>
                  </a:cubicBezTo>
                  <a:cubicBezTo>
                    <a:pt x="3133" y="7728"/>
                    <a:pt x="5865" y="7659"/>
                    <a:pt x="5855" y="10716"/>
                  </a:cubicBezTo>
                  <a:cubicBezTo>
                    <a:pt x="5845" y="13772"/>
                    <a:pt x="3624" y="13944"/>
                    <a:pt x="2389" y="13251"/>
                  </a:cubicBezTo>
                  <a:cubicBezTo>
                    <a:pt x="1272" y="12623"/>
                    <a:pt x="199" y="13432"/>
                    <a:pt x="199" y="13432"/>
                  </a:cubicBezTo>
                  <a:lnTo>
                    <a:pt x="323" y="21600"/>
                  </a:lnTo>
                  <a:lnTo>
                    <a:pt x="6451" y="21477"/>
                  </a:lnTo>
                  <a:cubicBezTo>
                    <a:pt x="6451" y="21477"/>
                    <a:pt x="6986" y="20514"/>
                    <a:pt x="6421" y="19495"/>
                  </a:cubicBezTo>
                  <a:cubicBezTo>
                    <a:pt x="5733" y="18260"/>
                    <a:pt x="5615" y="15424"/>
                    <a:pt x="8509" y="15365"/>
                  </a:cubicBezTo>
                  <a:cubicBezTo>
                    <a:pt x="11403" y="15307"/>
                    <a:pt x="11419" y="18067"/>
                    <a:pt x="10615" y="19535"/>
                  </a:cubicBezTo>
                  <a:cubicBezTo>
                    <a:pt x="10013" y="20636"/>
                    <a:pt x="10643" y="21392"/>
                    <a:pt x="10643" y="21392"/>
                  </a:cubicBezTo>
                  <a:lnTo>
                    <a:pt x="15804" y="21289"/>
                  </a:lnTo>
                  <a:cubicBezTo>
                    <a:pt x="15804" y="21289"/>
                    <a:pt x="15557" y="15444"/>
                    <a:pt x="15758" y="13903"/>
                  </a:cubicBezTo>
                  <a:cubicBezTo>
                    <a:pt x="15974" y="12251"/>
                    <a:pt x="17639" y="13349"/>
                    <a:pt x="17948" y="13520"/>
                  </a:cubicBezTo>
                  <a:cubicBezTo>
                    <a:pt x="19729" y="14509"/>
                    <a:pt x="21600" y="13423"/>
                    <a:pt x="21556" y="10521"/>
                  </a:cubicBezTo>
                  <a:cubicBezTo>
                    <a:pt x="21512" y="7619"/>
                    <a:pt x="18822" y="6942"/>
                    <a:pt x="17537" y="8101"/>
                  </a:cubicBezTo>
                  <a:cubicBezTo>
                    <a:pt x="16582" y="8962"/>
                    <a:pt x="15790" y="9114"/>
                    <a:pt x="15630" y="8309"/>
                  </a:cubicBezTo>
                  <a:cubicBezTo>
                    <a:pt x="15257" y="6427"/>
                    <a:pt x="15266" y="0"/>
                    <a:pt x="15266" y="0"/>
                  </a:cubicBezTo>
                  <a:lnTo>
                    <a:pt x="10428" y="97"/>
                  </a:lnTo>
                  <a:cubicBezTo>
                    <a:pt x="10428" y="97"/>
                    <a:pt x="9511" y="1388"/>
                    <a:pt x="10249" y="2454"/>
                  </a:cubicBezTo>
                  <a:cubicBezTo>
                    <a:pt x="11360" y="4059"/>
                    <a:pt x="10780" y="6532"/>
                    <a:pt x="8483" y="6578"/>
                  </a:cubicBezTo>
                  <a:cubicBezTo>
                    <a:pt x="6187" y="6624"/>
                    <a:pt x="5468" y="4417"/>
                    <a:pt x="6490" y="2673"/>
                  </a:cubicBezTo>
                  <a:cubicBezTo>
                    <a:pt x="7062" y="1695"/>
                    <a:pt x="6320" y="191"/>
                    <a:pt x="6320" y="191"/>
                  </a:cubicBezTo>
                  <a:cubicBezTo>
                    <a:pt x="6320" y="191"/>
                    <a:pt x="0" y="307"/>
                    <a:pt x="0" y="3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0" name="Shape 34257">
              <a:extLst>
                <a:ext uri="{FF2B5EF4-FFF2-40B4-BE49-F238E27FC236}">
                  <a16:creationId xmlns:a16="http://schemas.microsoft.com/office/drawing/2014/main" id="{1914A737-B8BC-436C-9A54-50BADCB330BF}"/>
                </a:ext>
              </a:extLst>
            </p:cNvPr>
            <p:cNvSpPr/>
            <p:nvPr/>
          </p:nvSpPr>
          <p:spPr>
            <a:xfrm>
              <a:off x="10466323" y="4715507"/>
              <a:ext cx="342888" cy="302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5" h="21448" extrusionOk="0">
                  <a:moveTo>
                    <a:pt x="1162" y="1839"/>
                  </a:moveTo>
                  <a:cubicBezTo>
                    <a:pt x="454" y="1924"/>
                    <a:pt x="-67" y="2640"/>
                    <a:pt x="7" y="3442"/>
                  </a:cubicBezTo>
                  <a:lnTo>
                    <a:pt x="1557" y="20144"/>
                  </a:lnTo>
                  <a:cubicBezTo>
                    <a:pt x="1631" y="20947"/>
                    <a:pt x="2272" y="21524"/>
                    <a:pt x="2980" y="21440"/>
                  </a:cubicBezTo>
                  <a:lnTo>
                    <a:pt x="19632" y="19456"/>
                  </a:lnTo>
                  <a:cubicBezTo>
                    <a:pt x="20339" y="19372"/>
                    <a:pt x="20850" y="18657"/>
                    <a:pt x="20776" y="17855"/>
                  </a:cubicBezTo>
                  <a:lnTo>
                    <a:pt x="20372" y="13497"/>
                  </a:lnTo>
                  <a:lnTo>
                    <a:pt x="15892" y="14031"/>
                  </a:lnTo>
                  <a:cubicBezTo>
                    <a:pt x="15184" y="14115"/>
                    <a:pt x="14553" y="13536"/>
                    <a:pt x="14479" y="12734"/>
                  </a:cubicBezTo>
                  <a:lnTo>
                    <a:pt x="14209" y="9825"/>
                  </a:lnTo>
                  <a:cubicBezTo>
                    <a:pt x="14135" y="9023"/>
                    <a:pt x="14646" y="8308"/>
                    <a:pt x="15353" y="8224"/>
                  </a:cubicBezTo>
                  <a:lnTo>
                    <a:pt x="19833" y="7690"/>
                  </a:lnTo>
                  <a:lnTo>
                    <a:pt x="19497" y="4062"/>
                  </a:lnTo>
                  <a:cubicBezTo>
                    <a:pt x="19422" y="3260"/>
                    <a:pt x="18790" y="2669"/>
                    <a:pt x="18083" y="2754"/>
                  </a:cubicBezTo>
                  <a:lnTo>
                    <a:pt x="17948" y="1305"/>
                  </a:lnTo>
                  <a:cubicBezTo>
                    <a:pt x="17874" y="503"/>
                    <a:pt x="17243" y="-76"/>
                    <a:pt x="16535" y="8"/>
                  </a:cubicBezTo>
                  <a:lnTo>
                    <a:pt x="1162" y="1839"/>
                  </a:lnTo>
                  <a:close/>
                  <a:moveTo>
                    <a:pt x="1930" y="3213"/>
                  </a:moveTo>
                  <a:lnTo>
                    <a:pt x="15381" y="1611"/>
                  </a:lnTo>
                  <a:cubicBezTo>
                    <a:pt x="15381" y="1611"/>
                    <a:pt x="16670" y="1454"/>
                    <a:pt x="16804" y="2906"/>
                  </a:cubicBezTo>
                  <a:lnTo>
                    <a:pt x="2065" y="4661"/>
                  </a:lnTo>
                  <a:cubicBezTo>
                    <a:pt x="1711" y="4704"/>
                    <a:pt x="1401" y="4420"/>
                    <a:pt x="1364" y="4018"/>
                  </a:cubicBezTo>
                  <a:cubicBezTo>
                    <a:pt x="1327" y="3618"/>
                    <a:pt x="1577" y="3255"/>
                    <a:pt x="1930" y="3213"/>
                  </a:cubicBezTo>
                  <a:close/>
                  <a:moveTo>
                    <a:pt x="16055" y="8878"/>
                  </a:moveTo>
                  <a:cubicBezTo>
                    <a:pt x="15347" y="8963"/>
                    <a:pt x="14836" y="9677"/>
                    <a:pt x="14911" y="10479"/>
                  </a:cubicBezTo>
                  <a:lnTo>
                    <a:pt x="15045" y="11928"/>
                  </a:lnTo>
                  <a:cubicBezTo>
                    <a:pt x="15120" y="12730"/>
                    <a:pt x="15751" y="13309"/>
                    <a:pt x="16458" y="13225"/>
                  </a:cubicBezTo>
                  <a:lnTo>
                    <a:pt x="20304" y="12767"/>
                  </a:lnTo>
                  <a:cubicBezTo>
                    <a:pt x="21012" y="12682"/>
                    <a:pt x="21533" y="11966"/>
                    <a:pt x="21459" y="11164"/>
                  </a:cubicBezTo>
                  <a:lnTo>
                    <a:pt x="21324" y="9716"/>
                  </a:lnTo>
                  <a:cubicBezTo>
                    <a:pt x="21250" y="8913"/>
                    <a:pt x="20608" y="8336"/>
                    <a:pt x="19901" y="8420"/>
                  </a:cubicBezTo>
                  <a:lnTo>
                    <a:pt x="16055" y="8878"/>
                  </a:lnTo>
                  <a:close/>
                  <a:moveTo>
                    <a:pt x="16834" y="10250"/>
                  </a:moveTo>
                  <a:cubicBezTo>
                    <a:pt x="17188" y="10208"/>
                    <a:pt x="17508" y="10491"/>
                    <a:pt x="17545" y="10892"/>
                  </a:cubicBezTo>
                  <a:cubicBezTo>
                    <a:pt x="17582" y="11293"/>
                    <a:pt x="17322" y="11657"/>
                    <a:pt x="16968" y="11699"/>
                  </a:cubicBezTo>
                  <a:cubicBezTo>
                    <a:pt x="16614" y="11741"/>
                    <a:pt x="16293" y="11447"/>
                    <a:pt x="16256" y="11046"/>
                  </a:cubicBezTo>
                  <a:cubicBezTo>
                    <a:pt x="16219" y="10644"/>
                    <a:pt x="16480" y="10293"/>
                    <a:pt x="16834" y="102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1" name="Shape 34258">
              <a:extLst>
                <a:ext uri="{FF2B5EF4-FFF2-40B4-BE49-F238E27FC236}">
                  <a16:creationId xmlns:a16="http://schemas.microsoft.com/office/drawing/2014/main" id="{15904CCB-F416-4933-9199-2F070BEA3087}"/>
                </a:ext>
              </a:extLst>
            </p:cNvPr>
            <p:cNvSpPr/>
            <p:nvPr/>
          </p:nvSpPr>
          <p:spPr>
            <a:xfrm>
              <a:off x="13456598" y="7929263"/>
              <a:ext cx="368866" cy="329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2" name="Shape 34259">
              <a:extLst>
                <a:ext uri="{FF2B5EF4-FFF2-40B4-BE49-F238E27FC236}">
                  <a16:creationId xmlns:a16="http://schemas.microsoft.com/office/drawing/2014/main" id="{499C2926-2CC8-41B2-9F52-BC1725F5A17B}"/>
                </a:ext>
              </a:extLst>
            </p:cNvPr>
            <p:cNvSpPr/>
            <p:nvPr/>
          </p:nvSpPr>
          <p:spPr>
            <a:xfrm>
              <a:off x="12160172" y="6699066"/>
              <a:ext cx="39292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3" name="Shape 34260">
              <a:extLst>
                <a:ext uri="{FF2B5EF4-FFF2-40B4-BE49-F238E27FC236}">
                  <a16:creationId xmlns:a16="http://schemas.microsoft.com/office/drawing/2014/main" id="{AF681DAF-BC28-42F0-9D15-B39D1F3255CB}"/>
                </a:ext>
              </a:extLst>
            </p:cNvPr>
            <p:cNvSpPr/>
            <p:nvPr/>
          </p:nvSpPr>
          <p:spPr>
            <a:xfrm>
              <a:off x="10867845" y="10886425"/>
              <a:ext cx="279004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4" name="Shape 34261">
              <a:extLst>
                <a:ext uri="{FF2B5EF4-FFF2-40B4-BE49-F238E27FC236}">
                  <a16:creationId xmlns:a16="http://schemas.microsoft.com/office/drawing/2014/main" id="{0D4667A9-0E1F-4CF9-BF13-2339E272571F}"/>
                </a:ext>
              </a:extLst>
            </p:cNvPr>
            <p:cNvSpPr/>
            <p:nvPr/>
          </p:nvSpPr>
          <p:spPr>
            <a:xfrm>
              <a:off x="12725585" y="12289966"/>
              <a:ext cx="373054" cy="303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5" name="Shape 34262">
              <a:extLst>
                <a:ext uri="{FF2B5EF4-FFF2-40B4-BE49-F238E27FC236}">
                  <a16:creationId xmlns:a16="http://schemas.microsoft.com/office/drawing/2014/main" id="{A7D50D99-4E6F-46B6-8F2A-EE8715A11793}"/>
                </a:ext>
              </a:extLst>
            </p:cNvPr>
            <p:cNvSpPr/>
            <p:nvPr/>
          </p:nvSpPr>
          <p:spPr>
            <a:xfrm>
              <a:off x="13639147" y="5652275"/>
              <a:ext cx="728794" cy="541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6" name="Shape 34263">
              <a:extLst>
                <a:ext uri="{FF2B5EF4-FFF2-40B4-BE49-F238E27FC236}">
                  <a16:creationId xmlns:a16="http://schemas.microsoft.com/office/drawing/2014/main" id="{CC6CBBC0-A0AD-4F61-A966-5DCAE30ADA62}"/>
                </a:ext>
              </a:extLst>
            </p:cNvPr>
            <p:cNvSpPr/>
            <p:nvPr/>
          </p:nvSpPr>
          <p:spPr>
            <a:xfrm>
              <a:off x="14075163" y="6302567"/>
              <a:ext cx="163854" cy="3511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7" name="Shape 34264">
              <a:extLst>
                <a:ext uri="{FF2B5EF4-FFF2-40B4-BE49-F238E27FC236}">
                  <a16:creationId xmlns:a16="http://schemas.microsoft.com/office/drawing/2014/main" id="{108A8CEB-6669-4CA1-B5E8-CD388E3D8CB7}"/>
                </a:ext>
              </a:extLst>
            </p:cNvPr>
            <p:cNvSpPr/>
            <p:nvPr/>
          </p:nvSpPr>
          <p:spPr>
            <a:xfrm>
              <a:off x="11378351" y="9431234"/>
              <a:ext cx="527920" cy="3919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8" name="Shape 34265">
              <a:extLst>
                <a:ext uri="{FF2B5EF4-FFF2-40B4-BE49-F238E27FC236}">
                  <a16:creationId xmlns:a16="http://schemas.microsoft.com/office/drawing/2014/main" id="{4050123F-E21A-418F-A53F-07F524E8194C}"/>
                </a:ext>
              </a:extLst>
            </p:cNvPr>
            <p:cNvSpPr/>
            <p:nvPr/>
          </p:nvSpPr>
          <p:spPr>
            <a:xfrm>
              <a:off x="13182794" y="4769147"/>
              <a:ext cx="316260" cy="234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782562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" id="{674E6988-9F81-9C4F-A395-617E099076A1}" vid="{7BA8343F-A308-F34A-AE1C-33F4B935B6F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BA47EBC066B745A5CD7C315910EB78" ma:contentTypeVersion="3" ma:contentTypeDescription="Create a new document." ma:contentTypeScope="" ma:versionID="3c475ebf5c37c9908ef278591141ee10">
  <xsd:schema xmlns:xsd="http://www.w3.org/2001/XMLSchema" xmlns:xs="http://www.w3.org/2001/XMLSchema" xmlns:p="http://schemas.microsoft.com/office/2006/metadata/properties" xmlns:ns2="abcda3d6-2d03-49e1-9293-8daf0cc773fd" targetNamespace="http://schemas.microsoft.com/office/2006/metadata/properties" ma:root="true" ma:fieldsID="f940d8203d3249c8262e44e123d73b5d" ns2:_="">
    <xsd:import namespace="abcda3d6-2d03-49e1-9293-8daf0cc773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cda3d6-2d03-49e1-9293-8daf0cc77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9706A1-C825-44DE-A78E-5CC80EC40E01}"/>
</file>

<file path=customXml/itemProps2.xml><?xml version="1.0" encoding="utf-8"?>
<ds:datastoreItem xmlns:ds="http://schemas.openxmlformats.org/officeDocument/2006/customXml" ds:itemID="{6AD7E246-4C2D-46AF-9FE4-A42764171757}">
  <ds:schemaRefs>
    <ds:schemaRef ds:uri="http://schemas.microsoft.com/office/2006/documentManagement/types"/>
    <ds:schemaRef ds:uri="http://purl.org/dc/terms/"/>
    <ds:schemaRef ds:uri="http://purl.org/dc/elements/1.1/"/>
    <ds:schemaRef ds:uri="abcda3d6-2d03-49e1-9293-8daf0cc773fd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2BFDDE7-58B4-4B90-B019-66FA5FB36EC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563</Words>
  <Application>Microsoft Office PowerPoint</Application>
  <PresentationFormat>Personnalisé</PresentationFormat>
  <Paragraphs>112</Paragraphs>
  <Slides>18</Slides>
  <Notes>18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3</vt:i4>
      </vt:variant>
      <vt:variant>
        <vt:lpstr>Titres des diapositives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Constantia</vt:lpstr>
      <vt:lpstr>Lato Light</vt:lpstr>
      <vt:lpstr>Times New Roman</vt:lpstr>
      <vt:lpstr>Thème HEC</vt:lpstr>
      <vt:lpstr>Worksheet</vt:lpstr>
      <vt:lpstr>Equation</vt:lpstr>
      <vt:lpstr>Feuille de calcul</vt:lpstr>
      <vt:lpstr>OPER10500 Gestion des opérations</vt:lpstr>
      <vt:lpstr>Carte conceptuelle</vt:lpstr>
      <vt:lpstr>Carte conceptuelle : Prévision</vt:lpstr>
      <vt:lpstr>Deux types de demande</vt:lpstr>
      <vt:lpstr>Méthodes qualitatives </vt:lpstr>
      <vt:lpstr>Méthodes quantitatives </vt:lpstr>
      <vt:lpstr>Démarche de prévision</vt:lpstr>
      <vt:lpstr>Les composantes de la demande</vt:lpstr>
      <vt:lpstr>Séries chronologiques</vt:lpstr>
      <vt:lpstr>Moyenne mobile</vt:lpstr>
      <vt:lpstr>Moyenne mobile</vt:lpstr>
      <vt:lpstr>Moyenne mobile</vt:lpstr>
      <vt:lpstr>Moyenne mobile</vt:lpstr>
      <vt:lpstr>Moyenne mobile pondérée</vt:lpstr>
      <vt:lpstr>Lissage exponentiel</vt:lpstr>
      <vt:lpstr>Les mesures d’erreur</vt:lpstr>
      <vt:lpstr>Les mesures d’erreur – exemple simple </vt:lpstr>
      <vt:lpstr>Questions…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veronique poirier</dc:creator>
  <cp:lastModifiedBy>Véronique Poirier</cp:lastModifiedBy>
  <cp:revision>63</cp:revision>
  <dcterms:created xsi:type="dcterms:W3CDTF">2020-06-30T18:50:58Z</dcterms:created>
  <dcterms:modified xsi:type="dcterms:W3CDTF">2026-08-03T18:27:51Z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0x0101001CBA47EBC066B745A5CD7C315910EB78</vt:lpwstr>
  </property>
</Properties>
</file>