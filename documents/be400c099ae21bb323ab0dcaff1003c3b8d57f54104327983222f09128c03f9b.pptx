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2" r:id="rId3"/>
    <p:sldId id="291" r:id="rId4"/>
    <p:sldId id="284" r:id="rId5"/>
    <p:sldId id="299" r:id="rId6"/>
    <p:sldId id="293" r:id="rId7"/>
    <p:sldId id="294" r:id="rId8"/>
    <p:sldId id="295" r:id="rId9"/>
    <p:sldId id="296" r:id="rId10"/>
    <p:sldId id="297" r:id="rId11"/>
    <p:sldId id="298" r:id="rId1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80" autoAdjust="0"/>
    <p:restoredTop sz="94660"/>
  </p:normalViewPr>
  <p:slideViewPr>
    <p:cSldViewPr>
      <p:cViewPr varScale="1">
        <p:scale>
          <a:sx n="110" d="100"/>
          <a:sy n="110" d="100"/>
        </p:scale>
        <p:origin x="768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60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D70F12-D756-49C3-A49C-0BD39D01E2E8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6C7E8A68-FE26-48ED-A849-355A774DD782}">
      <dgm:prSet custT="1"/>
      <dgm:spPr/>
      <dgm:t>
        <a:bodyPr/>
        <a:lstStyle/>
        <a:p>
          <a:pPr rtl="0"/>
          <a:r>
            <a:rPr lang="fr-CA" sz="2400" dirty="0" smtClean="0"/>
            <a:t>La décision d’</a:t>
          </a:r>
          <a:r>
            <a:rPr lang="fr-CA" sz="2400" u="sng" dirty="0" smtClean="0"/>
            <a:t>investissement</a:t>
          </a:r>
          <a:endParaRPr lang="fr-CA" sz="2400" dirty="0"/>
        </a:p>
      </dgm:t>
    </dgm:pt>
    <dgm:pt modelId="{8DB14727-8E77-4CBE-8A93-03DE73C55757}" type="parTrans" cxnId="{25890F38-AA73-4D0C-B972-598C59C8628E}">
      <dgm:prSet/>
      <dgm:spPr/>
      <dgm:t>
        <a:bodyPr/>
        <a:lstStyle/>
        <a:p>
          <a:endParaRPr lang="fr-CA"/>
        </a:p>
      </dgm:t>
    </dgm:pt>
    <dgm:pt modelId="{C7390542-7C83-4DF7-8E12-531E28156044}" type="sibTrans" cxnId="{25890F38-AA73-4D0C-B972-598C59C8628E}">
      <dgm:prSet/>
      <dgm:spPr/>
      <dgm:t>
        <a:bodyPr/>
        <a:lstStyle/>
        <a:p>
          <a:endParaRPr lang="fr-CA"/>
        </a:p>
      </dgm:t>
    </dgm:pt>
    <dgm:pt modelId="{FFF58297-8FEF-4FAA-9630-83DAC028C48D}">
      <dgm:prSet custT="1"/>
      <dgm:spPr/>
      <dgm:t>
        <a:bodyPr/>
        <a:lstStyle/>
        <a:p>
          <a:pPr rtl="0"/>
          <a:r>
            <a:rPr lang="fr-CA" sz="2400" dirty="0" smtClean="0"/>
            <a:t>La décision de </a:t>
          </a:r>
          <a:r>
            <a:rPr lang="fr-CA" sz="2400" u="sng" dirty="0" smtClean="0"/>
            <a:t>financement</a:t>
          </a:r>
          <a:endParaRPr lang="fr-CA" sz="2400" dirty="0"/>
        </a:p>
      </dgm:t>
    </dgm:pt>
    <dgm:pt modelId="{CEC9015A-C0DD-4BCC-A1D6-2593D1940ACA}" type="parTrans" cxnId="{F19794CC-0A9A-424D-8132-955BBD5704CA}">
      <dgm:prSet/>
      <dgm:spPr/>
      <dgm:t>
        <a:bodyPr/>
        <a:lstStyle/>
        <a:p>
          <a:endParaRPr lang="fr-CA"/>
        </a:p>
      </dgm:t>
    </dgm:pt>
    <dgm:pt modelId="{B90DB161-4BBB-4D56-B228-A2C7DA127FEE}" type="sibTrans" cxnId="{F19794CC-0A9A-424D-8132-955BBD5704CA}">
      <dgm:prSet/>
      <dgm:spPr/>
      <dgm:t>
        <a:bodyPr/>
        <a:lstStyle/>
        <a:p>
          <a:endParaRPr lang="fr-CA"/>
        </a:p>
      </dgm:t>
    </dgm:pt>
    <dgm:pt modelId="{79379BFA-FF6D-47A1-A0FB-099E8E8D9127}">
      <dgm:prSet custT="1"/>
      <dgm:spPr/>
      <dgm:t>
        <a:bodyPr/>
        <a:lstStyle/>
        <a:p>
          <a:pPr rtl="0"/>
          <a:r>
            <a:rPr lang="fr-CA" sz="2400" dirty="0" smtClean="0"/>
            <a:t>La </a:t>
          </a:r>
          <a:r>
            <a:rPr lang="fr-CA" sz="2400" u="sng" dirty="0" smtClean="0"/>
            <a:t>gestion de trésorerie</a:t>
          </a:r>
          <a:endParaRPr lang="fr-CA" sz="2400" dirty="0"/>
        </a:p>
      </dgm:t>
    </dgm:pt>
    <dgm:pt modelId="{3EB1EA56-FFD8-49FC-9B0F-1D4860B7F8A1}" type="parTrans" cxnId="{CF032C8E-20A5-4C23-8821-F7E94263FB64}">
      <dgm:prSet/>
      <dgm:spPr/>
      <dgm:t>
        <a:bodyPr/>
        <a:lstStyle/>
        <a:p>
          <a:endParaRPr lang="fr-CA"/>
        </a:p>
      </dgm:t>
    </dgm:pt>
    <dgm:pt modelId="{27BF0BD7-FDA0-4339-8C0A-C094A9ADBE5A}" type="sibTrans" cxnId="{CF032C8E-20A5-4C23-8821-F7E94263FB64}">
      <dgm:prSet/>
      <dgm:spPr/>
      <dgm:t>
        <a:bodyPr/>
        <a:lstStyle/>
        <a:p>
          <a:endParaRPr lang="fr-CA"/>
        </a:p>
      </dgm:t>
    </dgm:pt>
    <dgm:pt modelId="{5A7777F3-C833-4137-98AD-3ABAF916DCBC}">
      <dgm:prSet/>
      <dgm:spPr/>
      <dgm:t>
        <a:bodyPr/>
        <a:lstStyle/>
        <a:p>
          <a:pPr rtl="0"/>
          <a:r>
            <a:rPr lang="fr-CA" dirty="0" smtClean="0"/>
            <a:t>prise de décision portant sur les </a:t>
          </a:r>
          <a:r>
            <a:rPr lang="fr-CA" dirty="0" smtClean="0">
              <a:solidFill>
                <a:schemeClr val="accent1"/>
              </a:solidFill>
            </a:rPr>
            <a:t>actifs long terme</a:t>
          </a:r>
          <a:r>
            <a:rPr lang="fr-CA" dirty="0" smtClean="0"/>
            <a:t> de la société</a:t>
          </a:r>
          <a:endParaRPr lang="fr-CA" dirty="0"/>
        </a:p>
      </dgm:t>
    </dgm:pt>
    <dgm:pt modelId="{ED57AF98-B3F2-43D6-81C0-FDE7D12AF01A}" type="parTrans" cxnId="{A315CFE1-B630-44DA-8D2F-E0F00980127C}">
      <dgm:prSet/>
      <dgm:spPr/>
      <dgm:t>
        <a:bodyPr/>
        <a:lstStyle/>
        <a:p>
          <a:endParaRPr lang="fr-CA"/>
        </a:p>
      </dgm:t>
    </dgm:pt>
    <dgm:pt modelId="{0452095B-442C-4FF9-96C4-5D4A943A0073}" type="sibTrans" cxnId="{A315CFE1-B630-44DA-8D2F-E0F00980127C}">
      <dgm:prSet/>
      <dgm:spPr/>
      <dgm:t>
        <a:bodyPr/>
        <a:lstStyle/>
        <a:p>
          <a:endParaRPr lang="fr-CA"/>
        </a:p>
      </dgm:t>
    </dgm:pt>
    <dgm:pt modelId="{09E35CFE-3289-4EC0-8094-73CBCC9297F7}">
      <dgm:prSet/>
      <dgm:spPr/>
      <dgm:t>
        <a:bodyPr/>
        <a:lstStyle/>
        <a:p>
          <a:pPr rtl="0"/>
          <a:r>
            <a:rPr lang="fr-CA" dirty="0" smtClean="0"/>
            <a:t>prise de décision à long terme portant sur les </a:t>
          </a:r>
          <a:r>
            <a:rPr lang="fr-CA" dirty="0" smtClean="0">
              <a:solidFill>
                <a:schemeClr val="accent1"/>
              </a:solidFill>
            </a:rPr>
            <a:t>passifs LT et capitaux propres </a:t>
          </a:r>
          <a:r>
            <a:rPr lang="fr-CA" dirty="0" smtClean="0"/>
            <a:t>de la société</a:t>
          </a:r>
          <a:endParaRPr lang="fr-CA" dirty="0"/>
        </a:p>
      </dgm:t>
    </dgm:pt>
    <dgm:pt modelId="{ECF1531D-D869-4732-AE0B-50888DE293DA}" type="parTrans" cxnId="{435C0B14-C179-47E8-888B-A5ADCB59C4D5}">
      <dgm:prSet/>
      <dgm:spPr/>
      <dgm:t>
        <a:bodyPr/>
        <a:lstStyle/>
        <a:p>
          <a:endParaRPr lang="fr-CA"/>
        </a:p>
      </dgm:t>
    </dgm:pt>
    <dgm:pt modelId="{D9E65DBD-B293-45F5-A1F0-647688D54809}" type="sibTrans" cxnId="{435C0B14-C179-47E8-888B-A5ADCB59C4D5}">
      <dgm:prSet/>
      <dgm:spPr/>
      <dgm:t>
        <a:bodyPr/>
        <a:lstStyle/>
        <a:p>
          <a:endParaRPr lang="fr-CA"/>
        </a:p>
      </dgm:t>
    </dgm:pt>
    <dgm:pt modelId="{703C7004-FE04-4AE9-BE54-306158D19859}">
      <dgm:prSet/>
      <dgm:spPr/>
      <dgm:t>
        <a:bodyPr/>
        <a:lstStyle/>
        <a:p>
          <a:pPr rtl="0"/>
          <a:r>
            <a:rPr lang="fr-CA" dirty="0" smtClean="0"/>
            <a:t>prise de décision portant sur le </a:t>
          </a:r>
          <a:r>
            <a:rPr lang="fr-CA" dirty="0" smtClean="0">
              <a:solidFill>
                <a:schemeClr val="accent1"/>
              </a:solidFill>
            </a:rPr>
            <a:t>fonds de roulement</a:t>
          </a:r>
          <a:r>
            <a:rPr lang="fr-CA" dirty="0" smtClean="0"/>
            <a:t> (actifs et passifs court terme)</a:t>
          </a:r>
          <a:endParaRPr lang="fr-CA" dirty="0"/>
        </a:p>
      </dgm:t>
    </dgm:pt>
    <dgm:pt modelId="{7F16BC2E-59B4-48B0-9B88-376E49A17867}" type="parTrans" cxnId="{B34343D3-9624-4423-A4CC-86D724D1C8E3}">
      <dgm:prSet/>
      <dgm:spPr/>
      <dgm:t>
        <a:bodyPr/>
        <a:lstStyle/>
        <a:p>
          <a:endParaRPr lang="fr-CA"/>
        </a:p>
      </dgm:t>
    </dgm:pt>
    <dgm:pt modelId="{A5CDD083-CBA4-4765-879D-BB85DA11B158}" type="sibTrans" cxnId="{B34343D3-9624-4423-A4CC-86D724D1C8E3}">
      <dgm:prSet/>
      <dgm:spPr/>
      <dgm:t>
        <a:bodyPr/>
        <a:lstStyle/>
        <a:p>
          <a:endParaRPr lang="fr-CA"/>
        </a:p>
      </dgm:t>
    </dgm:pt>
    <dgm:pt modelId="{8CD210ED-7019-42F7-8E45-6E337516FD03}" type="pres">
      <dgm:prSet presAssocID="{A5D70F12-D756-49C3-A49C-0BD39D01E2E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fr-CA"/>
        </a:p>
      </dgm:t>
    </dgm:pt>
    <dgm:pt modelId="{29C936EF-C1FE-4786-AA0D-F54B73DA931E}" type="pres">
      <dgm:prSet presAssocID="{6C7E8A68-FE26-48ED-A849-355A774DD782}" presName="linNode" presStyleCnt="0"/>
      <dgm:spPr/>
    </dgm:pt>
    <dgm:pt modelId="{21D4ED0E-B431-4BE2-9276-9A7958E7227F}" type="pres">
      <dgm:prSet presAssocID="{6C7E8A68-FE26-48ED-A849-355A774DD782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C5509B53-C6F2-4187-B430-0E215D4509E3}" type="pres">
      <dgm:prSet presAssocID="{6C7E8A68-FE26-48ED-A849-355A774DD782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730F7887-9946-4D56-ABBC-7DBDCFB0D42D}" type="pres">
      <dgm:prSet presAssocID="{C7390542-7C83-4DF7-8E12-531E28156044}" presName="sp" presStyleCnt="0"/>
      <dgm:spPr/>
    </dgm:pt>
    <dgm:pt modelId="{A20B3F48-0038-4121-9C38-A8358750A888}" type="pres">
      <dgm:prSet presAssocID="{FFF58297-8FEF-4FAA-9630-83DAC028C48D}" presName="linNode" presStyleCnt="0"/>
      <dgm:spPr/>
    </dgm:pt>
    <dgm:pt modelId="{E5653081-9AAD-4645-B823-1A1EE0EBD3DC}" type="pres">
      <dgm:prSet presAssocID="{FFF58297-8FEF-4FAA-9630-83DAC028C48D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37255E16-6FE8-443C-84A7-9D4FF81B3794}" type="pres">
      <dgm:prSet presAssocID="{FFF58297-8FEF-4FAA-9630-83DAC028C48D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C4B28DAE-6ECD-4000-9280-8BE83199C3BD}" type="pres">
      <dgm:prSet presAssocID="{B90DB161-4BBB-4D56-B228-A2C7DA127FEE}" presName="sp" presStyleCnt="0"/>
      <dgm:spPr/>
    </dgm:pt>
    <dgm:pt modelId="{1304AD1E-37FA-4625-9BAD-016B166211B9}" type="pres">
      <dgm:prSet presAssocID="{79379BFA-FF6D-47A1-A0FB-099E8E8D9127}" presName="linNode" presStyleCnt="0"/>
      <dgm:spPr/>
    </dgm:pt>
    <dgm:pt modelId="{04894152-80FC-4379-AB1F-9ED2F328BCAE}" type="pres">
      <dgm:prSet presAssocID="{79379BFA-FF6D-47A1-A0FB-099E8E8D9127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4D228785-2B18-41E3-901A-755E679B20EC}" type="pres">
      <dgm:prSet presAssocID="{79379BFA-FF6D-47A1-A0FB-099E8E8D9127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</dgm:ptLst>
  <dgm:cxnLst>
    <dgm:cxn modelId="{3CF0EF7F-E6B4-4293-A003-DCAAA51C2C00}" type="presOf" srcId="{703C7004-FE04-4AE9-BE54-306158D19859}" destId="{4D228785-2B18-41E3-901A-755E679B20EC}" srcOrd="0" destOrd="0" presId="urn:microsoft.com/office/officeart/2005/8/layout/vList5"/>
    <dgm:cxn modelId="{CF032C8E-20A5-4C23-8821-F7E94263FB64}" srcId="{A5D70F12-D756-49C3-A49C-0BD39D01E2E8}" destId="{79379BFA-FF6D-47A1-A0FB-099E8E8D9127}" srcOrd="2" destOrd="0" parTransId="{3EB1EA56-FFD8-49FC-9B0F-1D4860B7F8A1}" sibTransId="{27BF0BD7-FDA0-4339-8C0A-C094A9ADBE5A}"/>
    <dgm:cxn modelId="{435C0B14-C179-47E8-888B-A5ADCB59C4D5}" srcId="{FFF58297-8FEF-4FAA-9630-83DAC028C48D}" destId="{09E35CFE-3289-4EC0-8094-73CBCC9297F7}" srcOrd="0" destOrd="0" parTransId="{ECF1531D-D869-4732-AE0B-50888DE293DA}" sibTransId="{D9E65DBD-B293-45F5-A1F0-647688D54809}"/>
    <dgm:cxn modelId="{F19794CC-0A9A-424D-8132-955BBD5704CA}" srcId="{A5D70F12-D756-49C3-A49C-0BD39D01E2E8}" destId="{FFF58297-8FEF-4FAA-9630-83DAC028C48D}" srcOrd="1" destOrd="0" parTransId="{CEC9015A-C0DD-4BCC-A1D6-2593D1940ACA}" sibTransId="{B90DB161-4BBB-4D56-B228-A2C7DA127FEE}"/>
    <dgm:cxn modelId="{B157C837-863F-45EA-8538-83B90E75C8FD}" type="presOf" srcId="{A5D70F12-D756-49C3-A49C-0BD39D01E2E8}" destId="{8CD210ED-7019-42F7-8E45-6E337516FD03}" srcOrd="0" destOrd="0" presId="urn:microsoft.com/office/officeart/2005/8/layout/vList5"/>
    <dgm:cxn modelId="{1BC5F1B0-A766-4C61-90B4-B160DBAA5BA6}" type="presOf" srcId="{6C7E8A68-FE26-48ED-A849-355A774DD782}" destId="{21D4ED0E-B431-4BE2-9276-9A7958E7227F}" srcOrd="0" destOrd="0" presId="urn:microsoft.com/office/officeart/2005/8/layout/vList5"/>
    <dgm:cxn modelId="{A315CFE1-B630-44DA-8D2F-E0F00980127C}" srcId="{6C7E8A68-FE26-48ED-A849-355A774DD782}" destId="{5A7777F3-C833-4137-98AD-3ABAF916DCBC}" srcOrd="0" destOrd="0" parTransId="{ED57AF98-B3F2-43D6-81C0-FDE7D12AF01A}" sibTransId="{0452095B-442C-4FF9-96C4-5D4A943A0073}"/>
    <dgm:cxn modelId="{25890F38-AA73-4D0C-B972-598C59C8628E}" srcId="{A5D70F12-D756-49C3-A49C-0BD39D01E2E8}" destId="{6C7E8A68-FE26-48ED-A849-355A774DD782}" srcOrd="0" destOrd="0" parTransId="{8DB14727-8E77-4CBE-8A93-03DE73C55757}" sibTransId="{C7390542-7C83-4DF7-8E12-531E28156044}"/>
    <dgm:cxn modelId="{F75D2BFA-BEBB-4D92-8960-147AF266A685}" type="presOf" srcId="{09E35CFE-3289-4EC0-8094-73CBCC9297F7}" destId="{37255E16-6FE8-443C-84A7-9D4FF81B3794}" srcOrd="0" destOrd="0" presId="urn:microsoft.com/office/officeart/2005/8/layout/vList5"/>
    <dgm:cxn modelId="{ADC7E702-A626-49C0-AEE1-0F2FED9158C8}" type="presOf" srcId="{FFF58297-8FEF-4FAA-9630-83DAC028C48D}" destId="{E5653081-9AAD-4645-B823-1A1EE0EBD3DC}" srcOrd="0" destOrd="0" presId="urn:microsoft.com/office/officeart/2005/8/layout/vList5"/>
    <dgm:cxn modelId="{ED4A53CA-80DE-40D7-83A8-197692F794CA}" type="presOf" srcId="{79379BFA-FF6D-47A1-A0FB-099E8E8D9127}" destId="{04894152-80FC-4379-AB1F-9ED2F328BCAE}" srcOrd="0" destOrd="0" presId="urn:microsoft.com/office/officeart/2005/8/layout/vList5"/>
    <dgm:cxn modelId="{B34343D3-9624-4423-A4CC-86D724D1C8E3}" srcId="{79379BFA-FF6D-47A1-A0FB-099E8E8D9127}" destId="{703C7004-FE04-4AE9-BE54-306158D19859}" srcOrd="0" destOrd="0" parTransId="{7F16BC2E-59B4-48B0-9B88-376E49A17867}" sibTransId="{A5CDD083-CBA4-4765-879D-BB85DA11B158}"/>
    <dgm:cxn modelId="{7180DE10-632C-4E9A-B2D3-8AF9A4678B57}" type="presOf" srcId="{5A7777F3-C833-4137-98AD-3ABAF916DCBC}" destId="{C5509B53-C6F2-4187-B430-0E215D4509E3}" srcOrd="0" destOrd="0" presId="urn:microsoft.com/office/officeart/2005/8/layout/vList5"/>
    <dgm:cxn modelId="{BE372376-630C-4228-AC32-BA4615A3C9A0}" type="presParOf" srcId="{8CD210ED-7019-42F7-8E45-6E337516FD03}" destId="{29C936EF-C1FE-4786-AA0D-F54B73DA931E}" srcOrd="0" destOrd="0" presId="urn:microsoft.com/office/officeart/2005/8/layout/vList5"/>
    <dgm:cxn modelId="{CCA7C0B3-9602-4AA6-8190-A35041BD93CE}" type="presParOf" srcId="{29C936EF-C1FE-4786-AA0D-F54B73DA931E}" destId="{21D4ED0E-B431-4BE2-9276-9A7958E7227F}" srcOrd="0" destOrd="0" presId="urn:microsoft.com/office/officeart/2005/8/layout/vList5"/>
    <dgm:cxn modelId="{3780B4C5-7548-486B-97E9-1702F1D87072}" type="presParOf" srcId="{29C936EF-C1FE-4786-AA0D-F54B73DA931E}" destId="{C5509B53-C6F2-4187-B430-0E215D4509E3}" srcOrd="1" destOrd="0" presId="urn:microsoft.com/office/officeart/2005/8/layout/vList5"/>
    <dgm:cxn modelId="{7B74524C-850F-4C81-BA90-4894B15EA672}" type="presParOf" srcId="{8CD210ED-7019-42F7-8E45-6E337516FD03}" destId="{730F7887-9946-4D56-ABBC-7DBDCFB0D42D}" srcOrd="1" destOrd="0" presId="urn:microsoft.com/office/officeart/2005/8/layout/vList5"/>
    <dgm:cxn modelId="{454FBF44-A94F-4DED-870F-C540E505CE4C}" type="presParOf" srcId="{8CD210ED-7019-42F7-8E45-6E337516FD03}" destId="{A20B3F48-0038-4121-9C38-A8358750A888}" srcOrd="2" destOrd="0" presId="urn:microsoft.com/office/officeart/2005/8/layout/vList5"/>
    <dgm:cxn modelId="{A5895BE6-000F-4B2F-8FCA-30BA4F918844}" type="presParOf" srcId="{A20B3F48-0038-4121-9C38-A8358750A888}" destId="{E5653081-9AAD-4645-B823-1A1EE0EBD3DC}" srcOrd="0" destOrd="0" presId="urn:microsoft.com/office/officeart/2005/8/layout/vList5"/>
    <dgm:cxn modelId="{50E3433C-2D8C-4CAE-9FC1-B6F977C9B5B7}" type="presParOf" srcId="{A20B3F48-0038-4121-9C38-A8358750A888}" destId="{37255E16-6FE8-443C-84A7-9D4FF81B3794}" srcOrd="1" destOrd="0" presId="urn:microsoft.com/office/officeart/2005/8/layout/vList5"/>
    <dgm:cxn modelId="{B19A32F3-8114-4D83-BFF6-DDBEC2DC9339}" type="presParOf" srcId="{8CD210ED-7019-42F7-8E45-6E337516FD03}" destId="{C4B28DAE-6ECD-4000-9280-8BE83199C3BD}" srcOrd="3" destOrd="0" presId="urn:microsoft.com/office/officeart/2005/8/layout/vList5"/>
    <dgm:cxn modelId="{71F33717-812F-4B5E-A044-1E6821436CD7}" type="presParOf" srcId="{8CD210ED-7019-42F7-8E45-6E337516FD03}" destId="{1304AD1E-37FA-4625-9BAD-016B166211B9}" srcOrd="4" destOrd="0" presId="urn:microsoft.com/office/officeart/2005/8/layout/vList5"/>
    <dgm:cxn modelId="{42016DBB-DB08-49DF-BCC0-3846D731B071}" type="presParOf" srcId="{1304AD1E-37FA-4625-9BAD-016B166211B9}" destId="{04894152-80FC-4379-AB1F-9ED2F328BCAE}" srcOrd="0" destOrd="0" presId="urn:microsoft.com/office/officeart/2005/8/layout/vList5"/>
    <dgm:cxn modelId="{4A9C3AC7-5E25-4321-8C4B-FEA24F2662B2}" type="presParOf" srcId="{1304AD1E-37FA-4625-9BAD-016B166211B9}" destId="{4D228785-2B18-41E3-901A-755E679B20E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2E2022-4CED-4FA7-956E-14EA3A4BC8B4}" type="doc">
      <dgm:prSet loTypeId="urn:microsoft.com/office/officeart/2005/8/layout/lProcess2" loCatId="list" qsTypeId="urn:microsoft.com/office/officeart/2005/8/quickstyle/simple1" qsCatId="simple" csTypeId="urn:microsoft.com/office/officeart/2005/8/colors/accent1_3" csCatId="accent1" phldr="1"/>
      <dgm:spPr/>
    </dgm:pt>
    <dgm:pt modelId="{798CEA74-534D-4521-9CD4-D99421154420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Entreprise individuelle</a:t>
          </a:r>
          <a:endParaRPr lang="fr-CA" dirty="0">
            <a:solidFill>
              <a:schemeClr val="accent2"/>
            </a:solidFill>
          </a:endParaRPr>
        </a:p>
      </dgm:t>
    </dgm:pt>
    <dgm:pt modelId="{0C65A0C2-DA55-4D3C-A95C-2F2A889F8E57}" type="parTrans" cxnId="{7C28F4DD-C063-4995-85EA-A198BE777FC6}">
      <dgm:prSet/>
      <dgm:spPr/>
      <dgm:t>
        <a:bodyPr/>
        <a:lstStyle/>
        <a:p>
          <a:endParaRPr lang="fr-CA"/>
        </a:p>
      </dgm:t>
    </dgm:pt>
    <dgm:pt modelId="{212D6BC7-098A-4CA1-945B-4DBA6DE89575}" type="sibTrans" cxnId="{7C28F4DD-C063-4995-85EA-A198BE777FC6}">
      <dgm:prSet/>
      <dgm:spPr/>
      <dgm:t>
        <a:bodyPr/>
        <a:lstStyle/>
        <a:p>
          <a:endParaRPr lang="fr-CA"/>
        </a:p>
      </dgm:t>
    </dgm:pt>
    <dgm:pt modelId="{0D0605A3-E247-4280-B310-60A3E91DF1C5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Société par actions</a:t>
          </a:r>
          <a:endParaRPr lang="fr-CA" dirty="0">
            <a:solidFill>
              <a:schemeClr val="accent2"/>
            </a:solidFill>
          </a:endParaRPr>
        </a:p>
      </dgm:t>
    </dgm:pt>
    <dgm:pt modelId="{6F1480CF-DBE2-480D-B837-E7EE79744F43}" type="parTrans" cxnId="{1C7F5261-FA96-4122-8177-7C7EC28605A3}">
      <dgm:prSet/>
      <dgm:spPr/>
      <dgm:t>
        <a:bodyPr/>
        <a:lstStyle/>
        <a:p>
          <a:endParaRPr lang="fr-CA"/>
        </a:p>
      </dgm:t>
    </dgm:pt>
    <dgm:pt modelId="{E53319B1-EAE6-46ED-9783-CBBC37F072BB}" type="sibTrans" cxnId="{1C7F5261-FA96-4122-8177-7C7EC28605A3}">
      <dgm:prSet/>
      <dgm:spPr/>
      <dgm:t>
        <a:bodyPr/>
        <a:lstStyle/>
        <a:p>
          <a:endParaRPr lang="fr-CA"/>
        </a:p>
      </dgm:t>
    </dgm:pt>
    <dgm:pt modelId="{68DE1942-A456-4439-8197-4CAF9D17AD5C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Société de personne</a:t>
          </a:r>
          <a:endParaRPr lang="fr-CA" dirty="0">
            <a:solidFill>
              <a:schemeClr val="accent2"/>
            </a:solidFill>
          </a:endParaRPr>
        </a:p>
      </dgm:t>
    </dgm:pt>
    <dgm:pt modelId="{47C06244-B7C4-4C4C-AE3A-2F7E60AF8571}" type="parTrans" cxnId="{8282D380-8F9D-4407-8D16-31306EFEBD16}">
      <dgm:prSet/>
      <dgm:spPr/>
      <dgm:t>
        <a:bodyPr/>
        <a:lstStyle/>
        <a:p>
          <a:endParaRPr lang="fr-CA"/>
        </a:p>
      </dgm:t>
    </dgm:pt>
    <dgm:pt modelId="{70B1DC7E-63FE-4CCD-8E0E-A7AA5CB5BF12}" type="sibTrans" cxnId="{8282D380-8F9D-4407-8D16-31306EFEBD16}">
      <dgm:prSet/>
      <dgm:spPr/>
      <dgm:t>
        <a:bodyPr/>
        <a:lstStyle/>
        <a:p>
          <a:endParaRPr lang="fr-CA"/>
        </a:p>
      </dgm:t>
    </dgm:pt>
    <dgm:pt modelId="{506EDCD6-B431-47F5-BBF2-6D1D99D71E97}">
      <dgm:prSet phldrT="[Texte]"/>
      <dgm:spPr/>
      <dgm:t>
        <a:bodyPr/>
        <a:lstStyle/>
        <a:p>
          <a:r>
            <a:rPr lang="fr-CA" dirty="0" smtClean="0"/>
            <a:t>Simple, peu coûteuse</a:t>
          </a:r>
          <a:endParaRPr lang="fr-CA" dirty="0"/>
        </a:p>
      </dgm:t>
    </dgm:pt>
    <dgm:pt modelId="{4C9F6658-E434-45FA-8A6A-BFB5D2DB6395}" type="parTrans" cxnId="{C6DFE405-94D1-4B06-85E8-65EF50F4E967}">
      <dgm:prSet/>
      <dgm:spPr/>
      <dgm:t>
        <a:bodyPr/>
        <a:lstStyle/>
        <a:p>
          <a:endParaRPr lang="fr-CA"/>
        </a:p>
      </dgm:t>
    </dgm:pt>
    <dgm:pt modelId="{EEE258C8-BB3E-4ABF-9CE6-E2F5E352DCCC}" type="sibTrans" cxnId="{C6DFE405-94D1-4B06-85E8-65EF50F4E967}">
      <dgm:prSet/>
      <dgm:spPr/>
      <dgm:t>
        <a:bodyPr/>
        <a:lstStyle/>
        <a:p>
          <a:endParaRPr lang="fr-CA"/>
        </a:p>
      </dgm:t>
    </dgm:pt>
    <dgm:pt modelId="{F4CD749D-1B0B-48B0-A1C9-C6894A5872C7}">
      <dgm:prSet phldrT="[Texte]"/>
      <dgm:spPr/>
      <dgm:t>
        <a:bodyPr/>
        <a:lstStyle/>
        <a:p>
          <a:r>
            <a:rPr lang="fr-CA" dirty="0" smtClean="0"/>
            <a:t>Faible règlementation</a:t>
          </a:r>
          <a:endParaRPr lang="fr-CA" dirty="0"/>
        </a:p>
      </dgm:t>
    </dgm:pt>
    <dgm:pt modelId="{9B036668-2544-4D28-A497-88EDAEE10FB9}" type="parTrans" cxnId="{BDCBC63F-38D0-4260-928B-F9382F7FA0CA}">
      <dgm:prSet/>
      <dgm:spPr/>
      <dgm:t>
        <a:bodyPr/>
        <a:lstStyle/>
        <a:p>
          <a:endParaRPr lang="fr-CA"/>
        </a:p>
      </dgm:t>
    </dgm:pt>
    <dgm:pt modelId="{7DFE453B-15B1-4BBA-BBAC-7FE246679185}" type="sibTrans" cxnId="{BDCBC63F-38D0-4260-928B-F9382F7FA0CA}">
      <dgm:prSet/>
      <dgm:spPr/>
      <dgm:t>
        <a:bodyPr/>
        <a:lstStyle/>
        <a:p>
          <a:endParaRPr lang="fr-CA"/>
        </a:p>
      </dgm:t>
    </dgm:pt>
    <dgm:pt modelId="{E18F08F9-2BED-42C3-9AF7-666D6A70AE9B}">
      <dgm:prSet phldrT="[Texte]"/>
      <dgm:spPr/>
      <dgm:t>
        <a:bodyPr/>
        <a:lstStyle/>
        <a:p>
          <a:r>
            <a:rPr lang="fr-CA" dirty="0" smtClean="0"/>
            <a:t>Revenu entreprise = revenu personnel</a:t>
          </a:r>
          <a:endParaRPr lang="fr-CA" dirty="0"/>
        </a:p>
      </dgm:t>
    </dgm:pt>
    <dgm:pt modelId="{FB95633B-A21F-484A-AB88-DC99C53A632C}" type="parTrans" cxnId="{F2040204-5A0C-43D7-BA95-5C74C4153E2E}">
      <dgm:prSet/>
      <dgm:spPr/>
      <dgm:t>
        <a:bodyPr/>
        <a:lstStyle/>
        <a:p>
          <a:endParaRPr lang="fr-CA"/>
        </a:p>
      </dgm:t>
    </dgm:pt>
    <dgm:pt modelId="{480D7ECD-AE8F-4337-BB65-3DAB657887DC}" type="sibTrans" cxnId="{F2040204-5A0C-43D7-BA95-5C74C4153E2E}">
      <dgm:prSet/>
      <dgm:spPr/>
      <dgm:t>
        <a:bodyPr/>
        <a:lstStyle/>
        <a:p>
          <a:endParaRPr lang="fr-CA"/>
        </a:p>
      </dgm:t>
    </dgm:pt>
    <dgm:pt modelId="{D5C5D8D6-BFF1-4414-AC31-33EE1B39798B}">
      <dgm:prSet phldrT="[Texte]"/>
      <dgm:spPr/>
      <dgm:t>
        <a:bodyPr/>
        <a:lstStyle/>
        <a:p>
          <a:r>
            <a:rPr lang="fr-CA" dirty="0" smtClean="0"/>
            <a:t>Simple, peu coûteuse</a:t>
          </a:r>
          <a:endParaRPr lang="fr-CA" dirty="0"/>
        </a:p>
      </dgm:t>
    </dgm:pt>
    <dgm:pt modelId="{6A7A2062-86B9-478D-A668-EC8E4A5695E5}" type="parTrans" cxnId="{3712803B-55DA-4A3F-A40A-F77699EABA5E}">
      <dgm:prSet/>
      <dgm:spPr/>
      <dgm:t>
        <a:bodyPr/>
        <a:lstStyle/>
        <a:p>
          <a:endParaRPr lang="fr-CA"/>
        </a:p>
      </dgm:t>
    </dgm:pt>
    <dgm:pt modelId="{65192436-B54F-4EAD-847C-C6CE9328B67B}" type="sibTrans" cxnId="{3712803B-55DA-4A3F-A40A-F77699EABA5E}">
      <dgm:prSet/>
      <dgm:spPr/>
      <dgm:t>
        <a:bodyPr/>
        <a:lstStyle/>
        <a:p>
          <a:endParaRPr lang="fr-CA"/>
        </a:p>
      </dgm:t>
    </dgm:pt>
    <dgm:pt modelId="{805A6D36-65B7-4FDD-8CB2-63CBD6693688}">
      <dgm:prSet phldrT="[Texte]"/>
      <dgm:spPr/>
      <dgm:t>
        <a:bodyPr/>
        <a:lstStyle/>
        <a:p>
          <a:r>
            <a:rPr lang="fr-CA" dirty="0" smtClean="0"/>
            <a:t>Faible règlementation</a:t>
          </a:r>
          <a:endParaRPr lang="fr-CA" dirty="0"/>
        </a:p>
      </dgm:t>
    </dgm:pt>
    <dgm:pt modelId="{A8F15E62-9F1A-4B8F-BCF4-4C2646757A16}" type="parTrans" cxnId="{79AA3C70-CF4D-434B-AC0F-0DA87CA1190A}">
      <dgm:prSet/>
      <dgm:spPr/>
      <dgm:t>
        <a:bodyPr/>
        <a:lstStyle/>
        <a:p>
          <a:endParaRPr lang="fr-CA"/>
        </a:p>
      </dgm:t>
    </dgm:pt>
    <dgm:pt modelId="{8B0CA828-C692-48A8-823A-4A61112EF760}" type="sibTrans" cxnId="{79AA3C70-CF4D-434B-AC0F-0DA87CA1190A}">
      <dgm:prSet/>
      <dgm:spPr/>
      <dgm:t>
        <a:bodyPr/>
        <a:lstStyle/>
        <a:p>
          <a:endParaRPr lang="fr-CA"/>
        </a:p>
      </dgm:t>
    </dgm:pt>
    <dgm:pt modelId="{1E901678-FA5F-4F72-BF28-4898EC33E608}">
      <dgm:prSet phldrT="[Texte]"/>
      <dgm:spPr/>
      <dgm:t>
        <a:bodyPr/>
        <a:lstStyle/>
        <a:p>
          <a:r>
            <a:rPr lang="fr-CA" dirty="0" smtClean="0"/>
            <a:t>Plus d’une source de financement</a:t>
          </a:r>
          <a:endParaRPr lang="fr-CA" dirty="0"/>
        </a:p>
      </dgm:t>
    </dgm:pt>
    <dgm:pt modelId="{7C9CF8BD-DD43-42CC-8A7C-4043F0202288}" type="parTrans" cxnId="{5B86B77E-562A-4462-94F7-80E2DCEA5BB5}">
      <dgm:prSet/>
      <dgm:spPr/>
      <dgm:t>
        <a:bodyPr/>
        <a:lstStyle/>
        <a:p>
          <a:endParaRPr lang="fr-CA"/>
        </a:p>
      </dgm:t>
    </dgm:pt>
    <dgm:pt modelId="{D8D2CB4A-56CA-4623-960E-42E7FDC11595}" type="sibTrans" cxnId="{5B86B77E-562A-4462-94F7-80E2DCEA5BB5}">
      <dgm:prSet/>
      <dgm:spPr/>
      <dgm:t>
        <a:bodyPr/>
        <a:lstStyle/>
        <a:p>
          <a:endParaRPr lang="fr-CA"/>
        </a:p>
      </dgm:t>
    </dgm:pt>
    <dgm:pt modelId="{3C48782C-2E05-4A83-8218-2FD60A816469}">
      <dgm:prSet phldrT="[Texte]"/>
      <dgm:spPr/>
      <dgm:t>
        <a:bodyPr/>
        <a:lstStyle/>
        <a:p>
          <a:r>
            <a:rPr lang="fr-CA" smtClean="0"/>
            <a:t>Revenu entreprise = revenu personnel</a:t>
          </a:r>
          <a:endParaRPr lang="fr-CA" dirty="0"/>
        </a:p>
      </dgm:t>
    </dgm:pt>
    <dgm:pt modelId="{FC7FC958-98DA-4DE9-B07C-1D653B1E101A}" type="parTrans" cxnId="{92A98071-A29A-4F7F-98A7-606785DB5923}">
      <dgm:prSet/>
      <dgm:spPr/>
      <dgm:t>
        <a:bodyPr/>
        <a:lstStyle/>
        <a:p>
          <a:endParaRPr lang="fr-CA"/>
        </a:p>
      </dgm:t>
    </dgm:pt>
    <dgm:pt modelId="{CF3E41C4-ED80-40F4-B4AD-791F0AD72F44}" type="sibTrans" cxnId="{92A98071-A29A-4F7F-98A7-606785DB5923}">
      <dgm:prSet/>
      <dgm:spPr/>
      <dgm:t>
        <a:bodyPr/>
        <a:lstStyle/>
        <a:p>
          <a:endParaRPr lang="fr-CA"/>
        </a:p>
      </dgm:t>
    </dgm:pt>
    <dgm:pt modelId="{B26B2ACC-C9BD-4A3C-8E0C-10498D90ECFC}">
      <dgm:prSet phldrT="[Texte]"/>
      <dgm:spPr/>
      <dgm:t>
        <a:bodyPr/>
        <a:lstStyle/>
        <a:p>
          <a:r>
            <a:rPr lang="fr-CA" dirty="0" smtClean="0"/>
            <a:t>Source de financement unique</a:t>
          </a:r>
          <a:endParaRPr lang="fr-CA" dirty="0"/>
        </a:p>
      </dgm:t>
    </dgm:pt>
    <dgm:pt modelId="{166ECD25-0033-4BDB-8782-A3C539D98A79}" type="parTrans" cxnId="{A98E6BE4-92CB-4665-8819-444B95E9B0EF}">
      <dgm:prSet/>
      <dgm:spPr/>
      <dgm:t>
        <a:bodyPr/>
        <a:lstStyle/>
        <a:p>
          <a:endParaRPr lang="fr-CA"/>
        </a:p>
      </dgm:t>
    </dgm:pt>
    <dgm:pt modelId="{8AB4BCAC-7C37-45F3-BD39-27C0BE2862FD}" type="sibTrans" cxnId="{A98E6BE4-92CB-4665-8819-444B95E9B0EF}">
      <dgm:prSet/>
      <dgm:spPr/>
      <dgm:t>
        <a:bodyPr/>
        <a:lstStyle/>
        <a:p>
          <a:endParaRPr lang="fr-CA"/>
        </a:p>
      </dgm:t>
    </dgm:pt>
    <dgm:pt modelId="{2A0E5D91-1BCA-4AAD-85D9-1A46AD4B14E0}">
      <dgm:prSet phldrT="[Texte]"/>
      <dgm:spPr/>
      <dgm:t>
        <a:bodyPr/>
        <a:lstStyle/>
        <a:p>
          <a:r>
            <a:rPr lang="fr-CA" dirty="0" smtClean="0"/>
            <a:t>Entités distinctes</a:t>
          </a:r>
          <a:endParaRPr lang="fr-CA" dirty="0"/>
        </a:p>
      </dgm:t>
    </dgm:pt>
    <dgm:pt modelId="{6E12DB79-8F14-452B-807C-FF4C46D2C5FB}" type="parTrans" cxnId="{50884E79-E87D-4B59-8B23-6FDF09C1260F}">
      <dgm:prSet/>
      <dgm:spPr/>
      <dgm:t>
        <a:bodyPr/>
        <a:lstStyle/>
        <a:p>
          <a:endParaRPr lang="fr-CA"/>
        </a:p>
      </dgm:t>
    </dgm:pt>
    <dgm:pt modelId="{B6CD4C95-EAE9-4868-80D8-AE382525A552}" type="sibTrans" cxnId="{50884E79-E87D-4B59-8B23-6FDF09C1260F}">
      <dgm:prSet/>
      <dgm:spPr/>
      <dgm:t>
        <a:bodyPr/>
        <a:lstStyle/>
        <a:p>
          <a:endParaRPr lang="fr-CA"/>
        </a:p>
      </dgm:t>
    </dgm:pt>
    <dgm:pt modelId="{77F678A1-EC48-41DF-86E7-329C33D905AE}">
      <dgm:prSet phldrT="[Texte]"/>
      <dgm:spPr/>
      <dgm:t>
        <a:bodyPr/>
        <a:lstStyle/>
        <a:p>
          <a:r>
            <a:rPr lang="fr-CA" dirty="0" smtClean="0"/>
            <a:t>Responsabilité limité</a:t>
          </a:r>
          <a:endParaRPr lang="fr-CA" dirty="0"/>
        </a:p>
      </dgm:t>
    </dgm:pt>
    <dgm:pt modelId="{E3D1B2A5-A316-476B-971F-6C8159AA355C}" type="parTrans" cxnId="{847BB310-3548-4F9E-A920-3D6651A599E0}">
      <dgm:prSet/>
      <dgm:spPr/>
      <dgm:t>
        <a:bodyPr/>
        <a:lstStyle/>
        <a:p>
          <a:endParaRPr lang="fr-CA"/>
        </a:p>
      </dgm:t>
    </dgm:pt>
    <dgm:pt modelId="{E9D306EA-72F0-44F0-9B92-B7C578D49DFA}" type="sibTrans" cxnId="{847BB310-3548-4F9E-A920-3D6651A599E0}">
      <dgm:prSet/>
      <dgm:spPr/>
      <dgm:t>
        <a:bodyPr/>
        <a:lstStyle/>
        <a:p>
          <a:endParaRPr lang="fr-CA"/>
        </a:p>
      </dgm:t>
    </dgm:pt>
    <dgm:pt modelId="{087E467E-03DC-4244-8DEE-0A4ABA8E2006}">
      <dgm:prSet phldrT="[Texte]"/>
      <dgm:spPr/>
      <dgm:t>
        <a:bodyPr/>
        <a:lstStyle/>
        <a:p>
          <a:r>
            <a:rPr lang="fr-CA" dirty="0" smtClean="0"/>
            <a:t>Droit de propriété sans échéance</a:t>
          </a:r>
          <a:endParaRPr lang="fr-CA" dirty="0"/>
        </a:p>
      </dgm:t>
    </dgm:pt>
    <dgm:pt modelId="{A85655DF-26AD-4652-BAC1-C401584A7B89}" type="parTrans" cxnId="{F44522F2-DAF7-4CC9-9FD7-41FCB0870696}">
      <dgm:prSet/>
      <dgm:spPr/>
      <dgm:t>
        <a:bodyPr/>
        <a:lstStyle/>
        <a:p>
          <a:endParaRPr lang="fr-CA"/>
        </a:p>
      </dgm:t>
    </dgm:pt>
    <dgm:pt modelId="{70321712-597E-46C6-A583-6232B446C114}" type="sibTrans" cxnId="{F44522F2-DAF7-4CC9-9FD7-41FCB0870696}">
      <dgm:prSet/>
      <dgm:spPr/>
      <dgm:t>
        <a:bodyPr/>
        <a:lstStyle/>
        <a:p>
          <a:endParaRPr lang="fr-CA"/>
        </a:p>
      </dgm:t>
    </dgm:pt>
    <dgm:pt modelId="{33A37098-1D65-4978-9010-A78300F24F02}">
      <dgm:prSet phldrT="[Texte]"/>
      <dgm:spPr/>
      <dgm:t>
        <a:bodyPr/>
        <a:lstStyle/>
        <a:p>
          <a:r>
            <a:rPr lang="fr-CA" dirty="0" smtClean="0"/>
            <a:t>Facilité de transfert de titres &amp; de nouvelle émission</a:t>
          </a:r>
          <a:endParaRPr lang="fr-CA" dirty="0"/>
        </a:p>
      </dgm:t>
    </dgm:pt>
    <dgm:pt modelId="{6AF2A327-FFE7-480E-8533-87154BF56417}" type="parTrans" cxnId="{077285C2-4F13-4085-9EC5-BC2CAB6DDD34}">
      <dgm:prSet/>
      <dgm:spPr/>
      <dgm:t>
        <a:bodyPr/>
        <a:lstStyle/>
        <a:p>
          <a:endParaRPr lang="fr-CA"/>
        </a:p>
      </dgm:t>
    </dgm:pt>
    <dgm:pt modelId="{0C35FB29-AAB6-4D76-9052-85A6282701BC}" type="sibTrans" cxnId="{077285C2-4F13-4085-9EC5-BC2CAB6DDD34}">
      <dgm:prSet/>
      <dgm:spPr/>
      <dgm:t>
        <a:bodyPr/>
        <a:lstStyle/>
        <a:p>
          <a:endParaRPr lang="fr-CA"/>
        </a:p>
      </dgm:t>
    </dgm:pt>
    <dgm:pt modelId="{C1441E91-1BF7-499C-AF3D-95A26E25A11F}" type="pres">
      <dgm:prSet presAssocID="{C92E2022-4CED-4FA7-956E-14EA3A4BC8B4}" presName="theList" presStyleCnt="0">
        <dgm:presLayoutVars>
          <dgm:dir/>
          <dgm:animLvl val="lvl"/>
          <dgm:resizeHandles val="exact"/>
        </dgm:presLayoutVars>
      </dgm:prSet>
      <dgm:spPr/>
    </dgm:pt>
    <dgm:pt modelId="{608C5C7A-41F5-45AD-A63E-236EC79095E3}" type="pres">
      <dgm:prSet presAssocID="{798CEA74-534D-4521-9CD4-D99421154420}" presName="compNode" presStyleCnt="0"/>
      <dgm:spPr/>
    </dgm:pt>
    <dgm:pt modelId="{25938B3A-C6A7-42E0-B212-60AA3C521E9E}" type="pres">
      <dgm:prSet presAssocID="{798CEA74-534D-4521-9CD4-D99421154420}" presName="aNode" presStyleLbl="bgShp" presStyleIdx="0" presStyleCnt="3"/>
      <dgm:spPr/>
      <dgm:t>
        <a:bodyPr/>
        <a:lstStyle/>
        <a:p>
          <a:endParaRPr lang="fr-CA"/>
        </a:p>
      </dgm:t>
    </dgm:pt>
    <dgm:pt modelId="{9C3C3AD7-87A2-4C7D-8790-8399D6DBD461}" type="pres">
      <dgm:prSet presAssocID="{798CEA74-534D-4521-9CD4-D99421154420}" presName="textNode" presStyleLbl="bgShp" presStyleIdx="0" presStyleCnt="3"/>
      <dgm:spPr/>
      <dgm:t>
        <a:bodyPr/>
        <a:lstStyle/>
        <a:p>
          <a:endParaRPr lang="fr-CA"/>
        </a:p>
      </dgm:t>
    </dgm:pt>
    <dgm:pt modelId="{51D7F914-32E1-4591-83FA-9C15476E5D35}" type="pres">
      <dgm:prSet presAssocID="{798CEA74-534D-4521-9CD4-D99421154420}" presName="compChildNode" presStyleCnt="0"/>
      <dgm:spPr/>
    </dgm:pt>
    <dgm:pt modelId="{76EE92E9-C31C-4460-A21C-573A2CCF877A}" type="pres">
      <dgm:prSet presAssocID="{798CEA74-534D-4521-9CD4-D99421154420}" presName="theInnerList" presStyleCnt="0"/>
      <dgm:spPr/>
    </dgm:pt>
    <dgm:pt modelId="{D57CBA4B-9CDC-40CD-BA5A-B165E3CC22E8}" type="pres">
      <dgm:prSet presAssocID="{506EDCD6-B431-47F5-BBF2-6D1D99D71E97}" presName="child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FE63F541-57E1-4BBA-8178-B5F9A52969F1}" type="pres">
      <dgm:prSet presAssocID="{506EDCD6-B431-47F5-BBF2-6D1D99D71E97}" presName="aSpace2" presStyleCnt="0"/>
      <dgm:spPr/>
    </dgm:pt>
    <dgm:pt modelId="{8BB9364A-0D04-4C27-ABBD-293956C8D1F2}" type="pres">
      <dgm:prSet presAssocID="{F4CD749D-1B0B-48B0-A1C9-C6894A5872C7}" presName="child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BA979CA0-71C6-4593-A98E-14EB25FB2679}" type="pres">
      <dgm:prSet presAssocID="{F4CD749D-1B0B-48B0-A1C9-C6894A5872C7}" presName="aSpace2" presStyleCnt="0"/>
      <dgm:spPr/>
    </dgm:pt>
    <dgm:pt modelId="{03A46A38-AB23-4475-B04B-88232D106938}" type="pres">
      <dgm:prSet presAssocID="{E18F08F9-2BED-42C3-9AF7-666D6A70AE9B}" presName="child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AA4161FD-8A79-4364-A818-4DDB9D6E49C6}" type="pres">
      <dgm:prSet presAssocID="{E18F08F9-2BED-42C3-9AF7-666D6A70AE9B}" presName="aSpace2" presStyleCnt="0"/>
      <dgm:spPr/>
    </dgm:pt>
    <dgm:pt modelId="{70DF5C60-4402-40A3-B80A-6EB11FBAAC7C}" type="pres">
      <dgm:prSet presAssocID="{B26B2ACC-C9BD-4A3C-8E0C-10498D90ECFC}" presName="child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3AC2BE57-0AF6-4824-80BB-114F102ED959}" type="pres">
      <dgm:prSet presAssocID="{798CEA74-534D-4521-9CD4-D99421154420}" presName="aSpace" presStyleCnt="0"/>
      <dgm:spPr/>
    </dgm:pt>
    <dgm:pt modelId="{CA58C962-0F70-4C88-BB6A-39DFD0D4B064}" type="pres">
      <dgm:prSet presAssocID="{68DE1942-A456-4439-8197-4CAF9D17AD5C}" presName="compNode" presStyleCnt="0"/>
      <dgm:spPr/>
    </dgm:pt>
    <dgm:pt modelId="{2A258987-3D35-4A3D-BD91-EB4E0056BE68}" type="pres">
      <dgm:prSet presAssocID="{68DE1942-A456-4439-8197-4CAF9D17AD5C}" presName="aNode" presStyleLbl="bgShp" presStyleIdx="1" presStyleCnt="3"/>
      <dgm:spPr/>
      <dgm:t>
        <a:bodyPr/>
        <a:lstStyle/>
        <a:p>
          <a:endParaRPr lang="fr-CA"/>
        </a:p>
      </dgm:t>
    </dgm:pt>
    <dgm:pt modelId="{559C35C8-2A7C-4101-B949-617B92268F01}" type="pres">
      <dgm:prSet presAssocID="{68DE1942-A456-4439-8197-4CAF9D17AD5C}" presName="textNode" presStyleLbl="bgShp" presStyleIdx="1" presStyleCnt="3"/>
      <dgm:spPr/>
      <dgm:t>
        <a:bodyPr/>
        <a:lstStyle/>
        <a:p>
          <a:endParaRPr lang="fr-CA"/>
        </a:p>
      </dgm:t>
    </dgm:pt>
    <dgm:pt modelId="{125B5EC3-DDF5-425A-901C-F943D80D2507}" type="pres">
      <dgm:prSet presAssocID="{68DE1942-A456-4439-8197-4CAF9D17AD5C}" presName="compChildNode" presStyleCnt="0"/>
      <dgm:spPr/>
    </dgm:pt>
    <dgm:pt modelId="{E2DB330B-92E6-41B7-BE7A-BA26E96F28DC}" type="pres">
      <dgm:prSet presAssocID="{68DE1942-A456-4439-8197-4CAF9D17AD5C}" presName="theInnerList" presStyleCnt="0"/>
      <dgm:spPr/>
    </dgm:pt>
    <dgm:pt modelId="{D47B74AA-0E56-46B7-8BC7-A2EBE7A9FCAB}" type="pres">
      <dgm:prSet presAssocID="{D5C5D8D6-BFF1-4414-AC31-33EE1B39798B}" presName="child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067EB525-3924-4010-BC3C-08F1B512E217}" type="pres">
      <dgm:prSet presAssocID="{D5C5D8D6-BFF1-4414-AC31-33EE1B39798B}" presName="aSpace2" presStyleCnt="0"/>
      <dgm:spPr/>
    </dgm:pt>
    <dgm:pt modelId="{297E73E4-AA3C-4881-A8CD-9DF404EA52D8}" type="pres">
      <dgm:prSet presAssocID="{805A6D36-65B7-4FDD-8CB2-63CBD6693688}" presName="child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B6151CA2-2D63-42AC-869F-AC7324F829BA}" type="pres">
      <dgm:prSet presAssocID="{805A6D36-65B7-4FDD-8CB2-63CBD6693688}" presName="aSpace2" presStyleCnt="0"/>
      <dgm:spPr/>
    </dgm:pt>
    <dgm:pt modelId="{9ED16558-A9F6-4B1E-BCAC-160F68C76FC4}" type="pres">
      <dgm:prSet presAssocID="{3C48782C-2E05-4A83-8218-2FD60A816469}" presName="child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48C2CAE6-6E96-414B-9F5E-01A0646F1473}" type="pres">
      <dgm:prSet presAssocID="{3C48782C-2E05-4A83-8218-2FD60A816469}" presName="aSpace2" presStyleCnt="0"/>
      <dgm:spPr/>
    </dgm:pt>
    <dgm:pt modelId="{2B6433AF-BEC2-483D-88B3-112FF1911B07}" type="pres">
      <dgm:prSet presAssocID="{1E901678-FA5F-4F72-BF28-4898EC33E608}" presName="child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C0874728-9186-4A9F-B83B-B8A311FD1CC2}" type="pres">
      <dgm:prSet presAssocID="{68DE1942-A456-4439-8197-4CAF9D17AD5C}" presName="aSpace" presStyleCnt="0"/>
      <dgm:spPr/>
    </dgm:pt>
    <dgm:pt modelId="{A3617CAB-A127-4DC3-B5B7-07B284ECC132}" type="pres">
      <dgm:prSet presAssocID="{0D0605A3-E247-4280-B310-60A3E91DF1C5}" presName="compNode" presStyleCnt="0"/>
      <dgm:spPr/>
    </dgm:pt>
    <dgm:pt modelId="{53B502E0-99DB-45AE-9B70-2E1FA7F6F608}" type="pres">
      <dgm:prSet presAssocID="{0D0605A3-E247-4280-B310-60A3E91DF1C5}" presName="aNode" presStyleLbl="bgShp" presStyleIdx="2" presStyleCnt="3"/>
      <dgm:spPr/>
      <dgm:t>
        <a:bodyPr/>
        <a:lstStyle/>
        <a:p>
          <a:endParaRPr lang="fr-CA"/>
        </a:p>
      </dgm:t>
    </dgm:pt>
    <dgm:pt modelId="{3243EE2A-6D8D-4DF3-8247-316E43E3692C}" type="pres">
      <dgm:prSet presAssocID="{0D0605A3-E247-4280-B310-60A3E91DF1C5}" presName="textNode" presStyleLbl="bgShp" presStyleIdx="2" presStyleCnt="3"/>
      <dgm:spPr/>
      <dgm:t>
        <a:bodyPr/>
        <a:lstStyle/>
        <a:p>
          <a:endParaRPr lang="fr-CA"/>
        </a:p>
      </dgm:t>
    </dgm:pt>
    <dgm:pt modelId="{74115F66-7A4E-4CC3-8017-CE8059F9A69B}" type="pres">
      <dgm:prSet presAssocID="{0D0605A3-E247-4280-B310-60A3E91DF1C5}" presName="compChildNode" presStyleCnt="0"/>
      <dgm:spPr/>
    </dgm:pt>
    <dgm:pt modelId="{E6DC120D-779B-4D41-B14B-1C9FB9E09D3D}" type="pres">
      <dgm:prSet presAssocID="{0D0605A3-E247-4280-B310-60A3E91DF1C5}" presName="theInnerList" presStyleCnt="0"/>
      <dgm:spPr/>
    </dgm:pt>
    <dgm:pt modelId="{50536601-DE41-4071-A454-817DD48BFB1D}" type="pres">
      <dgm:prSet presAssocID="{2A0E5D91-1BCA-4AAD-85D9-1A46AD4B14E0}" presName="child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177CC9AC-56DD-4EC0-B010-0D0A34579B54}" type="pres">
      <dgm:prSet presAssocID="{2A0E5D91-1BCA-4AAD-85D9-1A46AD4B14E0}" presName="aSpace2" presStyleCnt="0"/>
      <dgm:spPr/>
    </dgm:pt>
    <dgm:pt modelId="{E82C19C4-4A9F-48EB-86B5-30C0039CFFCB}" type="pres">
      <dgm:prSet presAssocID="{77F678A1-EC48-41DF-86E7-329C33D905AE}" presName="child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4B552DF6-3580-4F5F-AC27-7942C00AD501}" type="pres">
      <dgm:prSet presAssocID="{77F678A1-EC48-41DF-86E7-329C33D905AE}" presName="aSpace2" presStyleCnt="0"/>
      <dgm:spPr/>
    </dgm:pt>
    <dgm:pt modelId="{61DD9A90-1EF6-4660-92DC-A2594F244F50}" type="pres">
      <dgm:prSet presAssocID="{087E467E-03DC-4244-8DEE-0A4ABA8E2006}" presName="child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9DAE2D72-FCF8-40AA-9A32-EC2190C7D49C}" type="pres">
      <dgm:prSet presAssocID="{087E467E-03DC-4244-8DEE-0A4ABA8E2006}" presName="aSpace2" presStyleCnt="0"/>
      <dgm:spPr/>
    </dgm:pt>
    <dgm:pt modelId="{2D1A583E-4E9B-4DD0-8A86-3723290A2C04}" type="pres">
      <dgm:prSet presAssocID="{33A37098-1D65-4978-9010-A78300F24F02}" presName="child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</dgm:ptLst>
  <dgm:cxnLst>
    <dgm:cxn modelId="{E1C74D3B-6463-4AF4-B22E-4D11BB62DE1B}" type="presOf" srcId="{68DE1942-A456-4439-8197-4CAF9D17AD5C}" destId="{559C35C8-2A7C-4101-B949-617B92268F01}" srcOrd="1" destOrd="0" presId="urn:microsoft.com/office/officeart/2005/8/layout/lProcess2"/>
    <dgm:cxn modelId="{B78BB290-9CBA-4BA7-9744-EF1B7A965800}" type="presOf" srcId="{798CEA74-534D-4521-9CD4-D99421154420}" destId="{9C3C3AD7-87A2-4C7D-8790-8399D6DBD461}" srcOrd="1" destOrd="0" presId="urn:microsoft.com/office/officeart/2005/8/layout/lProcess2"/>
    <dgm:cxn modelId="{18319FD2-8B35-4A9B-A9F1-1BE29AE806DA}" type="presOf" srcId="{0D0605A3-E247-4280-B310-60A3E91DF1C5}" destId="{3243EE2A-6D8D-4DF3-8247-316E43E3692C}" srcOrd="1" destOrd="0" presId="urn:microsoft.com/office/officeart/2005/8/layout/lProcess2"/>
    <dgm:cxn modelId="{043B69A8-026F-4F25-9FAC-C31C83A3EDEA}" type="presOf" srcId="{B26B2ACC-C9BD-4A3C-8E0C-10498D90ECFC}" destId="{70DF5C60-4402-40A3-B80A-6EB11FBAAC7C}" srcOrd="0" destOrd="0" presId="urn:microsoft.com/office/officeart/2005/8/layout/lProcess2"/>
    <dgm:cxn modelId="{3712803B-55DA-4A3F-A40A-F77699EABA5E}" srcId="{68DE1942-A456-4439-8197-4CAF9D17AD5C}" destId="{D5C5D8D6-BFF1-4414-AC31-33EE1B39798B}" srcOrd="0" destOrd="0" parTransId="{6A7A2062-86B9-478D-A668-EC8E4A5695E5}" sibTransId="{65192436-B54F-4EAD-847C-C6CE9328B67B}"/>
    <dgm:cxn modelId="{C3E78F46-9C22-4183-9C3A-DEECA54105D0}" type="presOf" srcId="{1E901678-FA5F-4F72-BF28-4898EC33E608}" destId="{2B6433AF-BEC2-483D-88B3-112FF1911B07}" srcOrd="0" destOrd="0" presId="urn:microsoft.com/office/officeart/2005/8/layout/lProcess2"/>
    <dgm:cxn modelId="{0F2660D1-C731-4AF0-99C6-046C83F979A9}" type="presOf" srcId="{3C48782C-2E05-4A83-8218-2FD60A816469}" destId="{9ED16558-A9F6-4B1E-BCAC-160F68C76FC4}" srcOrd="0" destOrd="0" presId="urn:microsoft.com/office/officeart/2005/8/layout/lProcess2"/>
    <dgm:cxn modelId="{7C28F4DD-C063-4995-85EA-A198BE777FC6}" srcId="{C92E2022-4CED-4FA7-956E-14EA3A4BC8B4}" destId="{798CEA74-534D-4521-9CD4-D99421154420}" srcOrd="0" destOrd="0" parTransId="{0C65A0C2-DA55-4D3C-A95C-2F2A889F8E57}" sibTransId="{212D6BC7-098A-4CA1-945B-4DBA6DE89575}"/>
    <dgm:cxn modelId="{F2040204-5A0C-43D7-BA95-5C74C4153E2E}" srcId="{798CEA74-534D-4521-9CD4-D99421154420}" destId="{E18F08F9-2BED-42C3-9AF7-666D6A70AE9B}" srcOrd="2" destOrd="0" parTransId="{FB95633B-A21F-484A-AB88-DC99C53A632C}" sibTransId="{480D7ECD-AE8F-4337-BB65-3DAB657887DC}"/>
    <dgm:cxn modelId="{077285C2-4F13-4085-9EC5-BC2CAB6DDD34}" srcId="{0D0605A3-E247-4280-B310-60A3E91DF1C5}" destId="{33A37098-1D65-4978-9010-A78300F24F02}" srcOrd="3" destOrd="0" parTransId="{6AF2A327-FFE7-480E-8533-87154BF56417}" sibTransId="{0C35FB29-AAB6-4D76-9052-85A6282701BC}"/>
    <dgm:cxn modelId="{A4168350-8A55-4D0D-B079-C81F6246D65D}" type="presOf" srcId="{33A37098-1D65-4978-9010-A78300F24F02}" destId="{2D1A583E-4E9B-4DD0-8A86-3723290A2C04}" srcOrd="0" destOrd="0" presId="urn:microsoft.com/office/officeart/2005/8/layout/lProcess2"/>
    <dgm:cxn modelId="{1C7F5261-FA96-4122-8177-7C7EC28605A3}" srcId="{C92E2022-4CED-4FA7-956E-14EA3A4BC8B4}" destId="{0D0605A3-E247-4280-B310-60A3E91DF1C5}" srcOrd="2" destOrd="0" parTransId="{6F1480CF-DBE2-480D-B837-E7EE79744F43}" sibTransId="{E53319B1-EAE6-46ED-9783-CBBC37F072BB}"/>
    <dgm:cxn modelId="{C6DFE405-94D1-4B06-85E8-65EF50F4E967}" srcId="{798CEA74-534D-4521-9CD4-D99421154420}" destId="{506EDCD6-B431-47F5-BBF2-6D1D99D71E97}" srcOrd="0" destOrd="0" parTransId="{4C9F6658-E434-45FA-8A6A-BFB5D2DB6395}" sibTransId="{EEE258C8-BB3E-4ABF-9CE6-E2F5E352DCCC}"/>
    <dgm:cxn modelId="{B4627CDF-739C-4311-900B-6C87060D1287}" type="presOf" srcId="{798CEA74-534D-4521-9CD4-D99421154420}" destId="{25938B3A-C6A7-42E0-B212-60AA3C521E9E}" srcOrd="0" destOrd="0" presId="urn:microsoft.com/office/officeart/2005/8/layout/lProcess2"/>
    <dgm:cxn modelId="{BB36F076-A3CF-450B-B4A5-AF9C902F5885}" type="presOf" srcId="{F4CD749D-1B0B-48B0-A1C9-C6894A5872C7}" destId="{8BB9364A-0D04-4C27-ABBD-293956C8D1F2}" srcOrd="0" destOrd="0" presId="urn:microsoft.com/office/officeart/2005/8/layout/lProcess2"/>
    <dgm:cxn modelId="{92A98071-A29A-4F7F-98A7-606785DB5923}" srcId="{68DE1942-A456-4439-8197-4CAF9D17AD5C}" destId="{3C48782C-2E05-4A83-8218-2FD60A816469}" srcOrd="2" destOrd="0" parTransId="{FC7FC958-98DA-4DE9-B07C-1D653B1E101A}" sibTransId="{CF3E41C4-ED80-40F4-B4AD-791F0AD72F44}"/>
    <dgm:cxn modelId="{847BB310-3548-4F9E-A920-3D6651A599E0}" srcId="{0D0605A3-E247-4280-B310-60A3E91DF1C5}" destId="{77F678A1-EC48-41DF-86E7-329C33D905AE}" srcOrd="1" destOrd="0" parTransId="{E3D1B2A5-A316-476B-971F-6C8159AA355C}" sibTransId="{E9D306EA-72F0-44F0-9B92-B7C578D49DFA}"/>
    <dgm:cxn modelId="{9B9299B9-A4C3-4DD5-AA40-B60F1753926E}" type="presOf" srcId="{77F678A1-EC48-41DF-86E7-329C33D905AE}" destId="{E82C19C4-4A9F-48EB-86B5-30C0039CFFCB}" srcOrd="0" destOrd="0" presId="urn:microsoft.com/office/officeart/2005/8/layout/lProcess2"/>
    <dgm:cxn modelId="{F44522F2-DAF7-4CC9-9FD7-41FCB0870696}" srcId="{0D0605A3-E247-4280-B310-60A3E91DF1C5}" destId="{087E467E-03DC-4244-8DEE-0A4ABA8E2006}" srcOrd="2" destOrd="0" parTransId="{A85655DF-26AD-4652-BAC1-C401584A7B89}" sibTransId="{70321712-597E-46C6-A583-6232B446C114}"/>
    <dgm:cxn modelId="{4CDE9E94-56B1-4A94-8F3C-1233A40C3320}" type="presOf" srcId="{087E467E-03DC-4244-8DEE-0A4ABA8E2006}" destId="{61DD9A90-1EF6-4660-92DC-A2594F244F50}" srcOrd="0" destOrd="0" presId="urn:microsoft.com/office/officeart/2005/8/layout/lProcess2"/>
    <dgm:cxn modelId="{AC8B806E-31E2-4B1D-98DA-359E4F67B7DB}" type="presOf" srcId="{805A6D36-65B7-4FDD-8CB2-63CBD6693688}" destId="{297E73E4-AA3C-4881-A8CD-9DF404EA52D8}" srcOrd="0" destOrd="0" presId="urn:microsoft.com/office/officeart/2005/8/layout/lProcess2"/>
    <dgm:cxn modelId="{5B86B77E-562A-4462-94F7-80E2DCEA5BB5}" srcId="{68DE1942-A456-4439-8197-4CAF9D17AD5C}" destId="{1E901678-FA5F-4F72-BF28-4898EC33E608}" srcOrd="3" destOrd="0" parTransId="{7C9CF8BD-DD43-42CC-8A7C-4043F0202288}" sibTransId="{D8D2CB4A-56CA-4623-960E-42E7FDC11595}"/>
    <dgm:cxn modelId="{A98E6BE4-92CB-4665-8819-444B95E9B0EF}" srcId="{798CEA74-534D-4521-9CD4-D99421154420}" destId="{B26B2ACC-C9BD-4A3C-8E0C-10498D90ECFC}" srcOrd="3" destOrd="0" parTransId="{166ECD25-0033-4BDB-8782-A3C539D98A79}" sibTransId="{8AB4BCAC-7C37-45F3-BD39-27C0BE2862FD}"/>
    <dgm:cxn modelId="{A1285397-EAB5-4695-BA41-097AFC085D8C}" type="presOf" srcId="{506EDCD6-B431-47F5-BBF2-6D1D99D71E97}" destId="{D57CBA4B-9CDC-40CD-BA5A-B165E3CC22E8}" srcOrd="0" destOrd="0" presId="urn:microsoft.com/office/officeart/2005/8/layout/lProcess2"/>
    <dgm:cxn modelId="{8282D380-8F9D-4407-8D16-31306EFEBD16}" srcId="{C92E2022-4CED-4FA7-956E-14EA3A4BC8B4}" destId="{68DE1942-A456-4439-8197-4CAF9D17AD5C}" srcOrd="1" destOrd="0" parTransId="{47C06244-B7C4-4C4C-AE3A-2F7E60AF8571}" sibTransId="{70B1DC7E-63FE-4CCD-8E0E-A7AA5CB5BF12}"/>
    <dgm:cxn modelId="{9D304E12-EE53-4FDF-9F32-C23B38ED6BA8}" type="presOf" srcId="{E18F08F9-2BED-42C3-9AF7-666D6A70AE9B}" destId="{03A46A38-AB23-4475-B04B-88232D106938}" srcOrd="0" destOrd="0" presId="urn:microsoft.com/office/officeart/2005/8/layout/lProcess2"/>
    <dgm:cxn modelId="{BDCBC63F-38D0-4260-928B-F9382F7FA0CA}" srcId="{798CEA74-534D-4521-9CD4-D99421154420}" destId="{F4CD749D-1B0B-48B0-A1C9-C6894A5872C7}" srcOrd="1" destOrd="0" parTransId="{9B036668-2544-4D28-A497-88EDAEE10FB9}" sibTransId="{7DFE453B-15B1-4BBA-BBAC-7FE246679185}"/>
    <dgm:cxn modelId="{23F1C707-883E-45F3-A814-CEACA67A2715}" type="presOf" srcId="{C92E2022-4CED-4FA7-956E-14EA3A4BC8B4}" destId="{C1441E91-1BF7-499C-AF3D-95A26E25A11F}" srcOrd="0" destOrd="0" presId="urn:microsoft.com/office/officeart/2005/8/layout/lProcess2"/>
    <dgm:cxn modelId="{50884E79-E87D-4B59-8B23-6FDF09C1260F}" srcId="{0D0605A3-E247-4280-B310-60A3E91DF1C5}" destId="{2A0E5D91-1BCA-4AAD-85D9-1A46AD4B14E0}" srcOrd="0" destOrd="0" parTransId="{6E12DB79-8F14-452B-807C-FF4C46D2C5FB}" sibTransId="{B6CD4C95-EAE9-4868-80D8-AE382525A552}"/>
    <dgm:cxn modelId="{69FE1F6E-E69F-40B7-BEEF-C23FAFFF2BBC}" type="presOf" srcId="{2A0E5D91-1BCA-4AAD-85D9-1A46AD4B14E0}" destId="{50536601-DE41-4071-A454-817DD48BFB1D}" srcOrd="0" destOrd="0" presId="urn:microsoft.com/office/officeart/2005/8/layout/lProcess2"/>
    <dgm:cxn modelId="{680E309B-66F2-40EF-A7FD-F7ABE87AC676}" type="presOf" srcId="{0D0605A3-E247-4280-B310-60A3E91DF1C5}" destId="{53B502E0-99DB-45AE-9B70-2E1FA7F6F608}" srcOrd="0" destOrd="0" presId="urn:microsoft.com/office/officeart/2005/8/layout/lProcess2"/>
    <dgm:cxn modelId="{E8AB6340-65F4-4168-A108-3799A2B2531E}" type="presOf" srcId="{68DE1942-A456-4439-8197-4CAF9D17AD5C}" destId="{2A258987-3D35-4A3D-BD91-EB4E0056BE68}" srcOrd="0" destOrd="0" presId="urn:microsoft.com/office/officeart/2005/8/layout/lProcess2"/>
    <dgm:cxn modelId="{D6131107-2086-4BCF-9536-EC81F8F7A234}" type="presOf" srcId="{D5C5D8D6-BFF1-4414-AC31-33EE1B39798B}" destId="{D47B74AA-0E56-46B7-8BC7-A2EBE7A9FCAB}" srcOrd="0" destOrd="0" presId="urn:microsoft.com/office/officeart/2005/8/layout/lProcess2"/>
    <dgm:cxn modelId="{79AA3C70-CF4D-434B-AC0F-0DA87CA1190A}" srcId="{68DE1942-A456-4439-8197-4CAF9D17AD5C}" destId="{805A6D36-65B7-4FDD-8CB2-63CBD6693688}" srcOrd="1" destOrd="0" parTransId="{A8F15E62-9F1A-4B8F-BCF4-4C2646757A16}" sibTransId="{8B0CA828-C692-48A8-823A-4A61112EF760}"/>
    <dgm:cxn modelId="{8C903D4C-D81B-4A41-BF76-38BDA2B7683B}" type="presParOf" srcId="{C1441E91-1BF7-499C-AF3D-95A26E25A11F}" destId="{608C5C7A-41F5-45AD-A63E-236EC79095E3}" srcOrd="0" destOrd="0" presId="urn:microsoft.com/office/officeart/2005/8/layout/lProcess2"/>
    <dgm:cxn modelId="{DC5656D0-391A-42A6-AF2B-C2E5F7A5F17D}" type="presParOf" srcId="{608C5C7A-41F5-45AD-A63E-236EC79095E3}" destId="{25938B3A-C6A7-42E0-B212-60AA3C521E9E}" srcOrd="0" destOrd="0" presId="urn:microsoft.com/office/officeart/2005/8/layout/lProcess2"/>
    <dgm:cxn modelId="{E8624BF2-B12D-4ED4-8DB2-48F4F09355A2}" type="presParOf" srcId="{608C5C7A-41F5-45AD-A63E-236EC79095E3}" destId="{9C3C3AD7-87A2-4C7D-8790-8399D6DBD461}" srcOrd="1" destOrd="0" presId="urn:microsoft.com/office/officeart/2005/8/layout/lProcess2"/>
    <dgm:cxn modelId="{6B86D860-57CC-45F6-B639-865FB958046B}" type="presParOf" srcId="{608C5C7A-41F5-45AD-A63E-236EC79095E3}" destId="{51D7F914-32E1-4591-83FA-9C15476E5D35}" srcOrd="2" destOrd="0" presId="urn:microsoft.com/office/officeart/2005/8/layout/lProcess2"/>
    <dgm:cxn modelId="{28E0988E-FC71-4B30-A8C4-312DB2A9B508}" type="presParOf" srcId="{51D7F914-32E1-4591-83FA-9C15476E5D35}" destId="{76EE92E9-C31C-4460-A21C-573A2CCF877A}" srcOrd="0" destOrd="0" presId="urn:microsoft.com/office/officeart/2005/8/layout/lProcess2"/>
    <dgm:cxn modelId="{E63B091D-3527-496F-9951-AA525977C6FF}" type="presParOf" srcId="{76EE92E9-C31C-4460-A21C-573A2CCF877A}" destId="{D57CBA4B-9CDC-40CD-BA5A-B165E3CC22E8}" srcOrd="0" destOrd="0" presId="urn:microsoft.com/office/officeart/2005/8/layout/lProcess2"/>
    <dgm:cxn modelId="{8D4DBA28-7CE7-471F-9E2C-AF2DE681F368}" type="presParOf" srcId="{76EE92E9-C31C-4460-A21C-573A2CCF877A}" destId="{FE63F541-57E1-4BBA-8178-B5F9A52969F1}" srcOrd="1" destOrd="0" presId="urn:microsoft.com/office/officeart/2005/8/layout/lProcess2"/>
    <dgm:cxn modelId="{EF434A04-2AD5-4ADC-A057-F45722C88E6C}" type="presParOf" srcId="{76EE92E9-C31C-4460-A21C-573A2CCF877A}" destId="{8BB9364A-0D04-4C27-ABBD-293956C8D1F2}" srcOrd="2" destOrd="0" presId="urn:microsoft.com/office/officeart/2005/8/layout/lProcess2"/>
    <dgm:cxn modelId="{21D00C86-C1B9-41A1-ACB5-78EF02A1469B}" type="presParOf" srcId="{76EE92E9-C31C-4460-A21C-573A2CCF877A}" destId="{BA979CA0-71C6-4593-A98E-14EB25FB2679}" srcOrd="3" destOrd="0" presId="urn:microsoft.com/office/officeart/2005/8/layout/lProcess2"/>
    <dgm:cxn modelId="{46DD0CB2-27CB-4EE2-8D00-78B5E2AE9F66}" type="presParOf" srcId="{76EE92E9-C31C-4460-A21C-573A2CCF877A}" destId="{03A46A38-AB23-4475-B04B-88232D106938}" srcOrd="4" destOrd="0" presId="urn:microsoft.com/office/officeart/2005/8/layout/lProcess2"/>
    <dgm:cxn modelId="{CE7C9F7D-5B84-4037-9617-934435844122}" type="presParOf" srcId="{76EE92E9-C31C-4460-A21C-573A2CCF877A}" destId="{AA4161FD-8A79-4364-A818-4DDB9D6E49C6}" srcOrd="5" destOrd="0" presId="urn:microsoft.com/office/officeart/2005/8/layout/lProcess2"/>
    <dgm:cxn modelId="{F209A255-A1FC-4C32-BE38-0C0632234767}" type="presParOf" srcId="{76EE92E9-C31C-4460-A21C-573A2CCF877A}" destId="{70DF5C60-4402-40A3-B80A-6EB11FBAAC7C}" srcOrd="6" destOrd="0" presId="urn:microsoft.com/office/officeart/2005/8/layout/lProcess2"/>
    <dgm:cxn modelId="{9BE0EF4C-0659-46D7-9F30-F52161C038E6}" type="presParOf" srcId="{C1441E91-1BF7-499C-AF3D-95A26E25A11F}" destId="{3AC2BE57-0AF6-4824-80BB-114F102ED959}" srcOrd="1" destOrd="0" presId="urn:microsoft.com/office/officeart/2005/8/layout/lProcess2"/>
    <dgm:cxn modelId="{52D887C3-A401-4D1A-9F6D-0DF52241794A}" type="presParOf" srcId="{C1441E91-1BF7-499C-AF3D-95A26E25A11F}" destId="{CA58C962-0F70-4C88-BB6A-39DFD0D4B064}" srcOrd="2" destOrd="0" presId="urn:microsoft.com/office/officeart/2005/8/layout/lProcess2"/>
    <dgm:cxn modelId="{31E59486-3674-4643-900D-F3D342EEDC6F}" type="presParOf" srcId="{CA58C962-0F70-4C88-BB6A-39DFD0D4B064}" destId="{2A258987-3D35-4A3D-BD91-EB4E0056BE68}" srcOrd="0" destOrd="0" presId="urn:microsoft.com/office/officeart/2005/8/layout/lProcess2"/>
    <dgm:cxn modelId="{004F591E-FD5E-4D4D-95A8-906535A26CB9}" type="presParOf" srcId="{CA58C962-0F70-4C88-BB6A-39DFD0D4B064}" destId="{559C35C8-2A7C-4101-B949-617B92268F01}" srcOrd="1" destOrd="0" presId="urn:microsoft.com/office/officeart/2005/8/layout/lProcess2"/>
    <dgm:cxn modelId="{E468BF8F-E898-4550-9F72-5A4F36BE088B}" type="presParOf" srcId="{CA58C962-0F70-4C88-BB6A-39DFD0D4B064}" destId="{125B5EC3-DDF5-425A-901C-F943D80D2507}" srcOrd="2" destOrd="0" presId="urn:microsoft.com/office/officeart/2005/8/layout/lProcess2"/>
    <dgm:cxn modelId="{0F58C9F4-2A94-4948-BBE9-B7F7C7E69CDF}" type="presParOf" srcId="{125B5EC3-DDF5-425A-901C-F943D80D2507}" destId="{E2DB330B-92E6-41B7-BE7A-BA26E96F28DC}" srcOrd="0" destOrd="0" presId="urn:microsoft.com/office/officeart/2005/8/layout/lProcess2"/>
    <dgm:cxn modelId="{870F305E-1629-4BAA-BA50-C9C43111DCEC}" type="presParOf" srcId="{E2DB330B-92E6-41B7-BE7A-BA26E96F28DC}" destId="{D47B74AA-0E56-46B7-8BC7-A2EBE7A9FCAB}" srcOrd="0" destOrd="0" presId="urn:microsoft.com/office/officeart/2005/8/layout/lProcess2"/>
    <dgm:cxn modelId="{8412222C-EEC4-404E-AED6-DDA90B1A0FBD}" type="presParOf" srcId="{E2DB330B-92E6-41B7-BE7A-BA26E96F28DC}" destId="{067EB525-3924-4010-BC3C-08F1B512E217}" srcOrd="1" destOrd="0" presId="urn:microsoft.com/office/officeart/2005/8/layout/lProcess2"/>
    <dgm:cxn modelId="{2F0680BD-362B-48F5-9C6C-D43AA1D6C1FB}" type="presParOf" srcId="{E2DB330B-92E6-41B7-BE7A-BA26E96F28DC}" destId="{297E73E4-AA3C-4881-A8CD-9DF404EA52D8}" srcOrd="2" destOrd="0" presId="urn:microsoft.com/office/officeart/2005/8/layout/lProcess2"/>
    <dgm:cxn modelId="{98DEB63A-AD2E-49E4-A595-04EB09994375}" type="presParOf" srcId="{E2DB330B-92E6-41B7-BE7A-BA26E96F28DC}" destId="{B6151CA2-2D63-42AC-869F-AC7324F829BA}" srcOrd="3" destOrd="0" presId="urn:microsoft.com/office/officeart/2005/8/layout/lProcess2"/>
    <dgm:cxn modelId="{267609F4-EBB3-4910-B163-7072BC2AE553}" type="presParOf" srcId="{E2DB330B-92E6-41B7-BE7A-BA26E96F28DC}" destId="{9ED16558-A9F6-4B1E-BCAC-160F68C76FC4}" srcOrd="4" destOrd="0" presId="urn:microsoft.com/office/officeart/2005/8/layout/lProcess2"/>
    <dgm:cxn modelId="{43065014-0795-487E-B5C8-7C6C5DD3EBA9}" type="presParOf" srcId="{E2DB330B-92E6-41B7-BE7A-BA26E96F28DC}" destId="{48C2CAE6-6E96-414B-9F5E-01A0646F1473}" srcOrd="5" destOrd="0" presId="urn:microsoft.com/office/officeart/2005/8/layout/lProcess2"/>
    <dgm:cxn modelId="{321E3C2E-962F-425C-8A7D-DBA450FFFD7F}" type="presParOf" srcId="{E2DB330B-92E6-41B7-BE7A-BA26E96F28DC}" destId="{2B6433AF-BEC2-483D-88B3-112FF1911B07}" srcOrd="6" destOrd="0" presId="urn:microsoft.com/office/officeart/2005/8/layout/lProcess2"/>
    <dgm:cxn modelId="{BB7C62B3-815B-4C35-A0A0-8B8F649D724A}" type="presParOf" srcId="{C1441E91-1BF7-499C-AF3D-95A26E25A11F}" destId="{C0874728-9186-4A9F-B83B-B8A311FD1CC2}" srcOrd="3" destOrd="0" presId="urn:microsoft.com/office/officeart/2005/8/layout/lProcess2"/>
    <dgm:cxn modelId="{E8CE2D54-4542-4610-A98B-7AC2C37261AD}" type="presParOf" srcId="{C1441E91-1BF7-499C-AF3D-95A26E25A11F}" destId="{A3617CAB-A127-4DC3-B5B7-07B284ECC132}" srcOrd="4" destOrd="0" presId="urn:microsoft.com/office/officeart/2005/8/layout/lProcess2"/>
    <dgm:cxn modelId="{2A747A29-1A64-4054-A989-B9E9B69B2845}" type="presParOf" srcId="{A3617CAB-A127-4DC3-B5B7-07B284ECC132}" destId="{53B502E0-99DB-45AE-9B70-2E1FA7F6F608}" srcOrd="0" destOrd="0" presId="urn:microsoft.com/office/officeart/2005/8/layout/lProcess2"/>
    <dgm:cxn modelId="{8CBDD73C-31FA-4C08-90B4-C5867617F56E}" type="presParOf" srcId="{A3617CAB-A127-4DC3-B5B7-07B284ECC132}" destId="{3243EE2A-6D8D-4DF3-8247-316E43E3692C}" srcOrd="1" destOrd="0" presId="urn:microsoft.com/office/officeart/2005/8/layout/lProcess2"/>
    <dgm:cxn modelId="{D03BBF61-ED31-4AFF-BF4A-39CB99F80A2B}" type="presParOf" srcId="{A3617CAB-A127-4DC3-B5B7-07B284ECC132}" destId="{74115F66-7A4E-4CC3-8017-CE8059F9A69B}" srcOrd="2" destOrd="0" presId="urn:microsoft.com/office/officeart/2005/8/layout/lProcess2"/>
    <dgm:cxn modelId="{482FF5D2-C352-4EB1-990C-A42C490AD6BC}" type="presParOf" srcId="{74115F66-7A4E-4CC3-8017-CE8059F9A69B}" destId="{E6DC120D-779B-4D41-B14B-1C9FB9E09D3D}" srcOrd="0" destOrd="0" presId="urn:microsoft.com/office/officeart/2005/8/layout/lProcess2"/>
    <dgm:cxn modelId="{A38B3FAD-F362-41BE-BEC9-D954601563E4}" type="presParOf" srcId="{E6DC120D-779B-4D41-B14B-1C9FB9E09D3D}" destId="{50536601-DE41-4071-A454-817DD48BFB1D}" srcOrd="0" destOrd="0" presId="urn:microsoft.com/office/officeart/2005/8/layout/lProcess2"/>
    <dgm:cxn modelId="{9E5DAF3A-54DB-43E9-A239-6E77DD3899D4}" type="presParOf" srcId="{E6DC120D-779B-4D41-B14B-1C9FB9E09D3D}" destId="{177CC9AC-56DD-4EC0-B010-0D0A34579B54}" srcOrd="1" destOrd="0" presId="urn:microsoft.com/office/officeart/2005/8/layout/lProcess2"/>
    <dgm:cxn modelId="{5EB4382C-3B3E-4F9C-8BDD-620C9EBE7D72}" type="presParOf" srcId="{E6DC120D-779B-4D41-B14B-1C9FB9E09D3D}" destId="{E82C19C4-4A9F-48EB-86B5-30C0039CFFCB}" srcOrd="2" destOrd="0" presId="urn:microsoft.com/office/officeart/2005/8/layout/lProcess2"/>
    <dgm:cxn modelId="{D5DEE9C2-D57D-44ED-A4BE-637B2434800F}" type="presParOf" srcId="{E6DC120D-779B-4D41-B14B-1C9FB9E09D3D}" destId="{4B552DF6-3580-4F5F-AC27-7942C00AD501}" srcOrd="3" destOrd="0" presId="urn:microsoft.com/office/officeart/2005/8/layout/lProcess2"/>
    <dgm:cxn modelId="{34211C02-0A42-4B4B-808A-8FA2DBCE0ACE}" type="presParOf" srcId="{E6DC120D-779B-4D41-B14B-1C9FB9E09D3D}" destId="{61DD9A90-1EF6-4660-92DC-A2594F244F50}" srcOrd="4" destOrd="0" presId="urn:microsoft.com/office/officeart/2005/8/layout/lProcess2"/>
    <dgm:cxn modelId="{9813C0AA-70C6-4214-8D9C-478B79738B99}" type="presParOf" srcId="{E6DC120D-779B-4D41-B14B-1C9FB9E09D3D}" destId="{9DAE2D72-FCF8-40AA-9A32-EC2190C7D49C}" srcOrd="5" destOrd="0" presId="urn:microsoft.com/office/officeart/2005/8/layout/lProcess2"/>
    <dgm:cxn modelId="{694CB6AE-5866-4625-B94A-684D6B8C91C8}" type="presParOf" srcId="{E6DC120D-779B-4D41-B14B-1C9FB9E09D3D}" destId="{2D1A583E-4E9B-4DD0-8A86-3723290A2C04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2E2022-4CED-4FA7-956E-14EA3A4BC8B4}" type="doc">
      <dgm:prSet loTypeId="urn:microsoft.com/office/officeart/2005/8/layout/lProcess2" loCatId="list" qsTypeId="urn:microsoft.com/office/officeart/2005/8/quickstyle/simple1" qsCatId="simple" csTypeId="urn:microsoft.com/office/officeart/2005/8/colors/accent1_3" csCatId="accent1" phldr="1"/>
      <dgm:spPr/>
    </dgm:pt>
    <dgm:pt modelId="{798CEA74-534D-4521-9CD4-D99421154420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Entreprise individuelle</a:t>
          </a:r>
          <a:endParaRPr lang="fr-CA" dirty="0">
            <a:solidFill>
              <a:schemeClr val="accent2"/>
            </a:solidFill>
          </a:endParaRPr>
        </a:p>
      </dgm:t>
    </dgm:pt>
    <dgm:pt modelId="{0C65A0C2-DA55-4D3C-A95C-2F2A889F8E57}" type="parTrans" cxnId="{7C28F4DD-C063-4995-85EA-A198BE777FC6}">
      <dgm:prSet/>
      <dgm:spPr/>
      <dgm:t>
        <a:bodyPr/>
        <a:lstStyle/>
        <a:p>
          <a:endParaRPr lang="fr-CA"/>
        </a:p>
      </dgm:t>
    </dgm:pt>
    <dgm:pt modelId="{212D6BC7-098A-4CA1-945B-4DBA6DE89575}" type="sibTrans" cxnId="{7C28F4DD-C063-4995-85EA-A198BE777FC6}">
      <dgm:prSet/>
      <dgm:spPr/>
      <dgm:t>
        <a:bodyPr/>
        <a:lstStyle/>
        <a:p>
          <a:endParaRPr lang="fr-CA"/>
        </a:p>
      </dgm:t>
    </dgm:pt>
    <dgm:pt modelId="{0D0605A3-E247-4280-B310-60A3E91DF1C5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Société par actions</a:t>
          </a:r>
          <a:endParaRPr lang="fr-CA" dirty="0">
            <a:solidFill>
              <a:schemeClr val="accent2"/>
            </a:solidFill>
          </a:endParaRPr>
        </a:p>
      </dgm:t>
    </dgm:pt>
    <dgm:pt modelId="{6F1480CF-DBE2-480D-B837-E7EE79744F43}" type="parTrans" cxnId="{1C7F5261-FA96-4122-8177-7C7EC28605A3}">
      <dgm:prSet/>
      <dgm:spPr/>
      <dgm:t>
        <a:bodyPr/>
        <a:lstStyle/>
        <a:p>
          <a:endParaRPr lang="fr-CA"/>
        </a:p>
      </dgm:t>
    </dgm:pt>
    <dgm:pt modelId="{E53319B1-EAE6-46ED-9783-CBBC37F072BB}" type="sibTrans" cxnId="{1C7F5261-FA96-4122-8177-7C7EC28605A3}">
      <dgm:prSet/>
      <dgm:spPr/>
      <dgm:t>
        <a:bodyPr/>
        <a:lstStyle/>
        <a:p>
          <a:endParaRPr lang="fr-CA"/>
        </a:p>
      </dgm:t>
    </dgm:pt>
    <dgm:pt modelId="{68DE1942-A456-4439-8197-4CAF9D17AD5C}">
      <dgm:prSet phldrT="[Texte]"/>
      <dgm:spPr/>
      <dgm:t>
        <a:bodyPr/>
        <a:lstStyle/>
        <a:p>
          <a:r>
            <a:rPr lang="fr-CA" dirty="0" smtClean="0">
              <a:solidFill>
                <a:schemeClr val="accent2"/>
              </a:solidFill>
            </a:rPr>
            <a:t>Société de personne</a:t>
          </a:r>
          <a:endParaRPr lang="fr-CA" dirty="0">
            <a:solidFill>
              <a:schemeClr val="accent2"/>
            </a:solidFill>
          </a:endParaRPr>
        </a:p>
      </dgm:t>
    </dgm:pt>
    <dgm:pt modelId="{47C06244-B7C4-4C4C-AE3A-2F7E60AF8571}" type="parTrans" cxnId="{8282D380-8F9D-4407-8D16-31306EFEBD16}">
      <dgm:prSet/>
      <dgm:spPr/>
      <dgm:t>
        <a:bodyPr/>
        <a:lstStyle/>
        <a:p>
          <a:endParaRPr lang="fr-CA"/>
        </a:p>
      </dgm:t>
    </dgm:pt>
    <dgm:pt modelId="{70B1DC7E-63FE-4CCD-8E0E-A7AA5CB5BF12}" type="sibTrans" cxnId="{8282D380-8F9D-4407-8D16-31306EFEBD16}">
      <dgm:prSet/>
      <dgm:spPr/>
      <dgm:t>
        <a:bodyPr/>
        <a:lstStyle/>
        <a:p>
          <a:endParaRPr lang="fr-CA"/>
        </a:p>
      </dgm:t>
    </dgm:pt>
    <dgm:pt modelId="{506EDCD6-B431-47F5-BBF2-6D1D99D71E97}">
      <dgm:prSet phldrT="[Texte]"/>
      <dgm:spPr/>
      <dgm:t>
        <a:bodyPr/>
        <a:lstStyle/>
        <a:p>
          <a:r>
            <a:rPr lang="fr-CA" dirty="0" smtClean="0"/>
            <a:t>Responsabilité illimitée</a:t>
          </a:r>
          <a:endParaRPr lang="fr-CA" dirty="0"/>
        </a:p>
      </dgm:t>
    </dgm:pt>
    <dgm:pt modelId="{4C9F6658-E434-45FA-8A6A-BFB5D2DB6395}" type="parTrans" cxnId="{C6DFE405-94D1-4B06-85E8-65EF50F4E967}">
      <dgm:prSet/>
      <dgm:spPr/>
      <dgm:t>
        <a:bodyPr/>
        <a:lstStyle/>
        <a:p>
          <a:endParaRPr lang="fr-CA"/>
        </a:p>
      </dgm:t>
    </dgm:pt>
    <dgm:pt modelId="{EEE258C8-BB3E-4ABF-9CE6-E2F5E352DCCC}" type="sibTrans" cxnId="{C6DFE405-94D1-4B06-85E8-65EF50F4E967}">
      <dgm:prSet/>
      <dgm:spPr/>
      <dgm:t>
        <a:bodyPr/>
        <a:lstStyle/>
        <a:p>
          <a:endParaRPr lang="fr-CA"/>
        </a:p>
      </dgm:t>
    </dgm:pt>
    <dgm:pt modelId="{F4CD749D-1B0B-48B0-A1C9-C6894A5872C7}">
      <dgm:prSet phldrT="[Texte]"/>
      <dgm:spPr/>
      <dgm:t>
        <a:bodyPr/>
        <a:lstStyle/>
        <a:p>
          <a:r>
            <a:rPr lang="fr-CA" dirty="0" smtClean="0"/>
            <a:t>Durée de vie limitée</a:t>
          </a:r>
          <a:endParaRPr lang="fr-CA" dirty="0"/>
        </a:p>
      </dgm:t>
    </dgm:pt>
    <dgm:pt modelId="{9B036668-2544-4D28-A497-88EDAEE10FB9}" type="parTrans" cxnId="{BDCBC63F-38D0-4260-928B-F9382F7FA0CA}">
      <dgm:prSet/>
      <dgm:spPr/>
      <dgm:t>
        <a:bodyPr/>
        <a:lstStyle/>
        <a:p>
          <a:endParaRPr lang="fr-CA"/>
        </a:p>
      </dgm:t>
    </dgm:pt>
    <dgm:pt modelId="{7DFE453B-15B1-4BBA-BBAC-7FE246679185}" type="sibTrans" cxnId="{BDCBC63F-38D0-4260-928B-F9382F7FA0CA}">
      <dgm:prSet/>
      <dgm:spPr/>
      <dgm:t>
        <a:bodyPr/>
        <a:lstStyle/>
        <a:p>
          <a:endParaRPr lang="fr-CA"/>
        </a:p>
      </dgm:t>
    </dgm:pt>
    <dgm:pt modelId="{D5C5D8D6-BFF1-4414-AC31-33EE1B39798B}">
      <dgm:prSet phldrT="[Texte]"/>
      <dgm:spPr/>
      <dgm:t>
        <a:bodyPr/>
        <a:lstStyle/>
        <a:p>
          <a:r>
            <a:rPr lang="fr-CA" smtClean="0"/>
            <a:t>Responsabilité illimitée</a:t>
          </a:r>
          <a:endParaRPr lang="fr-CA" dirty="0"/>
        </a:p>
      </dgm:t>
    </dgm:pt>
    <dgm:pt modelId="{6A7A2062-86B9-478D-A668-EC8E4A5695E5}" type="parTrans" cxnId="{3712803B-55DA-4A3F-A40A-F77699EABA5E}">
      <dgm:prSet/>
      <dgm:spPr/>
      <dgm:t>
        <a:bodyPr/>
        <a:lstStyle/>
        <a:p>
          <a:endParaRPr lang="fr-CA"/>
        </a:p>
      </dgm:t>
    </dgm:pt>
    <dgm:pt modelId="{65192436-B54F-4EAD-847C-C6CE9328B67B}" type="sibTrans" cxnId="{3712803B-55DA-4A3F-A40A-F77699EABA5E}">
      <dgm:prSet/>
      <dgm:spPr/>
      <dgm:t>
        <a:bodyPr/>
        <a:lstStyle/>
        <a:p>
          <a:endParaRPr lang="fr-CA"/>
        </a:p>
      </dgm:t>
    </dgm:pt>
    <dgm:pt modelId="{33A37098-1D65-4978-9010-A78300F24F02}">
      <dgm:prSet phldrT="[Texte]"/>
      <dgm:spPr/>
      <dgm:t>
        <a:bodyPr/>
        <a:lstStyle/>
        <a:p>
          <a:r>
            <a:rPr lang="fr-CA" dirty="0" smtClean="0"/>
            <a:t>Légèrement plus complexe &amp; coûteux à démarrer</a:t>
          </a:r>
          <a:endParaRPr lang="fr-CA" dirty="0"/>
        </a:p>
      </dgm:t>
    </dgm:pt>
    <dgm:pt modelId="{6AF2A327-FFE7-480E-8533-87154BF56417}" type="parTrans" cxnId="{077285C2-4F13-4085-9EC5-BC2CAB6DDD34}">
      <dgm:prSet/>
      <dgm:spPr/>
      <dgm:t>
        <a:bodyPr/>
        <a:lstStyle/>
        <a:p>
          <a:endParaRPr lang="fr-CA"/>
        </a:p>
      </dgm:t>
    </dgm:pt>
    <dgm:pt modelId="{0C35FB29-AAB6-4D76-9052-85A6282701BC}" type="sibTrans" cxnId="{077285C2-4F13-4085-9EC5-BC2CAB6DDD34}">
      <dgm:prSet/>
      <dgm:spPr/>
      <dgm:t>
        <a:bodyPr/>
        <a:lstStyle/>
        <a:p>
          <a:endParaRPr lang="fr-CA"/>
        </a:p>
      </dgm:t>
    </dgm:pt>
    <dgm:pt modelId="{6A060D9C-5226-4096-8827-B7E789B812C8}">
      <dgm:prSet phldrT="[Texte]"/>
      <dgm:spPr/>
      <dgm:t>
        <a:bodyPr/>
        <a:lstStyle/>
        <a:p>
          <a:r>
            <a:rPr lang="fr-CA" dirty="0" smtClean="0"/>
            <a:t>Difficulté de transfert des droits de propriétés</a:t>
          </a:r>
          <a:endParaRPr lang="fr-CA" dirty="0"/>
        </a:p>
      </dgm:t>
    </dgm:pt>
    <dgm:pt modelId="{D9EDC957-FD0D-458A-BAA6-3AFA8CF049E4}" type="parTrans" cxnId="{36E16CEA-6C33-4095-A326-ED76086A3059}">
      <dgm:prSet/>
      <dgm:spPr/>
      <dgm:t>
        <a:bodyPr/>
        <a:lstStyle/>
        <a:p>
          <a:endParaRPr lang="fr-CA"/>
        </a:p>
      </dgm:t>
    </dgm:pt>
    <dgm:pt modelId="{F2A76DD6-FE76-4401-BA69-F1B55CC900B9}" type="sibTrans" cxnId="{36E16CEA-6C33-4095-A326-ED76086A3059}">
      <dgm:prSet/>
      <dgm:spPr/>
      <dgm:t>
        <a:bodyPr/>
        <a:lstStyle/>
        <a:p>
          <a:endParaRPr lang="fr-CA"/>
        </a:p>
      </dgm:t>
    </dgm:pt>
    <dgm:pt modelId="{7CA0F990-5BC8-4439-9C78-E94629163BEB}">
      <dgm:prSet phldrT="[Texte]"/>
      <dgm:spPr/>
      <dgm:t>
        <a:bodyPr/>
        <a:lstStyle/>
        <a:p>
          <a:r>
            <a:rPr lang="fr-CA" dirty="0" smtClean="0"/>
            <a:t>Difficulté de levé des capitaux</a:t>
          </a:r>
          <a:endParaRPr lang="fr-CA" dirty="0"/>
        </a:p>
      </dgm:t>
    </dgm:pt>
    <dgm:pt modelId="{65A132DB-2756-405F-838F-9B3197ED23F7}" type="parTrans" cxnId="{F3B1C7CC-1827-484C-9905-123B9C345442}">
      <dgm:prSet/>
      <dgm:spPr/>
      <dgm:t>
        <a:bodyPr/>
        <a:lstStyle/>
        <a:p>
          <a:endParaRPr lang="fr-CA"/>
        </a:p>
      </dgm:t>
    </dgm:pt>
    <dgm:pt modelId="{F70CB6A0-B231-432F-A912-89C939A281D1}" type="sibTrans" cxnId="{F3B1C7CC-1827-484C-9905-123B9C345442}">
      <dgm:prSet/>
      <dgm:spPr/>
      <dgm:t>
        <a:bodyPr/>
        <a:lstStyle/>
        <a:p>
          <a:endParaRPr lang="fr-CA"/>
        </a:p>
      </dgm:t>
    </dgm:pt>
    <dgm:pt modelId="{C5537044-C66F-4E4F-82A0-0F625E96AB8E}">
      <dgm:prSet phldrT="[Texte]"/>
      <dgm:spPr/>
      <dgm:t>
        <a:bodyPr/>
        <a:lstStyle/>
        <a:p>
          <a:r>
            <a:rPr lang="fr-CA" dirty="0" smtClean="0"/>
            <a:t>Durée de vie limitée</a:t>
          </a:r>
          <a:endParaRPr lang="fr-CA" dirty="0"/>
        </a:p>
      </dgm:t>
    </dgm:pt>
    <dgm:pt modelId="{AA68B3F5-CF9E-4443-8D5C-18A7B8D80504}" type="parTrans" cxnId="{00462A6A-90A9-4813-AB57-1C5E779EF0C8}">
      <dgm:prSet/>
      <dgm:spPr/>
      <dgm:t>
        <a:bodyPr/>
        <a:lstStyle/>
        <a:p>
          <a:endParaRPr lang="fr-CA"/>
        </a:p>
      </dgm:t>
    </dgm:pt>
    <dgm:pt modelId="{71257053-C07F-44A9-92B4-906B0A1519F3}" type="sibTrans" cxnId="{00462A6A-90A9-4813-AB57-1C5E779EF0C8}">
      <dgm:prSet/>
      <dgm:spPr/>
      <dgm:t>
        <a:bodyPr/>
        <a:lstStyle/>
        <a:p>
          <a:endParaRPr lang="fr-CA"/>
        </a:p>
      </dgm:t>
    </dgm:pt>
    <dgm:pt modelId="{B8AA1B2C-8498-4FBA-88C6-3AA50CDC8D44}">
      <dgm:prSet phldrT="[Texte]"/>
      <dgm:spPr/>
      <dgm:t>
        <a:bodyPr/>
        <a:lstStyle/>
        <a:p>
          <a:r>
            <a:rPr lang="fr-CA" dirty="0" smtClean="0"/>
            <a:t>Difficulté de transfert des droits de propriétés</a:t>
          </a:r>
          <a:endParaRPr lang="fr-CA" dirty="0"/>
        </a:p>
      </dgm:t>
    </dgm:pt>
    <dgm:pt modelId="{062CB025-0F12-45FD-99BF-0F3330DD3792}" type="parTrans" cxnId="{625A5115-02C1-4F9B-92AE-B59F6020F442}">
      <dgm:prSet/>
      <dgm:spPr/>
      <dgm:t>
        <a:bodyPr/>
        <a:lstStyle/>
        <a:p>
          <a:endParaRPr lang="fr-CA"/>
        </a:p>
      </dgm:t>
    </dgm:pt>
    <dgm:pt modelId="{40DEEF8F-2D92-410E-AF32-136B4D85B94E}" type="sibTrans" cxnId="{625A5115-02C1-4F9B-92AE-B59F6020F442}">
      <dgm:prSet/>
      <dgm:spPr/>
      <dgm:t>
        <a:bodyPr/>
        <a:lstStyle/>
        <a:p>
          <a:endParaRPr lang="fr-CA"/>
        </a:p>
      </dgm:t>
    </dgm:pt>
    <dgm:pt modelId="{9525D765-5546-45F7-8612-AAB85B17660B}">
      <dgm:prSet phldrT="[Texte]"/>
      <dgm:spPr/>
      <dgm:t>
        <a:bodyPr/>
        <a:lstStyle/>
        <a:p>
          <a:r>
            <a:rPr lang="fr-CA" dirty="0" smtClean="0"/>
            <a:t>Changement de partenariat complexe</a:t>
          </a:r>
          <a:endParaRPr lang="fr-CA" dirty="0"/>
        </a:p>
      </dgm:t>
    </dgm:pt>
    <dgm:pt modelId="{904C4B44-C64B-4F76-ABBB-9978274CC216}" type="parTrans" cxnId="{A509B443-7A7A-4448-956C-7DDFE7E0E0A0}">
      <dgm:prSet/>
      <dgm:spPr/>
      <dgm:t>
        <a:bodyPr/>
        <a:lstStyle/>
        <a:p>
          <a:endParaRPr lang="fr-CA"/>
        </a:p>
      </dgm:t>
    </dgm:pt>
    <dgm:pt modelId="{C951BE5B-C5D5-403F-B7E2-AEC654EBFD8C}" type="sibTrans" cxnId="{A509B443-7A7A-4448-956C-7DDFE7E0E0A0}">
      <dgm:prSet/>
      <dgm:spPr/>
      <dgm:t>
        <a:bodyPr/>
        <a:lstStyle/>
        <a:p>
          <a:endParaRPr lang="fr-CA"/>
        </a:p>
      </dgm:t>
    </dgm:pt>
    <dgm:pt modelId="{21280A80-DA62-4E5A-8603-9984B51A7617}">
      <dgm:prSet phldrT="[Texte]"/>
      <dgm:spPr/>
      <dgm:t>
        <a:bodyPr/>
        <a:lstStyle/>
        <a:p>
          <a:r>
            <a:rPr lang="fr-CA" dirty="0" smtClean="0"/>
            <a:t>Davantage règlementé</a:t>
          </a:r>
          <a:endParaRPr lang="fr-CA" dirty="0"/>
        </a:p>
      </dgm:t>
    </dgm:pt>
    <dgm:pt modelId="{1554A36F-D859-4FFE-9037-0EE9B0153DC6}" type="parTrans" cxnId="{02CDE6BA-9A91-4B39-8076-1A73BD76B1BB}">
      <dgm:prSet/>
      <dgm:spPr/>
      <dgm:t>
        <a:bodyPr/>
        <a:lstStyle/>
        <a:p>
          <a:endParaRPr lang="fr-CA"/>
        </a:p>
      </dgm:t>
    </dgm:pt>
    <dgm:pt modelId="{7681B41B-DD0B-4200-A88C-28C62A89CB37}" type="sibTrans" cxnId="{02CDE6BA-9A91-4B39-8076-1A73BD76B1BB}">
      <dgm:prSet/>
      <dgm:spPr/>
      <dgm:t>
        <a:bodyPr/>
        <a:lstStyle/>
        <a:p>
          <a:endParaRPr lang="fr-CA"/>
        </a:p>
      </dgm:t>
    </dgm:pt>
    <dgm:pt modelId="{0615C347-2286-440D-BEF0-3304FBBD016E}">
      <dgm:prSet phldrT="[Texte]"/>
      <dgm:spPr/>
      <dgm:t>
        <a:bodyPr/>
        <a:lstStyle/>
        <a:p>
          <a:r>
            <a:rPr lang="fr-CA" dirty="0" smtClean="0"/>
            <a:t>Situation de double imposition ( société &amp; actionnaire)</a:t>
          </a:r>
          <a:endParaRPr lang="fr-CA" dirty="0"/>
        </a:p>
      </dgm:t>
    </dgm:pt>
    <dgm:pt modelId="{74048EA6-7F59-41E5-B3BF-A3B9FC5E3B7C}" type="parTrans" cxnId="{89563061-6618-4049-821D-5FD28EFD6F51}">
      <dgm:prSet/>
      <dgm:spPr/>
      <dgm:t>
        <a:bodyPr/>
        <a:lstStyle/>
        <a:p>
          <a:endParaRPr lang="fr-CA"/>
        </a:p>
      </dgm:t>
    </dgm:pt>
    <dgm:pt modelId="{BBAAC4BA-50C2-47C8-85E6-4C35CFE5C537}" type="sibTrans" cxnId="{89563061-6618-4049-821D-5FD28EFD6F51}">
      <dgm:prSet/>
      <dgm:spPr/>
      <dgm:t>
        <a:bodyPr/>
        <a:lstStyle/>
        <a:p>
          <a:endParaRPr lang="fr-CA"/>
        </a:p>
      </dgm:t>
    </dgm:pt>
    <dgm:pt modelId="{3D68897A-CB1D-4C7E-BD21-8A69E3451358}">
      <dgm:prSet phldrT="[Texte]"/>
      <dgm:spPr/>
      <dgm:t>
        <a:bodyPr/>
        <a:lstStyle/>
        <a:p>
          <a:r>
            <a:rPr lang="fr-CA" dirty="0" smtClean="0"/>
            <a:t>Possibilité de coût d’agence</a:t>
          </a:r>
          <a:endParaRPr lang="fr-CA" dirty="0"/>
        </a:p>
      </dgm:t>
    </dgm:pt>
    <dgm:pt modelId="{10C5A27A-C1F7-4805-BA9D-44E675C8D19F}" type="parTrans" cxnId="{9D53BC71-34DB-4A41-AA73-7D31EFAEB97D}">
      <dgm:prSet/>
      <dgm:spPr/>
      <dgm:t>
        <a:bodyPr/>
        <a:lstStyle/>
        <a:p>
          <a:endParaRPr lang="fr-CA"/>
        </a:p>
      </dgm:t>
    </dgm:pt>
    <dgm:pt modelId="{3C6CC34C-BB3C-4EB0-8251-A9A482EC4AF2}" type="sibTrans" cxnId="{9D53BC71-34DB-4A41-AA73-7D31EFAEB97D}">
      <dgm:prSet/>
      <dgm:spPr/>
      <dgm:t>
        <a:bodyPr/>
        <a:lstStyle/>
        <a:p>
          <a:endParaRPr lang="fr-CA"/>
        </a:p>
      </dgm:t>
    </dgm:pt>
    <dgm:pt modelId="{C1441E91-1BF7-499C-AF3D-95A26E25A11F}" type="pres">
      <dgm:prSet presAssocID="{C92E2022-4CED-4FA7-956E-14EA3A4BC8B4}" presName="theList" presStyleCnt="0">
        <dgm:presLayoutVars>
          <dgm:dir/>
          <dgm:animLvl val="lvl"/>
          <dgm:resizeHandles val="exact"/>
        </dgm:presLayoutVars>
      </dgm:prSet>
      <dgm:spPr/>
    </dgm:pt>
    <dgm:pt modelId="{608C5C7A-41F5-45AD-A63E-236EC79095E3}" type="pres">
      <dgm:prSet presAssocID="{798CEA74-534D-4521-9CD4-D99421154420}" presName="compNode" presStyleCnt="0"/>
      <dgm:spPr/>
    </dgm:pt>
    <dgm:pt modelId="{25938B3A-C6A7-42E0-B212-60AA3C521E9E}" type="pres">
      <dgm:prSet presAssocID="{798CEA74-534D-4521-9CD4-D99421154420}" presName="aNode" presStyleLbl="bgShp" presStyleIdx="0" presStyleCnt="3"/>
      <dgm:spPr/>
      <dgm:t>
        <a:bodyPr/>
        <a:lstStyle/>
        <a:p>
          <a:endParaRPr lang="fr-CA"/>
        </a:p>
      </dgm:t>
    </dgm:pt>
    <dgm:pt modelId="{9C3C3AD7-87A2-4C7D-8790-8399D6DBD461}" type="pres">
      <dgm:prSet presAssocID="{798CEA74-534D-4521-9CD4-D99421154420}" presName="textNode" presStyleLbl="bgShp" presStyleIdx="0" presStyleCnt="3"/>
      <dgm:spPr/>
      <dgm:t>
        <a:bodyPr/>
        <a:lstStyle/>
        <a:p>
          <a:endParaRPr lang="fr-CA"/>
        </a:p>
      </dgm:t>
    </dgm:pt>
    <dgm:pt modelId="{51D7F914-32E1-4591-83FA-9C15476E5D35}" type="pres">
      <dgm:prSet presAssocID="{798CEA74-534D-4521-9CD4-D99421154420}" presName="compChildNode" presStyleCnt="0"/>
      <dgm:spPr/>
    </dgm:pt>
    <dgm:pt modelId="{76EE92E9-C31C-4460-A21C-573A2CCF877A}" type="pres">
      <dgm:prSet presAssocID="{798CEA74-534D-4521-9CD4-D99421154420}" presName="theInnerList" presStyleCnt="0"/>
      <dgm:spPr/>
    </dgm:pt>
    <dgm:pt modelId="{D57CBA4B-9CDC-40CD-BA5A-B165E3CC22E8}" type="pres">
      <dgm:prSet presAssocID="{506EDCD6-B431-47F5-BBF2-6D1D99D71E97}" presName="child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FE63F541-57E1-4BBA-8178-B5F9A52969F1}" type="pres">
      <dgm:prSet presAssocID="{506EDCD6-B431-47F5-BBF2-6D1D99D71E97}" presName="aSpace2" presStyleCnt="0"/>
      <dgm:spPr/>
    </dgm:pt>
    <dgm:pt modelId="{8BB9364A-0D04-4C27-ABBD-293956C8D1F2}" type="pres">
      <dgm:prSet presAssocID="{F4CD749D-1B0B-48B0-A1C9-C6894A5872C7}" presName="child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BA979CA0-71C6-4593-A98E-14EB25FB2679}" type="pres">
      <dgm:prSet presAssocID="{F4CD749D-1B0B-48B0-A1C9-C6894A5872C7}" presName="aSpace2" presStyleCnt="0"/>
      <dgm:spPr/>
    </dgm:pt>
    <dgm:pt modelId="{BD0FEDE4-9022-4A9A-B9F8-E9E1F3249DD4}" type="pres">
      <dgm:prSet presAssocID="{6A060D9C-5226-4096-8827-B7E789B812C8}" presName="child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E613DCD3-77F7-4771-9687-45EFC2153C10}" type="pres">
      <dgm:prSet presAssocID="{6A060D9C-5226-4096-8827-B7E789B812C8}" presName="aSpace2" presStyleCnt="0"/>
      <dgm:spPr/>
    </dgm:pt>
    <dgm:pt modelId="{664B6295-AD58-4EF5-AFEE-0FEB338217DD}" type="pres">
      <dgm:prSet presAssocID="{7CA0F990-5BC8-4439-9C78-E94629163BEB}" presName="child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3AC2BE57-0AF6-4824-80BB-114F102ED959}" type="pres">
      <dgm:prSet presAssocID="{798CEA74-534D-4521-9CD4-D99421154420}" presName="aSpace" presStyleCnt="0"/>
      <dgm:spPr/>
    </dgm:pt>
    <dgm:pt modelId="{CA58C962-0F70-4C88-BB6A-39DFD0D4B064}" type="pres">
      <dgm:prSet presAssocID="{68DE1942-A456-4439-8197-4CAF9D17AD5C}" presName="compNode" presStyleCnt="0"/>
      <dgm:spPr/>
    </dgm:pt>
    <dgm:pt modelId="{2A258987-3D35-4A3D-BD91-EB4E0056BE68}" type="pres">
      <dgm:prSet presAssocID="{68DE1942-A456-4439-8197-4CAF9D17AD5C}" presName="aNode" presStyleLbl="bgShp" presStyleIdx="1" presStyleCnt="3"/>
      <dgm:spPr/>
      <dgm:t>
        <a:bodyPr/>
        <a:lstStyle/>
        <a:p>
          <a:endParaRPr lang="fr-CA"/>
        </a:p>
      </dgm:t>
    </dgm:pt>
    <dgm:pt modelId="{559C35C8-2A7C-4101-B949-617B92268F01}" type="pres">
      <dgm:prSet presAssocID="{68DE1942-A456-4439-8197-4CAF9D17AD5C}" presName="textNode" presStyleLbl="bgShp" presStyleIdx="1" presStyleCnt="3"/>
      <dgm:spPr/>
      <dgm:t>
        <a:bodyPr/>
        <a:lstStyle/>
        <a:p>
          <a:endParaRPr lang="fr-CA"/>
        </a:p>
      </dgm:t>
    </dgm:pt>
    <dgm:pt modelId="{125B5EC3-DDF5-425A-901C-F943D80D2507}" type="pres">
      <dgm:prSet presAssocID="{68DE1942-A456-4439-8197-4CAF9D17AD5C}" presName="compChildNode" presStyleCnt="0"/>
      <dgm:spPr/>
    </dgm:pt>
    <dgm:pt modelId="{E2DB330B-92E6-41B7-BE7A-BA26E96F28DC}" type="pres">
      <dgm:prSet presAssocID="{68DE1942-A456-4439-8197-4CAF9D17AD5C}" presName="theInnerList" presStyleCnt="0"/>
      <dgm:spPr/>
    </dgm:pt>
    <dgm:pt modelId="{D47B74AA-0E56-46B7-8BC7-A2EBE7A9FCAB}" type="pres">
      <dgm:prSet presAssocID="{D5C5D8D6-BFF1-4414-AC31-33EE1B39798B}" presName="child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067EB525-3924-4010-BC3C-08F1B512E217}" type="pres">
      <dgm:prSet presAssocID="{D5C5D8D6-BFF1-4414-AC31-33EE1B39798B}" presName="aSpace2" presStyleCnt="0"/>
      <dgm:spPr/>
    </dgm:pt>
    <dgm:pt modelId="{62557BC3-AEB4-4C24-A558-9E0D1333E4E7}" type="pres">
      <dgm:prSet presAssocID="{C5537044-C66F-4E4F-82A0-0F625E96AB8E}" presName="child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856482E6-65B5-4057-9812-FE0B68D7784A}" type="pres">
      <dgm:prSet presAssocID="{C5537044-C66F-4E4F-82A0-0F625E96AB8E}" presName="aSpace2" presStyleCnt="0"/>
      <dgm:spPr/>
    </dgm:pt>
    <dgm:pt modelId="{50C8098B-D25C-4501-9289-6BEF019B492E}" type="pres">
      <dgm:prSet presAssocID="{B8AA1B2C-8498-4FBA-88C6-3AA50CDC8D44}" presName="child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3F201094-399B-4D1F-9576-3CF68DFC7E07}" type="pres">
      <dgm:prSet presAssocID="{B8AA1B2C-8498-4FBA-88C6-3AA50CDC8D44}" presName="aSpace2" presStyleCnt="0"/>
      <dgm:spPr/>
    </dgm:pt>
    <dgm:pt modelId="{DEE88736-AA88-4AD9-931D-69212AC6A710}" type="pres">
      <dgm:prSet presAssocID="{9525D765-5546-45F7-8612-AAB85B17660B}" presName="child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C0874728-9186-4A9F-B83B-B8A311FD1CC2}" type="pres">
      <dgm:prSet presAssocID="{68DE1942-A456-4439-8197-4CAF9D17AD5C}" presName="aSpace" presStyleCnt="0"/>
      <dgm:spPr/>
    </dgm:pt>
    <dgm:pt modelId="{A3617CAB-A127-4DC3-B5B7-07B284ECC132}" type="pres">
      <dgm:prSet presAssocID="{0D0605A3-E247-4280-B310-60A3E91DF1C5}" presName="compNode" presStyleCnt="0"/>
      <dgm:spPr/>
    </dgm:pt>
    <dgm:pt modelId="{53B502E0-99DB-45AE-9B70-2E1FA7F6F608}" type="pres">
      <dgm:prSet presAssocID="{0D0605A3-E247-4280-B310-60A3E91DF1C5}" presName="aNode" presStyleLbl="bgShp" presStyleIdx="2" presStyleCnt="3"/>
      <dgm:spPr/>
      <dgm:t>
        <a:bodyPr/>
        <a:lstStyle/>
        <a:p>
          <a:endParaRPr lang="fr-CA"/>
        </a:p>
      </dgm:t>
    </dgm:pt>
    <dgm:pt modelId="{3243EE2A-6D8D-4DF3-8247-316E43E3692C}" type="pres">
      <dgm:prSet presAssocID="{0D0605A3-E247-4280-B310-60A3E91DF1C5}" presName="textNode" presStyleLbl="bgShp" presStyleIdx="2" presStyleCnt="3"/>
      <dgm:spPr/>
      <dgm:t>
        <a:bodyPr/>
        <a:lstStyle/>
        <a:p>
          <a:endParaRPr lang="fr-CA"/>
        </a:p>
      </dgm:t>
    </dgm:pt>
    <dgm:pt modelId="{74115F66-7A4E-4CC3-8017-CE8059F9A69B}" type="pres">
      <dgm:prSet presAssocID="{0D0605A3-E247-4280-B310-60A3E91DF1C5}" presName="compChildNode" presStyleCnt="0"/>
      <dgm:spPr/>
    </dgm:pt>
    <dgm:pt modelId="{E6DC120D-779B-4D41-B14B-1C9FB9E09D3D}" type="pres">
      <dgm:prSet presAssocID="{0D0605A3-E247-4280-B310-60A3E91DF1C5}" presName="theInnerList" presStyleCnt="0"/>
      <dgm:spPr/>
    </dgm:pt>
    <dgm:pt modelId="{2D1A583E-4E9B-4DD0-8A86-3723290A2C04}" type="pres">
      <dgm:prSet presAssocID="{33A37098-1D65-4978-9010-A78300F24F02}" presName="child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DA40D83D-5863-473C-B366-65E26AA8F685}" type="pres">
      <dgm:prSet presAssocID="{33A37098-1D65-4978-9010-A78300F24F02}" presName="aSpace2" presStyleCnt="0"/>
      <dgm:spPr/>
    </dgm:pt>
    <dgm:pt modelId="{B9609872-CBD8-4FCD-A3DF-A4F28F57F5E3}" type="pres">
      <dgm:prSet presAssocID="{21280A80-DA62-4E5A-8603-9984B51A7617}" presName="child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4AFA6C52-3BC1-4783-B652-705CDF9BC8F4}" type="pres">
      <dgm:prSet presAssocID="{21280A80-DA62-4E5A-8603-9984B51A7617}" presName="aSpace2" presStyleCnt="0"/>
      <dgm:spPr/>
    </dgm:pt>
    <dgm:pt modelId="{1D074A88-F1B0-416B-B586-6D1BE52EC6CB}" type="pres">
      <dgm:prSet presAssocID="{0615C347-2286-440D-BEF0-3304FBBD016E}" presName="child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  <dgm:pt modelId="{E85BB6B2-A856-418C-9873-0E22608091B8}" type="pres">
      <dgm:prSet presAssocID="{0615C347-2286-440D-BEF0-3304FBBD016E}" presName="aSpace2" presStyleCnt="0"/>
      <dgm:spPr/>
    </dgm:pt>
    <dgm:pt modelId="{067F3A17-73D3-451D-AB16-7C81A04C8378}" type="pres">
      <dgm:prSet presAssocID="{3D68897A-CB1D-4C7E-BD21-8A69E3451358}" presName="child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fr-CA"/>
        </a:p>
      </dgm:t>
    </dgm:pt>
  </dgm:ptLst>
  <dgm:cxnLst>
    <dgm:cxn modelId="{625A5115-02C1-4F9B-92AE-B59F6020F442}" srcId="{68DE1942-A456-4439-8197-4CAF9D17AD5C}" destId="{B8AA1B2C-8498-4FBA-88C6-3AA50CDC8D44}" srcOrd="2" destOrd="0" parTransId="{062CB025-0F12-45FD-99BF-0F3330DD3792}" sibTransId="{40DEEF8F-2D92-410E-AF32-136B4D85B94E}"/>
    <dgm:cxn modelId="{9438601D-2D3C-463B-A02E-11DC6A2AEED8}" type="presOf" srcId="{0D0605A3-E247-4280-B310-60A3E91DF1C5}" destId="{3243EE2A-6D8D-4DF3-8247-316E43E3692C}" srcOrd="1" destOrd="0" presId="urn:microsoft.com/office/officeart/2005/8/layout/lProcess2"/>
    <dgm:cxn modelId="{676CF934-1E19-4CAE-8253-F534F4A29A68}" type="presOf" srcId="{C5537044-C66F-4E4F-82A0-0F625E96AB8E}" destId="{62557BC3-AEB4-4C24-A558-9E0D1333E4E7}" srcOrd="0" destOrd="0" presId="urn:microsoft.com/office/officeart/2005/8/layout/lProcess2"/>
    <dgm:cxn modelId="{4C211E02-2ACC-4A38-A5F6-28FB9B4448F6}" type="presOf" srcId="{798CEA74-534D-4521-9CD4-D99421154420}" destId="{25938B3A-C6A7-42E0-B212-60AA3C521E9E}" srcOrd="0" destOrd="0" presId="urn:microsoft.com/office/officeart/2005/8/layout/lProcess2"/>
    <dgm:cxn modelId="{36E16CEA-6C33-4095-A326-ED76086A3059}" srcId="{798CEA74-534D-4521-9CD4-D99421154420}" destId="{6A060D9C-5226-4096-8827-B7E789B812C8}" srcOrd="2" destOrd="0" parTransId="{D9EDC957-FD0D-458A-BAA6-3AFA8CF049E4}" sibTransId="{F2A76DD6-FE76-4401-BA69-F1B55CC900B9}"/>
    <dgm:cxn modelId="{3712803B-55DA-4A3F-A40A-F77699EABA5E}" srcId="{68DE1942-A456-4439-8197-4CAF9D17AD5C}" destId="{D5C5D8D6-BFF1-4414-AC31-33EE1B39798B}" srcOrd="0" destOrd="0" parTransId="{6A7A2062-86B9-478D-A668-EC8E4A5695E5}" sibTransId="{65192436-B54F-4EAD-847C-C6CE9328B67B}"/>
    <dgm:cxn modelId="{F90ADE52-0005-41F8-9430-D17D9C0A434F}" type="presOf" srcId="{21280A80-DA62-4E5A-8603-9984B51A7617}" destId="{B9609872-CBD8-4FCD-A3DF-A4F28F57F5E3}" srcOrd="0" destOrd="0" presId="urn:microsoft.com/office/officeart/2005/8/layout/lProcess2"/>
    <dgm:cxn modelId="{09FDCF25-2599-4306-AEEB-3EABA6B10341}" type="presOf" srcId="{506EDCD6-B431-47F5-BBF2-6D1D99D71E97}" destId="{D57CBA4B-9CDC-40CD-BA5A-B165E3CC22E8}" srcOrd="0" destOrd="0" presId="urn:microsoft.com/office/officeart/2005/8/layout/lProcess2"/>
    <dgm:cxn modelId="{85055840-A50D-48BE-8F40-D3E2C894EE6C}" type="presOf" srcId="{68DE1942-A456-4439-8197-4CAF9D17AD5C}" destId="{559C35C8-2A7C-4101-B949-617B92268F01}" srcOrd="1" destOrd="0" presId="urn:microsoft.com/office/officeart/2005/8/layout/lProcess2"/>
    <dgm:cxn modelId="{7C28F4DD-C063-4995-85EA-A198BE777FC6}" srcId="{C92E2022-4CED-4FA7-956E-14EA3A4BC8B4}" destId="{798CEA74-534D-4521-9CD4-D99421154420}" srcOrd="0" destOrd="0" parTransId="{0C65A0C2-DA55-4D3C-A95C-2F2A889F8E57}" sibTransId="{212D6BC7-098A-4CA1-945B-4DBA6DE89575}"/>
    <dgm:cxn modelId="{5A56F089-5764-4190-AAE0-231A7D9AC028}" type="presOf" srcId="{0615C347-2286-440D-BEF0-3304FBBD016E}" destId="{1D074A88-F1B0-416B-B586-6D1BE52EC6CB}" srcOrd="0" destOrd="0" presId="urn:microsoft.com/office/officeart/2005/8/layout/lProcess2"/>
    <dgm:cxn modelId="{077285C2-4F13-4085-9EC5-BC2CAB6DDD34}" srcId="{0D0605A3-E247-4280-B310-60A3E91DF1C5}" destId="{33A37098-1D65-4978-9010-A78300F24F02}" srcOrd="0" destOrd="0" parTransId="{6AF2A327-FFE7-480E-8533-87154BF56417}" sibTransId="{0C35FB29-AAB6-4D76-9052-85A6282701BC}"/>
    <dgm:cxn modelId="{7F95B5AF-A7ED-43C8-A878-6A9CACEA1719}" type="presOf" srcId="{F4CD749D-1B0B-48B0-A1C9-C6894A5872C7}" destId="{8BB9364A-0D04-4C27-ABBD-293956C8D1F2}" srcOrd="0" destOrd="0" presId="urn:microsoft.com/office/officeart/2005/8/layout/lProcess2"/>
    <dgm:cxn modelId="{1C7F5261-FA96-4122-8177-7C7EC28605A3}" srcId="{C92E2022-4CED-4FA7-956E-14EA3A4BC8B4}" destId="{0D0605A3-E247-4280-B310-60A3E91DF1C5}" srcOrd="2" destOrd="0" parTransId="{6F1480CF-DBE2-480D-B837-E7EE79744F43}" sibTransId="{E53319B1-EAE6-46ED-9783-CBBC37F072BB}"/>
    <dgm:cxn modelId="{C6DFE405-94D1-4B06-85E8-65EF50F4E967}" srcId="{798CEA74-534D-4521-9CD4-D99421154420}" destId="{506EDCD6-B431-47F5-BBF2-6D1D99D71E97}" srcOrd="0" destOrd="0" parTransId="{4C9F6658-E434-45FA-8A6A-BFB5D2DB6395}" sibTransId="{EEE258C8-BB3E-4ABF-9CE6-E2F5E352DCCC}"/>
    <dgm:cxn modelId="{53A0DF66-67E2-4644-B497-53EFFDB7CE07}" type="presOf" srcId="{33A37098-1D65-4978-9010-A78300F24F02}" destId="{2D1A583E-4E9B-4DD0-8A86-3723290A2C04}" srcOrd="0" destOrd="0" presId="urn:microsoft.com/office/officeart/2005/8/layout/lProcess2"/>
    <dgm:cxn modelId="{88DCD355-CC1F-4800-AB22-33441AED970D}" type="presOf" srcId="{798CEA74-534D-4521-9CD4-D99421154420}" destId="{9C3C3AD7-87A2-4C7D-8790-8399D6DBD461}" srcOrd="1" destOrd="0" presId="urn:microsoft.com/office/officeart/2005/8/layout/lProcess2"/>
    <dgm:cxn modelId="{02CDE6BA-9A91-4B39-8076-1A73BD76B1BB}" srcId="{0D0605A3-E247-4280-B310-60A3E91DF1C5}" destId="{21280A80-DA62-4E5A-8603-9984B51A7617}" srcOrd="1" destOrd="0" parTransId="{1554A36F-D859-4FFE-9037-0EE9B0153DC6}" sibTransId="{7681B41B-DD0B-4200-A88C-28C62A89CB37}"/>
    <dgm:cxn modelId="{00462A6A-90A9-4813-AB57-1C5E779EF0C8}" srcId="{68DE1942-A456-4439-8197-4CAF9D17AD5C}" destId="{C5537044-C66F-4E4F-82A0-0F625E96AB8E}" srcOrd="1" destOrd="0" parTransId="{AA68B3F5-CF9E-4443-8D5C-18A7B8D80504}" sibTransId="{71257053-C07F-44A9-92B4-906B0A1519F3}"/>
    <dgm:cxn modelId="{A509B443-7A7A-4448-956C-7DDFE7E0E0A0}" srcId="{68DE1942-A456-4439-8197-4CAF9D17AD5C}" destId="{9525D765-5546-45F7-8612-AAB85B17660B}" srcOrd="3" destOrd="0" parTransId="{904C4B44-C64B-4F76-ABBB-9978274CC216}" sibTransId="{C951BE5B-C5D5-403F-B7E2-AEC654EBFD8C}"/>
    <dgm:cxn modelId="{8E6F6D36-72A5-4460-A0B8-8E09C9E988AF}" type="presOf" srcId="{7CA0F990-5BC8-4439-9C78-E94629163BEB}" destId="{664B6295-AD58-4EF5-AFEE-0FEB338217DD}" srcOrd="0" destOrd="0" presId="urn:microsoft.com/office/officeart/2005/8/layout/lProcess2"/>
    <dgm:cxn modelId="{8282D380-8F9D-4407-8D16-31306EFEBD16}" srcId="{C92E2022-4CED-4FA7-956E-14EA3A4BC8B4}" destId="{68DE1942-A456-4439-8197-4CAF9D17AD5C}" srcOrd="1" destOrd="0" parTransId="{47C06244-B7C4-4C4C-AE3A-2F7E60AF8571}" sibTransId="{70B1DC7E-63FE-4CCD-8E0E-A7AA5CB5BF12}"/>
    <dgm:cxn modelId="{AA134384-4F23-4E5F-BF41-C3C8AA853E2C}" type="presOf" srcId="{6A060D9C-5226-4096-8827-B7E789B812C8}" destId="{BD0FEDE4-9022-4A9A-B9F8-E9E1F3249DD4}" srcOrd="0" destOrd="0" presId="urn:microsoft.com/office/officeart/2005/8/layout/lProcess2"/>
    <dgm:cxn modelId="{BDCBC63F-38D0-4260-928B-F9382F7FA0CA}" srcId="{798CEA74-534D-4521-9CD4-D99421154420}" destId="{F4CD749D-1B0B-48B0-A1C9-C6894A5872C7}" srcOrd="1" destOrd="0" parTransId="{9B036668-2544-4D28-A497-88EDAEE10FB9}" sibTransId="{7DFE453B-15B1-4BBA-BBAC-7FE246679185}"/>
    <dgm:cxn modelId="{58C70484-F9A8-4E8A-8BF9-B44B4C36D85B}" type="presOf" srcId="{68DE1942-A456-4439-8197-4CAF9D17AD5C}" destId="{2A258987-3D35-4A3D-BD91-EB4E0056BE68}" srcOrd="0" destOrd="0" presId="urn:microsoft.com/office/officeart/2005/8/layout/lProcess2"/>
    <dgm:cxn modelId="{D68F4510-C1A1-418F-9998-B889B022FAD0}" type="presOf" srcId="{B8AA1B2C-8498-4FBA-88C6-3AA50CDC8D44}" destId="{50C8098B-D25C-4501-9289-6BEF019B492E}" srcOrd="0" destOrd="0" presId="urn:microsoft.com/office/officeart/2005/8/layout/lProcess2"/>
    <dgm:cxn modelId="{9D53BC71-34DB-4A41-AA73-7D31EFAEB97D}" srcId="{0D0605A3-E247-4280-B310-60A3E91DF1C5}" destId="{3D68897A-CB1D-4C7E-BD21-8A69E3451358}" srcOrd="3" destOrd="0" parTransId="{10C5A27A-C1F7-4805-BA9D-44E675C8D19F}" sibTransId="{3C6CC34C-BB3C-4EB0-8251-A9A482EC4AF2}"/>
    <dgm:cxn modelId="{061FDB86-A521-4906-A578-8476D542E0B2}" type="presOf" srcId="{D5C5D8D6-BFF1-4414-AC31-33EE1B39798B}" destId="{D47B74AA-0E56-46B7-8BC7-A2EBE7A9FCAB}" srcOrd="0" destOrd="0" presId="urn:microsoft.com/office/officeart/2005/8/layout/lProcess2"/>
    <dgm:cxn modelId="{0366F128-2FDE-47F8-BD93-25907F3BE9DC}" type="presOf" srcId="{9525D765-5546-45F7-8612-AAB85B17660B}" destId="{DEE88736-AA88-4AD9-931D-69212AC6A710}" srcOrd="0" destOrd="0" presId="urn:microsoft.com/office/officeart/2005/8/layout/lProcess2"/>
    <dgm:cxn modelId="{7614BED2-5C06-4739-9490-56B1EE158A69}" type="presOf" srcId="{0D0605A3-E247-4280-B310-60A3E91DF1C5}" destId="{53B502E0-99DB-45AE-9B70-2E1FA7F6F608}" srcOrd="0" destOrd="0" presId="urn:microsoft.com/office/officeart/2005/8/layout/lProcess2"/>
    <dgm:cxn modelId="{CEF4E188-A869-4CA8-A64F-23B64D42628D}" type="presOf" srcId="{C92E2022-4CED-4FA7-956E-14EA3A4BC8B4}" destId="{C1441E91-1BF7-499C-AF3D-95A26E25A11F}" srcOrd="0" destOrd="0" presId="urn:microsoft.com/office/officeart/2005/8/layout/lProcess2"/>
    <dgm:cxn modelId="{89563061-6618-4049-821D-5FD28EFD6F51}" srcId="{0D0605A3-E247-4280-B310-60A3E91DF1C5}" destId="{0615C347-2286-440D-BEF0-3304FBBD016E}" srcOrd="2" destOrd="0" parTransId="{74048EA6-7F59-41E5-B3BF-A3B9FC5E3B7C}" sibTransId="{BBAAC4BA-50C2-47C8-85E6-4C35CFE5C537}"/>
    <dgm:cxn modelId="{F3B1C7CC-1827-484C-9905-123B9C345442}" srcId="{798CEA74-534D-4521-9CD4-D99421154420}" destId="{7CA0F990-5BC8-4439-9C78-E94629163BEB}" srcOrd="3" destOrd="0" parTransId="{65A132DB-2756-405F-838F-9B3197ED23F7}" sibTransId="{F70CB6A0-B231-432F-A912-89C939A281D1}"/>
    <dgm:cxn modelId="{5A473D38-1A27-4419-AD95-8F4BF39367B4}" type="presOf" srcId="{3D68897A-CB1D-4C7E-BD21-8A69E3451358}" destId="{067F3A17-73D3-451D-AB16-7C81A04C8378}" srcOrd="0" destOrd="0" presId="urn:microsoft.com/office/officeart/2005/8/layout/lProcess2"/>
    <dgm:cxn modelId="{D54A9384-B0A8-4E3A-8996-EC86E7D3C3B3}" type="presParOf" srcId="{C1441E91-1BF7-499C-AF3D-95A26E25A11F}" destId="{608C5C7A-41F5-45AD-A63E-236EC79095E3}" srcOrd="0" destOrd="0" presId="urn:microsoft.com/office/officeart/2005/8/layout/lProcess2"/>
    <dgm:cxn modelId="{93E96934-6C14-4979-8728-F2E67175FFCC}" type="presParOf" srcId="{608C5C7A-41F5-45AD-A63E-236EC79095E3}" destId="{25938B3A-C6A7-42E0-B212-60AA3C521E9E}" srcOrd="0" destOrd="0" presId="urn:microsoft.com/office/officeart/2005/8/layout/lProcess2"/>
    <dgm:cxn modelId="{F083C842-FE0D-4E4B-8A03-4CDC3EBB3125}" type="presParOf" srcId="{608C5C7A-41F5-45AD-A63E-236EC79095E3}" destId="{9C3C3AD7-87A2-4C7D-8790-8399D6DBD461}" srcOrd="1" destOrd="0" presId="urn:microsoft.com/office/officeart/2005/8/layout/lProcess2"/>
    <dgm:cxn modelId="{A459B6F9-4322-42DD-9A61-1E413CFB1DCD}" type="presParOf" srcId="{608C5C7A-41F5-45AD-A63E-236EC79095E3}" destId="{51D7F914-32E1-4591-83FA-9C15476E5D35}" srcOrd="2" destOrd="0" presId="urn:microsoft.com/office/officeart/2005/8/layout/lProcess2"/>
    <dgm:cxn modelId="{BB32CA27-0562-4983-A08F-AB45CF4FC77F}" type="presParOf" srcId="{51D7F914-32E1-4591-83FA-9C15476E5D35}" destId="{76EE92E9-C31C-4460-A21C-573A2CCF877A}" srcOrd="0" destOrd="0" presId="urn:microsoft.com/office/officeart/2005/8/layout/lProcess2"/>
    <dgm:cxn modelId="{C9A02BDF-17C6-444A-9CC7-3F81B6FA058C}" type="presParOf" srcId="{76EE92E9-C31C-4460-A21C-573A2CCF877A}" destId="{D57CBA4B-9CDC-40CD-BA5A-B165E3CC22E8}" srcOrd="0" destOrd="0" presId="urn:microsoft.com/office/officeart/2005/8/layout/lProcess2"/>
    <dgm:cxn modelId="{942A3CB6-9BEE-41A0-91EA-9B8A5EDB5CE9}" type="presParOf" srcId="{76EE92E9-C31C-4460-A21C-573A2CCF877A}" destId="{FE63F541-57E1-4BBA-8178-B5F9A52969F1}" srcOrd="1" destOrd="0" presId="urn:microsoft.com/office/officeart/2005/8/layout/lProcess2"/>
    <dgm:cxn modelId="{2E38E99F-B3CA-4971-BD64-18FB2746253C}" type="presParOf" srcId="{76EE92E9-C31C-4460-A21C-573A2CCF877A}" destId="{8BB9364A-0D04-4C27-ABBD-293956C8D1F2}" srcOrd="2" destOrd="0" presId="urn:microsoft.com/office/officeart/2005/8/layout/lProcess2"/>
    <dgm:cxn modelId="{952B5D18-6B59-4596-80AC-84D8E2C4A73B}" type="presParOf" srcId="{76EE92E9-C31C-4460-A21C-573A2CCF877A}" destId="{BA979CA0-71C6-4593-A98E-14EB25FB2679}" srcOrd="3" destOrd="0" presId="urn:microsoft.com/office/officeart/2005/8/layout/lProcess2"/>
    <dgm:cxn modelId="{FBD8B58E-5E17-48F8-9448-B5E4632B41E7}" type="presParOf" srcId="{76EE92E9-C31C-4460-A21C-573A2CCF877A}" destId="{BD0FEDE4-9022-4A9A-B9F8-E9E1F3249DD4}" srcOrd="4" destOrd="0" presId="urn:microsoft.com/office/officeart/2005/8/layout/lProcess2"/>
    <dgm:cxn modelId="{181F0C72-85C0-4022-891B-0BABC21473E1}" type="presParOf" srcId="{76EE92E9-C31C-4460-A21C-573A2CCF877A}" destId="{E613DCD3-77F7-4771-9687-45EFC2153C10}" srcOrd="5" destOrd="0" presId="urn:microsoft.com/office/officeart/2005/8/layout/lProcess2"/>
    <dgm:cxn modelId="{93C0D321-E413-4638-9447-D69383C044A6}" type="presParOf" srcId="{76EE92E9-C31C-4460-A21C-573A2CCF877A}" destId="{664B6295-AD58-4EF5-AFEE-0FEB338217DD}" srcOrd="6" destOrd="0" presId="urn:microsoft.com/office/officeart/2005/8/layout/lProcess2"/>
    <dgm:cxn modelId="{B64C1E07-219B-44E8-94F4-CFAC3669DAB9}" type="presParOf" srcId="{C1441E91-1BF7-499C-AF3D-95A26E25A11F}" destId="{3AC2BE57-0AF6-4824-80BB-114F102ED959}" srcOrd="1" destOrd="0" presId="urn:microsoft.com/office/officeart/2005/8/layout/lProcess2"/>
    <dgm:cxn modelId="{70487C3C-F70F-4197-9DF5-36C1FDB9005B}" type="presParOf" srcId="{C1441E91-1BF7-499C-AF3D-95A26E25A11F}" destId="{CA58C962-0F70-4C88-BB6A-39DFD0D4B064}" srcOrd="2" destOrd="0" presId="urn:microsoft.com/office/officeart/2005/8/layout/lProcess2"/>
    <dgm:cxn modelId="{FE7F89BA-FBD9-4054-B666-0B820D9D16E1}" type="presParOf" srcId="{CA58C962-0F70-4C88-BB6A-39DFD0D4B064}" destId="{2A258987-3D35-4A3D-BD91-EB4E0056BE68}" srcOrd="0" destOrd="0" presId="urn:microsoft.com/office/officeart/2005/8/layout/lProcess2"/>
    <dgm:cxn modelId="{B81D317D-5FF1-4A8C-B9D1-EC95ED60FBBE}" type="presParOf" srcId="{CA58C962-0F70-4C88-BB6A-39DFD0D4B064}" destId="{559C35C8-2A7C-4101-B949-617B92268F01}" srcOrd="1" destOrd="0" presId="urn:microsoft.com/office/officeart/2005/8/layout/lProcess2"/>
    <dgm:cxn modelId="{C68679E0-8ECF-4A46-9492-5780245D86CA}" type="presParOf" srcId="{CA58C962-0F70-4C88-BB6A-39DFD0D4B064}" destId="{125B5EC3-DDF5-425A-901C-F943D80D2507}" srcOrd="2" destOrd="0" presId="urn:microsoft.com/office/officeart/2005/8/layout/lProcess2"/>
    <dgm:cxn modelId="{2B2AEF45-8AC4-45ED-8D80-C28E837E37E5}" type="presParOf" srcId="{125B5EC3-DDF5-425A-901C-F943D80D2507}" destId="{E2DB330B-92E6-41B7-BE7A-BA26E96F28DC}" srcOrd="0" destOrd="0" presId="urn:microsoft.com/office/officeart/2005/8/layout/lProcess2"/>
    <dgm:cxn modelId="{DD7EF25D-DB74-447F-AA25-FA620880EDA9}" type="presParOf" srcId="{E2DB330B-92E6-41B7-BE7A-BA26E96F28DC}" destId="{D47B74AA-0E56-46B7-8BC7-A2EBE7A9FCAB}" srcOrd="0" destOrd="0" presId="urn:microsoft.com/office/officeart/2005/8/layout/lProcess2"/>
    <dgm:cxn modelId="{B8A84D75-AA1F-428A-B156-74DDE00DBE8F}" type="presParOf" srcId="{E2DB330B-92E6-41B7-BE7A-BA26E96F28DC}" destId="{067EB525-3924-4010-BC3C-08F1B512E217}" srcOrd="1" destOrd="0" presId="urn:microsoft.com/office/officeart/2005/8/layout/lProcess2"/>
    <dgm:cxn modelId="{030C73A6-0389-4296-B61A-2308C05DC914}" type="presParOf" srcId="{E2DB330B-92E6-41B7-BE7A-BA26E96F28DC}" destId="{62557BC3-AEB4-4C24-A558-9E0D1333E4E7}" srcOrd="2" destOrd="0" presId="urn:microsoft.com/office/officeart/2005/8/layout/lProcess2"/>
    <dgm:cxn modelId="{CC862094-FEA4-49BC-8193-51EE72A62C04}" type="presParOf" srcId="{E2DB330B-92E6-41B7-BE7A-BA26E96F28DC}" destId="{856482E6-65B5-4057-9812-FE0B68D7784A}" srcOrd="3" destOrd="0" presId="urn:microsoft.com/office/officeart/2005/8/layout/lProcess2"/>
    <dgm:cxn modelId="{2C5DF132-5C59-4B61-9786-DEDD3EA1F797}" type="presParOf" srcId="{E2DB330B-92E6-41B7-BE7A-BA26E96F28DC}" destId="{50C8098B-D25C-4501-9289-6BEF019B492E}" srcOrd="4" destOrd="0" presId="urn:microsoft.com/office/officeart/2005/8/layout/lProcess2"/>
    <dgm:cxn modelId="{1E4A33A1-7B4B-479B-8701-05B96E9EFADC}" type="presParOf" srcId="{E2DB330B-92E6-41B7-BE7A-BA26E96F28DC}" destId="{3F201094-399B-4D1F-9576-3CF68DFC7E07}" srcOrd="5" destOrd="0" presId="urn:microsoft.com/office/officeart/2005/8/layout/lProcess2"/>
    <dgm:cxn modelId="{4A14A536-ACCF-4B3D-9A57-F8F8DB28ECC1}" type="presParOf" srcId="{E2DB330B-92E6-41B7-BE7A-BA26E96F28DC}" destId="{DEE88736-AA88-4AD9-931D-69212AC6A710}" srcOrd="6" destOrd="0" presId="urn:microsoft.com/office/officeart/2005/8/layout/lProcess2"/>
    <dgm:cxn modelId="{D2C09345-DE51-4EC9-B81A-78D7F1999293}" type="presParOf" srcId="{C1441E91-1BF7-499C-AF3D-95A26E25A11F}" destId="{C0874728-9186-4A9F-B83B-B8A311FD1CC2}" srcOrd="3" destOrd="0" presId="urn:microsoft.com/office/officeart/2005/8/layout/lProcess2"/>
    <dgm:cxn modelId="{AD609E5E-8834-4D11-B584-BBA1EF0A9448}" type="presParOf" srcId="{C1441E91-1BF7-499C-AF3D-95A26E25A11F}" destId="{A3617CAB-A127-4DC3-B5B7-07B284ECC132}" srcOrd="4" destOrd="0" presId="urn:microsoft.com/office/officeart/2005/8/layout/lProcess2"/>
    <dgm:cxn modelId="{D66CB9F3-C945-4977-9667-59853D9D3722}" type="presParOf" srcId="{A3617CAB-A127-4DC3-B5B7-07B284ECC132}" destId="{53B502E0-99DB-45AE-9B70-2E1FA7F6F608}" srcOrd="0" destOrd="0" presId="urn:microsoft.com/office/officeart/2005/8/layout/lProcess2"/>
    <dgm:cxn modelId="{DB0BF003-25A6-4A75-9764-9E6146D33D44}" type="presParOf" srcId="{A3617CAB-A127-4DC3-B5B7-07B284ECC132}" destId="{3243EE2A-6D8D-4DF3-8247-316E43E3692C}" srcOrd="1" destOrd="0" presId="urn:microsoft.com/office/officeart/2005/8/layout/lProcess2"/>
    <dgm:cxn modelId="{091F6D3F-3234-44C4-9498-185C7BA5CAE8}" type="presParOf" srcId="{A3617CAB-A127-4DC3-B5B7-07B284ECC132}" destId="{74115F66-7A4E-4CC3-8017-CE8059F9A69B}" srcOrd="2" destOrd="0" presId="urn:microsoft.com/office/officeart/2005/8/layout/lProcess2"/>
    <dgm:cxn modelId="{58C2B108-75CE-429F-A83A-23F732EC6E54}" type="presParOf" srcId="{74115F66-7A4E-4CC3-8017-CE8059F9A69B}" destId="{E6DC120D-779B-4D41-B14B-1C9FB9E09D3D}" srcOrd="0" destOrd="0" presId="urn:microsoft.com/office/officeart/2005/8/layout/lProcess2"/>
    <dgm:cxn modelId="{814C3F80-1609-4874-B32A-13C07EBD0C2F}" type="presParOf" srcId="{E6DC120D-779B-4D41-B14B-1C9FB9E09D3D}" destId="{2D1A583E-4E9B-4DD0-8A86-3723290A2C04}" srcOrd="0" destOrd="0" presId="urn:microsoft.com/office/officeart/2005/8/layout/lProcess2"/>
    <dgm:cxn modelId="{75EFD87F-E596-4644-9ED5-ED7FE61657C1}" type="presParOf" srcId="{E6DC120D-779B-4D41-B14B-1C9FB9E09D3D}" destId="{DA40D83D-5863-473C-B366-65E26AA8F685}" srcOrd="1" destOrd="0" presId="urn:microsoft.com/office/officeart/2005/8/layout/lProcess2"/>
    <dgm:cxn modelId="{905F64DF-5AF6-4A2C-A227-36DBCBE16016}" type="presParOf" srcId="{E6DC120D-779B-4D41-B14B-1C9FB9E09D3D}" destId="{B9609872-CBD8-4FCD-A3DF-A4F28F57F5E3}" srcOrd="2" destOrd="0" presId="urn:microsoft.com/office/officeart/2005/8/layout/lProcess2"/>
    <dgm:cxn modelId="{9EE72A22-9D33-4BAF-BE5A-7AEB53DD07AF}" type="presParOf" srcId="{E6DC120D-779B-4D41-B14B-1C9FB9E09D3D}" destId="{4AFA6C52-3BC1-4783-B652-705CDF9BC8F4}" srcOrd="3" destOrd="0" presId="urn:microsoft.com/office/officeart/2005/8/layout/lProcess2"/>
    <dgm:cxn modelId="{4509B530-85B0-4708-9501-76372C7EF6DC}" type="presParOf" srcId="{E6DC120D-779B-4D41-B14B-1C9FB9E09D3D}" destId="{1D074A88-F1B0-416B-B586-6D1BE52EC6CB}" srcOrd="4" destOrd="0" presId="urn:microsoft.com/office/officeart/2005/8/layout/lProcess2"/>
    <dgm:cxn modelId="{4C277E1B-897E-41A6-BB13-2D009F33DFFC}" type="presParOf" srcId="{E6DC120D-779B-4D41-B14B-1C9FB9E09D3D}" destId="{E85BB6B2-A856-418C-9873-0E22608091B8}" srcOrd="5" destOrd="0" presId="urn:microsoft.com/office/officeart/2005/8/layout/lProcess2"/>
    <dgm:cxn modelId="{4B420714-37E2-4E01-8102-840D01CB3E0A}" type="presParOf" srcId="{E6DC120D-779B-4D41-B14B-1C9FB9E09D3D}" destId="{067F3A17-73D3-451D-AB16-7C81A04C8378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09B53-C6F2-4187-B430-0E215D4509E3}">
      <dsp:nvSpPr>
        <dsp:cNvPr id="0" name=""/>
        <dsp:cNvSpPr/>
      </dsp:nvSpPr>
      <dsp:spPr>
        <a:xfrm rot="5400000">
          <a:off x="5162489" y="-2109531"/>
          <a:ext cx="816840" cy="52432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A" sz="1900" kern="1200" dirty="0" smtClean="0"/>
            <a:t>prise de décision portant sur les </a:t>
          </a:r>
          <a:r>
            <a:rPr lang="fr-CA" sz="1900" kern="1200" dirty="0" smtClean="0">
              <a:solidFill>
                <a:schemeClr val="accent1"/>
              </a:solidFill>
            </a:rPr>
            <a:t>actifs long terme</a:t>
          </a:r>
          <a:r>
            <a:rPr lang="fr-CA" sz="1900" kern="1200" dirty="0" smtClean="0"/>
            <a:t> de la société</a:t>
          </a:r>
          <a:endParaRPr lang="fr-CA" sz="1900" kern="1200" dirty="0"/>
        </a:p>
      </dsp:txBody>
      <dsp:txXfrm rot="-5400000">
        <a:off x="2949306" y="143527"/>
        <a:ext cx="5203333" cy="737090"/>
      </dsp:txXfrm>
    </dsp:sp>
    <dsp:sp modelId="{21D4ED0E-B431-4BE2-9276-9A7958E7227F}">
      <dsp:nvSpPr>
        <dsp:cNvPr id="0" name=""/>
        <dsp:cNvSpPr/>
      </dsp:nvSpPr>
      <dsp:spPr>
        <a:xfrm>
          <a:off x="0" y="1547"/>
          <a:ext cx="2949305" cy="1021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400" kern="1200" dirty="0" smtClean="0"/>
            <a:t>La décision d’</a:t>
          </a:r>
          <a:r>
            <a:rPr lang="fr-CA" sz="2400" u="sng" kern="1200" dirty="0" smtClean="0"/>
            <a:t>investissement</a:t>
          </a:r>
          <a:endParaRPr lang="fr-CA" sz="2400" kern="1200" dirty="0"/>
        </a:p>
      </dsp:txBody>
      <dsp:txXfrm>
        <a:off x="49844" y="51391"/>
        <a:ext cx="2849617" cy="921362"/>
      </dsp:txXfrm>
    </dsp:sp>
    <dsp:sp modelId="{37255E16-6FE8-443C-84A7-9D4FF81B3794}">
      <dsp:nvSpPr>
        <dsp:cNvPr id="0" name=""/>
        <dsp:cNvSpPr/>
      </dsp:nvSpPr>
      <dsp:spPr>
        <a:xfrm rot="5400000">
          <a:off x="5162489" y="-1037428"/>
          <a:ext cx="816840" cy="52432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A" sz="1900" kern="1200" dirty="0" smtClean="0"/>
            <a:t>prise de décision à long terme portant sur les </a:t>
          </a:r>
          <a:r>
            <a:rPr lang="fr-CA" sz="1900" kern="1200" dirty="0" smtClean="0">
              <a:solidFill>
                <a:schemeClr val="accent1"/>
              </a:solidFill>
            </a:rPr>
            <a:t>passifs LT et capitaux propres </a:t>
          </a:r>
          <a:r>
            <a:rPr lang="fr-CA" sz="1900" kern="1200" dirty="0" smtClean="0"/>
            <a:t>de la société</a:t>
          </a:r>
          <a:endParaRPr lang="fr-CA" sz="1900" kern="1200" dirty="0"/>
        </a:p>
      </dsp:txBody>
      <dsp:txXfrm rot="-5400000">
        <a:off x="2949306" y="1215630"/>
        <a:ext cx="5203333" cy="737090"/>
      </dsp:txXfrm>
    </dsp:sp>
    <dsp:sp modelId="{E5653081-9AAD-4645-B823-1A1EE0EBD3DC}">
      <dsp:nvSpPr>
        <dsp:cNvPr id="0" name=""/>
        <dsp:cNvSpPr/>
      </dsp:nvSpPr>
      <dsp:spPr>
        <a:xfrm>
          <a:off x="0" y="1073650"/>
          <a:ext cx="2949305" cy="1021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400" kern="1200" dirty="0" smtClean="0"/>
            <a:t>La décision de </a:t>
          </a:r>
          <a:r>
            <a:rPr lang="fr-CA" sz="2400" u="sng" kern="1200" dirty="0" smtClean="0"/>
            <a:t>financement</a:t>
          </a:r>
          <a:endParaRPr lang="fr-CA" sz="2400" kern="1200" dirty="0"/>
        </a:p>
      </dsp:txBody>
      <dsp:txXfrm>
        <a:off x="49844" y="1123494"/>
        <a:ext cx="2849617" cy="921362"/>
      </dsp:txXfrm>
    </dsp:sp>
    <dsp:sp modelId="{4D228785-2B18-41E3-901A-755E679B20EC}">
      <dsp:nvSpPr>
        <dsp:cNvPr id="0" name=""/>
        <dsp:cNvSpPr/>
      </dsp:nvSpPr>
      <dsp:spPr>
        <a:xfrm rot="5400000">
          <a:off x="5162489" y="34675"/>
          <a:ext cx="816840" cy="524320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CA" sz="1900" kern="1200" dirty="0" smtClean="0"/>
            <a:t>prise de décision portant sur le </a:t>
          </a:r>
          <a:r>
            <a:rPr lang="fr-CA" sz="1900" kern="1200" dirty="0" smtClean="0">
              <a:solidFill>
                <a:schemeClr val="accent1"/>
              </a:solidFill>
            </a:rPr>
            <a:t>fonds de roulement</a:t>
          </a:r>
          <a:r>
            <a:rPr lang="fr-CA" sz="1900" kern="1200" dirty="0" smtClean="0"/>
            <a:t> (actifs et passifs court terme)</a:t>
          </a:r>
          <a:endParaRPr lang="fr-CA" sz="1900" kern="1200" dirty="0"/>
        </a:p>
      </dsp:txBody>
      <dsp:txXfrm rot="-5400000">
        <a:off x="2949306" y="2287734"/>
        <a:ext cx="5203333" cy="737090"/>
      </dsp:txXfrm>
    </dsp:sp>
    <dsp:sp modelId="{04894152-80FC-4379-AB1F-9ED2F328BCAE}">
      <dsp:nvSpPr>
        <dsp:cNvPr id="0" name=""/>
        <dsp:cNvSpPr/>
      </dsp:nvSpPr>
      <dsp:spPr>
        <a:xfrm>
          <a:off x="0" y="2145754"/>
          <a:ext cx="2949305" cy="102105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400" kern="1200" dirty="0" smtClean="0"/>
            <a:t>La </a:t>
          </a:r>
          <a:r>
            <a:rPr lang="fr-CA" sz="2400" u="sng" kern="1200" dirty="0" smtClean="0"/>
            <a:t>gestion de trésorerie</a:t>
          </a:r>
          <a:endParaRPr lang="fr-CA" sz="2400" kern="1200" dirty="0"/>
        </a:p>
      </dsp:txBody>
      <dsp:txXfrm>
        <a:off x="49844" y="2195598"/>
        <a:ext cx="2849617" cy="921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38B3A-C6A7-42E0-B212-60AA3C521E9E}">
      <dsp:nvSpPr>
        <dsp:cNvPr id="0" name=""/>
        <dsp:cNvSpPr/>
      </dsp:nvSpPr>
      <dsp:spPr>
        <a:xfrm>
          <a:off x="999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Entreprise individuelle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999" y="0"/>
        <a:ext cx="2597825" cy="861060"/>
      </dsp:txXfrm>
    </dsp:sp>
    <dsp:sp modelId="{D57CBA4B-9CDC-40CD-BA5A-B165E3CC22E8}">
      <dsp:nvSpPr>
        <dsp:cNvPr id="0" name=""/>
        <dsp:cNvSpPr/>
      </dsp:nvSpPr>
      <dsp:spPr>
        <a:xfrm>
          <a:off x="260781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Simple, peu coûteuse</a:t>
          </a:r>
          <a:endParaRPr lang="fr-CA" sz="1200" kern="1200" dirty="0"/>
        </a:p>
      </dsp:txBody>
      <dsp:txXfrm>
        <a:off x="273028" y="873377"/>
        <a:ext cx="2053766" cy="393633"/>
      </dsp:txXfrm>
    </dsp:sp>
    <dsp:sp modelId="{8BB9364A-0D04-4C27-ABBD-293956C8D1F2}">
      <dsp:nvSpPr>
        <dsp:cNvPr id="0" name=""/>
        <dsp:cNvSpPr/>
      </dsp:nvSpPr>
      <dsp:spPr>
        <a:xfrm>
          <a:off x="260781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5666"/>
            <a:satOff val="-3097"/>
            <a:lumOff val="3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Faible règlementation</a:t>
          </a:r>
          <a:endParaRPr lang="fr-CA" sz="1200" kern="1200" dirty="0"/>
        </a:p>
      </dsp:txBody>
      <dsp:txXfrm>
        <a:off x="273028" y="1355831"/>
        <a:ext cx="2053766" cy="393633"/>
      </dsp:txXfrm>
    </dsp:sp>
    <dsp:sp modelId="{03A46A38-AB23-4475-B04B-88232D106938}">
      <dsp:nvSpPr>
        <dsp:cNvPr id="0" name=""/>
        <dsp:cNvSpPr/>
      </dsp:nvSpPr>
      <dsp:spPr>
        <a:xfrm>
          <a:off x="260781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11333"/>
            <a:satOff val="-6194"/>
            <a:lumOff val="64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Revenu entreprise = revenu personnel</a:t>
          </a:r>
          <a:endParaRPr lang="fr-CA" sz="1200" kern="1200" dirty="0"/>
        </a:p>
      </dsp:txBody>
      <dsp:txXfrm>
        <a:off x="273028" y="1838285"/>
        <a:ext cx="2053766" cy="393633"/>
      </dsp:txXfrm>
    </dsp:sp>
    <dsp:sp modelId="{70DF5C60-4402-40A3-B80A-6EB11FBAAC7C}">
      <dsp:nvSpPr>
        <dsp:cNvPr id="0" name=""/>
        <dsp:cNvSpPr/>
      </dsp:nvSpPr>
      <dsp:spPr>
        <a:xfrm>
          <a:off x="260781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66999"/>
            <a:satOff val="-9290"/>
            <a:lumOff val="96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Source de financement unique</a:t>
          </a:r>
          <a:endParaRPr lang="fr-CA" sz="1200" kern="1200" dirty="0"/>
        </a:p>
      </dsp:txBody>
      <dsp:txXfrm>
        <a:off x="273028" y="2320739"/>
        <a:ext cx="2053766" cy="393633"/>
      </dsp:txXfrm>
    </dsp:sp>
    <dsp:sp modelId="{2A258987-3D35-4A3D-BD91-EB4E0056BE68}">
      <dsp:nvSpPr>
        <dsp:cNvPr id="0" name=""/>
        <dsp:cNvSpPr/>
      </dsp:nvSpPr>
      <dsp:spPr>
        <a:xfrm>
          <a:off x="2793662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Société de personne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2793662" y="0"/>
        <a:ext cx="2597825" cy="861060"/>
      </dsp:txXfrm>
    </dsp:sp>
    <dsp:sp modelId="{D47B74AA-0E56-46B7-8BC7-A2EBE7A9FCAB}">
      <dsp:nvSpPr>
        <dsp:cNvPr id="0" name=""/>
        <dsp:cNvSpPr/>
      </dsp:nvSpPr>
      <dsp:spPr>
        <a:xfrm>
          <a:off x="3053444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22665"/>
            <a:satOff val="-12387"/>
            <a:lumOff val="12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Simple, peu coûteuse</a:t>
          </a:r>
          <a:endParaRPr lang="fr-CA" sz="1200" kern="1200" dirty="0"/>
        </a:p>
      </dsp:txBody>
      <dsp:txXfrm>
        <a:off x="3065691" y="873377"/>
        <a:ext cx="2053766" cy="393633"/>
      </dsp:txXfrm>
    </dsp:sp>
    <dsp:sp modelId="{297E73E4-AA3C-4881-A8CD-9DF404EA52D8}">
      <dsp:nvSpPr>
        <dsp:cNvPr id="0" name=""/>
        <dsp:cNvSpPr/>
      </dsp:nvSpPr>
      <dsp:spPr>
        <a:xfrm>
          <a:off x="3053444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8332"/>
            <a:satOff val="-15484"/>
            <a:lumOff val="160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Faible règlementation</a:t>
          </a:r>
          <a:endParaRPr lang="fr-CA" sz="1200" kern="1200" dirty="0"/>
        </a:p>
      </dsp:txBody>
      <dsp:txXfrm>
        <a:off x="3065691" y="1355831"/>
        <a:ext cx="2053766" cy="393633"/>
      </dsp:txXfrm>
    </dsp:sp>
    <dsp:sp modelId="{9ED16558-A9F6-4B1E-BCAC-160F68C76FC4}">
      <dsp:nvSpPr>
        <dsp:cNvPr id="0" name=""/>
        <dsp:cNvSpPr/>
      </dsp:nvSpPr>
      <dsp:spPr>
        <a:xfrm>
          <a:off x="3053444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33998"/>
            <a:satOff val="-18581"/>
            <a:lumOff val="192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smtClean="0"/>
            <a:t>Revenu entreprise = revenu personnel</a:t>
          </a:r>
          <a:endParaRPr lang="fr-CA" sz="1200" kern="1200" dirty="0"/>
        </a:p>
      </dsp:txBody>
      <dsp:txXfrm>
        <a:off x="3065691" y="1838285"/>
        <a:ext cx="2053766" cy="393633"/>
      </dsp:txXfrm>
    </dsp:sp>
    <dsp:sp modelId="{2B6433AF-BEC2-483D-88B3-112FF1911B07}">
      <dsp:nvSpPr>
        <dsp:cNvPr id="0" name=""/>
        <dsp:cNvSpPr/>
      </dsp:nvSpPr>
      <dsp:spPr>
        <a:xfrm>
          <a:off x="3053444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9664"/>
            <a:satOff val="-21678"/>
            <a:lumOff val="224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Plus d’une source de financement</a:t>
          </a:r>
          <a:endParaRPr lang="fr-CA" sz="1200" kern="1200" dirty="0"/>
        </a:p>
      </dsp:txBody>
      <dsp:txXfrm>
        <a:off x="3065691" y="2320739"/>
        <a:ext cx="2053766" cy="393633"/>
      </dsp:txXfrm>
    </dsp:sp>
    <dsp:sp modelId="{53B502E0-99DB-45AE-9B70-2E1FA7F6F608}">
      <dsp:nvSpPr>
        <dsp:cNvPr id="0" name=""/>
        <dsp:cNvSpPr/>
      </dsp:nvSpPr>
      <dsp:spPr>
        <a:xfrm>
          <a:off x="5586324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Société par actions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5586324" y="0"/>
        <a:ext cx="2597825" cy="861060"/>
      </dsp:txXfrm>
    </dsp:sp>
    <dsp:sp modelId="{50536601-DE41-4071-A454-817DD48BFB1D}">
      <dsp:nvSpPr>
        <dsp:cNvPr id="0" name=""/>
        <dsp:cNvSpPr/>
      </dsp:nvSpPr>
      <dsp:spPr>
        <a:xfrm>
          <a:off x="5846107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45330"/>
            <a:satOff val="-24775"/>
            <a:lumOff val="256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Entités distinctes</a:t>
          </a:r>
          <a:endParaRPr lang="fr-CA" sz="1200" kern="1200" dirty="0"/>
        </a:p>
      </dsp:txBody>
      <dsp:txXfrm>
        <a:off x="5858354" y="873377"/>
        <a:ext cx="2053766" cy="393633"/>
      </dsp:txXfrm>
    </dsp:sp>
    <dsp:sp modelId="{E82C19C4-4A9F-48EB-86B5-30C0039CFFCB}">
      <dsp:nvSpPr>
        <dsp:cNvPr id="0" name=""/>
        <dsp:cNvSpPr/>
      </dsp:nvSpPr>
      <dsp:spPr>
        <a:xfrm>
          <a:off x="5846107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00997"/>
            <a:satOff val="-27871"/>
            <a:lumOff val="288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Responsabilité limité</a:t>
          </a:r>
          <a:endParaRPr lang="fr-CA" sz="1200" kern="1200" dirty="0"/>
        </a:p>
      </dsp:txBody>
      <dsp:txXfrm>
        <a:off x="5858354" y="1355831"/>
        <a:ext cx="2053766" cy="393633"/>
      </dsp:txXfrm>
    </dsp:sp>
    <dsp:sp modelId="{61DD9A90-1EF6-4660-92DC-A2594F244F50}">
      <dsp:nvSpPr>
        <dsp:cNvPr id="0" name=""/>
        <dsp:cNvSpPr/>
      </dsp:nvSpPr>
      <dsp:spPr>
        <a:xfrm>
          <a:off x="5846107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56663"/>
            <a:satOff val="-30968"/>
            <a:lumOff val="321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Droit de propriété sans échéance</a:t>
          </a:r>
          <a:endParaRPr lang="fr-CA" sz="1200" kern="1200" dirty="0"/>
        </a:p>
      </dsp:txBody>
      <dsp:txXfrm>
        <a:off x="5858354" y="1838285"/>
        <a:ext cx="2053766" cy="393633"/>
      </dsp:txXfrm>
    </dsp:sp>
    <dsp:sp modelId="{2D1A583E-4E9B-4DD0-8A86-3723290A2C04}">
      <dsp:nvSpPr>
        <dsp:cNvPr id="0" name=""/>
        <dsp:cNvSpPr/>
      </dsp:nvSpPr>
      <dsp:spPr>
        <a:xfrm>
          <a:off x="5846107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12329"/>
            <a:satOff val="-34065"/>
            <a:lumOff val="353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200" kern="1200" dirty="0" smtClean="0"/>
            <a:t>Facilité de transfert de titres &amp; de nouvelle émission</a:t>
          </a:r>
          <a:endParaRPr lang="fr-CA" sz="1200" kern="1200" dirty="0"/>
        </a:p>
      </dsp:txBody>
      <dsp:txXfrm>
        <a:off x="5858354" y="2320739"/>
        <a:ext cx="2053766" cy="3936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38B3A-C6A7-42E0-B212-60AA3C521E9E}">
      <dsp:nvSpPr>
        <dsp:cNvPr id="0" name=""/>
        <dsp:cNvSpPr/>
      </dsp:nvSpPr>
      <dsp:spPr>
        <a:xfrm>
          <a:off x="999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Entreprise individuelle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999" y="0"/>
        <a:ext cx="2597825" cy="861060"/>
      </dsp:txXfrm>
    </dsp:sp>
    <dsp:sp modelId="{D57CBA4B-9CDC-40CD-BA5A-B165E3CC22E8}">
      <dsp:nvSpPr>
        <dsp:cNvPr id="0" name=""/>
        <dsp:cNvSpPr/>
      </dsp:nvSpPr>
      <dsp:spPr>
        <a:xfrm>
          <a:off x="260781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Responsabilité illimitée</a:t>
          </a:r>
          <a:endParaRPr lang="fr-CA" sz="1100" kern="1200" dirty="0"/>
        </a:p>
      </dsp:txBody>
      <dsp:txXfrm>
        <a:off x="273028" y="873377"/>
        <a:ext cx="2053766" cy="393633"/>
      </dsp:txXfrm>
    </dsp:sp>
    <dsp:sp modelId="{8BB9364A-0D04-4C27-ABBD-293956C8D1F2}">
      <dsp:nvSpPr>
        <dsp:cNvPr id="0" name=""/>
        <dsp:cNvSpPr/>
      </dsp:nvSpPr>
      <dsp:spPr>
        <a:xfrm>
          <a:off x="260781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5666"/>
            <a:satOff val="-3097"/>
            <a:lumOff val="3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Durée de vie limitée</a:t>
          </a:r>
          <a:endParaRPr lang="fr-CA" sz="1100" kern="1200" dirty="0"/>
        </a:p>
      </dsp:txBody>
      <dsp:txXfrm>
        <a:off x="273028" y="1355831"/>
        <a:ext cx="2053766" cy="393633"/>
      </dsp:txXfrm>
    </dsp:sp>
    <dsp:sp modelId="{BD0FEDE4-9022-4A9A-B9F8-E9E1F3249DD4}">
      <dsp:nvSpPr>
        <dsp:cNvPr id="0" name=""/>
        <dsp:cNvSpPr/>
      </dsp:nvSpPr>
      <dsp:spPr>
        <a:xfrm>
          <a:off x="260781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11333"/>
            <a:satOff val="-6194"/>
            <a:lumOff val="64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Difficulté de transfert des droits de propriétés</a:t>
          </a:r>
          <a:endParaRPr lang="fr-CA" sz="1100" kern="1200" dirty="0"/>
        </a:p>
      </dsp:txBody>
      <dsp:txXfrm>
        <a:off x="273028" y="1838285"/>
        <a:ext cx="2053766" cy="393633"/>
      </dsp:txXfrm>
    </dsp:sp>
    <dsp:sp modelId="{664B6295-AD58-4EF5-AFEE-0FEB338217DD}">
      <dsp:nvSpPr>
        <dsp:cNvPr id="0" name=""/>
        <dsp:cNvSpPr/>
      </dsp:nvSpPr>
      <dsp:spPr>
        <a:xfrm>
          <a:off x="260781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166999"/>
            <a:satOff val="-9290"/>
            <a:lumOff val="96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Difficulté de levé des capitaux</a:t>
          </a:r>
          <a:endParaRPr lang="fr-CA" sz="1100" kern="1200" dirty="0"/>
        </a:p>
      </dsp:txBody>
      <dsp:txXfrm>
        <a:off x="273028" y="2320739"/>
        <a:ext cx="2053766" cy="393633"/>
      </dsp:txXfrm>
    </dsp:sp>
    <dsp:sp modelId="{2A258987-3D35-4A3D-BD91-EB4E0056BE68}">
      <dsp:nvSpPr>
        <dsp:cNvPr id="0" name=""/>
        <dsp:cNvSpPr/>
      </dsp:nvSpPr>
      <dsp:spPr>
        <a:xfrm>
          <a:off x="2793662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Société de personne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2793662" y="0"/>
        <a:ext cx="2597825" cy="861060"/>
      </dsp:txXfrm>
    </dsp:sp>
    <dsp:sp modelId="{D47B74AA-0E56-46B7-8BC7-A2EBE7A9FCAB}">
      <dsp:nvSpPr>
        <dsp:cNvPr id="0" name=""/>
        <dsp:cNvSpPr/>
      </dsp:nvSpPr>
      <dsp:spPr>
        <a:xfrm>
          <a:off x="3053444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22665"/>
            <a:satOff val="-12387"/>
            <a:lumOff val="12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smtClean="0"/>
            <a:t>Responsabilité illimitée</a:t>
          </a:r>
          <a:endParaRPr lang="fr-CA" sz="1100" kern="1200" dirty="0"/>
        </a:p>
      </dsp:txBody>
      <dsp:txXfrm>
        <a:off x="3065691" y="873377"/>
        <a:ext cx="2053766" cy="393633"/>
      </dsp:txXfrm>
    </dsp:sp>
    <dsp:sp modelId="{62557BC3-AEB4-4C24-A558-9E0D1333E4E7}">
      <dsp:nvSpPr>
        <dsp:cNvPr id="0" name=""/>
        <dsp:cNvSpPr/>
      </dsp:nvSpPr>
      <dsp:spPr>
        <a:xfrm>
          <a:off x="3053444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278332"/>
            <a:satOff val="-15484"/>
            <a:lumOff val="1605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Durée de vie limitée</a:t>
          </a:r>
          <a:endParaRPr lang="fr-CA" sz="1100" kern="1200" dirty="0"/>
        </a:p>
      </dsp:txBody>
      <dsp:txXfrm>
        <a:off x="3065691" y="1355831"/>
        <a:ext cx="2053766" cy="393633"/>
      </dsp:txXfrm>
    </dsp:sp>
    <dsp:sp modelId="{50C8098B-D25C-4501-9289-6BEF019B492E}">
      <dsp:nvSpPr>
        <dsp:cNvPr id="0" name=""/>
        <dsp:cNvSpPr/>
      </dsp:nvSpPr>
      <dsp:spPr>
        <a:xfrm>
          <a:off x="3053444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33998"/>
            <a:satOff val="-18581"/>
            <a:lumOff val="192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Difficulté de transfert des droits de propriétés</a:t>
          </a:r>
          <a:endParaRPr lang="fr-CA" sz="1100" kern="1200" dirty="0"/>
        </a:p>
      </dsp:txBody>
      <dsp:txXfrm>
        <a:off x="3065691" y="1838285"/>
        <a:ext cx="2053766" cy="393633"/>
      </dsp:txXfrm>
    </dsp:sp>
    <dsp:sp modelId="{DEE88736-AA88-4AD9-931D-69212AC6A710}">
      <dsp:nvSpPr>
        <dsp:cNvPr id="0" name=""/>
        <dsp:cNvSpPr/>
      </dsp:nvSpPr>
      <dsp:spPr>
        <a:xfrm>
          <a:off x="3053444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389664"/>
            <a:satOff val="-21678"/>
            <a:lumOff val="224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Changement de partenariat complexe</a:t>
          </a:r>
          <a:endParaRPr lang="fr-CA" sz="1100" kern="1200" dirty="0"/>
        </a:p>
      </dsp:txBody>
      <dsp:txXfrm>
        <a:off x="3065691" y="2320739"/>
        <a:ext cx="2053766" cy="393633"/>
      </dsp:txXfrm>
    </dsp:sp>
    <dsp:sp modelId="{53B502E0-99DB-45AE-9B70-2E1FA7F6F608}">
      <dsp:nvSpPr>
        <dsp:cNvPr id="0" name=""/>
        <dsp:cNvSpPr/>
      </dsp:nvSpPr>
      <dsp:spPr>
        <a:xfrm>
          <a:off x="5586324" y="0"/>
          <a:ext cx="2597825" cy="28702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2500" kern="1200" dirty="0" smtClean="0">
              <a:solidFill>
                <a:schemeClr val="accent2"/>
              </a:solidFill>
            </a:rPr>
            <a:t>Société par actions</a:t>
          </a:r>
          <a:endParaRPr lang="fr-CA" sz="2500" kern="1200" dirty="0">
            <a:solidFill>
              <a:schemeClr val="accent2"/>
            </a:solidFill>
          </a:endParaRPr>
        </a:p>
      </dsp:txBody>
      <dsp:txXfrm>
        <a:off x="5586324" y="0"/>
        <a:ext cx="2597825" cy="861060"/>
      </dsp:txXfrm>
    </dsp:sp>
    <dsp:sp modelId="{2D1A583E-4E9B-4DD0-8A86-3723290A2C04}">
      <dsp:nvSpPr>
        <dsp:cNvPr id="0" name=""/>
        <dsp:cNvSpPr/>
      </dsp:nvSpPr>
      <dsp:spPr>
        <a:xfrm>
          <a:off x="5846107" y="861130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445330"/>
            <a:satOff val="-24775"/>
            <a:lumOff val="256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Légèrement plus complexe &amp; coûteux à démarrer</a:t>
          </a:r>
          <a:endParaRPr lang="fr-CA" sz="1100" kern="1200" dirty="0"/>
        </a:p>
      </dsp:txBody>
      <dsp:txXfrm>
        <a:off x="5858354" y="873377"/>
        <a:ext cx="2053766" cy="393633"/>
      </dsp:txXfrm>
    </dsp:sp>
    <dsp:sp modelId="{B9609872-CBD8-4FCD-A3DF-A4F28F57F5E3}">
      <dsp:nvSpPr>
        <dsp:cNvPr id="0" name=""/>
        <dsp:cNvSpPr/>
      </dsp:nvSpPr>
      <dsp:spPr>
        <a:xfrm>
          <a:off x="5846107" y="1343584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00997"/>
            <a:satOff val="-27871"/>
            <a:lumOff val="2889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Davantage règlementé</a:t>
          </a:r>
          <a:endParaRPr lang="fr-CA" sz="1100" kern="1200" dirty="0"/>
        </a:p>
      </dsp:txBody>
      <dsp:txXfrm>
        <a:off x="5858354" y="1355831"/>
        <a:ext cx="2053766" cy="393633"/>
      </dsp:txXfrm>
    </dsp:sp>
    <dsp:sp modelId="{1D074A88-F1B0-416B-B586-6D1BE52EC6CB}">
      <dsp:nvSpPr>
        <dsp:cNvPr id="0" name=""/>
        <dsp:cNvSpPr/>
      </dsp:nvSpPr>
      <dsp:spPr>
        <a:xfrm>
          <a:off x="5846107" y="1826038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556663"/>
            <a:satOff val="-30968"/>
            <a:lumOff val="321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Situation de double imposition ( société &amp; actionnaire)</a:t>
          </a:r>
          <a:endParaRPr lang="fr-CA" sz="1100" kern="1200" dirty="0"/>
        </a:p>
      </dsp:txBody>
      <dsp:txXfrm>
        <a:off x="5858354" y="1838285"/>
        <a:ext cx="2053766" cy="393633"/>
      </dsp:txXfrm>
    </dsp:sp>
    <dsp:sp modelId="{067F3A17-73D3-451D-AB16-7C81A04C8378}">
      <dsp:nvSpPr>
        <dsp:cNvPr id="0" name=""/>
        <dsp:cNvSpPr/>
      </dsp:nvSpPr>
      <dsp:spPr>
        <a:xfrm>
          <a:off x="5846107" y="2308492"/>
          <a:ext cx="2078260" cy="418127"/>
        </a:xfrm>
        <a:prstGeom prst="roundRect">
          <a:avLst>
            <a:gd name="adj" fmla="val 10000"/>
          </a:avLst>
        </a:prstGeom>
        <a:solidFill>
          <a:schemeClr val="accent1">
            <a:shade val="80000"/>
            <a:hueOff val="612329"/>
            <a:satOff val="-34065"/>
            <a:lumOff val="353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CA" sz="1100" kern="1200" dirty="0" smtClean="0"/>
            <a:t>Possibilité de coût d’agence</a:t>
          </a:r>
          <a:endParaRPr lang="fr-CA" sz="1100" kern="1200" dirty="0"/>
        </a:p>
      </dsp:txBody>
      <dsp:txXfrm>
        <a:off x="5858354" y="2320739"/>
        <a:ext cx="2053766" cy="3936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D511E-1C2E-4BAA-8E92-B2A2FC8DF910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A1A2B-237C-4F2F-BD47-5AEC66889746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0502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53" y="1286467"/>
            <a:ext cx="8187094" cy="342190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78800" y="1286280"/>
            <a:ext cx="5274000" cy="13122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78800" y="2666391"/>
            <a:ext cx="5266800" cy="362102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200800" y="4847040"/>
            <a:ext cx="464400" cy="123120"/>
          </a:xfrm>
        </p:spPr>
        <p:txBody>
          <a:bodyPr vert="horz" lIns="91440" tIns="45720" rIns="91440" bIns="45720" rtlCol="0" anchor="ctr"/>
          <a:lstStyle>
            <a:lvl1pPr marL="0" algn="r" defTabSz="82296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19" y="210656"/>
            <a:ext cx="5282773" cy="734151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478452" y="4525465"/>
            <a:ext cx="5266944" cy="180050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7658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78800" y="431717"/>
            <a:ext cx="8186400" cy="740664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8800" y="1419918"/>
            <a:ext cx="8186400" cy="2869190"/>
          </a:xfrm>
        </p:spPr>
        <p:txBody>
          <a:bodyPr/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346075" y="4289108"/>
            <a:ext cx="914400" cy="82296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20" indent="-13932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 smtClean="0"/>
          </a:p>
        </p:txBody>
      </p:sp>
    </p:spTree>
    <p:extLst>
      <p:ext uri="{BB962C8B-B14F-4D97-AF65-F5344CB8AC3E}">
        <p14:creationId xmlns:p14="http://schemas.microsoft.com/office/powerpoint/2010/main" val="10096396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2065" y="3107825"/>
            <a:ext cx="6603135" cy="13002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5840963" y="1264049"/>
            <a:ext cx="2824582" cy="177586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1286279"/>
            <a:ext cx="5274000" cy="13122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6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2666391"/>
            <a:ext cx="5266800" cy="362102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6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8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489600" y="3107094"/>
            <a:ext cx="1497820" cy="1300277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93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41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65961"/>
            <a:ext cx="4038600" cy="2923147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381656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0831"/>
            <a:ext cx="8186400" cy="73844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360170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39992"/>
            <a:ext cx="4040188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7" y="1360170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7" y="1839992"/>
            <a:ext cx="4041775" cy="2449116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1613071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32912"/>
            <a:ext cx="8186400" cy="73779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114844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200598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29474"/>
            <a:ext cx="8186400" cy="739807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60400" y="1353960"/>
            <a:ext cx="5097600" cy="293514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53960"/>
            <a:ext cx="2988000" cy="2935148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05968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8800" y="440754"/>
            <a:ext cx="8186400" cy="740655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 smtClean="0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78800" y="1858569"/>
            <a:ext cx="8179200" cy="2430538"/>
          </a:xfrm>
        </p:spPr>
        <p:txBody>
          <a:bodyPr/>
          <a:lstStyle>
            <a:lvl1pPr marL="0" indent="0">
              <a:buNone/>
              <a:defRPr sz="1503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fr-FR" smtClean="0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78800" y="1366089"/>
            <a:ext cx="8179200" cy="4698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5244741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200151"/>
            <a:ext cx="4038600" cy="16394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2953943"/>
            <a:ext cx="4038600" cy="16406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5463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873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8800" y="436673"/>
            <a:ext cx="8186400" cy="74473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 smtClean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8800" y="1366089"/>
            <a:ext cx="8186400" cy="2923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89600" y="4846496"/>
            <a:ext cx="2133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pPr/>
              <a:t>27/04/2016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846496"/>
            <a:ext cx="28956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200800" y="4846496"/>
            <a:ext cx="464400" cy="1231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pPr/>
              <a:t>‹N°›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54" y="4528945"/>
            <a:ext cx="1540097" cy="19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21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82296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2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4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60" indent="-139320" algn="l" defTabSz="82296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smtClean="0"/>
              <a:t>Chapitre 1: introduction à la finance</a:t>
            </a:r>
            <a:endParaRPr lang="fr-CA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endParaRPr lang="fr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Plan de la présentation</a:t>
            </a:r>
            <a:endParaRPr lang="fr-CA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269875" indent="-269875"/>
            <a:r>
              <a:rPr lang="fr-CA" sz="2400" dirty="0"/>
              <a:t>Vue globale de la finance</a:t>
            </a:r>
          </a:p>
          <a:p>
            <a:pPr marL="269875" indent="-269875"/>
            <a:r>
              <a:rPr lang="fr-CA" sz="2400" dirty="0"/>
              <a:t>La gestion financière: les décisions</a:t>
            </a:r>
          </a:p>
          <a:p>
            <a:pPr marL="269875" indent="-269875"/>
            <a:r>
              <a:rPr lang="fr-CA" sz="2400" dirty="0"/>
              <a:t>L’objectif de la gestion financière</a:t>
            </a:r>
          </a:p>
          <a:p>
            <a:pPr marL="269875" indent="-269875"/>
            <a:r>
              <a:rPr lang="fr-CA" sz="2400" dirty="0"/>
              <a:t>Les problèmes d’agence</a:t>
            </a:r>
          </a:p>
          <a:p>
            <a:pPr marL="269875" indent="-269875"/>
            <a:r>
              <a:rPr lang="fr-CA" sz="2400" dirty="0" smtClean="0"/>
              <a:t>Les marchés des capitaux</a:t>
            </a:r>
          </a:p>
          <a:p>
            <a:pPr marL="269875" indent="-269875"/>
            <a:r>
              <a:rPr lang="fr-CA" sz="2400" dirty="0" smtClean="0"/>
              <a:t>Les </a:t>
            </a:r>
            <a:r>
              <a:rPr lang="fr-CA" sz="2400" dirty="0" smtClean="0"/>
              <a:t>formes d’organisation d’une entreprise</a:t>
            </a:r>
            <a:endParaRPr lang="fr-CA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 smtClean="0"/>
              <a:t>Finance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fr-CA" sz="1600" u="sng" dirty="0"/>
              <a:t>La finance d’</a:t>
            </a:r>
            <a:r>
              <a:rPr lang="fr-CA" sz="1600" u="sng" dirty="0">
                <a:solidFill>
                  <a:schemeClr val="accent1"/>
                </a:solidFill>
              </a:rPr>
              <a:t>entreprise </a:t>
            </a:r>
            <a:r>
              <a:rPr lang="fr-CA" sz="1600" dirty="0">
                <a:solidFill>
                  <a:schemeClr val="accent1"/>
                </a:solidFill>
              </a:rPr>
              <a:t> </a:t>
            </a:r>
            <a:r>
              <a:rPr lang="fr-CA" sz="1600" dirty="0"/>
              <a:t>   </a:t>
            </a:r>
            <a:r>
              <a:rPr lang="fr-CA" sz="1600" dirty="0" smtClean="0"/>
              <a:t/>
            </a:r>
            <a:br>
              <a:rPr lang="fr-CA" sz="1600" dirty="0" smtClean="0"/>
            </a:br>
            <a:r>
              <a:rPr lang="fr-CA" sz="1600" dirty="0" smtClean="0"/>
              <a:t>(</a:t>
            </a:r>
            <a:r>
              <a:rPr lang="fr-CA" sz="1600" dirty="0"/>
              <a:t>ou gestion financière</a:t>
            </a:r>
            <a:r>
              <a:rPr lang="fr-CA" sz="1600" dirty="0" smtClean="0"/>
              <a:t>)</a:t>
            </a:r>
            <a:endParaRPr lang="fr-CA" sz="16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fr-CA" sz="1600" u="sng" dirty="0"/>
              <a:t>La finance de </a:t>
            </a:r>
            <a:r>
              <a:rPr lang="fr-CA" sz="1600" u="sng" dirty="0">
                <a:solidFill>
                  <a:schemeClr val="accent1"/>
                </a:solidFill>
              </a:rPr>
              <a:t>marché</a:t>
            </a:r>
            <a:endParaRPr lang="fr-CA" sz="1600" dirty="0">
              <a:solidFill>
                <a:schemeClr val="accent1"/>
              </a:solidFill>
            </a:endParaRPr>
          </a:p>
          <a:p>
            <a:endParaRPr lang="fr-CA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4617214" y="1995686"/>
            <a:ext cx="4041775" cy="2449116"/>
          </a:xfrm>
        </p:spPr>
        <p:txBody>
          <a:bodyPr/>
          <a:lstStyle/>
          <a:p>
            <a:pPr marL="0" lvl="0" indent="0">
              <a:buNone/>
            </a:pPr>
            <a:r>
              <a:rPr lang="fr-CA" sz="1800" dirty="0"/>
              <a:t>Porte sur les marchés des capitaux, donc </a:t>
            </a:r>
            <a:r>
              <a:rPr lang="fr-CA" sz="1800" dirty="0" smtClean="0"/>
              <a:t>la gestion </a:t>
            </a:r>
            <a:r>
              <a:rPr lang="fr-CA" sz="1800" dirty="0"/>
              <a:t>et la prise de décision dans le secteur du placement, de la gestion de portefeuille et de la gestion des risques dans les institutions </a:t>
            </a:r>
            <a:r>
              <a:rPr lang="fr-CA" sz="1800" dirty="0" smtClean="0"/>
              <a:t>financières.</a:t>
            </a:r>
            <a:endParaRPr lang="fr-CA" sz="1800" dirty="0"/>
          </a:p>
          <a:p>
            <a:endParaRPr lang="fr-CA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half" idx="2"/>
            <p:custDataLst>
              <p:tags r:id="rId5"/>
            </p:custDataLst>
          </p:nvPr>
        </p:nvSpPr>
        <p:spPr>
          <a:xfrm>
            <a:off x="457200" y="2030882"/>
            <a:ext cx="4040188" cy="2449116"/>
          </a:xfrm>
        </p:spPr>
        <p:txBody>
          <a:bodyPr/>
          <a:lstStyle/>
          <a:p>
            <a:pPr marL="0" lvl="0" indent="0">
              <a:buNone/>
            </a:pPr>
            <a:r>
              <a:rPr lang="fr-CA" sz="1800" dirty="0"/>
              <a:t>Porte sur la gestion et la prise de décisions en </a:t>
            </a:r>
            <a:r>
              <a:rPr lang="fr-CA" sz="1800" dirty="0" smtClean="0"/>
              <a:t>entreprise.</a:t>
            </a:r>
          </a:p>
          <a:p>
            <a:pPr marL="0" lvl="0" indent="0">
              <a:buNone/>
            </a:pPr>
            <a:endParaRPr lang="fr-CA" sz="1800" dirty="0"/>
          </a:p>
          <a:p>
            <a:pPr marL="0" lvl="0" indent="0">
              <a:buNone/>
            </a:pPr>
            <a:r>
              <a:rPr lang="fr-CA" sz="1800" dirty="0" smtClean="0"/>
              <a:t>Le </a:t>
            </a:r>
            <a:r>
              <a:rPr lang="fr-CA" sz="1800" dirty="0"/>
              <a:t>présent cours est principalement axé sur cette branche de la </a:t>
            </a:r>
            <a:r>
              <a:rPr lang="fr-CA" sz="1800" dirty="0" smtClean="0"/>
              <a:t>finance.</a:t>
            </a:r>
            <a:endParaRPr lang="fr-CA" sz="1800" u="sng" dirty="0"/>
          </a:p>
          <a:p>
            <a:endParaRPr lang="fr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sz="2300" dirty="0"/>
              <a:t>La gestion financière: les </a:t>
            </a:r>
            <a:r>
              <a:rPr lang="fr-CA" sz="2300" dirty="0" smtClean="0"/>
              <a:t>3 </a:t>
            </a:r>
            <a:r>
              <a:rPr lang="fr-CA" sz="2300" dirty="0" smtClean="0"/>
              <a:t>décisions</a:t>
            </a:r>
            <a:endParaRPr lang="fr-CA" sz="2300" dirty="0"/>
          </a:p>
        </p:txBody>
      </p:sp>
      <p:graphicFrame>
        <p:nvGraphicFramePr>
          <p:cNvPr id="5" name="Diagramme 4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05238450"/>
              </p:ext>
            </p:extLst>
          </p:nvPr>
        </p:nvGraphicFramePr>
        <p:xfrm>
          <a:off x="472686" y="1347615"/>
          <a:ext cx="8192514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2400" dirty="0"/>
              <a:t>La gestion financière: les 3 décisions</a:t>
            </a:r>
            <a:endParaRPr lang="fr-CA" dirty="0"/>
          </a:p>
        </p:txBody>
      </p:sp>
      <p:sp>
        <p:nvSpPr>
          <p:cNvPr id="4" name="Rectangle 3"/>
          <p:cNvSpPr/>
          <p:nvPr/>
        </p:nvSpPr>
        <p:spPr>
          <a:xfrm>
            <a:off x="1115616" y="1666451"/>
            <a:ext cx="2376264" cy="27363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Rectangle 4"/>
          <p:cNvSpPr/>
          <p:nvPr/>
        </p:nvSpPr>
        <p:spPr>
          <a:xfrm>
            <a:off x="5148064" y="1666451"/>
            <a:ext cx="2376264" cy="27363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835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Les problèmes d’agence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275606"/>
            <a:ext cx="8186400" cy="3672408"/>
          </a:xfrm>
        </p:spPr>
        <p:txBody>
          <a:bodyPr>
            <a:noAutofit/>
          </a:bodyPr>
          <a:lstStyle/>
          <a:p>
            <a:pPr marL="269875" indent="-269875">
              <a:lnSpc>
                <a:spcPct val="80000"/>
              </a:lnSpc>
            </a:pPr>
            <a:r>
              <a:rPr lang="fr-CA" sz="2000" b="1" u="sng" dirty="0" smtClean="0">
                <a:solidFill>
                  <a:schemeClr val="accent2"/>
                </a:solidFill>
              </a:rPr>
              <a:t>Les actionnaires</a:t>
            </a:r>
            <a:r>
              <a:rPr lang="fr-CA" sz="2000" b="1" dirty="0" smtClean="0">
                <a:solidFill>
                  <a:schemeClr val="accent2"/>
                </a:solidFill>
              </a:rPr>
              <a:t> </a:t>
            </a:r>
            <a:r>
              <a:rPr lang="fr-CA" sz="2000" dirty="0" smtClean="0"/>
              <a:t>: élisent le </a:t>
            </a:r>
            <a:r>
              <a:rPr lang="fr-CA" sz="2000" b="1" i="1" dirty="0" smtClean="0">
                <a:solidFill>
                  <a:schemeClr val="tx2"/>
                </a:solidFill>
              </a:rPr>
              <a:t>conseil d’administration (</a:t>
            </a:r>
            <a:r>
              <a:rPr lang="fr-CA" sz="2000" b="1" i="1" dirty="0" err="1" smtClean="0">
                <a:solidFill>
                  <a:schemeClr val="tx2"/>
                </a:solidFill>
              </a:rPr>
              <a:t>board</a:t>
            </a:r>
            <a:r>
              <a:rPr lang="fr-CA" sz="2000" b="1" i="1" dirty="0" smtClean="0">
                <a:solidFill>
                  <a:schemeClr val="tx2"/>
                </a:solidFill>
              </a:rPr>
              <a:t>).</a:t>
            </a:r>
          </a:p>
          <a:p>
            <a:pPr>
              <a:lnSpc>
                <a:spcPct val="80000"/>
              </a:lnSpc>
            </a:pPr>
            <a:endParaRPr lang="fr-CA" sz="2000" dirty="0" smtClean="0"/>
          </a:p>
          <a:p>
            <a:pPr marL="269875" indent="-269875">
              <a:lnSpc>
                <a:spcPct val="80000"/>
              </a:lnSpc>
            </a:pPr>
            <a:r>
              <a:rPr lang="fr-CA" sz="2000" b="1" u="sng" dirty="0">
                <a:solidFill>
                  <a:schemeClr val="accent2"/>
                </a:solidFill>
              </a:rPr>
              <a:t>Le conseil </a:t>
            </a:r>
            <a:r>
              <a:rPr lang="fr-CA" sz="2000" b="1" u="sng" dirty="0" smtClean="0">
                <a:solidFill>
                  <a:schemeClr val="accent2"/>
                </a:solidFill>
              </a:rPr>
              <a:t>d’administration</a:t>
            </a:r>
            <a:r>
              <a:rPr lang="fr-CA" sz="2000" b="1" dirty="0" smtClean="0">
                <a:solidFill>
                  <a:schemeClr val="accent2"/>
                </a:solidFill>
              </a:rPr>
              <a:t> </a:t>
            </a:r>
            <a:r>
              <a:rPr lang="fr-CA" sz="2000" dirty="0" smtClean="0"/>
              <a:t>: il </a:t>
            </a:r>
            <a:r>
              <a:rPr lang="fr-CA" sz="2000" b="1" i="1" dirty="0" smtClean="0">
                <a:solidFill>
                  <a:schemeClr val="tx2"/>
                </a:solidFill>
              </a:rPr>
              <a:t>délègue</a:t>
            </a:r>
            <a:r>
              <a:rPr lang="fr-CA" sz="2000" dirty="0" smtClean="0"/>
              <a:t> la gestion </a:t>
            </a:r>
            <a:r>
              <a:rPr lang="fr-CA" sz="2000" dirty="0"/>
              <a:t>à des gestionnaires par </a:t>
            </a:r>
            <a:r>
              <a:rPr lang="fr-CA" sz="2000" dirty="0" smtClean="0"/>
              <a:t>l’établissement du </a:t>
            </a:r>
            <a:r>
              <a:rPr lang="fr-CA" sz="2000" dirty="0"/>
              <a:t>conseil exécutif.</a:t>
            </a:r>
          </a:p>
          <a:p>
            <a:pPr>
              <a:lnSpc>
                <a:spcPct val="80000"/>
              </a:lnSpc>
            </a:pPr>
            <a:endParaRPr lang="fr-CA" sz="2000" dirty="0" smtClean="0"/>
          </a:p>
          <a:p>
            <a:pPr marL="269875" indent="-269875">
              <a:lnSpc>
                <a:spcPct val="80000"/>
              </a:lnSpc>
            </a:pPr>
            <a:r>
              <a:rPr lang="fr-CA" sz="2000" b="1" u="sng" dirty="0">
                <a:solidFill>
                  <a:schemeClr val="accent2"/>
                </a:solidFill>
              </a:rPr>
              <a:t>Intérêt des actionnaires</a:t>
            </a:r>
            <a:r>
              <a:rPr lang="fr-CA" sz="2000" b="1" dirty="0">
                <a:solidFill>
                  <a:schemeClr val="accent2"/>
                </a:solidFill>
              </a:rPr>
              <a:t> </a:t>
            </a:r>
            <a:r>
              <a:rPr lang="fr-CA" sz="2000" dirty="0" smtClean="0"/>
              <a:t>≠ intérêt des gestionnaires </a:t>
            </a:r>
          </a:p>
          <a:p>
            <a:pPr marL="538163" lvl="1" indent="-176213">
              <a:lnSpc>
                <a:spcPct val="80000"/>
              </a:lnSpc>
            </a:pPr>
            <a:r>
              <a:rPr lang="fr-CA" sz="1800" dirty="0" smtClean="0"/>
              <a:t>Il </a:t>
            </a:r>
            <a:r>
              <a:rPr lang="fr-CA" sz="1800" dirty="0"/>
              <a:t>est donc possible que les intérêts personnels du gestionnaire </a:t>
            </a:r>
            <a:r>
              <a:rPr lang="fr-CA" sz="1800" b="1" i="1" dirty="0" smtClean="0">
                <a:solidFill>
                  <a:schemeClr val="tx2"/>
                </a:solidFill>
              </a:rPr>
              <a:t>passent avant</a:t>
            </a:r>
            <a:r>
              <a:rPr lang="fr-CA" sz="1800" i="1" dirty="0" smtClean="0">
                <a:solidFill>
                  <a:schemeClr val="tx2"/>
                </a:solidFill>
              </a:rPr>
              <a:t> </a:t>
            </a:r>
            <a:r>
              <a:rPr lang="fr-CA" sz="1800" dirty="0"/>
              <a:t>les intérêts de l’actionnaire (la maximisation de sa </a:t>
            </a:r>
            <a:r>
              <a:rPr lang="fr-CA" sz="1800" dirty="0" smtClean="0"/>
              <a:t>richesse).</a:t>
            </a:r>
            <a:endParaRPr lang="fr-CA" sz="1800" dirty="0"/>
          </a:p>
          <a:p>
            <a:pPr>
              <a:lnSpc>
                <a:spcPct val="80000"/>
              </a:lnSpc>
            </a:pPr>
            <a:endParaRPr lang="fr-CA" sz="2000" dirty="0" smtClean="0"/>
          </a:p>
          <a:p>
            <a:pPr marL="269875" indent="-269875">
              <a:lnSpc>
                <a:spcPct val="80000"/>
              </a:lnSpc>
            </a:pPr>
            <a:r>
              <a:rPr lang="fr-CA" sz="2000" b="1" u="sng" dirty="0">
                <a:solidFill>
                  <a:schemeClr val="accent2"/>
                </a:solidFill>
              </a:rPr>
              <a:t>Ce désalignement</a:t>
            </a:r>
            <a:r>
              <a:rPr lang="fr-CA" sz="2000" b="1" dirty="0">
                <a:solidFill>
                  <a:schemeClr val="accent2"/>
                </a:solidFill>
              </a:rPr>
              <a:t> </a:t>
            </a:r>
            <a:r>
              <a:rPr lang="fr-CA" sz="2000" dirty="0"/>
              <a:t>des intérêts entre </a:t>
            </a:r>
            <a:r>
              <a:rPr lang="fr-CA" sz="2000" dirty="0" smtClean="0"/>
              <a:t>actionnaires-gestionnaires </a:t>
            </a:r>
            <a:r>
              <a:rPr lang="fr-CA" sz="2000" dirty="0"/>
              <a:t>s’appelle </a:t>
            </a:r>
            <a:r>
              <a:rPr lang="fr-CA" sz="2000" b="1" i="1" dirty="0">
                <a:solidFill>
                  <a:schemeClr val="tx2"/>
                </a:solidFill>
              </a:rPr>
              <a:t>problème d’agence</a:t>
            </a:r>
            <a:r>
              <a:rPr lang="fr-CA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Les problèmes d’agence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78800" y="1419918"/>
            <a:ext cx="8186400" cy="3240064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800" dirty="0"/>
              <a:t>Ces problèmes d’agence peuvent être coûteux pour l’actionnaire. </a:t>
            </a:r>
            <a:r>
              <a:rPr lang="fr-CA" sz="1800" dirty="0" smtClean="0"/>
              <a:t/>
            </a:r>
            <a:br>
              <a:rPr lang="fr-CA" sz="1800" dirty="0" smtClean="0"/>
            </a:br>
            <a:r>
              <a:rPr lang="fr-CA" sz="1800" dirty="0" smtClean="0"/>
              <a:t>Exemples de </a:t>
            </a:r>
            <a:r>
              <a:rPr lang="fr-CA" sz="1800" b="1" i="1" dirty="0" smtClean="0">
                <a:solidFill>
                  <a:schemeClr val="tx2"/>
                </a:solidFill>
              </a:rPr>
              <a:t>coût d’agence</a:t>
            </a:r>
            <a:r>
              <a:rPr lang="fr-CA" sz="1800" b="1" dirty="0" smtClean="0"/>
              <a:t> </a:t>
            </a:r>
            <a:r>
              <a:rPr lang="fr-CA" sz="1800" dirty="0" smtClean="0"/>
              <a:t>entre le CA et le conseil exécutif (de direction) :</a:t>
            </a:r>
            <a:endParaRPr lang="fr-CA" sz="1800" dirty="0"/>
          </a:p>
          <a:p>
            <a:pPr lvl="1">
              <a:lnSpc>
                <a:spcPct val="90000"/>
              </a:lnSpc>
            </a:pPr>
            <a:endParaRPr lang="fr-CA" sz="1800" dirty="0" smtClean="0"/>
          </a:p>
          <a:p>
            <a:pPr marL="538163" lvl="1" indent="-268288">
              <a:lnSpc>
                <a:spcPct val="90000"/>
              </a:lnSpc>
            </a:pPr>
            <a:r>
              <a:rPr lang="fr-CA" sz="1800" dirty="0" smtClean="0"/>
              <a:t>Compte </a:t>
            </a:r>
            <a:r>
              <a:rPr lang="fr-CA" sz="1800" dirty="0"/>
              <a:t>de dépenses discrétionnaires utilisé au </a:t>
            </a:r>
            <a:r>
              <a:rPr lang="fr-CA" sz="1800" b="1" dirty="0">
                <a:solidFill>
                  <a:schemeClr val="tx2"/>
                </a:solidFill>
              </a:rPr>
              <a:t>profit personnel</a:t>
            </a:r>
            <a:r>
              <a:rPr lang="fr-CA" sz="1800" b="1" dirty="0"/>
              <a:t> </a:t>
            </a:r>
            <a:r>
              <a:rPr lang="fr-CA" sz="1800" dirty="0"/>
              <a:t>du gestionnaire.</a:t>
            </a:r>
          </a:p>
          <a:p>
            <a:pPr marL="538163" lvl="1" indent="-268288">
              <a:lnSpc>
                <a:spcPct val="90000"/>
              </a:lnSpc>
            </a:pPr>
            <a:r>
              <a:rPr lang="fr-CA" sz="1800" dirty="0"/>
              <a:t>Actifs appartenant à l’entreprise utilisés pour le </a:t>
            </a:r>
            <a:r>
              <a:rPr lang="fr-CA" sz="1800" b="1" dirty="0">
                <a:solidFill>
                  <a:schemeClr val="tx2"/>
                </a:solidFill>
              </a:rPr>
              <a:t>bien-être</a:t>
            </a:r>
            <a:r>
              <a:rPr lang="fr-CA" sz="1800" dirty="0"/>
              <a:t> du gestionnaire (limousine, jet privé, etc.)</a:t>
            </a:r>
          </a:p>
          <a:p>
            <a:pPr marL="538163" lvl="1" indent="-268288">
              <a:lnSpc>
                <a:spcPct val="90000"/>
              </a:lnSpc>
            </a:pPr>
            <a:r>
              <a:rPr lang="fr-CA" sz="1800" dirty="0"/>
              <a:t>Acquisitions </a:t>
            </a:r>
            <a:r>
              <a:rPr lang="fr-CA" sz="1800" dirty="0" smtClean="0"/>
              <a:t>injustifiées </a:t>
            </a:r>
            <a:r>
              <a:rPr lang="fr-CA" sz="1800" dirty="0"/>
              <a:t>d’entreprises afin d’augmenter le </a:t>
            </a:r>
            <a:r>
              <a:rPr lang="fr-CA" sz="1800" b="1" dirty="0">
                <a:solidFill>
                  <a:schemeClr val="tx2"/>
                </a:solidFill>
              </a:rPr>
              <a:t>prestige</a:t>
            </a:r>
            <a:r>
              <a:rPr lang="fr-CA" sz="1800" dirty="0"/>
              <a:t> du gestionnaire.</a:t>
            </a:r>
          </a:p>
          <a:p>
            <a:pPr marL="538163" lvl="1" indent="-268288">
              <a:lnSpc>
                <a:spcPct val="90000"/>
              </a:lnSpc>
            </a:pPr>
            <a:r>
              <a:rPr lang="fr-CA" sz="1800" dirty="0"/>
              <a:t>Refus de certains projets à valeur ajoutée afin de ne pas augmenter le risque de la firme.</a:t>
            </a:r>
          </a:p>
          <a:p>
            <a:pPr marL="538163" lvl="1" indent="-268288">
              <a:lnSpc>
                <a:spcPct val="90000"/>
              </a:lnSpc>
            </a:pPr>
            <a:r>
              <a:rPr lang="fr-CA" sz="1800" b="1" dirty="0">
                <a:solidFill>
                  <a:schemeClr val="tx2"/>
                </a:solidFill>
              </a:rPr>
              <a:t>Dépenses de contrôle </a:t>
            </a:r>
            <a:r>
              <a:rPr lang="fr-CA" sz="1800" dirty="0"/>
              <a:t>afin de surveiller les </a:t>
            </a:r>
            <a:r>
              <a:rPr lang="fr-CA" sz="1800" dirty="0" smtClean="0"/>
              <a:t>dirigeants (vérificateur interne)</a:t>
            </a:r>
            <a:endParaRPr lang="fr-CA" sz="1800" dirty="0"/>
          </a:p>
          <a:p>
            <a:pPr lvl="1">
              <a:lnSpc>
                <a:spcPct val="90000"/>
              </a:lnSpc>
            </a:pPr>
            <a:endParaRPr lang="fr-CA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fr-CA" dirty="0"/>
              <a:t>Les marchés des capitaux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fr-CA" sz="1600" dirty="0" smtClean="0"/>
              <a:t>L’émission de titres sur les </a:t>
            </a:r>
            <a:r>
              <a:rPr lang="fr-CA" sz="1600" dirty="0"/>
              <a:t>marchés des </a:t>
            </a:r>
            <a:r>
              <a:rPr lang="fr-CA" sz="1600" dirty="0" smtClean="0"/>
              <a:t>capitaux :</a:t>
            </a:r>
          </a:p>
          <a:p>
            <a:pPr>
              <a:lnSpc>
                <a:spcPct val="90000"/>
              </a:lnSpc>
            </a:pPr>
            <a:endParaRPr lang="fr-CA" sz="1600" dirty="0"/>
          </a:p>
          <a:p>
            <a:pPr marL="268920" lvl="1" indent="0">
              <a:lnSpc>
                <a:spcPct val="90000"/>
              </a:lnSpc>
              <a:buNone/>
            </a:pPr>
            <a:r>
              <a:rPr lang="fr-CA" sz="1600" u="sng" dirty="0"/>
              <a:t>Marché </a:t>
            </a:r>
            <a:r>
              <a:rPr lang="fr-CA" sz="1600" b="1" u="sng" dirty="0" smtClean="0">
                <a:solidFill>
                  <a:schemeClr val="tx2"/>
                </a:solidFill>
              </a:rPr>
              <a:t>primaire</a:t>
            </a:r>
            <a:r>
              <a:rPr lang="fr-CA" sz="1600" b="1" dirty="0" smtClean="0">
                <a:solidFill>
                  <a:schemeClr val="tx2"/>
                </a:solidFill>
              </a:rPr>
              <a:t> </a:t>
            </a:r>
            <a:r>
              <a:rPr lang="fr-CA" sz="1600" dirty="0" smtClean="0"/>
              <a:t>: porte </a:t>
            </a:r>
            <a:r>
              <a:rPr lang="fr-CA" sz="1600" dirty="0"/>
              <a:t>sur les nouvelles émissions </a:t>
            </a:r>
            <a:r>
              <a:rPr lang="fr-CA" sz="1600" dirty="0" smtClean="0"/>
              <a:t>de titres sur les marchés</a:t>
            </a:r>
          </a:p>
          <a:p>
            <a:pPr marL="538163" lvl="2" indent="0">
              <a:lnSpc>
                <a:spcPct val="90000"/>
              </a:lnSpc>
              <a:buNone/>
            </a:pPr>
            <a:endParaRPr lang="fr-CA" sz="1600" dirty="0" smtClean="0"/>
          </a:p>
          <a:p>
            <a:pPr marL="538163" lvl="2" indent="0">
              <a:lnSpc>
                <a:spcPct val="90000"/>
              </a:lnSpc>
              <a:buNone/>
            </a:pPr>
            <a:r>
              <a:rPr lang="fr-CA" sz="1600" dirty="0" smtClean="0"/>
              <a:t>L</a:t>
            </a:r>
            <a:r>
              <a:rPr lang="fr-CA" sz="1600" dirty="0" smtClean="0"/>
              <a:t>’$ </a:t>
            </a:r>
            <a:r>
              <a:rPr lang="fr-CA" sz="1600" dirty="0"/>
              <a:t>va à l’émetteur du </a:t>
            </a:r>
            <a:r>
              <a:rPr lang="fr-CA" sz="1600" dirty="0" smtClean="0"/>
              <a:t>titre</a:t>
            </a:r>
          </a:p>
          <a:p>
            <a:pPr lvl="1">
              <a:lnSpc>
                <a:spcPct val="90000"/>
              </a:lnSpc>
            </a:pPr>
            <a:endParaRPr lang="fr-CA" sz="1600" dirty="0"/>
          </a:p>
          <a:p>
            <a:pPr marL="268920" lvl="1" indent="0">
              <a:lnSpc>
                <a:spcPct val="90000"/>
              </a:lnSpc>
              <a:buNone/>
            </a:pPr>
            <a:r>
              <a:rPr lang="fr-CA" sz="1600" u="sng" dirty="0"/>
              <a:t>Marché</a:t>
            </a:r>
            <a:r>
              <a:rPr lang="fr-CA" sz="1600" b="1" u="sng" dirty="0">
                <a:solidFill>
                  <a:schemeClr val="tx2"/>
                </a:solidFill>
              </a:rPr>
              <a:t> </a:t>
            </a:r>
            <a:r>
              <a:rPr lang="fr-CA" sz="1600" b="1" u="sng" dirty="0" smtClean="0">
                <a:solidFill>
                  <a:schemeClr val="tx2"/>
                </a:solidFill>
              </a:rPr>
              <a:t>secondaire</a:t>
            </a:r>
            <a:r>
              <a:rPr lang="fr-CA" sz="1600" b="1" dirty="0" smtClean="0">
                <a:solidFill>
                  <a:schemeClr val="tx2"/>
                </a:solidFill>
              </a:rPr>
              <a:t> </a:t>
            </a:r>
            <a:r>
              <a:rPr lang="fr-CA" sz="1600" dirty="0" smtClean="0"/>
              <a:t>: </a:t>
            </a:r>
            <a:r>
              <a:rPr lang="fr-CA" sz="1600" dirty="0"/>
              <a:t>transmission de la propriété de titres de </a:t>
            </a:r>
            <a:r>
              <a:rPr lang="fr-CA" sz="1600" dirty="0" smtClean="0"/>
              <a:t>sociétés </a:t>
            </a:r>
            <a:r>
              <a:rPr lang="fr-CA" sz="1600" dirty="0"/>
              <a:t>entre investisseurs </a:t>
            </a:r>
            <a:endParaRPr lang="fr-CA" sz="1600" dirty="0" smtClean="0"/>
          </a:p>
          <a:p>
            <a:pPr marL="577850" lvl="2" indent="0">
              <a:lnSpc>
                <a:spcPct val="90000"/>
              </a:lnSpc>
              <a:buNone/>
            </a:pPr>
            <a:endParaRPr lang="fr-CA" sz="1600" dirty="0" smtClean="0"/>
          </a:p>
          <a:p>
            <a:pPr marL="577850" lvl="2" indent="0">
              <a:lnSpc>
                <a:spcPct val="90000"/>
              </a:lnSpc>
              <a:buNone/>
            </a:pPr>
            <a:r>
              <a:rPr lang="fr-CA" sz="1600" dirty="0" smtClean="0"/>
              <a:t>Les </a:t>
            </a:r>
            <a:r>
              <a:rPr lang="fr-CA" sz="1600" dirty="0"/>
              <a:t>investisseurs s’échangent les titres contre des </a:t>
            </a:r>
            <a:r>
              <a:rPr lang="fr-CA" sz="1600" dirty="0" smtClean="0"/>
              <a:t>$</a:t>
            </a:r>
            <a:endParaRPr lang="fr-CA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z="2400" dirty="0"/>
              <a:t>A</a:t>
            </a:r>
            <a:r>
              <a:rPr lang="fr-CA" sz="2400" dirty="0" smtClean="0"/>
              <a:t>vantages des différentes formes d’organisation</a:t>
            </a:r>
            <a:endParaRPr lang="fr-CA" sz="2400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847076"/>
              </p:ext>
            </p:ext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2514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r>
              <a:rPr lang="fr-CA" sz="2400" dirty="0" smtClean="0"/>
              <a:t>Désavantages des différentes formes d’organisation</a:t>
            </a:r>
            <a:endParaRPr lang="fr-CA" sz="2400" dirty="0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09544784"/>
              </p:ext>
            </p:extLst>
          </p:nvPr>
        </p:nvGraphicFramePr>
        <p:xfrm>
          <a:off x="479425" y="1419225"/>
          <a:ext cx="818515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2673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707654"/>
            <a:ext cx="4736592" cy="1645920"/>
          </a:xfrm>
        </p:spPr>
      </p:pic>
    </p:spTree>
    <p:extLst>
      <p:ext uri="{BB962C8B-B14F-4D97-AF65-F5344CB8AC3E}">
        <p14:creationId xmlns:p14="http://schemas.microsoft.com/office/powerpoint/2010/main" val="41217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ThèmeHEC</Template>
  <TotalTime>460</TotalTime>
  <Words>447</Words>
  <Application>Microsoft Office PowerPoint</Application>
  <PresentationFormat>Affichage à l'écran (16:9)</PresentationFormat>
  <Paragraphs>82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ThèmeHEC</vt:lpstr>
      <vt:lpstr>Chapitre 1: introduction à la finance</vt:lpstr>
      <vt:lpstr>Plan de la présentation</vt:lpstr>
      <vt:lpstr>Finance</vt:lpstr>
      <vt:lpstr>La gestion financière: les 3 décisions</vt:lpstr>
      <vt:lpstr>La gestion financière: les 3 décisions</vt:lpstr>
      <vt:lpstr>Les problèmes d’agence</vt:lpstr>
      <vt:lpstr>Les problèmes d’agence</vt:lpstr>
      <vt:lpstr>Les marchés des capitaux</vt:lpstr>
      <vt:lpstr>Avantages des différentes formes d’organisation</vt:lpstr>
      <vt:lpstr>Désavantages des différentes formes d’organisation</vt:lpstr>
      <vt:lpstr>Présentation PowerPoint</vt:lpstr>
    </vt:vector>
  </TitlesOfParts>
  <Company>HEC Montréal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9: les critères de d’évaluation de projet</dc:title>
  <dc:creator>clihec3</dc:creator>
  <cp:lastModifiedBy>jean-philippe tarte</cp:lastModifiedBy>
  <cp:revision>43</cp:revision>
  <dcterms:created xsi:type="dcterms:W3CDTF">2009-10-06T16:37:55Z</dcterms:created>
  <dcterms:modified xsi:type="dcterms:W3CDTF">2016-04-27T19:14:01Z</dcterms:modified>
</cp:coreProperties>
</file>